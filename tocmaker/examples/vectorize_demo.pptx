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traced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2971800" cy="1188451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traced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306" name="traced artwork (ungroup to edit regions)"/>
          <p:cNvGrpSpPr/>
          <p:nvPr/>
        </p:nvGrpSpPr>
        <p:grpSpPr>
          <a:xfrm>
            <a:off x="0" y="0"/>
            <a:ext cx="2971800" cy="1188451"/>
            <a:chOff x="0" y="0"/>
            <a:chExt cx="2971800" cy="1188451"/>
          </a:xfrm>
        </p:grpSpPr>
        <p:sp>
          <p:nvSpPr>
            <p:cNvPr id="2" name="region 0 #CFDBE4"/>
            <p:cNvSpPr/>
            <p:nvPr/>
          </p:nvSpPr>
          <p:spPr>
            <a:xfrm>
              <a:off x="75201" y="96362"/>
              <a:ext cx="932145" cy="830502"/>
            </a:xfrm>
            <a:custGeom>
              <a:avLst/>
              <a:gdLst/>
              <a:ahLst/>
              <a:cxnLst/>
              <a:rect l="l" t="t" r="r" b="b"/>
              <a:pathLst>
                <a:path w="932145" h="830502">
                  <a:moveTo>
                    <a:pt x="352282" y="49"/>
                  </a:moveTo>
                  <a:lnTo>
                    <a:pt x="353419" y="56"/>
                  </a:lnTo>
                  <a:lnTo>
                    <a:pt x="354555" y="61"/>
                  </a:lnTo>
                  <a:lnTo>
                    <a:pt x="355692" y="66"/>
                  </a:lnTo>
                  <a:lnTo>
                    <a:pt x="356828" y="70"/>
                  </a:lnTo>
                  <a:lnTo>
                    <a:pt x="357965" y="72"/>
                  </a:lnTo>
                  <a:lnTo>
                    <a:pt x="359102" y="74"/>
                  </a:lnTo>
                  <a:lnTo>
                    <a:pt x="360238" y="75"/>
                  </a:lnTo>
                  <a:lnTo>
                    <a:pt x="361375" y="76"/>
                  </a:lnTo>
                  <a:lnTo>
                    <a:pt x="362512" y="76"/>
                  </a:lnTo>
                  <a:lnTo>
                    <a:pt x="363649" y="76"/>
                  </a:lnTo>
                  <a:lnTo>
                    <a:pt x="364857" y="79"/>
                  </a:lnTo>
                  <a:lnTo>
                    <a:pt x="366065" y="83"/>
                  </a:lnTo>
                  <a:lnTo>
                    <a:pt x="367273" y="87"/>
                  </a:lnTo>
                  <a:lnTo>
                    <a:pt x="368481" y="91"/>
                  </a:lnTo>
                  <a:lnTo>
                    <a:pt x="369689" y="95"/>
                  </a:lnTo>
                  <a:lnTo>
                    <a:pt x="370898" y="100"/>
                  </a:lnTo>
                  <a:lnTo>
                    <a:pt x="372028" y="101"/>
                  </a:lnTo>
                  <a:lnTo>
                    <a:pt x="373165" y="102"/>
                  </a:lnTo>
                  <a:lnTo>
                    <a:pt x="374318" y="104"/>
                  </a:lnTo>
                  <a:lnTo>
                    <a:pt x="375421" y="115"/>
                  </a:lnTo>
                  <a:lnTo>
                    <a:pt x="376496" y="134"/>
                  </a:lnTo>
                  <a:lnTo>
                    <a:pt x="377548" y="164"/>
                  </a:lnTo>
                  <a:lnTo>
                    <a:pt x="378580" y="209"/>
                  </a:lnTo>
                  <a:lnTo>
                    <a:pt x="379600" y="275"/>
                  </a:lnTo>
                  <a:lnTo>
                    <a:pt x="380610" y="366"/>
                  </a:lnTo>
                  <a:lnTo>
                    <a:pt x="381615" y="485"/>
                  </a:lnTo>
                  <a:lnTo>
                    <a:pt x="382622" y="638"/>
                  </a:lnTo>
                  <a:lnTo>
                    <a:pt x="383634" y="828"/>
                  </a:lnTo>
                  <a:lnTo>
                    <a:pt x="384656" y="1060"/>
                  </a:lnTo>
                  <a:lnTo>
                    <a:pt x="385693" y="1339"/>
                  </a:lnTo>
                  <a:lnTo>
                    <a:pt x="386750" y="1668"/>
                  </a:lnTo>
                  <a:lnTo>
                    <a:pt x="386750" y="3001"/>
                  </a:lnTo>
                  <a:lnTo>
                    <a:pt x="386750" y="4354"/>
                  </a:lnTo>
                  <a:lnTo>
                    <a:pt x="387838" y="4475"/>
                  </a:lnTo>
                  <a:lnTo>
                    <a:pt x="388926" y="4596"/>
                  </a:lnTo>
                  <a:lnTo>
                    <a:pt x="390016" y="4717"/>
                  </a:lnTo>
                  <a:lnTo>
                    <a:pt x="391107" y="4838"/>
                  </a:lnTo>
                  <a:lnTo>
                    <a:pt x="392200" y="4960"/>
                  </a:lnTo>
                  <a:lnTo>
                    <a:pt x="393296" y="5081"/>
                  </a:lnTo>
                  <a:lnTo>
                    <a:pt x="394396" y="5203"/>
                  </a:lnTo>
                  <a:lnTo>
                    <a:pt x="395499" y="5326"/>
                  </a:lnTo>
                  <a:lnTo>
                    <a:pt x="396606" y="5449"/>
                  </a:lnTo>
                  <a:lnTo>
                    <a:pt x="397718" y="5573"/>
                  </a:lnTo>
                  <a:lnTo>
                    <a:pt x="398836" y="5697"/>
                  </a:lnTo>
                  <a:lnTo>
                    <a:pt x="398836" y="7030"/>
                  </a:lnTo>
                  <a:lnTo>
                    <a:pt x="398836" y="8383"/>
                  </a:lnTo>
                  <a:lnTo>
                    <a:pt x="399924" y="8383"/>
                  </a:lnTo>
                  <a:lnTo>
                    <a:pt x="401012" y="8383"/>
                  </a:lnTo>
                  <a:lnTo>
                    <a:pt x="402102" y="8383"/>
                  </a:lnTo>
                  <a:lnTo>
                    <a:pt x="403193" y="8383"/>
                  </a:lnTo>
                  <a:lnTo>
                    <a:pt x="404286" y="8383"/>
                  </a:lnTo>
                  <a:lnTo>
                    <a:pt x="405382" y="8383"/>
                  </a:lnTo>
                  <a:lnTo>
                    <a:pt x="406481" y="8383"/>
                  </a:lnTo>
                  <a:lnTo>
                    <a:pt x="407585" y="8383"/>
                  </a:lnTo>
                  <a:lnTo>
                    <a:pt x="408692" y="8383"/>
                  </a:lnTo>
                  <a:lnTo>
                    <a:pt x="409804" y="8383"/>
                  </a:lnTo>
                  <a:lnTo>
                    <a:pt x="410922" y="8383"/>
                  </a:lnTo>
                  <a:lnTo>
                    <a:pt x="410922" y="9715"/>
                  </a:lnTo>
                  <a:lnTo>
                    <a:pt x="410922" y="11068"/>
                  </a:lnTo>
                  <a:lnTo>
                    <a:pt x="411956" y="11216"/>
                  </a:lnTo>
                  <a:lnTo>
                    <a:pt x="412991" y="11364"/>
                  </a:lnTo>
                  <a:lnTo>
                    <a:pt x="414028" y="11512"/>
                  </a:lnTo>
                  <a:lnTo>
                    <a:pt x="415066" y="11660"/>
                  </a:lnTo>
                  <a:lnTo>
                    <a:pt x="416108" y="11809"/>
                  </a:lnTo>
                  <a:lnTo>
                    <a:pt x="417154" y="11959"/>
                  </a:lnTo>
                  <a:lnTo>
                    <a:pt x="418205" y="12109"/>
                  </a:lnTo>
                  <a:lnTo>
                    <a:pt x="419260" y="12260"/>
                  </a:lnTo>
                  <a:lnTo>
                    <a:pt x="420322" y="12411"/>
                  </a:lnTo>
                  <a:lnTo>
                    <a:pt x="420322" y="13744"/>
                  </a:lnTo>
                  <a:lnTo>
                    <a:pt x="420322" y="15097"/>
                  </a:lnTo>
                  <a:lnTo>
                    <a:pt x="421541" y="15196"/>
                  </a:lnTo>
                  <a:lnTo>
                    <a:pt x="422777" y="15296"/>
                  </a:lnTo>
                  <a:lnTo>
                    <a:pt x="423852" y="15397"/>
                  </a:lnTo>
                  <a:lnTo>
                    <a:pt x="424934" y="15498"/>
                  </a:lnTo>
                  <a:lnTo>
                    <a:pt x="426030" y="15601"/>
                  </a:lnTo>
                  <a:lnTo>
                    <a:pt x="427090" y="15694"/>
                  </a:lnTo>
                  <a:lnTo>
                    <a:pt x="428158" y="15788"/>
                  </a:lnTo>
                  <a:lnTo>
                    <a:pt x="429240" y="15884"/>
                  </a:lnTo>
                  <a:lnTo>
                    <a:pt x="430431" y="16122"/>
                  </a:lnTo>
                  <a:lnTo>
                    <a:pt x="431553" y="16404"/>
                  </a:lnTo>
                  <a:lnTo>
                    <a:pt x="432623" y="16733"/>
                  </a:lnTo>
                  <a:lnTo>
                    <a:pt x="433658" y="17110"/>
                  </a:lnTo>
                  <a:lnTo>
                    <a:pt x="434674" y="17535"/>
                  </a:lnTo>
                  <a:lnTo>
                    <a:pt x="435688" y="18012"/>
                  </a:lnTo>
                  <a:lnTo>
                    <a:pt x="436718" y="18542"/>
                  </a:lnTo>
                  <a:lnTo>
                    <a:pt x="437780" y="19126"/>
                  </a:lnTo>
                  <a:lnTo>
                    <a:pt x="437780" y="20459"/>
                  </a:lnTo>
                  <a:lnTo>
                    <a:pt x="437780" y="21811"/>
                  </a:lnTo>
                  <a:lnTo>
                    <a:pt x="439107" y="21957"/>
                  </a:lnTo>
                  <a:lnTo>
                    <a:pt x="440455" y="22106"/>
                  </a:lnTo>
                  <a:lnTo>
                    <a:pt x="441552" y="22411"/>
                  </a:lnTo>
                  <a:lnTo>
                    <a:pt x="442623" y="22750"/>
                  </a:lnTo>
                  <a:lnTo>
                    <a:pt x="443670" y="23119"/>
                  </a:lnTo>
                  <a:lnTo>
                    <a:pt x="444697" y="23517"/>
                  </a:lnTo>
                  <a:lnTo>
                    <a:pt x="445706" y="23941"/>
                  </a:lnTo>
                  <a:lnTo>
                    <a:pt x="446700" y="24391"/>
                  </a:lnTo>
                  <a:lnTo>
                    <a:pt x="447681" y="24862"/>
                  </a:lnTo>
                  <a:lnTo>
                    <a:pt x="448652" y="25355"/>
                  </a:lnTo>
                  <a:lnTo>
                    <a:pt x="449616" y="25865"/>
                  </a:lnTo>
                  <a:lnTo>
                    <a:pt x="450576" y="26392"/>
                  </a:lnTo>
                  <a:lnTo>
                    <a:pt x="451534" y="26933"/>
                  </a:lnTo>
                  <a:lnTo>
                    <a:pt x="452494" y="27486"/>
                  </a:lnTo>
                  <a:lnTo>
                    <a:pt x="453457" y="28049"/>
                  </a:lnTo>
                  <a:lnTo>
                    <a:pt x="454426" y="28620"/>
                  </a:lnTo>
                  <a:lnTo>
                    <a:pt x="455405" y="29197"/>
                  </a:lnTo>
                  <a:lnTo>
                    <a:pt x="456357" y="29751"/>
                  </a:lnTo>
                  <a:lnTo>
                    <a:pt x="457310" y="30304"/>
                  </a:lnTo>
                  <a:lnTo>
                    <a:pt x="458263" y="30857"/>
                  </a:lnTo>
                  <a:lnTo>
                    <a:pt x="459216" y="31409"/>
                  </a:lnTo>
                  <a:lnTo>
                    <a:pt x="460169" y="31961"/>
                  </a:lnTo>
                  <a:lnTo>
                    <a:pt x="461123" y="32513"/>
                  </a:lnTo>
                  <a:lnTo>
                    <a:pt x="462381" y="33250"/>
                  </a:lnTo>
                  <a:lnTo>
                    <a:pt x="463657" y="33999"/>
                  </a:lnTo>
                  <a:lnTo>
                    <a:pt x="464655" y="34528"/>
                  </a:lnTo>
                  <a:lnTo>
                    <a:pt x="465441" y="34922"/>
                  </a:lnTo>
                  <a:lnTo>
                    <a:pt x="466194" y="35253"/>
                  </a:lnTo>
                  <a:lnTo>
                    <a:pt x="467088" y="35592"/>
                  </a:lnTo>
                  <a:lnTo>
                    <a:pt x="468301" y="36012"/>
                  </a:lnTo>
                  <a:lnTo>
                    <a:pt x="470009" y="36583"/>
                  </a:lnTo>
                  <a:lnTo>
                    <a:pt x="470009" y="37916"/>
                  </a:lnTo>
                  <a:lnTo>
                    <a:pt x="470009" y="39269"/>
                  </a:lnTo>
                  <a:lnTo>
                    <a:pt x="471201" y="39213"/>
                  </a:lnTo>
                  <a:lnTo>
                    <a:pt x="472402" y="39157"/>
                  </a:lnTo>
                  <a:lnTo>
                    <a:pt x="473617" y="39101"/>
                  </a:lnTo>
                  <a:lnTo>
                    <a:pt x="474804" y="39167"/>
                  </a:lnTo>
                  <a:lnTo>
                    <a:pt x="475908" y="39273"/>
                  </a:lnTo>
                  <a:lnTo>
                    <a:pt x="476944" y="39418"/>
                  </a:lnTo>
                  <a:lnTo>
                    <a:pt x="477930" y="39602"/>
                  </a:lnTo>
                  <a:lnTo>
                    <a:pt x="478881" y="39825"/>
                  </a:lnTo>
                  <a:lnTo>
                    <a:pt x="479814" y="40085"/>
                  </a:lnTo>
                  <a:lnTo>
                    <a:pt x="480746" y="40384"/>
                  </a:lnTo>
                  <a:lnTo>
                    <a:pt x="481692" y="40721"/>
                  </a:lnTo>
                  <a:lnTo>
                    <a:pt x="482669" y="41095"/>
                  </a:lnTo>
                  <a:lnTo>
                    <a:pt x="483693" y="41506"/>
                  </a:lnTo>
                  <a:lnTo>
                    <a:pt x="484781" y="41955"/>
                  </a:lnTo>
                  <a:lnTo>
                    <a:pt x="485822" y="42123"/>
                  </a:lnTo>
                  <a:lnTo>
                    <a:pt x="486864" y="42288"/>
                  </a:lnTo>
                  <a:lnTo>
                    <a:pt x="487907" y="42448"/>
                  </a:lnTo>
                  <a:lnTo>
                    <a:pt x="488951" y="42603"/>
                  </a:lnTo>
                  <a:lnTo>
                    <a:pt x="489996" y="42754"/>
                  </a:lnTo>
                  <a:lnTo>
                    <a:pt x="491041" y="42898"/>
                  </a:lnTo>
                  <a:lnTo>
                    <a:pt x="492087" y="43038"/>
                  </a:lnTo>
                  <a:lnTo>
                    <a:pt x="493133" y="43171"/>
                  </a:lnTo>
                  <a:lnTo>
                    <a:pt x="494181" y="43298"/>
                  </a:lnTo>
                  <a:lnTo>
                    <a:pt x="494181" y="44630"/>
                  </a:lnTo>
                  <a:lnTo>
                    <a:pt x="494181" y="45983"/>
                  </a:lnTo>
                  <a:lnTo>
                    <a:pt x="495451" y="46228"/>
                  </a:lnTo>
                  <a:lnTo>
                    <a:pt x="496740" y="46476"/>
                  </a:lnTo>
                  <a:lnTo>
                    <a:pt x="497891" y="46702"/>
                  </a:lnTo>
                  <a:lnTo>
                    <a:pt x="499050" y="46928"/>
                  </a:lnTo>
                  <a:lnTo>
                    <a:pt x="500224" y="47158"/>
                  </a:lnTo>
                  <a:lnTo>
                    <a:pt x="500724" y="47255"/>
                  </a:lnTo>
                  <a:lnTo>
                    <a:pt x="501605" y="47427"/>
                  </a:lnTo>
                  <a:lnTo>
                    <a:pt x="503623" y="47819"/>
                  </a:lnTo>
                  <a:lnTo>
                    <a:pt x="504647" y="48040"/>
                  </a:lnTo>
                  <a:lnTo>
                    <a:pt x="505671" y="48265"/>
                  </a:lnTo>
                  <a:lnTo>
                    <a:pt x="506692" y="48495"/>
                  </a:lnTo>
                  <a:lnTo>
                    <a:pt x="507713" y="48728"/>
                  </a:lnTo>
                  <a:lnTo>
                    <a:pt x="508732" y="48966"/>
                  </a:lnTo>
                  <a:lnTo>
                    <a:pt x="509751" y="49208"/>
                  </a:lnTo>
                  <a:lnTo>
                    <a:pt x="510768" y="49453"/>
                  </a:lnTo>
                  <a:lnTo>
                    <a:pt x="511784" y="49702"/>
                  </a:lnTo>
                  <a:lnTo>
                    <a:pt x="512799" y="49954"/>
                  </a:lnTo>
                  <a:lnTo>
                    <a:pt x="513813" y="50210"/>
                  </a:lnTo>
                  <a:lnTo>
                    <a:pt x="514826" y="50468"/>
                  </a:lnTo>
                  <a:lnTo>
                    <a:pt x="515839" y="50730"/>
                  </a:lnTo>
                  <a:lnTo>
                    <a:pt x="516850" y="50995"/>
                  </a:lnTo>
                  <a:lnTo>
                    <a:pt x="517861" y="51263"/>
                  </a:lnTo>
                  <a:lnTo>
                    <a:pt x="518872" y="51533"/>
                  </a:lnTo>
                  <a:lnTo>
                    <a:pt x="519882" y="51806"/>
                  </a:lnTo>
                  <a:lnTo>
                    <a:pt x="520891" y="52081"/>
                  </a:lnTo>
                  <a:lnTo>
                    <a:pt x="521900" y="52358"/>
                  </a:lnTo>
                  <a:lnTo>
                    <a:pt x="522909" y="52638"/>
                  </a:lnTo>
                  <a:lnTo>
                    <a:pt x="523917" y="52920"/>
                  </a:lnTo>
                  <a:lnTo>
                    <a:pt x="524925" y="53203"/>
                  </a:lnTo>
                  <a:lnTo>
                    <a:pt x="525933" y="53488"/>
                  </a:lnTo>
                  <a:lnTo>
                    <a:pt x="526941" y="53775"/>
                  </a:lnTo>
                  <a:lnTo>
                    <a:pt x="527945" y="54060"/>
                  </a:lnTo>
                  <a:lnTo>
                    <a:pt x="528950" y="54342"/>
                  </a:lnTo>
                  <a:lnTo>
                    <a:pt x="529955" y="54623"/>
                  </a:lnTo>
                  <a:lnTo>
                    <a:pt x="530960" y="54901"/>
                  </a:lnTo>
                  <a:lnTo>
                    <a:pt x="531965" y="55176"/>
                  </a:lnTo>
                  <a:lnTo>
                    <a:pt x="532970" y="55449"/>
                  </a:lnTo>
                  <a:lnTo>
                    <a:pt x="533975" y="55720"/>
                  </a:lnTo>
                  <a:lnTo>
                    <a:pt x="534980" y="55988"/>
                  </a:lnTo>
                  <a:lnTo>
                    <a:pt x="535986" y="56253"/>
                  </a:lnTo>
                  <a:lnTo>
                    <a:pt x="536992" y="56517"/>
                  </a:lnTo>
                  <a:lnTo>
                    <a:pt x="537998" y="56778"/>
                  </a:lnTo>
                  <a:lnTo>
                    <a:pt x="539005" y="57036"/>
                  </a:lnTo>
                  <a:lnTo>
                    <a:pt x="540012" y="57292"/>
                  </a:lnTo>
                  <a:lnTo>
                    <a:pt x="541019" y="57545"/>
                  </a:lnTo>
                  <a:lnTo>
                    <a:pt x="542027" y="57797"/>
                  </a:lnTo>
                  <a:lnTo>
                    <a:pt x="543036" y="58045"/>
                  </a:lnTo>
                  <a:lnTo>
                    <a:pt x="544045" y="58291"/>
                  </a:lnTo>
                  <a:lnTo>
                    <a:pt x="545055" y="58535"/>
                  </a:lnTo>
                  <a:lnTo>
                    <a:pt x="546065" y="58776"/>
                  </a:lnTo>
                  <a:lnTo>
                    <a:pt x="547076" y="59015"/>
                  </a:lnTo>
                  <a:lnTo>
                    <a:pt x="548088" y="59251"/>
                  </a:lnTo>
                  <a:lnTo>
                    <a:pt x="549101" y="59485"/>
                  </a:lnTo>
                  <a:lnTo>
                    <a:pt x="550114" y="59717"/>
                  </a:lnTo>
                  <a:lnTo>
                    <a:pt x="551128" y="59946"/>
                  </a:lnTo>
                  <a:lnTo>
                    <a:pt x="552143" y="60172"/>
                  </a:lnTo>
                  <a:lnTo>
                    <a:pt x="553159" y="60396"/>
                  </a:lnTo>
                  <a:lnTo>
                    <a:pt x="554176" y="60617"/>
                  </a:lnTo>
                  <a:lnTo>
                    <a:pt x="555194" y="60836"/>
                  </a:lnTo>
                  <a:lnTo>
                    <a:pt x="556213" y="61053"/>
                  </a:lnTo>
                  <a:lnTo>
                    <a:pt x="557233" y="61267"/>
                  </a:lnTo>
                  <a:lnTo>
                    <a:pt x="558254" y="61478"/>
                  </a:lnTo>
                  <a:lnTo>
                    <a:pt x="559277" y="61687"/>
                  </a:lnTo>
                  <a:lnTo>
                    <a:pt x="560300" y="61894"/>
                  </a:lnTo>
                  <a:lnTo>
                    <a:pt x="561325" y="62098"/>
                  </a:lnTo>
                  <a:lnTo>
                    <a:pt x="561325" y="63431"/>
                  </a:lnTo>
                  <a:lnTo>
                    <a:pt x="561325" y="64784"/>
                  </a:lnTo>
                  <a:lnTo>
                    <a:pt x="562741" y="64700"/>
                  </a:lnTo>
                  <a:lnTo>
                    <a:pt x="564179" y="64616"/>
                  </a:lnTo>
                  <a:lnTo>
                    <a:pt x="565355" y="64694"/>
                  </a:lnTo>
                  <a:lnTo>
                    <a:pt x="566487" y="64822"/>
                  </a:lnTo>
                  <a:lnTo>
                    <a:pt x="567583" y="64994"/>
                  </a:lnTo>
                  <a:lnTo>
                    <a:pt x="568652" y="65206"/>
                  </a:lnTo>
                  <a:lnTo>
                    <a:pt x="569702" y="65455"/>
                  </a:lnTo>
                  <a:lnTo>
                    <a:pt x="570742" y="65736"/>
                  </a:lnTo>
                  <a:lnTo>
                    <a:pt x="571781" y="66045"/>
                  </a:lnTo>
                  <a:lnTo>
                    <a:pt x="572827" y="66376"/>
                  </a:lnTo>
                  <a:lnTo>
                    <a:pt x="573889" y="66727"/>
                  </a:lnTo>
                  <a:lnTo>
                    <a:pt x="574976" y="67093"/>
                  </a:lnTo>
                  <a:lnTo>
                    <a:pt x="576097" y="67469"/>
                  </a:lnTo>
                  <a:lnTo>
                    <a:pt x="577170" y="67584"/>
                  </a:lnTo>
                  <a:lnTo>
                    <a:pt x="578243" y="67692"/>
                  </a:lnTo>
                  <a:lnTo>
                    <a:pt x="579318" y="67792"/>
                  </a:lnTo>
                  <a:lnTo>
                    <a:pt x="580393" y="67886"/>
                  </a:lnTo>
                  <a:lnTo>
                    <a:pt x="581468" y="67973"/>
                  </a:lnTo>
                  <a:lnTo>
                    <a:pt x="582751" y="68120"/>
                  </a:lnTo>
                  <a:lnTo>
                    <a:pt x="583862" y="68284"/>
                  </a:lnTo>
                  <a:lnTo>
                    <a:pt x="584844" y="68481"/>
                  </a:lnTo>
                  <a:lnTo>
                    <a:pt x="585740" y="68728"/>
                  </a:lnTo>
                  <a:lnTo>
                    <a:pt x="586593" y="69043"/>
                  </a:lnTo>
                  <a:lnTo>
                    <a:pt x="587448" y="69444"/>
                  </a:lnTo>
                  <a:lnTo>
                    <a:pt x="588346" y="69947"/>
                  </a:lnTo>
                  <a:lnTo>
                    <a:pt x="589332" y="70570"/>
                  </a:lnTo>
                  <a:lnTo>
                    <a:pt x="590448" y="71330"/>
                  </a:lnTo>
                  <a:lnTo>
                    <a:pt x="591374" y="71901"/>
                  </a:lnTo>
                  <a:lnTo>
                    <a:pt x="592306" y="72433"/>
                  </a:lnTo>
                  <a:lnTo>
                    <a:pt x="593246" y="72928"/>
                  </a:lnTo>
                  <a:lnTo>
                    <a:pt x="594192" y="73389"/>
                  </a:lnTo>
                  <a:lnTo>
                    <a:pt x="595146" y="73816"/>
                  </a:lnTo>
                  <a:lnTo>
                    <a:pt x="596106" y="74214"/>
                  </a:lnTo>
                  <a:lnTo>
                    <a:pt x="597073" y="74583"/>
                  </a:lnTo>
                  <a:lnTo>
                    <a:pt x="598047" y="74926"/>
                  </a:lnTo>
                  <a:lnTo>
                    <a:pt x="599028" y="75245"/>
                  </a:lnTo>
                  <a:lnTo>
                    <a:pt x="600015" y="75543"/>
                  </a:lnTo>
                  <a:lnTo>
                    <a:pt x="601009" y="75821"/>
                  </a:lnTo>
                  <a:lnTo>
                    <a:pt x="602009" y="76082"/>
                  </a:lnTo>
                  <a:lnTo>
                    <a:pt x="603015" y="76327"/>
                  </a:lnTo>
                  <a:lnTo>
                    <a:pt x="604029" y="76560"/>
                  </a:lnTo>
                  <a:lnTo>
                    <a:pt x="605048" y="76781"/>
                  </a:lnTo>
                  <a:lnTo>
                    <a:pt x="606073" y="76994"/>
                  </a:lnTo>
                  <a:lnTo>
                    <a:pt x="607105" y="77201"/>
                  </a:lnTo>
                  <a:lnTo>
                    <a:pt x="608143" y="77403"/>
                  </a:lnTo>
                  <a:lnTo>
                    <a:pt x="609187" y="77603"/>
                  </a:lnTo>
                  <a:lnTo>
                    <a:pt x="610237" y="77803"/>
                  </a:lnTo>
                  <a:lnTo>
                    <a:pt x="611293" y="78006"/>
                  </a:lnTo>
                  <a:lnTo>
                    <a:pt x="612355" y="78213"/>
                  </a:lnTo>
                  <a:lnTo>
                    <a:pt x="613574" y="78460"/>
                  </a:lnTo>
                  <a:lnTo>
                    <a:pt x="614803" y="78709"/>
                  </a:lnTo>
                  <a:lnTo>
                    <a:pt x="616048" y="78962"/>
                  </a:lnTo>
                  <a:lnTo>
                    <a:pt x="617115" y="79177"/>
                  </a:lnTo>
                  <a:lnTo>
                    <a:pt x="618183" y="79391"/>
                  </a:lnTo>
                  <a:lnTo>
                    <a:pt x="619251" y="79605"/>
                  </a:lnTo>
                  <a:lnTo>
                    <a:pt x="620319" y="79818"/>
                  </a:lnTo>
                  <a:lnTo>
                    <a:pt x="621387" y="80030"/>
                  </a:lnTo>
                  <a:lnTo>
                    <a:pt x="622455" y="80241"/>
                  </a:lnTo>
                  <a:lnTo>
                    <a:pt x="623524" y="80451"/>
                  </a:lnTo>
                  <a:lnTo>
                    <a:pt x="624593" y="80659"/>
                  </a:lnTo>
                  <a:lnTo>
                    <a:pt x="625663" y="80865"/>
                  </a:lnTo>
                  <a:lnTo>
                    <a:pt x="626732" y="81069"/>
                  </a:lnTo>
                  <a:lnTo>
                    <a:pt x="627803" y="81271"/>
                  </a:lnTo>
                  <a:lnTo>
                    <a:pt x="628873" y="81470"/>
                  </a:lnTo>
                  <a:lnTo>
                    <a:pt x="629966" y="81696"/>
                  </a:lnTo>
                  <a:lnTo>
                    <a:pt x="631043" y="81937"/>
                  </a:lnTo>
                  <a:lnTo>
                    <a:pt x="632105" y="82193"/>
                  </a:lnTo>
                  <a:lnTo>
                    <a:pt x="633154" y="82463"/>
                  </a:lnTo>
                  <a:lnTo>
                    <a:pt x="634192" y="82748"/>
                  </a:lnTo>
                  <a:lnTo>
                    <a:pt x="635219" y="83048"/>
                  </a:lnTo>
                  <a:lnTo>
                    <a:pt x="636237" y="83362"/>
                  </a:lnTo>
                  <a:lnTo>
                    <a:pt x="637248" y="83690"/>
                  </a:lnTo>
                  <a:lnTo>
                    <a:pt x="638252" y="84033"/>
                  </a:lnTo>
                  <a:lnTo>
                    <a:pt x="639251" y="84391"/>
                  </a:lnTo>
                  <a:lnTo>
                    <a:pt x="640248" y="84763"/>
                  </a:lnTo>
                  <a:lnTo>
                    <a:pt x="641242" y="85149"/>
                  </a:lnTo>
                  <a:lnTo>
                    <a:pt x="642235" y="85549"/>
                  </a:lnTo>
                  <a:lnTo>
                    <a:pt x="643230" y="85964"/>
                  </a:lnTo>
                  <a:lnTo>
                    <a:pt x="644226" y="86393"/>
                  </a:lnTo>
                  <a:lnTo>
                    <a:pt x="645226" y="86836"/>
                  </a:lnTo>
                  <a:lnTo>
                    <a:pt x="646231" y="87293"/>
                  </a:lnTo>
                  <a:lnTo>
                    <a:pt x="647243" y="87764"/>
                  </a:lnTo>
                  <a:lnTo>
                    <a:pt x="648271" y="88195"/>
                  </a:lnTo>
                  <a:lnTo>
                    <a:pt x="649295" y="88583"/>
                  </a:lnTo>
                  <a:lnTo>
                    <a:pt x="650318" y="88929"/>
                  </a:lnTo>
                  <a:lnTo>
                    <a:pt x="651345" y="89238"/>
                  </a:lnTo>
                  <a:lnTo>
                    <a:pt x="652379" y="89511"/>
                  </a:lnTo>
                  <a:lnTo>
                    <a:pt x="653425" y="89751"/>
                  </a:lnTo>
                  <a:lnTo>
                    <a:pt x="654486" y="89961"/>
                  </a:lnTo>
                  <a:lnTo>
                    <a:pt x="655566" y="90142"/>
                  </a:lnTo>
                  <a:lnTo>
                    <a:pt x="656670" y="90298"/>
                  </a:lnTo>
                  <a:lnTo>
                    <a:pt x="657037" y="89174"/>
                  </a:lnTo>
                  <a:lnTo>
                    <a:pt x="657410" y="88032"/>
                  </a:lnTo>
                  <a:lnTo>
                    <a:pt x="657741" y="87027"/>
                  </a:lnTo>
                  <a:lnTo>
                    <a:pt x="658075" y="86024"/>
                  </a:lnTo>
                  <a:lnTo>
                    <a:pt x="658410" y="85021"/>
                  </a:lnTo>
                  <a:lnTo>
                    <a:pt x="658747" y="84020"/>
                  </a:lnTo>
                  <a:lnTo>
                    <a:pt x="659086" y="83019"/>
                  </a:lnTo>
                  <a:lnTo>
                    <a:pt x="659428" y="82019"/>
                  </a:lnTo>
                  <a:lnTo>
                    <a:pt x="659771" y="81020"/>
                  </a:lnTo>
                  <a:lnTo>
                    <a:pt x="660117" y="80022"/>
                  </a:lnTo>
                  <a:lnTo>
                    <a:pt x="660465" y="79025"/>
                  </a:lnTo>
                  <a:lnTo>
                    <a:pt x="660816" y="78029"/>
                  </a:lnTo>
                  <a:lnTo>
                    <a:pt x="661170" y="77034"/>
                  </a:lnTo>
                  <a:lnTo>
                    <a:pt x="661526" y="76039"/>
                  </a:lnTo>
                  <a:lnTo>
                    <a:pt x="661886" y="75046"/>
                  </a:lnTo>
                  <a:lnTo>
                    <a:pt x="662248" y="74053"/>
                  </a:lnTo>
                  <a:lnTo>
                    <a:pt x="662614" y="73062"/>
                  </a:lnTo>
                  <a:lnTo>
                    <a:pt x="662983" y="72071"/>
                  </a:lnTo>
                  <a:lnTo>
                    <a:pt x="663355" y="71081"/>
                  </a:lnTo>
                  <a:lnTo>
                    <a:pt x="663731" y="70092"/>
                  </a:lnTo>
                  <a:lnTo>
                    <a:pt x="664120" y="69063"/>
                  </a:lnTo>
                  <a:lnTo>
                    <a:pt x="664505" y="68032"/>
                  </a:lnTo>
                  <a:lnTo>
                    <a:pt x="664888" y="66999"/>
                  </a:lnTo>
                  <a:lnTo>
                    <a:pt x="665266" y="65965"/>
                  </a:lnTo>
                  <a:lnTo>
                    <a:pt x="665640" y="64930"/>
                  </a:lnTo>
                  <a:lnTo>
                    <a:pt x="666004" y="63934"/>
                  </a:lnTo>
                  <a:lnTo>
                    <a:pt x="666374" y="62941"/>
                  </a:lnTo>
                  <a:lnTo>
                    <a:pt x="666750" y="61952"/>
                  </a:lnTo>
                  <a:lnTo>
                    <a:pt x="667131" y="60966"/>
                  </a:lnTo>
                  <a:lnTo>
                    <a:pt x="667518" y="59983"/>
                  </a:lnTo>
                  <a:lnTo>
                    <a:pt x="667911" y="59003"/>
                  </a:lnTo>
                  <a:lnTo>
                    <a:pt x="668309" y="58026"/>
                  </a:lnTo>
                  <a:lnTo>
                    <a:pt x="668712" y="57052"/>
                  </a:lnTo>
                  <a:lnTo>
                    <a:pt x="669120" y="56081"/>
                  </a:lnTo>
                  <a:lnTo>
                    <a:pt x="669534" y="55113"/>
                  </a:lnTo>
                  <a:lnTo>
                    <a:pt x="669952" y="54147"/>
                  </a:lnTo>
                  <a:lnTo>
                    <a:pt x="670375" y="53185"/>
                  </a:lnTo>
                  <a:lnTo>
                    <a:pt x="670803" y="52224"/>
                  </a:lnTo>
                  <a:lnTo>
                    <a:pt x="671235" y="51266"/>
                  </a:lnTo>
                  <a:lnTo>
                    <a:pt x="671672" y="50311"/>
                  </a:lnTo>
                  <a:lnTo>
                    <a:pt x="672113" y="49358"/>
                  </a:lnTo>
                  <a:lnTo>
                    <a:pt x="672559" y="48407"/>
                  </a:lnTo>
                  <a:lnTo>
                    <a:pt x="673009" y="47458"/>
                  </a:lnTo>
                  <a:lnTo>
                    <a:pt x="673462" y="46511"/>
                  </a:lnTo>
                  <a:lnTo>
                    <a:pt x="673920" y="45567"/>
                  </a:lnTo>
                  <a:lnTo>
                    <a:pt x="674381" y="44624"/>
                  </a:lnTo>
                  <a:lnTo>
                    <a:pt x="674846" y="43683"/>
                  </a:lnTo>
                  <a:lnTo>
                    <a:pt x="675315" y="42744"/>
                  </a:lnTo>
                  <a:lnTo>
                    <a:pt x="675787" y="41807"/>
                  </a:lnTo>
                  <a:lnTo>
                    <a:pt x="676262" y="40871"/>
                  </a:lnTo>
                  <a:lnTo>
                    <a:pt x="676740" y="39937"/>
                  </a:lnTo>
                  <a:lnTo>
                    <a:pt x="677222" y="39004"/>
                  </a:lnTo>
                  <a:lnTo>
                    <a:pt x="677707" y="38073"/>
                  </a:lnTo>
                  <a:lnTo>
                    <a:pt x="678194" y="37143"/>
                  </a:lnTo>
                  <a:lnTo>
                    <a:pt x="678685" y="36214"/>
                  </a:lnTo>
                  <a:lnTo>
                    <a:pt x="679178" y="35287"/>
                  </a:lnTo>
                  <a:lnTo>
                    <a:pt x="679673" y="34360"/>
                  </a:lnTo>
                  <a:lnTo>
                    <a:pt x="680171" y="33435"/>
                  </a:lnTo>
                  <a:lnTo>
                    <a:pt x="680671" y="32510"/>
                  </a:lnTo>
                  <a:lnTo>
                    <a:pt x="681174" y="31587"/>
                  </a:lnTo>
                  <a:lnTo>
                    <a:pt x="681679" y="30664"/>
                  </a:lnTo>
                  <a:lnTo>
                    <a:pt x="682185" y="29742"/>
                  </a:lnTo>
                  <a:lnTo>
                    <a:pt x="682694" y="28820"/>
                  </a:lnTo>
                  <a:lnTo>
                    <a:pt x="683204" y="27899"/>
                  </a:lnTo>
                  <a:lnTo>
                    <a:pt x="683716" y="26979"/>
                  </a:lnTo>
                  <a:lnTo>
                    <a:pt x="684229" y="26058"/>
                  </a:lnTo>
                  <a:lnTo>
                    <a:pt x="684744" y="25139"/>
                  </a:lnTo>
                  <a:lnTo>
                    <a:pt x="685260" y="24219"/>
                  </a:lnTo>
                  <a:lnTo>
                    <a:pt x="685777" y="23300"/>
                  </a:lnTo>
                  <a:lnTo>
                    <a:pt x="686295" y="22380"/>
                  </a:lnTo>
                  <a:lnTo>
                    <a:pt x="686814" y="21461"/>
                  </a:lnTo>
                  <a:lnTo>
                    <a:pt x="687335" y="20542"/>
                  </a:lnTo>
                  <a:lnTo>
                    <a:pt x="687855" y="19622"/>
                  </a:lnTo>
                  <a:lnTo>
                    <a:pt x="688377" y="18703"/>
                  </a:lnTo>
                  <a:lnTo>
                    <a:pt x="688899" y="17783"/>
                  </a:lnTo>
                  <a:lnTo>
                    <a:pt x="690232" y="17783"/>
                  </a:lnTo>
                  <a:lnTo>
                    <a:pt x="691585" y="17783"/>
                  </a:lnTo>
                  <a:lnTo>
                    <a:pt x="691806" y="16675"/>
                  </a:lnTo>
                  <a:lnTo>
                    <a:pt x="692028" y="15565"/>
                  </a:lnTo>
                  <a:lnTo>
                    <a:pt x="692251" y="14451"/>
                  </a:lnTo>
                  <a:lnTo>
                    <a:pt x="692475" y="13331"/>
                  </a:lnTo>
                  <a:lnTo>
                    <a:pt x="692700" y="12205"/>
                  </a:lnTo>
                  <a:lnTo>
                    <a:pt x="692928" y="11068"/>
                  </a:lnTo>
                  <a:lnTo>
                    <a:pt x="694036" y="11068"/>
                  </a:lnTo>
                  <a:lnTo>
                    <a:pt x="695146" y="11068"/>
                  </a:lnTo>
                  <a:lnTo>
                    <a:pt x="696260" y="11068"/>
                  </a:lnTo>
                  <a:lnTo>
                    <a:pt x="697379" y="11068"/>
                  </a:lnTo>
                  <a:lnTo>
                    <a:pt x="698506" y="11068"/>
                  </a:lnTo>
                  <a:lnTo>
                    <a:pt x="699642" y="11068"/>
                  </a:lnTo>
                  <a:lnTo>
                    <a:pt x="699642" y="12401"/>
                  </a:lnTo>
                  <a:lnTo>
                    <a:pt x="699642" y="13754"/>
                  </a:lnTo>
                  <a:lnTo>
                    <a:pt x="700706" y="14286"/>
                  </a:lnTo>
                  <a:lnTo>
                    <a:pt x="701773" y="14819"/>
                  </a:lnTo>
                  <a:lnTo>
                    <a:pt x="702844" y="15355"/>
                  </a:lnTo>
                  <a:lnTo>
                    <a:pt x="703924" y="15895"/>
                  </a:lnTo>
                  <a:lnTo>
                    <a:pt x="705014" y="16440"/>
                  </a:lnTo>
                  <a:lnTo>
                    <a:pt x="704902" y="17800"/>
                  </a:lnTo>
                  <a:lnTo>
                    <a:pt x="704795" y="18815"/>
                  </a:lnTo>
                  <a:lnTo>
                    <a:pt x="704656" y="19671"/>
                  </a:lnTo>
                  <a:lnTo>
                    <a:pt x="704447" y="20556"/>
                  </a:lnTo>
                  <a:lnTo>
                    <a:pt x="704131" y="21654"/>
                  </a:lnTo>
                  <a:lnTo>
                    <a:pt x="703671" y="23154"/>
                  </a:lnTo>
                  <a:lnTo>
                    <a:pt x="702551" y="23602"/>
                  </a:lnTo>
                  <a:lnTo>
                    <a:pt x="701432" y="24049"/>
                  </a:lnTo>
                  <a:lnTo>
                    <a:pt x="700313" y="24497"/>
                  </a:lnTo>
                  <a:lnTo>
                    <a:pt x="699194" y="24944"/>
                  </a:lnTo>
                  <a:lnTo>
                    <a:pt x="698075" y="25392"/>
                  </a:lnTo>
                  <a:lnTo>
                    <a:pt x="696956" y="25840"/>
                  </a:lnTo>
                  <a:lnTo>
                    <a:pt x="696725" y="26958"/>
                  </a:lnTo>
                  <a:lnTo>
                    <a:pt x="696497" y="28076"/>
                  </a:lnTo>
                  <a:lnTo>
                    <a:pt x="696273" y="29195"/>
                  </a:lnTo>
                  <a:lnTo>
                    <a:pt x="696051" y="30314"/>
                  </a:lnTo>
                  <a:lnTo>
                    <a:pt x="695831" y="31434"/>
                  </a:lnTo>
                  <a:lnTo>
                    <a:pt x="695613" y="32555"/>
                  </a:lnTo>
                  <a:lnTo>
                    <a:pt x="695130" y="33597"/>
                  </a:lnTo>
                  <a:lnTo>
                    <a:pt x="694643" y="34633"/>
                  </a:lnTo>
                  <a:lnTo>
                    <a:pt x="694152" y="35664"/>
                  </a:lnTo>
                  <a:lnTo>
                    <a:pt x="693656" y="36690"/>
                  </a:lnTo>
                  <a:lnTo>
                    <a:pt x="693155" y="37713"/>
                  </a:lnTo>
                  <a:lnTo>
                    <a:pt x="692647" y="38733"/>
                  </a:lnTo>
                  <a:lnTo>
                    <a:pt x="692133" y="39752"/>
                  </a:lnTo>
                  <a:lnTo>
                    <a:pt x="691611" y="40769"/>
                  </a:lnTo>
                  <a:lnTo>
                    <a:pt x="691081" y="41787"/>
                  </a:lnTo>
                  <a:lnTo>
                    <a:pt x="690583" y="42749"/>
                  </a:lnTo>
                  <a:lnTo>
                    <a:pt x="690087" y="43711"/>
                  </a:lnTo>
                  <a:lnTo>
                    <a:pt x="689594" y="44674"/>
                  </a:lnTo>
                  <a:lnTo>
                    <a:pt x="689104" y="45637"/>
                  </a:lnTo>
                  <a:lnTo>
                    <a:pt x="688617" y="46602"/>
                  </a:lnTo>
                  <a:lnTo>
                    <a:pt x="688135" y="47569"/>
                  </a:lnTo>
                  <a:lnTo>
                    <a:pt x="687657" y="48537"/>
                  </a:lnTo>
                  <a:lnTo>
                    <a:pt x="687184" y="49508"/>
                  </a:lnTo>
                  <a:lnTo>
                    <a:pt x="686717" y="50481"/>
                  </a:lnTo>
                  <a:lnTo>
                    <a:pt x="686256" y="51458"/>
                  </a:lnTo>
                  <a:lnTo>
                    <a:pt x="685802" y="52438"/>
                  </a:lnTo>
                  <a:lnTo>
                    <a:pt x="685355" y="53422"/>
                  </a:lnTo>
                  <a:lnTo>
                    <a:pt x="684916" y="54411"/>
                  </a:lnTo>
                  <a:lnTo>
                    <a:pt x="684485" y="55404"/>
                  </a:lnTo>
                  <a:lnTo>
                    <a:pt x="684062" y="56401"/>
                  </a:lnTo>
                  <a:lnTo>
                    <a:pt x="683499" y="57703"/>
                  </a:lnTo>
                  <a:lnTo>
                    <a:pt x="683038" y="58751"/>
                  </a:lnTo>
                  <a:lnTo>
                    <a:pt x="682641" y="59614"/>
                  </a:lnTo>
                  <a:lnTo>
                    <a:pt x="682271" y="60362"/>
                  </a:lnTo>
                  <a:lnTo>
                    <a:pt x="681889" y="61064"/>
                  </a:lnTo>
                  <a:lnTo>
                    <a:pt x="681458" y="61787"/>
                  </a:lnTo>
                  <a:lnTo>
                    <a:pt x="680941" y="62603"/>
                  </a:lnTo>
                  <a:lnTo>
                    <a:pt x="680301" y="63579"/>
                  </a:lnTo>
                  <a:lnTo>
                    <a:pt x="679499" y="64784"/>
                  </a:lnTo>
                  <a:lnTo>
                    <a:pt x="679139" y="65888"/>
                  </a:lnTo>
                  <a:lnTo>
                    <a:pt x="678788" y="66995"/>
                  </a:lnTo>
                  <a:lnTo>
                    <a:pt x="678443" y="68105"/>
                  </a:lnTo>
                  <a:lnTo>
                    <a:pt x="678105" y="69216"/>
                  </a:lnTo>
                  <a:lnTo>
                    <a:pt x="677773" y="70330"/>
                  </a:lnTo>
                  <a:lnTo>
                    <a:pt x="677448" y="71445"/>
                  </a:lnTo>
                  <a:lnTo>
                    <a:pt x="677128" y="72562"/>
                  </a:lnTo>
                  <a:lnTo>
                    <a:pt x="676813" y="73680"/>
                  </a:lnTo>
                  <a:lnTo>
                    <a:pt x="676532" y="74689"/>
                  </a:lnTo>
                  <a:lnTo>
                    <a:pt x="676249" y="75700"/>
                  </a:lnTo>
                  <a:lnTo>
                    <a:pt x="675965" y="76716"/>
                  </a:lnTo>
                  <a:lnTo>
                    <a:pt x="675679" y="77740"/>
                  </a:lnTo>
                  <a:lnTo>
                    <a:pt x="675391" y="78774"/>
                  </a:lnTo>
                  <a:lnTo>
                    <a:pt x="675121" y="79811"/>
                  </a:lnTo>
                  <a:lnTo>
                    <a:pt x="674855" y="80848"/>
                  </a:lnTo>
                  <a:lnTo>
                    <a:pt x="674595" y="81884"/>
                  </a:lnTo>
                  <a:lnTo>
                    <a:pt x="674340" y="82921"/>
                  </a:lnTo>
                  <a:lnTo>
                    <a:pt x="674090" y="83957"/>
                  </a:lnTo>
                  <a:lnTo>
                    <a:pt x="673846" y="84995"/>
                  </a:lnTo>
                  <a:lnTo>
                    <a:pt x="673606" y="86035"/>
                  </a:lnTo>
                  <a:lnTo>
                    <a:pt x="673372" y="87076"/>
                  </a:lnTo>
                  <a:lnTo>
                    <a:pt x="673142" y="88119"/>
                  </a:lnTo>
                  <a:lnTo>
                    <a:pt x="672918" y="89165"/>
                  </a:lnTo>
                  <a:lnTo>
                    <a:pt x="672700" y="90214"/>
                  </a:lnTo>
                  <a:lnTo>
                    <a:pt x="672441" y="91409"/>
                  </a:lnTo>
                  <a:lnTo>
                    <a:pt x="672169" y="92534"/>
                  </a:lnTo>
                  <a:lnTo>
                    <a:pt x="671878" y="93607"/>
                  </a:lnTo>
                  <a:lnTo>
                    <a:pt x="671563" y="94646"/>
                  </a:lnTo>
                  <a:lnTo>
                    <a:pt x="671219" y="95668"/>
                  </a:lnTo>
                  <a:lnTo>
                    <a:pt x="670839" y="96692"/>
                  </a:lnTo>
                  <a:lnTo>
                    <a:pt x="670417" y="97735"/>
                  </a:lnTo>
                  <a:lnTo>
                    <a:pt x="669949" y="98815"/>
                  </a:lnTo>
                  <a:lnTo>
                    <a:pt x="669427" y="99950"/>
                  </a:lnTo>
                  <a:lnTo>
                    <a:pt x="668988" y="100934"/>
                  </a:lnTo>
                  <a:lnTo>
                    <a:pt x="668589" y="101927"/>
                  </a:lnTo>
                  <a:lnTo>
                    <a:pt x="668228" y="102929"/>
                  </a:lnTo>
                  <a:lnTo>
                    <a:pt x="667902" y="103940"/>
                  </a:lnTo>
                  <a:lnTo>
                    <a:pt x="667609" y="104959"/>
                  </a:lnTo>
                  <a:lnTo>
                    <a:pt x="667346" y="105984"/>
                  </a:lnTo>
                  <a:lnTo>
                    <a:pt x="667110" y="107017"/>
                  </a:lnTo>
                  <a:lnTo>
                    <a:pt x="666898" y="108055"/>
                  </a:lnTo>
                  <a:lnTo>
                    <a:pt x="666709" y="109098"/>
                  </a:lnTo>
                  <a:lnTo>
                    <a:pt x="666539" y="110147"/>
                  </a:lnTo>
                  <a:lnTo>
                    <a:pt x="666385" y="111199"/>
                  </a:lnTo>
                  <a:lnTo>
                    <a:pt x="666246" y="112255"/>
                  </a:lnTo>
                  <a:lnTo>
                    <a:pt x="666117" y="113314"/>
                  </a:lnTo>
                  <a:lnTo>
                    <a:pt x="665997" y="114375"/>
                  </a:lnTo>
                  <a:lnTo>
                    <a:pt x="665884" y="115438"/>
                  </a:lnTo>
                  <a:lnTo>
                    <a:pt x="665773" y="116502"/>
                  </a:lnTo>
                  <a:lnTo>
                    <a:pt x="665663" y="117566"/>
                  </a:lnTo>
                  <a:lnTo>
                    <a:pt x="665551" y="118631"/>
                  </a:lnTo>
                  <a:lnTo>
                    <a:pt x="665435" y="119694"/>
                  </a:lnTo>
                  <a:lnTo>
                    <a:pt x="665196" y="121081"/>
                  </a:lnTo>
                  <a:lnTo>
                    <a:pt x="664984" y="122172"/>
                  </a:lnTo>
                  <a:lnTo>
                    <a:pt x="664758" y="123063"/>
                  </a:lnTo>
                  <a:lnTo>
                    <a:pt x="664480" y="123852"/>
                  </a:lnTo>
                  <a:lnTo>
                    <a:pt x="664109" y="124634"/>
                  </a:lnTo>
                  <a:lnTo>
                    <a:pt x="663605" y="125505"/>
                  </a:lnTo>
                  <a:lnTo>
                    <a:pt x="662929" y="126561"/>
                  </a:lnTo>
                  <a:lnTo>
                    <a:pt x="662041" y="127899"/>
                  </a:lnTo>
                  <a:lnTo>
                    <a:pt x="661695" y="128927"/>
                  </a:lnTo>
                  <a:lnTo>
                    <a:pt x="661361" y="129957"/>
                  </a:lnTo>
                  <a:lnTo>
                    <a:pt x="661038" y="130990"/>
                  </a:lnTo>
                  <a:lnTo>
                    <a:pt x="660726" y="132024"/>
                  </a:lnTo>
                  <a:lnTo>
                    <a:pt x="660425" y="133062"/>
                  </a:lnTo>
                  <a:lnTo>
                    <a:pt x="660134" y="134101"/>
                  </a:lnTo>
                  <a:lnTo>
                    <a:pt x="659853" y="135143"/>
                  </a:lnTo>
                  <a:lnTo>
                    <a:pt x="659582" y="136187"/>
                  </a:lnTo>
                  <a:lnTo>
                    <a:pt x="659320" y="137232"/>
                  </a:lnTo>
                  <a:lnTo>
                    <a:pt x="659067" y="138280"/>
                  </a:lnTo>
                  <a:lnTo>
                    <a:pt x="658822" y="139330"/>
                  </a:lnTo>
                  <a:lnTo>
                    <a:pt x="658585" y="140381"/>
                  </a:lnTo>
                  <a:lnTo>
                    <a:pt x="658356" y="141434"/>
                  </a:lnTo>
                  <a:lnTo>
                    <a:pt x="658134" y="142489"/>
                  </a:lnTo>
                  <a:lnTo>
                    <a:pt x="657919" y="143545"/>
                  </a:lnTo>
                  <a:lnTo>
                    <a:pt x="657711" y="144604"/>
                  </a:lnTo>
                  <a:lnTo>
                    <a:pt x="657509" y="145663"/>
                  </a:lnTo>
                  <a:lnTo>
                    <a:pt x="657312" y="146724"/>
                  </a:lnTo>
                  <a:lnTo>
                    <a:pt x="657121" y="147786"/>
                  </a:lnTo>
                  <a:lnTo>
                    <a:pt x="656935" y="148850"/>
                  </a:lnTo>
                  <a:lnTo>
                    <a:pt x="656754" y="149915"/>
                  </a:lnTo>
                  <a:lnTo>
                    <a:pt x="656577" y="150981"/>
                  </a:lnTo>
                  <a:lnTo>
                    <a:pt x="656404" y="152048"/>
                  </a:lnTo>
                  <a:lnTo>
                    <a:pt x="656234" y="153116"/>
                  </a:lnTo>
                  <a:lnTo>
                    <a:pt x="656068" y="154185"/>
                  </a:lnTo>
                  <a:lnTo>
                    <a:pt x="655904" y="155255"/>
                  </a:lnTo>
                  <a:lnTo>
                    <a:pt x="655658" y="156754"/>
                  </a:lnTo>
                  <a:lnTo>
                    <a:pt x="655472" y="157835"/>
                  </a:lnTo>
                  <a:lnTo>
                    <a:pt x="655312" y="158668"/>
                  </a:lnTo>
                  <a:lnTo>
                    <a:pt x="655143" y="159423"/>
                  </a:lnTo>
                  <a:lnTo>
                    <a:pt x="654928" y="160269"/>
                  </a:lnTo>
                  <a:lnTo>
                    <a:pt x="654633" y="161377"/>
                  </a:lnTo>
                  <a:lnTo>
                    <a:pt x="654408" y="162434"/>
                  </a:lnTo>
                  <a:lnTo>
                    <a:pt x="654223" y="163494"/>
                  </a:lnTo>
                  <a:lnTo>
                    <a:pt x="654074" y="164556"/>
                  </a:lnTo>
                  <a:lnTo>
                    <a:pt x="653957" y="165620"/>
                  </a:lnTo>
                  <a:lnTo>
                    <a:pt x="653869" y="166686"/>
                  </a:lnTo>
                  <a:lnTo>
                    <a:pt x="653805" y="167755"/>
                  </a:lnTo>
                  <a:lnTo>
                    <a:pt x="653762" y="168825"/>
                  </a:lnTo>
                  <a:lnTo>
                    <a:pt x="653735" y="169897"/>
                  </a:lnTo>
                  <a:lnTo>
                    <a:pt x="653721" y="170971"/>
                  </a:lnTo>
                  <a:lnTo>
                    <a:pt x="653715" y="172046"/>
                  </a:lnTo>
                  <a:lnTo>
                    <a:pt x="653714" y="173122"/>
                  </a:lnTo>
                  <a:lnTo>
                    <a:pt x="653714" y="174199"/>
                  </a:lnTo>
                  <a:lnTo>
                    <a:pt x="653711" y="175277"/>
                  </a:lnTo>
                  <a:lnTo>
                    <a:pt x="653703" y="176365"/>
                  </a:lnTo>
                  <a:lnTo>
                    <a:pt x="653696" y="177461"/>
                  </a:lnTo>
                  <a:lnTo>
                    <a:pt x="653689" y="178572"/>
                  </a:lnTo>
                  <a:lnTo>
                    <a:pt x="653682" y="179723"/>
                  </a:lnTo>
                  <a:lnTo>
                    <a:pt x="653677" y="180874"/>
                  </a:lnTo>
                  <a:lnTo>
                    <a:pt x="653672" y="182025"/>
                  </a:lnTo>
                  <a:lnTo>
                    <a:pt x="653668" y="183176"/>
                  </a:lnTo>
                  <a:lnTo>
                    <a:pt x="653665" y="184328"/>
                  </a:lnTo>
                  <a:lnTo>
                    <a:pt x="653662" y="185479"/>
                  </a:lnTo>
                  <a:lnTo>
                    <a:pt x="653657" y="186521"/>
                  </a:lnTo>
                  <a:lnTo>
                    <a:pt x="653650" y="187562"/>
                  </a:lnTo>
                  <a:lnTo>
                    <a:pt x="653643" y="188604"/>
                  </a:lnTo>
                  <a:lnTo>
                    <a:pt x="653634" y="189645"/>
                  </a:lnTo>
                  <a:lnTo>
                    <a:pt x="653624" y="190686"/>
                  </a:lnTo>
                  <a:lnTo>
                    <a:pt x="653613" y="191728"/>
                  </a:lnTo>
                  <a:lnTo>
                    <a:pt x="653601" y="192769"/>
                  </a:lnTo>
                  <a:lnTo>
                    <a:pt x="653589" y="193811"/>
                  </a:lnTo>
                  <a:lnTo>
                    <a:pt x="653576" y="194852"/>
                  </a:lnTo>
                  <a:lnTo>
                    <a:pt x="653564" y="195893"/>
                  </a:lnTo>
                  <a:lnTo>
                    <a:pt x="653548" y="198291"/>
                  </a:lnTo>
                  <a:lnTo>
                    <a:pt x="653534" y="200561"/>
                  </a:lnTo>
                  <a:lnTo>
                    <a:pt x="653523" y="202706"/>
                  </a:lnTo>
                  <a:lnTo>
                    <a:pt x="653515" y="204731"/>
                  </a:lnTo>
                  <a:lnTo>
                    <a:pt x="653511" y="206641"/>
                  </a:lnTo>
                  <a:lnTo>
                    <a:pt x="653511" y="208440"/>
                  </a:lnTo>
                  <a:lnTo>
                    <a:pt x="653517" y="210133"/>
                  </a:lnTo>
                  <a:lnTo>
                    <a:pt x="653529" y="211723"/>
                  </a:lnTo>
                  <a:lnTo>
                    <a:pt x="653549" y="213216"/>
                  </a:lnTo>
                  <a:lnTo>
                    <a:pt x="653576" y="214616"/>
                  </a:lnTo>
                  <a:lnTo>
                    <a:pt x="653611" y="215928"/>
                  </a:lnTo>
                  <a:lnTo>
                    <a:pt x="653656" y="217155"/>
                  </a:lnTo>
                  <a:lnTo>
                    <a:pt x="653712" y="218303"/>
                  </a:lnTo>
                  <a:lnTo>
                    <a:pt x="653778" y="219376"/>
                  </a:lnTo>
                  <a:lnTo>
                    <a:pt x="653856" y="220377"/>
                  </a:lnTo>
                  <a:lnTo>
                    <a:pt x="653946" y="221313"/>
                  </a:lnTo>
                  <a:lnTo>
                    <a:pt x="654049" y="222186"/>
                  </a:lnTo>
                  <a:lnTo>
                    <a:pt x="654167" y="223003"/>
                  </a:lnTo>
                  <a:lnTo>
                    <a:pt x="654299" y="223766"/>
                  </a:lnTo>
                  <a:lnTo>
                    <a:pt x="654447" y="224481"/>
                  </a:lnTo>
                  <a:lnTo>
                    <a:pt x="654611" y="225152"/>
                  </a:lnTo>
                  <a:lnTo>
                    <a:pt x="654792" y="225783"/>
                  </a:lnTo>
                  <a:lnTo>
                    <a:pt x="654991" y="226379"/>
                  </a:lnTo>
                  <a:lnTo>
                    <a:pt x="655209" y="226945"/>
                  </a:lnTo>
                  <a:lnTo>
                    <a:pt x="655446" y="227485"/>
                  </a:lnTo>
                  <a:lnTo>
                    <a:pt x="655704" y="228002"/>
                  </a:lnTo>
                  <a:lnTo>
                    <a:pt x="655982" y="228503"/>
                  </a:lnTo>
                  <a:lnTo>
                    <a:pt x="656282" y="228991"/>
                  </a:lnTo>
                  <a:lnTo>
                    <a:pt x="656604" y="229470"/>
                  </a:lnTo>
                  <a:lnTo>
                    <a:pt x="656950" y="229946"/>
                  </a:lnTo>
                  <a:lnTo>
                    <a:pt x="657320" y="230422"/>
                  </a:lnTo>
                  <a:lnTo>
                    <a:pt x="657715" y="230904"/>
                  </a:lnTo>
                  <a:lnTo>
                    <a:pt x="658135" y="231395"/>
                  </a:lnTo>
                  <a:lnTo>
                    <a:pt x="658582" y="231899"/>
                  </a:lnTo>
                  <a:lnTo>
                    <a:pt x="659055" y="232423"/>
                  </a:lnTo>
                  <a:lnTo>
                    <a:pt x="659557" y="232969"/>
                  </a:lnTo>
                  <a:lnTo>
                    <a:pt x="660087" y="233542"/>
                  </a:lnTo>
                  <a:lnTo>
                    <a:pt x="661057" y="234429"/>
                  </a:lnTo>
                  <a:lnTo>
                    <a:pt x="662041" y="235330"/>
                  </a:lnTo>
                  <a:lnTo>
                    <a:pt x="662583" y="236625"/>
                  </a:lnTo>
                  <a:lnTo>
                    <a:pt x="662975" y="237588"/>
                  </a:lnTo>
                  <a:lnTo>
                    <a:pt x="663280" y="238395"/>
                  </a:lnTo>
                  <a:lnTo>
                    <a:pt x="663562" y="239220"/>
                  </a:lnTo>
                  <a:lnTo>
                    <a:pt x="663883" y="240238"/>
                  </a:lnTo>
                  <a:lnTo>
                    <a:pt x="664307" y="241624"/>
                  </a:lnTo>
                  <a:lnTo>
                    <a:pt x="664645" y="242711"/>
                  </a:lnTo>
                  <a:lnTo>
                    <a:pt x="664985" y="243805"/>
                  </a:lnTo>
                  <a:lnTo>
                    <a:pt x="665330" y="244914"/>
                  </a:lnTo>
                  <a:lnTo>
                    <a:pt x="665697" y="246155"/>
                  </a:lnTo>
                  <a:lnTo>
                    <a:pt x="666070" y="247416"/>
                  </a:lnTo>
                  <a:lnTo>
                    <a:pt x="667403" y="247416"/>
                  </a:lnTo>
                  <a:lnTo>
                    <a:pt x="668756" y="247416"/>
                  </a:lnTo>
                  <a:lnTo>
                    <a:pt x="668756" y="248556"/>
                  </a:lnTo>
                  <a:lnTo>
                    <a:pt x="668756" y="249697"/>
                  </a:lnTo>
                  <a:lnTo>
                    <a:pt x="668756" y="250841"/>
                  </a:lnTo>
                  <a:lnTo>
                    <a:pt x="668756" y="251989"/>
                  </a:lnTo>
                  <a:lnTo>
                    <a:pt x="668756" y="253143"/>
                  </a:lnTo>
                  <a:lnTo>
                    <a:pt x="668756" y="254304"/>
                  </a:lnTo>
                  <a:lnTo>
                    <a:pt x="668756" y="255473"/>
                  </a:lnTo>
                  <a:lnTo>
                    <a:pt x="669820" y="255473"/>
                  </a:lnTo>
                  <a:lnTo>
                    <a:pt x="670886" y="255473"/>
                  </a:lnTo>
                  <a:lnTo>
                    <a:pt x="671958" y="255473"/>
                  </a:lnTo>
                  <a:lnTo>
                    <a:pt x="673037" y="255473"/>
                  </a:lnTo>
                  <a:lnTo>
                    <a:pt x="674127" y="255473"/>
                  </a:lnTo>
                  <a:lnTo>
                    <a:pt x="674246" y="254763"/>
                  </a:lnTo>
                  <a:lnTo>
                    <a:pt x="674604" y="252619"/>
                  </a:lnTo>
                  <a:lnTo>
                    <a:pt x="674850" y="251580"/>
                  </a:lnTo>
                  <a:lnTo>
                    <a:pt x="675115" y="250557"/>
                  </a:lnTo>
                  <a:lnTo>
                    <a:pt x="675399" y="249549"/>
                  </a:lnTo>
                  <a:lnTo>
                    <a:pt x="675700" y="248553"/>
                  </a:lnTo>
                  <a:lnTo>
                    <a:pt x="676017" y="247566"/>
                  </a:lnTo>
                  <a:lnTo>
                    <a:pt x="676349" y="246586"/>
                  </a:lnTo>
                  <a:lnTo>
                    <a:pt x="676694" y="245610"/>
                  </a:lnTo>
                  <a:lnTo>
                    <a:pt x="677051" y="244636"/>
                  </a:lnTo>
                  <a:lnTo>
                    <a:pt x="677419" y="243661"/>
                  </a:lnTo>
                  <a:lnTo>
                    <a:pt x="677797" y="242681"/>
                  </a:lnTo>
                  <a:lnTo>
                    <a:pt x="678182" y="241696"/>
                  </a:lnTo>
                  <a:lnTo>
                    <a:pt x="678575" y="240701"/>
                  </a:lnTo>
                  <a:lnTo>
                    <a:pt x="678939" y="239693"/>
                  </a:lnTo>
                  <a:lnTo>
                    <a:pt x="679293" y="238685"/>
                  </a:lnTo>
                  <a:lnTo>
                    <a:pt x="679635" y="237676"/>
                  </a:lnTo>
                  <a:lnTo>
                    <a:pt x="679967" y="236666"/>
                  </a:lnTo>
                  <a:lnTo>
                    <a:pt x="680288" y="235655"/>
                  </a:lnTo>
                  <a:lnTo>
                    <a:pt x="680599" y="234644"/>
                  </a:lnTo>
                  <a:lnTo>
                    <a:pt x="680901" y="233632"/>
                  </a:lnTo>
                  <a:lnTo>
                    <a:pt x="681194" y="232618"/>
                  </a:lnTo>
                  <a:lnTo>
                    <a:pt x="681478" y="231604"/>
                  </a:lnTo>
                  <a:lnTo>
                    <a:pt x="681754" y="230589"/>
                  </a:lnTo>
                  <a:lnTo>
                    <a:pt x="682021" y="229572"/>
                  </a:lnTo>
                  <a:lnTo>
                    <a:pt x="682281" y="228554"/>
                  </a:lnTo>
                  <a:lnTo>
                    <a:pt x="682534" y="227534"/>
                  </a:lnTo>
                  <a:lnTo>
                    <a:pt x="682779" y="226513"/>
                  </a:lnTo>
                  <a:lnTo>
                    <a:pt x="683018" y="225490"/>
                  </a:lnTo>
                  <a:lnTo>
                    <a:pt x="683250" y="224465"/>
                  </a:lnTo>
                  <a:lnTo>
                    <a:pt x="683477" y="223439"/>
                  </a:lnTo>
                  <a:lnTo>
                    <a:pt x="683698" y="222411"/>
                  </a:lnTo>
                  <a:lnTo>
                    <a:pt x="683914" y="221381"/>
                  </a:lnTo>
                  <a:lnTo>
                    <a:pt x="684125" y="220349"/>
                  </a:lnTo>
                  <a:lnTo>
                    <a:pt x="684332" y="219314"/>
                  </a:lnTo>
                  <a:lnTo>
                    <a:pt x="684534" y="218278"/>
                  </a:lnTo>
                  <a:lnTo>
                    <a:pt x="684733" y="217239"/>
                  </a:lnTo>
                  <a:lnTo>
                    <a:pt x="684929" y="216197"/>
                  </a:lnTo>
                  <a:lnTo>
                    <a:pt x="685121" y="215153"/>
                  </a:lnTo>
                  <a:lnTo>
                    <a:pt x="685311" y="214107"/>
                  </a:lnTo>
                  <a:lnTo>
                    <a:pt x="685498" y="213058"/>
                  </a:lnTo>
                  <a:lnTo>
                    <a:pt x="685684" y="212006"/>
                  </a:lnTo>
                  <a:lnTo>
                    <a:pt x="685868" y="210951"/>
                  </a:lnTo>
                  <a:lnTo>
                    <a:pt x="686072" y="209777"/>
                  </a:lnTo>
                  <a:lnTo>
                    <a:pt x="686278" y="208594"/>
                  </a:lnTo>
                  <a:lnTo>
                    <a:pt x="686486" y="207397"/>
                  </a:lnTo>
                  <a:lnTo>
                    <a:pt x="686662" y="206341"/>
                  </a:lnTo>
                  <a:lnTo>
                    <a:pt x="686838" y="205278"/>
                  </a:lnTo>
                  <a:lnTo>
                    <a:pt x="687018" y="204200"/>
                  </a:lnTo>
                  <a:lnTo>
                    <a:pt x="687350" y="202767"/>
                  </a:lnTo>
                  <a:lnTo>
                    <a:pt x="687657" y="201895"/>
                  </a:lnTo>
                  <a:lnTo>
                    <a:pt x="688114" y="201229"/>
                  </a:lnTo>
                  <a:lnTo>
                    <a:pt x="688899" y="200415"/>
                  </a:lnTo>
                  <a:lnTo>
                    <a:pt x="689974" y="200367"/>
                  </a:lnTo>
                  <a:lnTo>
                    <a:pt x="691049" y="200337"/>
                  </a:lnTo>
                  <a:lnTo>
                    <a:pt x="692122" y="200320"/>
                  </a:lnTo>
                  <a:lnTo>
                    <a:pt x="693195" y="200316"/>
                  </a:lnTo>
                  <a:lnTo>
                    <a:pt x="694268" y="200322"/>
                  </a:lnTo>
                  <a:lnTo>
                    <a:pt x="695341" y="200335"/>
                  </a:lnTo>
                  <a:lnTo>
                    <a:pt x="696415" y="200354"/>
                  </a:lnTo>
                  <a:lnTo>
                    <a:pt x="697489" y="200375"/>
                  </a:lnTo>
                  <a:lnTo>
                    <a:pt x="698565" y="200396"/>
                  </a:lnTo>
                  <a:lnTo>
                    <a:pt x="699642" y="200415"/>
                  </a:lnTo>
                  <a:lnTo>
                    <a:pt x="699655" y="201496"/>
                  </a:lnTo>
                  <a:lnTo>
                    <a:pt x="699667" y="202576"/>
                  </a:lnTo>
                  <a:lnTo>
                    <a:pt x="699679" y="203657"/>
                  </a:lnTo>
                  <a:lnTo>
                    <a:pt x="699689" y="204737"/>
                  </a:lnTo>
                  <a:lnTo>
                    <a:pt x="699699" y="205817"/>
                  </a:lnTo>
                  <a:lnTo>
                    <a:pt x="699708" y="206898"/>
                  </a:lnTo>
                  <a:lnTo>
                    <a:pt x="699717" y="207978"/>
                  </a:lnTo>
                  <a:lnTo>
                    <a:pt x="699725" y="209059"/>
                  </a:lnTo>
                  <a:lnTo>
                    <a:pt x="699731" y="209587"/>
                  </a:lnTo>
                  <a:lnTo>
                    <a:pt x="699737" y="210269"/>
                  </a:lnTo>
                  <a:lnTo>
                    <a:pt x="699750" y="211562"/>
                  </a:lnTo>
                  <a:lnTo>
                    <a:pt x="699774" y="213922"/>
                  </a:lnTo>
                  <a:lnTo>
                    <a:pt x="699699" y="215860"/>
                  </a:lnTo>
                  <a:lnTo>
                    <a:pt x="699584" y="217105"/>
                  </a:lnTo>
                  <a:lnTo>
                    <a:pt x="699360" y="217910"/>
                  </a:lnTo>
                  <a:lnTo>
                    <a:pt x="698955" y="218528"/>
                  </a:lnTo>
                  <a:lnTo>
                    <a:pt x="698299" y="219215"/>
                  </a:lnTo>
                  <a:lnTo>
                    <a:pt x="698044" y="220302"/>
                  </a:lnTo>
                  <a:lnTo>
                    <a:pt x="697800" y="221391"/>
                  </a:lnTo>
                  <a:lnTo>
                    <a:pt x="697567" y="222483"/>
                  </a:lnTo>
                  <a:lnTo>
                    <a:pt x="697342" y="223576"/>
                  </a:lnTo>
                  <a:lnTo>
                    <a:pt x="697124" y="224670"/>
                  </a:lnTo>
                  <a:lnTo>
                    <a:pt x="696881" y="225779"/>
                  </a:lnTo>
                  <a:lnTo>
                    <a:pt x="696623" y="226875"/>
                  </a:lnTo>
                  <a:lnTo>
                    <a:pt x="696351" y="227959"/>
                  </a:lnTo>
                  <a:lnTo>
                    <a:pt x="696064" y="229032"/>
                  </a:lnTo>
                  <a:lnTo>
                    <a:pt x="695764" y="230098"/>
                  </a:lnTo>
                  <a:lnTo>
                    <a:pt x="695450" y="231156"/>
                  </a:lnTo>
                  <a:lnTo>
                    <a:pt x="695122" y="232208"/>
                  </a:lnTo>
                  <a:lnTo>
                    <a:pt x="694781" y="233256"/>
                  </a:lnTo>
                  <a:lnTo>
                    <a:pt x="694428" y="234302"/>
                  </a:lnTo>
                  <a:lnTo>
                    <a:pt x="694062" y="235346"/>
                  </a:lnTo>
                  <a:lnTo>
                    <a:pt x="693683" y="236391"/>
                  </a:lnTo>
                  <a:lnTo>
                    <a:pt x="693293" y="237438"/>
                  </a:lnTo>
                  <a:lnTo>
                    <a:pt x="692890" y="238488"/>
                  </a:lnTo>
                  <a:lnTo>
                    <a:pt x="692476" y="239542"/>
                  </a:lnTo>
                  <a:lnTo>
                    <a:pt x="692127" y="240580"/>
                  </a:lnTo>
                  <a:lnTo>
                    <a:pt x="691815" y="241619"/>
                  </a:lnTo>
                  <a:lnTo>
                    <a:pt x="691536" y="242661"/>
                  </a:lnTo>
                  <a:lnTo>
                    <a:pt x="691289" y="243706"/>
                  </a:lnTo>
                  <a:lnTo>
                    <a:pt x="691068" y="244756"/>
                  </a:lnTo>
                  <a:lnTo>
                    <a:pt x="690870" y="245811"/>
                  </a:lnTo>
                  <a:lnTo>
                    <a:pt x="690692" y="246872"/>
                  </a:lnTo>
                  <a:lnTo>
                    <a:pt x="690530" y="247940"/>
                  </a:lnTo>
                  <a:lnTo>
                    <a:pt x="690381" y="249017"/>
                  </a:lnTo>
                  <a:lnTo>
                    <a:pt x="690242" y="250102"/>
                  </a:lnTo>
                  <a:lnTo>
                    <a:pt x="688909" y="250102"/>
                  </a:lnTo>
                  <a:lnTo>
                    <a:pt x="687556" y="250102"/>
                  </a:lnTo>
                  <a:lnTo>
                    <a:pt x="687382" y="251226"/>
                  </a:lnTo>
                  <a:lnTo>
                    <a:pt x="687204" y="252367"/>
                  </a:lnTo>
                  <a:lnTo>
                    <a:pt x="686832" y="253432"/>
                  </a:lnTo>
                  <a:lnTo>
                    <a:pt x="686419" y="254432"/>
                  </a:lnTo>
                  <a:lnTo>
                    <a:pt x="685967" y="255377"/>
                  </a:lnTo>
                  <a:lnTo>
                    <a:pt x="685476" y="256277"/>
                  </a:lnTo>
                  <a:lnTo>
                    <a:pt x="684949" y="257143"/>
                  </a:lnTo>
                  <a:lnTo>
                    <a:pt x="684387" y="257984"/>
                  </a:lnTo>
                  <a:lnTo>
                    <a:pt x="683791" y="258811"/>
                  </a:lnTo>
                  <a:lnTo>
                    <a:pt x="683162" y="259635"/>
                  </a:lnTo>
                  <a:lnTo>
                    <a:pt x="682502" y="260465"/>
                  </a:lnTo>
                  <a:lnTo>
                    <a:pt x="681812" y="261313"/>
                  </a:lnTo>
                  <a:lnTo>
                    <a:pt x="681093" y="262188"/>
                  </a:lnTo>
                  <a:lnTo>
                    <a:pt x="680400" y="263039"/>
                  </a:lnTo>
                  <a:lnTo>
                    <a:pt x="679705" y="263895"/>
                  </a:lnTo>
                  <a:lnTo>
                    <a:pt x="679005" y="264757"/>
                  </a:lnTo>
                  <a:lnTo>
                    <a:pt x="678297" y="265628"/>
                  </a:lnTo>
                  <a:lnTo>
                    <a:pt x="677242" y="266848"/>
                  </a:lnTo>
                  <a:lnTo>
                    <a:pt x="676432" y="267769"/>
                  </a:lnTo>
                  <a:lnTo>
                    <a:pt x="675767" y="268494"/>
                  </a:lnTo>
                  <a:lnTo>
                    <a:pt x="675145" y="269126"/>
                  </a:lnTo>
                  <a:lnTo>
                    <a:pt x="674467" y="269766"/>
                  </a:lnTo>
                  <a:lnTo>
                    <a:pt x="673631" y="270518"/>
                  </a:lnTo>
                  <a:lnTo>
                    <a:pt x="672537" y="271483"/>
                  </a:lnTo>
                  <a:lnTo>
                    <a:pt x="671738" y="272457"/>
                  </a:lnTo>
                  <a:lnTo>
                    <a:pt x="671067" y="273402"/>
                  </a:lnTo>
                  <a:lnTo>
                    <a:pt x="670509" y="274329"/>
                  </a:lnTo>
                  <a:lnTo>
                    <a:pt x="670050" y="275252"/>
                  </a:lnTo>
                  <a:lnTo>
                    <a:pt x="669677" y="276184"/>
                  </a:lnTo>
                  <a:lnTo>
                    <a:pt x="669374" y="277137"/>
                  </a:lnTo>
                  <a:lnTo>
                    <a:pt x="669128" y="278124"/>
                  </a:lnTo>
                  <a:lnTo>
                    <a:pt x="668924" y="279158"/>
                  </a:lnTo>
                  <a:lnTo>
                    <a:pt x="668747" y="280251"/>
                  </a:lnTo>
                  <a:lnTo>
                    <a:pt x="668584" y="281416"/>
                  </a:lnTo>
                  <a:lnTo>
                    <a:pt x="668420" y="282666"/>
                  </a:lnTo>
                  <a:lnTo>
                    <a:pt x="668354" y="283142"/>
                  </a:lnTo>
                  <a:lnTo>
                    <a:pt x="668268" y="283757"/>
                  </a:lnTo>
                  <a:lnTo>
                    <a:pt x="668107" y="284923"/>
                  </a:lnTo>
                  <a:lnTo>
                    <a:pt x="667812" y="287051"/>
                  </a:lnTo>
                  <a:lnTo>
                    <a:pt x="667680" y="288153"/>
                  </a:lnTo>
                  <a:lnTo>
                    <a:pt x="667547" y="289263"/>
                  </a:lnTo>
                  <a:lnTo>
                    <a:pt x="667413" y="290388"/>
                  </a:lnTo>
                  <a:lnTo>
                    <a:pt x="666080" y="290388"/>
                  </a:lnTo>
                  <a:lnTo>
                    <a:pt x="664727" y="290388"/>
                  </a:lnTo>
                  <a:lnTo>
                    <a:pt x="664477" y="291679"/>
                  </a:lnTo>
                  <a:lnTo>
                    <a:pt x="664223" y="292989"/>
                  </a:lnTo>
                  <a:lnTo>
                    <a:pt x="664133" y="293436"/>
                  </a:lnTo>
                  <a:lnTo>
                    <a:pt x="664015" y="294013"/>
                  </a:lnTo>
                  <a:lnTo>
                    <a:pt x="663792" y="295107"/>
                  </a:lnTo>
                  <a:lnTo>
                    <a:pt x="663384" y="297102"/>
                  </a:lnTo>
                  <a:lnTo>
                    <a:pt x="663160" y="298472"/>
                  </a:lnTo>
                  <a:lnTo>
                    <a:pt x="662933" y="299861"/>
                  </a:lnTo>
                  <a:lnTo>
                    <a:pt x="662711" y="301003"/>
                  </a:lnTo>
                  <a:lnTo>
                    <a:pt x="662472" y="302109"/>
                  </a:lnTo>
                  <a:lnTo>
                    <a:pt x="662213" y="303182"/>
                  </a:lnTo>
                  <a:lnTo>
                    <a:pt x="661934" y="304225"/>
                  </a:lnTo>
                  <a:lnTo>
                    <a:pt x="661635" y="305242"/>
                  </a:lnTo>
                  <a:lnTo>
                    <a:pt x="661314" y="306236"/>
                  </a:lnTo>
                  <a:lnTo>
                    <a:pt x="660971" y="307210"/>
                  </a:lnTo>
                  <a:lnTo>
                    <a:pt x="660604" y="308167"/>
                  </a:lnTo>
                  <a:lnTo>
                    <a:pt x="660214" y="309111"/>
                  </a:lnTo>
                  <a:lnTo>
                    <a:pt x="659798" y="310044"/>
                  </a:lnTo>
                  <a:lnTo>
                    <a:pt x="659357" y="310970"/>
                  </a:lnTo>
                  <a:lnTo>
                    <a:pt x="658889" y="311892"/>
                  </a:lnTo>
                  <a:lnTo>
                    <a:pt x="658393" y="312813"/>
                  </a:lnTo>
                  <a:lnTo>
                    <a:pt x="657869" y="313737"/>
                  </a:lnTo>
                  <a:lnTo>
                    <a:pt x="657316" y="314666"/>
                  </a:lnTo>
                  <a:lnTo>
                    <a:pt x="656733" y="315604"/>
                  </a:lnTo>
                  <a:lnTo>
                    <a:pt x="656119" y="316553"/>
                  </a:lnTo>
                  <a:lnTo>
                    <a:pt x="655473" y="317518"/>
                  </a:lnTo>
                  <a:lnTo>
                    <a:pt x="654905" y="318498"/>
                  </a:lnTo>
                  <a:lnTo>
                    <a:pt x="654416" y="319467"/>
                  </a:lnTo>
                  <a:lnTo>
                    <a:pt x="653999" y="320434"/>
                  </a:lnTo>
                  <a:lnTo>
                    <a:pt x="653647" y="321406"/>
                  </a:lnTo>
                  <a:lnTo>
                    <a:pt x="653354" y="322394"/>
                  </a:lnTo>
                  <a:lnTo>
                    <a:pt x="653113" y="323403"/>
                  </a:lnTo>
                  <a:lnTo>
                    <a:pt x="652918" y="324443"/>
                  </a:lnTo>
                  <a:lnTo>
                    <a:pt x="652763" y="325521"/>
                  </a:lnTo>
                  <a:lnTo>
                    <a:pt x="652641" y="326646"/>
                  </a:lnTo>
                  <a:lnTo>
                    <a:pt x="651308" y="326646"/>
                  </a:lnTo>
                  <a:lnTo>
                    <a:pt x="649955" y="326646"/>
                  </a:lnTo>
                  <a:lnTo>
                    <a:pt x="649705" y="327314"/>
                  </a:lnTo>
                  <a:lnTo>
                    <a:pt x="648948" y="329332"/>
                  </a:lnTo>
                  <a:lnTo>
                    <a:pt x="648522" y="330340"/>
                  </a:lnTo>
                  <a:lnTo>
                    <a:pt x="648088" y="331342"/>
                  </a:lnTo>
                  <a:lnTo>
                    <a:pt x="647646" y="332341"/>
                  </a:lnTo>
                  <a:lnTo>
                    <a:pt x="647195" y="333334"/>
                  </a:lnTo>
                  <a:lnTo>
                    <a:pt x="646738" y="334324"/>
                  </a:lnTo>
                  <a:lnTo>
                    <a:pt x="646274" y="335311"/>
                  </a:lnTo>
                  <a:lnTo>
                    <a:pt x="645805" y="336294"/>
                  </a:lnTo>
                  <a:lnTo>
                    <a:pt x="645329" y="337275"/>
                  </a:lnTo>
                  <a:lnTo>
                    <a:pt x="644849" y="338254"/>
                  </a:lnTo>
                  <a:lnTo>
                    <a:pt x="644365" y="339231"/>
                  </a:lnTo>
                  <a:lnTo>
                    <a:pt x="643877" y="340206"/>
                  </a:lnTo>
                  <a:lnTo>
                    <a:pt x="643386" y="341181"/>
                  </a:lnTo>
                  <a:lnTo>
                    <a:pt x="642892" y="342155"/>
                  </a:lnTo>
                  <a:lnTo>
                    <a:pt x="642396" y="343129"/>
                  </a:lnTo>
                  <a:lnTo>
                    <a:pt x="641898" y="344103"/>
                  </a:lnTo>
                  <a:lnTo>
                    <a:pt x="640565" y="344103"/>
                  </a:lnTo>
                  <a:lnTo>
                    <a:pt x="639212" y="344103"/>
                  </a:lnTo>
                  <a:lnTo>
                    <a:pt x="638879" y="345296"/>
                  </a:lnTo>
                  <a:lnTo>
                    <a:pt x="638544" y="346496"/>
                  </a:lnTo>
                  <a:lnTo>
                    <a:pt x="638205" y="347712"/>
                  </a:lnTo>
                  <a:lnTo>
                    <a:pt x="637755" y="348840"/>
                  </a:lnTo>
                  <a:lnTo>
                    <a:pt x="637287" y="349894"/>
                  </a:lnTo>
                  <a:lnTo>
                    <a:pt x="636798" y="350886"/>
                  </a:lnTo>
                  <a:lnTo>
                    <a:pt x="636287" y="351826"/>
                  </a:lnTo>
                  <a:lnTo>
                    <a:pt x="635752" y="352727"/>
                  </a:lnTo>
                  <a:lnTo>
                    <a:pt x="635190" y="353600"/>
                  </a:lnTo>
                  <a:lnTo>
                    <a:pt x="634599" y="354455"/>
                  </a:lnTo>
                  <a:lnTo>
                    <a:pt x="633979" y="355305"/>
                  </a:lnTo>
                  <a:lnTo>
                    <a:pt x="633326" y="356160"/>
                  </a:lnTo>
                  <a:lnTo>
                    <a:pt x="632639" y="357033"/>
                  </a:lnTo>
                  <a:lnTo>
                    <a:pt x="631916" y="357934"/>
                  </a:lnTo>
                  <a:lnTo>
                    <a:pt x="631155" y="358875"/>
                  </a:lnTo>
                  <a:lnTo>
                    <a:pt x="630632" y="359838"/>
                  </a:lnTo>
                  <a:lnTo>
                    <a:pt x="630120" y="360803"/>
                  </a:lnTo>
                  <a:lnTo>
                    <a:pt x="629616" y="361771"/>
                  </a:lnTo>
                  <a:lnTo>
                    <a:pt x="629121" y="362742"/>
                  </a:lnTo>
                  <a:lnTo>
                    <a:pt x="628632" y="363716"/>
                  </a:lnTo>
                  <a:lnTo>
                    <a:pt x="628149" y="364693"/>
                  </a:lnTo>
                  <a:lnTo>
                    <a:pt x="627671" y="365673"/>
                  </a:lnTo>
                  <a:lnTo>
                    <a:pt x="627197" y="366655"/>
                  </a:lnTo>
                  <a:lnTo>
                    <a:pt x="626725" y="367640"/>
                  </a:lnTo>
                  <a:lnTo>
                    <a:pt x="626254" y="368628"/>
                  </a:lnTo>
                  <a:lnTo>
                    <a:pt x="625783" y="369618"/>
                  </a:lnTo>
                  <a:lnTo>
                    <a:pt x="626847" y="369707"/>
                  </a:lnTo>
                  <a:lnTo>
                    <a:pt x="627911" y="369795"/>
                  </a:lnTo>
                  <a:lnTo>
                    <a:pt x="628975" y="369884"/>
                  </a:lnTo>
                  <a:lnTo>
                    <a:pt x="630041" y="369973"/>
                  </a:lnTo>
                  <a:lnTo>
                    <a:pt x="631107" y="370062"/>
                  </a:lnTo>
                  <a:lnTo>
                    <a:pt x="632175" y="370151"/>
                  </a:lnTo>
                  <a:lnTo>
                    <a:pt x="633245" y="370240"/>
                  </a:lnTo>
                  <a:lnTo>
                    <a:pt x="634316" y="370329"/>
                  </a:lnTo>
                  <a:lnTo>
                    <a:pt x="635390" y="370419"/>
                  </a:lnTo>
                  <a:lnTo>
                    <a:pt x="636467" y="370508"/>
                  </a:lnTo>
                  <a:lnTo>
                    <a:pt x="637546" y="370598"/>
                  </a:lnTo>
                  <a:lnTo>
                    <a:pt x="638629" y="370689"/>
                  </a:lnTo>
                  <a:lnTo>
                    <a:pt x="639715" y="370779"/>
                  </a:lnTo>
                  <a:lnTo>
                    <a:pt x="640804" y="370870"/>
                  </a:lnTo>
                  <a:lnTo>
                    <a:pt x="641898" y="370961"/>
                  </a:lnTo>
                  <a:lnTo>
                    <a:pt x="641898" y="372294"/>
                  </a:lnTo>
                  <a:lnTo>
                    <a:pt x="641898" y="373647"/>
                  </a:lnTo>
                  <a:lnTo>
                    <a:pt x="642353" y="373628"/>
                  </a:lnTo>
                  <a:lnTo>
                    <a:pt x="642942" y="373605"/>
                  </a:lnTo>
                  <a:lnTo>
                    <a:pt x="644058" y="373560"/>
                  </a:lnTo>
                  <a:lnTo>
                    <a:pt x="646095" y="373479"/>
                  </a:lnTo>
                  <a:lnTo>
                    <a:pt x="647253" y="373531"/>
                  </a:lnTo>
                  <a:lnTo>
                    <a:pt x="648355" y="373612"/>
                  </a:lnTo>
                  <a:lnTo>
                    <a:pt x="649409" y="373720"/>
                  </a:lnTo>
                  <a:lnTo>
                    <a:pt x="650425" y="373856"/>
                  </a:lnTo>
                  <a:lnTo>
                    <a:pt x="651411" y="374020"/>
                  </a:lnTo>
                  <a:lnTo>
                    <a:pt x="652377" y="374212"/>
                  </a:lnTo>
                  <a:lnTo>
                    <a:pt x="653332" y="374432"/>
                  </a:lnTo>
                  <a:lnTo>
                    <a:pt x="654286" y="374679"/>
                  </a:lnTo>
                  <a:lnTo>
                    <a:pt x="655248" y="374955"/>
                  </a:lnTo>
                  <a:lnTo>
                    <a:pt x="656226" y="375258"/>
                  </a:lnTo>
                  <a:lnTo>
                    <a:pt x="657231" y="375588"/>
                  </a:lnTo>
                  <a:lnTo>
                    <a:pt x="658271" y="375947"/>
                  </a:lnTo>
                  <a:lnTo>
                    <a:pt x="659355" y="376333"/>
                  </a:lnTo>
                  <a:lnTo>
                    <a:pt x="660409" y="376609"/>
                  </a:lnTo>
                  <a:lnTo>
                    <a:pt x="661462" y="376874"/>
                  </a:lnTo>
                  <a:lnTo>
                    <a:pt x="662515" y="377127"/>
                  </a:lnTo>
                  <a:lnTo>
                    <a:pt x="663568" y="377368"/>
                  </a:lnTo>
                  <a:lnTo>
                    <a:pt x="664622" y="377599"/>
                  </a:lnTo>
                  <a:lnTo>
                    <a:pt x="665676" y="377819"/>
                  </a:lnTo>
                  <a:lnTo>
                    <a:pt x="666730" y="378029"/>
                  </a:lnTo>
                  <a:lnTo>
                    <a:pt x="667786" y="378229"/>
                  </a:lnTo>
                  <a:lnTo>
                    <a:pt x="668842" y="378419"/>
                  </a:lnTo>
                  <a:lnTo>
                    <a:pt x="669899" y="378601"/>
                  </a:lnTo>
                  <a:lnTo>
                    <a:pt x="670957" y="378773"/>
                  </a:lnTo>
                  <a:lnTo>
                    <a:pt x="672016" y="378937"/>
                  </a:lnTo>
                  <a:lnTo>
                    <a:pt x="673077" y="379092"/>
                  </a:lnTo>
                  <a:lnTo>
                    <a:pt x="674139" y="379240"/>
                  </a:lnTo>
                  <a:lnTo>
                    <a:pt x="675203" y="379380"/>
                  </a:lnTo>
                  <a:lnTo>
                    <a:pt x="676268" y="379513"/>
                  </a:lnTo>
                  <a:lnTo>
                    <a:pt x="677335" y="379639"/>
                  </a:lnTo>
                  <a:lnTo>
                    <a:pt x="678405" y="379759"/>
                  </a:lnTo>
                  <a:lnTo>
                    <a:pt x="679476" y="379873"/>
                  </a:lnTo>
                  <a:lnTo>
                    <a:pt x="680550" y="379981"/>
                  </a:lnTo>
                  <a:lnTo>
                    <a:pt x="681626" y="380083"/>
                  </a:lnTo>
                  <a:lnTo>
                    <a:pt x="682705" y="380180"/>
                  </a:lnTo>
                  <a:lnTo>
                    <a:pt x="683786" y="380273"/>
                  </a:lnTo>
                  <a:lnTo>
                    <a:pt x="684870" y="380361"/>
                  </a:lnTo>
                  <a:lnTo>
                    <a:pt x="684870" y="381694"/>
                  </a:lnTo>
                  <a:lnTo>
                    <a:pt x="684870" y="383047"/>
                  </a:lnTo>
                  <a:lnTo>
                    <a:pt x="685451" y="383010"/>
                  </a:lnTo>
                  <a:lnTo>
                    <a:pt x="686473" y="382944"/>
                  </a:lnTo>
                  <a:lnTo>
                    <a:pt x="688814" y="382795"/>
                  </a:lnTo>
                  <a:lnTo>
                    <a:pt x="689943" y="382813"/>
                  </a:lnTo>
                  <a:lnTo>
                    <a:pt x="691045" y="382876"/>
                  </a:lnTo>
                  <a:lnTo>
                    <a:pt x="692123" y="382980"/>
                  </a:lnTo>
                  <a:lnTo>
                    <a:pt x="693181" y="383122"/>
                  </a:lnTo>
                  <a:lnTo>
                    <a:pt x="694223" y="383301"/>
                  </a:lnTo>
                  <a:lnTo>
                    <a:pt x="695253" y="383514"/>
                  </a:lnTo>
                  <a:lnTo>
                    <a:pt x="696273" y="383757"/>
                  </a:lnTo>
                  <a:lnTo>
                    <a:pt x="697288" y="384028"/>
                  </a:lnTo>
                  <a:lnTo>
                    <a:pt x="698301" y="384324"/>
                  </a:lnTo>
                  <a:lnTo>
                    <a:pt x="699315" y="384643"/>
                  </a:lnTo>
                  <a:lnTo>
                    <a:pt x="700335" y="384981"/>
                  </a:lnTo>
                  <a:lnTo>
                    <a:pt x="701364" y="385337"/>
                  </a:lnTo>
                  <a:lnTo>
                    <a:pt x="702404" y="385707"/>
                  </a:lnTo>
                  <a:lnTo>
                    <a:pt x="703461" y="386089"/>
                  </a:lnTo>
                  <a:lnTo>
                    <a:pt x="704541" y="386439"/>
                  </a:lnTo>
                  <a:lnTo>
                    <a:pt x="705621" y="386756"/>
                  </a:lnTo>
                  <a:lnTo>
                    <a:pt x="706703" y="387042"/>
                  </a:lnTo>
                  <a:lnTo>
                    <a:pt x="707787" y="387300"/>
                  </a:lnTo>
                  <a:lnTo>
                    <a:pt x="708875" y="387533"/>
                  </a:lnTo>
                  <a:lnTo>
                    <a:pt x="709968" y="387743"/>
                  </a:lnTo>
                  <a:lnTo>
                    <a:pt x="711067" y="387934"/>
                  </a:lnTo>
                  <a:lnTo>
                    <a:pt x="712173" y="388108"/>
                  </a:lnTo>
                  <a:lnTo>
                    <a:pt x="713289" y="388269"/>
                  </a:lnTo>
                  <a:lnTo>
                    <a:pt x="714414" y="388419"/>
                  </a:lnTo>
                  <a:lnTo>
                    <a:pt x="714414" y="389751"/>
                  </a:lnTo>
                  <a:lnTo>
                    <a:pt x="714414" y="391104"/>
                  </a:lnTo>
                  <a:lnTo>
                    <a:pt x="715507" y="391142"/>
                  </a:lnTo>
                  <a:lnTo>
                    <a:pt x="716605" y="391180"/>
                  </a:lnTo>
                  <a:lnTo>
                    <a:pt x="717712" y="391218"/>
                  </a:lnTo>
                  <a:lnTo>
                    <a:pt x="718830" y="391256"/>
                  </a:lnTo>
                  <a:lnTo>
                    <a:pt x="719995" y="391309"/>
                  </a:lnTo>
                  <a:lnTo>
                    <a:pt x="721159" y="391362"/>
                  </a:lnTo>
                  <a:lnTo>
                    <a:pt x="722324" y="391416"/>
                  </a:lnTo>
                  <a:lnTo>
                    <a:pt x="723489" y="391469"/>
                  </a:lnTo>
                  <a:lnTo>
                    <a:pt x="724653" y="391523"/>
                  </a:lnTo>
                  <a:lnTo>
                    <a:pt x="726093" y="391569"/>
                  </a:lnTo>
                  <a:lnTo>
                    <a:pt x="727554" y="391616"/>
                  </a:lnTo>
                  <a:lnTo>
                    <a:pt x="728735" y="391689"/>
                  </a:lnTo>
                  <a:lnTo>
                    <a:pt x="729870" y="391789"/>
                  </a:lnTo>
                  <a:lnTo>
                    <a:pt x="730964" y="391916"/>
                  </a:lnTo>
                  <a:lnTo>
                    <a:pt x="732024" y="392070"/>
                  </a:lnTo>
                  <a:lnTo>
                    <a:pt x="733053" y="392254"/>
                  </a:lnTo>
                  <a:lnTo>
                    <a:pt x="734058" y="392468"/>
                  </a:lnTo>
                  <a:lnTo>
                    <a:pt x="735044" y="392713"/>
                  </a:lnTo>
                  <a:lnTo>
                    <a:pt x="736017" y="392990"/>
                  </a:lnTo>
                  <a:lnTo>
                    <a:pt x="736981" y="393300"/>
                  </a:lnTo>
                  <a:lnTo>
                    <a:pt x="737943" y="393644"/>
                  </a:lnTo>
                  <a:lnTo>
                    <a:pt x="738907" y="394023"/>
                  </a:lnTo>
                  <a:lnTo>
                    <a:pt x="739879" y="394438"/>
                  </a:lnTo>
                  <a:lnTo>
                    <a:pt x="740865" y="394890"/>
                  </a:lnTo>
                  <a:lnTo>
                    <a:pt x="741870" y="395379"/>
                  </a:lnTo>
                  <a:lnTo>
                    <a:pt x="742899" y="395908"/>
                  </a:lnTo>
                  <a:lnTo>
                    <a:pt x="743957" y="396476"/>
                  </a:lnTo>
                  <a:lnTo>
                    <a:pt x="745370" y="396766"/>
                  </a:lnTo>
                  <a:lnTo>
                    <a:pt x="746356" y="396950"/>
                  </a:lnTo>
                  <a:lnTo>
                    <a:pt x="747172" y="397065"/>
                  </a:lnTo>
                  <a:lnTo>
                    <a:pt x="748077" y="397146"/>
                  </a:lnTo>
                  <a:lnTo>
                    <a:pt x="749329" y="397231"/>
                  </a:lnTo>
                  <a:lnTo>
                    <a:pt x="750425" y="397349"/>
                  </a:lnTo>
                  <a:lnTo>
                    <a:pt x="751497" y="397495"/>
                  </a:lnTo>
                  <a:lnTo>
                    <a:pt x="752549" y="397667"/>
                  </a:lnTo>
                  <a:lnTo>
                    <a:pt x="753585" y="397864"/>
                  </a:lnTo>
                  <a:lnTo>
                    <a:pt x="754608" y="398083"/>
                  </a:lnTo>
                  <a:lnTo>
                    <a:pt x="755621" y="398325"/>
                  </a:lnTo>
                  <a:lnTo>
                    <a:pt x="756629" y="398586"/>
                  </a:lnTo>
                  <a:lnTo>
                    <a:pt x="757635" y="398867"/>
                  </a:lnTo>
                  <a:lnTo>
                    <a:pt x="758642" y="399165"/>
                  </a:lnTo>
                  <a:lnTo>
                    <a:pt x="759654" y="399479"/>
                  </a:lnTo>
                  <a:lnTo>
                    <a:pt x="760675" y="399808"/>
                  </a:lnTo>
                  <a:lnTo>
                    <a:pt x="761708" y="400150"/>
                  </a:lnTo>
                  <a:lnTo>
                    <a:pt x="762757" y="400504"/>
                  </a:lnTo>
                  <a:lnTo>
                    <a:pt x="763793" y="400712"/>
                  </a:lnTo>
                  <a:lnTo>
                    <a:pt x="764830" y="400916"/>
                  </a:lnTo>
                  <a:lnTo>
                    <a:pt x="765866" y="401117"/>
                  </a:lnTo>
                  <a:lnTo>
                    <a:pt x="766903" y="401314"/>
                  </a:lnTo>
                  <a:lnTo>
                    <a:pt x="767941" y="401508"/>
                  </a:lnTo>
                  <a:lnTo>
                    <a:pt x="768979" y="401698"/>
                  </a:lnTo>
                  <a:lnTo>
                    <a:pt x="770017" y="401886"/>
                  </a:lnTo>
                  <a:lnTo>
                    <a:pt x="771057" y="402072"/>
                  </a:lnTo>
                  <a:lnTo>
                    <a:pt x="772097" y="402254"/>
                  </a:lnTo>
                  <a:lnTo>
                    <a:pt x="773138" y="402434"/>
                  </a:lnTo>
                  <a:lnTo>
                    <a:pt x="774278" y="402722"/>
                  </a:lnTo>
                  <a:lnTo>
                    <a:pt x="775169" y="402977"/>
                  </a:lnTo>
                  <a:lnTo>
                    <a:pt x="775935" y="403261"/>
                  </a:lnTo>
                  <a:lnTo>
                    <a:pt x="776698" y="403632"/>
                  </a:lnTo>
                  <a:lnTo>
                    <a:pt x="777583" y="404151"/>
                  </a:lnTo>
                  <a:lnTo>
                    <a:pt x="778714" y="404879"/>
                  </a:lnTo>
                  <a:lnTo>
                    <a:pt x="780215" y="405876"/>
                  </a:lnTo>
                  <a:lnTo>
                    <a:pt x="781298" y="406213"/>
                  </a:lnTo>
                  <a:lnTo>
                    <a:pt x="782385" y="406541"/>
                  </a:lnTo>
                  <a:lnTo>
                    <a:pt x="783474" y="406860"/>
                  </a:lnTo>
                  <a:lnTo>
                    <a:pt x="784565" y="407172"/>
                  </a:lnTo>
                  <a:lnTo>
                    <a:pt x="785659" y="407475"/>
                  </a:lnTo>
                  <a:lnTo>
                    <a:pt x="786755" y="407770"/>
                  </a:lnTo>
                  <a:lnTo>
                    <a:pt x="787852" y="408058"/>
                  </a:lnTo>
                  <a:lnTo>
                    <a:pt x="788291" y="408173"/>
                  </a:lnTo>
                  <a:lnTo>
                    <a:pt x="788858" y="408322"/>
                  </a:lnTo>
                  <a:lnTo>
                    <a:pt x="789934" y="408603"/>
                  </a:lnTo>
                  <a:lnTo>
                    <a:pt x="791897" y="409118"/>
                  </a:lnTo>
                  <a:lnTo>
                    <a:pt x="792351" y="409234"/>
                  </a:lnTo>
                  <a:lnTo>
                    <a:pt x="793152" y="409438"/>
                  </a:lnTo>
                  <a:lnTo>
                    <a:pt x="794987" y="409905"/>
                  </a:lnTo>
                  <a:lnTo>
                    <a:pt x="794987" y="411237"/>
                  </a:lnTo>
                  <a:lnTo>
                    <a:pt x="794987" y="412590"/>
                  </a:lnTo>
                  <a:lnTo>
                    <a:pt x="796050" y="412723"/>
                  </a:lnTo>
                  <a:lnTo>
                    <a:pt x="797115" y="412856"/>
                  </a:lnTo>
                  <a:lnTo>
                    <a:pt x="798180" y="412990"/>
                  </a:lnTo>
                  <a:lnTo>
                    <a:pt x="799248" y="413123"/>
                  </a:lnTo>
                  <a:lnTo>
                    <a:pt x="800318" y="413257"/>
                  </a:lnTo>
                  <a:lnTo>
                    <a:pt x="801391" y="413391"/>
                  </a:lnTo>
                  <a:lnTo>
                    <a:pt x="802468" y="413526"/>
                  </a:lnTo>
                  <a:lnTo>
                    <a:pt x="803550" y="413661"/>
                  </a:lnTo>
                  <a:lnTo>
                    <a:pt x="804637" y="413797"/>
                  </a:lnTo>
                  <a:lnTo>
                    <a:pt x="805730" y="413933"/>
                  </a:lnTo>
                  <a:lnTo>
                    <a:pt x="805730" y="415266"/>
                  </a:lnTo>
                  <a:lnTo>
                    <a:pt x="805730" y="416619"/>
                  </a:lnTo>
                  <a:lnTo>
                    <a:pt x="807174" y="416866"/>
                  </a:lnTo>
                  <a:lnTo>
                    <a:pt x="808641" y="417117"/>
                  </a:lnTo>
                  <a:lnTo>
                    <a:pt x="809686" y="417361"/>
                  </a:lnTo>
                  <a:lnTo>
                    <a:pt x="810711" y="417623"/>
                  </a:lnTo>
                  <a:lnTo>
                    <a:pt x="811719" y="417903"/>
                  </a:lnTo>
                  <a:lnTo>
                    <a:pt x="812714" y="418201"/>
                  </a:lnTo>
                  <a:lnTo>
                    <a:pt x="813699" y="418515"/>
                  </a:lnTo>
                  <a:lnTo>
                    <a:pt x="814677" y="418846"/>
                  </a:lnTo>
                  <a:lnTo>
                    <a:pt x="815651" y="419193"/>
                  </a:lnTo>
                  <a:lnTo>
                    <a:pt x="816625" y="419556"/>
                  </a:lnTo>
                  <a:lnTo>
                    <a:pt x="817602" y="419933"/>
                  </a:lnTo>
                  <a:lnTo>
                    <a:pt x="818585" y="420325"/>
                  </a:lnTo>
                  <a:lnTo>
                    <a:pt x="819578" y="420731"/>
                  </a:lnTo>
                  <a:lnTo>
                    <a:pt x="820106" y="420948"/>
                  </a:lnTo>
                  <a:lnTo>
                    <a:pt x="821038" y="421330"/>
                  </a:lnTo>
                  <a:lnTo>
                    <a:pt x="823171" y="422205"/>
                  </a:lnTo>
                  <a:lnTo>
                    <a:pt x="824512" y="422765"/>
                  </a:lnTo>
                  <a:lnTo>
                    <a:pt x="825873" y="423333"/>
                  </a:lnTo>
                  <a:lnTo>
                    <a:pt x="825873" y="424666"/>
                  </a:lnTo>
                  <a:lnTo>
                    <a:pt x="825873" y="426019"/>
                  </a:lnTo>
                  <a:lnTo>
                    <a:pt x="827008" y="426577"/>
                  </a:lnTo>
                  <a:lnTo>
                    <a:pt x="828160" y="427142"/>
                  </a:lnTo>
                  <a:lnTo>
                    <a:pt x="829118" y="427631"/>
                  </a:lnTo>
                  <a:lnTo>
                    <a:pt x="830072" y="428125"/>
                  </a:lnTo>
                  <a:lnTo>
                    <a:pt x="831023" y="428625"/>
                  </a:lnTo>
                  <a:lnTo>
                    <a:pt x="831972" y="429129"/>
                  </a:lnTo>
                  <a:lnTo>
                    <a:pt x="832917" y="429638"/>
                  </a:lnTo>
                  <a:lnTo>
                    <a:pt x="833861" y="430150"/>
                  </a:lnTo>
                  <a:lnTo>
                    <a:pt x="834803" y="430666"/>
                  </a:lnTo>
                  <a:lnTo>
                    <a:pt x="835744" y="431185"/>
                  </a:lnTo>
                  <a:lnTo>
                    <a:pt x="836684" y="431706"/>
                  </a:lnTo>
                  <a:lnTo>
                    <a:pt x="837623" y="432230"/>
                  </a:lnTo>
                  <a:lnTo>
                    <a:pt x="838697" y="432830"/>
                  </a:lnTo>
                  <a:lnTo>
                    <a:pt x="839779" y="433433"/>
                  </a:lnTo>
                  <a:lnTo>
                    <a:pt x="840876" y="434044"/>
                  </a:lnTo>
                  <a:lnTo>
                    <a:pt x="842093" y="434727"/>
                  </a:lnTo>
                  <a:lnTo>
                    <a:pt x="843330" y="435419"/>
                  </a:lnTo>
                  <a:lnTo>
                    <a:pt x="843330" y="436752"/>
                  </a:lnTo>
                  <a:lnTo>
                    <a:pt x="843330" y="438105"/>
                  </a:lnTo>
                  <a:lnTo>
                    <a:pt x="844328" y="438438"/>
                  </a:lnTo>
                  <a:lnTo>
                    <a:pt x="845330" y="438772"/>
                  </a:lnTo>
                  <a:lnTo>
                    <a:pt x="846339" y="439108"/>
                  </a:lnTo>
                  <a:lnTo>
                    <a:pt x="847359" y="439448"/>
                  </a:lnTo>
                  <a:lnTo>
                    <a:pt x="848479" y="440407"/>
                  </a:lnTo>
                  <a:lnTo>
                    <a:pt x="849248" y="441095"/>
                  </a:lnTo>
                  <a:lnTo>
                    <a:pt x="849860" y="441708"/>
                  </a:lnTo>
                  <a:lnTo>
                    <a:pt x="850509" y="442437"/>
                  </a:lnTo>
                  <a:lnTo>
                    <a:pt x="851388" y="443477"/>
                  </a:lnTo>
                  <a:lnTo>
                    <a:pt x="851388" y="444810"/>
                  </a:lnTo>
                  <a:lnTo>
                    <a:pt x="851388" y="446162"/>
                  </a:lnTo>
                  <a:lnTo>
                    <a:pt x="852721" y="446162"/>
                  </a:lnTo>
                  <a:lnTo>
                    <a:pt x="854074" y="446162"/>
                  </a:lnTo>
                  <a:lnTo>
                    <a:pt x="854074" y="447495"/>
                  </a:lnTo>
                  <a:lnTo>
                    <a:pt x="854074" y="448848"/>
                  </a:lnTo>
                  <a:lnTo>
                    <a:pt x="854670" y="448959"/>
                  </a:lnTo>
                  <a:lnTo>
                    <a:pt x="856471" y="449294"/>
                  </a:lnTo>
                  <a:lnTo>
                    <a:pt x="857480" y="449632"/>
                  </a:lnTo>
                  <a:lnTo>
                    <a:pt x="858465" y="450025"/>
                  </a:lnTo>
                  <a:lnTo>
                    <a:pt x="859426" y="450472"/>
                  </a:lnTo>
                  <a:lnTo>
                    <a:pt x="860364" y="450968"/>
                  </a:lnTo>
                  <a:lnTo>
                    <a:pt x="861280" y="451510"/>
                  </a:lnTo>
                  <a:lnTo>
                    <a:pt x="862174" y="452096"/>
                  </a:lnTo>
                  <a:lnTo>
                    <a:pt x="863047" y="452721"/>
                  </a:lnTo>
                  <a:lnTo>
                    <a:pt x="863901" y="453383"/>
                  </a:lnTo>
                  <a:lnTo>
                    <a:pt x="864736" y="454079"/>
                  </a:lnTo>
                  <a:lnTo>
                    <a:pt x="865552" y="454804"/>
                  </a:lnTo>
                  <a:lnTo>
                    <a:pt x="866352" y="455556"/>
                  </a:lnTo>
                  <a:lnTo>
                    <a:pt x="867135" y="456332"/>
                  </a:lnTo>
                  <a:lnTo>
                    <a:pt x="867903" y="457129"/>
                  </a:lnTo>
                  <a:lnTo>
                    <a:pt x="868655" y="457942"/>
                  </a:lnTo>
                  <a:lnTo>
                    <a:pt x="869394" y="458770"/>
                  </a:lnTo>
                  <a:lnTo>
                    <a:pt x="870120" y="459608"/>
                  </a:lnTo>
                  <a:lnTo>
                    <a:pt x="870834" y="460453"/>
                  </a:lnTo>
                  <a:lnTo>
                    <a:pt x="871536" y="461303"/>
                  </a:lnTo>
                  <a:lnTo>
                    <a:pt x="872228" y="462153"/>
                  </a:lnTo>
                  <a:lnTo>
                    <a:pt x="872911" y="463002"/>
                  </a:lnTo>
                  <a:lnTo>
                    <a:pt x="873584" y="463844"/>
                  </a:lnTo>
                  <a:lnTo>
                    <a:pt x="874249" y="464678"/>
                  </a:lnTo>
                  <a:lnTo>
                    <a:pt x="874908" y="465499"/>
                  </a:lnTo>
                  <a:lnTo>
                    <a:pt x="875560" y="466306"/>
                  </a:lnTo>
                  <a:lnTo>
                    <a:pt x="876892" y="466972"/>
                  </a:lnTo>
                  <a:lnTo>
                    <a:pt x="878245" y="467649"/>
                  </a:lnTo>
                  <a:lnTo>
                    <a:pt x="878245" y="468981"/>
                  </a:lnTo>
                  <a:lnTo>
                    <a:pt x="878245" y="470334"/>
                  </a:lnTo>
                  <a:lnTo>
                    <a:pt x="879578" y="470334"/>
                  </a:lnTo>
                  <a:lnTo>
                    <a:pt x="880931" y="470334"/>
                  </a:lnTo>
                  <a:lnTo>
                    <a:pt x="880931" y="471667"/>
                  </a:lnTo>
                  <a:lnTo>
                    <a:pt x="880931" y="473020"/>
                  </a:lnTo>
                  <a:lnTo>
                    <a:pt x="882264" y="473020"/>
                  </a:lnTo>
                  <a:lnTo>
                    <a:pt x="883617" y="473020"/>
                  </a:lnTo>
                  <a:lnTo>
                    <a:pt x="884160" y="474032"/>
                  </a:lnTo>
                  <a:lnTo>
                    <a:pt x="884704" y="475043"/>
                  </a:lnTo>
                  <a:lnTo>
                    <a:pt x="885247" y="476055"/>
                  </a:lnTo>
                  <a:lnTo>
                    <a:pt x="885790" y="477066"/>
                  </a:lnTo>
                  <a:lnTo>
                    <a:pt x="886333" y="478078"/>
                  </a:lnTo>
                  <a:lnTo>
                    <a:pt x="886877" y="479089"/>
                  </a:lnTo>
                  <a:lnTo>
                    <a:pt x="887420" y="480101"/>
                  </a:lnTo>
                  <a:lnTo>
                    <a:pt x="888012" y="480968"/>
                  </a:lnTo>
                  <a:lnTo>
                    <a:pt x="888511" y="481638"/>
                  </a:lnTo>
                  <a:lnTo>
                    <a:pt x="889013" y="482199"/>
                  </a:lnTo>
                  <a:lnTo>
                    <a:pt x="889617" y="482739"/>
                  </a:lnTo>
                  <a:lnTo>
                    <a:pt x="890420" y="483345"/>
                  </a:lnTo>
                  <a:lnTo>
                    <a:pt x="891521" y="484105"/>
                  </a:lnTo>
                  <a:lnTo>
                    <a:pt x="893017" y="485106"/>
                  </a:lnTo>
                  <a:lnTo>
                    <a:pt x="893360" y="486671"/>
                  </a:lnTo>
                  <a:lnTo>
                    <a:pt x="893613" y="487863"/>
                  </a:lnTo>
                  <a:lnTo>
                    <a:pt x="893801" y="488823"/>
                  </a:lnTo>
                  <a:lnTo>
                    <a:pt x="893945" y="489693"/>
                  </a:lnTo>
                  <a:lnTo>
                    <a:pt x="894071" y="490612"/>
                  </a:lnTo>
                  <a:lnTo>
                    <a:pt x="894202" y="491722"/>
                  </a:lnTo>
                  <a:lnTo>
                    <a:pt x="894360" y="493163"/>
                  </a:lnTo>
                  <a:lnTo>
                    <a:pt x="895693" y="493163"/>
                  </a:lnTo>
                  <a:lnTo>
                    <a:pt x="897046" y="493163"/>
                  </a:lnTo>
                  <a:lnTo>
                    <a:pt x="897046" y="494496"/>
                  </a:lnTo>
                  <a:lnTo>
                    <a:pt x="897046" y="495849"/>
                  </a:lnTo>
                  <a:lnTo>
                    <a:pt x="898377" y="495849"/>
                  </a:lnTo>
                  <a:lnTo>
                    <a:pt x="899717" y="495849"/>
                  </a:lnTo>
                  <a:lnTo>
                    <a:pt x="901074" y="495849"/>
                  </a:lnTo>
                  <a:lnTo>
                    <a:pt x="901381" y="496872"/>
                  </a:lnTo>
                  <a:lnTo>
                    <a:pt x="901688" y="497895"/>
                  </a:lnTo>
                  <a:lnTo>
                    <a:pt x="901995" y="498919"/>
                  </a:lnTo>
                  <a:lnTo>
                    <a:pt x="902303" y="499944"/>
                  </a:lnTo>
                  <a:lnTo>
                    <a:pt x="902611" y="500970"/>
                  </a:lnTo>
                  <a:lnTo>
                    <a:pt x="902919" y="501998"/>
                  </a:lnTo>
                  <a:lnTo>
                    <a:pt x="903228" y="503029"/>
                  </a:lnTo>
                  <a:lnTo>
                    <a:pt x="903538" y="504062"/>
                  </a:lnTo>
                  <a:lnTo>
                    <a:pt x="903849" y="505098"/>
                  </a:lnTo>
                  <a:lnTo>
                    <a:pt x="904161" y="506137"/>
                  </a:lnTo>
                  <a:lnTo>
                    <a:pt x="904474" y="507180"/>
                  </a:lnTo>
                  <a:lnTo>
                    <a:pt x="904788" y="508227"/>
                  </a:lnTo>
                  <a:lnTo>
                    <a:pt x="905103" y="509278"/>
                  </a:lnTo>
                  <a:lnTo>
                    <a:pt x="906436" y="509278"/>
                  </a:lnTo>
                  <a:lnTo>
                    <a:pt x="907789" y="509278"/>
                  </a:lnTo>
                  <a:lnTo>
                    <a:pt x="907979" y="510418"/>
                  </a:lnTo>
                  <a:lnTo>
                    <a:pt x="908169" y="511559"/>
                  </a:lnTo>
                  <a:lnTo>
                    <a:pt x="908360" y="512703"/>
                  </a:lnTo>
                  <a:lnTo>
                    <a:pt x="908551" y="513851"/>
                  </a:lnTo>
                  <a:lnTo>
                    <a:pt x="908743" y="515005"/>
                  </a:lnTo>
                  <a:lnTo>
                    <a:pt x="908937" y="516166"/>
                  </a:lnTo>
                  <a:lnTo>
                    <a:pt x="909132" y="517335"/>
                  </a:lnTo>
                  <a:lnTo>
                    <a:pt x="910465" y="517335"/>
                  </a:lnTo>
                  <a:lnTo>
                    <a:pt x="911817" y="517335"/>
                  </a:lnTo>
                  <a:lnTo>
                    <a:pt x="912014" y="517945"/>
                  </a:lnTo>
                  <a:lnTo>
                    <a:pt x="912604" y="519790"/>
                  </a:lnTo>
                  <a:lnTo>
                    <a:pt x="912760" y="520269"/>
                  </a:lnTo>
                  <a:lnTo>
                    <a:pt x="913035" y="521112"/>
                  </a:lnTo>
                  <a:lnTo>
                    <a:pt x="913664" y="523043"/>
                  </a:lnTo>
                  <a:lnTo>
                    <a:pt x="914007" y="524103"/>
                  </a:lnTo>
                  <a:lnTo>
                    <a:pt x="914352" y="525171"/>
                  </a:lnTo>
                  <a:lnTo>
                    <a:pt x="914702" y="526252"/>
                  </a:lnTo>
                  <a:lnTo>
                    <a:pt x="915071" y="527239"/>
                  </a:lnTo>
                  <a:lnTo>
                    <a:pt x="915456" y="528210"/>
                  </a:lnTo>
                  <a:lnTo>
                    <a:pt x="915858" y="529165"/>
                  </a:lnTo>
                  <a:lnTo>
                    <a:pt x="916273" y="530111"/>
                  </a:lnTo>
                  <a:lnTo>
                    <a:pt x="916703" y="531048"/>
                  </a:lnTo>
                  <a:lnTo>
                    <a:pt x="917144" y="531982"/>
                  </a:lnTo>
                  <a:lnTo>
                    <a:pt x="917597" y="532915"/>
                  </a:lnTo>
                  <a:lnTo>
                    <a:pt x="918060" y="533851"/>
                  </a:lnTo>
                  <a:lnTo>
                    <a:pt x="918532" y="534793"/>
                  </a:lnTo>
                  <a:lnTo>
                    <a:pt x="918844" y="535889"/>
                  </a:lnTo>
                  <a:lnTo>
                    <a:pt x="919156" y="536986"/>
                  </a:lnTo>
                  <a:lnTo>
                    <a:pt x="919465" y="538083"/>
                  </a:lnTo>
                  <a:lnTo>
                    <a:pt x="919772" y="539181"/>
                  </a:lnTo>
                  <a:lnTo>
                    <a:pt x="920074" y="540281"/>
                  </a:lnTo>
                  <a:lnTo>
                    <a:pt x="920373" y="541381"/>
                  </a:lnTo>
                  <a:lnTo>
                    <a:pt x="920710" y="542468"/>
                  </a:lnTo>
                  <a:lnTo>
                    <a:pt x="921063" y="543547"/>
                  </a:lnTo>
                  <a:lnTo>
                    <a:pt x="921430" y="544620"/>
                  </a:lnTo>
                  <a:lnTo>
                    <a:pt x="921809" y="545686"/>
                  </a:lnTo>
                  <a:lnTo>
                    <a:pt x="922198" y="546749"/>
                  </a:lnTo>
                  <a:lnTo>
                    <a:pt x="922596" y="547809"/>
                  </a:lnTo>
                  <a:lnTo>
                    <a:pt x="923000" y="548869"/>
                  </a:lnTo>
                  <a:lnTo>
                    <a:pt x="923408" y="549929"/>
                  </a:lnTo>
                  <a:lnTo>
                    <a:pt x="923819" y="550991"/>
                  </a:lnTo>
                  <a:lnTo>
                    <a:pt x="924185" y="552004"/>
                  </a:lnTo>
                  <a:lnTo>
                    <a:pt x="924540" y="553017"/>
                  </a:lnTo>
                  <a:lnTo>
                    <a:pt x="924884" y="554032"/>
                  </a:lnTo>
                  <a:lnTo>
                    <a:pt x="925218" y="555047"/>
                  </a:lnTo>
                  <a:lnTo>
                    <a:pt x="925542" y="556063"/>
                  </a:lnTo>
                  <a:lnTo>
                    <a:pt x="925856" y="557079"/>
                  </a:lnTo>
                  <a:lnTo>
                    <a:pt x="926160" y="558097"/>
                  </a:lnTo>
                  <a:lnTo>
                    <a:pt x="926454" y="559115"/>
                  </a:lnTo>
                  <a:lnTo>
                    <a:pt x="926738" y="560134"/>
                  </a:lnTo>
                  <a:lnTo>
                    <a:pt x="927013" y="561153"/>
                  </a:lnTo>
                  <a:lnTo>
                    <a:pt x="927279" y="562174"/>
                  </a:lnTo>
                  <a:lnTo>
                    <a:pt x="927535" y="563195"/>
                  </a:lnTo>
                  <a:lnTo>
                    <a:pt x="927783" y="564217"/>
                  </a:lnTo>
                  <a:lnTo>
                    <a:pt x="928022" y="565240"/>
                  </a:lnTo>
                  <a:lnTo>
                    <a:pt x="928251" y="566264"/>
                  </a:lnTo>
                  <a:lnTo>
                    <a:pt x="928473" y="567288"/>
                  </a:lnTo>
                  <a:lnTo>
                    <a:pt x="928686" y="568313"/>
                  </a:lnTo>
                  <a:lnTo>
                    <a:pt x="928891" y="569340"/>
                  </a:lnTo>
                  <a:lnTo>
                    <a:pt x="929087" y="570366"/>
                  </a:lnTo>
                  <a:lnTo>
                    <a:pt x="929276" y="571394"/>
                  </a:lnTo>
                  <a:lnTo>
                    <a:pt x="929457" y="572423"/>
                  </a:lnTo>
                  <a:lnTo>
                    <a:pt x="929631" y="573452"/>
                  </a:lnTo>
                  <a:lnTo>
                    <a:pt x="929797" y="574482"/>
                  </a:lnTo>
                  <a:lnTo>
                    <a:pt x="929956" y="575513"/>
                  </a:lnTo>
                  <a:lnTo>
                    <a:pt x="930107" y="576545"/>
                  </a:lnTo>
                  <a:lnTo>
                    <a:pt x="930252" y="577578"/>
                  </a:lnTo>
                  <a:lnTo>
                    <a:pt x="930390" y="578612"/>
                  </a:lnTo>
                  <a:lnTo>
                    <a:pt x="930521" y="579646"/>
                  </a:lnTo>
                  <a:lnTo>
                    <a:pt x="930645" y="580681"/>
                  </a:lnTo>
                  <a:lnTo>
                    <a:pt x="930764" y="581718"/>
                  </a:lnTo>
                  <a:lnTo>
                    <a:pt x="930876" y="582755"/>
                  </a:lnTo>
                  <a:lnTo>
                    <a:pt x="930982" y="583793"/>
                  </a:lnTo>
                  <a:lnTo>
                    <a:pt x="931082" y="584831"/>
                  </a:lnTo>
                  <a:lnTo>
                    <a:pt x="931177" y="585871"/>
                  </a:lnTo>
                  <a:lnTo>
                    <a:pt x="931265" y="586912"/>
                  </a:lnTo>
                  <a:lnTo>
                    <a:pt x="931349" y="587953"/>
                  </a:lnTo>
                  <a:lnTo>
                    <a:pt x="931427" y="588996"/>
                  </a:lnTo>
                  <a:lnTo>
                    <a:pt x="931500" y="590039"/>
                  </a:lnTo>
                  <a:lnTo>
                    <a:pt x="931568" y="591083"/>
                  </a:lnTo>
                  <a:lnTo>
                    <a:pt x="931632" y="592129"/>
                  </a:lnTo>
                  <a:lnTo>
                    <a:pt x="931690" y="593175"/>
                  </a:lnTo>
                  <a:lnTo>
                    <a:pt x="931745" y="594222"/>
                  </a:lnTo>
                  <a:lnTo>
                    <a:pt x="931794" y="595270"/>
                  </a:lnTo>
                  <a:lnTo>
                    <a:pt x="931840" y="596319"/>
                  </a:lnTo>
                  <a:lnTo>
                    <a:pt x="931882" y="597369"/>
                  </a:lnTo>
                  <a:lnTo>
                    <a:pt x="931920" y="598419"/>
                  </a:lnTo>
                  <a:lnTo>
                    <a:pt x="931954" y="599471"/>
                  </a:lnTo>
                  <a:lnTo>
                    <a:pt x="931985" y="600524"/>
                  </a:lnTo>
                  <a:lnTo>
                    <a:pt x="932012" y="601578"/>
                  </a:lnTo>
                  <a:lnTo>
                    <a:pt x="932036" y="602632"/>
                  </a:lnTo>
                  <a:lnTo>
                    <a:pt x="932057" y="603688"/>
                  </a:lnTo>
                  <a:lnTo>
                    <a:pt x="932075" y="604745"/>
                  </a:lnTo>
                  <a:lnTo>
                    <a:pt x="932090" y="605802"/>
                  </a:lnTo>
                  <a:lnTo>
                    <a:pt x="932103" y="606861"/>
                  </a:lnTo>
                  <a:lnTo>
                    <a:pt x="932113" y="607920"/>
                  </a:lnTo>
                  <a:lnTo>
                    <a:pt x="932121" y="608981"/>
                  </a:lnTo>
                  <a:lnTo>
                    <a:pt x="932127" y="610043"/>
                  </a:lnTo>
                  <a:lnTo>
                    <a:pt x="932130" y="611105"/>
                  </a:lnTo>
                  <a:lnTo>
                    <a:pt x="932132" y="612169"/>
                  </a:lnTo>
                  <a:lnTo>
                    <a:pt x="932132" y="613233"/>
                  </a:lnTo>
                  <a:lnTo>
                    <a:pt x="932131" y="614299"/>
                  </a:lnTo>
                  <a:lnTo>
                    <a:pt x="932129" y="615366"/>
                  </a:lnTo>
                  <a:lnTo>
                    <a:pt x="932133" y="616639"/>
                  </a:lnTo>
                  <a:lnTo>
                    <a:pt x="932137" y="617916"/>
                  </a:lnTo>
                  <a:lnTo>
                    <a:pt x="932141" y="619204"/>
                  </a:lnTo>
                  <a:lnTo>
                    <a:pt x="932145" y="620506"/>
                  </a:lnTo>
                  <a:lnTo>
                    <a:pt x="932143" y="621586"/>
                  </a:lnTo>
                  <a:lnTo>
                    <a:pt x="932138" y="622661"/>
                  </a:lnTo>
                  <a:lnTo>
                    <a:pt x="932131" y="623732"/>
                  </a:lnTo>
                  <a:lnTo>
                    <a:pt x="932121" y="624799"/>
                  </a:lnTo>
                  <a:lnTo>
                    <a:pt x="932109" y="625862"/>
                  </a:lnTo>
                  <a:lnTo>
                    <a:pt x="932093" y="626921"/>
                  </a:lnTo>
                  <a:lnTo>
                    <a:pt x="932074" y="627977"/>
                  </a:lnTo>
                  <a:lnTo>
                    <a:pt x="932051" y="629029"/>
                  </a:lnTo>
                  <a:lnTo>
                    <a:pt x="932024" y="630078"/>
                  </a:lnTo>
                  <a:lnTo>
                    <a:pt x="931993" y="631123"/>
                  </a:lnTo>
                  <a:lnTo>
                    <a:pt x="931959" y="632166"/>
                  </a:lnTo>
                  <a:lnTo>
                    <a:pt x="931919" y="633206"/>
                  </a:lnTo>
                  <a:lnTo>
                    <a:pt x="931875" y="634243"/>
                  </a:lnTo>
                  <a:lnTo>
                    <a:pt x="931826" y="635277"/>
                  </a:lnTo>
                  <a:lnTo>
                    <a:pt x="931772" y="636309"/>
                  </a:lnTo>
                  <a:lnTo>
                    <a:pt x="931712" y="637339"/>
                  </a:lnTo>
                  <a:lnTo>
                    <a:pt x="931647" y="638367"/>
                  </a:lnTo>
                  <a:lnTo>
                    <a:pt x="931576" y="639392"/>
                  </a:lnTo>
                  <a:lnTo>
                    <a:pt x="931499" y="640416"/>
                  </a:lnTo>
                  <a:lnTo>
                    <a:pt x="931415" y="641438"/>
                  </a:lnTo>
                  <a:lnTo>
                    <a:pt x="931326" y="642459"/>
                  </a:lnTo>
                  <a:lnTo>
                    <a:pt x="931229" y="643478"/>
                  </a:lnTo>
                  <a:lnTo>
                    <a:pt x="931126" y="644495"/>
                  </a:lnTo>
                  <a:lnTo>
                    <a:pt x="931015" y="645512"/>
                  </a:lnTo>
                  <a:lnTo>
                    <a:pt x="930898" y="646528"/>
                  </a:lnTo>
                  <a:lnTo>
                    <a:pt x="930772" y="647542"/>
                  </a:lnTo>
                  <a:lnTo>
                    <a:pt x="930639" y="648556"/>
                  </a:lnTo>
                  <a:lnTo>
                    <a:pt x="930498" y="649570"/>
                  </a:lnTo>
                  <a:lnTo>
                    <a:pt x="930348" y="650583"/>
                  </a:lnTo>
                  <a:lnTo>
                    <a:pt x="930191" y="651596"/>
                  </a:lnTo>
                  <a:lnTo>
                    <a:pt x="930024" y="652608"/>
                  </a:lnTo>
                  <a:lnTo>
                    <a:pt x="929849" y="653621"/>
                  </a:lnTo>
                  <a:lnTo>
                    <a:pt x="929664" y="654634"/>
                  </a:lnTo>
                  <a:lnTo>
                    <a:pt x="929470" y="655647"/>
                  </a:lnTo>
                  <a:lnTo>
                    <a:pt x="929267" y="656661"/>
                  </a:lnTo>
                  <a:lnTo>
                    <a:pt x="929054" y="657675"/>
                  </a:lnTo>
                  <a:lnTo>
                    <a:pt x="928830" y="658690"/>
                  </a:lnTo>
                  <a:lnTo>
                    <a:pt x="928597" y="659706"/>
                  </a:lnTo>
                  <a:lnTo>
                    <a:pt x="928353" y="660723"/>
                  </a:lnTo>
                  <a:lnTo>
                    <a:pt x="928099" y="661741"/>
                  </a:lnTo>
                  <a:lnTo>
                    <a:pt x="927834" y="662761"/>
                  </a:lnTo>
                  <a:lnTo>
                    <a:pt x="927557" y="663781"/>
                  </a:lnTo>
                  <a:lnTo>
                    <a:pt x="927269" y="664804"/>
                  </a:lnTo>
                  <a:lnTo>
                    <a:pt x="926970" y="665828"/>
                  </a:lnTo>
                  <a:lnTo>
                    <a:pt x="926659" y="666854"/>
                  </a:lnTo>
                  <a:lnTo>
                    <a:pt x="926336" y="667883"/>
                  </a:lnTo>
                  <a:lnTo>
                    <a:pt x="926001" y="668913"/>
                  </a:lnTo>
                  <a:lnTo>
                    <a:pt x="925642" y="670038"/>
                  </a:lnTo>
                  <a:lnTo>
                    <a:pt x="925283" y="671164"/>
                  </a:lnTo>
                  <a:lnTo>
                    <a:pt x="924924" y="672289"/>
                  </a:lnTo>
                  <a:lnTo>
                    <a:pt x="924565" y="673415"/>
                  </a:lnTo>
                  <a:lnTo>
                    <a:pt x="924206" y="674540"/>
                  </a:lnTo>
                  <a:lnTo>
                    <a:pt x="923848" y="675666"/>
                  </a:lnTo>
                  <a:lnTo>
                    <a:pt x="923488" y="676792"/>
                  </a:lnTo>
                  <a:lnTo>
                    <a:pt x="923314" y="677332"/>
                  </a:lnTo>
                  <a:lnTo>
                    <a:pt x="923005" y="678283"/>
                  </a:lnTo>
                  <a:lnTo>
                    <a:pt x="922299" y="680462"/>
                  </a:lnTo>
                  <a:lnTo>
                    <a:pt x="921963" y="681522"/>
                  </a:lnTo>
                  <a:lnTo>
                    <a:pt x="921633" y="682584"/>
                  </a:lnTo>
                  <a:lnTo>
                    <a:pt x="921307" y="683646"/>
                  </a:lnTo>
                  <a:lnTo>
                    <a:pt x="920985" y="684710"/>
                  </a:lnTo>
                  <a:lnTo>
                    <a:pt x="920668" y="685774"/>
                  </a:lnTo>
                  <a:lnTo>
                    <a:pt x="920354" y="686839"/>
                  </a:lnTo>
                  <a:lnTo>
                    <a:pt x="920043" y="687906"/>
                  </a:lnTo>
                  <a:lnTo>
                    <a:pt x="919736" y="688973"/>
                  </a:lnTo>
                  <a:lnTo>
                    <a:pt x="919432" y="690042"/>
                  </a:lnTo>
                  <a:lnTo>
                    <a:pt x="919130" y="691111"/>
                  </a:lnTo>
                  <a:lnTo>
                    <a:pt x="918830" y="692181"/>
                  </a:lnTo>
                  <a:lnTo>
                    <a:pt x="918532" y="693253"/>
                  </a:lnTo>
                  <a:lnTo>
                    <a:pt x="917199" y="693253"/>
                  </a:lnTo>
                  <a:lnTo>
                    <a:pt x="915846" y="693253"/>
                  </a:lnTo>
                  <a:lnTo>
                    <a:pt x="915612" y="694671"/>
                  </a:lnTo>
                  <a:lnTo>
                    <a:pt x="915373" y="696112"/>
                  </a:lnTo>
                  <a:lnTo>
                    <a:pt x="915140" y="697109"/>
                  </a:lnTo>
                  <a:lnTo>
                    <a:pt x="914890" y="698107"/>
                  </a:lnTo>
                  <a:lnTo>
                    <a:pt x="914624" y="699105"/>
                  </a:lnTo>
                  <a:lnTo>
                    <a:pt x="914343" y="700104"/>
                  </a:lnTo>
                  <a:lnTo>
                    <a:pt x="914046" y="701102"/>
                  </a:lnTo>
                  <a:lnTo>
                    <a:pt x="913735" y="702100"/>
                  </a:lnTo>
                  <a:lnTo>
                    <a:pt x="913411" y="703097"/>
                  </a:lnTo>
                  <a:lnTo>
                    <a:pt x="913072" y="704093"/>
                  </a:lnTo>
                  <a:lnTo>
                    <a:pt x="912721" y="705088"/>
                  </a:lnTo>
                  <a:lnTo>
                    <a:pt x="912358" y="706080"/>
                  </a:lnTo>
                  <a:lnTo>
                    <a:pt x="911982" y="707070"/>
                  </a:lnTo>
                  <a:lnTo>
                    <a:pt x="911595" y="708058"/>
                  </a:lnTo>
                  <a:lnTo>
                    <a:pt x="911197" y="709043"/>
                  </a:lnTo>
                  <a:lnTo>
                    <a:pt x="910789" y="710025"/>
                  </a:lnTo>
                  <a:lnTo>
                    <a:pt x="910371" y="711003"/>
                  </a:lnTo>
                  <a:lnTo>
                    <a:pt x="909943" y="711977"/>
                  </a:lnTo>
                  <a:lnTo>
                    <a:pt x="909507" y="712947"/>
                  </a:lnTo>
                  <a:lnTo>
                    <a:pt x="909062" y="713913"/>
                  </a:lnTo>
                  <a:lnTo>
                    <a:pt x="908609" y="714874"/>
                  </a:lnTo>
                  <a:lnTo>
                    <a:pt x="908149" y="715829"/>
                  </a:lnTo>
                  <a:lnTo>
                    <a:pt x="907682" y="716779"/>
                  </a:lnTo>
                  <a:lnTo>
                    <a:pt x="907209" y="717723"/>
                  </a:lnTo>
                  <a:lnTo>
                    <a:pt x="906730" y="718661"/>
                  </a:lnTo>
                  <a:lnTo>
                    <a:pt x="906245" y="719592"/>
                  </a:lnTo>
                  <a:lnTo>
                    <a:pt x="905756" y="720517"/>
                  </a:lnTo>
                  <a:lnTo>
                    <a:pt x="905262" y="721434"/>
                  </a:lnTo>
                  <a:lnTo>
                    <a:pt x="904765" y="722344"/>
                  </a:lnTo>
                  <a:lnTo>
                    <a:pt x="904264" y="723246"/>
                  </a:lnTo>
                  <a:lnTo>
                    <a:pt x="903760" y="724139"/>
                  </a:lnTo>
                  <a:lnTo>
                    <a:pt x="902427" y="724806"/>
                  </a:lnTo>
                  <a:lnTo>
                    <a:pt x="901074" y="725482"/>
                  </a:lnTo>
                  <a:lnTo>
                    <a:pt x="900549" y="726478"/>
                  </a:lnTo>
                  <a:lnTo>
                    <a:pt x="900030" y="727478"/>
                  </a:lnTo>
                  <a:lnTo>
                    <a:pt x="899517" y="728480"/>
                  </a:lnTo>
                  <a:lnTo>
                    <a:pt x="899010" y="729486"/>
                  </a:lnTo>
                  <a:lnTo>
                    <a:pt x="898509" y="730494"/>
                  </a:lnTo>
                  <a:lnTo>
                    <a:pt x="898014" y="731506"/>
                  </a:lnTo>
                  <a:lnTo>
                    <a:pt x="897527" y="732521"/>
                  </a:lnTo>
                  <a:lnTo>
                    <a:pt x="897046" y="733539"/>
                  </a:lnTo>
                  <a:lnTo>
                    <a:pt x="895713" y="733539"/>
                  </a:lnTo>
                  <a:lnTo>
                    <a:pt x="894360" y="733539"/>
                  </a:lnTo>
                  <a:lnTo>
                    <a:pt x="894138" y="734648"/>
                  </a:lnTo>
                  <a:lnTo>
                    <a:pt x="893916" y="735758"/>
                  </a:lnTo>
                  <a:lnTo>
                    <a:pt x="893694" y="736871"/>
                  </a:lnTo>
                  <a:lnTo>
                    <a:pt x="893470" y="737991"/>
                  </a:lnTo>
                  <a:lnTo>
                    <a:pt x="893244" y="739118"/>
                  </a:lnTo>
                  <a:lnTo>
                    <a:pt x="893017" y="740254"/>
                  </a:lnTo>
                  <a:lnTo>
                    <a:pt x="891684" y="740254"/>
                  </a:lnTo>
                  <a:lnTo>
                    <a:pt x="890331" y="740254"/>
                  </a:lnTo>
                  <a:lnTo>
                    <a:pt x="889831" y="741670"/>
                  </a:lnTo>
                  <a:lnTo>
                    <a:pt x="889324" y="743107"/>
                  </a:lnTo>
                  <a:lnTo>
                    <a:pt x="888877" y="744109"/>
                  </a:lnTo>
                  <a:lnTo>
                    <a:pt x="888416" y="745087"/>
                  </a:lnTo>
                  <a:lnTo>
                    <a:pt x="887940" y="746046"/>
                  </a:lnTo>
                  <a:lnTo>
                    <a:pt x="887450" y="746986"/>
                  </a:lnTo>
                  <a:lnTo>
                    <a:pt x="886944" y="747911"/>
                  </a:lnTo>
                  <a:lnTo>
                    <a:pt x="886422" y="748822"/>
                  </a:lnTo>
                  <a:lnTo>
                    <a:pt x="885883" y="749722"/>
                  </a:lnTo>
                  <a:lnTo>
                    <a:pt x="885328" y="750614"/>
                  </a:lnTo>
                  <a:lnTo>
                    <a:pt x="884755" y="751500"/>
                  </a:lnTo>
                  <a:lnTo>
                    <a:pt x="884163" y="752381"/>
                  </a:lnTo>
                  <a:lnTo>
                    <a:pt x="883553" y="753261"/>
                  </a:lnTo>
                  <a:lnTo>
                    <a:pt x="882923" y="754142"/>
                  </a:lnTo>
                  <a:lnTo>
                    <a:pt x="882274" y="755026"/>
                  </a:lnTo>
                  <a:lnTo>
                    <a:pt x="880941" y="755026"/>
                  </a:lnTo>
                  <a:lnTo>
                    <a:pt x="879588" y="755026"/>
                  </a:lnTo>
                  <a:lnTo>
                    <a:pt x="879256" y="756023"/>
                  </a:lnTo>
                  <a:lnTo>
                    <a:pt x="878922" y="757025"/>
                  </a:lnTo>
                  <a:lnTo>
                    <a:pt x="878586" y="758034"/>
                  </a:lnTo>
                  <a:lnTo>
                    <a:pt x="878245" y="759054"/>
                  </a:lnTo>
                  <a:lnTo>
                    <a:pt x="876913" y="759054"/>
                  </a:lnTo>
                  <a:lnTo>
                    <a:pt x="875560" y="759054"/>
                  </a:lnTo>
                  <a:lnTo>
                    <a:pt x="875560" y="760387"/>
                  </a:lnTo>
                  <a:lnTo>
                    <a:pt x="875560" y="761740"/>
                  </a:lnTo>
                  <a:lnTo>
                    <a:pt x="874227" y="761740"/>
                  </a:lnTo>
                  <a:lnTo>
                    <a:pt x="872874" y="761740"/>
                  </a:lnTo>
                  <a:lnTo>
                    <a:pt x="872541" y="762738"/>
                  </a:lnTo>
                  <a:lnTo>
                    <a:pt x="872207" y="763739"/>
                  </a:lnTo>
                  <a:lnTo>
                    <a:pt x="871871" y="764748"/>
                  </a:lnTo>
                  <a:lnTo>
                    <a:pt x="871531" y="765769"/>
                  </a:lnTo>
                  <a:lnTo>
                    <a:pt x="870198" y="765769"/>
                  </a:lnTo>
                  <a:lnTo>
                    <a:pt x="868845" y="765769"/>
                  </a:lnTo>
                  <a:lnTo>
                    <a:pt x="868845" y="767101"/>
                  </a:lnTo>
                  <a:lnTo>
                    <a:pt x="868845" y="768454"/>
                  </a:lnTo>
                  <a:lnTo>
                    <a:pt x="867938" y="769343"/>
                  </a:lnTo>
                  <a:lnTo>
                    <a:pt x="867261" y="769984"/>
                  </a:lnTo>
                  <a:lnTo>
                    <a:pt x="866610" y="770558"/>
                  </a:lnTo>
                  <a:lnTo>
                    <a:pt x="865780" y="771246"/>
                  </a:lnTo>
                  <a:lnTo>
                    <a:pt x="864564" y="772231"/>
                  </a:lnTo>
                  <a:lnTo>
                    <a:pt x="863712" y="772937"/>
                  </a:lnTo>
                  <a:lnTo>
                    <a:pt x="862870" y="773646"/>
                  </a:lnTo>
                  <a:lnTo>
                    <a:pt x="862036" y="774359"/>
                  </a:lnTo>
                  <a:lnTo>
                    <a:pt x="861211" y="775077"/>
                  </a:lnTo>
                  <a:lnTo>
                    <a:pt x="860395" y="775801"/>
                  </a:lnTo>
                  <a:lnTo>
                    <a:pt x="859588" y="776534"/>
                  </a:lnTo>
                  <a:lnTo>
                    <a:pt x="858788" y="777276"/>
                  </a:lnTo>
                  <a:lnTo>
                    <a:pt x="857997" y="778030"/>
                  </a:lnTo>
                  <a:lnTo>
                    <a:pt x="857213" y="778796"/>
                  </a:lnTo>
                  <a:lnTo>
                    <a:pt x="856437" y="779577"/>
                  </a:lnTo>
                  <a:lnTo>
                    <a:pt x="855668" y="780372"/>
                  </a:lnTo>
                  <a:lnTo>
                    <a:pt x="854418" y="781575"/>
                  </a:lnTo>
                  <a:lnTo>
                    <a:pt x="853501" y="782381"/>
                  </a:lnTo>
                  <a:lnTo>
                    <a:pt x="852762" y="782869"/>
                  </a:lnTo>
                  <a:lnTo>
                    <a:pt x="852044" y="783120"/>
                  </a:lnTo>
                  <a:lnTo>
                    <a:pt x="851190" y="783213"/>
                  </a:lnTo>
                  <a:lnTo>
                    <a:pt x="850045" y="783226"/>
                  </a:lnTo>
                  <a:lnTo>
                    <a:pt x="850045" y="784559"/>
                  </a:lnTo>
                  <a:lnTo>
                    <a:pt x="850045" y="785912"/>
                  </a:lnTo>
                  <a:lnTo>
                    <a:pt x="848446" y="787004"/>
                  </a:lnTo>
                  <a:lnTo>
                    <a:pt x="847143" y="787878"/>
                  </a:lnTo>
                  <a:lnTo>
                    <a:pt x="846081" y="788559"/>
                  </a:lnTo>
                  <a:lnTo>
                    <a:pt x="845204" y="789070"/>
                  </a:lnTo>
                  <a:lnTo>
                    <a:pt x="844453" y="789437"/>
                  </a:lnTo>
                  <a:lnTo>
                    <a:pt x="843775" y="789683"/>
                  </a:lnTo>
                  <a:lnTo>
                    <a:pt x="843111" y="789832"/>
                  </a:lnTo>
                  <a:lnTo>
                    <a:pt x="842405" y="789908"/>
                  </a:lnTo>
                  <a:lnTo>
                    <a:pt x="841602" y="789936"/>
                  </a:lnTo>
                  <a:lnTo>
                    <a:pt x="840645" y="789941"/>
                  </a:lnTo>
                  <a:lnTo>
                    <a:pt x="840645" y="791271"/>
                  </a:lnTo>
                  <a:lnTo>
                    <a:pt x="840645" y="792611"/>
                  </a:lnTo>
                  <a:lnTo>
                    <a:pt x="840645" y="793969"/>
                  </a:lnTo>
                  <a:lnTo>
                    <a:pt x="839630" y="794701"/>
                  </a:lnTo>
                  <a:lnTo>
                    <a:pt x="838686" y="795354"/>
                  </a:lnTo>
                  <a:lnTo>
                    <a:pt x="837793" y="795930"/>
                  </a:lnTo>
                  <a:lnTo>
                    <a:pt x="836928" y="796430"/>
                  </a:lnTo>
                  <a:lnTo>
                    <a:pt x="836071" y="796858"/>
                  </a:lnTo>
                  <a:lnTo>
                    <a:pt x="835201" y="797214"/>
                  </a:lnTo>
                  <a:lnTo>
                    <a:pt x="834296" y="797502"/>
                  </a:lnTo>
                  <a:lnTo>
                    <a:pt x="833334" y="797722"/>
                  </a:lnTo>
                  <a:lnTo>
                    <a:pt x="832296" y="797876"/>
                  </a:lnTo>
                  <a:lnTo>
                    <a:pt x="831159" y="797968"/>
                  </a:lnTo>
                  <a:lnTo>
                    <a:pt x="829902" y="797998"/>
                  </a:lnTo>
                  <a:lnTo>
                    <a:pt x="829902" y="799331"/>
                  </a:lnTo>
                  <a:lnTo>
                    <a:pt x="829902" y="800684"/>
                  </a:lnTo>
                  <a:lnTo>
                    <a:pt x="828762" y="800874"/>
                  </a:lnTo>
                  <a:lnTo>
                    <a:pt x="827621" y="801064"/>
                  </a:lnTo>
                  <a:lnTo>
                    <a:pt x="826477" y="801254"/>
                  </a:lnTo>
                  <a:lnTo>
                    <a:pt x="825328" y="801446"/>
                  </a:lnTo>
                  <a:lnTo>
                    <a:pt x="824175" y="801638"/>
                  </a:lnTo>
                  <a:lnTo>
                    <a:pt x="823014" y="801832"/>
                  </a:lnTo>
                  <a:lnTo>
                    <a:pt x="821844" y="802026"/>
                  </a:lnTo>
                  <a:lnTo>
                    <a:pt x="821844" y="803359"/>
                  </a:lnTo>
                  <a:lnTo>
                    <a:pt x="821844" y="804712"/>
                  </a:lnTo>
                  <a:lnTo>
                    <a:pt x="820513" y="804712"/>
                  </a:lnTo>
                  <a:lnTo>
                    <a:pt x="819173" y="804712"/>
                  </a:lnTo>
                  <a:lnTo>
                    <a:pt x="817816" y="804712"/>
                  </a:lnTo>
                  <a:lnTo>
                    <a:pt x="817816" y="806045"/>
                  </a:lnTo>
                  <a:lnTo>
                    <a:pt x="817816" y="807398"/>
                  </a:lnTo>
                  <a:lnTo>
                    <a:pt x="816918" y="807971"/>
                  </a:lnTo>
                  <a:lnTo>
                    <a:pt x="816014" y="808525"/>
                  </a:lnTo>
                  <a:lnTo>
                    <a:pt x="815104" y="809062"/>
                  </a:lnTo>
                  <a:lnTo>
                    <a:pt x="814187" y="809581"/>
                  </a:lnTo>
                  <a:lnTo>
                    <a:pt x="813264" y="810083"/>
                  </a:lnTo>
                  <a:lnTo>
                    <a:pt x="812335" y="810569"/>
                  </a:lnTo>
                  <a:lnTo>
                    <a:pt x="811401" y="811039"/>
                  </a:lnTo>
                  <a:lnTo>
                    <a:pt x="810461" y="811493"/>
                  </a:lnTo>
                  <a:lnTo>
                    <a:pt x="809515" y="811933"/>
                  </a:lnTo>
                  <a:lnTo>
                    <a:pt x="808564" y="812359"/>
                  </a:lnTo>
                  <a:lnTo>
                    <a:pt x="807608" y="812771"/>
                  </a:lnTo>
                  <a:lnTo>
                    <a:pt x="806647" y="813170"/>
                  </a:lnTo>
                  <a:lnTo>
                    <a:pt x="805681" y="813557"/>
                  </a:lnTo>
                  <a:lnTo>
                    <a:pt x="804710" y="813931"/>
                  </a:lnTo>
                  <a:lnTo>
                    <a:pt x="803735" y="814295"/>
                  </a:lnTo>
                  <a:lnTo>
                    <a:pt x="802756" y="814647"/>
                  </a:lnTo>
                  <a:lnTo>
                    <a:pt x="801772" y="814988"/>
                  </a:lnTo>
                  <a:lnTo>
                    <a:pt x="800784" y="815320"/>
                  </a:lnTo>
                  <a:lnTo>
                    <a:pt x="799793" y="815643"/>
                  </a:lnTo>
                  <a:lnTo>
                    <a:pt x="798797" y="815957"/>
                  </a:lnTo>
                  <a:lnTo>
                    <a:pt x="797798" y="816262"/>
                  </a:lnTo>
                  <a:lnTo>
                    <a:pt x="796796" y="816560"/>
                  </a:lnTo>
                  <a:lnTo>
                    <a:pt x="795790" y="816851"/>
                  </a:lnTo>
                  <a:lnTo>
                    <a:pt x="794781" y="817135"/>
                  </a:lnTo>
                  <a:lnTo>
                    <a:pt x="793770" y="817413"/>
                  </a:lnTo>
                  <a:lnTo>
                    <a:pt x="792755" y="817685"/>
                  </a:lnTo>
                  <a:lnTo>
                    <a:pt x="791738" y="817953"/>
                  </a:lnTo>
                  <a:lnTo>
                    <a:pt x="790718" y="818216"/>
                  </a:lnTo>
                  <a:lnTo>
                    <a:pt x="789696" y="818475"/>
                  </a:lnTo>
                  <a:lnTo>
                    <a:pt x="788671" y="818731"/>
                  </a:lnTo>
                  <a:lnTo>
                    <a:pt x="787645" y="818984"/>
                  </a:lnTo>
                  <a:lnTo>
                    <a:pt x="786617" y="819235"/>
                  </a:lnTo>
                  <a:lnTo>
                    <a:pt x="785586" y="819484"/>
                  </a:lnTo>
                  <a:lnTo>
                    <a:pt x="785586" y="820817"/>
                  </a:lnTo>
                  <a:lnTo>
                    <a:pt x="785586" y="822170"/>
                  </a:lnTo>
                  <a:lnTo>
                    <a:pt x="784434" y="822317"/>
                  </a:lnTo>
                  <a:lnTo>
                    <a:pt x="783274" y="822465"/>
                  </a:lnTo>
                  <a:lnTo>
                    <a:pt x="782098" y="822616"/>
                  </a:lnTo>
                  <a:lnTo>
                    <a:pt x="780059" y="822898"/>
                  </a:lnTo>
                  <a:lnTo>
                    <a:pt x="778240" y="823153"/>
                  </a:lnTo>
                  <a:lnTo>
                    <a:pt x="776622" y="823383"/>
                  </a:lnTo>
                  <a:lnTo>
                    <a:pt x="775185" y="823593"/>
                  </a:lnTo>
                  <a:lnTo>
                    <a:pt x="773910" y="823787"/>
                  </a:lnTo>
                  <a:lnTo>
                    <a:pt x="772778" y="823971"/>
                  </a:lnTo>
                  <a:lnTo>
                    <a:pt x="771769" y="824149"/>
                  </a:lnTo>
                  <a:lnTo>
                    <a:pt x="770864" y="824324"/>
                  </a:lnTo>
                  <a:lnTo>
                    <a:pt x="770043" y="824502"/>
                  </a:lnTo>
                  <a:lnTo>
                    <a:pt x="769288" y="824687"/>
                  </a:lnTo>
                  <a:lnTo>
                    <a:pt x="768578" y="824884"/>
                  </a:lnTo>
                  <a:lnTo>
                    <a:pt x="767894" y="825096"/>
                  </a:lnTo>
                  <a:lnTo>
                    <a:pt x="767218" y="825329"/>
                  </a:lnTo>
                  <a:lnTo>
                    <a:pt x="766529" y="825586"/>
                  </a:lnTo>
                  <a:lnTo>
                    <a:pt x="765808" y="825873"/>
                  </a:lnTo>
                  <a:lnTo>
                    <a:pt x="765036" y="826193"/>
                  </a:lnTo>
                  <a:lnTo>
                    <a:pt x="764194" y="826552"/>
                  </a:lnTo>
                  <a:lnTo>
                    <a:pt x="763261" y="826953"/>
                  </a:lnTo>
                  <a:lnTo>
                    <a:pt x="762287" y="827350"/>
                  </a:lnTo>
                  <a:lnTo>
                    <a:pt x="761301" y="827717"/>
                  </a:lnTo>
                  <a:lnTo>
                    <a:pt x="760305" y="828055"/>
                  </a:lnTo>
                  <a:lnTo>
                    <a:pt x="759298" y="828365"/>
                  </a:lnTo>
                  <a:lnTo>
                    <a:pt x="758282" y="828649"/>
                  </a:lnTo>
                  <a:lnTo>
                    <a:pt x="757257" y="828907"/>
                  </a:lnTo>
                  <a:lnTo>
                    <a:pt x="756224" y="829141"/>
                  </a:lnTo>
                  <a:lnTo>
                    <a:pt x="755183" y="829352"/>
                  </a:lnTo>
                  <a:lnTo>
                    <a:pt x="754135" y="829540"/>
                  </a:lnTo>
                  <a:lnTo>
                    <a:pt x="753080" y="829708"/>
                  </a:lnTo>
                  <a:lnTo>
                    <a:pt x="752020" y="829856"/>
                  </a:lnTo>
                  <a:lnTo>
                    <a:pt x="750954" y="829985"/>
                  </a:lnTo>
                  <a:lnTo>
                    <a:pt x="749884" y="830097"/>
                  </a:lnTo>
                  <a:lnTo>
                    <a:pt x="748810" y="830192"/>
                  </a:lnTo>
                  <a:lnTo>
                    <a:pt x="747732" y="830272"/>
                  </a:lnTo>
                  <a:lnTo>
                    <a:pt x="746651" y="830338"/>
                  </a:lnTo>
                  <a:lnTo>
                    <a:pt x="745568" y="830391"/>
                  </a:lnTo>
                  <a:lnTo>
                    <a:pt x="744484" y="830432"/>
                  </a:lnTo>
                  <a:lnTo>
                    <a:pt x="743398" y="830463"/>
                  </a:lnTo>
                  <a:lnTo>
                    <a:pt x="742312" y="830484"/>
                  </a:lnTo>
                  <a:lnTo>
                    <a:pt x="741227" y="830496"/>
                  </a:lnTo>
                  <a:lnTo>
                    <a:pt x="740142" y="830502"/>
                  </a:lnTo>
                  <a:lnTo>
                    <a:pt x="739059" y="830501"/>
                  </a:lnTo>
                  <a:lnTo>
                    <a:pt x="737977" y="830495"/>
                  </a:lnTo>
                  <a:lnTo>
                    <a:pt x="736899" y="830485"/>
                  </a:lnTo>
                  <a:lnTo>
                    <a:pt x="735823" y="830473"/>
                  </a:lnTo>
                  <a:lnTo>
                    <a:pt x="734752" y="830459"/>
                  </a:lnTo>
                  <a:lnTo>
                    <a:pt x="733685" y="830445"/>
                  </a:lnTo>
                  <a:lnTo>
                    <a:pt x="732623" y="830431"/>
                  </a:lnTo>
                  <a:lnTo>
                    <a:pt x="731567" y="830419"/>
                  </a:lnTo>
                  <a:lnTo>
                    <a:pt x="730517" y="830410"/>
                  </a:lnTo>
                  <a:lnTo>
                    <a:pt x="729474" y="830406"/>
                  </a:lnTo>
                  <a:lnTo>
                    <a:pt x="728154" y="830407"/>
                  </a:lnTo>
                  <a:lnTo>
                    <a:pt x="726825" y="830408"/>
                  </a:lnTo>
                  <a:lnTo>
                    <a:pt x="725479" y="830410"/>
                  </a:lnTo>
                  <a:lnTo>
                    <a:pt x="724295" y="830409"/>
                  </a:lnTo>
                  <a:lnTo>
                    <a:pt x="723110" y="830409"/>
                  </a:lnTo>
                  <a:lnTo>
                    <a:pt x="721926" y="830408"/>
                  </a:lnTo>
                  <a:lnTo>
                    <a:pt x="720741" y="830407"/>
                  </a:lnTo>
                  <a:lnTo>
                    <a:pt x="719557" y="830406"/>
                  </a:lnTo>
                  <a:lnTo>
                    <a:pt x="718373" y="830404"/>
                  </a:lnTo>
                  <a:lnTo>
                    <a:pt x="717188" y="830402"/>
                  </a:lnTo>
                  <a:lnTo>
                    <a:pt x="716139" y="830400"/>
                  </a:lnTo>
                  <a:lnTo>
                    <a:pt x="715091" y="830399"/>
                  </a:lnTo>
                  <a:lnTo>
                    <a:pt x="714042" y="830399"/>
                  </a:lnTo>
                  <a:lnTo>
                    <a:pt x="712993" y="830399"/>
                  </a:lnTo>
                  <a:lnTo>
                    <a:pt x="711944" y="830399"/>
                  </a:lnTo>
                  <a:lnTo>
                    <a:pt x="710895" y="830400"/>
                  </a:lnTo>
                  <a:lnTo>
                    <a:pt x="709846" y="830401"/>
                  </a:lnTo>
                  <a:lnTo>
                    <a:pt x="708797" y="830403"/>
                  </a:lnTo>
                  <a:lnTo>
                    <a:pt x="707748" y="830405"/>
                  </a:lnTo>
                  <a:lnTo>
                    <a:pt x="706699" y="830407"/>
                  </a:lnTo>
                  <a:lnTo>
                    <a:pt x="705650" y="830409"/>
                  </a:lnTo>
                  <a:lnTo>
                    <a:pt x="704601" y="830411"/>
                  </a:lnTo>
                  <a:lnTo>
                    <a:pt x="703443" y="830410"/>
                  </a:lnTo>
                  <a:lnTo>
                    <a:pt x="702284" y="830410"/>
                  </a:lnTo>
                  <a:lnTo>
                    <a:pt x="701125" y="830409"/>
                  </a:lnTo>
                  <a:lnTo>
                    <a:pt x="699966" y="830408"/>
                  </a:lnTo>
                  <a:lnTo>
                    <a:pt x="698807" y="830408"/>
                  </a:lnTo>
                  <a:lnTo>
                    <a:pt x="697648" y="830407"/>
                  </a:lnTo>
                  <a:lnTo>
                    <a:pt x="696489" y="830406"/>
                  </a:lnTo>
                  <a:lnTo>
                    <a:pt x="695252" y="830408"/>
                  </a:lnTo>
                  <a:lnTo>
                    <a:pt x="694007" y="830411"/>
                  </a:lnTo>
                  <a:lnTo>
                    <a:pt x="692745" y="830414"/>
                  </a:lnTo>
                  <a:lnTo>
                    <a:pt x="691693" y="830407"/>
                  </a:lnTo>
                  <a:lnTo>
                    <a:pt x="690643" y="830394"/>
                  </a:lnTo>
                  <a:lnTo>
                    <a:pt x="689595" y="830376"/>
                  </a:lnTo>
                  <a:lnTo>
                    <a:pt x="688548" y="830351"/>
                  </a:lnTo>
                  <a:lnTo>
                    <a:pt x="687503" y="830321"/>
                  </a:lnTo>
                  <a:lnTo>
                    <a:pt x="686458" y="830286"/>
                  </a:lnTo>
                  <a:lnTo>
                    <a:pt x="685415" y="830245"/>
                  </a:lnTo>
                  <a:lnTo>
                    <a:pt x="684372" y="830198"/>
                  </a:lnTo>
                  <a:lnTo>
                    <a:pt x="683331" y="830146"/>
                  </a:lnTo>
                  <a:lnTo>
                    <a:pt x="682290" y="830088"/>
                  </a:lnTo>
                  <a:lnTo>
                    <a:pt x="681249" y="830026"/>
                  </a:lnTo>
                  <a:lnTo>
                    <a:pt x="680209" y="829958"/>
                  </a:lnTo>
                  <a:lnTo>
                    <a:pt x="679169" y="829885"/>
                  </a:lnTo>
                  <a:lnTo>
                    <a:pt x="678130" y="829806"/>
                  </a:lnTo>
                  <a:lnTo>
                    <a:pt x="677090" y="829723"/>
                  </a:lnTo>
                  <a:lnTo>
                    <a:pt x="676050" y="829635"/>
                  </a:lnTo>
                  <a:lnTo>
                    <a:pt x="675010" y="829542"/>
                  </a:lnTo>
                  <a:lnTo>
                    <a:pt x="673969" y="829444"/>
                  </a:lnTo>
                  <a:lnTo>
                    <a:pt x="672928" y="829341"/>
                  </a:lnTo>
                  <a:lnTo>
                    <a:pt x="671886" y="829234"/>
                  </a:lnTo>
                  <a:lnTo>
                    <a:pt x="670844" y="829122"/>
                  </a:lnTo>
                  <a:lnTo>
                    <a:pt x="669800" y="829005"/>
                  </a:lnTo>
                  <a:lnTo>
                    <a:pt x="668756" y="828884"/>
                  </a:lnTo>
                  <a:lnTo>
                    <a:pt x="668756" y="827551"/>
                  </a:lnTo>
                  <a:lnTo>
                    <a:pt x="668756" y="826198"/>
                  </a:lnTo>
                  <a:lnTo>
                    <a:pt x="667730" y="826032"/>
                  </a:lnTo>
                  <a:lnTo>
                    <a:pt x="666697" y="825864"/>
                  </a:lnTo>
                  <a:lnTo>
                    <a:pt x="665650" y="825695"/>
                  </a:lnTo>
                  <a:lnTo>
                    <a:pt x="664424" y="825487"/>
                  </a:lnTo>
                  <a:lnTo>
                    <a:pt x="663193" y="825278"/>
                  </a:lnTo>
                  <a:lnTo>
                    <a:pt x="661953" y="825068"/>
                  </a:lnTo>
                  <a:lnTo>
                    <a:pt x="660698" y="824855"/>
                  </a:lnTo>
                  <a:lnTo>
                    <a:pt x="660171" y="824775"/>
                  </a:lnTo>
                  <a:lnTo>
                    <a:pt x="659240" y="824634"/>
                  </a:lnTo>
                  <a:lnTo>
                    <a:pt x="657110" y="824310"/>
                  </a:lnTo>
                  <a:lnTo>
                    <a:pt x="656539" y="824217"/>
                  </a:lnTo>
                  <a:lnTo>
                    <a:pt x="655533" y="824054"/>
                  </a:lnTo>
                  <a:lnTo>
                    <a:pt x="653228" y="823680"/>
                  </a:lnTo>
                  <a:lnTo>
                    <a:pt x="652007" y="823490"/>
                  </a:lnTo>
                  <a:lnTo>
                    <a:pt x="650777" y="823297"/>
                  </a:lnTo>
                  <a:lnTo>
                    <a:pt x="649531" y="823103"/>
                  </a:lnTo>
                  <a:lnTo>
                    <a:pt x="648187" y="822752"/>
                  </a:lnTo>
                  <a:lnTo>
                    <a:pt x="647168" y="822467"/>
                  </a:lnTo>
                  <a:lnTo>
                    <a:pt x="646356" y="822198"/>
                  </a:lnTo>
                  <a:lnTo>
                    <a:pt x="645634" y="821897"/>
                  </a:lnTo>
                  <a:lnTo>
                    <a:pt x="644885" y="821515"/>
                  </a:lnTo>
                  <a:lnTo>
                    <a:pt x="643991" y="821003"/>
                  </a:lnTo>
                  <a:lnTo>
                    <a:pt x="642837" y="820312"/>
                  </a:lnTo>
                  <a:lnTo>
                    <a:pt x="641879" y="819757"/>
                  </a:lnTo>
                  <a:lnTo>
                    <a:pt x="640912" y="819231"/>
                  </a:lnTo>
                  <a:lnTo>
                    <a:pt x="639935" y="818732"/>
                  </a:lnTo>
                  <a:lnTo>
                    <a:pt x="638949" y="818258"/>
                  </a:lnTo>
                  <a:lnTo>
                    <a:pt x="637954" y="817807"/>
                  </a:lnTo>
                  <a:lnTo>
                    <a:pt x="636952" y="817377"/>
                  </a:lnTo>
                  <a:lnTo>
                    <a:pt x="635943" y="816966"/>
                  </a:lnTo>
                  <a:lnTo>
                    <a:pt x="634927" y="816572"/>
                  </a:lnTo>
                  <a:lnTo>
                    <a:pt x="633905" y="816193"/>
                  </a:lnTo>
                  <a:lnTo>
                    <a:pt x="632877" y="815826"/>
                  </a:lnTo>
                  <a:lnTo>
                    <a:pt x="631845" y="815470"/>
                  </a:lnTo>
                  <a:lnTo>
                    <a:pt x="630808" y="815123"/>
                  </a:lnTo>
                  <a:lnTo>
                    <a:pt x="629767" y="814782"/>
                  </a:lnTo>
                  <a:lnTo>
                    <a:pt x="628722" y="814446"/>
                  </a:lnTo>
                  <a:lnTo>
                    <a:pt x="627675" y="814112"/>
                  </a:lnTo>
                  <a:lnTo>
                    <a:pt x="626626" y="813779"/>
                  </a:lnTo>
                  <a:lnTo>
                    <a:pt x="625576" y="813444"/>
                  </a:lnTo>
                  <a:lnTo>
                    <a:pt x="624524" y="813105"/>
                  </a:lnTo>
                  <a:lnTo>
                    <a:pt x="623537" y="812772"/>
                  </a:lnTo>
                  <a:lnTo>
                    <a:pt x="622542" y="812437"/>
                  </a:lnTo>
                  <a:lnTo>
                    <a:pt x="621535" y="812098"/>
                  </a:lnTo>
                  <a:lnTo>
                    <a:pt x="620862" y="811879"/>
                  </a:lnTo>
                  <a:lnTo>
                    <a:pt x="618830" y="811217"/>
                  </a:lnTo>
                  <a:lnTo>
                    <a:pt x="617833" y="810715"/>
                  </a:lnTo>
                  <a:lnTo>
                    <a:pt x="616931" y="810178"/>
                  </a:lnTo>
                  <a:lnTo>
                    <a:pt x="616103" y="809603"/>
                  </a:lnTo>
                  <a:lnTo>
                    <a:pt x="615328" y="808988"/>
                  </a:lnTo>
                  <a:lnTo>
                    <a:pt x="614587" y="808329"/>
                  </a:lnTo>
                  <a:lnTo>
                    <a:pt x="613857" y="807623"/>
                  </a:lnTo>
                  <a:lnTo>
                    <a:pt x="613120" y="806866"/>
                  </a:lnTo>
                  <a:lnTo>
                    <a:pt x="612355" y="806055"/>
                  </a:lnTo>
                  <a:lnTo>
                    <a:pt x="611139" y="805425"/>
                  </a:lnTo>
                  <a:lnTo>
                    <a:pt x="610274" y="804992"/>
                  </a:lnTo>
                  <a:lnTo>
                    <a:pt x="609521" y="804648"/>
                  </a:lnTo>
                  <a:lnTo>
                    <a:pt x="608643" y="804283"/>
                  </a:lnTo>
                  <a:lnTo>
                    <a:pt x="607402" y="803788"/>
                  </a:lnTo>
                  <a:lnTo>
                    <a:pt x="606920" y="803598"/>
                  </a:lnTo>
                  <a:lnTo>
                    <a:pt x="606296" y="803351"/>
                  </a:lnTo>
                  <a:lnTo>
                    <a:pt x="605113" y="802882"/>
                  </a:lnTo>
                  <a:lnTo>
                    <a:pt x="602954" y="802026"/>
                  </a:lnTo>
                  <a:lnTo>
                    <a:pt x="602954" y="800694"/>
                  </a:lnTo>
                  <a:lnTo>
                    <a:pt x="602954" y="799341"/>
                  </a:lnTo>
                  <a:lnTo>
                    <a:pt x="601984" y="798949"/>
                  </a:lnTo>
                  <a:lnTo>
                    <a:pt x="601014" y="798561"/>
                  </a:lnTo>
                  <a:lnTo>
                    <a:pt x="600044" y="798178"/>
                  </a:lnTo>
                  <a:lnTo>
                    <a:pt x="599073" y="797799"/>
                  </a:lnTo>
                  <a:lnTo>
                    <a:pt x="598102" y="797425"/>
                  </a:lnTo>
                  <a:lnTo>
                    <a:pt x="597128" y="797057"/>
                  </a:lnTo>
                  <a:lnTo>
                    <a:pt x="596152" y="796695"/>
                  </a:lnTo>
                  <a:lnTo>
                    <a:pt x="595173" y="796339"/>
                  </a:lnTo>
                  <a:lnTo>
                    <a:pt x="594190" y="795990"/>
                  </a:lnTo>
                  <a:lnTo>
                    <a:pt x="593203" y="795647"/>
                  </a:lnTo>
                  <a:lnTo>
                    <a:pt x="592211" y="795312"/>
                  </a:lnTo>
                  <a:lnTo>
                    <a:pt x="592211" y="793979"/>
                  </a:lnTo>
                  <a:lnTo>
                    <a:pt x="592211" y="792626"/>
                  </a:lnTo>
                  <a:lnTo>
                    <a:pt x="591103" y="792183"/>
                  </a:lnTo>
                  <a:lnTo>
                    <a:pt x="589993" y="791739"/>
                  </a:lnTo>
                  <a:lnTo>
                    <a:pt x="588879" y="791293"/>
                  </a:lnTo>
                  <a:lnTo>
                    <a:pt x="587760" y="790846"/>
                  </a:lnTo>
                  <a:lnTo>
                    <a:pt x="586633" y="790395"/>
                  </a:lnTo>
                  <a:lnTo>
                    <a:pt x="585497" y="789941"/>
                  </a:lnTo>
                  <a:lnTo>
                    <a:pt x="585497" y="788608"/>
                  </a:lnTo>
                  <a:lnTo>
                    <a:pt x="585497" y="787255"/>
                  </a:lnTo>
                  <a:lnTo>
                    <a:pt x="584460" y="786727"/>
                  </a:lnTo>
                  <a:lnTo>
                    <a:pt x="583435" y="786222"/>
                  </a:lnTo>
                  <a:lnTo>
                    <a:pt x="582415" y="785739"/>
                  </a:lnTo>
                  <a:lnTo>
                    <a:pt x="581395" y="785277"/>
                  </a:lnTo>
                  <a:lnTo>
                    <a:pt x="580370" y="784834"/>
                  </a:lnTo>
                  <a:lnTo>
                    <a:pt x="579332" y="784408"/>
                  </a:lnTo>
                  <a:lnTo>
                    <a:pt x="578278" y="784000"/>
                  </a:lnTo>
                  <a:lnTo>
                    <a:pt x="577202" y="783606"/>
                  </a:lnTo>
                  <a:lnTo>
                    <a:pt x="576097" y="783226"/>
                  </a:lnTo>
                  <a:lnTo>
                    <a:pt x="576097" y="781893"/>
                  </a:lnTo>
                  <a:lnTo>
                    <a:pt x="576097" y="780540"/>
                  </a:lnTo>
                  <a:lnTo>
                    <a:pt x="574889" y="779999"/>
                  </a:lnTo>
                  <a:lnTo>
                    <a:pt x="573662" y="779449"/>
                  </a:lnTo>
                  <a:lnTo>
                    <a:pt x="572608" y="778855"/>
                  </a:lnTo>
                  <a:lnTo>
                    <a:pt x="571636" y="778258"/>
                  </a:lnTo>
                  <a:lnTo>
                    <a:pt x="570731" y="777644"/>
                  </a:lnTo>
                  <a:lnTo>
                    <a:pt x="569878" y="776999"/>
                  </a:lnTo>
                  <a:lnTo>
                    <a:pt x="569063" y="776309"/>
                  </a:lnTo>
                  <a:lnTo>
                    <a:pt x="568271" y="775559"/>
                  </a:lnTo>
                  <a:lnTo>
                    <a:pt x="567487" y="774736"/>
                  </a:lnTo>
                  <a:lnTo>
                    <a:pt x="566697" y="773826"/>
                  </a:lnTo>
                  <a:lnTo>
                    <a:pt x="566697" y="772493"/>
                  </a:lnTo>
                  <a:lnTo>
                    <a:pt x="566697" y="771140"/>
                  </a:lnTo>
                  <a:lnTo>
                    <a:pt x="565633" y="771140"/>
                  </a:lnTo>
                  <a:lnTo>
                    <a:pt x="564566" y="771140"/>
                  </a:lnTo>
                  <a:lnTo>
                    <a:pt x="563494" y="771140"/>
                  </a:lnTo>
                  <a:lnTo>
                    <a:pt x="562415" y="771140"/>
                  </a:lnTo>
                  <a:lnTo>
                    <a:pt x="561325" y="771140"/>
                  </a:lnTo>
                  <a:lnTo>
                    <a:pt x="561325" y="769807"/>
                  </a:lnTo>
                  <a:lnTo>
                    <a:pt x="561325" y="768454"/>
                  </a:lnTo>
                  <a:lnTo>
                    <a:pt x="559992" y="768454"/>
                  </a:lnTo>
                  <a:lnTo>
                    <a:pt x="558639" y="768454"/>
                  </a:lnTo>
                  <a:lnTo>
                    <a:pt x="558418" y="767346"/>
                  </a:lnTo>
                  <a:lnTo>
                    <a:pt x="558196" y="766236"/>
                  </a:lnTo>
                  <a:lnTo>
                    <a:pt x="557973" y="765122"/>
                  </a:lnTo>
                  <a:lnTo>
                    <a:pt x="557749" y="764003"/>
                  </a:lnTo>
                  <a:lnTo>
                    <a:pt x="557524" y="762876"/>
                  </a:lnTo>
                  <a:lnTo>
                    <a:pt x="557296" y="761740"/>
                  </a:lnTo>
                  <a:lnTo>
                    <a:pt x="555965" y="761740"/>
                  </a:lnTo>
                  <a:lnTo>
                    <a:pt x="554626" y="761740"/>
                  </a:lnTo>
                  <a:lnTo>
                    <a:pt x="553268" y="761740"/>
                  </a:lnTo>
                  <a:lnTo>
                    <a:pt x="552609" y="760852"/>
                  </a:lnTo>
                  <a:lnTo>
                    <a:pt x="551969" y="759966"/>
                  </a:lnTo>
                  <a:lnTo>
                    <a:pt x="551347" y="759079"/>
                  </a:lnTo>
                  <a:lnTo>
                    <a:pt x="550742" y="758190"/>
                  </a:lnTo>
                  <a:lnTo>
                    <a:pt x="550156" y="757295"/>
                  </a:lnTo>
                  <a:lnTo>
                    <a:pt x="549588" y="756391"/>
                  </a:lnTo>
                  <a:lnTo>
                    <a:pt x="549037" y="755478"/>
                  </a:lnTo>
                  <a:lnTo>
                    <a:pt x="548505" y="754551"/>
                  </a:lnTo>
                  <a:lnTo>
                    <a:pt x="547990" y="753608"/>
                  </a:lnTo>
                  <a:lnTo>
                    <a:pt x="547493" y="752647"/>
                  </a:lnTo>
                  <a:lnTo>
                    <a:pt x="547014" y="751666"/>
                  </a:lnTo>
                  <a:lnTo>
                    <a:pt x="546553" y="750661"/>
                  </a:lnTo>
                  <a:lnTo>
                    <a:pt x="545876" y="749504"/>
                  </a:lnTo>
                  <a:lnTo>
                    <a:pt x="545323" y="748733"/>
                  </a:lnTo>
                  <a:lnTo>
                    <a:pt x="544698" y="748171"/>
                  </a:lnTo>
                  <a:lnTo>
                    <a:pt x="543803" y="747642"/>
                  </a:lnTo>
                  <a:lnTo>
                    <a:pt x="542440" y="746968"/>
                  </a:lnTo>
                  <a:lnTo>
                    <a:pt x="541163" y="746290"/>
                  </a:lnTo>
                  <a:lnTo>
                    <a:pt x="540336" y="745733"/>
                  </a:lnTo>
                  <a:lnTo>
                    <a:pt x="539788" y="745095"/>
                  </a:lnTo>
                  <a:lnTo>
                    <a:pt x="539344" y="744175"/>
                  </a:lnTo>
                  <a:lnTo>
                    <a:pt x="538832" y="742772"/>
                  </a:lnTo>
                  <a:lnTo>
                    <a:pt x="538665" y="741522"/>
                  </a:lnTo>
                  <a:lnTo>
                    <a:pt x="538496" y="740254"/>
                  </a:lnTo>
                  <a:lnTo>
                    <a:pt x="537163" y="740254"/>
                  </a:lnTo>
                  <a:lnTo>
                    <a:pt x="535810" y="740254"/>
                  </a:lnTo>
                  <a:lnTo>
                    <a:pt x="534807" y="738248"/>
                  </a:lnTo>
                  <a:lnTo>
                    <a:pt x="533980" y="736591"/>
                  </a:lnTo>
                  <a:lnTo>
                    <a:pt x="533302" y="735233"/>
                  </a:lnTo>
                  <a:lnTo>
                    <a:pt x="532751" y="734124"/>
                  </a:lnTo>
                  <a:lnTo>
                    <a:pt x="532301" y="733212"/>
                  </a:lnTo>
                  <a:lnTo>
                    <a:pt x="531928" y="732449"/>
                  </a:lnTo>
                  <a:lnTo>
                    <a:pt x="531607" y="731784"/>
                  </a:lnTo>
                  <a:lnTo>
                    <a:pt x="531314" y="731165"/>
                  </a:lnTo>
                  <a:lnTo>
                    <a:pt x="531024" y="730544"/>
                  </a:lnTo>
                  <a:lnTo>
                    <a:pt x="530712" y="729869"/>
                  </a:lnTo>
                  <a:lnTo>
                    <a:pt x="530354" y="729090"/>
                  </a:lnTo>
                  <a:lnTo>
                    <a:pt x="529719" y="727974"/>
                  </a:lnTo>
                  <a:lnTo>
                    <a:pt x="529196" y="727228"/>
                  </a:lnTo>
                  <a:lnTo>
                    <a:pt x="528596" y="726680"/>
                  </a:lnTo>
                  <a:lnTo>
                    <a:pt x="527731" y="726156"/>
                  </a:lnTo>
                  <a:lnTo>
                    <a:pt x="526410" y="725482"/>
                  </a:lnTo>
                  <a:lnTo>
                    <a:pt x="525761" y="724369"/>
                  </a:lnTo>
                  <a:lnTo>
                    <a:pt x="525218" y="723358"/>
                  </a:lnTo>
                  <a:lnTo>
                    <a:pt x="524774" y="722412"/>
                  </a:lnTo>
                  <a:lnTo>
                    <a:pt x="524420" y="721494"/>
                  </a:lnTo>
                  <a:lnTo>
                    <a:pt x="524148" y="720570"/>
                  </a:lnTo>
                  <a:lnTo>
                    <a:pt x="523951" y="719603"/>
                  </a:lnTo>
                  <a:lnTo>
                    <a:pt x="523820" y="718557"/>
                  </a:lnTo>
                  <a:lnTo>
                    <a:pt x="523747" y="717395"/>
                  </a:lnTo>
                  <a:lnTo>
                    <a:pt x="523724" y="716082"/>
                  </a:lnTo>
                  <a:lnTo>
                    <a:pt x="522392" y="716082"/>
                  </a:lnTo>
                  <a:lnTo>
                    <a:pt x="521039" y="716082"/>
                  </a:lnTo>
                  <a:lnTo>
                    <a:pt x="520632" y="715059"/>
                  </a:lnTo>
                  <a:lnTo>
                    <a:pt x="520227" y="714036"/>
                  </a:lnTo>
                  <a:lnTo>
                    <a:pt x="519825" y="713012"/>
                  </a:lnTo>
                  <a:lnTo>
                    <a:pt x="519424" y="711987"/>
                  </a:lnTo>
                  <a:lnTo>
                    <a:pt x="519024" y="710962"/>
                  </a:lnTo>
                  <a:lnTo>
                    <a:pt x="518462" y="709533"/>
                  </a:lnTo>
                  <a:lnTo>
                    <a:pt x="517891" y="708082"/>
                  </a:lnTo>
                  <a:lnTo>
                    <a:pt x="517520" y="706908"/>
                  </a:lnTo>
                  <a:lnTo>
                    <a:pt x="517271" y="706003"/>
                  </a:lnTo>
                  <a:lnTo>
                    <a:pt x="517120" y="705178"/>
                  </a:lnTo>
                  <a:lnTo>
                    <a:pt x="517043" y="704247"/>
                  </a:lnTo>
                  <a:lnTo>
                    <a:pt x="517014" y="703020"/>
                  </a:lnTo>
                  <a:lnTo>
                    <a:pt x="517010" y="701310"/>
                  </a:lnTo>
                  <a:lnTo>
                    <a:pt x="515677" y="701310"/>
                  </a:lnTo>
                  <a:lnTo>
                    <a:pt x="514324" y="701310"/>
                  </a:lnTo>
                  <a:lnTo>
                    <a:pt x="513974" y="700303"/>
                  </a:lnTo>
                  <a:lnTo>
                    <a:pt x="513624" y="699295"/>
                  </a:lnTo>
                  <a:lnTo>
                    <a:pt x="513275" y="698288"/>
                  </a:lnTo>
                  <a:lnTo>
                    <a:pt x="512925" y="697280"/>
                  </a:lnTo>
                  <a:lnTo>
                    <a:pt x="512575" y="696273"/>
                  </a:lnTo>
                  <a:lnTo>
                    <a:pt x="512226" y="695265"/>
                  </a:lnTo>
                  <a:lnTo>
                    <a:pt x="511876" y="694258"/>
                  </a:lnTo>
                  <a:lnTo>
                    <a:pt x="511527" y="693250"/>
                  </a:lnTo>
                  <a:lnTo>
                    <a:pt x="511178" y="692242"/>
                  </a:lnTo>
                  <a:lnTo>
                    <a:pt x="510828" y="691235"/>
                  </a:lnTo>
                  <a:lnTo>
                    <a:pt x="510479" y="690227"/>
                  </a:lnTo>
                  <a:lnTo>
                    <a:pt x="510130" y="689219"/>
                  </a:lnTo>
                  <a:lnTo>
                    <a:pt x="509781" y="688211"/>
                  </a:lnTo>
                  <a:lnTo>
                    <a:pt x="509432" y="687203"/>
                  </a:lnTo>
                  <a:lnTo>
                    <a:pt x="509083" y="686195"/>
                  </a:lnTo>
                  <a:lnTo>
                    <a:pt x="508734" y="685188"/>
                  </a:lnTo>
                  <a:lnTo>
                    <a:pt x="508355" y="684093"/>
                  </a:lnTo>
                  <a:lnTo>
                    <a:pt x="507975" y="682998"/>
                  </a:lnTo>
                  <a:lnTo>
                    <a:pt x="507595" y="681903"/>
                  </a:lnTo>
                  <a:lnTo>
                    <a:pt x="507215" y="680809"/>
                  </a:lnTo>
                  <a:lnTo>
                    <a:pt x="506835" y="679714"/>
                  </a:lnTo>
                  <a:lnTo>
                    <a:pt x="506492" y="678725"/>
                  </a:lnTo>
                  <a:lnTo>
                    <a:pt x="506149" y="677737"/>
                  </a:lnTo>
                  <a:lnTo>
                    <a:pt x="505806" y="676748"/>
                  </a:lnTo>
                  <a:lnTo>
                    <a:pt x="505464" y="675759"/>
                  </a:lnTo>
                  <a:lnTo>
                    <a:pt x="505121" y="674770"/>
                  </a:lnTo>
                  <a:lnTo>
                    <a:pt x="504779" y="673781"/>
                  </a:lnTo>
                  <a:lnTo>
                    <a:pt x="504437" y="672792"/>
                  </a:lnTo>
                  <a:lnTo>
                    <a:pt x="504095" y="671803"/>
                  </a:lnTo>
                  <a:lnTo>
                    <a:pt x="503683" y="670616"/>
                  </a:lnTo>
                  <a:lnTo>
                    <a:pt x="503270" y="669424"/>
                  </a:lnTo>
                  <a:lnTo>
                    <a:pt x="502854" y="668223"/>
                  </a:lnTo>
                  <a:lnTo>
                    <a:pt x="502433" y="667009"/>
                  </a:lnTo>
                  <a:lnTo>
                    <a:pt x="502106" y="666012"/>
                  </a:lnTo>
                  <a:lnTo>
                    <a:pt x="501784" y="665014"/>
                  </a:lnTo>
                  <a:lnTo>
                    <a:pt x="501467" y="664015"/>
                  </a:lnTo>
                  <a:lnTo>
                    <a:pt x="501156" y="663016"/>
                  </a:lnTo>
                  <a:lnTo>
                    <a:pt x="500848" y="662015"/>
                  </a:lnTo>
                  <a:lnTo>
                    <a:pt x="500544" y="661013"/>
                  </a:lnTo>
                  <a:lnTo>
                    <a:pt x="500244" y="660011"/>
                  </a:lnTo>
                  <a:lnTo>
                    <a:pt x="499947" y="659007"/>
                  </a:lnTo>
                  <a:lnTo>
                    <a:pt x="499653" y="658003"/>
                  </a:lnTo>
                  <a:lnTo>
                    <a:pt x="499361" y="656998"/>
                  </a:lnTo>
                  <a:lnTo>
                    <a:pt x="499071" y="655991"/>
                  </a:lnTo>
                  <a:lnTo>
                    <a:pt x="498783" y="654984"/>
                  </a:lnTo>
                  <a:lnTo>
                    <a:pt x="498496" y="653976"/>
                  </a:lnTo>
                  <a:lnTo>
                    <a:pt x="498210" y="652966"/>
                  </a:lnTo>
                  <a:lnTo>
                    <a:pt x="497823" y="651902"/>
                  </a:lnTo>
                  <a:lnTo>
                    <a:pt x="497432" y="650840"/>
                  </a:lnTo>
                  <a:lnTo>
                    <a:pt x="497039" y="649778"/>
                  </a:lnTo>
                  <a:lnTo>
                    <a:pt x="496642" y="648718"/>
                  </a:lnTo>
                  <a:lnTo>
                    <a:pt x="496242" y="647658"/>
                  </a:lnTo>
                  <a:lnTo>
                    <a:pt x="495838" y="646601"/>
                  </a:lnTo>
                  <a:lnTo>
                    <a:pt x="495431" y="645544"/>
                  </a:lnTo>
                  <a:lnTo>
                    <a:pt x="495020" y="644489"/>
                  </a:lnTo>
                  <a:lnTo>
                    <a:pt x="494827" y="643991"/>
                  </a:lnTo>
                  <a:lnTo>
                    <a:pt x="494577" y="643347"/>
                  </a:lnTo>
                  <a:lnTo>
                    <a:pt x="494102" y="642126"/>
                  </a:lnTo>
                  <a:lnTo>
                    <a:pt x="493237" y="639899"/>
                  </a:lnTo>
                  <a:lnTo>
                    <a:pt x="492827" y="638870"/>
                  </a:lnTo>
                  <a:lnTo>
                    <a:pt x="492416" y="637843"/>
                  </a:lnTo>
                  <a:lnTo>
                    <a:pt x="492002" y="636816"/>
                  </a:lnTo>
                  <a:lnTo>
                    <a:pt x="491587" y="635791"/>
                  </a:lnTo>
                  <a:lnTo>
                    <a:pt x="491170" y="634766"/>
                  </a:lnTo>
                  <a:lnTo>
                    <a:pt x="490751" y="633742"/>
                  </a:lnTo>
                  <a:lnTo>
                    <a:pt x="490332" y="632718"/>
                  </a:lnTo>
                  <a:lnTo>
                    <a:pt x="489910" y="631695"/>
                  </a:lnTo>
                  <a:lnTo>
                    <a:pt x="489488" y="630672"/>
                  </a:lnTo>
                  <a:lnTo>
                    <a:pt x="489065" y="629649"/>
                  </a:lnTo>
                  <a:lnTo>
                    <a:pt x="488641" y="628627"/>
                  </a:lnTo>
                  <a:lnTo>
                    <a:pt x="488241" y="627622"/>
                  </a:lnTo>
                  <a:lnTo>
                    <a:pt x="487854" y="626616"/>
                  </a:lnTo>
                  <a:lnTo>
                    <a:pt x="487480" y="625608"/>
                  </a:lnTo>
                  <a:lnTo>
                    <a:pt x="487117" y="624599"/>
                  </a:lnTo>
                  <a:lnTo>
                    <a:pt x="486765" y="623587"/>
                  </a:lnTo>
                  <a:lnTo>
                    <a:pt x="486424" y="622572"/>
                  </a:lnTo>
                  <a:lnTo>
                    <a:pt x="486093" y="621556"/>
                  </a:lnTo>
                  <a:lnTo>
                    <a:pt x="485770" y="620537"/>
                  </a:lnTo>
                  <a:lnTo>
                    <a:pt x="485457" y="619516"/>
                  </a:lnTo>
                  <a:lnTo>
                    <a:pt x="485152" y="618492"/>
                  </a:lnTo>
                  <a:lnTo>
                    <a:pt x="484853" y="617465"/>
                  </a:lnTo>
                  <a:lnTo>
                    <a:pt x="484562" y="616436"/>
                  </a:lnTo>
                  <a:lnTo>
                    <a:pt x="484277" y="615404"/>
                  </a:lnTo>
                  <a:lnTo>
                    <a:pt x="483997" y="614369"/>
                  </a:lnTo>
                  <a:lnTo>
                    <a:pt x="483721" y="613331"/>
                  </a:lnTo>
                  <a:lnTo>
                    <a:pt x="483450" y="612290"/>
                  </a:lnTo>
                  <a:lnTo>
                    <a:pt x="483183" y="611246"/>
                  </a:lnTo>
                  <a:lnTo>
                    <a:pt x="482918" y="610198"/>
                  </a:lnTo>
                  <a:lnTo>
                    <a:pt x="482421" y="608507"/>
                  </a:lnTo>
                  <a:lnTo>
                    <a:pt x="482030" y="607502"/>
                  </a:lnTo>
                  <a:lnTo>
                    <a:pt x="481541" y="606787"/>
                  </a:lnTo>
                  <a:lnTo>
                    <a:pt x="480752" y="605966"/>
                  </a:lnTo>
                  <a:lnTo>
                    <a:pt x="480729" y="604847"/>
                  </a:lnTo>
                  <a:lnTo>
                    <a:pt x="480715" y="603728"/>
                  </a:lnTo>
                  <a:lnTo>
                    <a:pt x="480710" y="602608"/>
                  </a:lnTo>
                  <a:lnTo>
                    <a:pt x="480714" y="601489"/>
                  </a:lnTo>
                  <a:lnTo>
                    <a:pt x="480728" y="600370"/>
                  </a:lnTo>
                  <a:lnTo>
                    <a:pt x="480752" y="599251"/>
                  </a:lnTo>
                  <a:lnTo>
                    <a:pt x="479419" y="599251"/>
                  </a:lnTo>
                  <a:lnTo>
                    <a:pt x="478066" y="599251"/>
                  </a:lnTo>
                  <a:lnTo>
                    <a:pt x="477883" y="598237"/>
                  </a:lnTo>
                  <a:lnTo>
                    <a:pt x="477700" y="597221"/>
                  </a:lnTo>
                  <a:lnTo>
                    <a:pt x="477516" y="596199"/>
                  </a:lnTo>
                  <a:lnTo>
                    <a:pt x="477330" y="595170"/>
                  </a:lnTo>
                  <a:lnTo>
                    <a:pt x="477142" y="594131"/>
                  </a:lnTo>
                  <a:lnTo>
                    <a:pt x="476895" y="593060"/>
                  </a:lnTo>
                  <a:lnTo>
                    <a:pt x="476628" y="592005"/>
                  </a:lnTo>
                  <a:lnTo>
                    <a:pt x="476343" y="590962"/>
                  </a:lnTo>
                  <a:lnTo>
                    <a:pt x="476041" y="589932"/>
                  </a:lnTo>
                  <a:lnTo>
                    <a:pt x="475722" y="588912"/>
                  </a:lnTo>
                  <a:lnTo>
                    <a:pt x="475387" y="587902"/>
                  </a:lnTo>
                  <a:lnTo>
                    <a:pt x="475037" y="586900"/>
                  </a:lnTo>
                  <a:lnTo>
                    <a:pt x="474672" y="585906"/>
                  </a:lnTo>
                  <a:lnTo>
                    <a:pt x="474294" y="584917"/>
                  </a:lnTo>
                  <a:lnTo>
                    <a:pt x="473903" y="583933"/>
                  </a:lnTo>
                  <a:lnTo>
                    <a:pt x="473500" y="582952"/>
                  </a:lnTo>
                  <a:lnTo>
                    <a:pt x="473086" y="581973"/>
                  </a:lnTo>
                  <a:lnTo>
                    <a:pt x="472661" y="580995"/>
                  </a:lnTo>
                  <a:lnTo>
                    <a:pt x="472226" y="580017"/>
                  </a:lnTo>
                  <a:lnTo>
                    <a:pt x="471782" y="579037"/>
                  </a:lnTo>
                  <a:lnTo>
                    <a:pt x="471329" y="578054"/>
                  </a:lnTo>
                  <a:lnTo>
                    <a:pt x="470869" y="577068"/>
                  </a:lnTo>
                  <a:lnTo>
                    <a:pt x="470402" y="576076"/>
                  </a:lnTo>
                  <a:lnTo>
                    <a:pt x="469955" y="575117"/>
                  </a:lnTo>
                  <a:lnTo>
                    <a:pt x="469516" y="574159"/>
                  </a:lnTo>
                  <a:lnTo>
                    <a:pt x="469084" y="573199"/>
                  </a:lnTo>
                  <a:lnTo>
                    <a:pt x="468661" y="572238"/>
                  </a:lnTo>
                  <a:lnTo>
                    <a:pt x="468245" y="571277"/>
                  </a:lnTo>
                  <a:lnTo>
                    <a:pt x="467836" y="570314"/>
                  </a:lnTo>
                  <a:lnTo>
                    <a:pt x="467435" y="569350"/>
                  </a:lnTo>
                  <a:lnTo>
                    <a:pt x="467040" y="568385"/>
                  </a:lnTo>
                  <a:lnTo>
                    <a:pt x="466653" y="567418"/>
                  </a:lnTo>
                  <a:lnTo>
                    <a:pt x="466272" y="566451"/>
                  </a:lnTo>
                  <a:lnTo>
                    <a:pt x="465897" y="565481"/>
                  </a:lnTo>
                  <a:lnTo>
                    <a:pt x="465529" y="564511"/>
                  </a:lnTo>
                  <a:lnTo>
                    <a:pt x="465167" y="563538"/>
                  </a:lnTo>
                  <a:lnTo>
                    <a:pt x="464811" y="562564"/>
                  </a:lnTo>
                  <a:lnTo>
                    <a:pt x="464460" y="561588"/>
                  </a:lnTo>
                  <a:lnTo>
                    <a:pt x="464115" y="560610"/>
                  </a:lnTo>
                  <a:lnTo>
                    <a:pt x="463776" y="559630"/>
                  </a:lnTo>
                  <a:lnTo>
                    <a:pt x="463441" y="558649"/>
                  </a:lnTo>
                  <a:lnTo>
                    <a:pt x="463112" y="557665"/>
                  </a:lnTo>
                  <a:lnTo>
                    <a:pt x="462787" y="556678"/>
                  </a:lnTo>
                  <a:lnTo>
                    <a:pt x="462467" y="555690"/>
                  </a:lnTo>
                  <a:lnTo>
                    <a:pt x="462151" y="554699"/>
                  </a:lnTo>
                  <a:lnTo>
                    <a:pt x="461839" y="553706"/>
                  </a:lnTo>
                  <a:lnTo>
                    <a:pt x="461531" y="552710"/>
                  </a:lnTo>
                  <a:lnTo>
                    <a:pt x="461228" y="551712"/>
                  </a:lnTo>
                  <a:lnTo>
                    <a:pt x="460927" y="550711"/>
                  </a:lnTo>
                  <a:lnTo>
                    <a:pt x="460631" y="549707"/>
                  </a:lnTo>
                  <a:lnTo>
                    <a:pt x="460337" y="548701"/>
                  </a:lnTo>
                  <a:lnTo>
                    <a:pt x="460047" y="547691"/>
                  </a:lnTo>
                  <a:lnTo>
                    <a:pt x="459759" y="546679"/>
                  </a:lnTo>
                  <a:lnTo>
                    <a:pt x="459474" y="545663"/>
                  </a:lnTo>
                  <a:lnTo>
                    <a:pt x="459192" y="544644"/>
                  </a:lnTo>
                  <a:lnTo>
                    <a:pt x="458899" y="543621"/>
                  </a:lnTo>
                  <a:lnTo>
                    <a:pt x="458600" y="542602"/>
                  </a:lnTo>
                  <a:lnTo>
                    <a:pt x="458296" y="541586"/>
                  </a:lnTo>
                  <a:lnTo>
                    <a:pt x="457986" y="540574"/>
                  </a:lnTo>
                  <a:lnTo>
                    <a:pt x="457671" y="539564"/>
                  </a:lnTo>
                  <a:lnTo>
                    <a:pt x="457349" y="538557"/>
                  </a:lnTo>
                  <a:lnTo>
                    <a:pt x="457023" y="537551"/>
                  </a:lnTo>
                  <a:lnTo>
                    <a:pt x="456690" y="536546"/>
                  </a:lnTo>
                  <a:lnTo>
                    <a:pt x="456351" y="535542"/>
                  </a:lnTo>
                  <a:lnTo>
                    <a:pt x="456007" y="534538"/>
                  </a:lnTo>
                  <a:lnTo>
                    <a:pt x="455656" y="533533"/>
                  </a:lnTo>
                  <a:lnTo>
                    <a:pt x="455304" y="532475"/>
                  </a:lnTo>
                  <a:lnTo>
                    <a:pt x="454976" y="531424"/>
                  </a:lnTo>
                  <a:lnTo>
                    <a:pt x="454673" y="530377"/>
                  </a:lnTo>
                  <a:lnTo>
                    <a:pt x="454392" y="529333"/>
                  </a:lnTo>
                  <a:lnTo>
                    <a:pt x="454132" y="528290"/>
                  </a:lnTo>
                  <a:lnTo>
                    <a:pt x="453892" y="527246"/>
                  </a:lnTo>
                  <a:lnTo>
                    <a:pt x="453672" y="526200"/>
                  </a:lnTo>
                  <a:lnTo>
                    <a:pt x="453469" y="525151"/>
                  </a:lnTo>
                  <a:lnTo>
                    <a:pt x="453282" y="524095"/>
                  </a:lnTo>
                  <a:lnTo>
                    <a:pt x="453111" y="523033"/>
                  </a:lnTo>
                  <a:lnTo>
                    <a:pt x="452953" y="521962"/>
                  </a:lnTo>
                  <a:lnTo>
                    <a:pt x="452808" y="520880"/>
                  </a:lnTo>
                  <a:lnTo>
                    <a:pt x="452675" y="519786"/>
                  </a:lnTo>
                  <a:lnTo>
                    <a:pt x="452552" y="518678"/>
                  </a:lnTo>
                  <a:lnTo>
                    <a:pt x="451219" y="518678"/>
                  </a:lnTo>
                  <a:lnTo>
                    <a:pt x="449866" y="518678"/>
                  </a:lnTo>
                  <a:lnTo>
                    <a:pt x="449459" y="517521"/>
                  </a:lnTo>
                  <a:lnTo>
                    <a:pt x="449055" y="516363"/>
                  </a:lnTo>
                  <a:lnTo>
                    <a:pt x="448653" y="515204"/>
                  </a:lnTo>
                  <a:lnTo>
                    <a:pt x="448251" y="514046"/>
                  </a:lnTo>
                  <a:lnTo>
                    <a:pt x="447851" y="512886"/>
                  </a:lnTo>
                  <a:lnTo>
                    <a:pt x="447477" y="511810"/>
                  </a:lnTo>
                  <a:lnTo>
                    <a:pt x="447100" y="510727"/>
                  </a:lnTo>
                  <a:lnTo>
                    <a:pt x="446718" y="509630"/>
                  </a:lnTo>
                  <a:lnTo>
                    <a:pt x="446347" y="508331"/>
                  </a:lnTo>
                  <a:lnTo>
                    <a:pt x="446098" y="507343"/>
                  </a:lnTo>
                  <a:lnTo>
                    <a:pt x="445947" y="506468"/>
                  </a:lnTo>
                  <a:lnTo>
                    <a:pt x="445870" y="505511"/>
                  </a:lnTo>
                  <a:lnTo>
                    <a:pt x="445841" y="504275"/>
                  </a:lnTo>
                  <a:lnTo>
                    <a:pt x="445837" y="502564"/>
                  </a:lnTo>
                  <a:lnTo>
                    <a:pt x="444689" y="502978"/>
                  </a:lnTo>
                  <a:lnTo>
                    <a:pt x="443523" y="503397"/>
                  </a:lnTo>
                  <a:lnTo>
                    <a:pt x="442457" y="503763"/>
                  </a:lnTo>
                  <a:lnTo>
                    <a:pt x="441397" y="504114"/>
                  </a:lnTo>
                  <a:lnTo>
                    <a:pt x="440343" y="504450"/>
                  </a:lnTo>
                  <a:lnTo>
                    <a:pt x="439293" y="504771"/>
                  </a:lnTo>
                  <a:lnTo>
                    <a:pt x="438246" y="505078"/>
                  </a:lnTo>
                  <a:lnTo>
                    <a:pt x="437201" y="505371"/>
                  </a:lnTo>
                  <a:lnTo>
                    <a:pt x="436157" y="505651"/>
                  </a:lnTo>
                  <a:lnTo>
                    <a:pt x="435112" y="505918"/>
                  </a:lnTo>
                  <a:lnTo>
                    <a:pt x="434066" y="506171"/>
                  </a:lnTo>
                  <a:lnTo>
                    <a:pt x="433016" y="506413"/>
                  </a:lnTo>
                  <a:lnTo>
                    <a:pt x="431961" y="506642"/>
                  </a:lnTo>
                  <a:lnTo>
                    <a:pt x="430901" y="506859"/>
                  </a:lnTo>
                  <a:lnTo>
                    <a:pt x="429834" y="507065"/>
                  </a:lnTo>
                  <a:lnTo>
                    <a:pt x="428759" y="507260"/>
                  </a:lnTo>
                  <a:lnTo>
                    <a:pt x="427674" y="507444"/>
                  </a:lnTo>
                  <a:lnTo>
                    <a:pt x="426579" y="507618"/>
                  </a:lnTo>
                  <a:lnTo>
                    <a:pt x="425472" y="507781"/>
                  </a:lnTo>
                  <a:lnTo>
                    <a:pt x="424351" y="507935"/>
                  </a:lnTo>
                  <a:lnTo>
                    <a:pt x="423343" y="508268"/>
                  </a:lnTo>
                  <a:lnTo>
                    <a:pt x="422335" y="508601"/>
                  </a:lnTo>
                  <a:lnTo>
                    <a:pt x="421328" y="508935"/>
                  </a:lnTo>
                  <a:lnTo>
                    <a:pt x="420320" y="509271"/>
                  </a:lnTo>
                  <a:lnTo>
                    <a:pt x="419313" y="509607"/>
                  </a:lnTo>
                  <a:lnTo>
                    <a:pt x="418306" y="509944"/>
                  </a:lnTo>
                  <a:lnTo>
                    <a:pt x="417300" y="510282"/>
                  </a:lnTo>
                  <a:lnTo>
                    <a:pt x="416294" y="510621"/>
                  </a:lnTo>
                  <a:lnTo>
                    <a:pt x="415225" y="510910"/>
                  </a:lnTo>
                  <a:lnTo>
                    <a:pt x="414163" y="511192"/>
                  </a:lnTo>
                  <a:lnTo>
                    <a:pt x="413106" y="511467"/>
                  </a:lnTo>
                  <a:lnTo>
                    <a:pt x="412053" y="511733"/>
                  </a:lnTo>
                  <a:lnTo>
                    <a:pt x="411005" y="511990"/>
                  </a:lnTo>
                  <a:lnTo>
                    <a:pt x="409960" y="512239"/>
                  </a:lnTo>
                  <a:lnTo>
                    <a:pt x="408919" y="512478"/>
                  </a:lnTo>
                  <a:lnTo>
                    <a:pt x="407879" y="512708"/>
                  </a:lnTo>
                  <a:lnTo>
                    <a:pt x="406842" y="512927"/>
                  </a:lnTo>
                  <a:lnTo>
                    <a:pt x="405806" y="513136"/>
                  </a:lnTo>
                  <a:lnTo>
                    <a:pt x="404771" y="513334"/>
                  </a:lnTo>
                  <a:lnTo>
                    <a:pt x="403736" y="513520"/>
                  </a:lnTo>
                  <a:lnTo>
                    <a:pt x="402700" y="513695"/>
                  </a:lnTo>
                  <a:lnTo>
                    <a:pt x="401664" y="513858"/>
                  </a:lnTo>
                  <a:lnTo>
                    <a:pt x="400626" y="514009"/>
                  </a:lnTo>
                  <a:lnTo>
                    <a:pt x="399587" y="514146"/>
                  </a:lnTo>
                  <a:lnTo>
                    <a:pt x="398544" y="514271"/>
                  </a:lnTo>
                  <a:lnTo>
                    <a:pt x="397499" y="514381"/>
                  </a:lnTo>
                  <a:lnTo>
                    <a:pt x="396450" y="514478"/>
                  </a:lnTo>
                  <a:lnTo>
                    <a:pt x="395397" y="514560"/>
                  </a:lnTo>
                  <a:lnTo>
                    <a:pt x="394338" y="514627"/>
                  </a:lnTo>
                  <a:lnTo>
                    <a:pt x="393275" y="514679"/>
                  </a:lnTo>
                  <a:lnTo>
                    <a:pt x="392206" y="514716"/>
                  </a:lnTo>
                  <a:lnTo>
                    <a:pt x="391130" y="514736"/>
                  </a:lnTo>
                  <a:lnTo>
                    <a:pt x="390047" y="514740"/>
                  </a:lnTo>
                  <a:lnTo>
                    <a:pt x="388956" y="514727"/>
                  </a:lnTo>
                  <a:lnTo>
                    <a:pt x="387858" y="514697"/>
                  </a:lnTo>
                  <a:lnTo>
                    <a:pt x="386750" y="514650"/>
                  </a:lnTo>
                  <a:lnTo>
                    <a:pt x="386750" y="515982"/>
                  </a:lnTo>
                  <a:lnTo>
                    <a:pt x="386750" y="517335"/>
                  </a:lnTo>
                  <a:lnTo>
                    <a:pt x="385419" y="517362"/>
                  </a:lnTo>
                  <a:lnTo>
                    <a:pt x="384090" y="517387"/>
                  </a:lnTo>
                  <a:lnTo>
                    <a:pt x="382762" y="517412"/>
                  </a:lnTo>
                  <a:lnTo>
                    <a:pt x="381435" y="517435"/>
                  </a:lnTo>
                  <a:lnTo>
                    <a:pt x="380110" y="517458"/>
                  </a:lnTo>
                  <a:lnTo>
                    <a:pt x="378787" y="517479"/>
                  </a:lnTo>
                  <a:lnTo>
                    <a:pt x="377464" y="517499"/>
                  </a:lnTo>
                  <a:lnTo>
                    <a:pt x="376143" y="517517"/>
                  </a:lnTo>
                  <a:lnTo>
                    <a:pt x="374823" y="517534"/>
                  </a:lnTo>
                  <a:lnTo>
                    <a:pt x="373505" y="517548"/>
                  </a:lnTo>
                  <a:lnTo>
                    <a:pt x="372188" y="517562"/>
                  </a:lnTo>
                  <a:lnTo>
                    <a:pt x="370871" y="517573"/>
                  </a:lnTo>
                  <a:lnTo>
                    <a:pt x="369556" y="517582"/>
                  </a:lnTo>
                  <a:lnTo>
                    <a:pt x="368242" y="517589"/>
                  </a:lnTo>
                  <a:lnTo>
                    <a:pt x="366929" y="517593"/>
                  </a:lnTo>
                  <a:lnTo>
                    <a:pt x="365617" y="517595"/>
                  </a:lnTo>
                  <a:lnTo>
                    <a:pt x="364306" y="517595"/>
                  </a:lnTo>
                  <a:lnTo>
                    <a:pt x="362996" y="517592"/>
                  </a:lnTo>
                  <a:lnTo>
                    <a:pt x="361686" y="517586"/>
                  </a:lnTo>
                  <a:lnTo>
                    <a:pt x="360378" y="517577"/>
                  </a:lnTo>
                  <a:lnTo>
                    <a:pt x="359070" y="517565"/>
                  </a:lnTo>
                  <a:lnTo>
                    <a:pt x="357763" y="517550"/>
                  </a:lnTo>
                  <a:lnTo>
                    <a:pt x="356456" y="517532"/>
                  </a:lnTo>
                  <a:lnTo>
                    <a:pt x="355151" y="517511"/>
                  </a:lnTo>
                  <a:lnTo>
                    <a:pt x="353846" y="517486"/>
                  </a:lnTo>
                  <a:lnTo>
                    <a:pt x="352541" y="517458"/>
                  </a:lnTo>
                  <a:lnTo>
                    <a:pt x="351237" y="517425"/>
                  </a:lnTo>
                  <a:lnTo>
                    <a:pt x="349934" y="517389"/>
                  </a:lnTo>
                  <a:lnTo>
                    <a:pt x="348631" y="517349"/>
                  </a:lnTo>
                  <a:lnTo>
                    <a:pt x="347328" y="517305"/>
                  </a:lnTo>
                  <a:lnTo>
                    <a:pt x="346026" y="517257"/>
                  </a:lnTo>
                  <a:lnTo>
                    <a:pt x="344724" y="517205"/>
                  </a:lnTo>
                  <a:lnTo>
                    <a:pt x="343422" y="517148"/>
                  </a:lnTo>
                  <a:lnTo>
                    <a:pt x="342121" y="517087"/>
                  </a:lnTo>
                  <a:lnTo>
                    <a:pt x="340820" y="517021"/>
                  </a:lnTo>
                  <a:lnTo>
                    <a:pt x="339519" y="516950"/>
                  </a:lnTo>
                  <a:lnTo>
                    <a:pt x="338218" y="516875"/>
                  </a:lnTo>
                  <a:lnTo>
                    <a:pt x="336918" y="516794"/>
                  </a:lnTo>
                  <a:lnTo>
                    <a:pt x="335617" y="516708"/>
                  </a:lnTo>
                  <a:lnTo>
                    <a:pt x="334316" y="516618"/>
                  </a:lnTo>
                  <a:lnTo>
                    <a:pt x="333016" y="516522"/>
                  </a:lnTo>
                  <a:lnTo>
                    <a:pt x="331715" y="516420"/>
                  </a:lnTo>
                  <a:lnTo>
                    <a:pt x="330414" y="516313"/>
                  </a:lnTo>
                  <a:lnTo>
                    <a:pt x="329113" y="516200"/>
                  </a:lnTo>
                  <a:lnTo>
                    <a:pt x="327812" y="516082"/>
                  </a:lnTo>
                  <a:lnTo>
                    <a:pt x="326510" y="515957"/>
                  </a:lnTo>
                  <a:lnTo>
                    <a:pt x="325209" y="515827"/>
                  </a:lnTo>
                  <a:lnTo>
                    <a:pt x="323907" y="515690"/>
                  </a:lnTo>
                  <a:lnTo>
                    <a:pt x="322604" y="515547"/>
                  </a:lnTo>
                  <a:lnTo>
                    <a:pt x="321302" y="515398"/>
                  </a:lnTo>
                  <a:lnTo>
                    <a:pt x="319998" y="515243"/>
                  </a:lnTo>
                  <a:lnTo>
                    <a:pt x="318695" y="515080"/>
                  </a:lnTo>
                  <a:lnTo>
                    <a:pt x="317391" y="514911"/>
                  </a:lnTo>
                  <a:lnTo>
                    <a:pt x="316086" y="514736"/>
                  </a:lnTo>
                  <a:lnTo>
                    <a:pt x="314781" y="514553"/>
                  </a:lnTo>
                  <a:lnTo>
                    <a:pt x="313475" y="514363"/>
                  </a:lnTo>
                  <a:lnTo>
                    <a:pt x="312168" y="514166"/>
                  </a:lnTo>
                  <a:lnTo>
                    <a:pt x="310861" y="513962"/>
                  </a:lnTo>
                  <a:lnTo>
                    <a:pt x="309553" y="513751"/>
                  </a:lnTo>
                  <a:lnTo>
                    <a:pt x="308244" y="513531"/>
                  </a:lnTo>
                  <a:lnTo>
                    <a:pt x="306934" y="513305"/>
                  </a:lnTo>
                  <a:lnTo>
                    <a:pt x="305624" y="513070"/>
                  </a:lnTo>
                  <a:lnTo>
                    <a:pt x="304312" y="512828"/>
                  </a:lnTo>
                  <a:lnTo>
                    <a:pt x="303000" y="512577"/>
                  </a:lnTo>
                  <a:lnTo>
                    <a:pt x="301945" y="512400"/>
                  </a:lnTo>
                  <a:lnTo>
                    <a:pt x="300890" y="512232"/>
                  </a:lnTo>
                  <a:lnTo>
                    <a:pt x="299834" y="512074"/>
                  </a:lnTo>
                  <a:lnTo>
                    <a:pt x="298777" y="511925"/>
                  </a:lnTo>
                  <a:lnTo>
                    <a:pt x="297719" y="511784"/>
                  </a:lnTo>
                  <a:lnTo>
                    <a:pt x="296660" y="511651"/>
                  </a:lnTo>
                  <a:lnTo>
                    <a:pt x="295601" y="511526"/>
                  </a:lnTo>
                  <a:lnTo>
                    <a:pt x="294541" y="511407"/>
                  </a:lnTo>
                  <a:lnTo>
                    <a:pt x="293480" y="511294"/>
                  </a:lnTo>
                  <a:lnTo>
                    <a:pt x="292418" y="511186"/>
                  </a:lnTo>
                  <a:lnTo>
                    <a:pt x="291356" y="511083"/>
                  </a:lnTo>
                  <a:lnTo>
                    <a:pt x="290293" y="510985"/>
                  </a:lnTo>
                  <a:lnTo>
                    <a:pt x="289229" y="510890"/>
                  </a:lnTo>
                  <a:lnTo>
                    <a:pt x="288165" y="510798"/>
                  </a:lnTo>
                  <a:lnTo>
                    <a:pt x="287100" y="510708"/>
                  </a:lnTo>
                  <a:lnTo>
                    <a:pt x="286034" y="510621"/>
                  </a:lnTo>
                  <a:lnTo>
                    <a:pt x="286034" y="509288"/>
                  </a:lnTo>
                  <a:lnTo>
                    <a:pt x="286034" y="507935"/>
                  </a:lnTo>
                  <a:lnTo>
                    <a:pt x="284618" y="507685"/>
                  </a:lnTo>
                  <a:lnTo>
                    <a:pt x="283180" y="507432"/>
                  </a:lnTo>
                  <a:lnTo>
                    <a:pt x="281740" y="507117"/>
                  </a:lnTo>
                  <a:lnTo>
                    <a:pt x="280639" y="506867"/>
                  </a:lnTo>
                  <a:lnTo>
                    <a:pt x="279743" y="506643"/>
                  </a:lnTo>
                  <a:lnTo>
                    <a:pt x="278919" y="506408"/>
                  </a:lnTo>
                  <a:lnTo>
                    <a:pt x="278033" y="506122"/>
                  </a:lnTo>
                  <a:lnTo>
                    <a:pt x="276952" y="505749"/>
                  </a:lnTo>
                  <a:lnTo>
                    <a:pt x="275542" y="505249"/>
                  </a:lnTo>
                  <a:lnTo>
                    <a:pt x="274464" y="504925"/>
                  </a:lnTo>
                  <a:lnTo>
                    <a:pt x="273395" y="504630"/>
                  </a:lnTo>
                  <a:lnTo>
                    <a:pt x="272332" y="504362"/>
                  </a:lnTo>
                  <a:lnTo>
                    <a:pt x="271274" y="504118"/>
                  </a:lnTo>
                  <a:lnTo>
                    <a:pt x="270219" y="503898"/>
                  </a:lnTo>
                  <a:lnTo>
                    <a:pt x="269165" y="503698"/>
                  </a:lnTo>
                  <a:lnTo>
                    <a:pt x="268110" y="503516"/>
                  </a:lnTo>
                  <a:lnTo>
                    <a:pt x="267051" y="503350"/>
                  </a:lnTo>
                  <a:lnTo>
                    <a:pt x="265987" y="503197"/>
                  </a:lnTo>
                  <a:lnTo>
                    <a:pt x="264916" y="503056"/>
                  </a:lnTo>
                  <a:lnTo>
                    <a:pt x="263836" y="502925"/>
                  </a:lnTo>
                  <a:lnTo>
                    <a:pt x="262744" y="502800"/>
                  </a:lnTo>
                  <a:lnTo>
                    <a:pt x="261639" y="502681"/>
                  </a:lnTo>
                  <a:lnTo>
                    <a:pt x="260519" y="502564"/>
                  </a:lnTo>
                  <a:lnTo>
                    <a:pt x="260519" y="501231"/>
                  </a:lnTo>
                  <a:lnTo>
                    <a:pt x="260519" y="499878"/>
                  </a:lnTo>
                  <a:lnTo>
                    <a:pt x="259456" y="499789"/>
                  </a:lnTo>
                  <a:lnTo>
                    <a:pt x="258392" y="499700"/>
                  </a:lnTo>
                  <a:lnTo>
                    <a:pt x="257327" y="499612"/>
                  </a:lnTo>
                  <a:lnTo>
                    <a:pt x="256262" y="499523"/>
                  </a:lnTo>
                  <a:lnTo>
                    <a:pt x="255195" y="499434"/>
                  </a:lnTo>
                  <a:lnTo>
                    <a:pt x="254128" y="499345"/>
                  </a:lnTo>
                  <a:lnTo>
                    <a:pt x="253058" y="499256"/>
                  </a:lnTo>
                  <a:lnTo>
                    <a:pt x="251986" y="499167"/>
                  </a:lnTo>
                  <a:lnTo>
                    <a:pt x="250912" y="499077"/>
                  </a:lnTo>
                  <a:lnTo>
                    <a:pt x="249836" y="498988"/>
                  </a:lnTo>
                  <a:lnTo>
                    <a:pt x="248757" y="498898"/>
                  </a:lnTo>
                  <a:lnTo>
                    <a:pt x="247674" y="498807"/>
                  </a:lnTo>
                  <a:lnTo>
                    <a:pt x="246588" y="498717"/>
                  </a:lnTo>
                  <a:lnTo>
                    <a:pt x="245498" y="498626"/>
                  </a:lnTo>
                  <a:lnTo>
                    <a:pt x="244405" y="498535"/>
                  </a:lnTo>
                  <a:lnTo>
                    <a:pt x="244405" y="497202"/>
                  </a:lnTo>
                  <a:lnTo>
                    <a:pt x="244405" y="495849"/>
                  </a:lnTo>
                  <a:lnTo>
                    <a:pt x="243341" y="495849"/>
                  </a:lnTo>
                  <a:lnTo>
                    <a:pt x="242274" y="495849"/>
                  </a:lnTo>
                  <a:lnTo>
                    <a:pt x="241202" y="495849"/>
                  </a:lnTo>
                  <a:lnTo>
                    <a:pt x="240123" y="495849"/>
                  </a:lnTo>
                  <a:lnTo>
                    <a:pt x="239033" y="495849"/>
                  </a:lnTo>
                  <a:lnTo>
                    <a:pt x="239033" y="494516"/>
                  </a:lnTo>
                  <a:lnTo>
                    <a:pt x="239033" y="493163"/>
                  </a:lnTo>
                  <a:lnTo>
                    <a:pt x="237924" y="493026"/>
                  </a:lnTo>
                  <a:lnTo>
                    <a:pt x="236807" y="492888"/>
                  </a:lnTo>
                  <a:lnTo>
                    <a:pt x="235676" y="492748"/>
                  </a:lnTo>
                  <a:lnTo>
                    <a:pt x="234587" y="492522"/>
                  </a:lnTo>
                  <a:lnTo>
                    <a:pt x="233515" y="492277"/>
                  </a:lnTo>
                  <a:lnTo>
                    <a:pt x="232457" y="492014"/>
                  </a:lnTo>
                  <a:lnTo>
                    <a:pt x="231412" y="491734"/>
                  </a:lnTo>
                  <a:lnTo>
                    <a:pt x="230377" y="491437"/>
                  </a:lnTo>
                  <a:lnTo>
                    <a:pt x="229352" y="491124"/>
                  </a:lnTo>
                  <a:lnTo>
                    <a:pt x="228334" y="490796"/>
                  </a:lnTo>
                  <a:lnTo>
                    <a:pt x="227321" y="490454"/>
                  </a:lnTo>
                  <a:lnTo>
                    <a:pt x="226312" y="490097"/>
                  </a:lnTo>
                  <a:lnTo>
                    <a:pt x="225305" y="489728"/>
                  </a:lnTo>
                  <a:lnTo>
                    <a:pt x="224298" y="489346"/>
                  </a:lnTo>
                  <a:lnTo>
                    <a:pt x="223289" y="488952"/>
                  </a:lnTo>
                  <a:lnTo>
                    <a:pt x="222276" y="488547"/>
                  </a:lnTo>
                  <a:lnTo>
                    <a:pt x="221258" y="488132"/>
                  </a:lnTo>
                  <a:lnTo>
                    <a:pt x="220233" y="487707"/>
                  </a:lnTo>
                  <a:lnTo>
                    <a:pt x="219239" y="487296"/>
                  </a:lnTo>
                  <a:lnTo>
                    <a:pt x="218239" y="486883"/>
                  </a:lnTo>
                  <a:lnTo>
                    <a:pt x="217226" y="486464"/>
                  </a:lnTo>
                  <a:lnTo>
                    <a:pt x="216251" y="486045"/>
                  </a:lnTo>
                  <a:lnTo>
                    <a:pt x="215280" y="485620"/>
                  </a:lnTo>
                  <a:lnTo>
                    <a:pt x="214315" y="485189"/>
                  </a:lnTo>
                  <a:lnTo>
                    <a:pt x="213353" y="484752"/>
                  </a:lnTo>
                  <a:lnTo>
                    <a:pt x="212396" y="484308"/>
                  </a:lnTo>
                  <a:lnTo>
                    <a:pt x="211443" y="483860"/>
                  </a:lnTo>
                  <a:lnTo>
                    <a:pt x="210494" y="483405"/>
                  </a:lnTo>
                  <a:lnTo>
                    <a:pt x="209549" y="482945"/>
                  </a:lnTo>
                  <a:lnTo>
                    <a:pt x="208607" y="482480"/>
                  </a:lnTo>
                  <a:lnTo>
                    <a:pt x="207668" y="482009"/>
                  </a:lnTo>
                  <a:lnTo>
                    <a:pt x="206733" y="481533"/>
                  </a:lnTo>
                  <a:lnTo>
                    <a:pt x="205801" y="481053"/>
                  </a:lnTo>
                  <a:lnTo>
                    <a:pt x="204872" y="480567"/>
                  </a:lnTo>
                  <a:lnTo>
                    <a:pt x="203945" y="480076"/>
                  </a:lnTo>
                  <a:lnTo>
                    <a:pt x="203021" y="479581"/>
                  </a:lnTo>
                  <a:lnTo>
                    <a:pt x="202099" y="479081"/>
                  </a:lnTo>
                  <a:lnTo>
                    <a:pt x="201180" y="478577"/>
                  </a:lnTo>
                  <a:lnTo>
                    <a:pt x="200262" y="478069"/>
                  </a:lnTo>
                  <a:lnTo>
                    <a:pt x="199346" y="477556"/>
                  </a:lnTo>
                  <a:lnTo>
                    <a:pt x="198432" y="477040"/>
                  </a:lnTo>
                  <a:lnTo>
                    <a:pt x="197520" y="476519"/>
                  </a:lnTo>
                  <a:lnTo>
                    <a:pt x="196609" y="475995"/>
                  </a:lnTo>
                  <a:lnTo>
                    <a:pt x="195699" y="475467"/>
                  </a:lnTo>
                  <a:lnTo>
                    <a:pt x="194790" y="474935"/>
                  </a:lnTo>
                  <a:lnTo>
                    <a:pt x="193881" y="474400"/>
                  </a:lnTo>
                  <a:lnTo>
                    <a:pt x="192974" y="473861"/>
                  </a:lnTo>
                  <a:lnTo>
                    <a:pt x="192067" y="473320"/>
                  </a:lnTo>
                  <a:lnTo>
                    <a:pt x="191160" y="472775"/>
                  </a:lnTo>
                  <a:lnTo>
                    <a:pt x="190253" y="472228"/>
                  </a:lnTo>
                  <a:lnTo>
                    <a:pt x="189346" y="471677"/>
                  </a:lnTo>
                  <a:lnTo>
                    <a:pt x="188385" y="471142"/>
                  </a:lnTo>
                  <a:lnTo>
                    <a:pt x="187420" y="470605"/>
                  </a:lnTo>
                  <a:lnTo>
                    <a:pt x="186448" y="470063"/>
                  </a:lnTo>
                  <a:lnTo>
                    <a:pt x="185464" y="469515"/>
                  </a:lnTo>
                  <a:lnTo>
                    <a:pt x="184528" y="468899"/>
                  </a:lnTo>
                  <a:lnTo>
                    <a:pt x="183587" y="468278"/>
                  </a:lnTo>
                  <a:lnTo>
                    <a:pt x="182632" y="467649"/>
                  </a:lnTo>
                  <a:lnTo>
                    <a:pt x="182632" y="466316"/>
                  </a:lnTo>
                  <a:lnTo>
                    <a:pt x="182632" y="464963"/>
                  </a:lnTo>
                  <a:lnTo>
                    <a:pt x="181986" y="464767"/>
                  </a:lnTo>
                  <a:lnTo>
                    <a:pt x="180035" y="464176"/>
                  </a:lnTo>
                  <a:lnTo>
                    <a:pt x="179541" y="464020"/>
                  </a:lnTo>
                  <a:lnTo>
                    <a:pt x="178669" y="463746"/>
                  </a:lnTo>
                  <a:lnTo>
                    <a:pt x="176672" y="463116"/>
                  </a:lnTo>
                  <a:lnTo>
                    <a:pt x="175565" y="462773"/>
                  </a:lnTo>
                  <a:lnTo>
                    <a:pt x="174451" y="462427"/>
                  </a:lnTo>
                  <a:lnTo>
                    <a:pt x="173320" y="462077"/>
                  </a:lnTo>
                  <a:lnTo>
                    <a:pt x="171956" y="461498"/>
                  </a:lnTo>
                  <a:lnTo>
                    <a:pt x="171059" y="461009"/>
                  </a:lnTo>
                  <a:lnTo>
                    <a:pt x="170434" y="460427"/>
                  </a:lnTo>
                  <a:lnTo>
                    <a:pt x="169881" y="459568"/>
                  </a:lnTo>
                  <a:lnTo>
                    <a:pt x="169203" y="458248"/>
                  </a:lnTo>
                  <a:lnTo>
                    <a:pt x="168205" y="457916"/>
                  </a:lnTo>
                  <a:lnTo>
                    <a:pt x="167204" y="457582"/>
                  </a:lnTo>
                  <a:lnTo>
                    <a:pt x="166195" y="457246"/>
                  </a:lnTo>
                  <a:lnTo>
                    <a:pt x="165175" y="456906"/>
                  </a:lnTo>
                  <a:lnTo>
                    <a:pt x="165175" y="455573"/>
                  </a:lnTo>
                  <a:lnTo>
                    <a:pt x="165175" y="454220"/>
                  </a:lnTo>
                  <a:lnTo>
                    <a:pt x="164644" y="454083"/>
                  </a:lnTo>
                  <a:lnTo>
                    <a:pt x="163708" y="453844"/>
                  </a:lnTo>
                  <a:lnTo>
                    <a:pt x="161565" y="453296"/>
                  </a:lnTo>
                  <a:lnTo>
                    <a:pt x="160419" y="452816"/>
                  </a:lnTo>
                  <a:lnTo>
                    <a:pt x="159367" y="452321"/>
                  </a:lnTo>
                  <a:lnTo>
                    <a:pt x="158397" y="451808"/>
                  </a:lnTo>
                  <a:lnTo>
                    <a:pt x="157496" y="451272"/>
                  </a:lnTo>
                  <a:lnTo>
                    <a:pt x="156651" y="450711"/>
                  </a:lnTo>
                  <a:lnTo>
                    <a:pt x="155850" y="450120"/>
                  </a:lnTo>
                  <a:lnTo>
                    <a:pt x="155080" y="449495"/>
                  </a:lnTo>
                  <a:lnTo>
                    <a:pt x="154329" y="448833"/>
                  </a:lnTo>
                  <a:lnTo>
                    <a:pt x="153583" y="448129"/>
                  </a:lnTo>
                  <a:lnTo>
                    <a:pt x="152830" y="447379"/>
                  </a:lnTo>
                  <a:lnTo>
                    <a:pt x="152057" y="446580"/>
                  </a:lnTo>
                  <a:lnTo>
                    <a:pt x="151253" y="445728"/>
                  </a:lnTo>
                  <a:lnTo>
                    <a:pt x="150403" y="444820"/>
                  </a:lnTo>
                  <a:lnTo>
                    <a:pt x="149619" y="444092"/>
                  </a:lnTo>
                  <a:lnTo>
                    <a:pt x="148832" y="443368"/>
                  </a:lnTo>
                  <a:lnTo>
                    <a:pt x="148043" y="442646"/>
                  </a:lnTo>
                  <a:lnTo>
                    <a:pt x="147252" y="441926"/>
                  </a:lnTo>
                  <a:lnTo>
                    <a:pt x="146458" y="441209"/>
                  </a:lnTo>
                  <a:lnTo>
                    <a:pt x="145662" y="440495"/>
                  </a:lnTo>
                  <a:lnTo>
                    <a:pt x="144863" y="439784"/>
                  </a:lnTo>
                  <a:lnTo>
                    <a:pt x="143972" y="438987"/>
                  </a:lnTo>
                  <a:lnTo>
                    <a:pt x="143076" y="438184"/>
                  </a:lnTo>
                  <a:lnTo>
                    <a:pt x="142167" y="437371"/>
                  </a:lnTo>
                  <a:lnTo>
                    <a:pt x="141227" y="436644"/>
                  </a:lnTo>
                  <a:lnTo>
                    <a:pt x="140480" y="436099"/>
                  </a:lnTo>
                  <a:lnTo>
                    <a:pt x="139810" y="435678"/>
                  </a:lnTo>
                  <a:lnTo>
                    <a:pt x="139105" y="435322"/>
                  </a:lnTo>
                  <a:lnTo>
                    <a:pt x="138250" y="434976"/>
                  </a:lnTo>
                  <a:lnTo>
                    <a:pt x="137130" y="434579"/>
                  </a:lnTo>
                  <a:lnTo>
                    <a:pt x="135631" y="434077"/>
                  </a:lnTo>
                  <a:lnTo>
                    <a:pt x="135631" y="432744"/>
                  </a:lnTo>
                  <a:lnTo>
                    <a:pt x="135631" y="431391"/>
                  </a:lnTo>
                  <a:lnTo>
                    <a:pt x="135174" y="431254"/>
                  </a:lnTo>
                  <a:lnTo>
                    <a:pt x="134369" y="431015"/>
                  </a:lnTo>
                  <a:lnTo>
                    <a:pt x="132525" y="430467"/>
                  </a:lnTo>
                  <a:lnTo>
                    <a:pt x="131395" y="429873"/>
                  </a:lnTo>
                  <a:lnTo>
                    <a:pt x="130430" y="429275"/>
                  </a:lnTo>
                  <a:lnTo>
                    <a:pt x="129602" y="428662"/>
                  </a:lnTo>
                  <a:lnTo>
                    <a:pt x="128887" y="428026"/>
                  </a:lnTo>
                  <a:lnTo>
                    <a:pt x="128259" y="427353"/>
                  </a:lnTo>
                  <a:lnTo>
                    <a:pt x="127692" y="426635"/>
                  </a:lnTo>
                  <a:lnTo>
                    <a:pt x="127162" y="425861"/>
                  </a:lnTo>
                  <a:lnTo>
                    <a:pt x="126641" y="425020"/>
                  </a:lnTo>
                  <a:lnTo>
                    <a:pt x="126106" y="424101"/>
                  </a:lnTo>
                  <a:lnTo>
                    <a:pt x="125530" y="423095"/>
                  </a:lnTo>
                  <a:lnTo>
                    <a:pt x="124888" y="421991"/>
                  </a:lnTo>
                  <a:lnTo>
                    <a:pt x="124095" y="421260"/>
                  </a:lnTo>
                  <a:lnTo>
                    <a:pt x="123296" y="420541"/>
                  </a:lnTo>
                  <a:lnTo>
                    <a:pt x="122491" y="419832"/>
                  </a:lnTo>
                  <a:lnTo>
                    <a:pt x="121679" y="419133"/>
                  </a:lnTo>
                  <a:lnTo>
                    <a:pt x="120861" y="418441"/>
                  </a:lnTo>
                  <a:lnTo>
                    <a:pt x="120038" y="417755"/>
                  </a:lnTo>
                  <a:lnTo>
                    <a:pt x="119209" y="417074"/>
                  </a:lnTo>
                  <a:lnTo>
                    <a:pt x="118374" y="416397"/>
                  </a:lnTo>
                  <a:lnTo>
                    <a:pt x="117533" y="415722"/>
                  </a:lnTo>
                  <a:lnTo>
                    <a:pt x="116524" y="414828"/>
                  </a:lnTo>
                  <a:lnTo>
                    <a:pt x="115844" y="414148"/>
                  </a:lnTo>
                  <a:lnTo>
                    <a:pt x="115329" y="413468"/>
                  </a:lnTo>
                  <a:lnTo>
                    <a:pt x="114817" y="412572"/>
                  </a:lnTo>
                  <a:lnTo>
                    <a:pt x="114145" y="411248"/>
                  </a:lnTo>
                  <a:lnTo>
                    <a:pt x="113147" y="410915"/>
                  </a:lnTo>
                  <a:lnTo>
                    <a:pt x="112146" y="410581"/>
                  </a:lnTo>
                  <a:lnTo>
                    <a:pt x="111137" y="410245"/>
                  </a:lnTo>
                  <a:lnTo>
                    <a:pt x="110116" y="409905"/>
                  </a:lnTo>
                  <a:lnTo>
                    <a:pt x="109557" y="408841"/>
                  </a:lnTo>
                  <a:lnTo>
                    <a:pt x="109009" y="407772"/>
                  </a:lnTo>
                  <a:lnTo>
                    <a:pt x="108473" y="406698"/>
                  </a:lnTo>
                  <a:lnTo>
                    <a:pt x="107947" y="405618"/>
                  </a:lnTo>
                  <a:lnTo>
                    <a:pt x="107431" y="404533"/>
                  </a:lnTo>
                  <a:lnTo>
                    <a:pt x="106888" y="403990"/>
                  </a:lnTo>
                  <a:lnTo>
                    <a:pt x="105248" y="402351"/>
                  </a:lnTo>
                  <a:lnTo>
                    <a:pt x="104789" y="401891"/>
                  </a:lnTo>
                  <a:lnTo>
                    <a:pt x="103402" y="400504"/>
                  </a:lnTo>
                  <a:lnTo>
                    <a:pt x="103402" y="399172"/>
                  </a:lnTo>
                  <a:lnTo>
                    <a:pt x="103402" y="397819"/>
                  </a:lnTo>
                  <a:lnTo>
                    <a:pt x="102069" y="397819"/>
                  </a:lnTo>
                  <a:lnTo>
                    <a:pt x="100716" y="397819"/>
                  </a:lnTo>
                  <a:lnTo>
                    <a:pt x="99953" y="397090"/>
                  </a:lnTo>
                  <a:lnTo>
                    <a:pt x="99195" y="396356"/>
                  </a:lnTo>
                  <a:lnTo>
                    <a:pt x="98441" y="395618"/>
                  </a:lnTo>
                  <a:lnTo>
                    <a:pt x="97691" y="394876"/>
                  </a:lnTo>
                  <a:lnTo>
                    <a:pt x="96945" y="394130"/>
                  </a:lnTo>
                  <a:lnTo>
                    <a:pt x="96203" y="393379"/>
                  </a:lnTo>
                  <a:lnTo>
                    <a:pt x="95465" y="392625"/>
                  </a:lnTo>
                  <a:lnTo>
                    <a:pt x="94732" y="391866"/>
                  </a:lnTo>
                  <a:lnTo>
                    <a:pt x="94002" y="391104"/>
                  </a:lnTo>
                  <a:lnTo>
                    <a:pt x="93114" y="390217"/>
                  </a:lnTo>
                  <a:lnTo>
                    <a:pt x="92221" y="389324"/>
                  </a:lnTo>
                  <a:lnTo>
                    <a:pt x="91316" y="388419"/>
                  </a:lnTo>
                  <a:lnTo>
                    <a:pt x="91316" y="387355"/>
                  </a:lnTo>
                  <a:lnTo>
                    <a:pt x="91316" y="386288"/>
                  </a:lnTo>
                  <a:lnTo>
                    <a:pt x="91316" y="385216"/>
                  </a:lnTo>
                  <a:lnTo>
                    <a:pt x="91316" y="384137"/>
                  </a:lnTo>
                  <a:lnTo>
                    <a:pt x="91316" y="383047"/>
                  </a:lnTo>
                  <a:lnTo>
                    <a:pt x="90318" y="382714"/>
                  </a:lnTo>
                  <a:lnTo>
                    <a:pt x="89317" y="382381"/>
                  </a:lnTo>
                  <a:lnTo>
                    <a:pt x="88308" y="382044"/>
                  </a:lnTo>
                  <a:lnTo>
                    <a:pt x="87287" y="381704"/>
                  </a:lnTo>
                  <a:lnTo>
                    <a:pt x="86704" y="380705"/>
                  </a:lnTo>
                  <a:lnTo>
                    <a:pt x="86124" y="379705"/>
                  </a:lnTo>
                  <a:lnTo>
                    <a:pt x="85546" y="378703"/>
                  </a:lnTo>
                  <a:lnTo>
                    <a:pt x="84974" y="377698"/>
                  </a:lnTo>
                  <a:lnTo>
                    <a:pt x="84408" y="376690"/>
                  </a:lnTo>
                  <a:lnTo>
                    <a:pt x="83850" y="375677"/>
                  </a:lnTo>
                  <a:lnTo>
                    <a:pt x="83300" y="374659"/>
                  </a:lnTo>
                  <a:lnTo>
                    <a:pt x="82705" y="373655"/>
                  </a:lnTo>
                  <a:lnTo>
                    <a:pt x="82230" y="372909"/>
                  </a:lnTo>
                  <a:lnTo>
                    <a:pt x="81764" y="372284"/>
                  </a:lnTo>
                  <a:lnTo>
                    <a:pt x="81196" y="371645"/>
                  </a:lnTo>
                  <a:lnTo>
                    <a:pt x="80416" y="370858"/>
                  </a:lnTo>
                  <a:lnTo>
                    <a:pt x="79313" y="369786"/>
                  </a:lnTo>
                  <a:lnTo>
                    <a:pt x="78597" y="369026"/>
                  </a:lnTo>
                  <a:lnTo>
                    <a:pt x="77903" y="368245"/>
                  </a:lnTo>
                  <a:lnTo>
                    <a:pt x="77231" y="367445"/>
                  </a:lnTo>
                  <a:lnTo>
                    <a:pt x="76580" y="366627"/>
                  </a:lnTo>
                  <a:lnTo>
                    <a:pt x="75951" y="365791"/>
                  </a:lnTo>
                  <a:lnTo>
                    <a:pt x="75342" y="364939"/>
                  </a:lnTo>
                  <a:lnTo>
                    <a:pt x="74754" y="364071"/>
                  </a:lnTo>
                  <a:lnTo>
                    <a:pt x="74187" y="363189"/>
                  </a:lnTo>
                  <a:lnTo>
                    <a:pt x="73639" y="362292"/>
                  </a:lnTo>
                  <a:lnTo>
                    <a:pt x="73111" y="361384"/>
                  </a:lnTo>
                  <a:lnTo>
                    <a:pt x="72602" y="360463"/>
                  </a:lnTo>
                  <a:lnTo>
                    <a:pt x="72111" y="359532"/>
                  </a:lnTo>
                  <a:lnTo>
                    <a:pt x="71639" y="358590"/>
                  </a:lnTo>
                  <a:lnTo>
                    <a:pt x="71185" y="357640"/>
                  </a:lnTo>
                  <a:lnTo>
                    <a:pt x="70749" y="356682"/>
                  </a:lnTo>
                  <a:lnTo>
                    <a:pt x="70331" y="355717"/>
                  </a:lnTo>
                  <a:lnTo>
                    <a:pt x="69929" y="354745"/>
                  </a:lnTo>
                  <a:lnTo>
                    <a:pt x="69545" y="353769"/>
                  </a:lnTo>
                  <a:lnTo>
                    <a:pt x="69176" y="352788"/>
                  </a:lnTo>
                  <a:lnTo>
                    <a:pt x="68824" y="351804"/>
                  </a:lnTo>
                  <a:lnTo>
                    <a:pt x="68487" y="350818"/>
                  </a:lnTo>
                  <a:lnTo>
                    <a:pt x="67489" y="350485"/>
                  </a:lnTo>
                  <a:lnTo>
                    <a:pt x="66488" y="350151"/>
                  </a:lnTo>
                  <a:lnTo>
                    <a:pt x="65479" y="349815"/>
                  </a:lnTo>
                  <a:lnTo>
                    <a:pt x="64458" y="349475"/>
                  </a:lnTo>
                  <a:lnTo>
                    <a:pt x="63926" y="348270"/>
                  </a:lnTo>
                  <a:lnTo>
                    <a:pt x="63522" y="347334"/>
                  </a:lnTo>
                  <a:lnTo>
                    <a:pt x="63198" y="346540"/>
                  </a:lnTo>
                  <a:lnTo>
                    <a:pt x="62908" y="345761"/>
                  </a:lnTo>
                  <a:lnTo>
                    <a:pt x="62606" y="344872"/>
                  </a:lnTo>
                  <a:lnTo>
                    <a:pt x="62243" y="343746"/>
                  </a:lnTo>
                  <a:lnTo>
                    <a:pt x="61773" y="342257"/>
                  </a:lnTo>
                  <a:lnTo>
                    <a:pt x="61404" y="341117"/>
                  </a:lnTo>
                  <a:lnTo>
                    <a:pt x="61038" y="340051"/>
                  </a:lnTo>
                  <a:lnTo>
                    <a:pt x="60669" y="339050"/>
                  </a:lnTo>
                  <a:lnTo>
                    <a:pt x="60288" y="338105"/>
                  </a:lnTo>
                  <a:lnTo>
                    <a:pt x="59887" y="337207"/>
                  </a:lnTo>
                  <a:lnTo>
                    <a:pt x="59460" y="336348"/>
                  </a:lnTo>
                  <a:lnTo>
                    <a:pt x="58997" y="335519"/>
                  </a:lnTo>
                  <a:lnTo>
                    <a:pt x="58492" y="334711"/>
                  </a:lnTo>
                  <a:lnTo>
                    <a:pt x="57937" y="333914"/>
                  </a:lnTo>
                  <a:lnTo>
                    <a:pt x="57323" y="333122"/>
                  </a:lnTo>
                  <a:lnTo>
                    <a:pt x="56644" y="332323"/>
                  </a:lnTo>
                  <a:lnTo>
                    <a:pt x="55892" y="331510"/>
                  </a:lnTo>
                  <a:lnTo>
                    <a:pt x="55058" y="330675"/>
                  </a:lnTo>
                  <a:lnTo>
                    <a:pt x="54531" y="329701"/>
                  </a:lnTo>
                  <a:lnTo>
                    <a:pt x="54010" y="328723"/>
                  </a:lnTo>
                  <a:lnTo>
                    <a:pt x="53497" y="327742"/>
                  </a:lnTo>
                  <a:lnTo>
                    <a:pt x="52991" y="326757"/>
                  </a:lnTo>
                  <a:lnTo>
                    <a:pt x="52491" y="325769"/>
                  </a:lnTo>
                  <a:lnTo>
                    <a:pt x="51998" y="324777"/>
                  </a:lnTo>
                  <a:lnTo>
                    <a:pt x="51511" y="323782"/>
                  </a:lnTo>
                  <a:lnTo>
                    <a:pt x="51030" y="322785"/>
                  </a:lnTo>
                  <a:lnTo>
                    <a:pt x="50543" y="321776"/>
                  </a:lnTo>
                  <a:lnTo>
                    <a:pt x="50056" y="320773"/>
                  </a:lnTo>
                  <a:lnTo>
                    <a:pt x="49568" y="319776"/>
                  </a:lnTo>
                  <a:lnTo>
                    <a:pt x="49076" y="318784"/>
                  </a:lnTo>
                  <a:lnTo>
                    <a:pt x="48578" y="317798"/>
                  </a:lnTo>
                  <a:lnTo>
                    <a:pt x="48073" y="316818"/>
                  </a:lnTo>
                  <a:lnTo>
                    <a:pt x="47558" y="315842"/>
                  </a:lnTo>
                  <a:lnTo>
                    <a:pt x="47033" y="314872"/>
                  </a:lnTo>
                  <a:lnTo>
                    <a:pt x="46494" y="313906"/>
                  </a:lnTo>
                  <a:lnTo>
                    <a:pt x="45941" y="312945"/>
                  </a:lnTo>
                  <a:lnTo>
                    <a:pt x="45371" y="311988"/>
                  </a:lnTo>
                  <a:lnTo>
                    <a:pt x="44782" y="311035"/>
                  </a:lnTo>
                  <a:lnTo>
                    <a:pt x="44161" y="309891"/>
                  </a:lnTo>
                  <a:lnTo>
                    <a:pt x="43648" y="308831"/>
                  </a:lnTo>
                  <a:lnTo>
                    <a:pt x="43232" y="307822"/>
                  </a:lnTo>
                  <a:lnTo>
                    <a:pt x="42902" y="306827"/>
                  </a:lnTo>
                  <a:lnTo>
                    <a:pt x="42647" y="305813"/>
                  </a:lnTo>
                  <a:lnTo>
                    <a:pt x="42455" y="304745"/>
                  </a:lnTo>
                  <a:lnTo>
                    <a:pt x="42315" y="303587"/>
                  </a:lnTo>
                  <a:lnTo>
                    <a:pt x="42216" y="302306"/>
                  </a:lnTo>
                  <a:lnTo>
                    <a:pt x="42038" y="300752"/>
                  </a:lnTo>
                  <a:lnTo>
                    <a:pt x="41876" y="299507"/>
                  </a:lnTo>
                  <a:lnTo>
                    <a:pt x="41704" y="298495"/>
                  </a:lnTo>
                  <a:lnTo>
                    <a:pt x="41494" y="297641"/>
                  </a:lnTo>
                  <a:lnTo>
                    <a:pt x="41220" y="296869"/>
                  </a:lnTo>
                  <a:lnTo>
                    <a:pt x="40855" y="296102"/>
                  </a:lnTo>
                  <a:lnTo>
                    <a:pt x="40372" y="295264"/>
                  </a:lnTo>
                  <a:lnTo>
                    <a:pt x="39744" y="294280"/>
                  </a:lnTo>
                  <a:lnTo>
                    <a:pt x="38944" y="293074"/>
                  </a:lnTo>
                  <a:lnTo>
                    <a:pt x="38724" y="292014"/>
                  </a:lnTo>
                  <a:lnTo>
                    <a:pt x="38511" y="290954"/>
                  </a:lnTo>
                  <a:lnTo>
                    <a:pt x="38303" y="289894"/>
                  </a:lnTo>
                  <a:lnTo>
                    <a:pt x="38100" y="288835"/>
                  </a:lnTo>
                  <a:lnTo>
                    <a:pt x="37903" y="287774"/>
                  </a:lnTo>
                  <a:lnTo>
                    <a:pt x="37709" y="286714"/>
                  </a:lnTo>
                  <a:lnTo>
                    <a:pt x="37520" y="285653"/>
                  </a:lnTo>
                  <a:lnTo>
                    <a:pt x="37335" y="284591"/>
                  </a:lnTo>
                  <a:lnTo>
                    <a:pt x="37153" y="283528"/>
                  </a:lnTo>
                  <a:lnTo>
                    <a:pt x="36974" y="282464"/>
                  </a:lnTo>
                  <a:lnTo>
                    <a:pt x="36798" y="281399"/>
                  </a:lnTo>
                  <a:lnTo>
                    <a:pt x="36624" y="280333"/>
                  </a:lnTo>
                  <a:lnTo>
                    <a:pt x="36453" y="279265"/>
                  </a:lnTo>
                  <a:lnTo>
                    <a:pt x="36136" y="277421"/>
                  </a:lnTo>
                  <a:lnTo>
                    <a:pt x="35863" y="275898"/>
                  </a:lnTo>
                  <a:lnTo>
                    <a:pt x="35614" y="274649"/>
                  </a:lnTo>
                  <a:lnTo>
                    <a:pt x="35371" y="273626"/>
                  </a:lnTo>
                  <a:lnTo>
                    <a:pt x="35115" y="272784"/>
                  </a:lnTo>
                  <a:lnTo>
                    <a:pt x="34826" y="272076"/>
                  </a:lnTo>
                  <a:lnTo>
                    <a:pt x="34486" y="271454"/>
                  </a:lnTo>
                  <a:lnTo>
                    <a:pt x="34075" y="270872"/>
                  </a:lnTo>
                  <a:lnTo>
                    <a:pt x="33575" y="270284"/>
                  </a:lnTo>
                  <a:lnTo>
                    <a:pt x="32966" y="269643"/>
                  </a:lnTo>
                  <a:lnTo>
                    <a:pt x="32229" y="268902"/>
                  </a:lnTo>
                  <a:lnTo>
                    <a:pt x="32229" y="267838"/>
                  </a:lnTo>
                  <a:lnTo>
                    <a:pt x="32229" y="266771"/>
                  </a:lnTo>
                  <a:lnTo>
                    <a:pt x="32229" y="265700"/>
                  </a:lnTo>
                  <a:lnTo>
                    <a:pt x="32229" y="264620"/>
                  </a:lnTo>
                  <a:lnTo>
                    <a:pt x="32229" y="263530"/>
                  </a:lnTo>
                  <a:lnTo>
                    <a:pt x="30896" y="263530"/>
                  </a:lnTo>
                  <a:lnTo>
                    <a:pt x="29543" y="263530"/>
                  </a:lnTo>
                  <a:lnTo>
                    <a:pt x="29211" y="262533"/>
                  </a:lnTo>
                  <a:lnTo>
                    <a:pt x="28877" y="261531"/>
                  </a:lnTo>
                  <a:lnTo>
                    <a:pt x="28541" y="260522"/>
                  </a:lnTo>
                  <a:lnTo>
                    <a:pt x="28200" y="259502"/>
                  </a:lnTo>
                  <a:lnTo>
                    <a:pt x="27764" y="259211"/>
                  </a:lnTo>
                  <a:lnTo>
                    <a:pt x="27198" y="258834"/>
                  </a:lnTo>
                  <a:lnTo>
                    <a:pt x="26127" y="258119"/>
                  </a:lnTo>
                  <a:lnTo>
                    <a:pt x="24172" y="256816"/>
                  </a:lnTo>
                  <a:lnTo>
                    <a:pt x="23582" y="255812"/>
                  </a:lnTo>
                  <a:lnTo>
                    <a:pt x="23058" y="254821"/>
                  </a:lnTo>
                  <a:lnTo>
                    <a:pt x="22594" y="253837"/>
                  </a:lnTo>
                  <a:lnTo>
                    <a:pt x="22185" y="252853"/>
                  </a:lnTo>
                  <a:lnTo>
                    <a:pt x="21827" y="251864"/>
                  </a:lnTo>
                  <a:lnTo>
                    <a:pt x="21513" y="250864"/>
                  </a:lnTo>
                  <a:lnTo>
                    <a:pt x="21239" y="249846"/>
                  </a:lnTo>
                  <a:lnTo>
                    <a:pt x="20999" y="248805"/>
                  </a:lnTo>
                  <a:lnTo>
                    <a:pt x="20789" y="247734"/>
                  </a:lnTo>
                  <a:lnTo>
                    <a:pt x="20604" y="246627"/>
                  </a:lnTo>
                  <a:lnTo>
                    <a:pt x="20437" y="245479"/>
                  </a:lnTo>
                  <a:lnTo>
                    <a:pt x="20276" y="244363"/>
                  </a:lnTo>
                  <a:lnTo>
                    <a:pt x="20113" y="243239"/>
                  </a:lnTo>
                  <a:lnTo>
                    <a:pt x="19948" y="242099"/>
                  </a:lnTo>
                  <a:lnTo>
                    <a:pt x="19789" y="240931"/>
                  </a:lnTo>
                  <a:lnTo>
                    <a:pt x="19630" y="239763"/>
                  </a:lnTo>
                  <a:lnTo>
                    <a:pt x="19471" y="238595"/>
                  </a:lnTo>
                  <a:lnTo>
                    <a:pt x="19312" y="237427"/>
                  </a:lnTo>
                  <a:lnTo>
                    <a:pt x="19154" y="236259"/>
                  </a:lnTo>
                  <a:lnTo>
                    <a:pt x="18995" y="235091"/>
                  </a:lnTo>
                  <a:lnTo>
                    <a:pt x="18834" y="233976"/>
                  </a:lnTo>
                  <a:lnTo>
                    <a:pt x="18671" y="232853"/>
                  </a:lnTo>
                  <a:lnTo>
                    <a:pt x="18506" y="231715"/>
                  </a:lnTo>
                  <a:lnTo>
                    <a:pt x="18300" y="230191"/>
                  </a:lnTo>
                  <a:lnTo>
                    <a:pt x="18090" y="228644"/>
                  </a:lnTo>
                  <a:lnTo>
                    <a:pt x="17848" y="227627"/>
                  </a:lnTo>
                  <a:lnTo>
                    <a:pt x="17625" y="226825"/>
                  </a:lnTo>
                  <a:lnTo>
                    <a:pt x="17364" y="226119"/>
                  </a:lnTo>
                  <a:lnTo>
                    <a:pt x="17006" y="225392"/>
                  </a:lnTo>
                  <a:lnTo>
                    <a:pt x="16493" y="224525"/>
                  </a:lnTo>
                  <a:lnTo>
                    <a:pt x="15768" y="223401"/>
                  </a:lnTo>
                  <a:lnTo>
                    <a:pt x="14772" y="221901"/>
                  </a:lnTo>
                  <a:lnTo>
                    <a:pt x="14718" y="220790"/>
                  </a:lnTo>
                  <a:lnTo>
                    <a:pt x="14673" y="219687"/>
                  </a:lnTo>
                  <a:lnTo>
                    <a:pt x="14635" y="218588"/>
                  </a:lnTo>
                  <a:lnTo>
                    <a:pt x="14606" y="217493"/>
                  </a:lnTo>
                  <a:lnTo>
                    <a:pt x="14585" y="216400"/>
                  </a:lnTo>
                  <a:lnTo>
                    <a:pt x="14571" y="215308"/>
                  </a:lnTo>
                  <a:lnTo>
                    <a:pt x="14567" y="214213"/>
                  </a:lnTo>
                  <a:lnTo>
                    <a:pt x="14570" y="213116"/>
                  </a:lnTo>
                  <a:lnTo>
                    <a:pt x="14583" y="212014"/>
                  </a:lnTo>
                  <a:lnTo>
                    <a:pt x="14604" y="210905"/>
                  </a:lnTo>
                  <a:lnTo>
                    <a:pt x="14613" y="210148"/>
                  </a:lnTo>
                  <a:lnTo>
                    <a:pt x="14640" y="207856"/>
                  </a:lnTo>
                  <a:lnTo>
                    <a:pt x="14655" y="206793"/>
                  </a:lnTo>
                  <a:lnTo>
                    <a:pt x="14671" y="205730"/>
                  </a:lnTo>
                  <a:lnTo>
                    <a:pt x="14689" y="204667"/>
                  </a:lnTo>
                  <a:lnTo>
                    <a:pt x="14709" y="203604"/>
                  </a:lnTo>
                  <a:lnTo>
                    <a:pt x="14729" y="202541"/>
                  </a:lnTo>
                  <a:lnTo>
                    <a:pt x="14750" y="201478"/>
                  </a:lnTo>
                  <a:lnTo>
                    <a:pt x="14772" y="200415"/>
                  </a:lnTo>
                  <a:lnTo>
                    <a:pt x="15825" y="200102"/>
                  </a:lnTo>
                  <a:lnTo>
                    <a:pt x="16873" y="199838"/>
                  </a:lnTo>
                  <a:lnTo>
                    <a:pt x="17917" y="199619"/>
                  </a:lnTo>
                  <a:lnTo>
                    <a:pt x="18958" y="199441"/>
                  </a:lnTo>
                  <a:lnTo>
                    <a:pt x="19997" y="199300"/>
                  </a:lnTo>
                  <a:lnTo>
                    <a:pt x="21037" y="199192"/>
                  </a:lnTo>
                  <a:lnTo>
                    <a:pt x="22078" y="199114"/>
                  </a:lnTo>
                  <a:lnTo>
                    <a:pt x="23123" y="199062"/>
                  </a:lnTo>
                  <a:lnTo>
                    <a:pt x="24172" y="199031"/>
                  </a:lnTo>
                  <a:lnTo>
                    <a:pt x="25228" y="199019"/>
                  </a:lnTo>
                  <a:lnTo>
                    <a:pt x="26292" y="199020"/>
                  </a:lnTo>
                  <a:lnTo>
                    <a:pt x="27364" y="199032"/>
                  </a:lnTo>
                  <a:lnTo>
                    <a:pt x="28448" y="199051"/>
                  </a:lnTo>
                  <a:lnTo>
                    <a:pt x="29543" y="199072"/>
                  </a:lnTo>
                  <a:lnTo>
                    <a:pt x="29573" y="200189"/>
                  </a:lnTo>
                  <a:lnTo>
                    <a:pt x="29602" y="201324"/>
                  </a:lnTo>
                  <a:lnTo>
                    <a:pt x="29668" y="203541"/>
                  </a:lnTo>
                  <a:lnTo>
                    <a:pt x="29730" y="205628"/>
                  </a:lnTo>
                  <a:lnTo>
                    <a:pt x="29790" y="207593"/>
                  </a:lnTo>
                  <a:lnTo>
                    <a:pt x="29847" y="209439"/>
                  </a:lnTo>
                  <a:lnTo>
                    <a:pt x="29904" y="211172"/>
                  </a:lnTo>
                  <a:lnTo>
                    <a:pt x="29960" y="212798"/>
                  </a:lnTo>
                  <a:lnTo>
                    <a:pt x="30016" y="214323"/>
                  </a:lnTo>
                  <a:lnTo>
                    <a:pt x="30073" y="215750"/>
                  </a:lnTo>
                  <a:lnTo>
                    <a:pt x="30131" y="217087"/>
                  </a:lnTo>
                  <a:lnTo>
                    <a:pt x="30191" y="218338"/>
                  </a:lnTo>
                  <a:lnTo>
                    <a:pt x="30255" y="219509"/>
                  </a:lnTo>
                  <a:lnTo>
                    <a:pt x="30322" y="220605"/>
                  </a:lnTo>
                  <a:lnTo>
                    <a:pt x="30393" y="221632"/>
                  </a:lnTo>
                  <a:lnTo>
                    <a:pt x="30469" y="222594"/>
                  </a:lnTo>
                  <a:lnTo>
                    <a:pt x="30551" y="223498"/>
                  </a:lnTo>
                  <a:lnTo>
                    <a:pt x="30639" y="224348"/>
                  </a:lnTo>
                  <a:lnTo>
                    <a:pt x="30734" y="225151"/>
                  </a:lnTo>
                  <a:lnTo>
                    <a:pt x="30837" y="225911"/>
                  </a:lnTo>
                  <a:lnTo>
                    <a:pt x="30948" y="226635"/>
                  </a:lnTo>
                  <a:lnTo>
                    <a:pt x="31068" y="227326"/>
                  </a:lnTo>
                  <a:lnTo>
                    <a:pt x="31198" y="227991"/>
                  </a:lnTo>
                  <a:lnTo>
                    <a:pt x="31338" y="228636"/>
                  </a:lnTo>
                  <a:lnTo>
                    <a:pt x="31490" y="229265"/>
                  </a:lnTo>
                  <a:lnTo>
                    <a:pt x="31653" y="229884"/>
                  </a:lnTo>
                  <a:lnTo>
                    <a:pt x="31828" y="230498"/>
                  </a:lnTo>
                  <a:lnTo>
                    <a:pt x="32017" y="231113"/>
                  </a:lnTo>
                  <a:lnTo>
                    <a:pt x="32219" y="231734"/>
                  </a:lnTo>
                  <a:lnTo>
                    <a:pt x="32436" y="232367"/>
                  </a:lnTo>
                  <a:lnTo>
                    <a:pt x="32669" y="233017"/>
                  </a:lnTo>
                  <a:lnTo>
                    <a:pt x="32917" y="233689"/>
                  </a:lnTo>
                  <a:lnTo>
                    <a:pt x="33181" y="234389"/>
                  </a:lnTo>
                  <a:lnTo>
                    <a:pt x="33463" y="235122"/>
                  </a:lnTo>
                  <a:lnTo>
                    <a:pt x="33763" y="235893"/>
                  </a:lnTo>
                  <a:lnTo>
                    <a:pt x="34081" y="236709"/>
                  </a:lnTo>
                  <a:lnTo>
                    <a:pt x="34380" y="237766"/>
                  </a:lnTo>
                  <a:lnTo>
                    <a:pt x="34610" y="238800"/>
                  </a:lnTo>
                  <a:lnTo>
                    <a:pt x="34776" y="239820"/>
                  </a:lnTo>
                  <a:lnTo>
                    <a:pt x="34889" y="240834"/>
                  </a:lnTo>
                  <a:lnTo>
                    <a:pt x="34955" y="241849"/>
                  </a:lnTo>
                  <a:lnTo>
                    <a:pt x="34983" y="242872"/>
                  </a:lnTo>
                  <a:lnTo>
                    <a:pt x="34980" y="243912"/>
                  </a:lnTo>
                  <a:lnTo>
                    <a:pt x="34955" y="244976"/>
                  </a:lnTo>
                  <a:lnTo>
                    <a:pt x="34915" y="246073"/>
                  </a:lnTo>
                  <a:lnTo>
                    <a:pt x="36246" y="246073"/>
                  </a:lnTo>
                  <a:lnTo>
                    <a:pt x="37586" y="246073"/>
                  </a:lnTo>
                  <a:lnTo>
                    <a:pt x="38944" y="246073"/>
                  </a:lnTo>
                  <a:lnTo>
                    <a:pt x="39006" y="245530"/>
                  </a:lnTo>
                  <a:lnTo>
                    <a:pt x="39195" y="243891"/>
                  </a:lnTo>
                  <a:lnTo>
                    <a:pt x="39608" y="242699"/>
                  </a:lnTo>
                  <a:lnTo>
                    <a:pt x="39964" y="241779"/>
                  </a:lnTo>
                  <a:lnTo>
                    <a:pt x="40337" y="241011"/>
                  </a:lnTo>
                  <a:lnTo>
                    <a:pt x="40804" y="240277"/>
                  </a:lnTo>
                  <a:lnTo>
                    <a:pt x="41440" y="239456"/>
                  </a:lnTo>
                  <a:lnTo>
                    <a:pt x="42320" y="238430"/>
                  </a:lnTo>
                  <a:lnTo>
                    <a:pt x="43521" y="237080"/>
                  </a:lnTo>
                  <a:lnTo>
                    <a:pt x="44164" y="236295"/>
                  </a:lnTo>
                  <a:lnTo>
                    <a:pt x="44778" y="235489"/>
                  </a:lnTo>
                  <a:lnTo>
                    <a:pt x="45364" y="234664"/>
                  </a:lnTo>
                  <a:lnTo>
                    <a:pt x="45923" y="233819"/>
                  </a:lnTo>
                  <a:lnTo>
                    <a:pt x="46455" y="232955"/>
                  </a:lnTo>
                  <a:lnTo>
                    <a:pt x="46961" y="232073"/>
                  </a:lnTo>
                  <a:lnTo>
                    <a:pt x="47442" y="231175"/>
                  </a:lnTo>
                  <a:lnTo>
                    <a:pt x="47898" y="230260"/>
                  </a:lnTo>
                  <a:lnTo>
                    <a:pt x="48330" y="229329"/>
                  </a:lnTo>
                  <a:lnTo>
                    <a:pt x="48738" y="228382"/>
                  </a:lnTo>
                  <a:lnTo>
                    <a:pt x="49124" y="227422"/>
                  </a:lnTo>
                  <a:lnTo>
                    <a:pt x="49488" y="226448"/>
                  </a:lnTo>
                  <a:lnTo>
                    <a:pt x="49830" y="225461"/>
                  </a:lnTo>
                  <a:lnTo>
                    <a:pt x="50152" y="224462"/>
                  </a:lnTo>
                  <a:lnTo>
                    <a:pt x="50453" y="223451"/>
                  </a:lnTo>
                  <a:lnTo>
                    <a:pt x="50735" y="222429"/>
                  </a:lnTo>
                  <a:lnTo>
                    <a:pt x="50998" y="221397"/>
                  </a:lnTo>
                  <a:lnTo>
                    <a:pt x="51243" y="220356"/>
                  </a:lnTo>
                  <a:lnTo>
                    <a:pt x="51471" y="219306"/>
                  </a:lnTo>
                  <a:lnTo>
                    <a:pt x="51681" y="218248"/>
                  </a:lnTo>
                  <a:lnTo>
                    <a:pt x="51875" y="217183"/>
                  </a:lnTo>
                  <a:lnTo>
                    <a:pt x="52054" y="216111"/>
                  </a:lnTo>
                  <a:lnTo>
                    <a:pt x="52218" y="215034"/>
                  </a:lnTo>
                  <a:lnTo>
                    <a:pt x="52367" y="213951"/>
                  </a:lnTo>
                  <a:lnTo>
                    <a:pt x="52503" y="212864"/>
                  </a:lnTo>
                  <a:lnTo>
                    <a:pt x="52626" y="211773"/>
                  </a:lnTo>
                  <a:lnTo>
                    <a:pt x="52737" y="210679"/>
                  </a:lnTo>
                  <a:lnTo>
                    <a:pt x="52836" y="209583"/>
                  </a:lnTo>
                  <a:lnTo>
                    <a:pt x="52924" y="208485"/>
                  </a:lnTo>
                  <a:lnTo>
                    <a:pt x="53001" y="207386"/>
                  </a:lnTo>
                  <a:lnTo>
                    <a:pt x="53069" y="206287"/>
                  </a:lnTo>
                  <a:lnTo>
                    <a:pt x="53128" y="205189"/>
                  </a:lnTo>
                  <a:lnTo>
                    <a:pt x="53178" y="204092"/>
                  </a:lnTo>
                  <a:lnTo>
                    <a:pt x="53221" y="202996"/>
                  </a:lnTo>
                  <a:lnTo>
                    <a:pt x="53257" y="201904"/>
                  </a:lnTo>
                  <a:lnTo>
                    <a:pt x="53286" y="200815"/>
                  </a:lnTo>
                  <a:lnTo>
                    <a:pt x="53309" y="199729"/>
                  </a:lnTo>
                  <a:lnTo>
                    <a:pt x="53327" y="198649"/>
                  </a:lnTo>
                  <a:lnTo>
                    <a:pt x="53341" y="197574"/>
                  </a:lnTo>
                  <a:lnTo>
                    <a:pt x="53350" y="196505"/>
                  </a:lnTo>
                  <a:lnTo>
                    <a:pt x="53357" y="195443"/>
                  </a:lnTo>
                  <a:lnTo>
                    <a:pt x="53361" y="194389"/>
                  </a:lnTo>
                  <a:lnTo>
                    <a:pt x="53363" y="193343"/>
                  </a:lnTo>
                  <a:lnTo>
                    <a:pt x="53364" y="192306"/>
                  </a:lnTo>
                  <a:lnTo>
                    <a:pt x="53364" y="191279"/>
                  </a:lnTo>
                  <a:lnTo>
                    <a:pt x="53365" y="190263"/>
                  </a:lnTo>
                  <a:lnTo>
                    <a:pt x="53366" y="189257"/>
                  </a:lnTo>
                  <a:lnTo>
                    <a:pt x="53368" y="188263"/>
                  </a:lnTo>
                  <a:lnTo>
                    <a:pt x="53372" y="187282"/>
                  </a:lnTo>
                  <a:lnTo>
                    <a:pt x="53380" y="186315"/>
                  </a:lnTo>
                  <a:lnTo>
                    <a:pt x="53399" y="185231"/>
                  </a:lnTo>
                  <a:lnTo>
                    <a:pt x="53418" y="184148"/>
                  </a:lnTo>
                  <a:lnTo>
                    <a:pt x="53438" y="183064"/>
                  </a:lnTo>
                  <a:lnTo>
                    <a:pt x="53458" y="181981"/>
                  </a:lnTo>
                  <a:lnTo>
                    <a:pt x="53479" y="180898"/>
                  </a:lnTo>
                  <a:lnTo>
                    <a:pt x="53500" y="179815"/>
                  </a:lnTo>
                  <a:lnTo>
                    <a:pt x="53520" y="178771"/>
                  </a:lnTo>
                  <a:lnTo>
                    <a:pt x="53538" y="177727"/>
                  </a:lnTo>
                  <a:lnTo>
                    <a:pt x="53556" y="176683"/>
                  </a:lnTo>
                  <a:lnTo>
                    <a:pt x="53573" y="175639"/>
                  </a:lnTo>
                  <a:lnTo>
                    <a:pt x="53589" y="174596"/>
                  </a:lnTo>
                  <a:lnTo>
                    <a:pt x="53604" y="173552"/>
                  </a:lnTo>
                  <a:lnTo>
                    <a:pt x="53619" y="172508"/>
                  </a:lnTo>
                  <a:lnTo>
                    <a:pt x="53633" y="171464"/>
                  </a:lnTo>
                  <a:lnTo>
                    <a:pt x="53646" y="170420"/>
                  </a:lnTo>
                  <a:lnTo>
                    <a:pt x="53659" y="169376"/>
                  </a:lnTo>
                  <a:lnTo>
                    <a:pt x="53672" y="168333"/>
                  </a:lnTo>
                  <a:lnTo>
                    <a:pt x="53683" y="167289"/>
                  </a:lnTo>
                  <a:lnTo>
                    <a:pt x="53694" y="166245"/>
                  </a:lnTo>
                  <a:lnTo>
                    <a:pt x="53705" y="165201"/>
                  </a:lnTo>
                  <a:lnTo>
                    <a:pt x="53715" y="164157"/>
                  </a:lnTo>
                  <a:lnTo>
                    <a:pt x="52382" y="164157"/>
                  </a:lnTo>
                  <a:lnTo>
                    <a:pt x="51030" y="164157"/>
                  </a:lnTo>
                  <a:lnTo>
                    <a:pt x="50746" y="163137"/>
                  </a:lnTo>
                  <a:lnTo>
                    <a:pt x="50463" y="162116"/>
                  </a:lnTo>
                  <a:lnTo>
                    <a:pt x="50182" y="161096"/>
                  </a:lnTo>
                  <a:lnTo>
                    <a:pt x="49901" y="160075"/>
                  </a:lnTo>
                  <a:lnTo>
                    <a:pt x="49620" y="159054"/>
                  </a:lnTo>
                  <a:lnTo>
                    <a:pt x="49341" y="158033"/>
                  </a:lnTo>
                  <a:lnTo>
                    <a:pt x="49062" y="157011"/>
                  </a:lnTo>
                  <a:lnTo>
                    <a:pt x="48783" y="155990"/>
                  </a:lnTo>
                  <a:lnTo>
                    <a:pt x="48505" y="154969"/>
                  </a:lnTo>
                  <a:lnTo>
                    <a:pt x="48227" y="153947"/>
                  </a:lnTo>
                  <a:lnTo>
                    <a:pt x="47950" y="152925"/>
                  </a:lnTo>
                  <a:lnTo>
                    <a:pt x="47672" y="151903"/>
                  </a:lnTo>
                  <a:lnTo>
                    <a:pt x="47352" y="150752"/>
                  </a:lnTo>
                  <a:lnTo>
                    <a:pt x="47029" y="149594"/>
                  </a:lnTo>
                  <a:lnTo>
                    <a:pt x="46701" y="148420"/>
                  </a:lnTo>
                  <a:lnTo>
                    <a:pt x="46417" y="147351"/>
                  </a:lnTo>
                  <a:lnTo>
                    <a:pt x="46144" y="146296"/>
                  </a:lnTo>
                  <a:lnTo>
                    <a:pt x="45883" y="145252"/>
                  </a:lnTo>
                  <a:lnTo>
                    <a:pt x="45637" y="144216"/>
                  </a:lnTo>
                  <a:lnTo>
                    <a:pt x="45406" y="143187"/>
                  </a:lnTo>
                  <a:lnTo>
                    <a:pt x="45191" y="142163"/>
                  </a:lnTo>
                  <a:lnTo>
                    <a:pt x="44994" y="141141"/>
                  </a:lnTo>
                  <a:lnTo>
                    <a:pt x="44817" y="140119"/>
                  </a:lnTo>
                  <a:lnTo>
                    <a:pt x="44661" y="139096"/>
                  </a:lnTo>
                  <a:lnTo>
                    <a:pt x="44526" y="138068"/>
                  </a:lnTo>
                  <a:lnTo>
                    <a:pt x="44415" y="137034"/>
                  </a:lnTo>
                  <a:lnTo>
                    <a:pt x="44329" y="135992"/>
                  </a:lnTo>
                  <a:lnTo>
                    <a:pt x="44268" y="134940"/>
                  </a:lnTo>
                  <a:lnTo>
                    <a:pt x="44236" y="133875"/>
                  </a:lnTo>
                  <a:lnTo>
                    <a:pt x="44232" y="132796"/>
                  </a:lnTo>
                  <a:lnTo>
                    <a:pt x="44258" y="131700"/>
                  </a:lnTo>
                  <a:lnTo>
                    <a:pt x="44315" y="130585"/>
                  </a:lnTo>
                  <a:lnTo>
                    <a:pt x="43317" y="130252"/>
                  </a:lnTo>
                  <a:lnTo>
                    <a:pt x="42316" y="129919"/>
                  </a:lnTo>
                  <a:lnTo>
                    <a:pt x="41307" y="129582"/>
                  </a:lnTo>
                  <a:lnTo>
                    <a:pt x="40286" y="129242"/>
                  </a:lnTo>
                  <a:lnTo>
                    <a:pt x="39921" y="128249"/>
                  </a:lnTo>
                  <a:lnTo>
                    <a:pt x="39574" y="127251"/>
                  </a:lnTo>
                  <a:lnTo>
                    <a:pt x="39246" y="126247"/>
                  </a:lnTo>
                  <a:lnTo>
                    <a:pt x="38934" y="125238"/>
                  </a:lnTo>
                  <a:lnTo>
                    <a:pt x="38640" y="124224"/>
                  </a:lnTo>
                  <a:lnTo>
                    <a:pt x="38362" y="123205"/>
                  </a:lnTo>
                  <a:lnTo>
                    <a:pt x="38100" y="122182"/>
                  </a:lnTo>
                  <a:lnTo>
                    <a:pt x="37853" y="121154"/>
                  </a:lnTo>
                  <a:lnTo>
                    <a:pt x="37621" y="120122"/>
                  </a:lnTo>
                  <a:lnTo>
                    <a:pt x="37403" y="119087"/>
                  </a:lnTo>
                  <a:lnTo>
                    <a:pt x="37198" y="118048"/>
                  </a:lnTo>
                  <a:lnTo>
                    <a:pt x="37007" y="117006"/>
                  </a:lnTo>
                  <a:lnTo>
                    <a:pt x="36828" y="115960"/>
                  </a:lnTo>
                  <a:lnTo>
                    <a:pt x="36661" y="114912"/>
                  </a:lnTo>
                  <a:lnTo>
                    <a:pt x="36506" y="113861"/>
                  </a:lnTo>
                  <a:lnTo>
                    <a:pt x="36362" y="112808"/>
                  </a:lnTo>
                  <a:lnTo>
                    <a:pt x="36227" y="111753"/>
                  </a:lnTo>
                  <a:lnTo>
                    <a:pt x="36103" y="110697"/>
                  </a:lnTo>
                  <a:lnTo>
                    <a:pt x="35988" y="109638"/>
                  </a:lnTo>
                  <a:lnTo>
                    <a:pt x="35882" y="108578"/>
                  </a:lnTo>
                  <a:lnTo>
                    <a:pt x="35783" y="107518"/>
                  </a:lnTo>
                  <a:lnTo>
                    <a:pt x="35693" y="106456"/>
                  </a:lnTo>
                  <a:lnTo>
                    <a:pt x="35609" y="105394"/>
                  </a:lnTo>
                  <a:lnTo>
                    <a:pt x="35532" y="104331"/>
                  </a:lnTo>
                  <a:lnTo>
                    <a:pt x="35461" y="103268"/>
                  </a:lnTo>
                  <a:lnTo>
                    <a:pt x="35395" y="102206"/>
                  </a:lnTo>
                  <a:lnTo>
                    <a:pt x="35334" y="101143"/>
                  </a:lnTo>
                  <a:lnTo>
                    <a:pt x="35278" y="100082"/>
                  </a:lnTo>
                  <a:lnTo>
                    <a:pt x="35225" y="99021"/>
                  </a:lnTo>
                  <a:lnTo>
                    <a:pt x="35175" y="97962"/>
                  </a:lnTo>
                  <a:lnTo>
                    <a:pt x="35128" y="96903"/>
                  </a:lnTo>
                  <a:lnTo>
                    <a:pt x="35084" y="95847"/>
                  </a:lnTo>
                  <a:lnTo>
                    <a:pt x="35041" y="94792"/>
                  </a:lnTo>
                  <a:lnTo>
                    <a:pt x="34998" y="93739"/>
                  </a:lnTo>
                  <a:lnTo>
                    <a:pt x="34957" y="92689"/>
                  </a:lnTo>
                  <a:lnTo>
                    <a:pt x="34915" y="91641"/>
                  </a:lnTo>
                  <a:lnTo>
                    <a:pt x="33582" y="91641"/>
                  </a:lnTo>
                  <a:lnTo>
                    <a:pt x="32229" y="91641"/>
                  </a:lnTo>
                  <a:lnTo>
                    <a:pt x="31704" y="90660"/>
                  </a:lnTo>
                  <a:lnTo>
                    <a:pt x="31218" y="89683"/>
                  </a:lnTo>
                  <a:lnTo>
                    <a:pt x="30769" y="88707"/>
                  </a:lnTo>
                  <a:lnTo>
                    <a:pt x="30354" y="87731"/>
                  </a:lnTo>
                  <a:lnTo>
                    <a:pt x="29969" y="86752"/>
                  </a:lnTo>
                  <a:lnTo>
                    <a:pt x="29611" y="85769"/>
                  </a:lnTo>
                  <a:lnTo>
                    <a:pt x="29277" y="84777"/>
                  </a:lnTo>
                  <a:lnTo>
                    <a:pt x="28965" y="83777"/>
                  </a:lnTo>
                  <a:lnTo>
                    <a:pt x="28671" y="82764"/>
                  </a:lnTo>
                  <a:lnTo>
                    <a:pt x="28391" y="81737"/>
                  </a:lnTo>
                  <a:lnTo>
                    <a:pt x="28124" y="80694"/>
                  </a:lnTo>
                  <a:lnTo>
                    <a:pt x="27865" y="79632"/>
                  </a:lnTo>
                  <a:lnTo>
                    <a:pt x="27612" y="78548"/>
                  </a:lnTo>
                  <a:lnTo>
                    <a:pt x="27100" y="76439"/>
                  </a:lnTo>
                  <a:lnTo>
                    <a:pt x="26627" y="74502"/>
                  </a:lnTo>
                  <a:lnTo>
                    <a:pt x="26190" y="72729"/>
                  </a:lnTo>
                  <a:lnTo>
                    <a:pt x="25784" y="71109"/>
                  </a:lnTo>
                  <a:lnTo>
                    <a:pt x="25406" y="69632"/>
                  </a:lnTo>
                  <a:lnTo>
                    <a:pt x="25049" y="68288"/>
                  </a:lnTo>
                  <a:lnTo>
                    <a:pt x="24711" y="67067"/>
                  </a:lnTo>
                  <a:lnTo>
                    <a:pt x="24387" y="65959"/>
                  </a:lnTo>
                  <a:lnTo>
                    <a:pt x="24071" y="64954"/>
                  </a:lnTo>
                  <a:lnTo>
                    <a:pt x="23761" y="64041"/>
                  </a:lnTo>
                  <a:lnTo>
                    <a:pt x="23451" y="63212"/>
                  </a:lnTo>
                  <a:lnTo>
                    <a:pt x="23137" y="62455"/>
                  </a:lnTo>
                  <a:lnTo>
                    <a:pt x="22815" y="61761"/>
                  </a:lnTo>
                  <a:lnTo>
                    <a:pt x="22480" y="61119"/>
                  </a:lnTo>
                  <a:lnTo>
                    <a:pt x="22128" y="60520"/>
                  </a:lnTo>
                  <a:lnTo>
                    <a:pt x="21754" y="59953"/>
                  </a:lnTo>
                  <a:lnTo>
                    <a:pt x="21354" y="59409"/>
                  </a:lnTo>
                  <a:lnTo>
                    <a:pt x="20924" y="58877"/>
                  </a:lnTo>
                  <a:lnTo>
                    <a:pt x="20459" y="58348"/>
                  </a:lnTo>
                  <a:lnTo>
                    <a:pt x="19955" y="57811"/>
                  </a:lnTo>
                  <a:lnTo>
                    <a:pt x="19407" y="57256"/>
                  </a:lnTo>
                  <a:lnTo>
                    <a:pt x="18811" y="56673"/>
                  </a:lnTo>
                  <a:lnTo>
                    <a:pt x="18163" y="56052"/>
                  </a:lnTo>
                  <a:lnTo>
                    <a:pt x="17457" y="55384"/>
                  </a:lnTo>
                  <a:lnTo>
                    <a:pt x="16901" y="54428"/>
                  </a:lnTo>
                  <a:lnTo>
                    <a:pt x="16400" y="53487"/>
                  </a:lnTo>
                  <a:lnTo>
                    <a:pt x="15948" y="52554"/>
                  </a:lnTo>
                  <a:lnTo>
                    <a:pt x="15538" y="51621"/>
                  </a:lnTo>
                  <a:lnTo>
                    <a:pt x="15164" y="50682"/>
                  </a:lnTo>
                  <a:lnTo>
                    <a:pt x="14819" y="49730"/>
                  </a:lnTo>
                  <a:lnTo>
                    <a:pt x="14496" y="48757"/>
                  </a:lnTo>
                  <a:lnTo>
                    <a:pt x="14189" y="47758"/>
                  </a:lnTo>
                  <a:lnTo>
                    <a:pt x="13892" y="46723"/>
                  </a:lnTo>
                  <a:lnTo>
                    <a:pt x="13597" y="45648"/>
                  </a:lnTo>
                  <a:lnTo>
                    <a:pt x="13276" y="44613"/>
                  </a:lnTo>
                  <a:lnTo>
                    <a:pt x="12941" y="43602"/>
                  </a:lnTo>
                  <a:lnTo>
                    <a:pt x="12593" y="42611"/>
                  </a:lnTo>
                  <a:lnTo>
                    <a:pt x="12232" y="41639"/>
                  </a:lnTo>
                  <a:lnTo>
                    <a:pt x="11856" y="40681"/>
                  </a:lnTo>
                  <a:lnTo>
                    <a:pt x="11465" y="39736"/>
                  </a:lnTo>
                  <a:lnTo>
                    <a:pt x="11060" y="38800"/>
                  </a:lnTo>
                  <a:lnTo>
                    <a:pt x="10640" y="37871"/>
                  </a:lnTo>
                  <a:lnTo>
                    <a:pt x="10205" y="36946"/>
                  </a:lnTo>
                  <a:lnTo>
                    <a:pt x="9755" y="36022"/>
                  </a:lnTo>
                  <a:lnTo>
                    <a:pt x="9289" y="35096"/>
                  </a:lnTo>
                  <a:lnTo>
                    <a:pt x="8807" y="34166"/>
                  </a:lnTo>
                  <a:lnTo>
                    <a:pt x="8309" y="33229"/>
                  </a:lnTo>
                  <a:lnTo>
                    <a:pt x="7795" y="32282"/>
                  </a:lnTo>
                  <a:lnTo>
                    <a:pt x="7340" y="31247"/>
                  </a:lnTo>
                  <a:lnTo>
                    <a:pt x="7035" y="30435"/>
                  </a:lnTo>
                  <a:lnTo>
                    <a:pt x="6849" y="29667"/>
                  </a:lnTo>
                  <a:lnTo>
                    <a:pt x="6754" y="28764"/>
                  </a:lnTo>
                  <a:lnTo>
                    <a:pt x="6719" y="27549"/>
                  </a:lnTo>
                  <a:lnTo>
                    <a:pt x="6714" y="25840"/>
                  </a:lnTo>
                  <a:lnTo>
                    <a:pt x="5423" y="25382"/>
                  </a:lnTo>
                  <a:lnTo>
                    <a:pt x="4112" y="24916"/>
                  </a:lnTo>
                  <a:lnTo>
                    <a:pt x="2939" y="24159"/>
                  </a:lnTo>
                  <a:lnTo>
                    <a:pt x="2114" y="23558"/>
                  </a:lnTo>
                  <a:lnTo>
                    <a:pt x="1521" y="22976"/>
                  </a:lnTo>
                  <a:lnTo>
                    <a:pt x="1048" y="22275"/>
                  </a:lnTo>
                  <a:lnTo>
                    <a:pt x="579" y="21317"/>
                  </a:lnTo>
                  <a:lnTo>
                    <a:pt x="0" y="19965"/>
                  </a:lnTo>
                  <a:lnTo>
                    <a:pt x="8" y="18651"/>
                  </a:lnTo>
                  <a:lnTo>
                    <a:pt x="61" y="17652"/>
                  </a:lnTo>
                  <a:lnTo>
                    <a:pt x="205" y="16853"/>
                  </a:lnTo>
                  <a:lnTo>
                    <a:pt x="485" y="16138"/>
                  </a:lnTo>
                  <a:lnTo>
                    <a:pt x="948" y="15390"/>
                  </a:lnTo>
                  <a:lnTo>
                    <a:pt x="1638" y="14494"/>
                  </a:lnTo>
                  <a:lnTo>
                    <a:pt x="2601" y="13334"/>
                  </a:lnTo>
                  <a:lnTo>
                    <a:pt x="3517" y="12585"/>
                  </a:lnTo>
                  <a:lnTo>
                    <a:pt x="4438" y="11832"/>
                  </a:lnTo>
                  <a:lnTo>
                    <a:pt x="5371" y="11068"/>
                  </a:lnTo>
                  <a:lnTo>
                    <a:pt x="6407" y="11552"/>
                  </a:lnTo>
                  <a:lnTo>
                    <a:pt x="7400" y="12065"/>
                  </a:lnTo>
                  <a:lnTo>
                    <a:pt x="8354" y="12609"/>
                  </a:lnTo>
                  <a:lnTo>
                    <a:pt x="9268" y="13181"/>
                  </a:lnTo>
                  <a:lnTo>
                    <a:pt x="10145" y="13781"/>
                  </a:lnTo>
                  <a:lnTo>
                    <a:pt x="10986" y="14409"/>
                  </a:lnTo>
                  <a:lnTo>
                    <a:pt x="11792" y="15063"/>
                  </a:lnTo>
                  <a:lnTo>
                    <a:pt x="12565" y="15743"/>
                  </a:lnTo>
                  <a:lnTo>
                    <a:pt x="13307" y="16448"/>
                  </a:lnTo>
                  <a:lnTo>
                    <a:pt x="14018" y="17177"/>
                  </a:lnTo>
                  <a:lnTo>
                    <a:pt x="14700" y="17930"/>
                  </a:lnTo>
                  <a:lnTo>
                    <a:pt x="15354" y="18706"/>
                  </a:lnTo>
                  <a:lnTo>
                    <a:pt x="15982" y="19504"/>
                  </a:lnTo>
                  <a:lnTo>
                    <a:pt x="16586" y="20323"/>
                  </a:lnTo>
                  <a:lnTo>
                    <a:pt x="17166" y="21162"/>
                  </a:lnTo>
                  <a:lnTo>
                    <a:pt x="17725" y="22021"/>
                  </a:lnTo>
                  <a:lnTo>
                    <a:pt x="18263" y="22899"/>
                  </a:lnTo>
                  <a:lnTo>
                    <a:pt x="18782" y="23795"/>
                  </a:lnTo>
                  <a:lnTo>
                    <a:pt x="19283" y="24709"/>
                  </a:lnTo>
                  <a:lnTo>
                    <a:pt x="19768" y="25640"/>
                  </a:lnTo>
                  <a:lnTo>
                    <a:pt x="20239" y="26586"/>
                  </a:lnTo>
                  <a:lnTo>
                    <a:pt x="20696" y="27547"/>
                  </a:lnTo>
                  <a:lnTo>
                    <a:pt x="21141" y="28523"/>
                  </a:lnTo>
                  <a:lnTo>
                    <a:pt x="21575" y="29512"/>
                  </a:lnTo>
                  <a:lnTo>
                    <a:pt x="22000" y="30515"/>
                  </a:lnTo>
                  <a:lnTo>
                    <a:pt x="22418" y="31529"/>
                  </a:lnTo>
                  <a:lnTo>
                    <a:pt x="22829" y="32555"/>
                  </a:lnTo>
                  <a:lnTo>
                    <a:pt x="23753" y="33694"/>
                  </a:lnTo>
                  <a:lnTo>
                    <a:pt x="24692" y="34852"/>
                  </a:lnTo>
                  <a:lnTo>
                    <a:pt x="25316" y="35772"/>
                  </a:lnTo>
                  <a:lnTo>
                    <a:pt x="25899" y="36702"/>
                  </a:lnTo>
                  <a:lnTo>
                    <a:pt x="26446" y="37640"/>
                  </a:lnTo>
                  <a:lnTo>
                    <a:pt x="26960" y="38588"/>
                  </a:lnTo>
                  <a:lnTo>
                    <a:pt x="27444" y="39544"/>
                  </a:lnTo>
                  <a:lnTo>
                    <a:pt x="27901" y="40511"/>
                  </a:lnTo>
                  <a:lnTo>
                    <a:pt x="28337" y="41486"/>
                  </a:lnTo>
                  <a:lnTo>
                    <a:pt x="28753" y="42471"/>
                  </a:lnTo>
                  <a:lnTo>
                    <a:pt x="29154" y="43466"/>
                  </a:lnTo>
                  <a:lnTo>
                    <a:pt x="29543" y="44470"/>
                  </a:lnTo>
                  <a:lnTo>
                    <a:pt x="29924" y="45484"/>
                  </a:lnTo>
                  <a:lnTo>
                    <a:pt x="30301" y="46508"/>
                  </a:lnTo>
                  <a:lnTo>
                    <a:pt x="30676" y="47541"/>
                  </a:lnTo>
                  <a:lnTo>
                    <a:pt x="31054" y="48585"/>
                  </a:lnTo>
                  <a:lnTo>
                    <a:pt x="31588" y="50005"/>
                  </a:lnTo>
                  <a:lnTo>
                    <a:pt x="32130" y="51446"/>
                  </a:lnTo>
                  <a:lnTo>
                    <a:pt x="32510" y="52485"/>
                  </a:lnTo>
                  <a:lnTo>
                    <a:pt x="32880" y="53520"/>
                  </a:lnTo>
                  <a:lnTo>
                    <a:pt x="33240" y="54553"/>
                  </a:lnTo>
                  <a:lnTo>
                    <a:pt x="33589" y="55584"/>
                  </a:lnTo>
                  <a:lnTo>
                    <a:pt x="33925" y="56615"/>
                  </a:lnTo>
                  <a:lnTo>
                    <a:pt x="34248" y="57647"/>
                  </a:lnTo>
                  <a:lnTo>
                    <a:pt x="34557" y="58683"/>
                  </a:lnTo>
                  <a:lnTo>
                    <a:pt x="34852" y="59722"/>
                  </a:lnTo>
                  <a:lnTo>
                    <a:pt x="35131" y="60767"/>
                  </a:lnTo>
                  <a:lnTo>
                    <a:pt x="35393" y="61820"/>
                  </a:lnTo>
                  <a:lnTo>
                    <a:pt x="35637" y="62880"/>
                  </a:lnTo>
                  <a:lnTo>
                    <a:pt x="35864" y="63951"/>
                  </a:lnTo>
                  <a:lnTo>
                    <a:pt x="36071" y="65032"/>
                  </a:lnTo>
                  <a:lnTo>
                    <a:pt x="36258" y="66127"/>
                  </a:lnTo>
                  <a:lnTo>
                    <a:pt x="37591" y="66127"/>
                  </a:lnTo>
                  <a:lnTo>
                    <a:pt x="38944" y="66127"/>
                  </a:lnTo>
                  <a:lnTo>
                    <a:pt x="39064" y="67214"/>
                  </a:lnTo>
                  <a:lnTo>
                    <a:pt x="39185" y="68303"/>
                  </a:lnTo>
                  <a:lnTo>
                    <a:pt x="39306" y="69392"/>
                  </a:lnTo>
                  <a:lnTo>
                    <a:pt x="39428" y="70483"/>
                  </a:lnTo>
                  <a:lnTo>
                    <a:pt x="39549" y="71577"/>
                  </a:lnTo>
                  <a:lnTo>
                    <a:pt x="39671" y="72673"/>
                  </a:lnTo>
                  <a:lnTo>
                    <a:pt x="39793" y="73772"/>
                  </a:lnTo>
                  <a:lnTo>
                    <a:pt x="39916" y="74875"/>
                  </a:lnTo>
                  <a:lnTo>
                    <a:pt x="40039" y="75982"/>
                  </a:lnTo>
                  <a:lnTo>
                    <a:pt x="40162" y="77095"/>
                  </a:lnTo>
                  <a:lnTo>
                    <a:pt x="40286" y="78213"/>
                  </a:lnTo>
                  <a:lnTo>
                    <a:pt x="41619" y="78213"/>
                  </a:lnTo>
                  <a:lnTo>
                    <a:pt x="42972" y="78213"/>
                  </a:lnTo>
                  <a:lnTo>
                    <a:pt x="43177" y="79235"/>
                  </a:lnTo>
                  <a:lnTo>
                    <a:pt x="43381" y="80258"/>
                  </a:lnTo>
                  <a:lnTo>
                    <a:pt x="43586" y="81282"/>
                  </a:lnTo>
                  <a:lnTo>
                    <a:pt x="43791" y="82307"/>
                  </a:lnTo>
                  <a:lnTo>
                    <a:pt x="43996" y="83333"/>
                  </a:lnTo>
                  <a:lnTo>
                    <a:pt x="44202" y="84362"/>
                  </a:lnTo>
                  <a:lnTo>
                    <a:pt x="44408" y="85392"/>
                  </a:lnTo>
                  <a:lnTo>
                    <a:pt x="44615" y="86425"/>
                  </a:lnTo>
                  <a:lnTo>
                    <a:pt x="44822" y="87461"/>
                  </a:lnTo>
                  <a:lnTo>
                    <a:pt x="45030" y="88500"/>
                  </a:lnTo>
                  <a:lnTo>
                    <a:pt x="45238" y="89543"/>
                  </a:lnTo>
                  <a:lnTo>
                    <a:pt x="45448" y="90590"/>
                  </a:lnTo>
                  <a:lnTo>
                    <a:pt x="45658" y="91641"/>
                  </a:lnTo>
                  <a:lnTo>
                    <a:pt x="46788" y="91142"/>
                  </a:lnTo>
                  <a:lnTo>
                    <a:pt x="47921" y="90642"/>
                  </a:lnTo>
                  <a:lnTo>
                    <a:pt x="49060" y="90140"/>
                  </a:lnTo>
                  <a:lnTo>
                    <a:pt x="50207" y="89634"/>
                  </a:lnTo>
                  <a:lnTo>
                    <a:pt x="51365" y="89123"/>
                  </a:lnTo>
                  <a:lnTo>
                    <a:pt x="52406" y="88715"/>
                  </a:lnTo>
                  <a:lnTo>
                    <a:pt x="53442" y="88330"/>
                  </a:lnTo>
                  <a:lnTo>
                    <a:pt x="54475" y="87967"/>
                  </a:lnTo>
                  <a:lnTo>
                    <a:pt x="55506" y="87625"/>
                  </a:lnTo>
                  <a:lnTo>
                    <a:pt x="56536" y="87303"/>
                  </a:lnTo>
                  <a:lnTo>
                    <a:pt x="57566" y="87000"/>
                  </a:lnTo>
                  <a:lnTo>
                    <a:pt x="58595" y="86714"/>
                  </a:lnTo>
                  <a:lnTo>
                    <a:pt x="59627" y="86445"/>
                  </a:lnTo>
                  <a:lnTo>
                    <a:pt x="60660" y="86192"/>
                  </a:lnTo>
                  <a:lnTo>
                    <a:pt x="61696" y="85952"/>
                  </a:lnTo>
                  <a:lnTo>
                    <a:pt x="62737" y="85726"/>
                  </a:lnTo>
                  <a:lnTo>
                    <a:pt x="63782" y="85512"/>
                  </a:lnTo>
                  <a:lnTo>
                    <a:pt x="64832" y="85309"/>
                  </a:lnTo>
                  <a:lnTo>
                    <a:pt x="65890" y="85116"/>
                  </a:lnTo>
                  <a:lnTo>
                    <a:pt x="66954" y="84932"/>
                  </a:lnTo>
                  <a:lnTo>
                    <a:pt x="68027" y="84756"/>
                  </a:lnTo>
                  <a:lnTo>
                    <a:pt x="69109" y="84586"/>
                  </a:lnTo>
                  <a:lnTo>
                    <a:pt x="70201" y="84421"/>
                  </a:lnTo>
                  <a:lnTo>
                    <a:pt x="71304" y="84261"/>
                  </a:lnTo>
                  <a:lnTo>
                    <a:pt x="72379" y="84063"/>
                  </a:lnTo>
                  <a:lnTo>
                    <a:pt x="73440" y="83844"/>
                  </a:lnTo>
                  <a:lnTo>
                    <a:pt x="74489" y="83606"/>
                  </a:lnTo>
                  <a:lnTo>
                    <a:pt x="75528" y="83350"/>
                  </a:lnTo>
                  <a:lnTo>
                    <a:pt x="76558" y="83075"/>
                  </a:lnTo>
                  <a:lnTo>
                    <a:pt x="77581" y="82784"/>
                  </a:lnTo>
                  <a:lnTo>
                    <a:pt x="78599" y="82477"/>
                  </a:lnTo>
                  <a:lnTo>
                    <a:pt x="79613" y="82154"/>
                  </a:lnTo>
                  <a:lnTo>
                    <a:pt x="80625" y="81817"/>
                  </a:lnTo>
                  <a:lnTo>
                    <a:pt x="81636" y="81467"/>
                  </a:lnTo>
                  <a:lnTo>
                    <a:pt x="82649" y="81104"/>
                  </a:lnTo>
                  <a:lnTo>
                    <a:pt x="83665" y="80729"/>
                  </a:lnTo>
                  <a:lnTo>
                    <a:pt x="84685" y="80342"/>
                  </a:lnTo>
                  <a:lnTo>
                    <a:pt x="85664" y="80051"/>
                  </a:lnTo>
                  <a:lnTo>
                    <a:pt x="86464" y="79842"/>
                  </a:lnTo>
                  <a:lnTo>
                    <a:pt x="87225" y="79702"/>
                  </a:lnTo>
                  <a:lnTo>
                    <a:pt x="88085" y="79617"/>
                  </a:lnTo>
                  <a:lnTo>
                    <a:pt x="89184" y="79574"/>
                  </a:lnTo>
                  <a:lnTo>
                    <a:pt x="90662" y="79558"/>
                  </a:lnTo>
                  <a:lnTo>
                    <a:pt x="92659" y="79555"/>
                  </a:lnTo>
                  <a:lnTo>
                    <a:pt x="92659" y="78223"/>
                  </a:lnTo>
                  <a:lnTo>
                    <a:pt x="92659" y="76870"/>
                  </a:lnTo>
                  <a:lnTo>
                    <a:pt x="93949" y="76534"/>
                  </a:lnTo>
                  <a:lnTo>
                    <a:pt x="95260" y="76194"/>
                  </a:lnTo>
                  <a:lnTo>
                    <a:pt x="96344" y="75912"/>
                  </a:lnTo>
                  <a:lnTo>
                    <a:pt x="97427" y="75631"/>
                  </a:lnTo>
                  <a:lnTo>
                    <a:pt x="98511" y="75349"/>
                  </a:lnTo>
                  <a:lnTo>
                    <a:pt x="99594" y="75067"/>
                  </a:lnTo>
                  <a:lnTo>
                    <a:pt x="100678" y="74785"/>
                  </a:lnTo>
                  <a:lnTo>
                    <a:pt x="101761" y="74503"/>
                  </a:lnTo>
                  <a:lnTo>
                    <a:pt x="102845" y="74220"/>
                  </a:lnTo>
                  <a:lnTo>
                    <a:pt x="103928" y="73938"/>
                  </a:lnTo>
                  <a:lnTo>
                    <a:pt x="105011" y="73656"/>
                  </a:lnTo>
                  <a:lnTo>
                    <a:pt x="106095" y="73374"/>
                  </a:lnTo>
                  <a:lnTo>
                    <a:pt x="107178" y="73092"/>
                  </a:lnTo>
                  <a:lnTo>
                    <a:pt x="108191" y="72829"/>
                  </a:lnTo>
                  <a:lnTo>
                    <a:pt x="109208" y="72565"/>
                  </a:lnTo>
                  <a:lnTo>
                    <a:pt x="110232" y="72299"/>
                  </a:lnTo>
                  <a:lnTo>
                    <a:pt x="111267" y="72030"/>
                  </a:lnTo>
                  <a:lnTo>
                    <a:pt x="112278" y="71766"/>
                  </a:lnTo>
                  <a:lnTo>
                    <a:pt x="113290" y="71502"/>
                  </a:lnTo>
                  <a:lnTo>
                    <a:pt x="114300" y="71237"/>
                  </a:lnTo>
                  <a:lnTo>
                    <a:pt x="115311" y="70972"/>
                  </a:lnTo>
                  <a:lnTo>
                    <a:pt x="116321" y="70706"/>
                  </a:lnTo>
                  <a:lnTo>
                    <a:pt x="117331" y="70439"/>
                  </a:lnTo>
                  <a:lnTo>
                    <a:pt x="118341" y="70171"/>
                  </a:lnTo>
                  <a:lnTo>
                    <a:pt x="119351" y="69902"/>
                  </a:lnTo>
                  <a:lnTo>
                    <a:pt x="120360" y="69633"/>
                  </a:lnTo>
                  <a:lnTo>
                    <a:pt x="121369" y="69362"/>
                  </a:lnTo>
                  <a:lnTo>
                    <a:pt x="122378" y="69091"/>
                  </a:lnTo>
                  <a:lnTo>
                    <a:pt x="123386" y="68818"/>
                  </a:lnTo>
                  <a:lnTo>
                    <a:pt x="124395" y="68545"/>
                  </a:lnTo>
                  <a:lnTo>
                    <a:pt x="125403" y="68270"/>
                  </a:lnTo>
                  <a:lnTo>
                    <a:pt x="126410" y="67995"/>
                  </a:lnTo>
                  <a:lnTo>
                    <a:pt x="127418" y="67718"/>
                  </a:lnTo>
                  <a:lnTo>
                    <a:pt x="128425" y="67440"/>
                  </a:lnTo>
                  <a:lnTo>
                    <a:pt x="129432" y="67160"/>
                  </a:lnTo>
                  <a:lnTo>
                    <a:pt x="130439" y="66880"/>
                  </a:lnTo>
                  <a:lnTo>
                    <a:pt x="131445" y="66598"/>
                  </a:lnTo>
                  <a:lnTo>
                    <a:pt x="132516" y="66310"/>
                  </a:lnTo>
                  <a:lnTo>
                    <a:pt x="133583" y="66033"/>
                  </a:lnTo>
                  <a:lnTo>
                    <a:pt x="134646" y="65769"/>
                  </a:lnTo>
                  <a:lnTo>
                    <a:pt x="135707" y="65517"/>
                  </a:lnTo>
                  <a:lnTo>
                    <a:pt x="136767" y="65277"/>
                  </a:lnTo>
                  <a:lnTo>
                    <a:pt x="137827" y="65050"/>
                  </a:lnTo>
                  <a:lnTo>
                    <a:pt x="138889" y="64835"/>
                  </a:lnTo>
                  <a:lnTo>
                    <a:pt x="139953" y="64633"/>
                  </a:lnTo>
                  <a:lnTo>
                    <a:pt x="141021" y="64443"/>
                  </a:lnTo>
                  <a:lnTo>
                    <a:pt x="142094" y="64267"/>
                  </a:lnTo>
                  <a:lnTo>
                    <a:pt x="143173" y="64103"/>
                  </a:lnTo>
                  <a:lnTo>
                    <a:pt x="144259" y="63953"/>
                  </a:lnTo>
                  <a:lnTo>
                    <a:pt x="145354" y="63816"/>
                  </a:lnTo>
                  <a:lnTo>
                    <a:pt x="146457" y="63692"/>
                  </a:lnTo>
                  <a:lnTo>
                    <a:pt x="147533" y="63533"/>
                  </a:lnTo>
                  <a:lnTo>
                    <a:pt x="148602" y="63360"/>
                  </a:lnTo>
                  <a:lnTo>
                    <a:pt x="149665" y="63174"/>
                  </a:lnTo>
                  <a:lnTo>
                    <a:pt x="150722" y="62974"/>
                  </a:lnTo>
                  <a:lnTo>
                    <a:pt x="151774" y="62762"/>
                  </a:lnTo>
                  <a:lnTo>
                    <a:pt x="152821" y="62539"/>
                  </a:lnTo>
                  <a:lnTo>
                    <a:pt x="153862" y="62303"/>
                  </a:lnTo>
                  <a:lnTo>
                    <a:pt x="154900" y="62057"/>
                  </a:lnTo>
                  <a:lnTo>
                    <a:pt x="155933" y="61801"/>
                  </a:lnTo>
                  <a:lnTo>
                    <a:pt x="156963" y="61534"/>
                  </a:lnTo>
                  <a:lnTo>
                    <a:pt x="157990" y="61258"/>
                  </a:lnTo>
                  <a:lnTo>
                    <a:pt x="159013" y="60973"/>
                  </a:lnTo>
                  <a:lnTo>
                    <a:pt x="160034" y="60680"/>
                  </a:lnTo>
                  <a:lnTo>
                    <a:pt x="161053" y="60379"/>
                  </a:lnTo>
                  <a:lnTo>
                    <a:pt x="162070" y="60071"/>
                  </a:lnTo>
                  <a:lnTo>
                    <a:pt x="163085" y="59755"/>
                  </a:lnTo>
                  <a:lnTo>
                    <a:pt x="164100" y="59434"/>
                  </a:lnTo>
                  <a:lnTo>
                    <a:pt x="165113" y="59106"/>
                  </a:lnTo>
                  <a:lnTo>
                    <a:pt x="166126" y="58773"/>
                  </a:lnTo>
                  <a:lnTo>
                    <a:pt x="167139" y="58436"/>
                  </a:lnTo>
                  <a:lnTo>
                    <a:pt x="168153" y="58094"/>
                  </a:lnTo>
                  <a:lnTo>
                    <a:pt x="169167" y="57748"/>
                  </a:lnTo>
                  <a:lnTo>
                    <a:pt x="170182" y="57399"/>
                  </a:lnTo>
                  <a:lnTo>
                    <a:pt x="171199" y="57048"/>
                  </a:lnTo>
                  <a:lnTo>
                    <a:pt x="172217" y="56694"/>
                  </a:lnTo>
                  <a:lnTo>
                    <a:pt x="173238" y="56338"/>
                  </a:lnTo>
                  <a:lnTo>
                    <a:pt x="174261" y="55981"/>
                  </a:lnTo>
                  <a:lnTo>
                    <a:pt x="175295" y="55626"/>
                  </a:lnTo>
                  <a:lnTo>
                    <a:pt x="176330" y="55278"/>
                  </a:lnTo>
                  <a:lnTo>
                    <a:pt x="177366" y="54939"/>
                  </a:lnTo>
                  <a:lnTo>
                    <a:pt x="178403" y="54607"/>
                  </a:lnTo>
                  <a:lnTo>
                    <a:pt x="179441" y="54283"/>
                  </a:lnTo>
                  <a:lnTo>
                    <a:pt x="180481" y="53967"/>
                  </a:lnTo>
                  <a:lnTo>
                    <a:pt x="181523" y="53658"/>
                  </a:lnTo>
                  <a:lnTo>
                    <a:pt x="182567" y="53355"/>
                  </a:lnTo>
                  <a:lnTo>
                    <a:pt x="183615" y="53060"/>
                  </a:lnTo>
                  <a:lnTo>
                    <a:pt x="184665" y="52771"/>
                  </a:lnTo>
                  <a:lnTo>
                    <a:pt x="185718" y="52488"/>
                  </a:lnTo>
                  <a:lnTo>
                    <a:pt x="186775" y="52212"/>
                  </a:lnTo>
                  <a:lnTo>
                    <a:pt x="187836" y="51942"/>
                  </a:lnTo>
                  <a:lnTo>
                    <a:pt x="188895" y="51659"/>
                  </a:lnTo>
                  <a:lnTo>
                    <a:pt x="189947" y="51363"/>
                  </a:lnTo>
                  <a:lnTo>
                    <a:pt x="190991" y="51053"/>
                  </a:lnTo>
                  <a:lnTo>
                    <a:pt x="192029" y="50731"/>
                  </a:lnTo>
                  <a:lnTo>
                    <a:pt x="193060" y="50396"/>
                  </a:lnTo>
                  <a:lnTo>
                    <a:pt x="194085" y="50050"/>
                  </a:lnTo>
                  <a:lnTo>
                    <a:pt x="195105" y="49693"/>
                  </a:lnTo>
                  <a:lnTo>
                    <a:pt x="196121" y="49326"/>
                  </a:lnTo>
                  <a:lnTo>
                    <a:pt x="197133" y="48950"/>
                  </a:lnTo>
                  <a:lnTo>
                    <a:pt x="198142" y="48565"/>
                  </a:lnTo>
                  <a:lnTo>
                    <a:pt x="199148" y="48173"/>
                  </a:lnTo>
                  <a:lnTo>
                    <a:pt x="200153" y="47772"/>
                  </a:lnTo>
                  <a:lnTo>
                    <a:pt x="201155" y="47366"/>
                  </a:lnTo>
                  <a:lnTo>
                    <a:pt x="202157" y="46953"/>
                  </a:lnTo>
                  <a:lnTo>
                    <a:pt x="203159" y="46535"/>
                  </a:lnTo>
                  <a:lnTo>
                    <a:pt x="204161" y="46113"/>
                  </a:lnTo>
                  <a:lnTo>
                    <a:pt x="205164" y="45686"/>
                  </a:lnTo>
                  <a:lnTo>
                    <a:pt x="206169" y="45257"/>
                  </a:lnTo>
                  <a:lnTo>
                    <a:pt x="207176" y="44824"/>
                  </a:lnTo>
                  <a:lnTo>
                    <a:pt x="208177" y="44416"/>
                  </a:lnTo>
                  <a:lnTo>
                    <a:pt x="209177" y="44025"/>
                  </a:lnTo>
                  <a:lnTo>
                    <a:pt x="210176" y="43653"/>
                  </a:lnTo>
                  <a:lnTo>
                    <a:pt x="211174" y="43299"/>
                  </a:lnTo>
                  <a:lnTo>
                    <a:pt x="212172" y="42961"/>
                  </a:lnTo>
                  <a:lnTo>
                    <a:pt x="213171" y="42640"/>
                  </a:lnTo>
                  <a:lnTo>
                    <a:pt x="214171" y="42334"/>
                  </a:lnTo>
                  <a:lnTo>
                    <a:pt x="215172" y="42044"/>
                  </a:lnTo>
                  <a:lnTo>
                    <a:pt x="216175" y="41769"/>
                  </a:lnTo>
                  <a:lnTo>
                    <a:pt x="217181" y="41507"/>
                  </a:lnTo>
                  <a:lnTo>
                    <a:pt x="218190" y="41260"/>
                  </a:lnTo>
                  <a:lnTo>
                    <a:pt x="219202" y="41025"/>
                  </a:lnTo>
                  <a:lnTo>
                    <a:pt x="220219" y="40803"/>
                  </a:lnTo>
                  <a:lnTo>
                    <a:pt x="221240" y="40592"/>
                  </a:lnTo>
                  <a:lnTo>
                    <a:pt x="222266" y="40393"/>
                  </a:lnTo>
                  <a:lnTo>
                    <a:pt x="223298" y="40205"/>
                  </a:lnTo>
                  <a:lnTo>
                    <a:pt x="224335" y="40027"/>
                  </a:lnTo>
                  <a:lnTo>
                    <a:pt x="225380" y="39858"/>
                  </a:lnTo>
                  <a:lnTo>
                    <a:pt x="226431" y="39699"/>
                  </a:lnTo>
                  <a:lnTo>
                    <a:pt x="227490" y="39548"/>
                  </a:lnTo>
                  <a:lnTo>
                    <a:pt x="228557" y="39405"/>
                  </a:lnTo>
                  <a:lnTo>
                    <a:pt x="229633" y="39269"/>
                  </a:lnTo>
                  <a:lnTo>
                    <a:pt x="229633" y="37936"/>
                  </a:lnTo>
                  <a:lnTo>
                    <a:pt x="229633" y="36583"/>
                  </a:lnTo>
                  <a:lnTo>
                    <a:pt x="231044" y="36216"/>
                  </a:lnTo>
                  <a:lnTo>
                    <a:pt x="232476" y="35843"/>
                  </a:lnTo>
                  <a:lnTo>
                    <a:pt x="233699" y="35505"/>
                  </a:lnTo>
                  <a:lnTo>
                    <a:pt x="234931" y="35165"/>
                  </a:lnTo>
                  <a:lnTo>
                    <a:pt x="236179" y="34820"/>
                  </a:lnTo>
                  <a:lnTo>
                    <a:pt x="237396" y="34493"/>
                  </a:lnTo>
                  <a:lnTo>
                    <a:pt x="238621" y="34163"/>
                  </a:lnTo>
                  <a:lnTo>
                    <a:pt x="239862" y="33829"/>
                  </a:lnTo>
                  <a:lnTo>
                    <a:pt x="241054" y="33345"/>
                  </a:lnTo>
                  <a:lnTo>
                    <a:pt x="241958" y="32925"/>
                  </a:lnTo>
                  <a:lnTo>
                    <a:pt x="242676" y="32475"/>
                  </a:lnTo>
                  <a:lnTo>
                    <a:pt x="243311" y="31903"/>
                  </a:lnTo>
                  <a:lnTo>
                    <a:pt x="243966" y="31116"/>
                  </a:lnTo>
                  <a:lnTo>
                    <a:pt x="244744" y="30021"/>
                  </a:lnTo>
                  <a:lnTo>
                    <a:pt x="245748" y="28526"/>
                  </a:lnTo>
                  <a:lnTo>
                    <a:pt x="246812" y="28526"/>
                  </a:lnTo>
                  <a:lnTo>
                    <a:pt x="247878" y="28526"/>
                  </a:lnTo>
                  <a:lnTo>
                    <a:pt x="248950" y="28526"/>
                  </a:lnTo>
                  <a:lnTo>
                    <a:pt x="250029" y="28526"/>
                  </a:lnTo>
                  <a:lnTo>
                    <a:pt x="251119" y="28526"/>
                  </a:lnTo>
                  <a:lnTo>
                    <a:pt x="251119" y="27193"/>
                  </a:lnTo>
                  <a:lnTo>
                    <a:pt x="251119" y="25840"/>
                  </a:lnTo>
                  <a:lnTo>
                    <a:pt x="251609" y="25706"/>
                  </a:lnTo>
                  <a:lnTo>
                    <a:pt x="252057" y="25584"/>
                  </a:lnTo>
                  <a:lnTo>
                    <a:pt x="252496" y="25465"/>
                  </a:lnTo>
                  <a:lnTo>
                    <a:pt x="252956" y="25339"/>
                  </a:lnTo>
                  <a:lnTo>
                    <a:pt x="253471" y="25199"/>
                  </a:lnTo>
                  <a:lnTo>
                    <a:pt x="254073" y="25035"/>
                  </a:lnTo>
                  <a:lnTo>
                    <a:pt x="254794" y="24838"/>
                  </a:lnTo>
                  <a:lnTo>
                    <a:pt x="255666" y="24600"/>
                  </a:lnTo>
                  <a:lnTo>
                    <a:pt x="256722" y="24312"/>
                  </a:lnTo>
                  <a:lnTo>
                    <a:pt x="257995" y="23965"/>
                  </a:lnTo>
                  <a:lnTo>
                    <a:pt x="259515" y="23550"/>
                  </a:lnTo>
                  <a:lnTo>
                    <a:pt x="261317" y="23059"/>
                  </a:lnTo>
                  <a:lnTo>
                    <a:pt x="263431" y="22482"/>
                  </a:lnTo>
                  <a:lnTo>
                    <a:pt x="265891" y="21811"/>
                  </a:lnTo>
                  <a:lnTo>
                    <a:pt x="265891" y="20479"/>
                  </a:lnTo>
                  <a:lnTo>
                    <a:pt x="265891" y="19126"/>
                  </a:lnTo>
                  <a:lnTo>
                    <a:pt x="266951" y="18731"/>
                  </a:lnTo>
                  <a:lnTo>
                    <a:pt x="268015" y="18334"/>
                  </a:lnTo>
                  <a:lnTo>
                    <a:pt x="269087" y="17934"/>
                  </a:lnTo>
                  <a:lnTo>
                    <a:pt x="270171" y="17530"/>
                  </a:lnTo>
                  <a:lnTo>
                    <a:pt x="271229" y="17135"/>
                  </a:lnTo>
                  <a:lnTo>
                    <a:pt x="272287" y="16737"/>
                  </a:lnTo>
                  <a:lnTo>
                    <a:pt x="273343" y="16337"/>
                  </a:lnTo>
                  <a:lnTo>
                    <a:pt x="274399" y="15935"/>
                  </a:lnTo>
                  <a:lnTo>
                    <a:pt x="275453" y="15531"/>
                  </a:lnTo>
                  <a:lnTo>
                    <a:pt x="276507" y="15125"/>
                  </a:lnTo>
                  <a:lnTo>
                    <a:pt x="277560" y="14716"/>
                  </a:lnTo>
                  <a:lnTo>
                    <a:pt x="278612" y="14305"/>
                  </a:lnTo>
                  <a:lnTo>
                    <a:pt x="279664" y="13892"/>
                  </a:lnTo>
                  <a:lnTo>
                    <a:pt x="280715" y="13476"/>
                  </a:lnTo>
                  <a:lnTo>
                    <a:pt x="281720" y="13081"/>
                  </a:lnTo>
                  <a:lnTo>
                    <a:pt x="282724" y="12690"/>
                  </a:lnTo>
                  <a:lnTo>
                    <a:pt x="283728" y="12304"/>
                  </a:lnTo>
                  <a:lnTo>
                    <a:pt x="284731" y="11923"/>
                  </a:lnTo>
                  <a:lnTo>
                    <a:pt x="285734" y="11546"/>
                  </a:lnTo>
                  <a:lnTo>
                    <a:pt x="286738" y="11174"/>
                  </a:lnTo>
                  <a:lnTo>
                    <a:pt x="287741" y="10806"/>
                  </a:lnTo>
                  <a:lnTo>
                    <a:pt x="288745" y="10444"/>
                  </a:lnTo>
                  <a:lnTo>
                    <a:pt x="289750" y="10087"/>
                  </a:lnTo>
                  <a:lnTo>
                    <a:pt x="290756" y="9735"/>
                  </a:lnTo>
                  <a:lnTo>
                    <a:pt x="291763" y="9388"/>
                  </a:lnTo>
                  <a:lnTo>
                    <a:pt x="292772" y="9046"/>
                  </a:lnTo>
                  <a:lnTo>
                    <a:pt x="293782" y="8710"/>
                  </a:lnTo>
                  <a:lnTo>
                    <a:pt x="294794" y="8379"/>
                  </a:lnTo>
                  <a:lnTo>
                    <a:pt x="295808" y="8054"/>
                  </a:lnTo>
                  <a:lnTo>
                    <a:pt x="296824" y="7734"/>
                  </a:lnTo>
                  <a:lnTo>
                    <a:pt x="297843" y="7421"/>
                  </a:lnTo>
                  <a:lnTo>
                    <a:pt x="298865" y="7113"/>
                  </a:lnTo>
                  <a:lnTo>
                    <a:pt x="299890" y="6811"/>
                  </a:lnTo>
                  <a:lnTo>
                    <a:pt x="300918" y="6515"/>
                  </a:lnTo>
                  <a:lnTo>
                    <a:pt x="301949" y="6226"/>
                  </a:lnTo>
                  <a:lnTo>
                    <a:pt x="302985" y="5942"/>
                  </a:lnTo>
                  <a:lnTo>
                    <a:pt x="304024" y="5665"/>
                  </a:lnTo>
                  <a:lnTo>
                    <a:pt x="305067" y="5394"/>
                  </a:lnTo>
                  <a:lnTo>
                    <a:pt x="306114" y="5130"/>
                  </a:lnTo>
                  <a:lnTo>
                    <a:pt x="307724" y="4660"/>
                  </a:lnTo>
                  <a:lnTo>
                    <a:pt x="308687" y="4283"/>
                  </a:lnTo>
                  <a:lnTo>
                    <a:pt x="309387" y="3800"/>
                  </a:lnTo>
                  <a:lnTo>
                    <a:pt x="310206" y="3011"/>
                  </a:lnTo>
                  <a:lnTo>
                    <a:pt x="311245" y="2768"/>
                  </a:lnTo>
                  <a:lnTo>
                    <a:pt x="312285" y="2538"/>
                  </a:lnTo>
                  <a:lnTo>
                    <a:pt x="313325" y="2321"/>
                  </a:lnTo>
                  <a:lnTo>
                    <a:pt x="314367" y="2117"/>
                  </a:lnTo>
                  <a:lnTo>
                    <a:pt x="315409" y="1924"/>
                  </a:lnTo>
                  <a:lnTo>
                    <a:pt x="316452" y="1743"/>
                  </a:lnTo>
                  <a:lnTo>
                    <a:pt x="317496" y="1574"/>
                  </a:lnTo>
                  <a:lnTo>
                    <a:pt x="318541" y="1415"/>
                  </a:lnTo>
                  <a:lnTo>
                    <a:pt x="319587" y="1268"/>
                  </a:lnTo>
                  <a:lnTo>
                    <a:pt x="320633" y="1130"/>
                  </a:lnTo>
                  <a:lnTo>
                    <a:pt x="321680" y="1003"/>
                  </a:lnTo>
                  <a:lnTo>
                    <a:pt x="322728" y="885"/>
                  </a:lnTo>
                  <a:lnTo>
                    <a:pt x="323776" y="776"/>
                  </a:lnTo>
                  <a:lnTo>
                    <a:pt x="324826" y="677"/>
                  </a:lnTo>
                  <a:lnTo>
                    <a:pt x="325875" y="585"/>
                  </a:lnTo>
                  <a:lnTo>
                    <a:pt x="326926" y="502"/>
                  </a:lnTo>
                  <a:lnTo>
                    <a:pt x="327977" y="427"/>
                  </a:lnTo>
                  <a:lnTo>
                    <a:pt x="329029" y="360"/>
                  </a:lnTo>
                  <a:lnTo>
                    <a:pt x="330081" y="299"/>
                  </a:lnTo>
                  <a:lnTo>
                    <a:pt x="331134" y="245"/>
                  </a:lnTo>
                  <a:lnTo>
                    <a:pt x="332187" y="198"/>
                  </a:lnTo>
                  <a:lnTo>
                    <a:pt x="333241" y="157"/>
                  </a:lnTo>
                  <a:lnTo>
                    <a:pt x="334296" y="121"/>
                  </a:lnTo>
                  <a:lnTo>
                    <a:pt x="335351" y="91"/>
                  </a:lnTo>
                  <a:lnTo>
                    <a:pt x="336406" y="66"/>
                  </a:lnTo>
                  <a:lnTo>
                    <a:pt x="337462" y="45"/>
                  </a:lnTo>
                  <a:lnTo>
                    <a:pt x="338519" y="29"/>
                  </a:lnTo>
                  <a:lnTo>
                    <a:pt x="339575" y="17"/>
                  </a:lnTo>
                  <a:lnTo>
                    <a:pt x="340632" y="8"/>
                  </a:lnTo>
                  <a:lnTo>
                    <a:pt x="341690" y="3"/>
                  </a:lnTo>
                  <a:lnTo>
                    <a:pt x="342748" y="0"/>
                  </a:lnTo>
                  <a:lnTo>
                    <a:pt x="343806" y="0"/>
                  </a:lnTo>
                  <a:lnTo>
                    <a:pt x="344865" y="2"/>
                  </a:lnTo>
                  <a:lnTo>
                    <a:pt x="345924" y="6"/>
                  </a:lnTo>
                  <a:lnTo>
                    <a:pt x="346983" y="12"/>
                  </a:lnTo>
                  <a:lnTo>
                    <a:pt x="348042" y="18"/>
                  </a:lnTo>
                  <a:lnTo>
                    <a:pt x="349102" y="26"/>
                  </a:lnTo>
                  <a:lnTo>
                    <a:pt x="350162" y="33"/>
                  </a:lnTo>
                  <a:lnTo>
                    <a:pt x="351222" y="41"/>
                  </a:lnTo>
                  <a:lnTo>
                    <a:pt x="352282" y="49"/>
                  </a:lnTo>
                  <a:close/>
                  <a:moveTo>
                    <a:pt x="621755" y="373647"/>
                  </a:moveTo>
                  <a:lnTo>
                    <a:pt x="621197" y="374615"/>
                  </a:lnTo>
                  <a:lnTo>
                    <a:pt x="620635" y="375590"/>
                  </a:lnTo>
                  <a:lnTo>
                    <a:pt x="620065" y="376578"/>
                  </a:lnTo>
                  <a:lnTo>
                    <a:pt x="619483" y="377507"/>
                  </a:lnTo>
                  <a:lnTo>
                    <a:pt x="618893" y="378422"/>
                  </a:lnTo>
                  <a:lnTo>
                    <a:pt x="618295" y="379326"/>
                  </a:lnTo>
                  <a:lnTo>
                    <a:pt x="617689" y="380219"/>
                  </a:lnTo>
                  <a:lnTo>
                    <a:pt x="617075" y="381104"/>
                  </a:lnTo>
                  <a:lnTo>
                    <a:pt x="616452" y="381980"/>
                  </a:lnTo>
                  <a:lnTo>
                    <a:pt x="615821" y="382851"/>
                  </a:lnTo>
                  <a:lnTo>
                    <a:pt x="615180" y="383717"/>
                  </a:lnTo>
                  <a:lnTo>
                    <a:pt x="614530" y="384579"/>
                  </a:lnTo>
                  <a:lnTo>
                    <a:pt x="613871" y="385439"/>
                  </a:lnTo>
                  <a:lnTo>
                    <a:pt x="613202" y="386299"/>
                  </a:lnTo>
                  <a:lnTo>
                    <a:pt x="612522" y="387159"/>
                  </a:lnTo>
                  <a:lnTo>
                    <a:pt x="611860" y="388002"/>
                  </a:lnTo>
                  <a:lnTo>
                    <a:pt x="611195" y="388849"/>
                  </a:lnTo>
                  <a:lnTo>
                    <a:pt x="610525" y="389701"/>
                  </a:lnTo>
                  <a:lnTo>
                    <a:pt x="609847" y="390563"/>
                  </a:lnTo>
                  <a:lnTo>
                    <a:pt x="609106" y="391378"/>
                  </a:lnTo>
                  <a:lnTo>
                    <a:pt x="608356" y="392163"/>
                  </a:lnTo>
                  <a:lnTo>
                    <a:pt x="607597" y="392923"/>
                  </a:lnTo>
                  <a:lnTo>
                    <a:pt x="606829" y="393660"/>
                  </a:lnTo>
                  <a:lnTo>
                    <a:pt x="606050" y="394379"/>
                  </a:lnTo>
                  <a:lnTo>
                    <a:pt x="605260" y="395082"/>
                  </a:lnTo>
                  <a:lnTo>
                    <a:pt x="604459" y="395773"/>
                  </a:lnTo>
                  <a:lnTo>
                    <a:pt x="603646" y="396455"/>
                  </a:lnTo>
                  <a:lnTo>
                    <a:pt x="602822" y="397131"/>
                  </a:lnTo>
                  <a:lnTo>
                    <a:pt x="601984" y="397805"/>
                  </a:lnTo>
                  <a:lnTo>
                    <a:pt x="601133" y="398481"/>
                  </a:lnTo>
                  <a:lnTo>
                    <a:pt x="600269" y="399162"/>
                  </a:lnTo>
                  <a:lnTo>
                    <a:pt x="599440" y="400065"/>
                  </a:lnTo>
                  <a:lnTo>
                    <a:pt x="598623" y="400978"/>
                  </a:lnTo>
                  <a:lnTo>
                    <a:pt x="597817" y="401901"/>
                  </a:lnTo>
                  <a:lnTo>
                    <a:pt x="597023" y="402834"/>
                  </a:lnTo>
                  <a:lnTo>
                    <a:pt x="596240" y="403777"/>
                  </a:lnTo>
                  <a:lnTo>
                    <a:pt x="595547" y="404583"/>
                  </a:lnTo>
                  <a:lnTo>
                    <a:pt x="594849" y="405384"/>
                  </a:lnTo>
                  <a:lnTo>
                    <a:pt x="594148" y="406180"/>
                  </a:lnTo>
                  <a:lnTo>
                    <a:pt x="593442" y="406972"/>
                  </a:lnTo>
                  <a:lnTo>
                    <a:pt x="592732" y="407759"/>
                  </a:lnTo>
                  <a:lnTo>
                    <a:pt x="592018" y="408543"/>
                  </a:lnTo>
                  <a:lnTo>
                    <a:pt x="591301" y="409322"/>
                  </a:lnTo>
                  <a:lnTo>
                    <a:pt x="590581" y="410098"/>
                  </a:lnTo>
                  <a:lnTo>
                    <a:pt x="589857" y="410870"/>
                  </a:lnTo>
                  <a:lnTo>
                    <a:pt x="589130" y="411640"/>
                  </a:lnTo>
                  <a:lnTo>
                    <a:pt x="588400" y="412406"/>
                  </a:lnTo>
                  <a:lnTo>
                    <a:pt x="587667" y="413170"/>
                  </a:lnTo>
                  <a:lnTo>
                    <a:pt x="586931" y="413932"/>
                  </a:lnTo>
                  <a:lnTo>
                    <a:pt x="586193" y="414692"/>
                  </a:lnTo>
                  <a:lnTo>
                    <a:pt x="585453" y="415449"/>
                  </a:lnTo>
                  <a:lnTo>
                    <a:pt x="584710" y="416206"/>
                  </a:lnTo>
                  <a:lnTo>
                    <a:pt x="583965" y="416961"/>
                  </a:lnTo>
                  <a:lnTo>
                    <a:pt x="583218" y="417715"/>
                  </a:lnTo>
                  <a:lnTo>
                    <a:pt x="582470" y="418468"/>
                  </a:lnTo>
                  <a:lnTo>
                    <a:pt x="581719" y="419220"/>
                  </a:lnTo>
                  <a:lnTo>
                    <a:pt x="580946" y="420000"/>
                  </a:lnTo>
                  <a:lnTo>
                    <a:pt x="580167" y="420785"/>
                  </a:lnTo>
                  <a:lnTo>
                    <a:pt x="579377" y="421581"/>
                  </a:lnTo>
                  <a:lnTo>
                    <a:pt x="577848" y="423104"/>
                  </a:lnTo>
                  <a:lnTo>
                    <a:pt x="576604" y="424333"/>
                  </a:lnTo>
                  <a:lnTo>
                    <a:pt x="575595" y="425311"/>
                  </a:lnTo>
                  <a:lnTo>
                    <a:pt x="574768" y="426079"/>
                  </a:lnTo>
                  <a:lnTo>
                    <a:pt x="574071" y="426682"/>
                  </a:lnTo>
                  <a:lnTo>
                    <a:pt x="573452" y="427162"/>
                  </a:lnTo>
                  <a:lnTo>
                    <a:pt x="572861" y="427562"/>
                  </a:lnTo>
                  <a:lnTo>
                    <a:pt x="572243" y="427923"/>
                  </a:lnTo>
                  <a:lnTo>
                    <a:pt x="571549" y="428290"/>
                  </a:lnTo>
                  <a:lnTo>
                    <a:pt x="570725" y="428705"/>
                  </a:lnTo>
                  <a:lnTo>
                    <a:pt x="570725" y="430038"/>
                  </a:lnTo>
                  <a:lnTo>
                    <a:pt x="570725" y="431391"/>
                  </a:lnTo>
                  <a:lnTo>
                    <a:pt x="569727" y="431668"/>
                  </a:lnTo>
                  <a:lnTo>
                    <a:pt x="568722" y="431947"/>
                  </a:lnTo>
                  <a:lnTo>
                    <a:pt x="567704" y="432230"/>
                  </a:lnTo>
                  <a:lnTo>
                    <a:pt x="566480" y="432847"/>
                  </a:lnTo>
                  <a:lnTo>
                    <a:pt x="565529" y="433359"/>
                  </a:lnTo>
                  <a:lnTo>
                    <a:pt x="564780" y="433834"/>
                  </a:lnTo>
                  <a:lnTo>
                    <a:pt x="564158" y="434339"/>
                  </a:lnTo>
                  <a:lnTo>
                    <a:pt x="563591" y="434942"/>
                  </a:lnTo>
                  <a:lnTo>
                    <a:pt x="563006" y="435712"/>
                  </a:lnTo>
                  <a:lnTo>
                    <a:pt x="562331" y="436715"/>
                  </a:lnTo>
                  <a:lnTo>
                    <a:pt x="561493" y="438021"/>
                  </a:lnTo>
                  <a:lnTo>
                    <a:pt x="560721" y="439083"/>
                  </a:lnTo>
                  <a:lnTo>
                    <a:pt x="559970" y="440017"/>
                  </a:lnTo>
                  <a:lnTo>
                    <a:pt x="559231" y="440837"/>
                  </a:lnTo>
                  <a:lnTo>
                    <a:pt x="558493" y="441555"/>
                  </a:lnTo>
                  <a:lnTo>
                    <a:pt x="557749" y="442185"/>
                  </a:lnTo>
                  <a:lnTo>
                    <a:pt x="556989" y="442741"/>
                  </a:lnTo>
                  <a:lnTo>
                    <a:pt x="556204" y="443237"/>
                  </a:lnTo>
                  <a:lnTo>
                    <a:pt x="555385" y="443686"/>
                  </a:lnTo>
                  <a:lnTo>
                    <a:pt x="554522" y="444102"/>
                  </a:lnTo>
                  <a:lnTo>
                    <a:pt x="553607" y="444499"/>
                  </a:lnTo>
                  <a:lnTo>
                    <a:pt x="552630" y="444890"/>
                  </a:lnTo>
                  <a:lnTo>
                    <a:pt x="551583" y="445288"/>
                  </a:lnTo>
                  <a:lnTo>
                    <a:pt x="550455" y="445708"/>
                  </a:lnTo>
                  <a:lnTo>
                    <a:pt x="549239" y="446162"/>
                  </a:lnTo>
                  <a:lnTo>
                    <a:pt x="548905" y="446831"/>
                  </a:lnTo>
                  <a:lnTo>
                    <a:pt x="547896" y="448848"/>
                  </a:lnTo>
                  <a:lnTo>
                    <a:pt x="546605" y="449473"/>
                  </a:lnTo>
                  <a:lnTo>
                    <a:pt x="545294" y="450107"/>
                  </a:lnTo>
                  <a:lnTo>
                    <a:pt x="544261" y="450647"/>
                  </a:lnTo>
                  <a:lnTo>
                    <a:pt x="543471" y="451108"/>
                  </a:lnTo>
                  <a:lnTo>
                    <a:pt x="542830" y="451585"/>
                  </a:lnTo>
                  <a:lnTo>
                    <a:pt x="542242" y="452173"/>
                  </a:lnTo>
                  <a:lnTo>
                    <a:pt x="541610" y="452969"/>
                  </a:lnTo>
                  <a:lnTo>
                    <a:pt x="540841" y="454067"/>
                  </a:lnTo>
                  <a:lnTo>
                    <a:pt x="539839" y="455563"/>
                  </a:lnTo>
                  <a:lnTo>
                    <a:pt x="538908" y="456132"/>
                  </a:lnTo>
                  <a:lnTo>
                    <a:pt x="537978" y="456692"/>
                  </a:lnTo>
                  <a:lnTo>
                    <a:pt x="537047" y="457244"/>
                  </a:lnTo>
                  <a:lnTo>
                    <a:pt x="536114" y="457787"/>
                  </a:lnTo>
                  <a:lnTo>
                    <a:pt x="535180" y="458324"/>
                  </a:lnTo>
                  <a:lnTo>
                    <a:pt x="534241" y="458855"/>
                  </a:lnTo>
                  <a:lnTo>
                    <a:pt x="533299" y="459380"/>
                  </a:lnTo>
                  <a:lnTo>
                    <a:pt x="532352" y="459901"/>
                  </a:lnTo>
                  <a:lnTo>
                    <a:pt x="531399" y="460419"/>
                  </a:lnTo>
                  <a:lnTo>
                    <a:pt x="530439" y="460934"/>
                  </a:lnTo>
                  <a:lnTo>
                    <a:pt x="529442" y="461480"/>
                  </a:lnTo>
                  <a:lnTo>
                    <a:pt x="528445" y="462025"/>
                  </a:lnTo>
                  <a:lnTo>
                    <a:pt x="527449" y="462570"/>
                  </a:lnTo>
                  <a:lnTo>
                    <a:pt x="526452" y="463116"/>
                  </a:lnTo>
                  <a:lnTo>
                    <a:pt x="525455" y="463661"/>
                  </a:lnTo>
                  <a:lnTo>
                    <a:pt x="524458" y="464207"/>
                  </a:lnTo>
                  <a:lnTo>
                    <a:pt x="523461" y="464753"/>
                  </a:lnTo>
                  <a:lnTo>
                    <a:pt x="522465" y="465299"/>
                  </a:lnTo>
                  <a:lnTo>
                    <a:pt x="521494" y="465826"/>
                  </a:lnTo>
                  <a:lnTo>
                    <a:pt x="520523" y="466354"/>
                  </a:lnTo>
                  <a:lnTo>
                    <a:pt x="519552" y="466882"/>
                  </a:lnTo>
                  <a:lnTo>
                    <a:pt x="518581" y="467409"/>
                  </a:lnTo>
                  <a:lnTo>
                    <a:pt x="517610" y="467937"/>
                  </a:lnTo>
                  <a:lnTo>
                    <a:pt x="516638" y="468464"/>
                  </a:lnTo>
                  <a:lnTo>
                    <a:pt x="515667" y="468991"/>
                  </a:lnTo>
                  <a:lnTo>
                    <a:pt x="515667" y="470324"/>
                  </a:lnTo>
                  <a:lnTo>
                    <a:pt x="515667" y="471677"/>
                  </a:lnTo>
                  <a:lnTo>
                    <a:pt x="514425" y="472068"/>
                  </a:lnTo>
                  <a:lnTo>
                    <a:pt x="513165" y="472464"/>
                  </a:lnTo>
                  <a:lnTo>
                    <a:pt x="512682" y="472620"/>
                  </a:lnTo>
                  <a:lnTo>
                    <a:pt x="511829" y="472894"/>
                  </a:lnTo>
                  <a:lnTo>
                    <a:pt x="509875" y="473524"/>
                  </a:lnTo>
                  <a:lnTo>
                    <a:pt x="509396" y="473676"/>
                  </a:lnTo>
                  <a:lnTo>
                    <a:pt x="508552" y="473945"/>
                  </a:lnTo>
                  <a:lnTo>
                    <a:pt x="506619" y="474562"/>
                  </a:lnTo>
                  <a:lnTo>
                    <a:pt x="505482" y="474993"/>
                  </a:lnTo>
                  <a:lnTo>
                    <a:pt x="504594" y="475352"/>
                  </a:lnTo>
                  <a:lnTo>
                    <a:pt x="503831" y="475704"/>
                  </a:lnTo>
                  <a:lnTo>
                    <a:pt x="503068" y="476117"/>
                  </a:lnTo>
                  <a:lnTo>
                    <a:pt x="502184" y="476658"/>
                  </a:lnTo>
                  <a:lnTo>
                    <a:pt x="501053" y="477394"/>
                  </a:lnTo>
                  <a:lnTo>
                    <a:pt x="499552" y="478392"/>
                  </a:lnTo>
                  <a:lnTo>
                    <a:pt x="499552" y="479724"/>
                  </a:lnTo>
                  <a:lnTo>
                    <a:pt x="499552" y="481077"/>
                  </a:lnTo>
                  <a:lnTo>
                    <a:pt x="498306" y="481421"/>
                  </a:lnTo>
                  <a:lnTo>
                    <a:pt x="497040" y="481769"/>
                  </a:lnTo>
                  <a:lnTo>
                    <a:pt x="495998" y="482071"/>
                  </a:lnTo>
                  <a:lnTo>
                    <a:pt x="494963" y="482380"/>
                  </a:lnTo>
                  <a:lnTo>
                    <a:pt x="493932" y="482694"/>
                  </a:lnTo>
                  <a:lnTo>
                    <a:pt x="492907" y="483016"/>
                  </a:lnTo>
                  <a:lnTo>
                    <a:pt x="491887" y="483343"/>
                  </a:lnTo>
                  <a:lnTo>
                    <a:pt x="490871" y="483678"/>
                  </a:lnTo>
                  <a:lnTo>
                    <a:pt x="489860" y="484019"/>
                  </a:lnTo>
                  <a:lnTo>
                    <a:pt x="488853" y="484367"/>
                  </a:lnTo>
                  <a:lnTo>
                    <a:pt x="487849" y="484723"/>
                  </a:lnTo>
                  <a:lnTo>
                    <a:pt x="486850" y="485085"/>
                  </a:lnTo>
                  <a:lnTo>
                    <a:pt x="485853" y="485454"/>
                  </a:lnTo>
                  <a:lnTo>
                    <a:pt x="484859" y="485831"/>
                  </a:lnTo>
                  <a:lnTo>
                    <a:pt x="483868" y="486214"/>
                  </a:lnTo>
                  <a:lnTo>
                    <a:pt x="482879" y="486606"/>
                  </a:lnTo>
                  <a:lnTo>
                    <a:pt x="481892" y="487005"/>
                  </a:lnTo>
                  <a:lnTo>
                    <a:pt x="480907" y="487411"/>
                  </a:lnTo>
                  <a:lnTo>
                    <a:pt x="479923" y="487825"/>
                  </a:lnTo>
                  <a:lnTo>
                    <a:pt x="478941" y="488247"/>
                  </a:lnTo>
                  <a:lnTo>
                    <a:pt x="477960" y="488677"/>
                  </a:lnTo>
                  <a:lnTo>
                    <a:pt x="476979" y="489115"/>
                  </a:lnTo>
                  <a:lnTo>
                    <a:pt x="475998" y="489561"/>
                  </a:lnTo>
                  <a:lnTo>
                    <a:pt x="475018" y="490015"/>
                  </a:lnTo>
                  <a:lnTo>
                    <a:pt x="474038" y="490478"/>
                  </a:lnTo>
                  <a:lnTo>
                    <a:pt x="474038" y="491810"/>
                  </a:lnTo>
                  <a:lnTo>
                    <a:pt x="474038" y="493163"/>
                  </a:lnTo>
                  <a:lnTo>
                    <a:pt x="472819" y="493431"/>
                  </a:lnTo>
                  <a:lnTo>
                    <a:pt x="471583" y="493703"/>
                  </a:lnTo>
                  <a:lnTo>
                    <a:pt x="471104" y="493809"/>
                  </a:lnTo>
                  <a:lnTo>
                    <a:pt x="470261" y="493995"/>
                  </a:lnTo>
                  <a:lnTo>
                    <a:pt x="468330" y="494422"/>
                  </a:lnTo>
                  <a:lnTo>
                    <a:pt x="467859" y="494526"/>
                  </a:lnTo>
                  <a:lnTo>
                    <a:pt x="467026" y="494710"/>
                  </a:lnTo>
                  <a:lnTo>
                    <a:pt x="465120" y="495131"/>
                  </a:lnTo>
                  <a:lnTo>
                    <a:pt x="464049" y="495375"/>
                  </a:lnTo>
                  <a:lnTo>
                    <a:pt x="462979" y="495624"/>
                  </a:lnTo>
                  <a:lnTo>
                    <a:pt x="461911" y="495877"/>
                  </a:lnTo>
                  <a:lnTo>
                    <a:pt x="460843" y="496133"/>
                  </a:lnTo>
                  <a:lnTo>
                    <a:pt x="459777" y="496392"/>
                  </a:lnTo>
                  <a:lnTo>
                    <a:pt x="458711" y="496656"/>
                  </a:lnTo>
                  <a:lnTo>
                    <a:pt x="457645" y="496922"/>
                  </a:lnTo>
                  <a:lnTo>
                    <a:pt x="456580" y="497192"/>
                  </a:lnTo>
                  <a:lnTo>
                    <a:pt x="456580" y="498525"/>
                  </a:lnTo>
                  <a:lnTo>
                    <a:pt x="456580" y="499878"/>
                  </a:lnTo>
                  <a:lnTo>
                    <a:pt x="455472" y="499878"/>
                  </a:lnTo>
                  <a:lnTo>
                    <a:pt x="454362" y="499878"/>
                  </a:lnTo>
                  <a:lnTo>
                    <a:pt x="453248" y="499878"/>
                  </a:lnTo>
                  <a:lnTo>
                    <a:pt x="452129" y="499878"/>
                  </a:lnTo>
                  <a:lnTo>
                    <a:pt x="451002" y="499878"/>
                  </a:lnTo>
                  <a:lnTo>
                    <a:pt x="449866" y="499878"/>
                  </a:lnTo>
                  <a:lnTo>
                    <a:pt x="449813" y="501044"/>
                  </a:lnTo>
                  <a:lnTo>
                    <a:pt x="449794" y="502166"/>
                  </a:lnTo>
                  <a:lnTo>
                    <a:pt x="449808" y="503249"/>
                  </a:lnTo>
                  <a:lnTo>
                    <a:pt x="449857" y="504299"/>
                  </a:lnTo>
                  <a:lnTo>
                    <a:pt x="449940" y="505321"/>
                  </a:lnTo>
                  <a:lnTo>
                    <a:pt x="450056" y="506321"/>
                  </a:lnTo>
                  <a:lnTo>
                    <a:pt x="450208" y="507303"/>
                  </a:lnTo>
                  <a:lnTo>
                    <a:pt x="450393" y="508273"/>
                  </a:lnTo>
                  <a:lnTo>
                    <a:pt x="450613" y="509236"/>
                  </a:lnTo>
                  <a:lnTo>
                    <a:pt x="450869" y="510198"/>
                  </a:lnTo>
                  <a:lnTo>
                    <a:pt x="451159" y="511164"/>
                  </a:lnTo>
                  <a:lnTo>
                    <a:pt x="451484" y="512140"/>
                  </a:lnTo>
                  <a:lnTo>
                    <a:pt x="451844" y="513130"/>
                  </a:lnTo>
                  <a:lnTo>
                    <a:pt x="452240" y="514141"/>
                  </a:lnTo>
                  <a:lnTo>
                    <a:pt x="452671" y="515177"/>
                  </a:lnTo>
                  <a:lnTo>
                    <a:pt x="453138" y="516244"/>
                  </a:lnTo>
                  <a:lnTo>
                    <a:pt x="453926" y="518028"/>
                  </a:lnTo>
                  <a:lnTo>
                    <a:pt x="454588" y="519531"/>
                  </a:lnTo>
                  <a:lnTo>
                    <a:pt x="455140" y="520793"/>
                  </a:lnTo>
                  <a:lnTo>
                    <a:pt x="455599" y="521855"/>
                  </a:lnTo>
                  <a:lnTo>
                    <a:pt x="455982" y="522757"/>
                  </a:lnTo>
                  <a:lnTo>
                    <a:pt x="456306" y="523542"/>
                  </a:lnTo>
                  <a:lnTo>
                    <a:pt x="456586" y="524250"/>
                  </a:lnTo>
                  <a:lnTo>
                    <a:pt x="456840" y="524923"/>
                  </a:lnTo>
                  <a:lnTo>
                    <a:pt x="457084" y="525601"/>
                  </a:lnTo>
                  <a:lnTo>
                    <a:pt x="457335" y="526325"/>
                  </a:lnTo>
                  <a:lnTo>
                    <a:pt x="457609" y="527137"/>
                  </a:lnTo>
                  <a:lnTo>
                    <a:pt x="457923" y="528078"/>
                  </a:lnTo>
                  <a:lnTo>
                    <a:pt x="459256" y="528078"/>
                  </a:lnTo>
                  <a:lnTo>
                    <a:pt x="460609" y="528078"/>
                  </a:lnTo>
                  <a:lnTo>
                    <a:pt x="460609" y="529142"/>
                  </a:lnTo>
                  <a:lnTo>
                    <a:pt x="460609" y="530209"/>
                  </a:lnTo>
                  <a:lnTo>
                    <a:pt x="460609" y="531281"/>
                  </a:lnTo>
                  <a:lnTo>
                    <a:pt x="460609" y="532360"/>
                  </a:lnTo>
                  <a:lnTo>
                    <a:pt x="460609" y="533450"/>
                  </a:lnTo>
                  <a:lnTo>
                    <a:pt x="461942" y="533450"/>
                  </a:lnTo>
                  <a:lnTo>
                    <a:pt x="463295" y="533450"/>
                  </a:lnTo>
                  <a:lnTo>
                    <a:pt x="463183" y="534670"/>
                  </a:lnTo>
                  <a:lnTo>
                    <a:pt x="463072" y="535898"/>
                  </a:lnTo>
                  <a:lnTo>
                    <a:pt x="462959" y="537143"/>
                  </a:lnTo>
                  <a:lnTo>
                    <a:pt x="462974" y="538192"/>
                  </a:lnTo>
                  <a:lnTo>
                    <a:pt x="463022" y="539242"/>
                  </a:lnTo>
                  <a:lnTo>
                    <a:pt x="463102" y="540290"/>
                  </a:lnTo>
                  <a:lnTo>
                    <a:pt x="463212" y="541338"/>
                  </a:lnTo>
                  <a:lnTo>
                    <a:pt x="463353" y="542385"/>
                  </a:lnTo>
                  <a:lnTo>
                    <a:pt x="463521" y="543430"/>
                  </a:lnTo>
                  <a:lnTo>
                    <a:pt x="463717" y="544473"/>
                  </a:lnTo>
                  <a:lnTo>
                    <a:pt x="463938" y="545513"/>
                  </a:lnTo>
                  <a:lnTo>
                    <a:pt x="464184" y="546550"/>
                  </a:lnTo>
                  <a:lnTo>
                    <a:pt x="464453" y="547584"/>
                  </a:lnTo>
                  <a:lnTo>
                    <a:pt x="464744" y="548614"/>
                  </a:lnTo>
                  <a:lnTo>
                    <a:pt x="465057" y="549640"/>
                  </a:lnTo>
                  <a:lnTo>
                    <a:pt x="465389" y="550661"/>
                  </a:lnTo>
                  <a:lnTo>
                    <a:pt x="465739" y="551678"/>
                  </a:lnTo>
                  <a:lnTo>
                    <a:pt x="466106" y="552688"/>
                  </a:lnTo>
                  <a:lnTo>
                    <a:pt x="466490" y="553693"/>
                  </a:lnTo>
                  <a:lnTo>
                    <a:pt x="466888" y="554692"/>
                  </a:lnTo>
                  <a:lnTo>
                    <a:pt x="467300" y="555684"/>
                  </a:lnTo>
                  <a:lnTo>
                    <a:pt x="467724" y="556669"/>
                  </a:lnTo>
                  <a:lnTo>
                    <a:pt x="468159" y="557646"/>
                  </a:lnTo>
                  <a:lnTo>
                    <a:pt x="468604" y="558616"/>
                  </a:lnTo>
                  <a:lnTo>
                    <a:pt x="469057" y="559577"/>
                  </a:lnTo>
                  <a:lnTo>
                    <a:pt x="469518" y="560529"/>
                  </a:lnTo>
                  <a:lnTo>
                    <a:pt x="469984" y="561472"/>
                  </a:lnTo>
                  <a:lnTo>
                    <a:pt x="470456" y="562405"/>
                  </a:lnTo>
                  <a:lnTo>
                    <a:pt x="470932" y="563329"/>
                  </a:lnTo>
                  <a:lnTo>
                    <a:pt x="471434" y="564421"/>
                  </a:lnTo>
                  <a:lnTo>
                    <a:pt x="471861" y="565437"/>
                  </a:lnTo>
                  <a:lnTo>
                    <a:pt x="472221" y="566402"/>
                  </a:lnTo>
                  <a:lnTo>
                    <a:pt x="472522" y="567339"/>
                  </a:lnTo>
                  <a:lnTo>
                    <a:pt x="472774" y="568274"/>
                  </a:lnTo>
                  <a:lnTo>
                    <a:pt x="472983" y="569231"/>
                  </a:lnTo>
                  <a:lnTo>
                    <a:pt x="473160" y="570234"/>
                  </a:lnTo>
                  <a:lnTo>
                    <a:pt x="473313" y="571308"/>
                  </a:lnTo>
                  <a:lnTo>
                    <a:pt x="473449" y="572477"/>
                  </a:lnTo>
                  <a:lnTo>
                    <a:pt x="473588" y="573617"/>
                  </a:lnTo>
                  <a:lnTo>
                    <a:pt x="473746" y="574699"/>
                  </a:lnTo>
                  <a:lnTo>
                    <a:pt x="473923" y="575733"/>
                  </a:lnTo>
                  <a:lnTo>
                    <a:pt x="474122" y="576728"/>
                  </a:lnTo>
                  <a:lnTo>
                    <a:pt x="474344" y="577694"/>
                  </a:lnTo>
                  <a:lnTo>
                    <a:pt x="474592" y="578641"/>
                  </a:lnTo>
                  <a:lnTo>
                    <a:pt x="474868" y="579580"/>
                  </a:lnTo>
                  <a:lnTo>
                    <a:pt x="475173" y="580519"/>
                  </a:lnTo>
                  <a:lnTo>
                    <a:pt x="475509" y="581468"/>
                  </a:lnTo>
                  <a:lnTo>
                    <a:pt x="475878" y="582438"/>
                  </a:lnTo>
                  <a:lnTo>
                    <a:pt x="476282" y="583439"/>
                  </a:lnTo>
                  <a:lnTo>
                    <a:pt x="476723" y="584479"/>
                  </a:lnTo>
                  <a:lnTo>
                    <a:pt x="476968" y="585594"/>
                  </a:lnTo>
                  <a:lnTo>
                    <a:pt x="477206" y="586710"/>
                  </a:lnTo>
                  <a:lnTo>
                    <a:pt x="477436" y="587829"/>
                  </a:lnTo>
                  <a:lnTo>
                    <a:pt x="477657" y="588948"/>
                  </a:lnTo>
                  <a:lnTo>
                    <a:pt x="477867" y="590070"/>
                  </a:lnTo>
                  <a:lnTo>
                    <a:pt x="478066" y="591194"/>
                  </a:lnTo>
                  <a:lnTo>
                    <a:pt x="479399" y="591194"/>
                  </a:lnTo>
                  <a:lnTo>
                    <a:pt x="480752" y="591194"/>
                  </a:lnTo>
                  <a:lnTo>
                    <a:pt x="480973" y="592412"/>
                  </a:lnTo>
                  <a:lnTo>
                    <a:pt x="481198" y="593649"/>
                  </a:lnTo>
                  <a:lnTo>
                    <a:pt x="481411" y="594723"/>
                  </a:lnTo>
                  <a:lnTo>
                    <a:pt x="481626" y="595804"/>
                  </a:lnTo>
                  <a:lnTo>
                    <a:pt x="481842" y="596901"/>
                  </a:lnTo>
                  <a:lnTo>
                    <a:pt x="482046" y="597962"/>
                  </a:lnTo>
                  <a:lnTo>
                    <a:pt x="482250" y="599029"/>
                  </a:lnTo>
                  <a:lnTo>
                    <a:pt x="482458" y="600111"/>
                  </a:lnTo>
                  <a:lnTo>
                    <a:pt x="482880" y="601458"/>
                  </a:lnTo>
                  <a:lnTo>
                    <a:pt x="483221" y="602437"/>
                  </a:lnTo>
                  <a:lnTo>
                    <a:pt x="483564" y="603209"/>
                  </a:lnTo>
                  <a:lnTo>
                    <a:pt x="483990" y="603933"/>
                  </a:lnTo>
                  <a:lnTo>
                    <a:pt x="484583" y="604770"/>
                  </a:lnTo>
                  <a:lnTo>
                    <a:pt x="485425" y="605881"/>
                  </a:lnTo>
                  <a:lnTo>
                    <a:pt x="486128" y="606895"/>
                  </a:lnTo>
                  <a:lnTo>
                    <a:pt x="486730" y="607890"/>
                  </a:lnTo>
                  <a:lnTo>
                    <a:pt x="487244" y="608874"/>
                  </a:lnTo>
                  <a:lnTo>
                    <a:pt x="487684" y="609860"/>
                  </a:lnTo>
                  <a:lnTo>
                    <a:pt x="488061" y="610857"/>
                  </a:lnTo>
                  <a:lnTo>
                    <a:pt x="488391" y="611875"/>
                  </a:lnTo>
                  <a:lnTo>
                    <a:pt x="488684" y="612926"/>
                  </a:lnTo>
                  <a:lnTo>
                    <a:pt x="488955" y="614019"/>
                  </a:lnTo>
                  <a:lnTo>
                    <a:pt x="489216" y="615164"/>
                  </a:lnTo>
                  <a:lnTo>
                    <a:pt x="489481" y="616373"/>
                  </a:lnTo>
                  <a:lnTo>
                    <a:pt x="489728" y="617420"/>
                  </a:lnTo>
                  <a:lnTo>
                    <a:pt x="489982" y="618459"/>
                  </a:lnTo>
                  <a:lnTo>
                    <a:pt x="490242" y="619491"/>
                  </a:lnTo>
                  <a:lnTo>
                    <a:pt x="490511" y="620516"/>
                  </a:lnTo>
                  <a:lnTo>
                    <a:pt x="490786" y="621535"/>
                  </a:lnTo>
                  <a:lnTo>
                    <a:pt x="491069" y="622549"/>
                  </a:lnTo>
                  <a:lnTo>
                    <a:pt x="491360" y="623558"/>
                  </a:lnTo>
                  <a:lnTo>
                    <a:pt x="491659" y="624563"/>
                  </a:lnTo>
                  <a:lnTo>
                    <a:pt x="491966" y="625563"/>
                  </a:lnTo>
                  <a:lnTo>
                    <a:pt x="492281" y="626561"/>
                  </a:lnTo>
                  <a:lnTo>
                    <a:pt x="492605" y="627557"/>
                  </a:lnTo>
                  <a:lnTo>
                    <a:pt x="492937" y="628551"/>
                  </a:lnTo>
                  <a:lnTo>
                    <a:pt x="493278" y="629543"/>
                  </a:lnTo>
                  <a:lnTo>
                    <a:pt x="493629" y="630535"/>
                  </a:lnTo>
                  <a:lnTo>
                    <a:pt x="493989" y="631528"/>
                  </a:lnTo>
                  <a:lnTo>
                    <a:pt x="494358" y="632520"/>
                  </a:lnTo>
                  <a:lnTo>
                    <a:pt x="494736" y="633514"/>
                  </a:lnTo>
                  <a:lnTo>
                    <a:pt x="495125" y="634510"/>
                  </a:lnTo>
                  <a:lnTo>
                    <a:pt x="495524" y="635509"/>
                  </a:lnTo>
                  <a:lnTo>
                    <a:pt x="496190" y="635509"/>
                  </a:lnTo>
                  <a:lnTo>
                    <a:pt x="496867" y="635509"/>
                  </a:lnTo>
                  <a:lnTo>
                    <a:pt x="496894" y="634175"/>
                  </a:lnTo>
                  <a:lnTo>
                    <a:pt x="496920" y="632832"/>
                  </a:lnTo>
                  <a:lnTo>
                    <a:pt x="496947" y="631471"/>
                  </a:lnTo>
                  <a:lnTo>
                    <a:pt x="496970" y="630394"/>
                  </a:lnTo>
                  <a:lnTo>
                    <a:pt x="496992" y="629316"/>
                  </a:lnTo>
                  <a:lnTo>
                    <a:pt x="497016" y="628239"/>
                  </a:lnTo>
                  <a:lnTo>
                    <a:pt x="497039" y="627161"/>
                  </a:lnTo>
                  <a:lnTo>
                    <a:pt x="497064" y="626084"/>
                  </a:lnTo>
                  <a:lnTo>
                    <a:pt x="497088" y="625007"/>
                  </a:lnTo>
                  <a:lnTo>
                    <a:pt x="497113" y="623929"/>
                  </a:lnTo>
                  <a:lnTo>
                    <a:pt x="497138" y="622852"/>
                  </a:lnTo>
                  <a:lnTo>
                    <a:pt x="497163" y="621774"/>
                  </a:lnTo>
                  <a:lnTo>
                    <a:pt x="497189" y="620697"/>
                  </a:lnTo>
                  <a:lnTo>
                    <a:pt x="497214" y="619619"/>
                  </a:lnTo>
                  <a:lnTo>
                    <a:pt x="497240" y="618542"/>
                  </a:lnTo>
                  <a:lnTo>
                    <a:pt x="497266" y="617464"/>
                  </a:lnTo>
                  <a:lnTo>
                    <a:pt x="497292" y="616386"/>
                  </a:lnTo>
                  <a:lnTo>
                    <a:pt x="497318" y="615307"/>
                  </a:lnTo>
                  <a:lnTo>
                    <a:pt x="497342" y="614227"/>
                  </a:lnTo>
                  <a:lnTo>
                    <a:pt x="497366" y="613146"/>
                  </a:lnTo>
                  <a:lnTo>
                    <a:pt x="497389" y="612066"/>
                  </a:lnTo>
                  <a:lnTo>
                    <a:pt x="497412" y="610986"/>
                  </a:lnTo>
                  <a:lnTo>
                    <a:pt x="497433" y="609906"/>
                  </a:lnTo>
                  <a:lnTo>
                    <a:pt x="497455" y="608840"/>
                  </a:lnTo>
                  <a:lnTo>
                    <a:pt x="497477" y="607775"/>
                  </a:lnTo>
                  <a:lnTo>
                    <a:pt x="497501" y="606710"/>
                  </a:lnTo>
                  <a:lnTo>
                    <a:pt x="497525" y="605646"/>
                  </a:lnTo>
                  <a:lnTo>
                    <a:pt x="497552" y="604583"/>
                  </a:lnTo>
                  <a:lnTo>
                    <a:pt x="497580" y="603521"/>
                  </a:lnTo>
                  <a:lnTo>
                    <a:pt x="497611" y="602460"/>
                  </a:lnTo>
                  <a:lnTo>
                    <a:pt x="497644" y="601399"/>
                  </a:lnTo>
                  <a:lnTo>
                    <a:pt x="497680" y="600339"/>
                  </a:lnTo>
                  <a:lnTo>
                    <a:pt x="497720" y="599280"/>
                  </a:lnTo>
                  <a:lnTo>
                    <a:pt x="497763" y="598222"/>
                  </a:lnTo>
                  <a:lnTo>
                    <a:pt x="497810" y="597165"/>
                  </a:lnTo>
                  <a:lnTo>
                    <a:pt x="497861" y="596108"/>
                  </a:lnTo>
                  <a:lnTo>
                    <a:pt x="497917" y="595053"/>
                  </a:lnTo>
                  <a:lnTo>
                    <a:pt x="497977" y="593999"/>
                  </a:lnTo>
                  <a:lnTo>
                    <a:pt x="498043" y="592945"/>
                  </a:lnTo>
                  <a:lnTo>
                    <a:pt x="498114" y="591893"/>
                  </a:lnTo>
                  <a:lnTo>
                    <a:pt x="498191" y="590841"/>
                  </a:lnTo>
                  <a:lnTo>
                    <a:pt x="498274" y="589791"/>
                  </a:lnTo>
                  <a:lnTo>
                    <a:pt x="498363" y="588742"/>
                  </a:lnTo>
                  <a:lnTo>
                    <a:pt x="498459" y="587694"/>
                  </a:lnTo>
                  <a:lnTo>
                    <a:pt x="498562" y="586647"/>
                  </a:lnTo>
                  <a:lnTo>
                    <a:pt x="498672" y="585601"/>
                  </a:lnTo>
                  <a:lnTo>
                    <a:pt x="498790" y="584556"/>
                  </a:lnTo>
                  <a:lnTo>
                    <a:pt x="498916" y="583513"/>
                  </a:lnTo>
                  <a:lnTo>
                    <a:pt x="499050" y="582471"/>
                  </a:lnTo>
                  <a:lnTo>
                    <a:pt x="499193" y="581430"/>
                  </a:lnTo>
                  <a:lnTo>
                    <a:pt x="499345" y="580390"/>
                  </a:lnTo>
                  <a:lnTo>
                    <a:pt x="499506" y="579352"/>
                  </a:lnTo>
                  <a:lnTo>
                    <a:pt x="499676" y="578315"/>
                  </a:lnTo>
                  <a:lnTo>
                    <a:pt x="499856" y="577279"/>
                  </a:lnTo>
                  <a:lnTo>
                    <a:pt x="500047" y="576245"/>
                  </a:lnTo>
                  <a:lnTo>
                    <a:pt x="500248" y="575212"/>
                  </a:lnTo>
                  <a:lnTo>
                    <a:pt x="500459" y="574181"/>
                  </a:lnTo>
                  <a:lnTo>
                    <a:pt x="500682" y="573151"/>
                  </a:lnTo>
                  <a:lnTo>
                    <a:pt x="500916" y="572122"/>
                  </a:lnTo>
                  <a:lnTo>
                    <a:pt x="501162" y="571095"/>
                  </a:lnTo>
                  <a:lnTo>
                    <a:pt x="501420" y="570070"/>
                  </a:lnTo>
                  <a:lnTo>
                    <a:pt x="501690" y="569046"/>
                  </a:lnTo>
                  <a:lnTo>
                    <a:pt x="501973" y="568023"/>
                  </a:lnTo>
                  <a:lnTo>
                    <a:pt x="502268" y="567002"/>
                  </a:lnTo>
                  <a:lnTo>
                    <a:pt x="502578" y="565983"/>
                  </a:lnTo>
                  <a:lnTo>
                    <a:pt x="502900" y="564966"/>
                  </a:lnTo>
                  <a:lnTo>
                    <a:pt x="503237" y="563950"/>
                  </a:lnTo>
                  <a:lnTo>
                    <a:pt x="503588" y="562936"/>
                  </a:lnTo>
                  <a:lnTo>
                    <a:pt x="503953" y="561923"/>
                  </a:lnTo>
                  <a:lnTo>
                    <a:pt x="504277" y="560894"/>
                  </a:lnTo>
                  <a:lnTo>
                    <a:pt x="504578" y="559862"/>
                  </a:lnTo>
                  <a:lnTo>
                    <a:pt x="504856" y="558827"/>
                  </a:lnTo>
                  <a:lnTo>
                    <a:pt x="505115" y="557788"/>
                  </a:lnTo>
                  <a:lnTo>
                    <a:pt x="505357" y="556746"/>
                  </a:lnTo>
                  <a:lnTo>
                    <a:pt x="505583" y="555702"/>
                  </a:lnTo>
                  <a:lnTo>
                    <a:pt x="505795" y="554654"/>
                  </a:lnTo>
                  <a:lnTo>
                    <a:pt x="505996" y="553603"/>
                  </a:lnTo>
                  <a:lnTo>
                    <a:pt x="506188" y="552550"/>
                  </a:lnTo>
                  <a:lnTo>
                    <a:pt x="506372" y="551494"/>
                  </a:lnTo>
                  <a:lnTo>
                    <a:pt x="506551" y="550435"/>
                  </a:lnTo>
                  <a:lnTo>
                    <a:pt x="506727" y="549374"/>
                  </a:lnTo>
                  <a:lnTo>
                    <a:pt x="506902" y="548310"/>
                  </a:lnTo>
                  <a:lnTo>
                    <a:pt x="507213" y="547129"/>
                  </a:lnTo>
                  <a:lnTo>
                    <a:pt x="507500" y="546258"/>
                  </a:lnTo>
                  <a:lnTo>
                    <a:pt x="507857" y="545547"/>
                  </a:lnTo>
                  <a:lnTo>
                    <a:pt x="508379" y="544843"/>
                  </a:lnTo>
                  <a:lnTo>
                    <a:pt x="509161" y="543994"/>
                  </a:lnTo>
                  <a:lnTo>
                    <a:pt x="510295" y="542850"/>
                  </a:lnTo>
                  <a:lnTo>
                    <a:pt x="510682" y="541780"/>
                  </a:lnTo>
                  <a:lnTo>
                    <a:pt x="511058" y="540707"/>
                  </a:lnTo>
                  <a:lnTo>
                    <a:pt x="511425" y="539630"/>
                  </a:lnTo>
                  <a:lnTo>
                    <a:pt x="511783" y="538550"/>
                  </a:lnTo>
                  <a:lnTo>
                    <a:pt x="512134" y="537468"/>
                  </a:lnTo>
                  <a:lnTo>
                    <a:pt x="512477" y="536383"/>
                  </a:lnTo>
                  <a:lnTo>
                    <a:pt x="512813" y="535296"/>
                  </a:lnTo>
                  <a:lnTo>
                    <a:pt x="513141" y="534278"/>
                  </a:lnTo>
                  <a:lnTo>
                    <a:pt x="513472" y="533268"/>
                  </a:lnTo>
                  <a:lnTo>
                    <a:pt x="513809" y="532268"/>
                  </a:lnTo>
                  <a:lnTo>
                    <a:pt x="514151" y="531275"/>
                  </a:lnTo>
                  <a:lnTo>
                    <a:pt x="514501" y="530289"/>
                  </a:lnTo>
                  <a:lnTo>
                    <a:pt x="514860" y="529311"/>
                  </a:lnTo>
                  <a:lnTo>
                    <a:pt x="515228" y="528338"/>
                  </a:lnTo>
                  <a:lnTo>
                    <a:pt x="515608" y="527370"/>
                  </a:lnTo>
                  <a:lnTo>
                    <a:pt x="516000" y="526408"/>
                  </a:lnTo>
                  <a:lnTo>
                    <a:pt x="516406" y="525449"/>
                  </a:lnTo>
                  <a:lnTo>
                    <a:pt x="516828" y="524493"/>
                  </a:lnTo>
                  <a:lnTo>
                    <a:pt x="517265" y="523541"/>
                  </a:lnTo>
                  <a:lnTo>
                    <a:pt x="517720" y="522590"/>
                  </a:lnTo>
                  <a:lnTo>
                    <a:pt x="518194" y="521641"/>
                  </a:lnTo>
                  <a:lnTo>
                    <a:pt x="518689" y="520692"/>
                  </a:lnTo>
                  <a:lnTo>
                    <a:pt x="519325" y="519413"/>
                  </a:lnTo>
                  <a:lnTo>
                    <a:pt x="519835" y="518356"/>
                  </a:lnTo>
                  <a:lnTo>
                    <a:pt x="520232" y="517459"/>
                  </a:lnTo>
                  <a:lnTo>
                    <a:pt x="520531" y="516664"/>
                  </a:lnTo>
                  <a:lnTo>
                    <a:pt x="520745" y="515908"/>
                  </a:lnTo>
                  <a:lnTo>
                    <a:pt x="520888" y="515133"/>
                  </a:lnTo>
                  <a:lnTo>
                    <a:pt x="520975" y="514277"/>
                  </a:lnTo>
                  <a:lnTo>
                    <a:pt x="521020" y="513280"/>
                  </a:lnTo>
                  <a:lnTo>
                    <a:pt x="521036" y="512081"/>
                  </a:lnTo>
                  <a:lnTo>
                    <a:pt x="521039" y="510621"/>
                  </a:lnTo>
                  <a:lnTo>
                    <a:pt x="522371" y="510621"/>
                  </a:lnTo>
                  <a:lnTo>
                    <a:pt x="523724" y="510621"/>
                  </a:lnTo>
                  <a:lnTo>
                    <a:pt x="524335" y="509687"/>
                  </a:lnTo>
                  <a:lnTo>
                    <a:pt x="524934" y="508746"/>
                  </a:lnTo>
                  <a:lnTo>
                    <a:pt x="525523" y="507798"/>
                  </a:lnTo>
                  <a:lnTo>
                    <a:pt x="526103" y="506844"/>
                  </a:lnTo>
                  <a:lnTo>
                    <a:pt x="526673" y="505886"/>
                  </a:lnTo>
                  <a:lnTo>
                    <a:pt x="527236" y="504922"/>
                  </a:lnTo>
                  <a:lnTo>
                    <a:pt x="527791" y="503954"/>
                  </a:lnTo>
                  <a:lnTo>
                    <a:pt x="528340" y="502983"/>
                  </a:lnTo>
                  <a:lnTo>
                    <a:pt x="528941" y="501919"/>
                  </a:lnTo>
                  <a:lnTo>
                    <a:pt x="529545" y="500851"/>
                  </a:lnTo>
                  <a:lnTo>
                    <a:pt x="530154" y="499775"/>
                  </a:lnTo>
                  <a:lnTo>
                    <a:pt x="530769" y="498687"/>
                  </a:lnTo>
                  <a:lnTo>
                    <a:pt x="531353" y="497651"/>
                  </a:lnTo>
                  <a:lnTo>
                    <a:pt x="531938" y="496612"/>
                  </a:lnTo>
                  <a:lnTo>
                    <a:pt x="532528" y="495565"/>
                  </a:lnTo>
                  <a:lnTo>
                    <a:pt x="533124" y="494506"/>
                  </a:lnTo>
                  <a:lnTo>
                    <a:pt x="533714" y="493501"/>
                  </a:lnTo>
                  <a:lnTo>
                    <a:pt x="534302" y="492517"/>
                  </a:lnTo>
                  <a:lnTo>
                    <a:pt x="534892" y="491552"/>
                  </a:lnTo>
                  <a:lnTo>
                    <a:pt x="535487" y="490602"/>
                  </a:lnTo>
                  <a:lnTo>
                    <a:pt x="536091" y="489666"/>
                  </a:lnTo>
                  <a:lnTo>
                    <a:pt x="536708" y="488741"/>
                  </a:lnTo>
                  <a:lnTo>
                    <a:pt x="537339" y="487824"/>
                  </a:lnTo>
                  <a:lnTo>
                    <a:pt x="537990" y="486912"/>
                  </a:lnTo>
                  <a:lnTo>
                    <a:pt x="538663" y="486003"/>
                  </a:lnTo>
                  <a:lnTo>
                    <a:pt x="539362" y="485094"/>
                  </a:lnTo>
                  <a:lnTo>
                    <a:pt x="540090" y="484182"/>
                  </a:lnTo>
                  <a:lnTo>
                    <a:pt x="541116" y="482862"/>
                  </a:lnTo>
                  <a:lnTo>
                    <a:pt x="541803" y="481898"/>
                  </a:lnTo>
                  <a:lnTo>
                    <a:pt x="542220" y="481130"/>
                  </a:lnTo>
                  <a:lnTo>
                    <a:pt x="542435" y="480397"/>
                  </a:lnTo>
                  <a:lnTo>
                    <a:pt x="542513" y="479538"/>
                  </a:lnTo>
                  <a:lnTo>
                    <a:pt x="542525" y="478392"/>
                  </a:lnTo>
                  <a:lnTo>
                    <a:pt x="543857" y="478392"/>
                  </a:lnTo>
                  <a:lnTo>
                    <a:pt x="545210" y="478392"/>
                  </a:lnTo>
                  <a:lnTo>
                    <a:pt x="546006" y="477473"/>
                  </a:lnTo>
                  <a:lnTo>
                    <a:pt x="546620" y="476756"/>
                  </a:lnTo>
                  <a:lnTo>
                    <a:pt x="547132" y="476139"/>
                  </a:lnTo>
                  <a:lnTo>
                    <a:pt x="547621" y="475523"/>
                  </a:lnTo>
                  <a:lnTo>
                    <a:pt x="548166" y="474809"/>
                  </a:lnTo>
                  <a:lnTo>
                    <a:pt x="548847" y="473896"/>
                  </a:lnTo>
                  <a:lnTo>
                    <a:pt x="549743" y="472684"/>
                  </a:lnTo>
                  <a:lnTo>
                    <a:pt x="550419" y="471778"/>
                  </a:lnTo>
                  <a:lnTo>
                    <a:pt x="551092" y="470887"/>
                  </a:lnTo>
                  <a:lnTo>
                    <a:pt x="551768" y="470010"/>
                  </a:lnTo>
                  <a:lnTo>
                    <a:pt x="552447" y="469147"/>
                  </a:lnTo>
                  <a:lnTo>
                    <a:pt x="553135" y="468295"/>
                  </a:lnTo>
                  <a:lnTo>
                    <a:pt x="553833" y="467455"/>
                  </a:lnTo>
                  <a:lnTo>
                    <a:pt x="554545" y="466625"/>
                  </a:lnTo>
                  <a:lnTo>
                    <a:pt x="555275" y="465805"/>
                  </a:lnTo>
                  <a:lnTo>
                    <a:pt x="556026" y="464993"/>
                  </a:lnTo>
                  <a:lnTo>
                    <a:pt x="556800" y="464188"/>
                  </a:lnTo>
                  <a:lnTo>
                    <a:pt x="557601" y="463389"/>
                  </a:lnTo>
                  <a:lnTo>
                    <a:pt x="558763" y="462170"/>
                  </a:lnTo>
                  <a:lnTo>
                    <a:pt x="559468" y="461293"/>
                  </a:lnTo>
                  <a:lnTo>
                    <a:pt x="559830" y="460511"/>
                  </a:lnTo>
                  <a:lnTo>
                    <a:pt x="559963" y="459579"/>
                  </a:lnTo>
                  <a:lnTo>
                    <a:pt x="559982" y="458248"/>
                  </a:lnTo>
                  <a:lnTo>
                    <a:pt x="561315" y="458248"/>
                  </a:lnTo>
                  <a:lnTo>
                    <a:pt x="562668" y="458248"/>
                  </a:lnTo>
                  <a:lnTo>
                    <a:pt x="562668" y="456916"/>
                  </a:lnTo>
                  <a:lnTo>
                    <a:pt x="562668" y="455563"/>
                  </a:lnTo>
                  <a:lnTo>
                    <a:pt x="563842" y="455036"/>
                  </a:lnTo>
                  <a:lnTo>
                    <a:pt x="565034" y="454503"/>
                  </a:lnTo>
                  <a:lnTo>
                    <a:pt x="566067" y="453918"/>
                  </a:lnTo>
                  <a:lnTo>
                    <a:pt x="567043" y="453313"/>
                  </a:lnTo>
                  <a:lnTo>
                    <a:pt x="567972" y="452687"/>
                  </a:lnTo>
                  <a:lnTo>
                    <a:pt x="568864" y="452038"/>
                  </a:lnTo>
                  <a:lnTo>
                    <a:pt x="569731" y="451362"/>
                  </a:lnTo>
                  <a:lnTo>
                    <a:pt x="570583" y="450657"/>
                  </a:lnTo>
                  <a:lnTo>
                    <a:pt x="571431" y="449921"/>
                  </a:lnTo>
                  <a:lnTo>
                    <a:pt x="572286" y="449151"/>
                  </a:lnTo>
                  <a:lnTo>
                    <a:pt x="573159" y="448345"/>
                  </a:lnTo>
                  <a:lnTo>
                    <a:pt x="573993" y="447606"/>
                  </a:lnTo>
                  <a:lnTo>
                    <a:pt x="574827" y="446892"/>
                  </a:lnTo>
                  <a:lnTo>
                    <a:pt x="575663" y="446199"/>
                  </a:lnTo>
                  <a:lnTo>
                    <a:pt x="576500" y="445528"/>
                  </a:lnTo>
                  <a:lnTo>
                    <a:pt x="577342" y="444876"/>
                  </a:lnTo>
                  <a:lnTo>
                    <a:pt x="578188" y="444243"/>
                  </a:lnTo>
                  <a:lnTo>
                    <a:pt x="579040" y="443626"/>
                  </a:lnTo>
                  <a:lnTo>
                    <a:pt x="579900" y="443025"/>
                  </a:lnTo>
                  <a:lnTo>
                    <a:pt x="580768" y="442439"/>
                  </a:lnTo>
                  <a:lnTo>
                    <a:pt x="581646" y="441865"/>
                  </a:lnTo>
                  <a:lnTo>
                    <a:pt x="582536" y="441304"/>
                  </a:lnTo>
                  <a:lnTo>
                    <a:pt x="583438" y="440752"/>
                  </a:lnTo>
                  <a:lnTo>
                    <a:pt x="584354" y="440210"/>
                  </a:lnTo>
                  <a:lnTo>
                    <a:pt x="585286" y="439676"/>
                  </a:lnTo>
                  <a:lnTo>
                    <a:pt x="586233" y="439147"/>
                  </a:lnTo>
                  <a:lnTo>
                    <a:pt x="587198" y="438624"/>
                  </a:lnTo>
                  <a:lnTo>
                    <a:pt x="588183" y="438105"/>
                  </a:lnTo>
                  <a:lnTo>
                    <a:pt x="588183" y="436772"/>
                  </a:lnTo>
                  <a:lnTo>
                    <a:pt x="588183" y="435419"/>
                  </a:lnTo>
                  <a:lnTo>
                    <a:pt x="589216" y="434903"/>
                  </a:lnTo>
                  <a:lnTo>
                    <a:pt x="590250" y="434388"/>
                  </a:lnTo>
                  <a:lnTo>
                    <a:pt x="591284" y="433876"/>
                  </a:lnTo>
                  <a:lnTo>
                    <a:pt x="592320" y="433368"/>
                  </a:lnTo>
                  <a:lnTo>
                    <a:pt x="593358" y="432865"/>
                  </a:lnTo>
                  <a:lnTo>
                    <a:pt x="594398" y="432367"/>
                  </a:lnTo>
                  <a:lnTo>
                    <a:pt x="595443" y="431875"/>
                  </a:lnTo>
                  <a:lnTo>
                    <a:pt x="596491" y="431391"/>
                  </a:lnTo>
                  <a:lnTo>
                    <a:pt x="597690" y="430714"/>
                  </a:lnTo>
                  <a:lnTo>
                    <a:pt x="598486" y="430166"/>
                  </a:lnTo>
                  <a:lnTo>
                    <a:pt x="599060" y="429554"/>
                  </a:lnTo>
                  <a:lnTo>
                    <a:pt x="599594" y="428684"/>
                  </a:lnTo>
                  <a:lnTo>
                    <a:pt x="600269" y="427362"/>
                  </a:lnTo>
                  <a:lnTo>
                    <a:pt x="601265" y="426837"/>
                  </a:lnTo>
                  <a:lnTo>
                    <a:pt x="602264" y="426318"/>
                  </a:lnTo>
                  <a:lnTo>
                    <a:pt x="603267" y="425805"/>
                  </a:lnTo>
                  <a:lnTo>
                    <a:pt x="604272" y="425297"/>
                  </a:lnTo>
                  <a:lnTo>
                    <a:pt x="605281" y="424797"/>
                  </a:lnTo>
                  <a:lnTo>
                    <a:pt x="606293" y="424302"/>
                  </a:lnTo>
                  <a:lnTo>
                    <a:pt x="607308" y="423814"/>
                  </a:lnTo>
                  <a:lnTo>
                    <a:pt x="608326" y="423333"/>
                  </a:lnTo>
                  <a:lnTo>
                    <a:pt x="608326" y="422001"/>
                  </a:lnTo>
                  <a:lnTo>
                    <a:pt x="608326" y="420648"/>
                  </a:lnTo>
                  <a:lnTo>
                    <a:pt x="609601" y="420703"/>
                  </a:lnTo>
                  <a:lnTo>
                    <a:pt x="610885" y="420759"/>
                  </a:lnTo>
                  <a:lnTo>
                    <a:pt x="612187" y="420816"/>
                  </a:lnTo>
                  <a:lnTo>
                    <a:pt x="613748" y="420746"/>
                  </a:lnTo>
                  <a:lnTo>
                    <a:pt x="614917" y="420646"/>
                  </a:lnTo>
                  <a:lnTo>
                    <a:pt x="615812" y="420468"/>
                  </a:lnTo>
                  <a:lnTo>
                    <a:pt x="616554" y="420160"/>
                  </a:lnTo>
                  <a:lnTo>
                    <a:pt x="617264" y="419673"/>
                  </a:lnTo>
                  <a:lnTo>
                    <a:pt x="618062" y="418957"/>
                  </a:lnTo>
                  <a:lnTo>
                    <a:pt x="619069" y="417962"/>
                  </a:lnTo>
                  <a:lnTo>
                    <a:pt x="620108" y="417502"/>
                  </a:lnTo>
                  <a:lnTo>
                    <a:pt x="621149" y="417045"/>
                  </a:lnTo>
                  <a:lnTo>
                    <a:pt x="622191" y="416592"/>
                  </a:lnTo>
                  <a:lnTo>
                    <a:pt x="623234" y="416141"/>
                  </a:lnTo>
                  <a:lnTo>
                    <a:pt x="624278" y="415694"/>
                  </a:lnTo>
                  <a:lnTo>
                    <a:pt x="625324" y="415249"/>
                  </a:lnTo>
                  <a:lnTo>
                    <a:pt x="626371" y="414807"/>
                  </a:lnTo>
                  <a:lnTo>
                    <a:pt x="627420" y="414369"/>
                  </a:lnTo>
                  <a:lnTo>
                    <a:pt x="628469" y="413933"/>
                  </a:lnTo>
                  <a:lnTo>
                    <a:pt x="629384" y="413434"/>
                  </a:lnTo>
                  <a:lnTo>
                    <a:pt x="630305" y="412931"/>
                  </a:lnTo>
                  <a:lnTo>
                    <a:pt x="631238" y="412423"/>
                  </a:lnTo>
                  <a:lnTo>
                    <a:pt x="632279" y="411985"/>
                  </a:lnTo>
                  <a:lnTo>
                    <a:pt x="633319" y="411608"/>
                  </a:lnTo>
                  <a:lnTo>
                    <a:pt x="634362" y="411284"/>
                  </a:lnTo>
                  <a:lnTo>
                    <a:pt x="635409" y="411007"/>
                  </a:lnTo>
                  <a:lnTo>
                    <a:pt x="636462" y="410768"/>
                  </a:lnTo>
                  <a:lnTo>
                    <a:pt x="637523" y="410561"/>
                  </a:lnTo>
                  <a:lnTo>
                    <a:pt x="638596" y="410378"/>
                  </a:lnTo>
                  <a:lnTo>
                    <a:pt x="639681" y="410213"/>
                  </a:lnTo>
                  <a:lnTo>
                    <a:pt x="640781" y="410057"/>
                  </a:lnTo>
                  <a:lnTo>
                    <a:pt x="641898" y="409905"/>
                  </a:lnTo>
                  <a:lnTo>
                    <a:pt x="641898" y="408572"/>
                  </a:lnTo>
                  <a:lnTo>
                    <a:pt x="641898" y="407219"/>
                  </a:lnTo>
                  <a:lnTo>
                    <a:pt x="642929" y="407136"/>
                  </a:lnTo>
                  <a:lnTo>
                    <a:pt x="643962" y="407053"/>
                  </a:lnTo>
                  <a:lnTo>
                    <a:pt x="645000" y="406969"/>
                  </a:lnTo>
                  <a:lnTo>
                    <a:pt x="646046" y="406884"/>
                  </a:lnTo>
                  <a:lnTo>
                    <a:pt x="647102" y="406799"/>
                  </a:lnTo>
                  <a:lnTo>
                    <a:pt x="648199" y="406668"/>
                  </a:lnTo>
                  <a:lnTo>
                    <a:pt x="649285" y="406521"/>
                  </a:lnTo>
                  <a:lnTo>
                    <a:pt x="650362" y="406357"/>
                  </a:lnTo>
                  <a:lnTo>
                    <a:pt x="651430" y="406177"/>
                  </a:lnTo>
                  <a:lnTo>
                    <a:pt x="652491" y="405982"/>
                  </a:lnTo>
                  <a:lnTo>
                    <a:pt x="653545" y="405771"/>
                  </a:lnTo>
                  <a:lnTo>
                    <a:pt x="654594" y="405546"/>
                  </a:lnTo>
                  <a:lnTo>
                    <a:pt x="655639" y="405306"/>
                  </a:lnTo>
                  <a:lnTo>
                    <a:pt x="656681" y="405053"/>
                  </a:lnTo>
                  <a:lnTo>
                    <a:pt x="657721" y="404787"/>
                  </a:lnTo>
                  <a:lnTo>
                    <a:pt x="658760" y="404508"/>
                  </a:lnTo>
                  <a:lnTo>
                    <a:pt x="659799" y="404218"/>
                  </a:lnTo>
                  <a:lnTo>
                    <a:pt x="660840" y="403915"/>
                  </a:lnTo>
                  <a:lnTo>
                    <a:pt x="661883" y="403602"/>
                  </a:lnTo>
                  <a:lnTo>
                    <a:pt x="662930" y="403277"/>
                  </a:lnTo>
                  <a:lnTo>
                    <a:pt x="663982" y="402943"/>
                  </a:lnTo>
                  <a:lnTo>
                    <a:pt x="665002" y="402622"/>
                  </a:lnTo>
                  <a:lnTo>
                    <a:pt x="666024" y="402310"/>
                  </a:lnTo>
                  <a:lnTo>
                    <a:pt x="667046" y="402008"/>
                  </a:lnTo>
                  <a:lnTo>
                    <a:pt x="668069" y="401716"/>
                  </a:lnTo>
                  <a:lnTo>
                    <a:pt x="669093" y="401432"/>
                  </a:lnTo>
                  <a:lnTo>
                    <a:pt x="670117" y="401157"/>
                  </a:lnTo>
                  <a:lnTo>
                    <a:pt x="671143" y="400891"/>
                  </a:lnTo>
                  <a:lnTo>
                    <a:pt x="672169" y="400633"/>
                  </a:lnTo>
                  <a:lnTo>
                    <a:pt x="673197" y="400384"/>
                  </a:lnTo>
                  <a:lnTo>
                    <a:pt x="674225" y="400143"/>
                  </a:lnTo>
                  <a:lnTo>
                    <a:pt x="675254" y="399910"/>
                  </a:lnTo>
                  <a:lnTo>
                    <a:pt x="676283" y="399685"/>
                  </a:lnTo>
                  <a:lnTo>
                    <a:pt x="677314" y="399468"/>
                  </a:lnTo>
                  <a:lnTo>
                    <a:pt x="678345" y="399258"/>
                  </a:lnTo>
                  <a:lnTo>
                    <a:pt x="679377" y="399055"/>
                  </a:lnTo>
                  <a:lnTo>
                    <a:pt x="680411" y="398860"/>
                  </a:lnTo>
                  <a:lnTo>
                    <a:pt x="681444" y="398671"/>
                  </a:lnTo>
                  <a:lnTo>
                    <a:pt x="682479" y="398490"/>
                  </a:lnTo>
                  <a:lnTo>
                    <a:pt x="683515" y="398315"/>
                  </a:lnTo>
                  <a:lnTo>
                    <a:pt x="684551" y="398146"/>
                  </a:lnTo>
                  <a:lnTo>
                    <a:pt x="685588" y="397983"/>
                  </a:lnTo>
                  <a:lnTo>
                    <a:pt x="686627" y="397827"/>
                  </a:lnTo>
                  <a:lnTo>
                    <a:pt x="687666" y="397677"/>
                  </a:lnTo>
                  <a:lnTo>
                    <a:pt x="688705" y="397532"/>
                  </a:lnTo>
                  <a:lnTo>
                    <a:pt x="689746" y="397392"/>
                  </a:lnTo>
                  <a:lnTo>
                    <a:pt x="690787" y="397259"/>
                  </a:lnTo>
                  <a:lnTo>
                    <a:pt x="691830" y="397130"/>
                  </a:lnTo>
                  <a:lnTo>
                    <a:pt x="692873" y="397006"/>
                  </a:lnTo>
                  <a:lnTo>
                    <a:pt x="693917" y="396887"/>
                  </a:lnTo>
                  <a:lnTo>
                    <a:pt x="694962" y="396773"/>
                  </a:lnTo>
                  <a:lnTo>
                    <a:pt x="696008" y="396663"/>
                  </a:lnTo>
                  <a:lnTo>
                    <a:pt x="697054" y="396558"/>
                  </a:lnTo>
                  <a:lnTo>
                    <a:pt x="698102" y="396456"/>
                  </a:lnTo>
                  <a:lnTo>
                    <a:pt x="699150" y="396359"/>
                  </a:lnTo>
                  <a:lnTo>
                    <a:pt x="700199" y="396265"/>
                  </a:lnTo>
                  <a:lnTo>
                    <a:pt x="701249" y="396175"/>
                  </a:lnTo>
                  <a:lnTo>
                    <a:pt x="702300" y="396088"/>
                  </a:lnTo>
                  <a:lnTo>
                    <a:pt x="703351" y="396005"/>
                  </a:lnTo>
                  <a:lnTo>
                    <a:pt x="704404" y="395925"/>
                  </a:lnTo>
                  <a:lnTo>
                    <a:pt x="705457" y="395847"/>
                  </a:lnTo>
                  <a:lnTo>
                    <a:pt x="706511" y="395772"/>
                  </a:lnTo>
                  <a:lnTo>
                    <a:pt x="707566" y="395700"/>
                  </a:lnTo>
                  <a:lnTo>
                    <a:pt x="708622" y="395630"/>
                  </a:lnTo>
                  <a:lnTo>
                    <a:pt x="709679" y="395562"/>
                  </a:lnTo>
                  <a:lnTo>
                    <a:pt x="710736" y="395496"/>
                  </a:lnTo>
                  <a:lnTo>
                    <a:pt x="711795" y="395432"/>
                  </a:lnTo>
                  <a:lnTo>
                    <a:pt x="712854" y="395370"/>
                  </a:lnTo>
                  <a:lnTo>
                    <a:pt x="713914" y="395309"/>
                  </a:lnTo>
                  <a:lnTo>
                    <a:pt x="714975" y="395249"/>
                  </a:lnTo>
                  <a:lnTo>
                    <a:pt x="716037" y="395191"/>
                  </a:lnTo>
                  <a:lnTo>
                    <a:pt x="717099" y="395133"/>
                  </a:lnTo>
                  <a:lnTo>
                    <a:pt x="716160" y="394638"/>
                  </a:lnTo>
                  <a:lnTo>
                    <a:pt x="715215" y="394165"/>
                  </a:lnTo>
                  <a:lnTo>
                    <a:pt x="714263" y="393713"/>
                  </a:lnTo>
                  <a:lnTo>
                    <a:pt x="713305" y="393283"/>
                  </a:lnTo>
                  <a:lnTo>
                    <a:pt x="712342" y="392873"/>
                  </a:lnTo>
                  <a:lnTo>
                    <a:pt x="711373" y="392483"/>
                  </a:lnTo>
                  <a:lnTo>
                    <a:pt x="710399" y="392112"/>
                  </a:lnTo>
                  <a:lnTo>
                    <a:pt x="709419" y="391760"/>
                  </a:lnTo>
                  <a:lnTo>
                    <a:pt x="708435" y="391426"/>
                  </a:lnTo>
                  <a:lnTo>
                    <a:pt x="707445" y="391110"/>
                  </a:lnTo>
                  <a:lnTo>
                    <a:pt x="706452" y="390811"/>
                  </a:lnTo>
                  <a:lnTo>
                    <a:pt x="705453" y="390529"/>
                  </a:lnTo>
                  <a:lnTo>
                    <a:pt x="704451" y="390262"/>
                  </a:lnTo>
                  <a:lnTo>
                    <a:pt x="703444" y="390012"/>
                  </a:lnTo>
                  <a:lnTo>
                    <a:pt x="702434" y="389776"/>
                  </a:lnTo>
                  <a:lnTo>
                    <a:pt x="701420" y="389554"/>
                  </a:lnTo>
                  <a:lnTo>
                    <a:pt x="700403" y="389346"/>
                  </a:lnTo>
                  <a:lnTo>
                    <a:pt x="699382" y="389152"/>
                  </a:lnTo>
                  <a:lnTo>
                    <a:pt x="698359" y="388970"/>
                  </a:lnTo>
                  <a:lnTo>
                    <a:pt x="697332" y="388801"/>
                  </a:lnTo>
                  <a:lnTo>
                    <a:pt x="696303" y="388643"/>
                  </a:lnTo>
                  <a:lnTo>
                    <a:pt x="695272" y="388496"/>
                  </a:lnTo>
                  <a:lnTo>
                    <a:pt x="694238" y="388360"/>
                  </a:lnTo>
                  <a:lnTo>
                    <a:pt x="693202" y="388233"/>
                  </a:lnTo>
                  <a:lnTo>
                    <a:pt x="692165" y="388116"/>
                  </a:lnTo>
                  <a:lnTo>
                    <a:pt x="691125" y="388008"/>
                  </a:lnTo>
                  <a:lnTo>
                    <a:pt x="690085" y="387908"/>
                  </a:lnTo>
                  <a:lnTo>
                    <a:pt x="689043" y="387816"/>
                  </a:lnTo>
                  <a:lnTo>
                    <a:pt x="687999" y="387732"/>
                  </a:lnTo>
                  <a:lnTo>
                    <a:pt x="686956" y="387653"/>
                  </a:lnTo>
                  <a:lnTo>
                    <a:pt x="685911" y="387581"/>
                  </a:lnTo>
                  <a:lnTo>
                    <a:pt x="684866" y="387515"/>
                  </a:lnTo>
                  <a:lnTo>
                    <a:pt x="683820" y="387453"/>
                  </a:lnTo>
                  <a:lnTo>
                    <a:pt x="682775" y="387396"/>
                  </a:lnTo>
                  <a:lnTo>
                    <a:pt x="681729" y="387343"/>
                  </a:lnTo>
                  <a:lnTo>
                    <a:pt x="680684" y="387294"/>
                  </a:lnTo>
                  <a:lnTo>
                    <a:pt x="679640" y="387247"/>
                  </a:lnTo>
                  <a:lnTo>
                    <a:pt x="678596" y="387202"/>
                  </a:lnTo>
                  <a:lnTo>
                    <a:pt x="677553" y="387159"/>
                  </a:lnTo>
                  <a:lnTo>
                    <a:pt x="676511" y="387117"/>
                  </a:lnTo>
                  <a:lnTo>
                    <a:pt x="675470" y="387076"/>
                  </a:lnTo>
                  <a:lnTo>
                    <a:pt x="675470" y="385743"/>
                  </a:lnTo>
                  <a:lnTo>
                    <a:pt x="675470" y="384390"/>
                  </a:lnTo>
                  <a:lnTo>
                    <a:pt x="674327" y="384244"/>
                  </a:lnTo>
                  <a:lnTo>
                    <a:pt x="673179" y="384098"/>
                  </a:lnTo>
                  <a:lnTo>
                    <a:pt x="672023" y="383951"/>
                  </a:lnTo>
                  <a:lnTo>
                    <a:pt x="670853" y="383802"/>
                  </a:lnTo>
                  <a:lnTo>
                    <a:pt x="668832" y="383478"/>
                  </a:lnTo>
                  <a:lnTo>
                    <a:pt x="667437" y="383221"/>
                  </a:lnTo>
                  <a:lnTo>
                    <a:pt x="666500" y="382973"/>
                  </a:lnTo>
                  <a:lnTo>
                    <a:pt x="665849" y="382677"/>
                  </a:lnTo>
                  <a:lnTo>
                    <a:pt x="665315" y="382273"/>
                  </a:lnTo>
                  <a:lnTo>
                    <a:pt x="664727" y="381704"/>
                  </a:lnTo>
                  <a:lnTo>
                    <a:pt x="663605" y="381562"/>
                  </a:lnTo>
                  <a:lnTo>
                    <a:pt x="662481" y="381434"/>
                  </a:lnTo>
                  <a:lnTo>
                    <a:pt x="661356" y="381318"/>
                  </a:lnTo>
                  <a:lnTo>
                    <a:pt x="660230" y="381213"/>
                  </a:lnTo>
                  <a:lnTo>
                    <a:pt x="659103" y="381116"/>
                  </a:lnTo>
                  <a:lnTo>
                    <a:pt x="657963" y="380997"/>
                  </a:lnTo>
                  <a:lnTo>
                    <a:pt x="656868" y="380867"/>
                  </a:lnTo>
                  <a:lnTo>
                    <a:pt x="655809" y="380721"/>
                  </a:lnTo>
                  <a:lnTo>
                    <a:pt x="654774" y="380556"/>
                  </a:lnTo>
                  <a:lnTo>
                    <a:pt x="653754" y="380367"/>
                  </a:lnTo>
                  <a:lnTo>
                    <a:pt x="652740" y="380150"/>
                  </a:lnTo>
                  <a:lnTo>
                    <a:pt x="651720" y="379903"/>
                  </a:lnTo>
                  <a:lnTo>
                    <a:pt x="650685" y="379620"/>
                  </a:lnTo>
                  <a:lnTo>
                    <a:pt x="649624" y="379298"/>
                  </a:lnTo>
                  <a:lnTo>
                    <a:pt x="648528" y="378934"/>
                  </a:lnTo>
                  <a:lnTo>
                    <a:pt x="647445" y="378611"/>
                  </a:lnTo>
                  <a:lnTo>
                    <a:pt x="646384" y="378340"/>
                  </a:lnTo>
                  <a:lnTo>
                    <a:pt x="645343" y="378117"/>
                  </a:lnTo>
                  <a:lnTo>
                    <a:pt x="644315" y="377938"/>
                  </a:lnTo>
                  <a:lnTo>
                    <a:pt x="643298" y="377798"/>
                  </a:lnTo>
                  <a:lnTo>
                    <a:pt x="642285" y="377695"/>
                  </a:lnTo>
                  <a:lnTo>
                    <a:pt x="641274" y="377623"/>
                  </a:lnTo>
                  <a:lnTo>
                    <a:pt x="640259" y="377579"/>
                  </a:lnTo>
                  <a:lnTo>
                    <a:pt x="639235" y="377559"/>
                  </a:lnTo>
                  <a:lnTo>
                    <a:pt x="638199" y="377558"/>
                  </a:lnTo>
                  <a:lnTo>
                    <a:pt x="637147" y="377574"/>
                  </a:lnTo>
                  <a:lnTo>
                    <a:pt x="636072" y="377601"/>
                  </a:lnTo>
                  <a:lnTo>
                    <a:pt x="634972" y="377636"/>
                  </a:lnTo>
                  <a:lnTo>
                    <a:pt x="633841" y="377675"/>
                  </a:lnTo>
                  <a:lnTo>
                    <a:pt x="633841" y="376343"/>
                  </a:lnTo>
                  <a:lnTo>
                    <a:pt x="633841" y="374990"/>
                  </a:lnTo>
                  <a:lnTo>
                    <a:pt x="632753" y="374869"/>
                  </a:lnTo>
                  <a:lnTo>
                    <a:pt x="631665" y="374748"/>
                  </a:lnTo>
                  <a:lnTo>
                    <a:pt x="630575" y="374627"/>
                  </a:lnTo>
                  <a:lnTo>
                    <a:pt x="629484" y="374506"/>
                  </a:lnTo>
                  <a:lnTo>
                    <a:pt x="628391" y="374384"/>
                  </a:lnTo>
                  <a:lnTo>
                    <a:pt x="627295" y="374262"/>
                  </a:lnTo>
                  <a:lnTo>
                    <a:pt x="626195" y="374140"/>
                  </a:lnTo>
                  <a:lnTo>
                    <a:pt x="625092" y="374018"/>
                  </a:lnTo>
                  <a:lnTo>
                    <a:pt x="623985" y="373895"/>
                  </a:lnTo>
                  <a:lnTo>
                    <a:pt x="622873" y="373771"/>
                  </a:lnTo>
                  <a:lnTo>
                    <a:pt x="621755" y="373647"/>
                  </a:lnTo>
                  <a:close/>
                </a:path>
              </a:pathLst>
            </a:custGeom>
            <a:solidFill>
              <a:srgbClr val="CFDBE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" name="region 1 #475A77"/>
            <p:cNvSpPr/>
            <p:nvPr/>
          </p:nvSpPr>
          <p:spPr>
            <a:xfrm>
              <a:off x="2153093" y="164869"/>
              <a:ext cx="690254" cy="801398"/>
            </a:xfrm>
            <a:custGeom>
              <a:avLst/>
              <a:gdLst/>
              <a:ahLst/>
              <a:cxnLst/>
              <a:rect l="l" t="t" r="r" b="b"/>
              <a:pathLst>
                <a:path w="690254" h="801398">
                  <a:moveTo>
                    <a:pt x="423899" y="305"/>
                  </a:moveTo>
                  <a:lnTo>
                    <a:pt x="424945" y="297"/>
                  </a:lnTo>
                  <a:lnTo>
                    <a:pt x="425991" y="289"/>
                  </a:lnTo>
                  <a:lnTo>
                    <a:pt x="427037" y="281"/>
                  </a:lnTo>
                  <a:lnTo>
                    <a:pt x="428084" y="274"/>
                  </a:lnTo>
                  <a:lnTo>
                    <a:pt x="429130" y="267"/>
                  </a:lnTo>
                  <a:lnTo>
                    <a:pt x="430176" y="259"/>
                  </a:lnTo>
                  <a:lnTo>
                    <a:pt x="431222" y="252"/>
                  </a:lnTo>
                  <a:lnTo>
                    <a:pt x="432268" y="246"/>
                  </a:lnTo>
                  <a:lnTo>
                    <a:pt x="433314" y="239"/>
                  </a:lnTo>
                  <a:lnTo>
                    <a:pt x="434361" y="233"/>
                  </a:lnTo>
                  <a:lnTo>
                    <a:pt x="435407" y="227"/>
                  </a:lnTo>
                  <a:lnTo>
                    <a:pt x="436453" y="221"/>
                  </a:lnTo>
                  <a:lnTo>
                    <a:pt x="437499" y="215"/>
                  </a:lnTo>
                  <a:lnTo>
                    <a:pt x="438545" y="209"/>
                  </a:lnTo>
                  <a:lnTo>
                    <a:pt x="439591" y="204"/>
                  </a:lnTo>
                  <a:lnTo>
                    <a:pt x="440637" y="198"/>
                  </a:lnTo>
                  <a:lnTo>
                    <a:pt x="441684" y="193"/>
                  </a:lnTo>
                  <a:lnTo>
                    <a:pt x="442730" y="188"/>
                  </a:lnTo>
                  <a:lnTo>
                    <a:pt x="443776" y="183"/>
                  </a:lnTo>
                  <a:lnTo>
                    <a:pt x="444822" y="179"/>
                  </a:lnTo>
                  <a:lnTo>
                    <a:pt x="445868" y="174"/>
                  </a:lnTo>
                  <a:lnTo>
                    <a:pt x="446914" y="170"/>
                  </a:lnTo>
                  <a:lnTo>
                    <a:pt x="447961" y="165"/>
                  </a:lnTo>
                  <a:lnTo>
                    <a:pt x="449007" y="161"/>
                  </a:lnTo>
                  <a:lnTo>
                    <a:pt x="450053" y="157"/>
                  </a:lnTo>
                  <a:lnTo>
                    <a:pt x="451163" y="152"/>
                  </a:lnTo>
                  <a:lnTo>
                    <a:pt x="452273" y="147"/>
                  </a:lnTo>
                  <a:lnTo>
                    <a:pt x="453384" y="140"/>
                  </a:lnTo>
                  <a:lnTo>
                    <a:pt x="454494" y="134"/>
                  </a:lnTo>
                  <a:lnTo>
                    <a:pt x="455604" y="127"/>
                  </a:lnTo>
                  <a:lnTo>
                    <a:pt x="456714" y="119"/>
                  </a:lnTo>
                  <a:lnTo>
                    <a:pt x="457824" y="111"/>
                  </a:lnTo>
                  <a:lnTo>
                    <a:pt x="458935" y="102"/>
                  </a:lnTo>
                  <a:lnTo>
                    <a:pt x="460004" y="95"/>
                  </a:lnTo>
                  <a:lnTo>
                    <a:pt x="461073" y="88"/>
                  </a:lnTo>
                  <a:lnTo>
                    <a:pt x="462142" y="81"/>
                  </a:lnTo>
                  <a:lnTo>
                    <a:pt x="463212" y="75"/>
                  </a:lnTo>
                  <a:lnTo>
                    <a:pt x="464281" y="70"/>
                  </a:lnTo>
                  <a:lnTo>
                    <a:pt x="465350" y="65"/>
                  </a:lnTo>
                  <a:lnTo>
                    <a:pt x="466419" y="60"/>
                  </a:lnTo>
                  <a:lnTo>
                    <a:pt x="467488" y="56"/>
                  </a:lnTo>
                  <a:lnTo>
                    <a:pt x="468558" y="52"/>
                  </a:lnTo>
                  <a:lnTo>
                    <a:pt x="469627" y="49"/>
                  </a:lnTo>
                  <a:lnTo>
                    <a:pt x="470696" y="46"/>
                  </a:lnTo>
                  <a:lnTo>
                    <a:pt x="471766" y="43"/>
                  </a:lnTo>
                  <a:lnTo>
                    <a:pt x="473071" y="29"/>
                  </a:lnTo>
                  <a:lnTo>
                    <a:pt x="474386" y="15"/>
                  </a:lnTo>
                  <a:lnTo>
                    <a:pt x="475718" y="0"/>
                  </a:lnTo>
                  <a:lnTo>
                    <a:pt x="476817" y="2"/>
                  </a:lnTo>
                  <a:lnTo>
                    <a:pt x="477910" y="8"/>
                  </a:lnTo>
                  <a:lnTo>
                    <a:pt x="478997" y="19"/>
                  </a:lnTo>
                  <a:lnTo>
                    <a:pt x="480078" y="36"/>
                  </a:lnTo>
                  <a:lnTo>
                    <a:pt x="481152" y="60"/>
                  </a:lnTo>
                  <a:lnTo>
                    <a:pt x="482221" y="92"/>
                  </a:lnTo>
                  <a:lnTo>
                    <a:pt x="483283" y="133"/>
                  </a:lnTo>
                  <a:lnTo>
                    <a:pt x="484338" y="184"/>
                  </a:lnTo>
                  <a:lnTo>
                    <a:pt x="485387" y="246"/>
                  </a:lnTo>
                  <a:lnTo>
                    <a:pt x="486430" y="319"/>
                  </a:lnTo>
                  <a:lnTo>
                    <a:pt x="487465" y="406"/>
                  </a:lnTo>
                  <a:lnTo>
                    <a:pt x="488494" y="506"/>
                  </a:lnTo>
                  <a:lnTo>
                    <a:pt x="489516" y="621"/>
                  </a:lnTo>
                  <a:lnTo>
                    <a:pt x="490530" y="751"/>
                  </a:lnTo>
                  <a:lnTo>
                    <a:pt x="491538" y="898"/>
                  </a:lnTo>
                  <a:lnTo>
                    <a:pt x="492538" y="1063"/>
                  </a:lnTo>
                  <a:lnTo>
                    <a:pt x="493531" y="1246"/>
                  </a:lnTo>
                  <a:lnTo>
                    <a:pt x="494517" y="1448"/>
                  </a:lnTo>
                  <a:lnTo>
                    <a:pt x="495495" y="1671"/>
                  </a:lnTo>
                  <a:lnTo>
                    <a:pt x="496465" y="1915"/>
                  </a:lnTo>
                  <a:lnTo>
                    <a:pt x="497428" y="2181"/>
                  </a:lnTo>
                  <a:lnTo>
                    <a:pt x="498383" y="2471"/>
                  </a:lnTo>
                  <a:lnTo>
                    <a:pt x="499330" y="2785"/>
                  </a:lnTo>
                  <a:lnTo>
                    <a:pt x="500270" y="3124"/>
                  </a:lnTo>
                  <a:lnTo>
                    <a:pt x="501201" y="3489"/>
                  </a:lnTo>
                  <a:lnTo>
                    <a:pt x="502124" y="3882"/>
                  </a:lnTo>
                  <a:lnTo>
                    <a:pt x="503038" y="4302"/>
                  </a:lnTo>
                  <a:lnTo>
                    <a:pt x="503945" y="4751"/>
                  </a:lnTo>
                  <a:lnTo>
                    <a:pt x="504843" y="5231"/>
                  </a:lnTo>
                  <a:lnTo>
                    <a:pt x="505732" y="5741"/>
                  </a:lnTo>
                  <a:lnTo>
                    <a:pt x="506613" y="6283"/>
                  </a:lnTo>
                  <a:lnTo>
                    <a:pt x="507485" y="6858"/>
                  </a:lnTo>
                  <a:lnTo>
                    <a:pt x="508348" y="7466"/>
                  </a:lnTo>
                  <a:lnTo>
                    <a:pt x="509203" y="8109"/>
                  </a:lnTo>
                  <a:lnTo>
                    <a:pt x="510048" y="8788"/>
                  </a:lnTo>
                  <a:lnTo>
                    <a:pt x="510884" y="9504"/>
                  </a:lnTo>
                  <a:lnTo>
                    <a:pt x="511711" y="10257"/>
                  </a:lnTo>
                  <a:lnTo>
                    <a:pt x="512529" y="11048"/>
                  </a:lnTo>
                  <a:lnTo>
                    <a:pt x="513404" y="12301"/>
                  </a:lnTo>
                  <a:lnTo>
                    <a:pt x="514062" y="13260"/>
                  </a:lnTo>
                  <a:lnTo>
                    <a:pt x="514573" y="14043"/>
                  </a:lnTo>
                  <a:lnTo>
                    <a:pt x="515007" y="14768"/>
                  </a:lnTo>
                  <a:lnTo>
                    <a:pt x="515436" y="15551"/>
                  </a:lnTo>
                  <a:lnTo>
                    <a:pt x="515929" y="16510"/>
                  </a:lnTo>
                  <a:lnTo>
                    <a:pt x="516558" y="17763"/>
                  </a:lnTo>
                  <a:lnTo>
                    <a:pt x="517239" y="18560"/>
                  </a:lnTo>
                  <a:lnTo>
                    <a:pt x="517923" y="19360"/>
                  </a:lnTo>
                  <a:lnTo>
                    <a:pt x="518612" y="20166"/>
                  </a:lnTo>
                  <a:lnTo>
                    <a:pt x="519308" y="20981"/>
                  </a:lnTo>
                  <a:lnTo>
                    <a:pt x="519907" y="21946"/>
                  </a:lnTo>
                  <a:lnTo>
                    <a:pt x="520434" y="22925"/>
                  </a:lnTo>
                  <a:lnTo>
                    <a:pt x="520892" y="23917"/>
                  </a:lnTo>
                  <a:lnTo>
                    <a:pt x="521287" y="24922"/>
                  </a:lnTo>
                  <a:lnTo>
                    <a:pt x="521622" y="25939"/>
                  </a:lnTo>
                  <a:lnTo>
                    <a:pt x="521902" y="26967"/>
                  </a:lnTo>
                  <a:lnTo>
                    <a:pt x="522131" y="28006"/>
                  </a:lnTo>
                  <a:lnTo>
                    <a:pt x="522315" y="29055"/>
                  </a:lnTo>
                  <a:lnTo>
                    <a:pt x="522458" y="30113"/>
                  </a:lnTo>
                  <a:lnTo>
                    <a:pt x="522563" y="31179"/>
                  </a:lnTo>
                  <a:lnTo>
                    <a:pt x="522636" y="32253"/>
                  </a:lnTo>
                  <a:lnTo>
                    <a:pt x="522681" y="33334"/>
                  </a:lnTo>
                  <a:lnTo>
                    <a:pt x="522703" y="34420"/>
                  </a:lnTo>
                  <a:lnTo>
                    <a:pt x="522706" y="35512"/>
                  </a:lnTo>
                  <a:lnTo>
                    <a:pt x="522694" y="36609"/>
                  </a:lnTo>
                  <a:lnTo>
                    <a:pt x="522672" y="37709"/>
                  </a:lnTo>
                  <a:lnTo>
                    <a:pt x="522645" y="38813"/>
                  </a:lnTo>
                  <a:lnTo>
                    <a:pt x="522617" y="39919"/>
                  </a:lnTo>
                  <a:lnTo>
                    <a:pt x="522592" y="41026"/>
                  </a:lnTo>
                  <a:lnTo>
                    <a:pt x="522575" y="42135"/>
                  </a:lnTo>
                  <a:lnTo>
                    <a:pt x="522579" y="43378"/>
                  </a:lnTo>
                  <a:lnTo>
                    <a:pt x="522582" y="44627"/>
                  </a:lnTo>
                  <a:lnTo>
                    <a:pt x="522585" y="45885"/>
                  </a:lnTo>
                  <a:lnTo>
                    <a:pt x="522589" y="47157"/>
                  </a:lnTo>
                  <a:lnTo>
                    <a:pt x="522590" y="48216"/>
                  </a:lnTo>
                  <a:lnTo>
                    <a:pt x="522591" y="49276"/>
                  </a:lnTo>
                  <a:lnTo>
                    <a:pt x="522590" y="50335"/>
                  </a:lnTo>
                  <a:lnTo>
                    <a:pt x="522589" y="51394"/>
                  </a:lnTo>
                  <a:lnTo>
                    <a:pt x="522588" y="52454"/>
                  </a:lnTo>
                  <a:lnTo>
                    <a:pt x="522585" y="53513"/>
                  </a:lnTo>
                  <a:lnTo>
                    <a:pt x="522582" y="54572"/>
                  </a:lnTo>
                  <a:lnTo>
                    <a:pt x="522578" y="55631"/>
                  </a:lnTo>
                  <a:lnTo>
                    <a:pt x="522574" y="56691"/>
                  </a:lnTo>
                  <a:lnTo>
                    <a:pt x="522569" y="57750"/>
                  </a:lnTo>
                  <a:lnTo>
                    <a:pt x="522564" y="58809"/>
                  </a:lnTo>
                  <a:lnTo>
                    <a:pt x="522558" y="59869"/>
                  </a:lnTo>
                  <a:lnTo>
                    <a:pt x="522552" y="60928"/>
                  </a:lnTo>
                  <a:lnTo>
                    <a:pt x="522548" y="61990"/>
                  </a:lnTo>
                  <a:lnTo>
                    <a:pt x="522544" y="63051"/>
                  </a:lnTo>
                  <a:lnTo>
                    <a:pt x="522542" y="64113"/>
                  </a:lnTo>
                  <a:lnTo>
                    <a:pt x="522540" y="65174"/>
                  </a:lnTo>
                  <a:lnTo>
                    <a:pt x="522538" y="66236"/>
                  </a:lnTo>
                  <a:lnTo>
                    <a:pt x="522537" y="67298"/>
                  </a:lnTo>
                  <a:lnTo>
                    <a:pt x="522537" y="68359"/>
                  </a:lnTo>
                  <a:lnTo>
                    <a:pt x="522537" y="69421"/>
                  </a:lnTo>
                  <a:lnTo>
                    <a:pt x="522537" y="70482"/>
                  </a:lnTo>
                  <a:lnTo>
                    <a:pt x="522538" y="71544"/>
                  </a:lnTo>
                  <a:lnTo>
                    <a:pt x="522539" y="72605"/>
                  </a:lnTo>
                  <a:lnTo>
                    <a:pt x="522540" y="73667"/>
                  </a:lnTo>
                  <a:lnTo>
                    <a:pt x="522541" y="74728"/>
                  </a:lnTo>
                  <a:lnTo>
                    <a:pt x="522542" y="75790"/>
                  </a:lnTo>
                  <a:lnTo>
                    <a:pt x="522542" y="76862"/>
                  </a:lnTo>
                  <a:lnTo>
                    <a:pt x="522542" y="77935"/>
                  </a:lnTo>
                  <a:lnTo>
                    <a:pt x="522542" y="79007"/>
                  </a:lnTo>
                  <a:lnTo>
                    <a:pt x="522541" y="80080"/>
                  </a:lnTo>
                  <a:lnTo>
                    <a:pt x="522541" y="81152"/>
                  </a:lnTo>
                  <a:lnTo>
                    <a:pt x="522540" y="82225"/>
                  </a:lnTo>
                  <a:lnTo>
                    <a:pt x="522539" y="83297"/>
                  </a:lnTo>
                  <a:lnTo>
                    <a:pt x="522538" y="84370"/>
                  </a:lnTo>
                  <a:lnTo>
                    <a:pt x="522537" y="85442"/>
                  </a:lnTo>
                  <a:lnTo>
                    <a:pt x="522535" y="86514"/>
                  </a:lnTo>
                  <a:lnTo>
                    <a:pt x="522533" y="87587"/>
                  </a:lnTo>
                  <a:lnTo>
                    <a:pt x="522532" y="88659"/>
                  </a:lnTo>
                  <a:lnTo>
                    <a:pt x="522530" y="89732"/>
                  </a:lnTo>
                  <a:lnTo>
                    <a:pt x="522527" y="90804"/>
                  </a:lnTo>
                  <a:lnTo>
                    <a:pt x="522525" y="91877"/>
                  </a:lnTo>
                  <a:lnTo>
                    <a:pt x="522523" y="92949"/>
                  </a:lnTo>
                  <a:lnTo>
                    <a:pt x="522520" y="94022"/>
                  </a:lnTo>
                  <a:lnTo>
                    <a:pt x="522517" y="95094"/>
                  </a:lnTo>
                  <a:lnTo>
                    <a:pt x="522514" y="96167"/>
                  </a:lnTo>
                  <a:lnTo>
                    <a:pt x="522511" y="97239"/>
                  </a:lnTo>
                  <a:lnTo>
                    <a:pt x="522508" y="98312"/>
                  </a:lnTo>
                  <a:lnTo>
                    <a:pt x="522505" y="99384"/>
                  </a:lnTo>
                  <a:lnTo>
                    <a:pt x="522501" y="100456"/>
                  </a:lnTo>
                  <a:lnTo>
                    <a:pt x="522497" y="101529"/>
                  </a:lnTo>
                  <a:lnTo>
                    <a:pt x="522494" y="102592"/>
                  </a:lnTo>
                  <a:lnTo>
                    <a:pt x="522490" y="103656"/>
                  </a:lnTo>
                  <a:lnTo>
                    <a:pt x="522487" y="104719"/>
                  </a:lnTo>
                  <a:lnTo>
                    <a:pt x="522483" y="105782"/>
                  </a:lnTo>
                  <a:lnTo>
                    <a:pt x="522480" y="106846"/>
                  </a:lnTo>
                  <a:lnTo>
                    <a:pt x="522477" y="107909"/>
                  </a:lnTo>
                  <a:lnTo>
                    <a:pt x="522474" y="108972"/>
                  </a:lnTo>
                  <a:lnTo>
                    <a:pt x="522472" y="110035"/>
                  </a:lnTo>
                  <a:lnTo>
                    <a:pt x="522469" y="111099"/>
                  </a:lnTo>
                  <a:lnTo>
                    <a:pt x="522466" y="112162"/>
                  </a:lnTo>
                  <a:lnTo>
                    <a:pt x="522464" y="113225"/>
                  </a:lnTo>
                  <a:lnTo>
                    <a:pt x="522462" y="114289"/>
                  </a:lnTo>
                  <a:lnTo>
                    <a:pt x="522460" y="115352"/>
                  </a:lnTo>
                  <a:lnTo>
                    <a:pt x="522458" y="116415"/>
                  </a:lnTo>
                  <a:lnTo>
                    <a:pt x="522456" y="117478"/>
                  </a:lnTo>
                  <a:lnTo>
                    <a:pt x="522454" y="118542"/>
                  </a:lnTo>
                  <a:lnTo>
                    <a:pt x="522452" y="119605"/>
                  </a:lnTo>
                  <a:lnTo>
                    <a:pt x="522450" y="120668"/>
                  </a:lnTo>
                  <a:lnTo>
                    <a:pt x="522449" y="121732"/>
                  </a:lnTo>
                  <a:lnTo>
                    <a:pt x="522447" y="122795"/>
                  </a:lnTo>
                  <a:lnTo>
                    <a:pt x="522446" y="123858"/>
                  </a:lnTo>
                  <a:lnTo>
                    <a:pt x="522444" y="124921"/>
                  </a:lnTo>
                  <a:lnTo>
                    <a:pt x="522443" y="125985"/>
                  </a:lnTo>
                  <a:lnTo>
                    <a:pt x="522442" y="127048"/>
                  </a:lnTo>
                  <a:lnTo>
                    <a:pt x="522441" y="128111"/>
                  </a:lnTo>
                  <a:lnTo>
                    <a:pt x="522440" y="129174"/>
                  </a:lnTo>
                  <a:lnTo>
                    <a:pt x="522439" y="130238"/>
                  </a:lnTo>
                  <a:lnTo>
                    <a:pt x="522438" y="131301"/>
                  </a:lnTo>
                  <a:lnTo>
                    <a:pt x="522437" y="132364"/>
                  </a:lnTo>
                  <a:lnTo>
                    <a:pt x="522436" y="133428"/>
                  </a:lnTo>
                  <a:lnTo>
                    <a:pt x="522436" y="134491"/>
                  </a:lnTo>
                  <a:lnTo>
                    <a:pt x="522435" y="135554"/>
                  </a:lnTo>
                  <a:lnTo>
                    <a:pt x="522434" y="136618"/>
                  </a:lnTo>
                  <a:lnTo>
                    <a:pt x="522434" y="137681"/>
                  </a:lnTo>
                  <a:lnTo>
                    <a:pt x="522433" y="138744"/>
                  </a:lnTo>
                  <a:lnTo>
                    <a:pt x="522432" y="139785"/>
                  </a:lnTo>
                  <a:lnTo>
                    <a:pt x="522432" y="140826"/>
                  </a:lnTo>
                  <a:lnTo>
                    <a:pt x="522431" y="141867"/>
                  </a:lnTo>
                  <a:lnTo>
                    <a:pt x="522430" y="142908"/>
                  </a:lnTo>
                  <a:lnTo>
                    <a:pt x="522429" y="143950"/>
                  </a:lnTo>
                  <a:lnTo>
                    <a:pt x="522428" y="144991"/>
                  </a:lnTo>
                  <a:lnTo>
                    <a:pt x="522428" y="146032"/>
                  </a:lnTo>
                  <a:lnTo>
                    <a:pt x="522427" y="147073"/>
                  </a:lnTo>
                  <a:lnTo>
                    <a:pt x="522426" y="148114"/>
                  </a:lnTo>
                  <a:lnTo>
                    <a:pt x="522425" y="149155"/>
                  </a:lnTo>
                  <a:lnTo>
                    <a:pt x="522424" y="150196"/>
                  </a:lnTo>
                  <a:lnTo>
                    <a:pt x="522423" y="151237"/>
                  </a:lnTo>
                  <a:lnTo>
                    <a:pt x="522421" y="152278"/>
                  </a:lnTo>
                  <a:lnTo>
                    <a:pt x="522420" y="153319"/>
                  </a:lnTo>
                  <a:lnTo>
                    <a:pt x="522419" y="154360"/>
                  </a:lnTo>
                  <a:lnTo>
                    <a:pt x="522418" y="155401"/>
                  </a:lnTo>
                  <a:lnTo>
                    <a:pt x="522417" y="156442"/>
                  </a:lnTo>
                  <a:lnTo>
                    <a:pt x="522415" y="157483"/>
                  </a:lnTo>
                  <a:lnTo>
                    <a:pt x="522414" y="158524"/>
                  </a:lnTo>
                  <a:lnTo>
                    <a:pt x="522413" y="159565"/>
                  </a:lnTo>
                  <a:lnTo>
                    <a:pt x="522411" y="160606"/>
                  </a:lnTo>
                  <a:lnTo>
                    <a:pt x="522410" y="161647"/>
                  </a:lnTo>
                  <a:lnTo>
                    <a:pt x="522408" y="162688"/>
                  </a:lnTo>
                  <a:lnTo>
                    <a:pt x="522407" y="163729"/>
                  </a:lnTo>
                  <a:lnTo>
                    <a:pt x="522405" y="164770"/>
                  </a:lnTo>
                  <a:lnTo>
                    <a:pt x="522404" y="165811"/>
                  </a:lnTo>
                  <a:lnTo>
                    <a:pt x="522402" y="166852"/>
                  </a:lnTo>
                  <a:lnTo>
                    <a:pt x="522400" y="167893"/>
                  </a:lnTo>
                  <a:lnTo>
                    <a:pt x="522399" y="168934"/>
                  </a:lnTo>
                  <a:lnTo>
                    <a:pt x="522397" y="169975"/>
                  </a:lnTo>
                  <a:lnTo>
                    <a:pt x="522395" y="171016"/>
                  </a:lnTo>
                  <a:lnTo>
                    <a:pt x="522393" y="172057"/>
                  </a:lnTo>
                  <a:lnTo>
                    <a:pt x="522391" y="173098"/>
                  </a:lnTo>
                  <a:lnTo>
                    <a:pt x="522390" y="174139"/>
                  </a:lnTo>
                  <a:lnTo>
                    <a:pt x="522388" y="175180"/>
                  </a:lnTo>
                  <a:lnTo>
                    <a:pt x="522386" y="176221"/>
                  </a:lnTo>
                  <a:lnTo>
                    <a:pt x="522384" y="177262"/>
                  </a:lnTo>
                  <a:lnTo>
                    <a:pt x="522382" y="178303"/>
                  </a:lnTo>
                  <a:lnTo>
                    <a:pt x="522380" y="179345"/>
                  </a:lnTo>
                  <a:lnTo>
                    <a:pt x="522378" y="180386"/>
                  </a:lnTo>
                  <a:lnTo>
                    <a:pt x="522375" y="181427"/>
                  </a:lnTo>
                  <a:lnTo>
                    <a:pt x="522373" y="182468"/>
                  </a:lnTo>
                  <a:lnTo>
                    <a:pt x="522371" y="183509"/>
                  </a:lnTo>
                  <a:lnTo>
                    <a:pt x="522369" y="184550"/>
                  </a:lnTo>
                  <a:lnTo>
                    <a:pt x="522367" y="185591"/>
                  </a:lnTo>
                  <a:lnTo>
                    <a:pt x="522364" y="186632"/>
                  </a:lnTo>
                  <a:lnTo>
                    <a:pt x="522362" y="187673"/>
                  </a:lnTo>
                  <a:lnTo>
                    <a:pt x="522360" y="188714"/>
                  </a:lnTo>
                  <a:lnTo>
                    <a:pt x="522357" y="189755"/>
                  </a:lnTo>
                  <a:lnTo>
                    <a:pt x="522355" y="190796"/>
                  </a:lnTo>
                  <a:lnTo>
                    <a:pt x="522353" y="191837"/>
                  </a:lnTo>
                  <a:lnTo>
                    <a:pt x="522350" y="192878"/>
                  </a:lnTo>
                  <a:lnTo>
                    <a:pt x="522348" y="193919"/>
                  </a:lnTo>
                  <a:lnTo>
                    <a:pt x="522345" y="194960"/>
                  </a:lnTo>
                  <a:lnTo>
                    <a:pt x="522343" y="196001"/>
                  </a:lnTo>
                  <a:lnTo>
                    <a:pt x="522340" y="197042"/>
                  </a:lnTo>
                  <a:lnTo>
                    <a:pt x="522338" y="198083"/>
                  </a:lnTo>
                  <a:lnTo>
                    <a:pt x="522335" y="199124"/>
                  </a:lnTo>
                  <a:lnTo>
                    <a:pt x="522332" y="200172"/>
                  </a:lnTo>
                  <a:lnTo>
                    <a:pt x="522330" y="201219"/>
                  </a:lnTo>
                  <a:lnTo>
                    <a:pt x="522327" y="202266"/>
                  </a:lnTo>
                  <a:lnTo>
                    <a:pt x="522324" y="203314"/>
                  </a:lnTo>
                  <a:lnTo>
                    <a:pt x="522322" y="204361"/>
                  </a:lnTo>
                  <a:lnTo>
                    <a:pt x="522319" y="205408"/>
                  </a:lnTo>
                  <a:lnTo>
                    <a:pt x="522317" y="206455"/>
                  </a:lnTo>
                  <a:lnTo>
                    <a:pt x="522314" y="207503"/>
                  </a:lnTo>
                  <a:lnTo>
                    <a:pt x="522312" y="208550"/>
                  </a:lnTo>
                  <a:lnTo>
                    <a:pt x="522309" y="209597"/>
                  </a:lnTo>
                  <a:lnTo>
                    <a:pt x="522307" y="210645"/>
                  </a:lnTo>
                  <a:lnTo>
                    <a:pt x="522305" y="211692"/>
                  </a:lnTo>
                  <a:lnTo>
                    <a:pt x="522302" y="212739"/>
                  </a:lnTo>
                  <a:lnTo>
                    <a:pt x="522300" y="213787"/>
                  </a:lnTo>
                  <a:lnTo>
                    <a:pt x="522298" y="214834"/>
                  </a:lnTo>
                  <a:lnTo>
                    <a:pt x="522295" y="215881"/>
                  </a:lnTo>
                  <a:lnTo>
                    <a:pt x="522293" y="216929"/>
                  </a:lnTo>
                  <a:lnTo>
                    <a:pt x="522291" y="217976"/>
                  </a:lnTo>
                  <a:lnTo>
                    <a:pt x="522289" y="219023"/>
                  </a:lnTo>
                  <a:lnTo>
                    <a:pt x="522286" y="220070"/>
                  </a:lnTo>
                  <a:lnTo>
                    <a:pt x="522284" y="221118"/>
                  </a:lnTo>
                  <a:lnTo>
                    <a:pt x="522282" y="222165"/>
                  </a:lnTo>
                  <a:lnTo>
                    <a:pt x="522280" y="223212"/>
                  </a:lnTo>
                  <a:lnTo>
                    <a:pt x="522278" y="224260"/>
                  </a:lnTo>
                  <a:lnTo>
                    <a:pt x="522276" y="225307"/>
                  </a:lnTo>
                  <a:lnTo>
                    <a:pt x="522274" y="226354"/>
                  </a:lnTo>
                  <a:lnTo>
                    <a:pt x="522272" y="227402"/>
                  </a:lnTo>
                  <a:lnTo>
                    <a:pt x="522270" y="228449"/>
                  </a:lnTo>
                  <a:lnTo>
                    <a:pt x="522268" y="229496"/>
                  </a:lnTo>
                  <a:lnTo>
                    <a:pt x="522266" y="230544"/>
                  </a:lnTo>
                  <a:lnTo>
                    <a:pt x="522264" y="231591"/>
                  </a:lnTo>
                  <a:lnTo>
                    <a:pt x="522262" y="232638"/>
                  </a:lnTo>
                  <a:lnTo>
                    <a:pt x="522260" y="233686"/>
                  </a:lnTo>
                  <a:lnTo>
                    <a:pt x="522258" y="234733"/>
                  </a:lnTo>
                  <a:lnTo>
                    <a:pt x="522257" y="235780"/>
                  </a:lnTo>
                  <a:lnTo>
                    <a:pt x="522255" y="236828"/>
                  </a:lnTo>
                  <a:lnTo>
                    <a:pt x="522253" y="237875"/>
                  </a:lnTo>
                  <a:lnTo>
                    <a:pt x="522251" y="238922"/>
                  </a:lnTo>
                  <a:lnTo>
                    <a:pt x="522250" y="239970"/>
                  </a:lnTo>
                  <a:lnTo>
                    <a:pt x="522248" y="241017"/>
                  </a:lnTo>
                  <a:lnTo>
                    <a:pt x="522246" y="242064"/>
                  </a:lnTo>
                  <a:lnTo>
                    <a:pt x="522245" y="243112"/>
                  </a:lnTo>
                  <a:lnTo>
                    <a:pt x="522243" y="244159"/>
                  </a:lnTo>
                  <a:lnTo>
                    <a:pt x="522241" y="245206"/>
                  </a:lnTo>
                  <a:lnTo>
                    <a:pt x="522240" y="246254"/>
                  </a:lnTo>
                  <a:lnTo>
                    <a:pt x="522238" y="247301"/>
                  </a:lnTo>
                  <a:lnTo>
                    <a:pt x="522237" y="248348"/>
                  </a:lnTo>
                  <a:lnTo>
                    <a:pt x="522235" y="249396"/>
                  </a:lnTo>
                  <a:lnTo>
                    <a:pt x="522234" y="250443"/>
                  </a:lnTo>
                  <a:lnTo>
                    <a:pt x="522233" y="251490"/>
                  </a:lnTo>
                  <a:lnTo>
                    <a:pt x="522231" y="252538"/>
                  </a:lnTo>
                  <a:lnTo>
                    <a:pt x="522230" y="253585"/>
                  </a:lnTo>
                  <a:lnTo>
                    <a:pt x="522229" y="254633"/>
                  </a:lnTo>
                  <a:lnTo>
                    <a:pt x="522227" y="255680"/>
                  </a:lnTo>
                  <a:lnTo>
                    <a:pt x="522226" y="256727"/>
                  </a:lnTo>
                  <a:lnTo>
                    <a:pt x="522225" y="257775"/>
                  </a:lnTo>
                  <a:lnTo>
                    <a:pt x="522223" y="258981"/>
                  </a:lnTo>
                  <a:lnTo>
                    <a:pt x="522222" y="260196"/>
                  </a:lnTo>
                  <a:lnTo>
                    <a:pt x="522221" y="261426"/>
                  </a:lnTo>
                  <a:lnTo>
                    <a:pt x="522219" y="262493"/>
                  </a:lnTo>
                  <a:lnTo>
                    <a:pt x="522218" y="263560"/>
                  </a:lnTo>
                  <a:lnTo>
                    <a:pt x="522217" y="264627"/>
                  </a:lnTo>
                  <a:lnTo>
                    <a:pt x="522215" y="265694"/>
                  </a:lnTo>
                  <a:lnTo>
                    <a:pt x="522214" y="266761"/>
                  </a:lnTo>
                  <a:lnTo>
                    <a:pt x="522213" y="267828"/>
                  </a:lnTo>
                  <a:lnTo>
                    <a:pt x="522211" y="268895"/>
                  </a:lnTo>
                  <a:lnTo>
                    <a:pt x="522210" y="269962"/>
                  </a:lnTo>
                  <a:lnTo>
                    <a:pt x="522209" y="271029"/>
                  </a:lnTo>
                  <a:lnTo>
                    <a:pt x="522208" y="272096"/>
                  </a:lnTo>
                  <a:lnTo>
                    <a:pt x="522206" y="273163"/>
                  </a:lnTo>
                  <a:lnTo>
                    <a:pt x="522205" y="274230"/>
                  </a:lnTo>
                  <a:lnTo>
                    <a:pt x="522204" y="275297"/>
                  </a:lnTo>
                  <a:lnTo>
                    <a:pt x="522203" y="276364"/>
                  </a:lnTo>
                  <a:lnTo>
                    <a:pt x="522202" y="277431"/>
                  </a:lnTo>
                  <a:lnTo>
                    <a:pt x="522200" y="278499"/>
                  </a:lnTo>
                  <a:lnTo>
                    <a:pt x="522199" y="279566"/>
                  </a:lnTo>
                  <a:lnTo>
                    <a:pt x="522197" y="281917"/>
                  </a:lnTo>
                  <a:lnTo>
                    <a:pt x="522194" y="284268"/>
                  </a:lnTo>
                  <a:lnTo>
                    <a:pt x="522191" y="286619"/>
                  </a:lnTo>
                  <a:lnTo>
                    <a:pt x="522188" y="288970"/>
                  </a:lnTo>
                  <a:lnTo>
                    <a:pt x="522186" y="291321"/>
                  </a:lnTo>
                  <a:lnTo>
                    <a:pt x="522183" y="293671"/>
                  </a:lnTo>
                  <a:lnTo>
                    <a:pt x="522180" y="296022"/>
                  </a:lnTo>
                  <a:lnTo>
                    <a:pt x="522177" y="298373"/>
                  </a:lnTo>
                  <a:lnTo>
                    <a:pt x="522174" y="300724"/>
                  </a:lnTo>
                  <a:lnTo>
                    <a:pt x="522171" y="303075"/>
                  </a:lnTo>
                  <a:lnTo>
                    <a:pt x="522167" y="305426"/>
                  </a:lnTo>
                  <a:lnTo>
                    <a:pt x="522164" y="307777"/>
                  </a:lnTo>
                  <a:lnTo>
                    <a:pt x="522161" y="310128"/>
                  </a:lnTo>
                  <a:lnTo>
                    <a:pt x="522158" y="312479"/>
                  </a:lnTo>
                  <a:lnTo>
                    <a:pt x="522154" y="314830"/>
                  </a:lnTo>
                  <a:lnTo>
                    <a:pt x="522151" y="317181"/>
                  </a:lnTo>
                  <a:lnTo>
                    <a:pt x="522147" y="319532"/>
                  </a:lnTo>
                  <a:lnTo>
                    <a:pt x="522144" y="321883"/>
                  </a:lnTo>
                  <a:lnTo>
                    <a:pt x="522140" y="324234"/>
                  </a:lnTo>
                  <a:lnTo>
                    <a:pt x="522136" y="326585"/>
                  </a:lnTo>
                  <a:lnTo>
                    <a:pt x="522133" y="328936"/>
                  </a:lnTo>
                  <a:lnTo>
                    <a:pt x="522129" y="331287"/>
                  </a:lnTo>
                  <a:lnTo>
                    <a:pt x="522125" y="333638"/>
                  </a:lnTo>
                  <a:lnTo>
                    <a:pt x="522121" y="335989"/>
                  </a:lnTo>
                  <a:lnTo>
                    <a:pt x="522117" y="338340"/>
                  </a:lnTo>
                  <a:lnTo>
                    <a:pt x="522113" y="340691"/>
                  </a:lnTo>
                  <a:lnTo>
                    <a:pt x="522109" y="343042"/>
                  </a:lnTo>
                  <a:lnTo>
                    <a:pt x="522105" y="345393"/>
                  </a:lnTo>
                  <a:lnTo>
                    <a:pt x="522101" y="347744"/>
                  </a:lnTo>
                  <a:lnTo>
                    <a:pt x="522097" y="350095"/>
                  </a:lnTo>
                  <a:lnTo>
                    <a:pt x="522093" y="352446"/>
                  </a:lnTo>
                  <a:lnTo>
                    <a:pt x="522088" y="354797"/>
                  </a:lnTo>
                  <a:lnTo>
                    <a:pt x="522084" y="357148"/>
                  </a:lnTo>
                  <a:lnTo>
                    <a:pt x="522080" y="359499"/>
                  </a:lnTo>
                  <a:lnTo>
                    <a:pt x="522075" y="361850"/>
                  </a:lnTo>
                  <a:lnTo>
                    <a:pt x="522071" y="364201"/>
                  </a:lnTo>
                  <a:lnTo>
                    <a:pt x="522067" y="366552"/>
                  </a:lnTo>
                  <a:lnTo>
                    <a:pt x="522062" y="368902"/>
                  </a:lnTo>
                  <a:lnTo>
                    <a:pt x="522057" y="371253"/>
                  </a:lnTo>
                  <a:lnTo>
                    <a:pt x="522053" y="373604"/>
                  </a:lnTo>
                  <a:lnTo>
                    <a:pt x="522048" y="375955"/>
                  </a:lnTo>
                  <a:lnTo>
                    <a:pt x="522043" y="378306"/>
                  </a:lnTo>
                  <a:lnTo>
                    <a:pt x="522039" y="380657"/>
                  </a:lnTo>
                  <a:lnTo>
                    <a:pt x="522034" y="383008"/>
                  </a:lnTo>
                  <a:lnTo>
                    <a:pt x="522029" y="385359"/>
                  </a:lnTo>
                  <a:lnTo>
                    <a:pt x="522024" y="387710"/>
                  </a:lnTo>
                  <a:lnTo>
                    <a:pt x="522019" y="390061"/>
                  </a:lnTo>
                  <a:lnTo>
                    <a:pt x="522014" y="392412"/>
                  </a:lnTo>
                  <a:lnTo>
                    <a:pt x="522009" y="394763"/>
                  </a:lnTo>
                  <a:lnTo>
                    <a:pt x="522004" y="397114"/>
                  </a:lnTo>
                  <a:lnTo>
                    <a:pt x="521999" y="399465"/>
                  </a:lnTo>
                  <a:lnTo>
                    <a:pt x="521994" y="401816"/>
                  </a:lnTo>
                  <a:lnTo>
                    <a:pt x="521989" y="404167"/>
                  </a:lnTo>
                  <a:lnTo>
                    <a:pt x="521984" y="406518"/>
                  </a:lnTo>
                  <a:lnTo>
                    <a:pt x="521978" y="408869"/>
                  </a:lnTo>
                  <a:lnTo>
                    <a:pt x="521973" y="411220"/>
                  </a:lnTo>
                  <a:lnTo>
                    <a:pt x="521968" y="413571"/>
                  </a:lnTo>
                  <a:lnTo>
                    <a:pt x="521962" y="415922"/>
                  </a:lnTo>
                  <a:lnTo>
                    <a:pt x="521957" y="418273"/>
                  </a:lnTo>
                  <a:lnTo>
                    <a:pt x="521951" y="420624"/>
                  </a:lnTo>
                  <a:lnTo>
                    <a:pt x="521946" y="422975"/>
                  </a:lnTo>
                  <a:lnTo>
                    <a:pt x="521940" y="425326"/>
                  </a:lnTo>
                  <a:lnTo>
                    <a:pt x="521935" y="427677"/>
                  </a:lnTo>
                  <a:lnTo>
                    <a:pt x="521929" y="430028"/>
                  </a:lnTo>
                  <a:lnTo>
                    <a:pt x="523162" y="430082"/>
                  </a:lnTo>
                  <a:lnTo>
                    <a:pt x="524398" y="430137"/>
                  </a:lnTo>
                  <a:lnTo>
                    <a:pt x="525644" y="430192"/>
                  </a:lnTo>
                  <a:lnTo>
                    <a:pt x="526905" y="430248"/>
                  </a:lnTo>
                  <a:lnTo>
                    <a:pt x="527997" y="430301"/>
                  </a:lnTo>
                  <a:lnTo>
                    <a:pt x="529090" y="430354"/>
                  </a:lnTo>
                  <a:lnTo>
                    <a:pt x="530182" y="430408"/>
                  </a:lnTo>
                  <a:lnTo>
                    <a:pt x="531274" y="430461"/>
                  </a:lnTo>
                  <a:lnTo>
                    <a:pt x="532367" y="430514"/>
                  </a:lnTo>
                  <a:lnTo>
                    <a:pt x="533459" y="430567"/>
                  </a:lnTo>
                  <a:lnTo>
                    <a:pt x="534539" y="430614"/>
                  </a:lnTo>
                  <a:lnTo>
                    <a:pt x="535626" y="430661"/>
                  </a:lnTo>
                  <a:lnTo>
                    <a:pt x="536727" y="430708"/>
                  </a:lnTo>
                  <a:lnTo>
                    <a:pt x="537823" y="430770"/>
                  </a:lnTo>
                  <a:lnTo>
                    <a:pt x="538912" y="430844"/>
                  </a:lnTo>
                  <a:lnTo>
                    <a:pt x="539993" y="430930"/>
                  </a:lnTo>
                  <a:lnTo>
                    <a:pt x="541068" y="431027"/>
                  </a:lnTo>
                  <a:lnTo>
                    <a:pt x="542136" y="431138"/>
                  </a:lnTo>
                  <a:lnTo>
                    <a:pt x="543199" y="431260"/>
                  </a:lnTo>
                  <a:lnTo>
                    <a:pt x="544257" y="431396"/>
                  </a:lnTo>
                  <a:lnTo>
                    <a:pt x="545310" y="431544"/>
                  </a:lnTo>
                  <a:lnTo>
                    <a:pt x="546358" y="431705"/>
                  </a:lnTo>
                  <a:lnTo>
                    <a:pt x="547403" y="431879"/>
                  </a:lnTo>
                  <a:lnTo>
                    <a:pt x="548445" y="432066"/>
                  </a:lnTo>
                  <a:lnTo>
                    <a:pt x="549484" y="432267"/>
                  </a:lnTo>
                  <a:lnTo>
                    <a:pt x="550521" y="432481"/>
                  </a:lnTo>
                  <a:lnTo>
                    <a:pt x="551556" y="432709"/>
                  </a:lnTo>
                  <a:lnTo>
                    <a:pt x="552590" y="432950"/>
                  </a:lnTo>
                  <a:lnTo>
                    <a:pt x="553622" y="433206"/>
                  </a:lnTo>
                  <a:lnTo>
                    <a:pt x="554655" y="433476"/>
                  </a:lnTo>
                  <a:lnTo>
                    <a:pt x="555688" y="433760"/>
                  </a:lnTo>
                  <a:lnTo>
                    <a:pt x="556722" y="434058"/>
                  </a:lnTo>
                  <a:lnTo>
                    <a:pt x="557756" y="434371"/>
                  </a:lnTo>
                  <a:lnTo>
                    <a:pt x="558793" y="434699"/>
                  </a:lnTo>
                  <a:lnTo>
                    <a:pt x="559832" y="435042"/>
                  </a:lnTo>
                  <a:lnTo>
                    <a:pt x="560873" y="435399"/>
                  </a:lnTo>
                  <a:lnTo>
                    <a:pt x="560873" y="436732"/>
                  </a:lnTo>
                  <a:lnTo>
                    <a:pt x="560873" y="438085"/>
                  </a:lnTo>
                  <a:lnTo>
                    <a:pt x="562214" y="437926"/>
                  </a:lnTo>
                  <a:lnTo>
                    <a:pt x="563575" y="437765"/>
                  </a:lnTo>
                  <a:lnTo>
                    <a:pt x="564674" y="437880"/>
                  </a:lnTo>
                  <a:lnTo>
                    <a:pt x="565735" y="438042"/>
                  </a:lnTo>
                  <a:lnTo>
                    <a:pt x="566762" y="438250"/>
                  </a:lnTo>
                  <a:lnTo>
                    <a:pt x="567761" y="438500"/>
                  </a:lnTo>
                  <a:lnTo>
                    <a:pt x="568735" y="438790"/>
                  </a:lnTo>
                  <a:lnTo>
                    <a:pt x="569688" y="439115"/>
                  </a:lnTo>
                  <a:lnTo>
                    <a:pt x="570626" y="439475"/>
                  </a:lnTo>
                  <a:lnTo>
                    <a:pt x="571552" y="439865"/>
                  </a:lnTo>
                  <a:lnTo>
                    <a:pt x="572471" y="440283"/>
                  </a:lnTo>
                  <a:lnTo>
                    <a:pt x="573387" y="440725"/>
                  </a:lnTo>
                  <a:lnTo>
                    <a:pt x="574305" y="441189"/>
                  </a:lnTo>
                  <a:lnTo>
                    <a:pt x="575228" y="441672"/>
                  </a:lnTo>
                  <a:lnTo>
                    <a:pt x="576162" y="442171"/>
                  </a:lnTo>
                  <a:lnTo>
                    <a:pt x="577111" y="442682"/>
                  </a:lnTo>
                  <a:lnTo>
                    <a:pt x="578078" y="443204"/>
                  </a:lnTo>
                  <a:lnTo>
                    <a:pt x="579048" y="443714"/>
                  </a:lnTo>
                  <a:lnTo>
                    <a:pt x="580018" y="444217"/>
                  </a:lnTo>
                  <a:lnTo>
                    <a:pt x="580987" y="444713"/>
                  </a:lnTo>
                  <a:lnTo>
                    <a:pt x="581956" y="445202"/>
                  </a:lnTo>
                  <a:lnTo>
                    <a:pt x="582925" y="445684"/>
                  </a:lnTo>
                  <a:lnTo>
                    <a:pt x="583895" y="446159"/>
                  </a:lnTo>
                  <a:lnTo>
                    <a:pt x="584866" y="446627"/>
                  </a:lnTo>
                  <a:lnTo>
                    <a:pt x="585839" y="447088"/>
                  </a:lnTo>
                  <a:lnTo>
                    <a:pt x="586813" y="447543"/>
                  </a:lnTo>
                  <a:lnTo>
                    <a:pt x="587789" y="447991"/>
                  </a:lnTo>
                  <a:lnTo>
                    <a:pt x="588768" y="448432"/>
                  </a:lnTo>
                  <a:lnTo>
                    <a:pt x="589750" y="448866"/>
                  </a:lnTo>
                  <a:lnTo>
                    <a:pt x="590735" y="449294"/>
                  </a:lnTo>
                  <a:lnTo>
                    <a:pt x="591724" y="449715"/>
                  </a:lnTo>
                  <a:lnTo>
                    <a:pt x="592717" y="450130"/>
                  </a:lnTo>
                  <a:lnTo>
                    <a:pt x="593715" y="450538"/>
                  </a:lnTo>
                  <a:lnTo>
                    <a:pt x="594717" y="450940"/>
                  </a:lnTo>
                  <a:lnTo>
                    <a:pt x="595725" y="451336"/>
                  </a:lnTo>
                  <a:lnTo>
                    <a:pt x="596738" y="451725"/>
                  </a:lnTo>
                  <a:lnTo>
                    <a:pt x="597758" y="452109"/>
                  </a:lnTo>
                  <a:lnTo>
                    <a:pt x="598784" y="452486"/>
                  </a:lnTo>
                  <a:lnTo>
                    <a:pt x="599817" y="452857"/>
                  </a:lnTo>
                  <a:lnTo>
                    <a:pt x="599817" y="454189"/>
                  </a:lnTo>
                  <a:lnTo>
                    <a:pt x="599817" y="455542"/>
                  </a:lnTo>
                  <a:lnTo>
                    <a:pt x="600881" y="455808"/>
                  </a:lnTo>
                  <a:lnTo>
                    <a:pt x="601947" y="456075"/>
                  </a:lnTo>
                  <a:lnTo>
                    <a:pt x="603019" y="456343"/>
                  </a:lnTo>
                  <a:lnTo>
                    <a:pt x="604098" y="456613"/>
                  </a:lnTo>
                  <a:lnTo>
                    <a:pt x="605188" y="456885"/>
                  </a:lnTo>
                  <a:lnTo>
                    <a:pt x="605188" y="458218"/>
                  </a:lnTo>
                  <a:lnTo>
                    <a:pt x="605188" y="459571"/>
                  </a:lnTo>
                  <a:lnTo>
                    <a:pt x="606252" y="459571"/>
                  </a:lnTo>
                  <a:lnTo>
                    <a:pt x="607319" y="459571"/>
                  </a:lnTo>
                  <a:lnTo>
                    <a:pt x="608390" y="459571"/>
                  </a:lnTo>
                  <a:lnTo>
                    <a:pt x="609470" y="459571"/>
                  </a:lnTo>
                  <a:lnTo>
                    <a:pt x="610560" y="459571"/>
                  </a:lnTo>
                  <a:lnTo>
                    <a:pt x="610558" y="458351"/>
                  </a:lnTo>
                  <a:lnTo>
                    <a:pt x="610557" y="457111"/>
                  </a:lnTo>
                  <a:lnTo>
                    <a:pt x="610554" y="454858"/>
                  </a:lnTo>
                  <a:lnTo>
                    <a:pt x="610551" y="452605"/>
                  </a:lnTo>
                  <a:lnTo>
                    <a:pt x="610549" y="450352"/>
                  </a:lnTo>
                  <a:lnTo>
                    <a:pt x="610546" y="448099"/>
                  </a:lnTo>
                  <a:lnTo>
                    <a:pt x="610543" y="445846"/>
                  </a:lnTo>
                  <a:lnTo>
                    <a:pt x="610540" y="443594"/>
                  </a:lnTo>
                  <a:lnTo>
                    <a:pt x="610538" y="441341"/>
                  </a:lnTo>
                  <a:lnTo>
                    <a:pt x="610535" y="439088"/>
                  </a:lnTo>
                  <a:lnTo>
                    <a:pt x="610532" y="436835"/>
                  </a:lnTo>
                  <a:lnTo>
                    <a:pt x="610530" y="434582"/>
                  </a:lnTo>
                  <a:lnTo>
                    <a:pt x="610527" y="432329"/>
                  </a:lnTo>
                  <a:lnTo>
                    <a:pt x="610525" y="430076"/>
                  </a:lnTo>
                  <a:lnTo>
                    <a:pt x="610522" y="427823"/>
                  </a:lnTo>
                  <a:lnTo>
                    <a:pt x="610519" y="425570"/>
                  </a:lnTo>
                  <a:lnTo>
                    <a:pt x="610517" y="423317"/>
                  </a:lnTo>
                  <a:lnTo>
                    <a:pt x="610514" y="421065"/>
                  </a:lnTo>
                  <a:lnTo>
                    <a:pt x="610512" y="418812"/>
                  </a:lnTo>
                  <a:lnTo>
                    <a:pt x="610510" y="416559"/>
                  </a:lnTo>
                  <a:lnTo>
                    <a:pt x="610507" y="414306"/>
                  </a:lnTo>
                  <a:lnTo>
                    <a:pt x="610505" y="412053"/>
                  </a:lnTo>
                  <a:lnTo>
                    <a:pt x="610502" y="409800"/>
                  </a:lnTo>
                  <a:lnTo>
                    <a:pt x="610500" y="407547"/>
                  </a:lnTo>
                  <a:lnTo>
                    <a:pt x="610498" y="405294"/>
                  </a:lnTo>
                  <a:lnTo>
                    <a:pt x="610495" y="403041"/>
                  </a:lnTo>
                  <a:lnTo>
                    <a:pt x="610493" y="400789"/>
                  </a:lnTo>
                  <a:lnTo>
                    <a:pt x="610491" y="398536"/>
                  </a:lnTo>
                  <a:lnTo>
                    <a:pt x="610489" y="396283"/>
                  </a:lnTo>
                  <a:lnTo>
                    <a:pt x="610486" y="394030"/>
                  </a:lnTo>
                  <a:lnTo>
                    <a:pt x="610484" y="391777"/>
                  </a:lnTo>
                  <a:lnTo>
                    <a:pt x="610482" y="389524"/>
                  </a:lnTo>
                  <a:lnTo>
                    <a:pt x="610480" y="387271"/>
                  </a:lnTo>
                  <a:lnTo>
                    <a:pt x="610478" y="385018"/>
                  </a:lnTo>
                  <a:lnTo>
                    <a:pt x="610476" y="382765"/>
                  </a:lnTo>
                  <a:lnTo>
                    <a:pt x="610474" y="380512"/>
                  </a:lnTo>
                  <a:lnTo>
                    <a:pt x="610472" y="378260"/>
                  </a:lnTo>
                  <a:lnTo>
                    <a:pt x="610469" y="376007"/>
                  </a:lnTo>
                  <a:lnTo>
                    <a:pt x="610467" y="373754"/>
                  </a:lnTo>
                  <a:lnTo>
                    <a:pt x="610465" y="371501"/>
                  </a:lnTo>
                  <a:lnTo>
                    <a:pt x="610464" y="369248"/>
                  </a:lnTo>
                  <a:lnTo>
                    <a:pt x="610462" y="366995"/>
                  </a:lnTo>
                  <a:lnTo>
                    <a:pt x="610460" y="364742"/>
                  </a:lnTo>
                  <a:lnTo>
                    <a:pt x="610458" y="362489"/>
                  </a:lnTo>
                  <a:lnTo>
                    <a:pt x="610456" y="360236"/>
                  </a:lnTo>
                  <a:lnTo>
                    <a:pt x="610454" y="357983"/>
                  </a:lnTo>
                  <a:lnTo>
                    <a:pt x="610452" y="355731"/>
                  </a:lnTo>
                  <a:lnTo>
                    <a:pt x="610451" y="353478"/>
                  </a:lnTo>
                  <a:lnTo>
                    <a:pt x="610449" y="351225"/>
                  </a:lnTo>
                  <a:lnTo>
                    <a:pt x="610447" y="348972"/>
                  </a:lnTo>
                  <a:lnTo>
                    <a:pt x="610445" y="346719"/>
                  </a:lnTo>
                  <a:lnTo>
                    <a:pt x="610444" y="344466"/>
                  </a:lnTo>
                  <a:lnTo>
                    <a:pt x="610442" y="342213"/>
                  </a:lnTo>
                  <a:lnTo>
                    <a:pt x="610440" y="339960"/>
                  </a:lnTo>
                  <a:lnTo>
                    <a:pt x="610439" y="337707"/>
                  </a:lnTo>
                  <a:lnTo>
                    <a:pt x="610437" y="335455"/>
                  </a:lnTo>
                  <a:lnTo>
                    <a:pt x="610436" y="333202"/>
                  </a:lnTo>
                  <a:lnTo>
                    <a:pt x="610434" y="330949"/>
                  </a:lnTo>
                  <a:lnTo>
                    <a:pt x="610433" y="328696"/>
                  </a:lnTo>
                  <a:lnTo>
                    <a:pt x="610431" y="326443"/>
                  </a:lnTo>
                  <a:lnTo>
                    <a:pt x="610430" y="324190"/>
                  </a:lnTo>
                  <a:lnTo>
                    <a:pt x="610428" y="321937"/>
                  </a:lnTo>
                  <a:lnTo>
                    <a:pt x="610427" y="319684"/>
                  </a:lnTo>
                  <a:lnTo>
                    <a:pt x="610425" y="317431"/>
                  </a:lnTo>
                  <a:lnTo>
                    <a:pt x="610424" y="315178"/>
                  </a:lnTo>
                  <a:lnTo>
                    <a:pt x="610423" y="312926"/>
                  </a:lnTo>
                  <a:lnTo>
                    <a:pt x="610422" y="311844"/>
                  </a:lnTo>
                  <a:lnTo>
                    <a:pt x="610421" y="310763"/>
                  </a:lnTo>
                  <a:lnTo>
                    <a:pt x="610421" y="309682"/>
                  </a:lnTo>
                  <a:lnTo>
                    <a:pt x="610420" y="308601"/>
                  </a:lnTo>
                  <a:lnTo>
                    <a:pt x="610419" y="307520"/>
                  </a:lnTo>
                  <a:lnTo>
                    <a:pt x="610419" y="306439"/>
                  </a:lnTo>
                  <a:lnTo>
                    <a:pt x="610418" y="305358"/>
                  </a:lnTo>
                  <a:lnTo>
                    <a:pt x="610417" y="304277"/>
                  </a:lnTo>
                  <a:lnTo>
                    <a:pt x="610417" y="303196"/>
                  </a:lnTo>
                  <a:lnTo>
                    <a:pt x="610416" y="302115"/>
                  </a:lnTo>
                  <a:lnTo>
                    <a:pt x="610415" y="301034"/>
                  </a:lnTo>
                  <a:lnTo>
                    <a:pt x="610415" y="299952"/>
                  </a:lnTo>
                  <a:lnTo>
                    <a:pt x="610414" y="298871"/>
                  </a:lnTo>
                  <a:lnTo>
                    <a:pt x="610413" y="297790"/>
                  </a:lnTo>
                  <a:lnTo>
                    <a:pt x="610413" y="296709"/>
                  </a:lnTo>
                  <a:lnTo>
                    <a:pt x="610412" y="295628"/>
                  </a:lnTo>
                  <a:lnTo>
                    <a:pt x="610412" y="295117"/>
                  </a:lnTo>
                  <a:lnTo>
                    <a:pt x="610412" y="294215"/>
                  </a:lnTo>
                  <a:lnTo>
                    <a:pt x="610411" y="292150"/>
                  </a:lnTo>
                  <a:lnTo>
                    <a:pt x="610410" y="291097"/>
                  </a:lnTo>
                  <a:lnTo>
                    <a:pt x="610409" y="290043"/>
                  </a:lnTo>
                  <a:lnTo>
                    <a:pt x="610408" y="288990"/>
                  </a:lnTo>
                  <a:lnTo>
                    <a:pt x="610408" y="287937"/>
                  </a:lnTo>
                  <a:lnTo>
                    <a:pt x="610407" y="286884"/>
                  </a:lnTo>
                  <a:lnTo>
                    <a:pt x="610406" y="285830"/>
                  </a:lnTo>
                  <a:lnTo>
                    <a:pt x="610405" y="284777"/>
                  </a:lnTo>
                  <a:lnTo>
                    <a:pt x="610404" y="283724"/>
                  </a:lnTo>
                  <a:lnTo>
                    <a:pt x="610404" y="282671"/>
                  </a:lnTo>
                  <a:lnTo>
                    <a:pt x="610403" y="281617"/>
                  </a:lnTo>
                  <a:lnTo>
                    <a:pt x="610402" y="280564"/>
                  </a:lnTo>
                  <a:lnTo>
                    <a:pt x="610401" y="279511"/>
                  </a:lnTo>
                  <a:lnTo>
                    <a:pt x="610400" y="278458"/>
                  </a:lnTo>
                  <a:lnTo>
                    <a:pt x="610399" y="277404"/>
                  </a:lnTo>
                  <a:lnTo>
                    <a:pt x="610398" y="276351"/>
                  </a:lnTo>
                  <a:lnTo>
                    <a:pt x="610397" y="275298"/>
                  </a:lnTo>
                  <a:lnTo>
                    <a:pt x="610396" y="274245"/>
                  </a:lnTo>
                  <a:lnTo>
                    <a:pt x="610395" y="273191"/>
                  </a:lnTo>
                  <a:lnTo>
                    <a:pt x="610394" y="272138"/>
                  </a:lnTo>
                  <a:lnTo>
                    <a:pt x="610393" y="271085"/>
                  </a:lnTo>
                  <a:lnTo>
                    <a:pt x="610392" y="270032"/>
                  </a:lnTo>
                  <a:lnTo>
                    <a:pt x="610391" y="268978"/>
                  </a:lnTo>
                  <a:lnTo>
                    <a:pt x="610390" y="267925"/>
                  </a:lnTo>
                  <a:lnTo>
                    <a:pt x="610389" y="266872"/>
                  </a:lnTo>
                  <a:lnTo>
                    <a:pt x="610388" y="265819"/>
                  </a:lnTo>
                  <a:lnTo>
                    <a:pt x="610387" y="264765"/>
                  </a:lnTo>
                  <a:lnTo>
                    <a:pt x="610386" y="263712"/>
                  </a:lnTo>
                  <a:lnTo>
                    <a:pt x="610385" y="262659"/>
                  </a:lnTo>
                  <a:lnTo>
                    <a:pt x="610383" y="261606"/>
                  </a:lnTo>
                  <a:lnTo>
                    <a:pt x="610382" y="260552"/>
                  </a:lnTo>
                  <a:lnTo>
                    <a:pt x="610381" y="259499"/>
                  </a:lnTo>
                  <a:lnTo>
                    <a:pt x="610380" y="258446"/>
                  </a:lnTo>
                  <a:lnTo>
                    <a:pt x="610379" y="257392"/>
                  </a:lnTo>
                  <a:lnTo>
                    <a:pt x="610377" y="256339"/>
                  </a:lnTo>
                  <a:lnTo>
                    <a:pt x="610376" y="255286"/>
                  </a:lnTo>
                  <a:lnTo>
                    <a:pt x="610375" y="254233"/>
                  </a:lnTo>
                  <a:lnTo>
                    <a:pt x="610374" y="253179"/>
                  </a:lnTo>
                  <a:lnTo>
                    <a:pt x="610373" y="252126"/>
                  </a:lnTo>
                  <a:lnTo>
                    <a:pt x="610371" y="251073"/>
                  </a:lnTo>
                  <a:lnTo>
                    <a:pt x="610370" y="250020"/>
                  </a:lnTo>
                  <a:lnTo>
                    <a:pt x="610369" y="248966"/>
                  </a:lnTo>
                  <a:lnTo>
                    <a:pt x="610367" y="247913"/>
                  </a:lnTo>
                  <a:lnTo>
                    <a:pt x="610366" y="246860"/>
                  </a:lnTo>
                  <a:lnTo>
                    <a:pt x="610365" y="245807"/>
                  </a:lnTo>
                  <a:lnTo>
                    <a:pt x="610364" y="244753"/>
                  </a:lnTo>
                  <a:lnTo>
                    <a:pt x="610362" y="243700"/>
                  </a:lnTo>
                  <a:lnTo>
                    <a:pt x="610361" y="242647"/>
                  </a:lnTo>
                  <a:lnTo>
                    <a:pt x="610360" y="241594"/>
                  </a:lnTo>
                  <a:lnTo>
                    <a:pt x="610358" y="240540"/>
                  </a:lnTo>
                  <a:lnTo>
                    <a:pt x="610357" y="239487"/>
                  </a:lnTo>
                  <a:lnTo>
                    <a:pt x="610356" y="238434"/>
                  </a:lnTo>
                  <a:lnTo>
                    <a:pt x="610354" y="237381"/>
                  </a:lnTo>
                  <a:lnTo>
                    <a:pt x="610353" y="236328"/>
                  </a:lnTo>
                  <a:lnTo>
                    <a:pt x="610351" y="235287"/>
                  </a:lnTo>
                  <a:lnTo>
                    <a:pt x="610350" y="234246"/>
                  </a:lnTo>
                  <a:lnTo>
                    <a:pt x="610349" y="233205"/>
                  </a:lnTo>
                  <a:lnTo>
                    <a:pt x="610347" y="232164"/>
                  </a:lnTo>
                  <a:lnTo>
                    <a:pt x="610346" y="231124"/>
                  </a:lnTo>
                  <a:lnTo>
                    <a:pt x="610345" y="230083"/>
                  </a:lnTo>
                  <a:lnTo>
                    <a:pt x="610344" y="229042"/>
                  </a:lnTo>
                  <a:lnTo>
                    <a:pt x="610342" y="228001"/>
                  </a:lnTo>
                  <a:lnTo>
                    <a:pt x="610341" y="226960"/>
                  </a:lnTo>
                  <a:lnTo>
                    <a:pt x="610340" y="225920"/>
                  </a:lnTo>
                  <a:lnTo>
                    <a:pt x="610339" y="224879"/>
                  </a:lnTo>
                  <a:lnTo>
                    <a:pt x="610338" y="223838"/>
                  </a:lnTo>
                  <a:lnTo>
                    <a:pt x="610337" y="222797"/>
                  </a:lnTo>
                  <a:lnTo>
                    <a:pt x="610335" y="221757"/>
                  </a:lnTo>
                  <a:lnTo>
                    <a:pt x="610334" y="220716"/>
                  </a:lnTo>
                  <a:lnTo>
                    <a:pt x="610333" y="219675"/>
                  </a:lnTo>
                  <a:lnTo>
                    <a:pt x="610332" y="218634"/>
                  </a:lnTo>
                  <a:lnTo>
                    <a:pt x="610331" y="217593"/>
                  </a:lnTo>
                  <a:lnTo>
                    <a:pt x="610330" y="216553"/>
                  </a:lnTo>
                  <a:lnTo>
                    <a:pt x="610329" y="215512"/>
                  </a:lnTo>
                  <a:lnTo>
                    <a:pt x="610328" y="214471"/>
                  </a:lnTo>
                  <a:lnTo>
                    <a:pt x="610327" y="213430"/>
                  </a:lnTo>
                  <a:lnTo>
                    <a:pt x="610326" y="212390"/>
                  </a:lnTo>
                  <a:lnTo>
                    <a:pt x="610325" y="211349"/>
                  </a:lnTo>
                  <a:lnTo>
                    <a:pt x="610325" y="210308"/>
                  </a:lnTo>
                  <a:lnTo>
                    <a:pt x="610324" y="209267"/>
                  </a:lnTo>
                  <a:lnTo>
                    <a:pt x="610323" y="208227"/>
                  </a:lnTo>
                  <a:lnTo>
                    <a:pt x="610322" y="207186"/>
                  </a:lnTo>
                  <a:lnTo>
                    <a:pt x="610321" y="206145"/>
                  </a:lnTo>
                  <a:lnTo>
                    <a:pt x="610320" y="205104"/>
                  </a:lnTo>
                  <a:lnTo>
                    <a:pt x="610320" y="204063"/>
                  </a:lnTo>
                  <a:lnTo>
                    <a:pt x="610319" y="203023"/>
                  </a:lnTo>
                  <a:lnTo>
                    <a:pt x="610318" y="201982"/>
                  </a:lnTo>
                  <a:lnTo>
                    <a:pt x="610318" y="200941"/>
                  </a:lnTo>
                  <a:lnTo>
                    <a:pt x="610317" y="199900"/>
                  </a:lnTo>
                  <a:lnTo>
                    <a:pt x="610316" y="198860"/>
                  </a:lnTo>
                  <a:lnTo>
                    <a:pt x="610316" y="197819"/>
                  </a:lnTo>
                  <a:lnTo>
                    <a:pt x="610315" y="196778"/>
                  </a:lnTo>
                  <a:lnTo>
                    <a:pt x="610314" y="195737"/>
                  </a:lnTo>
                  <a:lnTo>
                    <a:pt x="610314" y="194697"/>
                  </a:lnTo>
                  <a:lnTo>
                    <a:pt x="610313" y="193656"/>
                  </a:lnTo>
                  <a:lnTo>
                    <a:pt x="610313" y="192615"/>
                  </a:lnTo>
                  <a:lnTo>
                    <a:pt x="610312" y="191574"/>
                  </a:lnTo>
                  <a:lnTo>
                    <a:pt x="610312" y="190534"/>
                  </a:lnTo>
                  <a:lnTo>
                    <a:pt x="610311" y="189493"/>
                  </a:lnTo>
                  <a:lnTo>
                    <a:pt x="610311" y="188452"/>
                  </a:lnTo>
                  <a:lnTo>
                    <a:pt x="610310" y="187412"/>
                  </a:lnTo>
                  <a:lnTo>
                    <a:pt x="610310" y="186371"/>
                  </a:lnTo>
                  <a:lnTo>
                    <a:pt x="610309" y="185330"/>
                  </a:lnTo>
                  <a:lnTo>
                    <a:pt x="610309" y="184289"/>
                  </a:lnTo>
                  <a:lnTo>
                    <a:pt x="610309" y="183249"/>
                  </a:lnTo>
                  <a:lnTo>
                    <a:pt x="610308" y="182208"/>
                  </a:lnTo>
                  <a:lnTo>
                    <a:pt x="610308" y="181167"/>
                  </a:lnTo>
                  <a:lnTo>
                    <a:pt x="610307" y="180127"/>
                  </a:lnTo>
                  <a:lnTo>
                    <a:pt x="610307" y="179086"/>
                  </a:lnTo>
                  <a:lnTo>
                    <a:pt x="610307" y="178015"/>
                  </a:lnTo>
                  <a:lnTo>
                    <a:pt x="610306" y="176944"/>
                  </a:lnTo>
                  <a:lnTo>
                    <a:pt x="610306" y="175872"/>
                  </a:lnTo>
                  <a:lnTo>
                    <a:pt x="610305" y="174801"/>
                  </a:lnTo>
                  <a:lnTo>
                    <a:pt x="610305" y="173730"/>
                  </a:lnTo>
                  <a:lnTo>
                    <a:pt x="610304" y="172659"/>
                  </a:lnTo>
                  <a:lnTo>
                    <a:pt x="610304" y="171588"/>
                  </a:lnTo>
                  <a:lnTo>
                    <a:pt x="610303" y="170517"/>
                  </a:lnTo>
                  <a:lnTo>
                    <a:pt x="610302" y="169446"/>
                  </a:lnTo>
                  <a:lnTo>
                    <a:pt x="610301" y="168375"/>
                  </a:lnTo>
                  <a:lnTo>
                    <a:pt x="610300" y="167303"/>
                  </a:lnTo>
                  <a:lnTo>
                    <a:pt x="610300" y="166232"/>
                  </a:lnTo>
                  <a:lnTo>
                    <a:pt x="610299" y="165161"/>
                  </a:lnTo>
                  <a:lnTo>
                    <a:pt x="610298" y="164090"/>
                  </a:lnTo>
                  <a:lnTo>
                    <a:pt x="610297" y="163019"/>
                  </a:lnTo>
                  <a:lnTo>
                    <a:pt x="610295" y="161948"/>
                  </a:lnTo>
                  <a:lnTo>
                    <a:pt x="610294" y="160877"/>
                  </a:lnTo>
                  <a:lnTo>
                    <a:pt x="610293" y="159806"/>
                  </a:lnTo>
                  <a:lnTo>
                    <a:pt x="610292" y="158735"/>
                  </a:lnTo>
                  <a:lnTo>
                    <a:pt x="610291" y="157663"/>
                  </a:lnTo>
                  <a:lnTo>
                    <a:pt x="610289" y="156592"/>
                  </a:lnTo>
                  <a:lnTo>
                    <a:pt x="610288" y="155521"/>
                  </a:lnTo>
                  <a:lnTo>
                    <a:pt x="610287" y="154450"/>
                  </a:lnTo>
                  <a:lnTo>
                    <a:pt x="610285" y="153379"/>
                  </a:lnTo>
                  <a:lnTo>
                    <a:pt x="610284" y="152308"/>
                  </a:lnTo>
                  <a:lnTo>
                    <a:pt x="610282" y="151237"/>
                  </a:lnTo>
                  <a:lnTo>
                    <a:pt x="610280" y="150166"/>
                  </a:lnTo>
                  <a:lnTo>
                    <a:pt x="610279" y="149095"/>
                  </a:lnTo>
                  <a:lnTo>
                    <a:pt x="610277" y="148024"/>
                  </a:lnTo>
                  <a:lnTo>
                    <a:pt x="610275" y="146953"/>
                  </a:lnTo>
                  <a:lnTo>
                    <a:pt x="610273" y="145882"/>
                  </a:lnTo>
                  <a:lnTo>
                    <a:pt x="610272" y="144811"/>
                  </a:lnTo>
                  <a:lnTo>
                    <a:pt x="610270" y="143740"/>
                  </a:lnTo>
                  <a:lnTo>
                    <a:pt x="610268" y="142687"/>
                  </a:lnTo>
                  <a:lnTo>
                    <a:pt x="610266" y="141634"/>
                  </a:lnTo>
                  <a:lnTo>
                    <a:pt x="610265" y="140582"/>
                  </a:lnTo>
                  <a:lnTo>
                    <a:pt x="610263" y="139529"/>
                  </a:lnTo>
                  <a:lnTo>
                    <a:pt x="610262" y="138476"/>
                  </a:lnTo>
                  <a:lnTo>
                    <a:pt x="610261" y="137424"/>
                  </a:lnTo>
                  <a:lnTo>
                    <a:pt x="610260" y="136371"/>
                  </a:lnTo>
                  <a:lnTo>
                    <a:pt x="610259" y="135319"/>
                  </a:lnTo>
                  <a:lnTo>
                    <a:pt x="610258" y="134266"/>
                  </a:lnTo>
                  <a:lnTo>
                    <a:pt x="610257" y="133213"/>
                  </a:lnTo>
                  <a:lnTo>
                    <a:pt x="610256" y="132161"/>
                  </a:lnTo>
                  <a:lnTo>
                    <a:pt x="610255" y="131108"/>
                  </a:lnTo>
                  <a:lnTo>
                    <a:pt x="610255" y="130055"/>
                  </a:lnTo>
                  <a:lnTo>
                    <a:pt x="610254" y="129003"/>
                  </a:lnTo>
                  <a:lnTo>
                    <a:pt x="610254" y="127950"/>
                  </a:lnTo>
                  <a:lnTo>
                    <a:pt x="610254" y="126898"/>
                  </a:lnTo>
                  <a:lnTo>
                    <a:pt x="610254" y="125845"/>
                  </a:lnTo>
                  <a:lnTo>
                    <a:pt x="610253" y="124792"/>
                  </a:lnTo>
                  <a:lnTo>
                    <a:pt x="610254" y="123740"/>
                  </a:lnTo>
                  <a:lnTo>
                    <a:pt x="610254" y="122687"/>
                  </a:lnTo>
                  <a:lnTo>
                    <a:pt x="610254" y="121634"/>
                  </a:lnTo>
                  <a:lnTo>
                    <a:pt x="610254" y="120582"/>
                  </a:lnTo>
                  <a:lnTo>
                    <a:pt x="610255" y="119529"/>
                  </a:lnTo>
                  <a:lnTo>
                    <a:pt x="610255" y="118453"/>
                  </a:lnTo>
                  <a:lnTo>
                    <a:pt x="610255" y="117378"/>
                  </a:lnTo>
                  <a:lnTo>
                    <a:pt x="610255" y="116302"/>
                  </a:lnTo>
                  <a:lnTo>
                    <a:pt x="610255" y="115226"/>
                  </a:lnTo>
                  <a:lnTo>
                    <a:pt x="610254" y="114150"/>
                  </a:lnTo>
                  <a:lnTo>
                    <a:pt x="610253" y="113074"/>
                  </a:lnTo>
                  <a:lnTo>
                    <a:pt x="610252" y="111999"/>
                  </a:lnTo>
                  <a:lnTo>
                    <a:pt x="610251" y="110923"/>
                  </a:lnTo>
                  <a:lnTo>
                    <a:pt x="610250" y="109847"/>
                  </a:lnTo>
                  <a:lnTo>
                    <a:pt x="610248" y="108771"/>
                  </a:lnTo>
                  <a:lnTo>
                    <a:pt x="610245" y="107696"/>
                  </a:lnTo>
                  <a:lnTo>
                    <a:pt x="610243" y="106620"/>
                  </a:lnTo>
                  <a:lnTo>
                    <a:pt x="610240" y="105544"/>
                  </a:lnTo>
                  <a:lnTo>
                    <a:pt x="610237" y="104463"/>
                  </a:lnTo>
                  <a:lnTo>
                    <a:pt x="610235" y="103382"/>
                  </a:lnTo>
                  <a:lnTo>
                    <a:pt x="610234" y="102301"/>
                  </a:lnTo>
                  <a:lnTo>
                    <a:pt x="610232" y="101220"/>
                  </a:lnTo>
                  <a:lnTo>
                    <a:pt x="610231" y="100139"/>
                  </a:lnTo>
                  <a:lnTo>
                    <a:pt x="610231" y="99058"/>
                  </a:lnTo>
                  <a:lnTo>
                    <a:pt x="610230" y="97977"/>
                  </a:lnTo>
                  <a:lnTo>
                    <a:pt x="610231" y="96896"/>
                  </a:lnTo>
                  <a:lnTo>
                    <a:pt x="610231" y="95815"/>
                  </a:lnTo>
                  <a:lnTo>
                    <a:pt x="610232" y="94734"/>
                  </a:lnTo>
                  <a:lnTo>
                    <a:pt x="610232" y="93653"/>
                  </a:lnTo>
                  <a:lnTo>
                    <a:pt x="610233" y="92572"/>
                  </a:lnTo>
                  <a:lnTo>
                    <a:pt x="610235" y="91491"/>
                  </a:lnTo>
                  <a:lnTo>
                    <a:pt x="610236" y="90410"/>
                  </a:lnTo>
                  <a:lnTo>
                    <a:pt x="610234" y="89922"/>
                  </a:lnTo>
                  <a:lnTo>
                    <a:pt x="610231" y="89290"/>
                  </a:lnTo>
                  <a:lnTo>
                    <a:pt x="610225" y="88092"/>
                  </a:lnTo>
                  <a:lnTo>
                    <a:pt x="610213" y="85906"/>
                  </a:lnTo>
                  <a:lnTo>
                    <a:pt x="610219" y="84561"/>
                  </a:lnTo>
                  <a:lnTo>
                    <a:pt x="610224" y="83207"/>
                  </a:lnTo>
                  <a:lnTo>
                    <a:pt x="610229" y="81836"/>
                  </a:lnTo>
                  <a:lnTo>
                    <a:pt x="610228" y="80669"/>
                  </a:lnTo>
                  <a:lnTo>
                    <a:pt x="610227" y="79494"/>
                  </a:lnTo>
                  <a:lnTo>
                    <a:pt x="610227" y="78302"/>
                  </a:lnTo>
                  <a:lnTo>
                    <a:pt x="610379" y="77112"/>
                  </a:lnTo>
                  <a:lnTo>
                    <a:pt x="610560" y="76235"/>
                  </a:lnTo>
                  <a:lnTo>
                    <a:pt x="610854" y="75520"/>
                  </a:lnTo>
                  <a:lnTo>
                    <a:pt x="611343" y="74814"/>
                  </a:lnTo>
                  <a:lnTo>
                    <a:pt x="612112" y="73965"/>
                  </a:lnTo>
                  <a:lnTo>
                    <a:pt x="613245" y="72821"/>
                  </a:lnTo>
                  <a:lnTo>
                    <a:pt x="614581" y="72685"/>
                  </a:lnTo>
                  <a:lnTo>
                    <a:pt x="615593" y="72594"/>
                  </a:lnTo>
                  <a:lnTo>
                    <a:pt x="616477" y="72540"/>
                  </a:lnTo>
                  <a:lnTo>
                    <a:pt x="617430" y="72515"/>
                  </a:lnTo>
                  <a:lnTo>
                    <a:pt x="618649" y="72510"/>
                  </a:lnTo>
                  <a:lnTo>
                    <a:pt x="620330" y="72516"/>
                  </a:lnTo>
                  <a:lnTo>
                    <a:pt x="620816" y="72516"/>
                  </a:lnTo>
                  <a:lnTo>
                    <a:pt x="621444" y="72516"/>
                  </a:lnTo>
                  <a:lnTo>
                    <a:pt x="622636" y="72516"/>
                  </a:lnTo>
                  <a:lnTo>
                    <a:pt x="624810" y="72516"/>
                  </a:lnTo>
                  <a:lnTo>
                    <a:pt x="626013" y="72527"/>
                  </a:lnTo>
                  <a:lnTo>
                    <a:pt x="627219" y="72537"/>
                  </a:lnTo>
                  <a:lnTo>
                    <a:pt x="628435" y="72548"/>
                  </a:lnTo>
                  <a:lnTo>
                    <a:pt x="629665" y="72559"/>
                  </a:lnTo>
                  <a:lnTo>
                    <a:pt x="630892" y="72562"/>
                  </a:lnTo>
                  <a:lnTo>
                    <a:pt x="632124" y="72564"/>
                  </a:lnTo>
                  <a:lnTo>
                    <a:pt x="633365" y="72567"/>
                  </a:lnTo>
                  <a:lnTo>
                    <a:pt x="634620" y="72570"/>
                  </a:lnTo>
                  <a:lnTo>
                    <a:pt x="635668" y="72573"/>
                  </a:lnTo>
                  <a:lnTo>
                    <a:pt x="636717" y="72577"/>
                  </a:lnTo>
                  <a:lnTo>
                    <a:pt x="637765" y="72581"/>
                  </a:lnTo>
                  <a:lnTo>
                    <a:pt x="638813" y="72585"/>
                  </a:lnTo>
                  <a:lnTo>
                    <a:pt x="639861" y="72590"/>
                  </a:lnTo>
                  <a:lnTo>
                    <a:pt x="640909" y="72596"/>
                  </a:lnTo>
                  <a:lnTo>
                    <a:pt x="641957" y="72601"/>
                  </a:lnTo>
                  <a:lnTo>
                    <a:pt x="643005" y="72607"/>
                  </a:lnTo>
                  <a:lnTo>
                    <a:pt x="644053" y="72613"/>
                  </a:lnTo>
                  <a:lnTo>
                    <a:pt x="645102" y="72620"/>
                  </a:lnTo>
                  <a:lnTo>
                    <a:pt x="646150" y="72626"/>
                  </a:lnTo>
                  <a:lnTo>
                    <a:pt x="647198" y="72633"/>
                  </a:lnTo>
                  <a:lnTo>
                    <a:pt x="648246" y="72639"/>
                  </a:lnTo>
                  <a:lnTo>
                    <a:pt x="649294" y="72646"/>
                  </a:lnTo>
                  <a:lnTo>
                    <a:pt x="650343" y="72653"/>
                  </a:lnTo>
                  <a:lnTo>
                    <a:pt x="651406" y="72657"/>
                  </a:lnTo>
                  <a:lnTo>
                    <a:pt x="652470" y="72661"/>
                  </a:lnTo>
                  <a:lnTo>
                    <a:pt x="653534" y="72665"/>
                  </a:lnTo>
                  <a:lnTo>
                    <a:pt x="654598" y="72668"/>
                  </a:lnTo>
                  <a:lnTo>
                    <a:pt x="655662" y="72672"/>
                  </a:lnTo>
                  <a:lnTo>
                    <a:pt x="656725" y="72676"/>
                  </a:lnTo>
                  <a:lnTo>
                    <a:pt x="657789" y="72679"/>
                  </a:lnTo>
                  <a:lnTo>
                    <a:pt x="658853" y="72683"/>
                  </a:lnTo>
                  <a:lnTo>
                    <a:pt x="659917" y="72686"/>
                  </a:lnTo>
                  <a:lnTo>
                    <a:pt x="660981" y="72689"/>
                  </a:lnTo>
                  <a:lnTo>
                    <a:pt x="662026" y="72693"/>
                  </a:lnTo>
                  <a:lnTo>
                    <a:pt x="663071" y="72697"/>
                  </a:lnTo>
                  <a:lnTo>
                    <a:pt x="664116" y="72701"/>
                  </a:lnTo>
                  <a:lnTo>
                    <a:pt x="665160" y="72705"/>
                  </a:lnTo>
                  <a:lnTo>
                    <a:pt x="666205" y="72709"/>
                  </a:lnTo>
                  <a:lnTo>
                    <a:pt x="667250" y="72713"/>
                  </a:lnTo>
                  <a:lnTo>
                    <a:pt x="668295" y="72718"/>
                  </a:lnTo>
                  <a:lnTo>
                    <a:pt x="669340" y="72722"/>
                  </a:lnTo>
                  <a:lnTo>
                    <a:pt x="670385" y="72727"/>
                  </a:lnTo>
                  <a:lnTo>
                    <a:pt x="671430" y="72732"/>
                  </a:lnTo>
                  <a:lnTo>
                    <a:pt x="672475" y="72737"/>
                  </a:lnTo>
                  <a:lnTo>
                    <a:pt x="673520" y="72742"/>
                  </a:lnTo>
                  <a:lnTo>
                    <a:pt x="674565" y="72748"/>
                  </a:lnTo>
                  <a:lnTo>
                    <a:pt x="675610" y="72753"/>
                  </a:lnTo>
                  <a:lnTo>
                    <a:pt x="676655" y="72759"/>
                  </a:lnTo>
                  <a:lnTo>
                    <a:pt x="677700" y="72764"/>
                  </a:lnTo>
                  <a:lnTo>
                    <a:pt x="678745" y="72770"/>
                  </a:lnTo>
                  <a:lnTo>
                    <a:pt x="679790" y="72776"/>
                  </a:lnTo>
                  <a:lnTo>
                    <a:pt x="680835" y="72782"/>
                  </a:lnTo>
                  <a:lnTo>
                    <a:pt x="681879" y="72788"/>
                  </a:lnTo>
                  <a:lnTo>
                    <a:pt x="682924" y="72795"/>
                  </a:lnTo>
                  <a:lnTo>
                    <a:pt x="683969" y="72801"/>
                  </a:lnTo>
                  <a:lnTo>
                    <a:pt x="685014" y="72807"/>
                  </a:lnTo>
                  <a:lnTo>
                    <a:pt x="686059" y="72814"/>
                  </a:lnTo>
                  <a:lnTo>
                    <a:pt x="687104" y="72821"/>
                  </a:lnTo>
                  <a:lnTo>
                    <a:pt x="687104" y="74154"/>
                  </a:lnTo>
                  <a:lnTo>
                    <a:pt x="687104" y="75507"/>
                  </a:lnTo>
                  <a:lnTo>
                    <a:pt x="688437" y="75507"/>
                  </a:lnTo>
                  <a:lnTo>
                    <a:pt x="689790" y="75507"/>
                  </a:lnTo>
                  <a:lnTo>
                    <a:pt x="689790" y="83026"/>
                  </a:lnTo>
                  <a:lnTo>
                    <a:pt x="689790" y="90546"/>
                  </a:lnTo>
                  <a:lnTo>
                    <a:pt x="689790" y="98066"/>
                  </a:lnTo>
                  <a:lnTo>
                    <a:pt x="689790" y="105587"/>
                  </a:lnTo>
                  <a:lnTo>
                    <a:pt x="689790" y="113107"/>
                  </a:lnTo>
                  <a:lnTo>
                    <a:pt x="689790" y="120629"/>
                  </a:lnTo>
                  <a:lnTo>
                    <a:pt x="689790" y="128151"/>
                  </a:lnTo>
                  <a:lnTo>
                    <a:pt x="689790" y="135674"/>
                  </a:lnTo>
                  <a:lnTo>
                    <a:pt x="689790" y="143198"/>
                  </a:lnTo>
                  <a:lnTo>
                    <a:pt x="689790" y="150722"/>
                  </a:lnTo>
                  <a:lnTo>
                    <a:pt x="689790" y="158248"/>
                  </a:lnTo>
                  <a:lnTo>
                    <a:pt x="689790" y="165775"/>
                  </a:lnTo>
                  <a:lnTo>
                    <a:pt x="689790" y="173304"/>
                  </a:lnTo>
                  <a:lnTo>
                    <a:pt x="689790" y="180834"/>
                  </a:lnTo>
                  <a:lnTo>
                    <a:pt x="689790" y="188365"/>
                  </a:lnTo>
                  <a:lnTo>
                    <a:pt x="689790" y="195898"/>
                  </a:lnTo>
                  <a:lnTo>
                    <a:pt x="689790" y="203433"/>
                  </a:lnTo>
                  <a:lnTo>
                    <a:pt x="689790" y="210970"/>
                  </a:lnTo>
                  <a:lnTo>
                    <a:pt x="689790" y="218509"/>
                  </a:lnTo>
                  <a:lnTo>
                    <a:pt x="689790" y="226049"/>
                  </a:lnTo>
                  <a:lnTo>
                    <a:pt x="689790" y="233593"/>
                  </a:lnTo>
                  <a:lnTo>
                    <a:pt x="689790" y="241138"/>
                  </a:lnTo>
                  <a:lnTo>
                    <a:pt x="689790" y="248686"/>
                  </a:lnTo>
                  <a:lnTo>
                    <a:pt x="689790" y="256236"/>
                  </a:lnTo>
                  <a:lnTo>
                    <a:pt x="689790" y="263789"/>
                  </a:lnTo>
                  <a:lnTo>
                    <a:pt x="689790" y="271345"/>
                  </a:lnTo>
                  <a:lnTo>
                    <a:pt x="689790" y="278904"/>
                  </a:lnTo>
                  <a:lnTo>
                    <a:pt x="689790" y="286466"/>
                  </a:lnTo>
                  <a:lnTo>
                    <a:pt x="689790" y="294031"/>
                  </a:lnTo>
                  <a:lnTo>
                    <a:pt x="689790" y="301599"/>
                  </a:lnTo>
                  <a:lnTo>
                    <a:pt x="689790" y="309170"/>
                  </a:lnTo>
                  <a:lnTo>
                    <a:pt x="689790" y="316745"/>
                  </a:lnTo>
                  <a:lnTo>
                    <a:pt x="689790" y="324324"/>
                  </a:lnTo>
                  <a:lnTo>
                    <a:pt x="689790" y="331906"/>
                  </a:lnTo>
                  <a:lnTo>
                    <a:pt x="689790" y="339492"/>
                  </a:lnTo>
                  <a:lnTo>
                    <a:pt x="689790" y="347082"/>
                  </a:lnTo>
                  <a:lnTo>
                    <a:pt x="689790" y="354676"/>
                  </a:lnTo>
                  <a:lnTo>
                    <a:pt x="689790" y="362274"/>
                  </a:lnTo>
                  <a:lnTo>
                    <a:pt x="689790" y="369876"/>
                  </a:lnTo>
                  <a:lnTo>
                    <a:pt x="689790" y="377482"/>
                  </a:lnTo>
                  <a:lnTo>
                    <a:pt x="689790" y="385093"/>
                  </a:lnTo>
                  <a:lnTo>
                    <a:pt x="689790" y="392709"/>
                  </a:lnTo>
                  <a:lnTo>
                    <a:pt x="689790" y="400329"/>
                  </a:lnTo>
                  <a:lnTo>
                    <a:pt x="689790" y="407954"/>
                  </a:lnTo>
                  <a:lnTo>
                    <a:pt x="689790" y="415584"/>
                  </a:lnTo>
                  <a:lnTo>
                    <a:pt x="689790" y="423219"/>
                  </a:lnTo>
                  <a:lnTo>
                    <a:pt x="689790" y="430859"/>
                  </a:lnTo>
                  <a:lnTo>
                    <a:pt x="689790" y="438504"/>
                  </a:lnTo>
                  <a:lnTo>
                    <a:pt x="689790" y="446155"/>
                  </a:lnTo>
                  <a:lnTo>
                    <a:pt x="689790" y="453811"/>
                  </a:lnTo>
                  <a:lnTo>
                    <a:pt x="689790" y="461472"/>
                  </a:lnTo>
                  <a:lnTo>
                    <a:pt x="689790" y="469140"/>
                  </a:lnTo>
                  <a:lnTo>
                    <a:pt x="689790" y="476813"/>
                  </a:lnTo>
                  <a:lnTo>
                    <a:pt x="689790" y="484492"/>
                  </a:lnTo>
                  <a:lnTo>
                    <a:pt x="689790" y="492177"/>
                  </a:lnTo>
                  <a:lnTo>
                    <a:pt x="689790" y="499868"/>
                  </a:lnTo>
                  <a:lnTo>
                    <a:pt x="689790" y="507565"/>
                  </a:lnTo>
                  <a:lnTo>
                    <a:pt x="689790" y="515269"/>
                  </a:lnTo>
                  <a:lnTo>
                    <a:pt x="689790" y="522979"/>
                  </a:lnTo>
                  <a:lnTo>
                    <a:pt x="689790" y="530696"/>
                  </a:lnTo>
                  <a:lnTo>
                    <a:pt x="689790" y="538419"/>
                  </a:lnTo>
                  <a:lnTo>
                    <a:pt x="689790" y="546149"/>
                  </a:lnTo>
                  <a:lnTo>
                    <a:pt x="689790" y="553886"/>
                  </a:lnTo>
                  <a:lnTo>
                    <a:pt x="689790" y="561630"/>
                  </a:lnTo>
                  <a:lnTo>
                    <a:pt x="688792" y="561963"/>
                  </a:lnTo>
                  <a:lnTo>
                    <a:pt x="687791" y="562297"/>
                  </a:lnTo>
                  <a:lnTo>
                    <a:pt x="686781" y="562633"/>
                  </a:lnTo>
                  <a:lnTo>
                    <a:pt x="685761" y="562973"/>
                  </a:lnTo>
                  <a:lnTo>
                    <a:pt x="685855" y="563474"/>
                  </a:lnTo>
                  <a:lnTo>
                    <a:pt x="685976" y="564123"/>
                  </a:lnTo>
                  <a:lnTo>
                    <a:pt x="686207" y="565353"/>
                  </a:lnTo>
                  <a:lnTo>
                    <a:pt x="686627" y="567598"/>
                  </a:lnTo>
                  <a:lnTo>
                    <a:pt x="686811" y="568642"/>
                  </a:lnTo>
                  <a:lnTo>
                    <a:pt x="686989" y="569685"/>
                  </a:lnTo>
                  <a:lnTo>
                    <a:pt x="687163" y="570727"/>
                  </a:lnTo>
                  <a:lnTo>
                    <a:pt x="687331" y="571767"/>
                  </a:lnTo>
                  <a:lnTo>
                    <a:pt x="687494" y="572806"/>
                  </a:lnTo>
                  <a:lnTo>
                    <a:pt x="687653" y="573844"/>
                  </a:lnTo>
                  <a:lnTo>
                    <a:pt x="687806" y="574881"/>
                  </a:lnTo>
                  <a:lnTo>
                    <a:pt x="687955" y="575916"/>
                  </a:lnTo>
                  <a:lnTo>
                    <a:pt x="688099" y="576951"/>
                  </a:lnTo>
                  <a:lnTo>
                    <a:pt x="688237" y="577985"/>
                  </a:lnTo>
                  <a:lnTo>
                    <a:pt x="688371" y="579019"/>
                  </a:lnTo>
                  <a:lnTo>
                    <a:pt x="688501" y="580052"/>
                  </a:lnTo>
                  <a:lnTo>
                    <a:pt x="688625" y="581084"/>
                  </a:lnTo>
                  <a:lnTo>
                    <a:pt x="688744" y="582116"/>
                  </a:lnTo>
                  <a:lnTo>
                    <a:pt x="688859" y="583147"/>
                  </a:lnTo>
                  <a:lnTo>
                    <a:pt x="688969" y="584179"/>
                  </a:lnTo>
                  <a:lnTo>
                    <a:pt x="689075" y="585210"/>
                  </a:lnTo>
                  <a:lnTo>
                    <a:pt x="689175" y="586241"/>
                  </a:lnTo>
                  <a:lnTo>
                    <a:pt x="689271" y="587272"/>
                  </a:lnTo>
                  <a:lnTo>
                    <a:pt x="689363" y="588303"/>
                  </a:lnTo>
                  <a:lnTo>
                    <a:pt x="689449" y="589335"/>
                  </a:lnTo>
                  <a:lnTo>
                    <a:pt x="689532" y="590367"/>
                  </a:lnTo>
                  <a:lnTo>
                    <a:pt x="689609" y="591399"/>
                  </a:lnTo>
                  <a:lnTo>
                    <a:pt x="689682" y="592432"/>
                  </a:lnTo>
                  <a:lnTo>
                    <a:pt x="689751" y="593465"/>
                  </a:lnTo>
                  <a:lnTo>
                    <a:pt x="689815" y="594499"/>
                  </a:lnTo>
                  <a:lnTo>
                    <a:pt x="689875" y="595534"/>
                  </a:lnTo>
                  <a:lnTo>
                    <a:pt x="689930" y="596569"/>
                  </a:lnTo>
                  <a:lnTo>
                    <a:pt x="689981" y="597606"/>
                  </a:lnTo>
                  <a:lnTo>
                    <a:pt x="690027" y="598644"/>
                  </a:lnTo>
                  <a:lnTo>
                    <a:pt x="690069" y="599683"/>
                  </a:lnTo>
                  <a:lnTo>
                    <a:pt x="690107" y="600723"/>
                  </a:lnTo>
                  <a:lnTo>
                    <a:pt x="690140" y="601764"/>
                  </a:lnTo>
                  <a:lnTo>
                    <a:pt x="690169" y="602807"/>
                  </a:lnTo>
                  <a:lnTo>
                    <a:pt x="690194" y="603851"/>
                  </a:lnTo>
                  <a:lnTo>
                    <a:pt x="690214" y="604897"/>
                  </a:lnTo>
                  <a:lnTo>
                    <a:pt x="690231" y="605945"/>
                  </a:lnTo>
                  <a:lnTo>
                    <a:pt x="690243" y="606994"/>
                  </a:lnTo>
                  <a:lnTo>
                    <a:pt x="690251" y="608046"/>
                  </a:lnTo>
                  <a:lnTo>
                    <a:pt x="690254" y="609099"/>
                  </a:lnTo>
                  <a:lnTo>
                    <a:pt x="690254" y="610154"/>
                  </a:lnTo>
                  <a:lnTo>
                    <a:pt x="690249" y="611212"/>
                  </a:lnTo>
                  <a:lnTo>
                    <a:pt x="690241" y="612272"/>
                  </a:lnTo>
                  <a:lnTo>
                    <a:pt x="690232" y="613426"/>
                  </a:lnTo>
                  <a:lnTo>
                    <a:pt x="690225" y="614581"/>
                  </a:lnTo>
                  <a:lnTo>
                    <a:pt x="690220" y="615736"/>
                  </a:lnTo>
                  <a:lnTo>
                    <a:pt x="690217" y="616890"/>
                  </a:lnTo>
                  <a:lnTo>
                    <a:pt x="690216" y="618045"/>
                  </a:lnTo>
                  <a:lnTo>
                    <a:pt x="690216" y="619200"/>
                  </a:lnTo>
                  <a:lnTo>
                    <a:pt x="690218" y="620354"/>
                  </a:lnTo>
                  <a:lnTo>
                    <a:pt x="690220" y="621508"/>
                  </a:lnTo>
                  <a:lnTo>
                    <a:pt x="690222" y="622663"/>
                  </a:lnTo>
                  <a:lnTo>
                    <a:pt x="690219" y="623783"/>
                  </a:lnTo>
                  <a:lnTo>
                    <a:pt x="690215" y="624903"/>
                  </a:lnTo>
                  <a:lnTo>
                    <a:pt x="690210" y="626023"/>
                  </a:lnTo>
                  <a:lnTo>
                    <a:pt x="690205" y="627143"/>
                  </a:lnTo>
                  <a:lnTo>
                    <a:pt x="690200" y="628263"/>
                  </a:lnTo>
                  <a:lnTo>
                    <a:pt x="690194" y="629383"/>
                  </a:lnTo>
                  <a:lnTo>
                    <a:pt x="690196" y="630912"/>
                  </a:lnTo>
                  <a:lnTo>
                    <a:pt x="690198" y="632465"/>
                  </a:lnTo>
                  <a:lnTo>
                    <a:pt x="690173" y="633576"/>
                  </a:lnTo>
                  <a:lnTo>
                    <a:pt x="690127" y="634669"/>
                  </a:lnTo>
                  <a:lnTo>
                    <a:pt x="690061" y="635744"/>
                  </a:lnTo>
                  <a:lnTo>
                    <a:pt x="689975" y="636805"/>
                  </a:lnTo>
                  <a:lnTo>
                    <a:pt x="689869" y="637853"/>
                  </a:lnTo>
                  <a:lnTo>
                    <a:pt x="689743" y="638891"/>
                  </a:lnTo>
                  <a:lnTo>
                    <a:pt x="689598" y="639921"/>
                  </a:lnTo>
                  <a:lnTo>
                    <a:pt x="689433" y="640945"/>
                  </a:lnTo>
                  <a:lnTo>
                    <a:pt x="689249" y="641965"/>
                  </a:lnTo>
                  <a:lnTo>
                    <a:pt x="689046" y="642984"/>
                  </a:lnTo>
                  <a:lnTo>
                    <a:pt x="688824" y="644003"/>
                  </a:lnTo>
                  <a:lnTo>
                    <a:pt x="688583" y="645026"/>
                  </a:lnTo>
                  <a:lnTo>
                    <a:pt x="688324" y="646053"/>
                  </a:lnTo>
                  <a:lnTo>
                    <a:pt x="688046" y="647088"/>
                  </a:lnTo>
                  <a:lnTo>
                    <a:pt x="687750" y="648133"/>
                  </a:lnTo>
                  <a:lnTo>
                    <a:pt x="687436" y="649190"/>
                  </a:lnTo>
                  <a:lnTo>
                    <a:pt x="687104" y="650260"/>
                  </a:lnTo>
                  <a:lnTo>
                    <a:pt x="686983" y="651391"/>
                  </a:lnTo>
                  <a:lnTo>
                    <a:pt x="686869" y="652522"/>
                  </a:lnTo>
                  <a:lnTo>
                    <a:pt x="686763" y="653655"/>
                  </a:lnTo>
                  <a:lnTo>
                    <a:pt x="686664" y="654788"/>
                  </a:lnTo>
                  <a:lnTo>
                    <a:pt x="686573" y="655921"/>
                  </a:lnTo>
                  <a:lnTo>
                    <a:pt x="686491" y="657055"/>
                  </a:lnTo>
                  <a:lnTo>
                    <a:pt x="686416" y="658190"/>
                  </a:lnTo>
                  <a:lnTo>
                    <a:pt x="686349" y="659325"/>
                  </a:lnTo>
                  <a:lnTo>
                    <a:pt x="686284" y="660439"/>
                  </a:lnTo>
                  <a:lnTo>
                    <a:pt x="686216" y="661520"/>
                  </a:lnTo>
                  <a:lnTo>
                    <a:pt x="686140" y="662572"/>
                  </a:lnTo>
                  <a:lnTo>
                    <a:pt x="686053" y="663601"/>
                  </a:lnTo>
                  <a:lnTo>
                    <a:pt x="685950" y="664615"/>
                  </a:lnTo>
                  <a:lnTo>
                    <a:pt x="685826" y="665618"/>
                  </a:lnTo>
                  <a:lnTo>
                    <a:pt x="685678" y="666616"/>
                  </a:lnTo>
                  <a:lnTo>
                    <a:pt x="685500" y="667616"/>
                  </a:lnTo>
                  <a:lnTo>
                    <a:pt x="685290" y="668623"/>
                  </a:lnTo>
                  <a:lnTo>
                    <a:pt x="685043" y="669643"/>
                  </a:lnTo>
                  <a:lnTo>
                    <a:pt x="684753" y="670682"/>
                  </a:lnTo>
                  <a:lnTo>
                    <a:pt x="684418" y="671747"/>
                  </a:lnTo>
                  <a:lnTo>
                    <a:pt x="683085" y="671747"/>
                  </a:lnTo>
                  <a:lnTo>
                    <a:pt x="681732" y="671747"/>
                  </a:lnTo>
                  <a:lnTo>
                    <a:pt x="681732" y="672886"/>
                  </a:lnTo>
                  <a:lnTo>
                    <a:pt x="681732" y="674028"/>
                  </a:lnTo>
                  <a:lnTo>
                    <a:pt x="681732" y="675172"/>
                  </a:lnTo>
                  <a:lnTo>
                    <a:pt x="681732" y="676320"/>
                  </a:lnTo>
                  <a:lnTo>
                    <a:pt x="681732" y="677474"/>
                  </a:lnTo>
                  <a:lnTo>
                    <a:pt x="681732" y="678635"/>
                  </a:lnTo>
                  <a:lnTo>
                    <a:pt x="681732" y="679804"/>
                  </a:lnTo>
                  <a:lnTo>
                    <a:pt x="680400" y="679804"/>
                  </a:lnTo>
                  <a:lnTo>
                    <a:pt x="679047" y="679804"/>
                  </a:lnTo>
                  <a:lnTo>
                    <a:pt x="679109" y="680577"/>
                  </a:lnTo>
                  <a:lnTo>
                    <a:pt x="679299" y="682909"/>
                  </a:lnTo>
                  <a:lnTo>
                    <a:pt x="679162" y="684684"/>
                  </a:lnTo>
                  <a:lnTo>
                    <a:pt x="678987" y="685851"/>
                  </a:lnTo>
                  <a:lnTo>
                    <a:pt x="678679" y="686666"/>
                  </a:lnTo>
                  <a:lnTo>
                    <a:pt x="678138" y="687387"/>
                  </a:lnTo>
                  <a:lnTo>
                    <a:pt x="677269" y="688271"/>
                  </a:lnTo>
                  <a:lnTo>
                    <a:pt x="676492" y="689100"/>
                  </a:lnTo>
                  <a:lnTo>
                    <a:pt x="675782" y="689942"/>
                  </a:lnTo>
                  <a:lnTo>
                    <a:pt x="675131" y="690798"/>
                  </a:lnTo>
                  <a:lnTo>
                    <a:pt x="674529" y="691671"/>
                  </a:lnTo>
                  <a:lnTo>
                    <a:pt x="673969" y="692561"/>
                  </a:lnTo>
                  <a:lnTo>
                    <a:pt x="673441" y="693470"/>
                  </a:lnTo>
                  <a:lnTo>
                    <a:pt x="672937" y="694400"/>
                  </a:lnTo>
                  <a:lnTo>
                    <a:pt x="672449" y="695351"/>
                  </a:lnTo>
                  <a:lnTo>
                    <a:pt x="671967" y="696326"/>
                  </a:lnTo>
                  <a:lnTo>
                    <a:pt x="671484" y="697326"/>
                  </a:lnTo>
                  <a:lnTo>
                    <a:pt x="670989" y="698352"/>
                  </a:lnTo>
                  <a:lnTo>
                    <a:pt x="670771" y="698801"/>
                  </a:lnTo>
                  <a:lnTo>
                    <a:pt x="670489" y="699382"/>
                  </a:lnTo>
                  <a:lnTo>
                    <a:pt x="669953" y="700483"/>
                  </a:lnTo>
                  <a:lnTo>
                    <a:pt x="668975" y="702492"/>
                  </a:lnTo>
                  <a:lnTo>
                    <a:pt x="668476" y="703524"/>
                  </a:lnTo>
                  <a:lnTo>
                    <a:pt x="667975" y="704561"/>
                  </a:lnTo>
                  <a:lnTo>
                    <a:pt x="667471" y="705605"/>
                  </a:lnTo>
                  <a:lnTo>
                    <a:pt x="666961" y="706662"/>
                  </a:lnTo>
                  <a:lnTo>
                    <a:pt x="666462" y="707684"/>
                  </a:lnTo>
                  <a:lnTo>
                    <a:pt x="665971" y="708667"/>
                  </a:lnTo>
                  <a:lnTo>
                    <a:pt x="665484" y="709613"/>
                  </a:lnTo>
                  <a:lnTo>
                    <a:pt x="664995" y="710527"/>
                  </a:lnTo>
                  <a:lnTo>
                    <a:pt x="664500" y="711412"/>
                  </a:lnTo>
                  <a:lnTo>
                    <a:pt x="663992" y="712273"/>
                  </a:lnTo>
                  <a:lnTo>
                    <a:pt x="663468" y="713113"/>
                  </a:lnTo>
                  <a:lnTo>
                    <a:pt x="662922" y="713936"/>
                  </a:lnTo>
                  <a:lnTo>
                    <a:pt x="662349" y="714747"/>
                  </a:lnTo>
                  <a:lnTo>
                    <a:pt x="661744" y="715549"/>
                  </a:lnTo>
                  <a:lnTo>
                    <a:pt x="661102" y="716346"/>
                  </a:lnTo>
                  <a:lnTo>
                    <a:pt x="660418" y="717142"/>
                  </a:lnTo>
                  <a:lnTo>
                    <a:pt x="659687" y="717941"/>
                  </a:lnTo>
                  <a:lnTo>
                    <a:pt x="658903" y="718747"/>
                  </a:lnTo>
                  <a:lnTo>
                    <a:pt x="658515" y="719801"/>
                  </a:lnTo>
                  <a:lnTo>
                    <a:pt x="658125" y="720862"/>
                  </a:lnTo>
                  <a:lnTo>
                    <a:pt x="657728" y="721937"/>
                  </a:lnTo>
                  <a:lnTo>
                    <a:pt x="657231" y="723011"/>
                  </a:lnTo>
                  <a:lnTo>
                    <a:pt x="656695" y="724010"/>
                  </a:lnTo>
                  <a:lnTo>
                    <a:pt x="656122" y="724945"/>
                  </a:lnTo>
                  <a:lnTo>
                    <a:pt x="655514" y="725825"/>
                  </a:lnTo>
                  <a:lnTo>
                    <a:pt x="654871" y="726662"/>
                  </a:lnTo>
                  <a:lnTo>
                    <a:pt x="654194" y="727465"/>
                  </a:lnTo>
                  <a:lnTo>
                    <a:pt x="653486" y="728246"/>
                  </a:lnTo>
                  <a:lnTo>
                    <a:pt x="652746" y="729014"/>
                  </a:lnTo>
                  <a:lnTo>
                    <a:pt x="651977" y="729781"/>
                  </a:lnTo>
                  <a:lnTo>
                    <a:pt x="651179" y="730557"/>
                  </a:lnTo>
                  <a:lnTo>
                    <a:pt x="650354" y="731352"/>
                  </a:lnTo>
                  <a:lnTo>
                    <a:pt x="649503" y="732176"/>
                  </a:lnTo>
                  <a:lnTo>
                    <a:pt x="648921" y="733230"/>
                  </a:lnTo>
                  <a:lnTo>
                    <a:pt x="648335" y="734291"/>
                  </a:lnTo>
                  <a:lnTo>
                    <a:pt x="647741" y="735366"/>
                  </a:lnTo>
                  <a:lnTo>
                    <a:pt x="647120" y="736293"/>
                  </a:lnTo>
                  <a:lnTo>
                    <a:pt x="646478" y="737178"/>
                  </a:lnTo>
                  <a:lnTo>
                    <a:pt x="645816" y="738026"/>
                  </a:lnTo>
                  <a:lnTo>
                    <a:pt x="645134" y="738839"/>
                  </a:lnTo>
                  <a:lnTo>
                    <a:pt x="644434" y="739624"/>
                  </a:lnTo>
                  <a:lnTo>
                    <a:pt x="643714" y="740383"/>
                  </a:lnTo>
                  <a:lnTo>
                    <a:pt x="642976" y="741122"/>
                  </a:lnTo>
                  <a:lnTo>
                    <a:pt x="642220" y="741845"/>
                  </a:lnTo>
                  <a:lnTo>
                    <a:pt x="641447" y="742555"/>
                  </a:lnTo>
                  <a:lnTo>
                    <a:pt x="640656" y="743258"/>
                  </a:lnTo>
                  <a:lnTo>
                    <a:pt x="639849" y="743957"/>
                  </a:lnTo>
                  <a:lnTo>
                    <a:pt x="639026" y="744657"/>
                  </a:lnTo>
                  <a:lnTo>
                    <a:pt x="638188" y="745363"/>
                  </a:lnTo>
                  <a:lnTo>
                    <a:pt x="637334" y="746078"/>
                  </a:lnTo>
                  <a:lnTo>
                    <a:pt x="636228" y="747021"/>
                  </a:lnTo>
                  <a:lnTo>
                    <a:pt x="635422" y="747720"/>
                  </a:lnTo>
                  <a:lnTo>
                    <a:pt x="634784" y="748301"/>
                  </a:lnTo>
                  <a:lnTo>
                    <a:pt x="634181" y="748890"/>
                  </a:lnTo>
                  <a:lnTo>
                    <a:pt x="633481" y="749610"/>
                  </a:lnTo>
                  <a:lnTo>
                    <a:pt x="632549" y="750589"/>
                  </a:lnTo>
                  <a:lnTo>
                    <a:pt x="631440" y="751589"/>
                  </a:lnTo>
                  <a:lnTo>
                    <a:pt x="630598" y="752103"/>
                  </a:lnTo>
                  <a:lnTo>
                    <a:pt x="629599" y="752293"/>
                  </a:lnTo>
                  <a:lnTo>
                    <a:pt x="628017" y="752320"/>
                  </a:lnTo>
                  <a:lnTo>
                    <a:pt x="628017" y="753652"/>
                  </a:lnTo>
                  <a:lnTo>
                    <a:pt x="628017" y="755005"/>
                  </a:lnTo>
                  <a:lnTo>
                    <a:pt x="626684" y="755005"/>
                  </a:lnTo>
                  <a:lnTo>
                    <a:pt x="625331" y="755005"/>
                  </a:lnTo>
                  <a:lnTo>
                    <a:pt x="625331" y="756338"/>
                  </a:lnTo>
                  <a:lnTo>
                    <a:pt x="625331" y="757691"/>
                  </a:lnTo>
                  <a:lnTo>
                    <a:pt x="624000" y="757691"/>
                  </a:lnTo>
                  <a:lnTo>
                    <a:pt x="622661" y="757691"/>
                  </a:lnTo>
                  <a:lnTo>
                    <a:pt x="621303" y="757691"/>
                  </a:lnTo>
                  <a:lnTo>
                    <a:pt x="621303" y="759024"/>
                  </a:lnTo>
                  <a:lnTo>
                    <a:pt x="621303" y="760377"/>
                  </a:lnTo>
                  <a:lnTo>
                    <a:pt x="619550" y="761841"/>
                  </a:lnTo>
                  <a:lnTo>
                    <a:pt x="617905" y="763213"/>
                  </a:lnTo>
                  <a:lnTo>
                    <a:pt x="616363" y="764497"/>
                  </a:lnTo>
                  <a:lnTo>
                    <a:pt x="614918" y="765696"/>
                  </a:lnTo>
                  <a:lnTo>
                    <a:pt x="613566" y="766812"/>
                  </a:lnTo>
                  <a:lnTo>
                    <a:pt x="612301" y="767848"/>
                  </a:lnTo>
                  <a:lnTo>
                    <a:pt x="611118" y="768807"/>
                  </a:lnTo>
                  <a:lnTo>
                    <a:pt x="610012" y="769693"/>
                  </a:lnTo>
                  <a:lnTo>
                    <a:pt x="608977" y="770508"/>
                  </a:lnTo>
                  <a:lnTo>
                    <a:pt x="608010" y="771255"/>
                  </a:lnTo>
                  <a:lnTo>
                    <a:pt x="607103" y="771937"/>
                  </a:lnTo>
                  <a:lnTo>
                    <a:pt x="606253" y="772557"/>
                  </a:lnTo>
                  <a:lnTo>
                    <a:pt x="605454" y="773118"/>
                  </a:lnTo>
                  <a:lnTo>
                    <a:pt x="604700" y="773623"/>
                  </a:lnTo>
                  <a:lnTo>
                    <a:pt x="603988" y="774075"/>
                  </a:lnTo>
                  <a:lnTo>
                    <a:pt x="603311" y="774477"/>
                  </a:lnTo>
                  <a:lnTo>
                    <a:pt x="602664" y="774832"/>
                  </a:lnTo>
                  <a:lnTo>
                    <a:pt x="602043" y="775142"/>
                  </a:lnTo>
                  <a:lnTo>
                    <a:pt x="601441" y="775411"/>
                  </a:lnTo>
                  <a:lnTo>
                    <a:pt x="600855" y="775642"/>
                  </a:lnTo>
                  <a:lnTo>
                    <a:pt x="600278" y="775837"/>
                  </a:lnTo>
                  <a:lnTo>
                    <a:pt x="599706" y="776000"/>
                  </a:lnTo>
                  <a:lnTo>
                    <a:pt x="599134" y="776133"/>
                  </a:lnTo>
                  <a:lnTo>
                    <a:pt x="598555" y="776240"/>
                  </a:lnTo>
                  <a:lnTo>
                    <a:pt x="597966" y="776323"/>
                  </a:lnTo>
                  <a:lnTo>
                    <a:pt x="597361" y="776385"/>
                  </a:lnTo>
                  <a:lnTo>
                    <a:pt x="596734" y="776430"/>
                  </a:lnTo>
                  <a:lnTo>
                    <a:pt x="596081" y="776460"/>
                  </a:lnTo>
                  <a:lnTo>
                    <a:pt x="595397" y="776478"/>
                  </a:lnTo>
                  <a:lnTo>
                    <a:pt x="594675" y="776488"/>
                  </a:lnTo>
                  <a:lnTo>
                    <a:pt x="593912" y="776491"/>
                  </a:lnTo>
                  <a:lnTo>
                    <a:pt x="593102" y="776491"/>
                  </a:lnTo>
                  <a:lnTo>
                    <a:pt x="592894" y="777097"/>
                  </a:lnTo>
                  <a:lnTo>
                    <a:pt x="592263" y="778925"/>
                  </a:lnTo>
                  <a:lnTo>
                    <a:pt x="591650" y="779820"/>
                  </a:lnTo>
                  <a:lnTo>
                    <a:pt x="590986" y="780648"/>
                  </a:lnTo>
                  <a:lnTo>
                    <a:pt x="590272" y="781411"/>
                  </a:lnTo>
                  <a:lnTo>
                    <a:pt x="589513" y="782114"/>
                  </a:lnTo>
                  <a:lnTo>
                    <a:pt x="588712" y="782761"/>
                  </a:lnTo>
                  <a:lnTo>
                    <a:pt x="587872" y="783355"/>
                  </a:lnTo>
                  <a:lnTo>
                    <a:pt x="586997" y="783900"/>
                  </a:lnTo>
                  <a:lnTo>
                    <a:pt x="586090" y="784401"/>
                  </a:lnTo>
                  <a:lnTo>
                    <a:pt x="585155" y="784860"/>
                  </a:lnTo>
                  <a:lnTo>
                    <a:pt x="584195" y="785282"/>
                  </a:lnTo>
                  <a:lnTo>
                    <a:pt x="583213" y="785671"/>
                  </a:lnTo>
                  <a:lnTo>
                    <a:pt x="582213" y="786031"/>
                  </a:lnTo>
                  <a:lnTo>
                    <a:pt x="581198" y="786365"/>
                  </a:lnTo>
                  <a:lnTo>
                    <a:pt x="580172" y="786677"/>
                  </a:lnTo>
                  <a:lnTo>
                    <a:pt x="579138" y="786971"/>
                  </a:lnTo>
                  <a:lnTo>
                    <a:pt x="578099" y="787252"/>
                  </a:lnTo>
                  <a:lnTo>
                    <a:pt x="577060" y="787522"/>
                  </a:lnTo>
                  <a:lnTo>
                    <a:pt x="576023" y="787785"/>
                  </a:lnTo>
                  <a:lnTo>
                    <a:pt x="574991" y="788047"/>
                  </a:lnTo>
                  <a:lnTo>
                    <a:pt x="573969" y="788309"/>
                  </a:lnTo>
                  <a:lnTo>
                    <a:pt x="572959" y="788577"/>
                  </a:lnTo>
                  <a:lnTo>
                    <a:pt x="571910" y="788916"/>
                  </a:lnTo>
                  <a:lnTo>
                    <a:pt x="570862" y="789257"/>
                  </a:lnTo>
                  <a:lnTo>
                    <a:pt x="569814" y="789601"/>
                  </a:lnTo>
                  <a:lnTo>
                    <a:pt x="568768" y="789946"/>
                  </a:lnTo>
                  <a:lnTo>
                    <a:pt x="567722" y="790294"/>
                  </a:lnTo>
                  <a:lnTo>
                    <a:pt x="566676" y="790643"/>
                  </a:lnTo>
                  <a:lnTo>
                    <a:pt x="565631" y="790994"/>
                  </a:lnTo>
                  <a:lnTo>
                    <a:pt x="564587" y="791346"/>
                  </a:lnTo>
                  <a:lnTo>
                    <a:pt x="563543" y="791700"/>
                  </a:lnTo>
                  <a:lnTo>
                    <a:pt x="562499" y="792054"/>
                  </a:lnTo>
                  <a:lnTo>
                    <a:pt x="561456" y="792410"/>
                  </a:lnTo>
                  <a:lnTo>
                    <a:pt x="560413" y="792766"/>
                  </a:lnTo>
                  <a:lnTo>
                    <a:pt x="559370" y="793123"/>
                  </a:lnTo>
                  <a:lnTo>
                    <a:pt x="558327" y="793481"/>
                  </a:lnTo>
                  <a:lnTo>
                    <a:pt x="557285" y="793839"/>
                  </a:lnTo>
                  <a:lnTo>
                    <a:pt x="556239" y="794175"/>
                  </a:lnTo>
                  <a:lnTo>
                    <a:pt x="555196" y="794502"/>
                  </a:lnTo>
                  <a:lnTo>
                    <a:pt x="554155" y="794821"/>
                  </a:lnTo>
                  <a:lnTo>
                    <a:pt x="553116" y="795131"/>
                  </a:lnTo>
                  <a:lnTo>
                    <a:pt x="552080" y="795433"/>
                  </a:lnTo>
                  <a:lnTo>
                    <a:pt x="551046" y="795727"/>
                  </a:lnTo>
                  <a:lnTo>
                    <a:pt x="550013" y="796011"/>
                  </a:lnTo>
                  <a:lnTo>
                    <a:pt x="548982" y="796288"/>
                  </a:lnTo>
                  <a:lnTo>
                    <a:pt x="547953" y="796557"/>
                  </a:lnTo>
                  <a:lnTo>
                    <a:pt x="546925" y="796817"/>
                  </a:lnTo>
                  <a:lnTo>
                    <a:pt x="545898" y="797069"/>
                  </a:lnTo>
                  <a:lnTo>
                    <a:pt x="544872" y="797314"/>
                  </a:lnTo>
                  <a:lnTo>
                    <a:pt x="543847" y="797550"/>
                  </a:lnTo>
                  <a:lnTo>
                    <a:pt x="542823" y="797778"/>
                  </a:lnTo>
                  <a:lnTo>
                    <a:pt x="541800" y="797999"/>
                  </a:lnTo>
                  <a:lnTo>
                    <a:pt x="540777" y="798212"/>
                  </a:lnTo>
                  <a:lnTo>
                    <a:pt x="539754" y="798418"/>
                  </a:lnTo>
                  <a:lnTo>
                    <a:pt x="538732" y="798615"/>
                  </a:lnTo>
                  <a:lnTo>
                    <a:pt x="537709" y="798806"/>
                  </a:lnTo>
                  <a:lnTo>
                    <a:pt x="536686" y="798988"/>
                  </a:lnTo>
                  <a:lnTo>
                    <a:pt x="535664" y="799164"/>
                  </a:lnTo>
                  <a:lnTo>
                    <a:pt x="534640" y="799332"/>
                  </a:lnTo>
                  <a:lnTo>
                    <a:pt x="533616" y="799493"/>
                  </a:lnTo>
                  <a:lnTo>
                    <a:pt x="532592" y="799647"/>
                  </a:lnTo>
                  <a:lnTo>
                    <a:pt x="531566" y="799793"/>
                  </a:lnTo>
                  <a:lnTo>
                    <a:pt x="530539" y="799933"/>
                  </a:lnTo>
                  <a:lnTo>
                    <a:pt x="529512" y="800066"/>
                  </a:lnTo>
                  <a:lnTo>
                    <a:pt x="528483" y="800192"/>
                  </a:lnTo>
                  <a:lnTo>
                    <a:pt x="527452" y="800311"/>
                  </a:lnTo>
                  <a:lnTo>
                    <a:pt x="526420" y="800423"/>
                  </a:lnTo>
                  <a:lnTo>
                    <a:pt x="525386" y="800529"/>
                  </a:lnTo>
                  <a:lnTo>
                    <a:pt x="524350" y="800628"/>
                  </a:lnTo>
                  <a:lnTo>
                    <a:pt x="523312" y="800720"/>
                  </a:lnTo>
                  <a:lnTo>
                    <a:pt x="522271" y="800806"/>
                  </a:lnTo>
                  <a:lnTo>
                    <a:pt x="521229" y="800886"/>
                  </a:lnTo>
                  <a:lnTo>
                    <a:pt x="520184" y="800960"/>
                  </a:lnTo>
                  <a:lnTo>
                    <a:pt x="519136" y="801027"/>
                  </a:lnTo>
                  <a:lnTo>
                    <a:pt x="518085" y="801088"/>
                  </a:lnTo>
                  <a:lnTo>
                    <a:pt x="517031" y="801142"/>
                  </a:lnTo>
                  <a:lnTo>
                    <a:pt x="515974" y="801191"/>
                  </a:lnTo>
                  <a:lnTo>
                    <a:pt x="514914" y="801234"/>
                  </a:lnTo>
                  <a:lnTo>
                    <a:pt x="513851" y="801271"/>
                  </a:lnTo>
                  <a:lnTo>
                    <a:pt x="512783" y="801302"/>
                  </a:lnTo>
                  <a:lnTo>
                    <a:pt x="511712" y="801328"/>
                  </a:lnTo>
                  <a:lnTo>
                    <a:pt x="510638" y="801347"/>
                  </a:lnTo>
                  <a:lnTo>
                    <a:pt x="509559" y="801361"/>
                  </a:lnTo>
                  <a:lnTo>
                    <a:pt x="508476" y="801370"/>
                  </a:lnTo>
                  <a:lnTo>
                    <a:pt x="507388" y="801373"/>
                  </a:lnTo>
                  <a:lnTo>
                    <a:pt x="506296" y="801371"/>
                  </a:lnTo>
                  <a:lnTo>
                    <a:pt x="505200" y="801363"/>
                  </a:lnTo>
                  <a:lnTo>
                    <a:pt x="504097" y="801356"/>
                  </a:lnTo>
                  <a:lnTo>
                    <a:pt x="502994" y="801352"/>
                  </a:lnTo>
                  <a:lnTo>
                    <a:pt x="501891" y="801351"/>
                  </a:lnTo>
                  <a:lnTo>
                    <a:pt x="500788" y="801353"/>
                  </a:lnTo>
                  <a:lnTo>
                    <a:pt x="499686" y="801357"/>
                  </a:lnTo>
                  <a:lnTo>
                    <a:pt x="498583" y="801362"/>
                  </a:lnTo>
                  <a:lnTo>
                    <a:pt x="497481" y="801370"/>
                  </a:lnTo>
                  <a:lnTo>
                    <a:pt x="496378" y="801378"/>
                  </a:lnTo>
                  <a:lnTo>
                    <a:pt x="495275" y="801388"/>
                  </a:lnTo>
                  <a:lnTo>
                    <a:pt x="494172" y="801398"/>
                  </a:lnTo>
                  <a:lnTo>
                    <a:pt x="493072" y="801397"/>
                  </a:lnTo>
                  <a:lnTo>
                    <a:pt x="491980" y="801393"/>
                  </a:lnTo>
                  <a:lnTo>
                    <a:pt x="490895" y="801383"/>
                  </a:lnTo>
                  <a:lnTo>
                    <a:pt x="489818" y="801369"/>
                  </a:lnTo>
                  <a:lnTo>
                    <a:pt x="488747" y="801348"/>
                  </a:lnTo>
                  <a:lnTo>
                    <a:pt x="487683" y="801322"/>
                  </a:lnTo>
                  <a:lnTo>
                    <a:pt x="486624" y="801290"/>
                  </a:lnTo>
                  <a:lnTo>
                    <a:pt x="485571" y="801251"/>
                  </a:lnTo>
                  <a:lnTo>
                    <a:pt x="484523" y="801205"/>
                  </a:lnTo>
                  <a:lnTo>
                    <a:pt x="483480" y="801151"/>
                  </a:lnTo>
                  <a:lnTo>
                    <a:pt x="482441" y="801090"/>
                  </a:lnTo>
                  <a:lnTo>
                    <a:pt x="481406" y="801020"/>
                  </a:lnTo>
                  <a:lnTo>
                    <a:pt x="480375" y="800942"/>
                  </a:lnTo>
                  <a:lnTo>
                    <a:pt x="479347" y="800854"/>
                  </a:lnTo>
                  <a:lnTo>
                    <a:pt x="478321" y="800757"/>
                  </a:lnTo>
                  <a:lnTo>
                    <a:pt x="477298" y="800650"/>
                  </a:lnTo>
                  <a:lnTo>
                    <a:pt x="476277" y="800533"/>
                  </a:lnTo>
                  <a:lnTo>
                    <a:pt x="475258" y="800405"/>
                  </a:lnTo>
                  <a:lnTo>
                    <a:pt x="474239" y="800265"/>
                  </a:lnTo>
                  <a:lnTo>
                    <a:pt x="473222" y="800115"/>
                  </a:lnTo>
                  <a:lnTo>
                    <a:pt x="472204" y="799952"/>
                  </a:lnTo>
                  <a:lnTo>
                    <a:pt x="471187" y="799777"/>
                  </a:lnTo>
                  <a:lnTo>
                    <a:pt x="470169" y="799590"/>
                  </a:lnTo>
                  <a:lnTo>
                    <a:pt x="469151" y="799389"/>
                  </a:lnTo>
                  <a:lnTo>
                    <a:pt x="468131" y="799175"/>
                  </a:lnTo>
                  <a:lnTo>
                    <a:pt x="467110" y="798947"/>
                  </a:lnTo>
                  <a:lnTo>
                    <a:pt x="466086" y="798705"/>
                  </a:lnTo>
                  <a:lnTo>
                    <a:pt x="465060" y="798448"/>
                  </a:lnTo>
                  <a:lnTo>
                    <a:pt x="464032" y="798176"/>
                  </a:lnTo>
                  <a:lnTo>
                    <a:pt x="463000" y="797888"/>
                  </a:lnTo>
                  <a:lnTo>
                    <a:pt x="461964" y="797584"/>
                  </a:lnTo>
                  <a:lnTo>
                    <a:pt x="460925" y="797264"/>
                  </a:lnTo>
                  <a:lnTo>
                    <a:pt x="459881" y="796928"/>
                  </a:lnTo>
                  <a:lnTo>
                    <a:pt x="458833" y="796574"/>
                  </a:lnTo>
                  <a:lnTo>
                    <a:pt x="457803" y="796261"/>
                  </a:lnTo>
                  <a:lnTo>
                    <a:pt x="456778" y="795976"/>
                  </a:lnTo>
                  <a:lnTo>
                    <a:pt x="455754" y="795714"/>
                  </a:lnTo>
                  <a:lnTo>
                    <a:pt x="454732" y="795475"/>
                  </a:lnTo>
                  <a:lnTo>
                    <a:pt x="453710" y="795256"/>
                  </a:lnTo>
                  <a:lnTo>
                    <a:pt x="452686" y="795054"/>
                  </a:lnTo>
                  <a:lnTo>
                    <a:pt x="451660" y="794868"/>
                  </a:lnTo>
                  <a:lnTo>
                    <a:pt x="450630" y="794695"/>
                  </a:lnTo>
                  <a:lnTo>
                    <a:pt x="449596" y="794533"/>
                  </a:lnTo>
                  <a:lnTo>
                    <a:pt x="448555" y="794380"/>
                  </a:lnTo>
                  <a:lnTo>
                    <a:pt x="447507" y="794233"/>
                  </a:lnTo>
                  <a:lnTo>
                    <a:pt x="446451" y="794090"/>
                  </a:lnTo>
                  <a:lnTo>
                    <a:pt x="445385" y="793949"/>
                  </a:lnTo>
                  <a:lnTo>
                    <a:pt x="443947" y="793461"/>
                  </a:lnTo>
                  <a:lnTo>
                    <a:pt x="442854" y="793084"/>
                  </a:lnTo>
                  <a:lnTo>
                    <a:pt x="441978" y="792771"/>
                  </a:lnTo>
                  <a:lnTo>
                    <a:pt x="441190" y="792472"/>
                  </a:lnTo>
                  <a:lnTo>
                    <a:pt x="440363" y="792140"/>
                  </a:lnTo>
                  <a:lnTo>
                    <a:pt x="439370" y="791725"/>
                  </a:lnTo>
                  <a:lnTo>
                    <a:pt x="438082" y="791180"/>
                  </a:lnTo>
                  <a:lnTo>
                    <a:pt x="436920" y="790692"/>
                  </a:lnTo>
                  <a:lnTo>
                    <a:pt x="435750" y="790202"/>
                  </a:lnTo>
                  <a:lnTo>
                    <a:pt x="434563" y="789705"/>
                  </a:lnTo>
                  <a:lnTo>
                    <a:pt x="433270" y="789146"/>
                  </a:lnTo>
                  <a:lnTo>
                    <a:pt x="431956" y="788577"/>
                  </a:lnTo>
                  <a:lnTo>
                    <a:pt x="431956" y="787245"/>
                  </a:lnTo>
                  <a:lnTo>
                    <a:pt x="431956" y="785892"/>
                  </a:lnTo>
                  <a:lnTo>
                    <a:pt x="430915" y="785642"/>
                  </a:lnTo>
                  <a:lnTo>
                    <a:pt x="429859" y="785388"/>
                  </a:lnTo>
                  <a:lnTo>
                    <a:pt x="428797" y="785113"/>
                  </a:lnTo>
                  <a:lnTo>
                    <a:pt x="427737" y="784833"/>
                  </a:lnTo>
                  <a:lnTo>
                    <a:pt x="426678" y="784549"/>
                  </a:lnTo>
                  <a:lnTo>
                    <a:pt x="425620" y="784260"/>
                  </a:lnTo>
                  <a:lnTo>
                    <a:pt x="424564" y="783968"/>
                  </a:lnTo>
                  <a:lnTo>
                    <a:pt x="423508" y="783673"/>
                  </a:lnTo>
                  <a:lnTo>
                    <a:pt x="422454" y="783375"/>
                  </a:lnTo>
                  <a:lnTo>
                    <a:pt x="421399" y="783075"/>
                  </a:lnTo>
                  <a:lnTo>
                    <a:pt x="420345" y="782773"/>
                  </a:lnTo>
                  <a:lnTo>
                    <a:pt x="419292" y="782470"/>
                  </a:lnTo>
                  <a:lnTo>
                    <a:pt x="418238" y="782167"/>
                  </a:lnTo>
                  <a:lnTo>
                    <a:pt x="417184" y="781863"/>
                  </a:lnTo>
                  <a:lnTo>
                    <a:pt x="417184" y="780530"/>
                  </a:lnTo>
                  <a:lnTo>
                    <a:pt x="417184" y="779177"/>
                  </a:lnTo>
                  <a:lnTo>
                    <a:pt x="415685" y="779011"/>
                  </a:lnTo>
                  <a:lnTo>
                    <a:pt x="414163" y="778842"/>
                  </a:lnTo>
                  <a:lnTo>
                    <a:pt x="412900" y="778453"/>
                  </a:lnTo>
                  <a:lnTo>
                    <a:pt x="411801" y="778023"/>
                  </a:lnTo>
                  <a:lnTo>
                    <a:pt x="410834" y="777545"/>
                  </a:lnTo>
                  <a:lnTo>
                    <a:pt x="409968" y="777016"/>
                  </a:lnTo>
                  <a:lnTo>
                    <a:pt x="409169" y="776430"/>
                  </a:lnTo>
                  <a:lnTo>
                    <a:pt x="408408" y="775781"/>
                  </a:lnTo>
                  <a:lnTo>
                    <a:pt x="407652" y="775065"/>
                  </a:lnTo>
                  <a:lnTo>
                    <a:pt x="406870" y="774277"/>
                  </a:lnTo>
                  <a:lnTo>
                    <a:pt x="406029" y="773411"/>
                  </a:lnTo>
                  <a:lnTo>
                    <a:pt x="405099" y="772463"/>
                  </a:lnTo>
                  <a:lnTo>
                    <a:pt x="404242" y="771824"/>
                  </a:lnTo>
                  <a:lnTo>
                    <a:pt x="403385" y="771190"/>
                  </a:lnTo>
                  <a:lnTo>
                    <a:pt x="402527" y="770560"/>
                  </a:lnTo>
                  <a:lnTo>
                    <a:pt x="401668" y="769934"/>
                  </a:lnTo>
                  <a:lnTo>
                    <a:pt x="400807" y="769312"/>
                  </a:lnTo>
                  <a:lnTo>
                    <a:pt x="399943" y="768693"/>
                  </a:lnTo>
                  <a:lnTo>
                    <a:pt x="399077" y="768078"/>
                  </a:lnTo>
                  <a:lnTo>
                    <a:pt x="398206" y="767466"/>
                  </a:lnTo>
                  <a:lnTo>
                    <a:pt x="397332" y="766858"/>
                  </a:lnTo>
                  <a:lnTo>
                    <a:pt x="396453" y="766252"/>
                  </a:lnTo>
                  <a:lnTo>
                    <a:pt x="395322" y="765456"/>
                  </a:lnTo>
                  <a:lnTo>
                    <a:pt x="394174" y="764647"/>
                  </a:lnTo>
                  <a:lnTo>
                    <a:pt x="393262" y="764023"/>
                  </a:lnTo>
                  <a:lnTo>
                    <a:pt x="392356" y="763419"/>
                  </a:lnTo>
                  <a:lnTo>
                    <a:pt x="391453" y="762833"/>
                  </a:lnTo>
                  <a:lnTo>
                    <a:pt x="390548" y="762267"/>
                  </a:lnTo>
                  <a:lnTo>
                    <a:pt x="389638" y="761720"/>
                  </a:lnTo>
                  <a:lnTo>
                    <a:pt x="388718" y="761194"/>
                  </a:lnTo>
                  <a:lnTo>
                    <a:pt x="387786" y="760687"/>
                  </a:lnTo>
                  <a:lnTo>
                    <a:pt x="386838" y="760201"/>
                  </a:lnTo>
                  <a:lnTo>
                    <a:pt x="385869" y="759735"/>
                  </a:lnTo>
                  <a:lnTo>
                    <a:pt x="384875" y="759290"/>
                  </a:lnTo>
                  <a:lnTo>
                    <a:pt x="383854" y="758866"/>
                  </a:lnTo>
                  <a:lnTo>
                    <a:pt x="382736" y="758350"/>
                  </a:lnTo>
                  <a:lnTo>
                    <a:pt x="381788" y="757777"/>
                  </a:lnTo>
                  <a:lnTo>
                    <a:pt x="380983" y="757144"/>
                  </a:lnTo>
                  <a:lnTo>
                    <a:pt x="380291" y="756451"/>
                  </a:lnTo>
                  <a:lnTo>
                    <a:pt x="379683" y="755697"/>
                  </a:lnTo>
                  <a:lnTo>
                    <a:pt x="379131" y="754882"/>
                  </a:lnTo>
                  <a:lnTo>
                    <a:pt x="378605" y="754003"/>
                  </a:lnTo>
                  <a:lnTo>
                    <a:pt x="378077" y="753059"/>
                  </a:lnTo>
                  <a:lnTo>
                    <a:pt x="377518" y="752051"/>
                  </a:lnTo>
                  <a:lnTo>
                    <a:pt x="376898" y="750977"/>
                  </a:lnTo>
                  <a:lnTo>
                    <a:pt x="376010" y="750369"/>
                  </a:lnTo>
                  <a:lnTo>
                    <a:pt x="375120" y="749764"/>
                  </a:lnTo>
                  <a:lnTo>
                    <a:pt x="374229" y="749161"/>
                  </a:lnTo>
                  <a:lnTo>
                    <a:pt x="373336" y="748561"/>
                  </a:lnTo>
                  <a:lnTo>
                    <a:pt x="372441" y="747963"/>
                  </a:lnTo>
                  <a:lnTo>
                    <a:pt x="371544" y="747369"/>
                  </a:lnTo>
                  <a:lnTo>
                    <a:pt x="370645" y="746778"/>
                  </a:lnTo>
                  <a:lnTo>
                    <a:pt x="369744" y="746190"/>
                  </a:lnTo>
                  <a:lnTo>
                    <a:pt x="368841" y="745605"/>
                  </a:lnTo>
                  <a:lnTo>
                    <a:pt x="368841" y="744272"/>
                  </a:lnTo>
                  <a:lnTo>
                    <a:pt x="368841" y="742919"/>
                  </a:lnTo>
                  <a:lnTo>
                    <a:pt x="367508" y="742919"/>
                  </a:lnTo>
                  <a:lnTo>
                    <a:pt x="366155" y="742919"/>
                  </a:lnTo>
                  <a:lnTo>
                    <a:pt x="365614" y="741670"/>
                  </a:lnTo>
                  <a:lnTo>
                    <a:pt x="365065" y="740401"/>
                  </a:lnTo>
                  <a:lnTo>
                    <a:pt x="364462" y="739337"/>
                  </a:lnTo>
                  <a:lnTo>
                    <a:pt x="363957" y="738525"/>
                  </a:lnTo>
                  <a:lnTo>
                    <a:pt x="363450" y="737869"/>
                  </a:lnTo>
                  <a:lnTo>
                    <a:pt x="362843" y="737271"/>
                  </a:lnTo>
                  <a:lnTo>
                    <a:pt x="362038" y="736636"/>
                  </a:lnTo>
                  <a:lnTo>
                    <a:pt x="360937" y="735865"/>
                  </a:lnTo>
                  <a:lnTo>
                    <a:pt x="359441" y="734862"/>
                  </a:lnTo>
                  <a:lnTo>
                    <a:pt x="358711" y="733780"/>
                  </a:lnTo>
                  <a:lnTo>
                    <a:pt x="358202" y="732999"/>
                  </a:lnTo>
                  <a:lnTo>
                    <a:pt x="357781" y="732298"/>
                  </a:lnTo>
                  <a:lnTo>
                    <a:pt x="357315" y="731453"/>
                  </a:lnTo>
                  <a:lnTo>
                    <a:pt x="356672" y="730245"/>
                  </a:lnTo>
                  <a:lnTo>
                    <a:pt x="355683" y="728411"/>
                  </a:lnTo>
                  <a:lnTo>
                    <a:pt x="354833" y="726854"/>
                  </a:lnTo>
                  <a:lnTo>
                    <a:pt x="354096" y="725546"/>
                  </a:lnTo>
                  <a:lnTo>
                    <a:pt x="353447" y="724461"/>
                  </a:lnTo>
                  <a:lnTo>
                    <a:pt x="352860" y="723569"/>
                  </a:lnTo>
                  <a:lnTo>
                    <a:pt x="352310" y="722843"/>
                  </a:lnTo>
                  <a:lnTo>
                    <a:pt x="351772" y="722256"/>
                  </a:lnTo>
                  <a:lnTo>
                    <a:pt x="351219" y="721780"/>
                  </a:lnTo>
                  <a:lnTo>
                    <a:pt x="350627" y="721387"/>
                  </a:lnTo>
                  <a:lnTo>
                    <a:pt x="349970" y="721049"/>
                  </a:lnTo>
                  <a:lnTo>
                    <a:pt x="349222" y="720739"/>
                  </a:lnTo>
                  <a:lnTo>
                    <a:pt x="348359" y="720429"/>
                  </a:lnTo>
                  <a:lnTo>
                    <a:pt x="347355" y="720090"/>
                  </a:lnTo>
                  <a:lnTo>
                    <a:pt x="347355" y="719026"/>
                  </a:lnTo>
                  <a:lnTo>
                    <a:pt x="347355" y="717960"/>
                  </a:lnTo>
                  <a:lnTo>
                    <a:pt x="347355" y="716888"/>
                  </a:lnTo>
                  <a:lnTo>
                    <a:pt x="347355" y="715809"/>
                  </a:lnTo>
                  <a:lnTo>
                    <a:pt x="347355" y="714719"/>
                  </a:lnTo>
                  <a:lnTo>
                    <a:pt x="346022" y="714719"/>
                  </a:lnTo>
                  <a:lnTo>
                    <a:pt x="344669" y="714719"/>
                  </a:lnTo>
                  <a:lnTo>
                    <a:pt x="344447" y="713611"/>
                  </a:lnTo>
                  <a:lnTo>
                    <a:pt x="344225" y="712501"/>
                  </a:lnTo>
                  <a:lnTo>
                    <a:pt x="344002" y="711387"/>
                  </a:lnTo>
                  <a:lnTo>
                    <a:pt x="343779" y="710267"/>
                  </a:lnTo>
                  <a:lnTo>
                    <a:pt x="343553" y="709141"/>
                  </a:lnTo>
                  <a:lnTo>
                    <a:pt x="343326" y="708004"/>
                  </a:lnTo>
                  <a:lnTo>
                    <a:pt x="341993" y="708004"/>
                  </a:lnTo>
                  <a:lnTo>
                    <a:pt x="340640" y="708004"/>
                  </a:lnTo>
                  <a:lnTo>
                    <a:pt x="340640" y="706940"/>
                  </a:lnTo>
                  <a:lnTo>
                    <a:pt x="340640" y="705874"/>
                  </a:lnTo>
                  <a:lnTo>
                    <a:pt x="340640" y="704802"/>
                  </a:lnTo>
                  <a:lnTo>
                    <a:pt x="340640" y="703723"/>
                  </a:lnTo>
                  <a:lnTo>
                    <a:pt x="340640" y="702633"/>
                  </a:lnTo>
                  <a:lnTo>
                    <a:pt x="339464" y="702636"/>
                  </a:lnTo>
                  <a:lnTo>
                    <a:pt x="338284" y="702639"/>
                  </a:lnTo>
                  <a:lnTo>
                    <a:pt x="337094" y="702641"/>
                  </a:lnTo>
                  <a:lnTo>
                    <a:pt x="335892" y="702644"/>
                  </a:lnTo>
                  <a:lnTo>
                    <a:pt x="334147" y="702648"/>
                  </a:lnTo>
                  <a:lnTo>
                    <a:pt x="332403" y="702652"/>
                  </a:lnTo>
                  <a:lnTo>
                    <a:pt x="330658" y="702656"/>
                  </a:lnTo>
                  <a:lnTo>
                    <a:pt x="328914" y="702660"/>
                  </a:lnTo>
                  <a:lnTo>
                    <a:pt x="327169" y="702664"/>
                  </a:lnTo>
                  <a:lnTo>
                    <a:pt x="325425" y="702668"/>
                  </a:lnTo>
                  <a:lnTo>
                    <a:pt x="323680" y="702672"/>
                  </a:lnTo>
                  <a:lnTo>
                    <a:pt x="321935" y="702675"/>
                  </a:lnTo>
                  <a:lnTo>
                    <a:pt x="320191" y="702679"/>
                  </a:lnTo>
                  <a:lnTo>
                    <a:pt x="318446" y="702683"/>
                  </a:lnTo>
                  <a:lnTo>
                    <a:pt x="316702" y="702687"/>
                  </a:lnTo>
                  <a:lnTo>
                    <a:pt x="314957" y="702691"/>
                  </a:lnTo>
                  <a:lnTo>
                    <a:pt x="313213" y="702694"/>
                  </a:lnTo>
                  <a:lnTo>
                    <a:pt x="311468" y="702698"/>
                  </a:lnTo>
                  <a:lnTo>
                    <a:pt x="309724" y="702702"/>
                  </a:lnTo>
                  <a:lnTo>
                    <a:pt x="307979" y="702705"/>
                  </a:lnTo>
                  <a:lnTo>
                    <a:pt x="306235" y="702709"/>
                  </a:lnTo>
                  <a:lnTo>
                    <a:pt x="304490" y="702712"/>
                  </a:lnTo>
                  <a:lnTo>
                    <a:pt x="302746" y="702716"/>
                  </a:lnTo>
                  <a:lnTo>
                    <a:pt x="301001" y="702719"/>
                  </a:lnTo>
                  <a:lnTo>
                    <a:pt x="299257" y="702723"/>
                  </a:lnTo>
                  <a:lnTo>
                    <a:pt x="297512" y="702726"/>
                  </a:lnTo>
                  <a:lnTo>
                    <a:pt x="295768" y="702730"/>
                  </a:lnTo>
                  <a:lnTo>
                    <a:pt x="294023" y="702733"/>
                  </a:lnTo>
                  <a:lnTo>
                    <a:pt x="292278" y="702736"/>
                  </a:lnTo>
                  <a:lnTo>
                    <a:pt x="290534" y="702740"/>
                  </a:lnTo>
                  <a:lnTo>
                    <a:pt x="288789" y="702743"/>
                  </a:lnTo>
                  <a:lnTo>
                    <a:pt x="287045" y="702746"/>
                  </a:lnTo>
                  <a:lnTo>
                    <a:pt x="285300" y="702749"/>
                  </a:lnTo>
                  <a:lnTo>
                    <a:pt x="283556" y="702752"/>
                  </a:lnTo>
                  <a:lnTo>
                    <a:pt x="281811" y="702756"/>
                  </a:lnTo>
                  <a:lnTo>
                    <a:pt x="280067" y="702759"/>
                  </a:lnTo>
                  <a:lnTo>
                    <a:pt x="278322" y="702762"/>
                  </a:lnTo>
                  <a:lnTo>
                    <a:pt x="276578" y="702765"/>
                  </a:lnTo>
                  <a:lnTo>
                    <a:pt x="274833" y="702768"/>
                  </a:lnTo>
                  <a:lnTo>
                    <a:pt x="273089" y="702771"/>
                  </a:lnTo>
                  <a:lnTo>
                    <a:pt x="271344" y="702774"/>
                  </a:lnTo>
                  <a:lnTo>
                    <a:pt x="269600" y="702776"/>
                  </a:lnTo>
                  <a:lnTo>
                    <a:pt x="267855" y="702779"/>
                  </a:lnTo>
                  <a:lnTo>
                    <a:pt x="266110" y="702782"/>
                  </a:lnTo>
                  <a:lnTo>
                    <a:pt x="264366" y="702785"/>
                  </a:lnTo>
                  <a:lnTo>
                    <a:pt x="262621" y="702788"/>
                  </a:lnTo>
                  <a:lnTo>
                    <a:pt x="260877" y="702790"/>
                  </a:lnTo>
                  <a:lnTo>
                    <a:pt x="259132" y="702793"/>
                  </a:lnTo>
                  <a:lnTo>
                    <a:pt x="257388" y="702796"/>
                  </a:lnTo>
                  <a:lnTo>
                    <a:pt x="255643" y="702798"/>
                  </a:lnTo>
                  <a:lnTo>
                    <a:pt x="253899" y="702801"/>
                  </a:lnTo>
                  <a:lnTo>
                    <a:pt x="252154" y="702803"/>
                  </a:lnTo>
                  <a:lnTo>
                    <a:pt x="250410" y="702806"/>
                  </a:lnTo>
                  <a:lnTo>
                    <a:pt x="248665" y="702808"/>
                  </a:lnTo>
                  <a:lnTo>
                    <a:pt x="246921" y="702811"/>
                  </a:lnTo>
                  <a:lnTo>
                    <a:pt x="245176" y="702813"/>
                  </a:lnTo>
                  <a:lnTo>
                    <a:pt x="243432" y="702815"/>
                  </a:lnTo>
                  <a:lnTo>
                    <a:pt x="241687" y="702818"/>
                  </a:lnTo>
                  <a:lnTo>
                    <a:pt x="239943" y="702820"/>
                  </a:lnTo>
                  <a:lnTo>
                    <a:pt x="238198" y="702822"/>
                  </a:lnTo>
                  <a:lnTo>
                    <a:pt x="236453" y="702824"/>
                  </a:lnTo>
                  <a:lnTo>
                    <a:pt x="234709" y="702826"/>
                  </a:lnTo>
                  <a:lnTo>
                    <a:pt x="232964" y="702828"/>
                  </a:lnTo>
                  <a:lnTo>
                    <a:pt x="231220" y="702830"/>
                  </a:lnTo>
                  <a:lnTo>
                    <a:pt x="229475" y="702833"/>
                  </a:lnTo>
                  <a:lnTo>
                    <a:pt x="227731" y="702835"/>
                  </a:lnTo>
                  <a:lnTo>
                    <a:pt x="225986" y="702836"/>
                  </a:lnTo>
                  <a:lnTo>
                    <a:pt x="224242" y="702838"/>
                  </a:lnTo>
                  <a:lnTo>
                    <a:pt x="223184" y="702840"/>
                  </a:lnTo>
                  <a:lnTo>
                    <a:pt x="222126" y="702841"/>
                  </a:lnTo>
                  <a:lnTo>
                    <a:pt x="221069" y="702842"/>
                  </a:lnTo>
                  <a:lnTo>
                    <a:pt x="220011" y="702843"/>
                  </a:lnTo>
                  <a:lnTo>
                    <a:pt x="218953" y="702845"/>
                  </a:lnTo>
                  <a:lnTo>
                    <a:pt x="217896" y="702846"/>
                  </a:lnTo>
                  <a:lnTo>
                    <a:pt x="216838" y="702847"/>
                  </a:lnTo>
                  <a:lnTo>
                    <a:pt x="215780" y="702848"/>
                  </a:lnTo>
                  <a:lnTo>
                    <a:pt x="214722" y="702850"/>
                  </a:lnTo>
                  <a:lnTo>
                    <a:pt x="213664" y="702851"/>
                  </a:lnTo>
                  <a:lnTo>
                    <a:pt x="212607" y="702852"/>
                  </a:lnTo>
                  <a:lnTo>
                    <a:pt x="211549" y="702853"/>
                  </a:lnTo>
                  <a:lnTo>
                    <a:pt x="210491" y="702854"/>
                  </a:lnTo>
                  <a:lnTo>
                    <a:pt x="209119" y="702856"/>
                  </a:lnTo>
                  <a:lnTo>
                    <a:pt x="207726" y="702857"/>
                  </a:lnTo>
                  <a:lnTo>
                    <a:pt x="206671" y="702858"/>
                  </a:lnTo>
                  <a:lnTo>
                    <a:pt x="205617" y="702860"/>
                  </a:lnTo>
                  <a:lnTo>
                    <a:pt x="204562" y="702861"/>
                  </a:lnTo>
                  <a:lnTo>
                    <a:pt x="203508" y="702863"/>
                  </a:lnTo>
                  <a:lnTo>
                    <a:pt x="202453" y="702864"/>
                  </a:lnTo>
                  <a:lnTo>
                    <a:pt x="201399" y="702866"/>
                  </a:lnTo>
                  <a:lnTo>
                    <a:pt x="200344" y="702867"/>
                  </a:lnTo>
                  <a:lnTo>
                    <a:pt x="199290" y="702869"/>
                  </a:lnTo>
                  <a:lnTo>
                    <a:pt x="198235" y="702870"/>
                  </a:lnTo>
                  <a:lnTo>
                    <a:pt x="197181" y="702872"/>
                  </a:lnTo>
                  <a:lnTo>
                    <a:pt x="196126" y="702874"/>
                  </a:lnTo>
                  <a:lnTo>
                    <a:pt x="195072" y="702875"/>
                  </a:lnTo>
                  <a:lnTo>
                    <a:pt x="194017" y="702877"/>
                  </a:lnTo>
                  <a:lnTo>
                    <a:pt x="192963" y="702879"/>
                  </a:lnTo>
                  <a:lnTo>
                    <a:pt x="191908" y="702881"/>
                  </a:lnTo>
                  <a:lnTo>
                    <a:pt x="190854" y="702883"/>
                  </a:lnTo>
                  <a:lnTo>
                    <a:pt x="189799" y="702885"/>
                  </a:lnTo>
                  <a:lnTo>
                    <a:pt x="188745" y="702887"/>
                  </a:lnTo>
                  <a:lnTo>
                    <a:pt x="187690" y="702889"/>
                  </a:lnTo>
                  <a:lnTo>
                    <a:pt x="186636" y="702891"/>
                  </a:lnTo>
                  <a:lnTo>
                    <a:pt x="185581" y="702893"/>
                  </a:lnTo>
                  <a:lnTo>
                    <a:pt x="184527" y="702895"/>
                  </a:lnTo>
                  <a:lnTo>
                    <a:pt x="183473" y="702897"/>
                  </a:lnTo>
                  <a:lnTo>
                    <a:pt x="182418" y="702900"/>
                  </a:lnTo>
                  <a:lnTo>
                    <a:pt x="181364" y="702902"/>
                  </a:lnTo>
                  <a:lnTo>
                    <a:pt x="180309" y="702904"/>
                  </a:lnTo>
                  <a:lnTo>
                    <a:pt x="179255" y="702906"/>
                  </a:lnTo>
                  <a:lnTo>
                    <a:pt x="178200" y="702909"/>
                  </a:lnTo>
                  <a:lnTo>
                    <a:pt x="177146" y="702911"/>
                  </a:lnTo>
                  <a:lnTo>
                    <a:pt x="176091" y="702913"/>
                  </a:lnTo>
                  <a:lnTo>
                    <a:pt x="175037" y="702916"/>
                  </a:lnTo>
                  <a:lnTo>
                    <a:pt x="173982" y="702918"/>
                  </a:lnTo>
                  <a:lnTo>
                    <a:pt x="172928" y="702920"/>
                  </a:lnTo>
                  <a:lnTo>
                    <a:pt x="171873" y="702923"/>
                  </a:lnTo>
                  <a:lnTo>
                    <a:pt x="170819" y="702925"/>
                  </a:lnTo>
                  <a:lnTo>
                    <a:pt x="169764" y="702928"/>
                  </a:lnTo>
                  <a:lnTo>
                    <a:pt x="168710" y="702930"/>
                  </a:lnTo>
                  <a:lnTo>
                    <a:pt x="167655" y="702933"/>
                  </a:lnTo>
                  <a:lnTo>
                    <a:pt x="166601" y="702935"/>
                  </a:lnTo>
                  <a:lnTo>
                    <a:pt x="165546" y="702938"/>
                  </a:lnTo>
                  <a:lnTo>
                    <a:pt x="164492" y="702941"/>
                  </a:lnTo>
                  <a:lnTo>
                    <a:pt x="163437" y="702943"/>
                  </a:lnTo>
                  <a:lnTo>
                    <a:pt x="162380" y="702946"/>
                  </a:lnTo>
                  <a:lnTo>
                    <a:pt x="161323" y="702948"/>
                  </a:lnTo>
                  <a:lnTo>
                    <a:pt x="160265" y="702951"/>
                  </a:lnTo>
                  <a:lnTo>
                    <a:pt x="159208" y="702954"/>
                  </a:lnTo>
                  <a:lnTo>
                    <a:pt x="158151" y="702956"/>
                  </a:lnTo>
                  <a:lnTo>
                    <a:pt x="157093" y="702958"/>
                  </a:lnTo>
                  <a:lnTo>
                    <a:pt x="156036" y="702961"/>
                  </a:lnTo>
                  <a:lnTo>
                    <a:pt x="154978" y="702963"/>
                  </a:lnTo>
                  <a:lnTo>
                    <a:pt x="153921" y="702965"/>
                  </a:lnTo>
                  <a:lnTo>
                    <a:pt x="152864" y="702967"/>
                  </a:lnTo>
                  <a:lnTo>
                    <a:pt x="151806" y="702970"/>
                  </a:lnTo>
                  <a:lnTo>
                    <a:pt x="150749" y="702972"/>
                  </a:lnTo>
                  <a:lnTo>
                    <a:pt x="149692" y="702974"/>
                  </a:lnTo>
                  <a:lnTo>
                    <a:pt x="148634" y="702976"/>
                  </a:lnTo>
                  <a:lnTo>
                    <a:pt x="147577" y="702978"/>
                  </a:lnTo>
                  <a:lnTo>
                    <a:pt x="146520" y="702980"/>
                  </a:lnTo>
                  <a:lnTo>
                    <a:pt x="145462" y="702981"/>
                  </a:lnTo>
                  <a:lnTo>
                    <a:pt x="144405" y="702983"/>
                  </a:lnTo>
                  <a:lnTo>
                    <a:pt x="143348" y="702985"/>
                  </a:lnTo>
                  <a:lnTo>
                    <a:pt x="142290" y="702987"/>
                  </a:lnTo>
                  <a:lnTo>
                    <a:pt x="141233" y="702988"/>
                  </a:lnTo>
                  <a:lnTo>
                    <a:pt x="140176" y="702990"/>
                  </a:lnTo>
                  <a:lnTo>
                    <a:pt x="139118" y="702991"/>
                  </a:lnTo>
                  <a:lnTo>
                    <a:pt x="138061" y="702993"/>
                  </a:lnTo>
                  <a:lnTo>
                    <a:pt x="137004" y="702994"/>
                  </a:lnTo>
                  <a:lnTo>
                    <a:pt x="135946" y="702995"/>
                  </a:lnTo>
                  <a:lnTo>
                    <a:pt x="134889" y="702997"/>
                  </a:lnTo>
                  <a:lnTo>
                    <a:pt x="133832" y="702998"/>
                  </a:lnTo>
                  <a:lnTo>
                    <a:pt x="132774" y="702999"/>
                  </a:lnTo>
                  <a:lnTo>
                    <a:pt x="131717" y="703000"/>
                  </a:lnTo>
                  <a:lnTo>
                    <a:pt x="130660" y="703002"/>
                  </a:lnTo>
                  <a:lnTo>
                    <a:pt x="129602" y="703003"/>
                  </a:lnTo>
                  <a:lnTo>
                    <a:pt x="128545" y="703004"/>
                  </a:lnTo>
                  <a:lnTo>
                    <a:pt x="127488" y="703005"/>
                  </a:lnTo>
                  <a:lnTo>
                    <a:pt x="126430" y="703006"/>
                  </a:lnTo>
                  <a:lnTo>
                    <a:pt x="125373" y="703007"/>
                  </a:lnTo>
                  <a:lnTo>
                    <a:pt x="124316" y="703007"/>
                  </a:lnTo>
                  <a:lnTo>
                    <a:pt x="123258" y="703008"/>
                  </a:lnTo>
                  <a:lnTo>
                    <a:pt x="122201" y="703009"/>
                  </a:lnTo>
                  <a:lnTo>
                    <a:pt x="121143" y="703010"/>
                  </a:lnTo>
                  <a:lnTo>
                    <a:pt x="120086" y="703010"/>
                  </a:lnTo>
                  <a:lnTo>
                    <a:pt x="119029" y="703011"/>
                  </a:lnTo>
                  <a:lnTo>
                    <a:pt x="117971" y="703012"/>
                  </a:lnTo>
                  <a:lnTo>
                    <a:pt x="116908" y="703012"/>
                  </a:lnTo>
                  <a:lnTo>
                    <a:pt x="115844" y="703013"/>
                  </a:lnTo>
                  <a:lnTo>
                    <a:pt x="114781" y="703014"/>
                  </a:lnTo>
                  <a:lnTo>
                    <a:pt x="113717" y="703015"/>
                  </a:lnTo>
                  <a:lnTo>
                    <a:pt x="112653" y="703016"/>
                  </a:lnTo>
                  <a:lnTo>
                    <a:pt x="111590" y="703017"/>
                  </a:lnTo>
                  <a:lnTo>
                    <a:pt x="110526" y="703018"/>
                  </a:lnTo>
                  <a:lnTo>
                    <a:pt x="109462" y="703020"/>
                  </a:lnTo>
                  <a:lnTo>
                    <a:pt x="108399" y="703021"/>
                  </a:lnTo>
                  <a:lnTo>
                    <a:pt x="107335" y="703023"/>
                  </a:lnTo>
                  <a:lnTo>
                    <a:pt x="106271" y="703024"/>
                  </a:lnTo>
                  <a:lnTo>
                    <a:pt x="105208" y="703026"/>
                  </a:lnTo>
                  <a:lnTo>
                    <a:pt x="104144" y="703028"/>
                  </a:lnTo>
                  <a:lnTo>
                    <a:pt x="103080" y="703030"/>
                  </a:lnTo>
                  <a:lnTo>
                    <a:pt x="102017" y="703032"/>
                  </a:lnTo>
                  <a:lnTo>
                    <a:pt x="100953" y="703034"/>
                  </a:lnTo>
                  <a:lnTo>
                    <a:pt x="99889" y="703037"/>
                  </a:lnTo>
                  <a:lnTo>
                    <a:pt x="98826" y="703040"/>
                  </a:lnTo>
                  <a:lnTo>
                    <a:pt x="97762" y="703042"/>
                  </a:lnTo>
                  <a:lnTo>
                    <a:pt x="96698" y="703045"/>
                  </a:lnTo>
                  <a:lnTo>
                    <a:pt x="95634" y="703048"/>
                  </a:lnTo>
                  <a:lnTo>
                    <a:pt x="94571" y="703052"/>
                  </a:lnTo>
                  <a:lnTo>
                    <a:pt x="93507" y="703055"/>
                  </a:lnTo>
                  <a:lnTo>
                    <a:pt x="92443" y="703059"/>
                  </a:lnTo>
                  <a:lnTo>
                    <a:pt x="91398" y="703062"/>
                  </a:lnTo>
                  <a:lnTo>
                    <a:pt x="90353" y="703065"/>
                  </a:lnTo>
                  <a:lnTo>
                    <a:pt x="89308" y="703069"/>
                  </a:lnTo>
                  <a:lnTo>
                    <a:pt x="88263" y="703072"/>
                  </a:lnTo>
                  <a:lnTo>
                    <a:pt x="87218" y="703074"/>
                  </a:lnTo>
                  <a:lnTo>
                    <a:pt x="86173" y="703077"/>
                  </a:lnTo>
                  <a:lnTo>
                    <a:pt x="85128" y="703079"/>
                  </a:lnTo>
                  <a:lnTo>
                    <a:pt x="84083" y="703081"/>
                  </a:lnTo>
                  <a:lnTo>
                    <a:pt x="83038" y="703083"/>
                  </a:lnTo>
                  <a:lnTo>
                    <a:pt x="81993" y="703084"/>
                  </a:lnTo>
                  <a:lnTo>
                    <a:pt x="80948" y="703086"/>
                  </a:lnTo>
                  <a:lnTo>
                    <a:pt x="79903" y="703087"/>
                  </a:lnTo>
                  <a:lnTo>
                    <a:pt x="78858" y="703088"/>
                  </a:lnTo>
                  <a:lnTo>
                    <a:pt x="77813" y="703089"/>
                  </a:lnTo>
                  <a:lnTo>
                    <a:pt x="76768" y="703090"/>
                  </a:lnTo>
                  <a:lnTo>
                    <a:pt x="75723" y="703090"/>
                  </a:lnTo>
                  <a:lnTo>
                    <a:pt x="74678" y="703090"/>
                  </a:lnTo>
                  <a:lnTo>
                    <a:pt x="73633" y="703090"/>
                  </a:lnTo>
                  <a:lnTo>
                    <a:pt x="72587" y="703090"/>
                  </a:lnTo>
                  <a:lnTo>
                    <a:pt x="71542" y="703090"/>
                  </a:lnTo>
                  <a:lnTo>
                    <a:pt x="70497" y="703090"/>
                  </a:lnTo>
                  <a:lnTo>
                    <a:pt x="69452" y="703089"/>
                  </a:lnTo>
                  <a:lnTo>
                    <a:pt x="68407" y="703088"/>
                  </a:lnTo>
                  <a:lnTo>
                    <a:pt x="67306" y="703089"/>
                  </a:lnTo>
                  <a:lnTo>
                    <a:pt x="66204" y="703090"/>
                  </a:lnTo>
                  <a:lnTo>
                    <a:pt x="65102" y="703093"/>
                  </a:lnTo>
                  <a:lnTo>
                    <a:pt x="64001" y="703095"/>
                  </a:lnTo>
                  <a:lnTo>
                    <a:pt x="62899" y="703099"/>
                  </a:lnTo>
                  <a:lnTo>
                    <a:pt x="61797" y="703103"/>
                  </a:lnTo>
                  <a:lnTo>
                    <a:pt x="60695" y="703108"/>
                  </a:lnTo>
                  <a:lnTo>
                    <a:pt x="59594" y="703114"/>
                  </a:lnTo>
                  <a:lnTo>
                    <a:pt x="58498" y="703119"/>
                  </a:lnTo>
                  <a:lnTo>
                    <a:pt x="57402" y="703122"/>
                  </a:lnTo>
                  <a:lnTo>
                    <a:pt x="56306" y="703125"/>
                  </a:lnTo>
                  <a:lnTo>
                    <a:pt x="55210" y="703126"/>
                  </a:lnTo>
                  <a:lnTo>
                    <a:pt x="54115" y="703127"/>
                  </a:lnTo>
                  <a:lnTo>
                    <a:pt x="53019" y="703127"/>
                  </a:lnTo>
                  <a:lnTo>
                    <a:pt x="51923" y="703126"/>
                  </a:lnTo>
                  <a:lnTo>
                    <a:pt x="50827" y="703125"/>
                  </a:lnTo>
                  <a:lnTo>
                    <a:pt x="49731" y="703123"/>
                  </a:lnTo>
                  <a:lnTo>
                    <a:pt x="48636" y="703120"/>
                  </a:lnTo>
                  <a:lnTo>
                    <a:pt x="47540" y="703118"/>
                  </a:lnTo>
                  <a:lnTo>
                    <a:pt x="46382" y="703129"/>
                  </a:lnTo>
                  <a:lnTo>
                    <a:pt x="45217" y="703141"/>
                  </a:lnTo>
                  <a:lnTo>
                    <a:pt x="44036" y="703153"/>
                  </a:lnTo>
                  <a:lnTo>
                    <a:pt x="42988" y="703136"/>
                  </a:lnTo>
                  <a:lnTo>
                    <a:pt x="41940" y="703100"/>
                  </a:lnTo>
                  <a:lnTo>
                    <a:pt x="40892" y="703045"/>
                  </a:lnTo>
                  <a:lnTo>
                    <a:pt x="39844" y="702972"/>
                  </a:lnTo>
                  <a:lnTo>
                    <a:pt x="38798" y="702880"/>
                  </a:lnTo>
                  <a:lnTo>
                    <a:pt x="37753" y="702769"/>
                  </a:lnTo>
                  <a:lnTo>
                    <a:pt x="36710" y="702639"/>
                  </a:lnTo>
                  <a:lnTo>
                    <a:pt x="35670" y="702491"/>
                  </a:lnTo>
                  <a:lnTo>
                    <a:pt x="34632" y="702323"/>
                  </a:lnTo>
                  <a:lnTo>
                    <a:pt x="33597" y="702137"/>
                  </a:lnTo>
                  <a:lnTo>
                    <a:pt x="32566" y="701932"/>
                  </a:lnTo>
                  <a:lnTo>
                    <a:pt x="31539" y="701708"/>
                  </a:lnTo>
                  <a:lnTo>
                    <a:pt x="30516" y="701465"/>
                  </a:lnTo>
                  <a:lnTo>
                    <a:pt x="29499" y="701203"/>
                  </a:lnTo>
                  <a:lnTo>
                    <a:pt x="28486" y="700922"/>
                  </a:lnTo>
                  <a:lnTo>
                    <a:pt x="27479" y="700622"/>
                  </a:lnTo>
                  <a:lnTo>
                    <a:pt x="26478" y="700303"/>
                  </a:lnTo>
                  <a:lnTo>
                    <a:pt x="25484" y="699965"/>
                  </a:lnTo>
                  <a:lnTo>
                    <a:pt x="24497" y="699609"/>
                  </a:lnTo>
                  <a:lnTo>
                    <a:pt x="23517" y="699233"/>
                  </a:lnTo>
                  <a:lnTo>
                    <a:pt x="22545" y="698838"/>
                  </a:lnTo>
                  <a:lnTo>
                    <a:pt x="21580" y="698424"/>
                  </a:lnTo>
                  <a:lnTo>
                    <a:pt x="20625" y="697992"/>
                  </a:lnTo>
                  <a:lnTo>
                    <a:pt x="19678" y="697540"/>
                  </a:lnTo>
                  <a:lnTo>
                    <a:pt x="18741" y="697069"/>
                  </a:lnTo>
                  <a:lnTo>
                    <a:pt x="17814" y="696579"/>
                  </a:lnTo>
                  <a:lnTo>
                    <a:pt x="16897" y="696069"/>
                  </a:lnTo>
                  <a:lnTo>
                    <a:pt x="15991" y="695541"/>
                  </a:lnTo>
                  <a:lnTo>
                    <a:pt x="15095" y="694994"/>
                  </a:lnTo>
                  <a:lnTo>
                    <a:pt x="14212" y="694427"/>
                  </a:lnTo>
                  <a:lnTo>
                    <a:pt x="13340" y="693842"/>
                  </a:lnTo>
                  <a:lnTo>
                    <a:pt x="12480" y="693237"/>
                  </a:lnTo>
                  <a:lnTo>
                    <a:pt x="11633" y="692613"/>
                  </a:lnTo>
                  <a:lnTo>
                    <a:pt x="10800" y="691969"/>
                  </a:lnTo>
                  <a:lnTo>
                    <a:pt x="9980" y="691307"/>
                  </a:lnTo>
                  <a:lnTo>
                    <a:pt x="9174" y="690625"/>
                  </a:lnTo>
                  <a:lnTo>
                    <a:pt x="8382" y="689924"/>
                  </a:lnTo>
                  <a:lnTo>
                    <a:pt x="7605" y="689204"/>
                  </a:lnTo>
                  <a:lnTo>
                    <a:pt x="6883" y="688262"/>
                  </a:lnTo>
                  <a:lnTo>
                    <a:pt x="6202" y="687334"/>
                  </a:lnTo>
                  <a:lnTo>
                    <a:pt x="5561" y="686419"/>
                  </a:lnTo>
                  <a:lnTo>
                    <a:pt x="4960" y="685514"/>
                  </a:lnTo>
                  <a:lnTo>
                    <a:pt x="4398" y="684616"/>
                  </a:lnTo>
                  <a:lnTo>
                    <a:pt x="3873" y="683722"/>
                  </a:lnTo>
                  <a:lnTo>
                    <a:pt x="3386" y="682832"/>
                  </a:lnTo>
                  <a:lnTo>
                    <a:pt x="2936" y="681942"/>
                  </a:lnTo>
                  <a:lnTo>
                    <a:pt x="2521" y="681049"/>
                  </a:lnTo>
                  <a:lnTo>
                    <a:pt x="2142" y="680152"/>
                  </a:lnTo>
                  <a:lnTo>
                    <a:pt x="1797" y="679247"/>
                  </a:lnTo>
                  <a:lnTo>
                    <a:pt x="1485" y="678334"/>
                  </a:lnTo>
                  <a:lnTo>
                    <a:pt x="1206" y="677408"/>
                  </a:lnTo>
                  <a:lnTo>
                    <a:pt x="959" y="676468"/>
                  </a:lnTo>
                  <a:lnTo>
                    <a:pt x="743" y="675511"/>
                  </a:lnTo>
                  <a:lnTo>
                    <a:pt x="558" y="674536"/>
                  </a:lnTo>
                  <a:lnTo>
                    <a:pt x="402" y="673539"/>
                  </a:lnTo>
                  <a:lnTo>
                    <a:pt x="275" y="672517"/>
                  </a:lnTo>
                  <a:lnTo>
                    <a:pt x="177" y="671470"/>
                  </a:lnTo>
                  <a:lnTo>
                    <a:pt x="106" y="670394"/>
                  </a:lnTo>
                  <a:lnTo>
                    <a:pt x="62" y="669286"/>
                  </a:lnTo>
                  <a:lnTo>
                    <a:pt x="43" y="668145"/>
                  </a:lnTo>
                  <a:lnTo>
                    <a:pt x="50" y="666969"/>
                  </a:lnTo>
                  <a:lnTo>
                    <a:pt x="41" y="665855"/>
                  </a:lnTo>
                  <a:lnTo>
                    <a:pt x="31" y="664735"/>
                  </a:lnTo>
                  <a:lnTo>
                    <a:pt x="21" y="663599"/>
                  </a:lnTo>
                  <a:lnTo>
                    <a:pt x="15" y="662484"/>
                  </a:lnTo>
                  <a:lnTo>
                    <a:pt x="12" y="661369"/>
                  </a:lnTo>
                  <a:lnTo>
                    <a:pt x="12" y="660253"/>
                  </a:lnTo>
                  <a:lnTo>
                    <a:pt x="13" y="659138"/>
                  </a:lnTo>
                  <a:lnTo>
                    <a:pt x="16" y="658023"/>
                  </a:lnTo>
                  <a:lnTo>
                    <a:pt x="21" y="656908"/>
                  </a:lnTo>
                  <a:lnTo>
                    <a:pt x="27" y="655793"/>
                  </a:lnTo>
                  <a:lnTo>
                    <a:pt x="33" y="654677"/>
                  </a:lnTo>
                  <a:lnTo>
                    <a:pt x="40" y="653562"/>
                  </a:lnTo>
                  <a:lnTo>
                    <a:pt x="47" y="652447"/>
                  </a:lnTo>
                  <a:lnTo>
                    <a:pt x="44" y="651292"/>
                  </a:lnTo>
                  <a:lnTo>
                    <a:pt x="41" y="650136"/>
                  </a:lnTo>
                  <a:lnTo>
                    <a:pt x="37" y="648981"/>
                  </a:lnTo>
                  <a:lnTo>
                    <a:pt x="33" y="647826"/>
                  </a:lnTo>
                  <a:lnTo>
                    <a:pt x="28" y="646670"/>
                  </a:lnTo>
                  <a:lnTo>
                    <a:pt x="23" y="645515"/>
                  </a:lnTo>
                  <a:lnTo>
                    <a:pt x="18" y="644360"/>
                  </a:lnTo>
                  <a:lnTo>
                    <a:pt x="15" y="643302"/>
                  </a:lnTo>
                  <a:lnTo>
                    <a:pt x="12" y="642245"/>
                  </a:lnTo>
                  <a:lnTo>
                    <a:pt x="9" y="641188"/>
                  </a:lnTo>
                  <a:lnTo>
                    <a:pt x="8" y="640130"/>
                  </a:lnTo>
                  <a:lnTo>
                    <a:pt x="6" y="639073"/>
                  </a:lnTo>
                  <a:lnTo>
                    <a:pt x="6" y="638016"/>
                  </a:lnTo>
                  <a:lnTo>
                    <a:pt x="5" y="636958"/>
                  </a:lnTo>
                  <a:lnTo>
                    <a:pt x="5" y="635901"/>
                  </a:lnTo>
                  <a:lnTo>
                    <a:pt x="6" y="634844"/>
                  </a:lnTo>
                  <a:lnTo>
                    <a:pt x="7" y="633786"/>
                  </a:lnTo>
                  <a:lnTo>
                    <a:pt x="8" y="632729"/>
                  </a:lnTo>
                  <a:lnTo>
                    <a:pt x="9" y="631672"/>
                  </a:lnTo>
                  <a:lnTo>
                    <a:pt x="11" y="630615"/>
                  </a:lnTo>
                  <a:lnTo>
                    <a:pt x="13" y="629557"/>
                  </a:lnTo>
                  <a:lnTo>
                    <a:pt x="15" y="628500"/>
                  </a:lnTo>
                  <a:lnTo>
                    <a:pt x="18" y="627443"/>
                  </a:lnTo>
                  <a:lnTo>
                    <a:pt x="20" y="626386"/>
                  </a:lnTo>
                  <a:lnTo>
                    <a:pt x="23" y="625328"/>
                  </a:lnTo>
                  <a:lnTo>
                    <a:pt x="26" y="624271"/>
                  </a:lnTo>
                  <a:lnTo>
                    <a:pt x="29" y="623214"/>
                  </a:lnTo>
                  <a:lnTo>
                    <a:pt x="33" y="622157"/>
                  </a:lnTo>
                  <a:lnTo>
                    <a:pt x="35" y="621115"/>
                  </a:lnTo>
                  <a:lnTo>
                    <a:pt x="36" y="620074"/>
                  </a:lnTo>
                  <a:lnTo>
                    <a:pt x="38" y="619032"/>
                  </a:lnTo>
                  <a:lnTo>
                    <a:pt x="39" y="617991"/>
                  </a:lnTo>
                  <a:lnTo>
                    <a:pt x="39" y="616949"/>
                  </a:lnTo>
                  <a:lnTo>
                    <a:pt x="39" y="615908"/>
                  </a:lnTo>
                  <a:lnTo>
                    <a:pt x="39" y="614866"/>
                  </a:lnTo>
                  <a:lnTo>
                    <a:pt x="39" y="613825"/>
                  </a:lnTo>
                  <a:lnTo>
                    <a:pt x="38" y="612784"/>
                  </a:lnTo>
                  <a:lnTo>
                    <a:pt x="38" y="611742"/>
                  </a:lnTo>
                  <a:lnTo>
                    <a:pt x="36" y="610701"/>
                  </a:lnTo>
                  <a:lnTo>
                    <a:pt x="35" y="609659"/>
                  </a:lnTo>
                  <a:lnTo>
                    <a:pt x="34" y="608618"/>
                  </a:lnTo>
                  <a:lnTo>
                    <a:pt x="32" y="607577"/>
                  </a:lnTo>
                  <a:lnTo>
                    <a:pt x="30" y="606535"/>
                  </a:lnTo>
                  <a:lnTo>
                    <a:pt x="29" y="605494"/>
                  </a:lnTo>
                  <a:lnTo>
                    <a:pt x="27" y="604452"/>
                  </a:lnTo>
                  <a:lnTo>
                    <a:pt x="25" y="603411"/>
                  </a:lnTo>
                  <a:lnTo>
                    <a:pt x="22" y="602369"/>
                  </a:lnTo>
                  <a:lnTo>
                    <a:pt x="20" y="601328"/>
                  </a:lnTo>
                  <a:lnTo>
                    <a:pt x="18" y="600287"/>
                  </a:lnTo>
                  <a:lnTo>
                    <a:pt x="16" y="599245"/>
                  </a:lnTo>
                  <a:lnTo>
                    <a:pt x="14" y="598204"/>
                  </a:lnTo>
                  <a:lnTo>
                    <a:pt x="12" y="597151"/>
                  </a:lnTo>
                  <a:lnTo>
                    <a:pt x="11" y="596099"/>
                  </a:lnTo>
                  <a:lnTo>
                    <a:pt x="9" y="595046"/>
                  </a:lnTo>
                  <a:lnTo>
                    <a:pt x="8" y="593994"/>
                  </a:lnTo>
                  <a:lnTo>
                    <a:pt x="7" y="592941"/>
                  </a:lnTo>
                  <a:lnTo>
                    <a:pt x="6" y="591889"/>
                  </a:lnTo>
                  <a:lnTo>
                    <a:pt x="5" y="590837"/>
                  </a:lnTo>
                  <a:lnTo>
                    <a:pt x="4" y="589784"/>
                  </a:lnTo>
                  <a:lnTo>
                    <a:pt x="3" y="588732"/>
                  </a:lnTo>
                  <a:lnTo>
                    <a:pt x="2" y="587679"/>
                  </a:lnTo>
                  <a:lnTo>
                    <a:pt x="2" y="586627"/>
                  </a:lnTo>
                  <a:lnTo>
                    <a:pt x="1" y="585574"/>
                  </a:lnTo>
                  <a:lnTo>
                    <a:pt x="1" y="584522"/>
                  </a:lnTo>
                  <a:lnTo>
                    <a:pt x="0" y="583469"/>
                  </a:lnTo>
                  <a:lnTo>
                    <a:pt x="0" y="582417"/>
                  </a:lnTo>
                  <a:lnTo>
                    <a:pt x="0" y="581365"/>
                  </a:lnTo>
                  <a:lnTo>
                    <a:pt x="0" y="580312"/>
                  </a:lnTo>
                  <a:lnTo>
                    <a:pt x="0" y="579260"/>
                  </a:lnTo>
                  <a:lnTo>
                    <a:pt x="0" y="578207"/>
                  </a:lnTo>
                  <a:lnTo>
                    <a:pt x="0" y="577155"/>
                  </a:lnTo>
                  <a:lnTo>
                    <a:pt x="0" y="576102"/>
                  </a:lnTo>
                  <a:lnTo>
                    <a:pt x="0" y="575050"/>
                  </a:lnTo>
                  <a:lnTo>
                    <a:pt x="1" y="573998"/>
                  </a:lnTo>
                  <a:lnTo>
                    <a:pt x="1" y="572945"/>
                  </a:lnTo>
                  <a:lnTo>
                    <a:pt x="2" y="571893"/>
                  </a:lnTo>
                  <a:lnTo>
                    <a:pt x="2" y="570840"/>
                  </a:lnTo>
                  <a:lnTo>
                    <a:pt x="3" y="569788"/>
                  </a:lnTo>
                  <a:lnTo>
                    <a:pt x="4" y="568735"/>
                  </a:lnTo>
                  <a:lnTo>
                    <a:pt x="4" y="567683"/>
                  </a:lnTo>
                  <a:lnTo>
                    <a:pt x="5" y="566631"/>
                  </a:lnTo>
                  <a:lnTo>
                    <a:pt x="6" y="565578"/>
                  </a:lnTo>
                  <a:lnTo>
                    <a:pt x="7" y="564526"/>
                  </a:lnTo>
                  <a:lnTo>
                    <a:pt x="8" y="563473"/>
                  </a:lnTo>
                  <a:lnTo>
                    <a:pt x="9" y="562421"/>
                  </a:lnTo>
                  <a:lnTo>
                    <a:pt x="11" y="561368"/>
                  </a:lnTo>
                  <a:lnTo>
                    <a:pt x="12" y="560316"/>
                  </a:lnTo>
                  <a:lnTo>
                    <a:pt x="13" y="559263"/>
                  </a:lnTo>
                  <a:lnTo>
                    <a:pt x="15" y="558211"/>
                  </a:lnTo>
                  <a:lnTo>
                    <a:pt x="16" y="557159"/>
                  </a:lnTo>
                  <a:lnTo>
                    <a:pt x="17" y="556106"/>
                  </a:lnTo>
                  <a:lnTo>
                    <a:pt x="19" y="555054"/>
                  </a:lnTo>
                  <a:lnTo>
                    <a:pt x="21" y="554001"/>
                  </a:lnTo>
                  <a:lnTo>
                    <a:pt x="22" y="552954"/>
                  </a:lnTo>
                  <a:lnTo>
                    <a:pt x="24" y="551907"/>
                  </a:lnTo>
                  <a:lnTo>
                    <a:pt x="25" y="550860"/>
                  </a:lnTo>
                  <a:lnTo>
                    <a:pt x="27" y="549814"/>
                  </a:lnTo>
                  <a:lnTo>
                    <a:pt x="28" y="548767"/>
                  </a:lnTo>
                  <a:lnTo>
                    <a:pt x="30" y="547720"/>
                  </a:lnTo>
                  <a:lnTo>
                    <a:pt x="31" y="546673"/>
                  </a:lnTo>
                  <a:lnTo>
                    <a:pt x="32" y="545626"/>
                  </a:lnTo>
                  <a:lnTo>
                    <a:pt x="33" y="544579"/>
                  </a:lnTo>
                  <a:lnTo>
                    <a:pt x="34" y="543532"/>
                  </a:lnTo>
                  <a:lnTo>
                    <a:pt x="36" y="542485"/>
                  </a:lnTo>
                  <a:lnTo>
                    <a:pt x="37" y="541438"/>
                  </a:lnTo>
                  <a:lnTo>
                    <a:pt x="38" y="540391"/>
                  </a:lnTo>
                  <a:lnTo>
                    <a:pt x="39" y="539344"/>
                  </a:lnTo>
                  <a:lnTo>
                    <a:pt x="39" y="538297"/>
                  </a:lnTo>
                  <a:lnTo>
                    <a:pt x="40" y="537250"/>
                  </a:lnTo>
                  <a:lnTo>
                    <a:pt x="41" y="536203"/>
                  </a:lnTo>
                  <a:lnTo>
                    <a:pt x="42" y="535156"/>
                  </a:lnTo>
                  <a:lnTo>
                    <a:pt x="42" y="534110"/>
                  </a:lnTo>
                  <a:lnTo>
                    <a:pt x="43" y="533063"/>
                  </a:lnTo>
                  <a:lnTo>
                    <a:pt x="44" y="532016"/>
                  </a:lnTo>
                  <a:lnTo>
                    <a:pt x="44" y="530969"/>
                  </a:lnTo>
                  <a:lnTo>
                    <a:pt x="45" y="529922"/>
                  </a:lnTo>
                  <a:lnTo>
                    <a:pt x="45" y="528875"/>
                  </a:lnTo>
                  <a:lnTo>
                    <a:pt x="45" y="527828"/>
                  </a:lnTo>
                  <a:lnTo>
                    <a:pt x="46" y="526781"/>
                  </a:lnTo>
                  <a:lnTo>
                    <a:pt x="46" y="525734"/>
                  </a:lnTo>
                  <a:lnTo>
                    <a:pt x="46" y="524687"/>
                  </a:lnTo>
                  <a:lnTo>
                    <a:pt x="46" y="523640"/>
                  </a:lnTo>
                  <a:lnTo>
                    <a:pt x="46" y="522593"/>
                  </a:lnTo>
                  <a:lnTo>
                    <a:pt x="46" y="521546"/>
                  </a:lnTo>
                  <a:lnTo>
                    <a:pt x="46" y="520499"/>
                  </a:lnTo>
                  <a:lnTo>
                    <a:pt x="46" y="519453"/>
                  </a:lnTo>
                  <a:lnTo>
                    <a:pt x="46" y="518406"/>
                  </a:lnTo>
                  <a:lnTo>
                    <a:pt x="46" y="517359"/>
                  </a:lnTo>
                  <a:lnTo>
                    <a:pt x="46" y="516312"/>
                  </a:lnTo>
                  <a:lnTo>
                    <a:pt x="45" y="515265"/>
                  </a:lnTo>
                  <a:lnTo>
                    <a:pt x="45" y="514218"/>
                  </a:lnTo>
                  <a:lnTo>
                    <a:pt x="45" y="513171"/>
                  </a:lnTo>
                  <a:lnTo>
                    <a:pt x="44" y="511813"/>
                  </a:lnTo>
                  <a:lnTo>
                    <a:pt x="43" y="510435"/>
                  </a:lnTo>
                  <a:lnTo>
                    <a:pt x="43" y="509336"/>
                  </a:lnTo>
                  <a:lnTo>
                    <a:pt x="43" y="508236"/>
                  </a:lnTo>
                  <a:lnTo>
                    <a:pt x="42" y="507136"/>
                  </a:lnTo>
                  <a:lnTo>
                    <a:pt x="42" y="506037"/>
                  </a:lnTo>
                  <a:lnTo>
                    <a:pt x="41" y="504937"/>
                  </a:lnTo>
                  <a:lnTo>
                    <a:pt x="41" y="503838"/>
                  </a:lnTo>
                  <a:lnTo>
                    <a:pt x="41" y="502738"/>
                  </a:lnTo>
                  <a:lnTo>
                    <a:pt x="40" y="501639"/>
                  </a:lnTo>
                  <a:lnTo>
                    <a:pt x="40" y="500539"/>
                  </a:lnTo>
                  <a:lnTo>
                    <a:pt x="39" y="499440"/>
                  </a:lnTo>
                  <a:lnTo>
                    <a:pt x="39" y="497829"/>
                  </a:lnTo>
                  <a:lnTo>
                    <a:pt x="38" y="496217"/>
                  </a:lnTo>
                  <a:lnTo>
                    <a:pt x="38" y="494606"/>
                  </a:lnTo>
                  <a:lnTo>
                    <a:pt x="37" y="492994"/>
                  </a:lnTo>
                  <a:lnTo>
                    <a:pt x="37" y="491383"/>
                  </a:lnTo>
                  <a:lnTo>
                    <a:pt x="37" y="489772"/>
                  </a:lnTo>
                  <a:lnTo>
                    <a:pt x="36" y="488160"/>
                  </a:lnTo>
                  <a:lnTo>
                    <a:pt x="36" y="486549"/>
                  </a:lnTo>
                  <a:lnTo>
                    <a:pt x="36" y="484937"/>
                  </a:lnTo>
                  <a:lnTo>
                    <a:pt x="36" y="483326"/>
                  </a:lnTo>
                  <a:lnTo>
                    <a:pt x="36" y="481715"/>
                  </a:lnTo>
                  <a:lnTo>
                    <a:pt x="36" y="480103"/>
                  </a:lnTo>
                  <a:lnTo>
                    <a:pt x="36" y="478492"/>
                  </a:lnTo>
                  <a:lnTo>
                    <a:pt x="36" y="476880"/>
                  </a:lnTo>
                  <a:lnTo>
                    <a:pt x="36" y="475269"/>
                  </a:lnTo>
                  <a:lnTo>
                    <a:pt x="36" y="473658"/>
                  </a:lnTo>
                  <a:lnTo>
                    <a:pt x="36" y="472046"/>
                  </a:lnTo>
                  <a:lnTo>
                    <a:pt x="37" y="470435"/>
                  </a:lnTo>
                  <a:lnTo>
                    <a:pt x="37" y="468823"/>
                  </a:lnTo>
                  <a:lnTo>
                    <a:pt x="37" y="467212"/>
                  </a:lnTo>
                  <a:lnTo>
                    <a:pt x="38" y="465601"/>
                  </a:lnTo>
                  <a:lnTo>
                    <a:pt x="38" y="463989"/>
                  </a:lnTo>
                  <a:lnTo>
                    <a:pt x="39" y="462378"/>
                  </a:lnTo>
                  <a:lnTo>
                    <a:pt x="39" y="460766"/>
                  </a:lnTo>
                  <a:lnTo>
                    <a:pt x="40" y="459155"/>
                  </a:lnTo>
                  <a:lnTo>
                    <a:pt x="40" y="457544"/>
                  </a:lnTo>
                  <a:lnTo>
                    <a:pt x="41" y="455932"/>
                  </a:lnTo>
                  <a:lnTo>
                    <a:pt x="42" y="454321"/>
                  </a:lnTo>
                  <a:lnTo>
                    <a:pt x="43" y="452709"/>
                  </a:lnTo>
                  <a:lnTo>
                    <a:pt x="43" y="451098"/>
                  </a:lnTo>
                  <a:lnTo>
                    <a:pt x="44" y="449487"/>
                  </a:lnTo>
                  <a:lnTo>
                    <a:pt x="45" y="447875"/>
                  </a:lnTo>
                  <a:lnTo>
                    <a:pt x="46" y="446264"/>
                  </a:lnTo>
                  <a:lnTo>
                    <a:pt x="47" y="444652"/>
                  </a:lnTo>
                  <a:lnTo>
                    <a:pt x="48" y="443041"/>
                  </a:lnTo>
                  <a:lnTo>
                    <a:pt x="49" y="441430"/>
                  </a:lnTo>
                  <a:lnTo>
                    <a:pt x="50" y="439818"/>
                  </a:lnTo>
                  <a:lnTo>
                    <a:pt x="51" y="438207"/>
                  </a:lnTo>
                  <a:lnTo>
                    <a:pt x="52" y="436595"/>
                  </a:lnTo>
                  <a:lnTo>
                    <a:pt x="54" y="434984"/>
                  </a:lnTo>
                  <a:lnTo>
                    <a:pt x="55" y="433373"/>
                  </a:lnTo>
                  <a:lnTo>
                    <a:pt x="56" y="431761"/>
                  </a:lnTo>
                  <a:lnTo>
                    <a:pt x="58" y="430150"/>
                  </a:lnTo>
                  <a:lnTo>
                    <a:pt x="59" y="428538"/>
                  </a:lnTo>
                  <a:lnTo>
                    <a:pt x="60" y="426927"/>
                  </a:lnTo>
                  <a:lnTo>
                    <a:pt x="62" y="425316"/>
                  </a:lnTo>
                  <a:lnTo>
                    <a:pt x="63" y="423704"/>
                  </a:lnTo>
                  <a:lnTo>
                    <a:pt x="65" y="422093"/>
                  </a:lnTo>
                  <a:lnTo>
                    <a:pt x="66" y="420481"/>
                  </a:lnTo>
                  <a:lnTo>
                    <a:pt x="68" y="418870"/>
                  </a:lnTo>
                  <a:lnTo>
                    <a:pt x="69" y="417259"/>
                  </a:lnTo>
                  <a:lnTo>
                    <a:pt x="71" y="415647"/>
                  </a:lnTo>
                  <a:lnTo>
                    <a:pt x="73" y="414036"/>
                  </a:lnTo>
                  <a:lnTo>
                    <a:pt x="74" y="412425"/>
                  </a:lnTo>
                  <a:lnTo>
                    <a:pt x="76" y="410813"/>
                  </a:lnTo>
                  <a:lnTo>
                    <a:pt x="78" y="409202"/>
                  </a:lnTo>
                  <a:lnTo>
                    <a:pt x="80" y="407590"/>
                  </a:lnTo>
                  <a:lnTo>
                    <a:pt x="82" y="405979"/>
                  </a:lnTo>
                  <a:lnTo>
                    <a:pt x="83" y="404368"/>
                  </a:lnTo>
                  <a:lnTo>
                    <a:pt x="85" y="402756"/>
                  </a:lnTo>
                  <a:lnTo>
                    <a:pt x="87" y="401145"/>
                  </a:lnTo>
                  <a:lnTo>
                    <a:pt x="89" y="399533"/>
                  </a:lnTo>
                  <a:lnTo>
                    <a:pt x="91" y="397922"/>
                  </a:lnTo>
                  <a:lnTo>
                    <a:pt x="93" y="396311"/>
                  </a:lnTo>
                  <a:lnTo>
                    <a:pt x="95" y="394879"/>
                  </a:lnTo>
                  <a:lnTo>
                    <a:pt x="97" y="393447"/>
                  </a:lnTo>
                  <a:lnTo>
                    <a:pt x="98" y="392015"/>
                  </a:lnTo>
                  <a:lnTo>
                    <a:pt x="100" y="390583"/>
                  </a:lnTo>
                  <a:lnTo>
                    <a:pt x="101" y="389152"/>
                  </a:lnTo>
                  <a:lnTo>
                    <a:pt x="103" y="387720"/>
                  </a:lnTo>
                  <a:lnTo>
                    <a:pt x="104" y="386288"/>
                  </a:lnTo>
                  <a:lnTo>
                    <a:pt x="106" y="384856"/>
                  </a:lnTo>
                  <a:lnTo>
                    <a:pt x="107" y="383424"/>
                  </a:lnTo>
                  <a:lnTo>
                    <a:pt x="108" y="381993"/>
                  </a:lnTo>
                  <a:lnTo>
                    <a:pt x="110" y="380561"/>
                  </a:lnTo>
                  <a:lnTo>
                    <a:pt x="111" y="379129"/>
                  </a:lnTo>
                  <a:lnTo>
                    <a:pt x="112" y="377697"/>
                  </a:lnTo>
                  <a:lnTo>
                    <a:pt x="113" y="376265"/>
                  </a:lnTo>
                  <a:lnTo>
                    <a:pt x="115" y="374834"/>
                  </a:lnTo>
                  <a:lnTo>
                    <a:pt x="116" y="373402"/>
                  </a:lnTo>
                  <a:lnTo>
                    <a:pt x="117" y="371970"/>
                  </a:lnTo>
                  <a:lnTo>
                    <a:pt x="118" y="370538"/>
                  </a:lnTo>
                  <a:lnTo>
                    <a:pt x="119" y="369106"/>
                  </a:lnTo>
                  <a:lnTo>
                    <a:pt x="119" y="367675"/>
                  </a:lnTo>
                  <a:lnTo>
                    <a:pt x="120" y="366243"/>
                  </a:lnTo>
                  <a:lnTo>
                    <a:pt x="121" y="364811"/>
                  </a:lnTo>
                  <a:lnTo>
                    <a:pt x="122" y="363379"/>
                  </a:lnTo>
                  <a:lnTo>
                    <a:pt x="123" y="361948"/>
                  </a:lnTo>
                  <a:lnTo>
                    <a:pt x="123" y="360516"/>
                  </a:lnTo>
                  <a:lnTo>
                    <a:pt x="124" y="359084"/>
                  </a:lnTo>
                  <a:lnTo>
                    <a:pt x="125" y="357652"/>
                  </a:lnTo>
                  <a:lnTo>
                    <a:pt x="125" y="356220"/>
                  </a:lnTo>
                  <a:lnTo>
                    <a:pt x="126" y="354789"/>
                  </a:lnTo>
                  <a:lnTo>
                    <a:pt x="126" y="353357"/>
                  </a:lnTo>
                  <a:lnTo>
                    <a:pt x="126" y="351925"/>
                  </a:lnTo>
                  <a:lnTo>
                    <a:pt x="127" y="350493"/>
                  </a:lnTo>
                  <a:lnTo>
                    <a:pt x="127" y="349062"/>
                  </a:lnTo>
                  <a:lnTo>
                    <a:pt x="127" y="347630"/>
                  </a:lnTo>
                  <a:lnTo>
                    <a:pt x="128" y="346198"/>
                  </a:lnTo>
                  <a:lnTo>
                    <a:pt x="128" y="344766"/>
                  </a:lnTo>
                  <a:lnTo>
                    <a:pt x="128" y="343335"/>
                  </a:lnTo>
                  <a:lnTo>
                    <a:pt x="128" y="341903"/>
                  </a:lnTo>
                  <a:lnTo>
                    <a:pt x="128" y="340471"/>
                  </a:lnTo>
                  <a:lnTo>
                    <a:pt x="128" y="339039"/>
                  </a:lnTo>
                  <a:lnTo>
                    <a:pt x="128" y="337607"/>
                  </a:lnTo>
                  <a:lnTo>
                    <a:pt x="128" y="336176"/>
                  </a:lnTo>
                  <a:lnTo>
                    <a:pt x="128" y="334744"/>
                  </a:lnTo>
                  <a:lnTo>
                    <a:pt x="128" y="333312"/>
                  </a:lnTo>
                  <a:lnTo>
                    <a:pt x="128" y="331880"/>
                  </a:lnTo>
                  <a:lnTo>
                    <a:pt x="128" y="330449"/>
                  </a:lnTo>
                  <a:lnTo>
                    <a:pt x="128" y="329017"/>
                  </a:lnTo>
                  <a:lnTo>
                    <a:pt x="127" y="327585"/>
                  </a:lnTo>
                  <a:lnTo>
                    <a:pt x="127" y="326153"/>
                  </a:lnTo>
                  <a:lnTo>
                    <a:pt x="127" y="324721"/>
                  </a:lnTo>
                  <a:lnTo>
                    <a:pt x="126" y="323290"/>
                  </a:lnTo>
                  <a:lnTo>
                    <a:pt x="126" y="321858"/>
                  </a:lnTo>
                  <a:lnTo>
                    <a:pt x="125" y="320426"/>
                  </a:lnTo>
                  <a:lnTo>
                    <a:pt x="125" y="318994"/>
                  </a:lnTo>
                  <a:lnTo>
                    <a:pt x="124" y="317562"/>
                  </a:lnTo>
                  <a:lnTo>
                    <a:pt x="124" y="316131"/>
                  </a:lnTo>
                  <a:lnTo>
                    <a:pt x="123" y="314699"/>
                  </a:lnTo>
                  <a:lnTo>
                    <a:pt x="122" y="313267"/>
                  </a:lnTo>
                  <a:lnTo>
                    <a:pt x="122" y="311835"/>
                  </a:lnTo>
                  <a:lnTo>
                    <a:pt x="121" y="310403"/>
                  </a:lnTo>
                  <a:lnTo>
                    <a:pt x="120" y="308972"/>
                  </a:lnTo>
                  <a:lnTo>
                    <a:pt x="119" y="307540"/>
                  </a:lnTo>
                  <a:lnTo>
                    <a:pt x="118" y="306108"/>
                  </a:lnTo>
                  <a:lnTo>
                    <a:pt x="117" y="304676"/>
                  </a:lnTo>
                  <a:lnTo>
                    <a:pt x="117" y="303609"/>
                  </a:lnTo>
                  <a:lnTo>
                    <a:pt x="116" y="302543"/>
                  </a:lnTo>
                  <a:lnTo>
                    <a:pt x="115" y="301476"/>
                  </a:lnTo>
                  <a:lnTo>
                    <a:pt x="114" y="300409"/>
                  </a:lnTo>
                  <a:lnTo>
                    <a:pt x="114" y="299342"/>
                  </a:lnTo>
                  <a:lnTo>
                    <a:pt x="113" y="298275"/>
                  </a:lnTo>
                  <a:lnTo>
                    <a:pt x="112" y="297209"/>
                  </a:lnTo>
                  <a:lnTo>
                    <a:pt x="111" y="296142"/>
                  </a:lnTo>
                  <a:lnTo>
                    <a:pt x="111" y="295075"/>
                  </a:lnTo>
                  <a:lnTo>
                    <a:pt x="110" y="294008"/>
                  </a:lnTo>
                  <a:lnTo>
                    <a:pt x="109" y="292941"/>
                  </a:lnTo>
                  <a:lnTo>
                    <a:pt x="108" y="291875"/>
                  </a:lnTo>
                  <a:lnTo>
                    <a:pt x="108" y="290808"/>
                  </a:lnTo>
                  <a:lnTo>
                    <a:pt x="107" y="289741"/>
                  </a:lnTo>
                  <a:lnTo>
                    <a:pt x="106" y="288674"/>
                  </a:lnTo>
                  <a:lnTo>
                    <a:pt x="106" y="287608"/>
                  </a:lnTo>
                  <a:lnTo>
                    <a:pt x="105" y="286541"/>
                  </a:lnTo>
                  <a:lnTo>
                    <a:pt x="104" y="285474"/>
                  </a:lnTo>
                  <a:lnTo>
                    <a:pt x="103" y="284407"/>
                  </a:lnTo>
                  <a:lnTo>
                    <a:pt x="103" y="283340"/>
                  </a:lnTo>
                  <a:lnTo>
                    <a:pt x="102" y="282274"/>
                  </a:lnTo>
                  <a:lnTo>
                    <a:pt x="101" y="281207"/>
                  </a:lnTo>
                  <a:lnTo>
                    <a:pt x="101" y="279758"/>
                  </a:lnTo>
                  <a:lnTo>
                    <a:pt x="100" y="278289"/>
                  </a:lnTo>
                  <a:lnTo>
                    <a:pt x="99" y="277092"/>
                  </a:lnTo>
                  <a:lnTo>
                    <a:pt x="99" y="275896"/>
                  </a:lnTo>
                  <a:lnTo>
                    <a:pt x="98" y="274699"/>
                  </a:lnTo>
                  <a:lnTo>
                    <a:pt x="97" y="273503"/>
                  </a:lnTo>
                  <a:lnTo>
                    <a:pt x="97" y="272307"/>
                  </a:lnTo>
                  <a:lnTo>
                    <a:pt x="96" y="271110"/>
                  </a:lnTo>
                  <a:lnTo>
                    <a:pt x="96" y="269914"/>
                  </a:lnTo>
                  <a:lnTo>
                    <a:pt x="95" y="268718"/>
                  </a:lnTo>
                  <a:lnTo>
                    <a:pt x="95" y="267521"/>
                  </a:lnTo>
                  <a:lnTo>
                    <a:pt x="95" y="266325"/>
                  </a:lnTo>
                  <a:lnTo>
                    <a:pt x="94" y="265128"/>
                  </a:lnTo>
                  <a:lnTo>
                    <a:pt x="94" y="263932"/>
                  </a:lnTo>
                  <a:lnTo>
                    <a:pt x="94" y="262736"/>
                  </a:lnTo>
                  <a:lnTo>
                    <a:pt x="93" y="261539"/>
                  </a:lnTo>
                  <a:lnTo>
                    <a:pt x="93" y="260343"/>
                  </a:lnTo>
                  <a:lnTo>
                    <a:pt x="93" y="259147"/>
                  </a:lnTo>
                  <a:lnTo>
                    <a:pt x="93" y="257950"/>
                  </a:lnTo>
                  <a:lnTo>
                    <a:pt x="93" y="256754"/>
                  </a:lnTo>
                  <a:lnTo>
                    <a:pt x="93" y="255558"/>
                  </a:lnTo>
                  <a:lnTo>
                    <a:pt x="93" y="254361"/>
                  </a:lnTo>
                  <a:lnTo>
                    <a:pt x="93" y="253165"/>
                  </a:lnTo>
                  <a:lnTo>
                    <a:pt x="92" y="251969"/>
                  </a:lnTo>
                  <a:lnTo>
                    <a:pt x="93" y="250772"/>
                  </a:lnTo>
                  <a:lnTo>
                    <a:pt x="93" y="249576"/>
                  </a:lnTo>
                  <a:lnTo>
                    <a:pt x="93" y="248380"/>
                  </a:lnTo>
                  <a:lnTo>
                    <a:pt x="93" y="247183"/>
                  </a:lnTo>
                  <a:lnTo>
                    <a:pt x="93" y="245987"/>
                  </a:lnTo>
                  <a:lnTo>
                    <a:pt x="93" y="244791"/>
                  </a:lnTo>
                  <a:lnTo>
                    <a:pt x="93" y="243594"/>
                  </a:lnTo>
                  <a:lnTo>
                    <a:pt x="93" y="242398"/>
                  </a:lnTo>
                  <a:lnTo>
                    <a:pt x="94" y="241202"/>
                  </a:lnTo>
                  <a:lnTo>
                    <a:pt x="94" y="240005"/>
                  </a:lnTo>
                  <a:lnTo>
                    <a:pt x="94" y="238809"/>
                  </a:lnTo>
                  <a:lnTo>
                    <a:pt x="94" y="237613"/>
                  </a:lnTo>
                  <a:lnTo>
                    <a:pt x="95" y="236416"/>
                  </a:lnTo>
                  <a:lnTo>
                    <a:pt x="95" y="235220"/>
                  </a:lnTo>
                  <a:lnTo>
                    <a:pt x="95" y="234024"/>
                  </a:lnTo>
                  <a:lnTo>
                    <a:pt x="96" y="232827"/>
                  </a:lnTo>
                  <a:lnTo>
                    <a:pt x="96" y="231631"/>
                  </a:lnTo>
                  <a:lnTo>
                    <a:pt x="97" y="230435"/>
                  </a:lnTo>
                  <a:lnTo>
                    <a:pt x="97" y="229238"/>
                  </a:lnTo>
                  <a:lnTo>
                    <a:pt x="97" y="228042"/>
                  </a:lnTo>
                  <a:lnTo>
                    <a:pt x="98" y="226846"/>
                  </a:lnTo>
                  <a:lnTo>
                    <a:pt x="98" y="225649"/>
                  </a:lnTo>
                  <a:lnTo>
                    <a:pt x="99" y="224453"/>
                  </a:lnTo>
                  <a:lnTo>
                    <a:pt x="99" y="223257"/>
                  </a:lnTo>
                  <a:lnTo>
                    <a:pt x="100" y="222060"/>
                  </a:lnTo>
                  <a:lnTo>
                    <a:pt x="101" y="220864"/>
                  </a:lnTo>
                  <a:lnTo>
                    <a:pt x="101" y="219668"/>
                  </a:lnTo>
                  <a:lnTo>
                    <a:pt x="102" y="218471"/>
                  </a:lnTo>
                  <a:lnTo>
                    <a:pt x="102" y="217275"/>
                  </a:lnTo>
                  <a:lnTo>
                    <a:pt x="103" y="216079"/>
                  </a:lnTo>
                  <a:lnTo>
                    <a:pt x="104" y="214882"/>
                  </a:lnTo>
                  <a:lnTo>
                    <a:pt x="104" y="213686"/>
                  </a:lnTo>
                  <a:lnTo>
                    <a:pt x="105" y="212490"/>
                  </a:lnTo>
                  <a:lnTo>
                    <a:pt x="106" y="211293"/>
                  </a:lnTo>
                  <a:lnTo>
                    <a:pt x="106" y="210097"/>
                  </a:lnTo>
                  <a:lnTo>
                    <a:pt x="107" y="208901"/>
                  </a:lnTo>
                  <a:lnTo>
                    <a:pt x="108" y="207704"/>
                  </a:lnTo>
                  <a:lnTo>
                    <a:pt x="109" y="206508"/>
                  </a:lnTo>
                  <a:lnTo>
                    <a:pt x="110" y="205312"/>
                  </a:lnTo>
                  <a:lnTo>
                    <a:pt x="110" y="204115"/>
                  </a:lnTo>
                  <a:lnTo>
                    <a:pt x="111" y="202919"/>
                  </a:lnTo>
                  <a:lnTo>
                    <a:pt x="112" y="201723"/>
                  </a:lnTo>
                  <a:lnTo>
                    <a:pt x="113" y="200546"/>
                  </a:lnTo>
                  <a:lnTo>
                    <a:pt x="114" y="199370"/>
                  </a:lnTo>
                  <a:lnTo>
                    <a:pt x="115" y="198193"/>
                  </a:lnTo>
                  <a:lnTo>
                    <a:pt x="115" y="197016"/>
                  </a:lnTo>
                  <a:lnTo>
                    <a:pt x="116" y="195839"/>
                  </a:lnTo>
                  <a:lnTo>
                    <a:pt x="117" y="194662"/>
                  </a:lnTo>
                  <a:lnTo>
                    <a:pt x="117" y="193486"/>
                  </a:lnTo>
                  <a:lnTo>
                    <a:pt x="118" y="192393"/>
                  </a:lnTo>
                  <a:lnTo>
                    <a:pt x="119" y="191300"/>
                  </a:lnTo>
                  <a:lnTo>
                    <a:pt x="120" y="190207"/>
                  </a:lnTo>
                  <a:lnTo>
                    <a:pt x="120" y="189114"/>
                  </a:lnTo>
                  <a:lnTo>
                    <a:pt x="121" y="188021"/>
                  </a:lnTo>
                  <a:lnTo>
                    <a:pt x="122" y="186975"/>
                  </a:lnTo>
                  <a:lnTo>
                    <a:pt x="123" y="185929"/>
                  </a:lnTo>
                  <a:lnTo>
                    <a:pt x="123" y="184882"/>
                  </a:lnTo>
                  <a:lnTo>
                    <a:pt x="124" y="183836"/>
                  </a:lnTo>
                  <a:lnTo>
                    <a:pt x="124" y="182789"/>
                  </a:lnTo>
                  <a:lnTo>
                    <a:pt x="125" y="181743"/>
                  </a:lnTo>
                  <a:lnTo>
                    <a:pt x="125" y="180696"/>
                  </a:lnTo>
                  <a:lnTo>
                    <a:pt x="125" y="179650"/>
                  </a:lnTo>
                  <a:lnTo>
                    <a:pt x="126" y="178603"/>
                  </a:lnTo>
                  <a:lnTo>
                    <a:pt x="126" y="177557"/>
                  </a:lnTo>
                  <a:lnTo>
                    <a:pt x="126" y="176511"/>
                  </a:lnTo>
                  <a:lnTo>
                    <a:pt x="126" y="175464"/>
                  </a:lnTo>
                  <a:lnTo>
                    <a:pt x="127" y="174418"/>
                  </a:lnTo>
                  <a:lnTo>
                    <a:pt x="127" y="173371"/>
                  </a:lnTo>
                  <a:lnTo>
                    <a:pt x="127" y="172325"/>
                  </a:lnTo>
                  <a:lnTo>
                    <a:pt x="127" y="171278"/>
                  </a:lnTo>
                  <a:lnTo>
                    <a:pt x="127" y="170232"/>
                  </a:lnTo>
                  <a:lnTo>
                    <a:pt x="127" y="169185"/>
                  </a:lnTo>
                  <a:lnTo>
                    <a:pt x="126" y="168139"/>
                  </a:lnTo>
                  <a:lnTo>
                    <a:pt x="126" y="167092"/>
                  </a:lnTo>
                  <a:lnTo>
                    <a:pt x="126" y="166046"/>
                  </a:lnTo>
                  <a:lnTo>
                    <a:pt x="126" y="164999"/>
                  </a:lnTo>
                  <a:lnTo>
                    <a:pt x="126" y="163953"/>
                  </a:lnTo>
                  <a:lnTo>
                    <a:pt x="125" y="162906"/>
                  </a:lnTo>
                  <a:lnTo>
                    <a:pt x="125" y="161860"/>
                  </a:lnTo>
                  <a:lnTo>
                    <a:pt x="125" y="160814"/>
                  </a:lnTo>
                  <a:lnTo>
                    <a:pt x="124" y="159767"/>
                  </a:lnTo>
                  <a:lnTo>
                    <a:pt x="124" y="158721"/>
                  </a:lnTo>
                  <a:lnTo>
                    <a:pt x="123" y="157674"/>
                  </a:lnTo>
                  <a:lnTo>
                    <a:pt x="123" y="156628"/>
                  </a:lnTo>
                  <a:lnTo>
                    <a:pt x="122" y="155581"/>
                  </a:lnTo>
                  <a:lnTo>
                    <a:pt x="122" y="154535"/>
                  </a:lnTo>
                  <a:lnTo>
                    <a:pt x="121" y="153488"/>
                  </a:lnTo>
                  <a:lnTo>
                    <a:pt x="121" y="152442"/>
                  </a:lnTo>
                  <a:lnTo>
                    <a:pt x="120" y="151395"/>
                  </a:lnTo>
                  <a:lnTo>
                    <a:pt x="119" y="150349"/>
                  </a:lnTo>
                  <a:lnTo>
                    <a:pt x="119" y="149303"/>
                  </a:lnTo>
                  <a:lnTo>
                    <a:pt x="118" y="148256"/>
                  </a:lnTo>
                  <a:lnTo>
                    <a:pt x="117" y="147210"/>
                  </a:lnTo>
                  <a:lnTo>
                    <a:pt x="117" y="146155"/>
                  </a:lnTo>
                  <a:lnTo>
                    <a:pt x="116" y="145101"/>
                  </a:lnTo>
                  <a:lnTo>
                    <a:pt x="115" y="144047"/>
                  </a:lnTo>
                  <a:lnTo>
                    <a:pt x="115" y="142992"/>
                  </a:lnTo>
                  <a:lnTo>
                    <a:pt x="114" y="141938"/>
                  </a:lnTo>
                  <a:lnTo>
                    <a:pt x="114" y="140883"/>
                  </a:lnTo>
                  <a:lnTo>
                    <a:pt x="114" y="139829"/>
                  </a:lnTo>
                  <a:lnTo>
                    <a:pt x="113" y="138775"/>
                  </a:lnTo>
                  <a:lnTo>
                    <a:pt x="113" y="137720"/>
                  </a:lnTo>
                  <a:lnTo>
                    <a:pt x="113" y="136666"/>
                  </a:lnTo>
                  <a:lnTo>
                    <a:pt x="113" y="135611"/>
                  </a:lnTo>
                  <a:lnTo>
                    <a:pt x="113" y="134557"/>
                  </a:lnTo>
                  <a:lnTo>
                    <a:pt x="113" y="133502"/>
                  </a:lnTo>
                  <a:lnTo>
                    <a:pt x="113" y="132448"/>
                  </a:lnTo>
                  <a:lnTo>
                    <a:pt x="113" y="131394"/>
                  </a:lnTo>
                  <a:lnTo>
                    <a:pt x="114" y="130339"/>
                  </a:lnTo>
                  <a:lnTo>
                    <a:pt x="114" y="129285"/>
                  </a:lnTo>
                  <a:lnTo>
                    <a:pt x="114" y="128230"/>
                  </a:lnTo>
                  <a:lnTo>
                    <a:pt x="115" y="127176"/>
                  </a:lnTo>
                  <a:lnTo>
                    <a:pt x="115" y="126122"/>
                  </a:lnTo>
                  <a:lnTo>
                    <a:pt x="116" y="125067"/>
                  </a:lnTo>
                  <a:lnTo>
                    <a:pt x="117" y="124013"/>
                  </a:lnTo>
                  <a:lnTo>
                    <a:pt x="118" y="122958"/>
                  </a:lnTo>
                  <a:lnTo>
                    <a:pt x="118" y="121904"/>
                  </a:lnTo>
                  <a:lnTo>
                    <a:pt x="119" y="120849"/>
                  </a:lnTo>
                  <a:lnTo>
                    <a:pt x="120" y="119795"/>
                  </a:lnTo>
                  <a:lnTo>
                    <a:pt x="121" y="118740"/>
                  </a:lnTo>
                  <a:lnTo>
                    <a:pt x="122" y="117686"/>
                  </a:lnTo>
                  <a:lnTo>
                    <a:pt x="123" y="116632"/>
                  </a:lnTo>
                  <a:lnTo>
                    <a:pt x="125" y="115577"/>
                  </a:lnTo>
                  <a:lnTo>
                    <a:pt x="126" y="114523"/>
                  </a:lnTo>
                  <a:lnTo>
                    <a:pt x="127" y="113468"/>
                  </a:lnTo>
                  <a:lnTo>
                    <a:pt x="129" y="112414"/>
                  </a:lnTo>
                  <a:lnTo>
                    <a:pt x="130" y="111359"/>
                  </a:lnTo>
                  <a:lnTo>
                    <a:pt x="132" y="110305"/>
                  </a:lnTo>
                  <a:lnTo>
                    <a:pt x="134" y="109250"/>
                  </a:lnTo>
                  <a:lnTo>
                    <a:pt x="135" y="108196"/>
                  </a:lnTo>
                  <a:lnTo>
                    <a:pt x="137" y="107141"/>
                  </a:lnTo>
                  <a:lnTo>
                    <a:pt x="139" y="106087"/>
                  </a:lnTo>
                  <a:lnTo>
                    <a:pt x="141" y="105032"/>
                  </a:lnTo>
                  <a:lnTo>
                    <a:pt x="143" y="103978"/>
                  </a:lnTo>
                  <a:lnTo>
                    <a:pt x="145" y="102924"/>
                  </a:lnTo>
                  <a:lnTo>
                    <a:pt x="147" y="101869"/>
                  </a:lnTo>
                  <a:lnTo>
                    <a:pt x="150" y="100815"/>
                  </a:lnTo>
                  <a:lnTo>
                    <a:pt x="152" y="99738"/>
                  </a:lnTo>
                  <a:lnTo>
                    <a:pt x="154" y="98662"/>
                  </a:lnTo>
                  <a:lnTo>
                    <a:pt x="156" y="97585"/>
                  </a:lnTo>
                  <a:lnTo>
                    <a:pt x="158" y="96509"/>
                  </a:lnTo>
                  <a:lnTo>
                    <a:pt x="160" y="95433"/>
                  </a:lnTo>
                  <a:lnTo>
                    <a:pt x="161" y="94356"/>
                  </a:lnTo>
                  <a:lnTo>
                    <a:pt x="163" y="93280"/>
                  </a:lnTo>
                  <a:lnTo>
                    <a:pt x="164" y="92203"/>
                  </a:lnTo>
                  <a:lnTo>
                    <a:pt x="165" y="91127"/>
                  </a:lnTo>
                  <a:lnTo>
                    <a:pt x="166" y="90051"/>
                  </a:lnTo>
                  <a:lnTo>
                    <a:pt x="167" y="88974"/>
                  </a:lnTo>
                  <a:lnTo>
                    <a:pt x="168" y="87898"/>
                  </a:lnTo>
                  <a:lnTo>
                    <a:pt x="168" y="86822"/>
                  </a:lnTo>
                  <a:lnTo>
                    <a:pt x="168" y="85745"/>
                  </a:lnTo>
                  <a:lnTo>
                    <a:pt x="168" y="84669"/>
                  </a:lnTo>
                  <a:lnTo>
                    <a:pt x="168" y="83592"/>
                  </a:lnTo>
                  <a:lnTo>
                    <a:pt x="167" y="82516"/>
                  </a:lnTo>
                  <a:lnTo>
                    <a:pt x="166" y="81440"/>
                  </a:lnTo>
                  <a:lnTo>
                    <a:pt x="165" y="80363"/>
                  </a:lnTo>
                  <a:lnTo>
                    <a:pt x="164" y="79287"/>
                  </a:lnTo>
                  <a:lnTo>
                    <a:pt x="162" y="78211"/>
                  </a:lnTo>
                  <a:lnTo>
                    <a:pt x="160" y="77134"/>
                  </a:lnTo>
                  <a:lnTo>
                    <a:pt x="158" y="76051"/>
                  </a:lnTo>
                  <a:lnTo>
                    <a:pt x="157" y="74968"/>
                  </a:lnTo>
                  <a:lnTo>
                    <a:pt x="156" y="73885"/>
                  </a:lnTo>
                  <a:lnTo>
                    <a:pt x="155" y="72802"/>
                  </a:lnTo>
                  <a:lnTo>
                    <a:pt x="155" y="71718"/>
                  </a:lnTo>
                  <a:lnTo>
                    <a:pt x="155" y="70635"/>
                  </a:lnTo>
                  <a:lnTo>
                    <a:pt x="155" y="69552"/>
                  </a:lnTo>
                  <a:lnTo>
                    <a:pt x="155" y="68469"/>
                  </a:lnTo>
                  <a:lnTo>
                    <a:pt x="156" y="67386"/>
                  </a:lnTo>
                  <a:lnTo>
                    <a:pt x="158" y="66302"/>
                  </a:lnTo>
                  <a:lnTo>
                    <a:pt x="159" y="65219"/>
                  </a:lnTo>
                  <a:lnTo>
                    <a:pt x="161" y="64136"/>
                  </a:lnTo>
                  <a:lnTo>
                    <a:pt x="164" y="63053"/>
                  </a:lnTo>
                  <a:lnTo>
                    <a:pt x="166" y="61970"/>
                  </a:lnTo>
                  <a:lnTo>
                    <a:pt x="169" y="60886"/>
                  </a:lnTo>
                  <a:lnTo>
                    <a:pt x="172" y="59803"/>
                  </a:lnTo>
                  <a:lnTo>
                    <a:pt x="176" y="58720"/>
                  </a:lnTo>
                  <a:lnTo>
                    <a:pt x="180" y="57637"/>
                  </a:lnTo>
                  <a:lnTo>
                    <a:pt x="184" y="56554"/>
                  </a:lnTo>
                  <a:lnTo>
                    <a:pt x="188" y="55471"/>
                  </a:lnTo>
                  <a:lnTo>
                    <a:pt x="191" y="54349"/>
                  </a:lnTo>
                  <a:lnTo>
                    <a:pt x="193" y="53228"/>
                  </a:lnTo>
                  <a:lnTo>
                    <a:pt x="193" y="52106"/>
                  </a:lnTo>
                  <a:lnTo>
                    <a:pt x="192" y="50985"/>
                  </a:lnTo>
                  <a:lnTo>
                    <a:pt x="190" y="49863"/>
                  </a:lnTo>
                  <a:lnTo>
                    <a:pt x="186" y="48742"/>
                  </a:lnTo>
                  <a:lnTo>
                    <a:pt x="182" y="47620"/>
                  </a:lnTo>
                  <a:lnTo>
                    <a:pt x="178" y="46556"/>
                  </a:lnTo>
                  <a:lnTo>
                    <a:pt x="177" y="45491"/>
                  </a:lnTo>
                  <a:lnTo>
                    <a:pt x="177" y="44426"/>
                  </a:lnTo>
                  <a:lnTo>
                    <a:pt x="178" y="43362"/>
                  </a:lnTo>
                  <a:lnTo>
                    <a:pt x="181" y="42297"/>
                  </a:lnTo>
                  <a:lnTo>
                    <a:pt x="185" y="41232"/>
                  </a:lnTo>
                  <a:lnTo>
                    <a:pt x="190" y="40168"/>
                  </a:lnTo>
                  <a:lnTo>
                    <a:pt x="196" y="39103"/>
                  </a:lnTo>
                  <a:lnTo>
                    <a:pt x="204" y="38039"/>
                  </a:lnTo>
                  <a:lnTo>
                    <a:pt x="211" y="36974"/>
                  </a:lnTo>
                  <a:lnTo>
                    <a:pt x="193" y="35436"/>
                  </a:lnTo>
                  <a:lnTo>
                    <a:pt x="174" y="33874"/>
                  </a:lnTo>
                  <a:lnTo>
                    <a:pt x="213" y="32612"/>
                  </a:lnTo>
                  <a:lnTo>
                    <a:pt x="293" y="31417"/>
                  </a:lnTo>
                  <a:lnTo>
                    <a:pt x="416" y="30282"/>
                  </a:lnTo>
                  <a:lnTo>
                    <a:pt x="582" y="29200"/>
                  </a:lnTo>
                  <a:lnTo>
                    <a:pt x="792" y="28165"/>
                  </a:lnTo>
                  <a:lnTo>
                    <a:pt x="1047" y="27168"/>
                  </a:lnTo>
                  <a:lnTo>
                    <a:pt x="1347" y="26203"/>
                  </a:lnTo>
                  <a:lnTo>
                    <a:pt x="1695" y="25263"/>
                  </a:lnTo>
                  <a:lnTo>
                    <a:pt x="2090" y="24340"/>
                  </a:lnTo>
                  <a:lnTo>
                    <a:pt x="2533" y="23427"/>
                  </a:lnTo>
                  <a:lnTo>
                    <a:pt x="3026" y="22518"/>
                  </a:lnTo>
                  <a:lnTo>
                    <a:pt x="3569" y="21604"/>
                  </a:lnTo>
                  <a:lnTo>
                    <a:pt x="4163" y="20678"/>
                  </a:lnTo>
                  <a:lnTo>
                    <a:pt x="4810" y="19735"/>
                  </a:lnTo>
                  <a:lnTo>
                    <a:pt x="5509" y="18765"/>
                  </a:lnTo>
                  <a:lnTo>
                    <a:pt x="6262" y="17763"/>
                  </a:lnTo>
                  <a:lnTo>
                    <a:pt x="6637" y="16263"/>
                  </a:lnTo>
                  <a:lnTo>
                    <a:pt x="7017" y="14741"/>
                  </a:lnTo>
                  <a:lnTo>
                    <a:pt x="7283" y="13739"/>
                  </a:lnTo>
                  <a:lnTo>
                    <a:pt x="7580" y="12988"/>
                  </a:lnTo>
                  <a:lnTo>
                    <a:pt x="8035" y="12349"/>
                  </a:lnTo>
                  <a:lnTo>
                    <a:pt x="8777" y="11682"/>
                  </a:lnTo>
                  <a:lnTo>
                    <a:pt x="9934" y="10848"/>
                  </a:lnTo>
                  <a:lnTo>
                    <a:pt x="11634" y="9705"/>
                  </a:lnTo>
                  <a:lnTo>
                    <a:pt x="12854" y="9317"/>
                  </a:lnTo>
                  <a:lnTo>
                    <a:pt x="14082" y="8927"/>
                  </a:lnTo>
                  <a:lnTo>
                    <a:pt x="15327" y="8530"/>
                  </a:lnTo>
                  <a:lnTo>
                    <a:pt x="16632" y="8077"/>
                  </a:lnTo>
                  <a:lnTo>
                    <a:pt x="17683" y="7700"/>
                  </a:lnTo>
                  <a:lnTo>
                    <a:pt x="18551" y="7365"/>
                  </a:lnTo>
                  <a:lnTo>
                    <a:pt x="19305" y="7038"/>
                  </a:lnTo>
                  <a:lnTo>
                    <a:pt x="20016" y="6681"/>
                  </a:lnTo>
                  <a:lnTo>
                    <a:pt x="20753" y="6262"/>
                  </a:lnTo>
                  <a:lnTo>
                    <a:pt x="21586" y="5745"/>
                  </a:lnTo>
                  <a:lnTo>
                    <a:pt x="22584" y="5094"/>
                  </a:lnTo>
                  <a:lnTo>
                    <a:pt x="23819" y="4275"/>
                  </a:lnTo>
                  <a:lnTo>
                    <a:pt x="24836" y="3718"/>
                  </a:lnTo>
                  <a:lnTo>
                    <a:pt x="25848" y="3227"/>
                  </a:lnTo>
                  <a:lnTo>
                    <a:pt x="26856" y="2798"/>
                  </a:lnTo>
                  <a:lnTo>
                    <a:pt x="27861" y="2426"/>
                  </a:lnTo>
                  <a:lnTo>
                    <a:pt x="28866" y="2108"/>
                  </a:lnTo>
                  <a:lnTo>
                    <a:pt x="29872" y="1840"/>
                  </a:lnTo>
                  <a:lnTo>
                    <a:pt x="30880" y="1618"/>
                  </a:lnTo>
                  <a:lnTo>
                    <a:pt x="31893" y="1438"/>
                  </a:lnTo>
                  <a:lnTo>
                    <a:pt x="32911" y="1296"/>
                  </a:lnTo>
                  <a:lnTo>
                    <a:pt x="33937" y="1188"/>
                  </a:lnTo>
                  <a:lnTo>
                    <a:pt x="34972" y="1110"/>
                  </a:lnTo>
                  <a:lnTo>
                    <a:pt x="36017" y="1058"/>
                  </a:lnTo>
                  <a:lnTo>
                    <a:pt x="37075" y="1028"/>
                  </a:lnTo>
                  <a:lnTo>
                    <a:pt x="38146" y="1017"/>
                  </a:lnTo>
                  <a:lnTo>
                    <a:pt x="39233" y="1020"/>
                  </a:lnTo>
                  <a:lnTo>
                    <a:pt x="40337" y="1034"/>
                  </a:lnTo>
                  <a:lnTo>
                    <a:pt x="41460" y="1053"/>
                  </a:lnTo>
                  <a:lnTo>
                    <a:pt x="42603" y="1076"/>
                  </a:lnTo>
                  <a:lnTo>
                    <a:pt x="43882" y="1081"/>
                  </a:lnTo>
                  <a:lnTo>
                    <a:pt x="45168" y="1085"/>
                  </a:lnTo>
                  <a:lnTo>
                    <a:pt x="46471" y="1089"/>
                  </a:lnTo>
                  <a:lnTo>
                    <a:pt x="47577" y="1096"/>
                  </a:lnTo>
                  <a:lnTo>
                    <a:pt x="48683" y="1105"/>
                  </a:lnTo>
                  <a:lnTo>
                    <a:pt x="49789" y="1115"/>
                  </a:lnTo>
                  <a:lnTo>
                    <a:pt x="50894" y="1126"/>
                  </a:lnTo>
                  <a:lnTo>
                    <a:pt x="52000" y="1138"/>
                  </a:lnTo>
                  <a:lnTo>
                    <a:pt x="53106" y="1152"/>
                  </a:lnTo>
                  <a:lnTo>
                    <a:pt x="54211" y="1166"/>
                  </a:lnTo>
                  <a:lnTo>
                    <a:pt x="55317" y="1181"/>
                  </a:lnTo>
                  <a:lnTo>
                    <a:pt x="56423" y="1197"/>
                  </a:lnTo>
                  <a:lnTo>
                    <a:pt x="57529" y="1213"/>
                  </a:lnTo>
                  <a:lnTo>
                    <a:pt x="58635" y="1229"/>
                  </a:lnTo>
                  <a:lnTo>
                    <a:pt x="59802" y="1235"/>
                  </a:lnTo>
                  <a:lnTo>
                    <a:pt x="60970" y="1241"/>
                  </a:lnTo>
                  <a:lnTo>
                    <a:pt x="62137" y="1247"/>
                  </a:lnTo>
                  <a:lnTo>
                    <a:pt x="63305" y="1253"/>
                  </a:lnTo>
                  <a:lnTo>
                    <a:pt x="64472" y="1258"/>
                  </a:lnTo>
                  <a:lnTo>
                    <a:pt x="65640" y="1263"/>
                  </a:lnTo>
                  <a:lnTo>
                    <a:pt x="66808" y="1268"/>
                  </a:lnTo>
                  <a:lnTo>
                    <a:pt x="67930" y="1276"/>
                  </a:lnTo>
                  <a:lnTo>
                    <a:pt x="69052" y="1284"/>
                  </a:lnTo>
                  <a:lnTo>
                    <a:pt x="70175" y="1292"/>
                  </a:lnTo>
                  <a:lnTo>
                    <a:pt x="71298" y="1301"/>
                  </a:lnTo>
                  <a:lnTo>
                    <a:pt x="72420" y="1309"/>
                  </a:lnTo>
                  <a:lnTo>
                    <a:pt x="73543" y="1319"/>
                  </a:lnTo>
                  <a:lnTo>
                    <a:pt x="74666" y="1328"/>
                  </a:lnTo>
                  <a:lnTo>
                    <a:pt x="75207" y="1332"/>
                  </a:lnTo>
                  <a:lnTo>
                    <a:pt x="76161" y="1340"/>
                  </a:lnTo>
                  <a:lnTo>
                    <a:pt x="78346" y="1358"/>
                  </a:lnTo>
                  <a:lnTo>
                    <a:pt x="79433" y="1378"/>
                  </a:lnTo>
                  <a:lnTo>
                    <a:pt x="80515" y="1404"/>
                  </a:lnTo>
                  <a:lnTo>
                    <a:pt x="81592" y="1437"/>
                  </a:lnTo>
                  <a:lnTo>
                    <a:pt x="82666" y="1478"/>
                  </a:lnTo>
                  <a:lnTo>
                    <a:pt x="83737" y="1526"/>
                  </a:lnTo>
                  <a:lnTo>
                    <a:pt x="84804" y="1583"/>
                  </a:lnTo>
                  <a:lnTo>
                    <a:pt x="85870" y="1647"/>
                  </a:lnTo>
                  <a:lnTo>
                    <a:pt x="86933" y="1721"/>
                  </a:lnTo>
                  <a:lnTo>
                    <a:pt x="87995" y="1803"/>
                  </a:lnTo>
                  <a:lnTo>
                    <a:pt x="89057" y="1894"/>
                  </a:lnTo>
                  <a:lnTo>
                    <a:pt x="90118" y="1995"/>
                  </a:lnTo>
                  <a:lnTo>
                    <a:pt x="91179" y="2105"/>
                  </a:lnTo>
                  <a:lnTo>
                    <a:pt x="92241" y="2226"/>
                  </a:lnTo>
                  <a:lnTo>
                    <a:pt x="93304" y="2357"/>
                  </a:lnTo>
                  <a:lnTo>
                    <a:pt x="94369" y="2499"/>
                  </a:lnTo>
                  <a:lnTo>
                    <a:pt x="95436" y="2651"/>
                  </a:lnTo>
                  <a:lnTo>
                    <a:pt x="96505" y="2815"/>
                  </a:lnTo>
                  <a:lnTo>
                    <a:pt x="97578" y="2991"/>
                  </a:lnTo>
                  <a:lnTo>
                    <a:pt x="97368" y="4156"/>
                  </a:lnTo>
                  <a:lnTo>
                    <a:pt x="97096" y="5247"/>
                  </a:lnTo>
                  <a:lnTo>
                    <a:pt x="96764" y="6275"/>
                  </a:lnTo>
                  <a:lnTo>
                    <a:pt x="96377" y="7248"/>
                  </a:lnTo>
                  <a:lnTo>
                    <a:pt x="95937" y="8176"/>
                  </a:lnTo>
                  <a:lnTo>
                    <a:pt x="95446" y="9068"/>
                  </a:lnTo>
                  <a:lnTo>
                    <a:pt x="94909" y="9933"/>
                  </a:lnTo>
                  <a:lnTo>
                    <a:pt x="94328" y="10780"/>
                  </a:lnTo>
                  <a:lnTo>
                    <a:pt x="93705" y="11619"/>
                  </a:lnTo>
                  <a:lnTo>
                    <a:pt x="93045" y="12459"/>
                  </a:lnTo>
                  <a:lnTo>
                    <a:pt x="92349" y="13309"/>
                  </a:lnTo>
                  <a:lnTo>
                    <a:pt x="91621" y="14179"/>
                  </a:lnTo>
                  <a:lnTo>
                    <a:pt x="90864" y="15077"/>
                  </a:lnTo>
                  <a:lnTo>
                    <a:pt x="90198" y="16410"/>
                  </a:lnTo>
                  <a:lnTo>
                    <a:pt x="89521" y="17763"/>
                  </a:lnTo>
                  <a:lnTo>
                    <a:pt x="88188" y="17763"/>
                  </a:lnTo>
                  <a:lnTo>
                    <a:pt x="86835" y="17763"/>
                  </a:lnTo>
                  <a:lnTo>
                    <a:pt x="86669" y="19054"/>
                  </a:lnTo>
                  <a:lnTo>
                    <a:pt x="86500" y="20365"/>
                  </a:lnTo>
                  <a:lnTo>
                    <a:pt x="85982" y="22477"/>
                  </a:lnTo>
                  <a:lnTo>
                    <a:pt x="85514" y="24370"/>
                  </a:lnTo>
                  <a:lnTo>
                    <a:pt x="85088" y="26059"/>
                  </a:lnTo>
                  <a:lnTo>
                    <a:pt x="84697" y="27562"/>
                  </a:lnTo>
                  <a:lnTo>
                    <a:pt x="84333" y="28892"/>
                  </a:lnTo>
                  <a:lnTo>
                    <a:pt x="83988" y="30066"/>
                  </a:lnTo>
                  <a:lnTo>
                    <a:pt x="83655" y="31100"/>
                  </a:lnTo>
                  <a:lnTo>
                    <a:pt x="83327" y="32008"/>
                  </a:lnTo>
                  <a:lnTo>
                    <a:pt x="82995" y="32807"/>
                  </a:lnTo>
                  <a:lnTo>
                    <a:pt x="82652" y="33512"/>
                  </a:lnTo>
                  <a:lnTo>
                    <a:pt x="82290" y="34139"/>
                  </a:lnTo>
                  <a:lnTo>
                    <a:pt x="81902" y="34704"/>
                  </a:lnTo>
                  <a:lnTo>
                    <a:pt x="81481" y="35221"/>
                  </a:lnTo>
                  <a:lnTo>
                    <a:pt x="81018" y="35708"/>
                  </a:lnTo>
                  <a:lnTo>
                    <a:pt x="80506" y="36178"/>
                  </a:lnTo>
                  <a:lnTo>
                    <a:pt x="79938" y="36648"/>
                  </a:lnTo>
                  <a:lnTo>
                    <a:pt x="79305" y="37134"/>
                  </a:lnTo>
                  <a:lnTo>
                    <a:pt x="78601" y="37651"/>
                  </a:lnTo>
                  <a:lnTo>
                    <a:pt x="77818" y="38215"/>
                  </a:lnTo>
                  <a:lnTo>
                    <a:pt x="76716" y="38561"/>
                  </a:lnTo>
                  <a:lnTo>
                    <a:pt x="75624" y="38857"/>
                  </a:lnTo>
                  <a:lnTo>
                    <a:pt x="74539" y="39107"/>
                  </a:lnTo>
                  <a:lnTo>
                    <a:pt x="73456" y="39317"/>
                  </a:lnTo>
                  <a:lnTo>
                    <a:pt x="72373" y="39492"/>
                  </a:lnTo>
                  <a:lnTo>
                    <a:pt x="71287" y="39637"/>
                  </a:lnTo>
                  <a:lnTo>
                    <a:pt x="70194" y="39757"/>
                  </a:lnTo>
                  <a:lnTo>
                    <a:pt x="69090" y="39857"/>
                  </a:lnTo>
                  <a:lnTo>
                    <a:pt x="67973" y="39942"/>
                  </a:lnTo>
                  <a:lnTo>
                    <a:pt x="66839" y="40017"/>
                  </a:lnTo>
                  <a:lnTo>
                    <a:pt x="65685" y="40088"/>
                  </a:lnTo>
                  <a:lnTo>
                    <a:pt x="64506" y="40164"/>
                  </a:lnTo>
                  <a:lnTo>
                    <a:pt x="63321" y="40239"/>
                  </a:lnTo>
                  <a:lnTo>
                    <a:pt x="62128" y="40316"/>
                  </a:lnTo>
                  <a:lnTo>
                    <a:pt x="60922" y="40393"/>
                  </a:lnTo>
                  <a:lnTo>
                    <a:pt x="59722" y="40459"/>
                  </a:lnTo>
                  <a:lnTo>
                    <a:pt x="58515" y="40525"/>
                  </a:lnTo>
                  <a:lnTo>
                    <a:pt x="57292" y="40592"/>
                  </a:lnTo>
                  <a:lnTo>
                    <a:pt x="57292" y="41924"/>
                  </a:lnTo>
                  <a:lnTo>
                    <a:pt x="57292" y="43277"/>
                  </a:lnTo>
                  <a:lnTo>
                    <a:pt x="55961" y="43277"/>
                  </a:lnTo>
                  <a:lnTo>
                    <a:pt x="54621" y="43277"/>
                  </a:lnTo>
                  <a:lnTo>
                    <a:pt x="53263" y="43277"/>
                  </a:lnTo>
                  <a:lnTo>
                    <a:pt x="52820" y="44386"/>
                  </a:lnTo>
                  <a:lnTo>
                    <a:pt x="52376" y="45496"/>
                  </a:lnTo>
                  <a:lnTo>
                    <a:pt x="51930" y="46609"/>
                  </a:lnTo>
                  <a:lnTo>
                    <a:pt x="51483" y="47729"/>
                  </a:lnTo>
                  <a:lnTo>
                    <a:pt x="51032" y="48856"/>
                  </a:lnTo>
                  <a:lnTo>
                    <a:pt x="50577" y="49992"/>
                  </a:lnTo>
                  <a:lnTo>
                    <a:pt x="49245" y="49992"/>
                  </a:lnTo>
                  <a:lnTo>
                    <a:pt x="47892" y="49992"/>
                  </a:lnTo>
                  <a:lnTo>
                    <a:pt x="47894" y="53533"/>
                  </a:lnTo>
                  <a:lnTo>
                    <a:pt x="47896" y="57074"/>
                  </a:lnTo>
                  <a:lnTo>
                    <a:pt x="47899" y="60616"/>
                  </a:lnTo>
                  <a:lnTo>
                    <a:pt x="47901" y="64157"/>
                  </a:lnTo>
                  <a:lnTo>
                    <a:pt x="47904" y="67698"/>
                  </a:lnTo>
                  <a:lnTo>
                    <a:pt x="47906" y="71239"/>
                  </a:lnTo>
                  <a:lnTo>
                    <a:pt x="47909" y="74780"/>
                  </a:lnTo>
                  <a:lnTo>
                    <a:pt x="47911" y="78322"/>
                  </a:lnTo>
                  <a:lnTo>
                    <a:pt x="47914" y="81863"/>
                  </a:lnTo>
                  <a:lnTo>
                    <a:pt x="47916" y="85404"/>
                  </a:lnTo>
                  <a:lnTo>
                    <a:pt x="47919" y="88945"/>
                  </a:lnTo>
                  <a:lnTo>
                    <a:pt x="47922" y="92487"/>
                  </a:lnTo>
                  <a:lnTo>
                    <a:pt x="47925" y="96028"/>
                  </a:lnTo>
                  <a:lnTo>
                    <a:pt x="47928" y="99569"/>
                  </a:lnTo>
                  <a:lnTo>
                    <a:pt x="47930" y="103110"/>
                  </a:lnTo>
                  <a:lnTo>
                    <a:pt x="47933" y="106652"/>
                  </a:lnTo>
                  <a:lnTo>
                    <a:pt x="47936" y="110193"/>
                  </a:lnTo>
                  <a:lnTo>
                    <a:pt x="47939" y="113734"/>
                  </a:lnTo>
                  <a:lnTo>
                    <a:pt x="47942" y="117275"/>
                  </a:lnTo>
                  <a:lnTo>
                    <a:pt x="47946" y="120817"/>
                  </a:lnTo>
                  <a:lnTo>
                    <a:pt x="47949" y="124358"/>
                  </a:lnTo>
                  <a:lnTo>
                    <a:pt x="47952" y="127899"/>
                  </a:lnTo>
                  <a:lnTo>
                    <a:pt x="47955" y="131440"/>
                  </a:lnTo>
                  <a:lnTo>
                    <a:pt x="47958" y="134982"/>
                  </a:lnTo>
                  <a:lnTo>
                    <a:pt x="47962" y="138523"/>
                  </a:lnTo>
                  <a:lnTo>
                    <a:pt x="47965" y="142064"/>
                  </a:lnTo>
                  <a:lnTo>
                    <a:pt x="47969" y="145605"/>
                  </a:lnTo>
                  <a:lnTo>
                    <a:pt x="47972" y="149147"/>
                  </a:lnTo>
                  <a:lnTo>
                    <a:pt x="47976" y="152688"/>
                  </a:lnTo>
                  <a:lnTo>
                    <a:pt x="47979" y="156229"/>
                  </a:lnTo>
                  <a:lnTo>
                    <a:pt x="47983" y="159770"/>
                  </a:lnTo>
                  <a:lnTo>
                    <a:pt x="47987" y="163312"/>
                  </a:lnTo>
                  <a:lnTo>
                    <a:pt x="47990" y="166853"/>
                  </a:lnTo>
                  <a:lnTo>
                    <a:pt x="47994" y="170394"/>
                  </a:lnTo>
                  <a:lnTo>
                    <a:pt x="47998" y="173935"/>
                  </a:lnTo>
                  <a:lnTo>
                    <a:pt x="48002" y="177477"/>
                  </a:lnTo>
                  <a:lnTo>
                    <a:pt x="48006" y="181018"/>
                  </a:lnTo>
                  <a:lnTo>
                    <a:pt x="48010" y="184559"/>
                  </a:lnTo>
                  <a:lnTo>
                    <a:pt x="48014" y="188100"/>
                  </a:lnTo>
                  <a:lnTo>
                    <a:pt x="48018" y="191642"/>
                  </a:lnTo>
                  <a:lnTo>
                    <a:pt x="48022" y="195183"/>
                  </a:lnTo>
                  <a:lnTo>
                    <a:pt x="48026" y="198724"/>
                  </a:lnTo>
                  <a:lnTo>
                    <a:pt x="48030" y="202265"/>
                  </a:lnTo>
                  <a:lnTo>
                    <a:pt x="48034" y="205807"/>
                  </a:lnTo>
                  <a:lnTo>
                    <a:pt x="48039" y="209348"/>
                  </a:lnTo>
                  <a:lnTo>
                    <a:pt x="48043" y="212889"/>
                  </a:lnTo>
                  <a:lnTo>
                    <a:pt x="48048" y="216430"/>
                  </a:lnTo>
                  <a:lnTo>
                    <a:pt x="48052" y="219972"/>
                  </a:lnTo>
                  <a:lnTo>
                    <a:pt x="48057" y="223513"/>
                  </a:lnTo>
                  <a:lnTo>
                    <a:pt x="48061" y="227054"/>
                  </a:lnTo>
                  <a:lnTo>
                    <a:pt x="48066" y="230595"/>
                  </a:lnTo>
                  <a:lnTo>
                    <a:pt x="48070" y="234137"/>
                  </a:lnTo>
                  <a:lnTo>
                    <a:pt x="48075" y="237678"/>
                  </a:lnTo>
                  <a:lnTo>
                    <a:pt x="48080" y="241219"/>
                  </a:lnTo>
                  <a:lnTo>
                    <a:pt x="48085" y="244760"/>
                  </a:lnTo>
                  <a:lnTo>
                    <a:pt x="48090" y="248302"/>
                  </a:lnTo>
                  <a:lnTo>
                    <a:pt x="48095" y="251843"/>
                  </a:lnTo>
                  <a:lnTo>
                    <a:pt x="48100" y="255384"/>
                  </a:lnTo>
                  <a:lnTo>
                    <a:pt x="48105" y="258925"/>
                  </a:lnTo>
                  <a:lnTo>
                    <a:pt x="48110" y="262466"/>
                  </a:lnTo>
                  <a:lnTo>
                    <a:pt x="48115" y="266008"/>
                  </a:lnTo>
                  <a:lnTo>
                    <a:pt x="48120" y="269549"/>
                  </a:lnTo>
                  <a:lnTo>
                    <a:pt x="48125" y="273090"/>
                  </a:lnTo>
                  <a:lnTo>
                    <a:pt x="48131" y="276631"/>
                  </a:lnTo>
                  <a:lnTo>
                    <a:pt x="48132" y="277701"/>
                  </a:lnTo>
                  <a:lnTo>
                    <a:pt x="48134" y="278770"/>
                  </a:lnTo>
                  <a:lnTo>
                    <a:pt x="48136" y="279840"/>
                  </a:lnTo>
                  <a:lnTo>
                    <a:pt x="48137" y="280909"/>
                  </a:lnTo>
                  <a:lnTo>
                    <a:pt x="48139" y="281978"/>
                  </a:lnTo>
                  <a:lnTo>
                    <a:pt x="48140" y="283047"/>
                  </a:lnTo>
                  <a:lnTo>
                    <a:pt x="48142" y="284117"/>
                  </a:lnTo>
                  <a:lnTo>
                    <a:pt x="48144" y="285186"/>
                  </a:lnTo>
                  <a:lnTo>
                    <a:pt x="48145" y="286255"/>
                  </a:lnTo>
                  <a:lnTo>
                    <a:pt x="48147" y="287325"/>
                  </a:lnTo>
                  <a:lnTo>
                    <a:pt x="48148" y="288394"/>
                  </a:lnTo>
                  <a:lnTo>
                    <a:pt x="48150" y="289463"/>
                  </a:lnTo>
                  <a:lnTo>
                    <a:pt x="48152" y="290533"/>
                  </a:lnTo>
                  <a:lnTo>
                    <a:pt x="48153" y="291602"/>
                  </a:lnTo>
                  <a:lnTo>
                    <a:pt x="48155" y="292671"/>
                  </a:lnTo>
                  <a:lnTo>
                    <a:pt x="48156" y="293740"/>
                  </a:lnTo>
                  <a:lnTo>
                    <a:pt x="48158" y="294810"/>
                  </a:lnTo>
                  <a:lnTo>
                    <a:pt x="48160" y="295879"/>
                  </a:lnTo>
                  <a:lnTo>
                    <a:pt x="48161" y="296948"/>
                  </a:lnTo>
                  <a:lnTo>
                    <a:pt x="48163" y="298018"/>
                  </a:lnTo>
                  <a:lnTo>
                    <a:pt x="48165" y="299087"/>
                  </a:lnTo>
                  <a:lnTo>
                    <a:pt x="48166" y="300156"/>
                  </a:lnTo>
                  <a:lnTo>
                    <a:pt x="48168" y="301226"/>
                  </a:lnTo>
                  <a:lnTo>
                    <a:pt x="48169" y="302295"/>
                  </a:lnTo>
                  <a:lnTo>
                    <a:pt x="48171" y="303364"/>
                  </a:lnTo>
                  <a:lnTo>
                    <a:pt x="48172" y="304698"/>
                  </a:lnTo>
                  <a:lnTo>
                    <a:pt x="48174" y="306051"/>
                  </a:lnTo>
                  <a:lnTo>
                    <a:pt x="48176" y="307441"/>
                  </a:lnTo>
                  <a:lnTo>
                    <a:pt x="48178" y="308831"/>
                  </a:lnTo>
                  <a:lnTo>
                    <a:pt x="48180" y="310221"/>
                  </a:lnTo>
                  <a:lnTo>
                    <a:pt x="48182" y="311611"/>
                  </a:lnTo>
                  <a:lnTo>
                    <a:pt x="48184" y="313001"/>
                  </a:lnTo>
                  <a:lnTo>
                    <a:pt x="48186" y="314391"/>
                  </a:lnTo>
                  <a:lnTo>
                    <a:pt x="48188" y="315781"/>
                  </a:lnTo>
                  <a:lnTo>
                    <a:pt x="48189" y="317171"/>
                  </a:lnTo>
                  <a:lnTo>
                    <a:pt x="48191" y="318562"/>
                  </a:lnTo>
                  <a:lnTo>
                    <a:pt x="48193" y="319952"/>
                  </a:lnTo>
                  <a:lnTo>
                    <a:pt x="48195" y="321342"/>
                  </a:lnTo>
                  <a:lnTo>
                    <a:pt x="48197" y="322732"/>
                  </a:lnTo>
                  <a:lnTo>
                    <a:pt x="48198" y="324122"/>
                  </a:lnTo>
                  <a:lnTo>
                    <a:pt x="48200" y="325512"/>
                  </a:lnTo>
                  <a:lnTo>
                    <a:pt x="48202" y="326902"/>
                  </a:lnTo>
                  <a:lnTo>
                    <a:pt x="48203" y="328292"/>
                  </a:lnTo>
                  <a:lnTo>
                    <a:pt x="48205" y="329682"/>
                  </a:lnTo>
                  <a:lnTo>
                    <a:pt x="48207" y="331072"/>
                  </a:lnTo>
                  <a:lnTo>
                    <a:pt x="48208" y="332462"/>
                  </a:lnTo>
                  <a:lnTo>
                    <a:pt x="48210" y="333852"/>
                  </a:lnTo>
                  <a:lnTo>
                    <a:pt x="48211" y="335242"/>
                  </a:lnTo>
                  <a:lnTo>
                    <a:pt x="48213" y="336632"/>
                  </a:lnTo>
                  <a:lnTo>
                    <a:pt x="48214" y="338022"/>
                  </a:lnTo>
                  <a:lnTo>
                    <a:pt x="48216" y="339412"/>
                  </a:lnTo>
                  <a:lnTo>
                    <a:pt x="48217" y="340802"/>
                  </a:lnTo>
                  <a:lnTo>
                    <a:pt x="48219" y="342192"/>
                  </a:lnTo>
                  <a:lnTo>
                    <a:pt x="48220" y="343582"/>
                  </a:lnTo>
                  <a:lnTo>
                    <a:pt x="48221" y="344972"/>
                  </a:lnTo>
                  <a:lnTo>
                    <a:pt x="48223" y="346362"/>
                  </a:lnTo>
                  <a:lnTo>
                    <a:pt x="48224" y="347752"/>
                  </a:lnTo>
                  <a:lnTo>
                    <a:pt x="48225" y="349142"/>
                  </a:lnTo>
                  <a:lnTo>
                    <a:pt x="48227" y="350533"/>
                  </a:lnTo>
                  <a:lnTo>
                    <a:pt x="48228" y="351923"/>
                  </a:lnTo>
                  <a:lnTo>
                    <a:pt x="48229" y="353313"/>
                  </a:lnTo>
                  <a:lnTo>
                    <a:pt x="48230" y="354703"/>
                  </a:lnTo>
                  <a:lnTo>
                    <a:pt x="48231" y="356093"/>
                  </a:lnTo>
                  <a:lnTo>
                    <a:pt x="48233" y="357483"/>
                  </a:lnTo>
                  <a:lnTo>
                    <a:pt x="48234" y="358873"/>
                  </a:lnTo>
                  <a:lnTo>
                    <a:pt x="48235" y="360263"/>
                  </a:lnTo>
                  <a:lnTo>
                    <a:pt x="48236" y="361653"/>
                  </a:lnTo>
                  <a:lnTo>
                    <a:pt x="48237" y="363043"/>
                  </a:lnTo>
                  <a:lnTo>
                    <a:pt x="48238" y="364433"/>
                  </a:lnTo>
                  <a:lnTo>
                    <a:pt x="48239" y="365823"/>
                  </a:lnTo>
                  <a:lnTo>
                    <a:pt x="48240" y="367213"/>
                  </a:lnTo>
                  <a:lnTo>
                    <a:pt x="48241" y="368603"/>
                  </a:lnTo>
                  <a:lnTo>
                    <a:pt x="48243" y="369993"/>
                  </a:lnTo>
                  <a:lnTo>
                    <a:pt x="48244" y="371383"/>
                  </a:lnTo>
                  <a:lnTo>
                    <a:pt x="48245" y="372774"/>
                  </a:lnTo>
                  <a:lnTo>
                    <a:pt x="48245" y="374164"/>
                  </a:lnTo>
                  <a:lnTo>
                    <a:pt x="48246" y="375554"/>
                  </a:lnTo>
                  <a:lnTo>
                    <a:pt x="48247" y="376944"/>
                  </a:lnTo>
                  <a:lnTo>
                    <a:pt x="48248" y="378334"/>
                  </a:lnTo>
                  <a:lnTo>
                    <a:pt x="48249" y="379724"/>
                  </a:lnTo>
                  <a:lnTo>
                    <a:pt x="48250" y="381114"/>
                  </a:lnTo>
                  <a:lnTo>
                    <a:pt x="48251" y="382504"/>
                  </a:lnTo>
                  <a:lnTo>
                    <a:pt x="48252" y="383894"/>
                  </a:lnTo>
                  <a:lnTo>
                    <a:pt x="48253" y="385284"/>
                  </a:lnTo>
                  <a:lnTo>
                    <a:pt x="48254" y="386674"/>
                  </a:lnTo>
                  <a:lnTo>
                    <a:pt x="48254" y="388064"/>
                  </a:lnTo>
                  <a:lnTo>
                    <a:pt x="48255" y="389454"/>
                  </a:lnTo>
                  <a:lnTo>
                    <a:pt x="48256" y="390844"/>
                  </a:lnTo>
                  <a:lnTo>
                    <a:pt x="48257" y="392235"/>
                  </a:lnTo>
                  <a:lnTo>
                    <a:pt x="48258" y="393625"/>
                  </a:lnTo>
                  <a:lnTo>
                    <a:pt x="48258" y="395015"/>
                  </a:lnTo>
                  <a:lnTo>
                    <a:pt x="48259" y="396397"/>
                  </a:lnTo>
                  <a:lnTo>
                    <a:pt x="48260" y="397779"/>
                  </a:lnTo>
                  <a:lnTo>
                    <a:pt x="48261" y="399161"/>
                  </a:lnTo>
                  <a:lnTo>
                    <a:pt x="48262" y="400544"/>
                  </a:lnTo>
                  <a:lnTo>
                    <a:pt x="48263" y="401926"/>
                  </a:lnTo>
                  <a:lnTo>
                    <a:pt x="48264" y="403308"/>
                  </a:lnTo>
                  <a:lnTo>
                    <a:pt x="48265" y="404691"/>
                  </a:lnTo>
                  <a:lnTo>
                    <a:pt x="48266" y="406073"/>
                  </a:lnTo>
                  <a:lnTo>
                    <a:pt x="48267" y="407455"/>
                  </a:lnTo>
                  <a:lnTo>
                    <a:pt x="48268" y="408837"/>
                  </a:lnTo>
                  <a:lnTo>
                    <a:pt x="48269" y="410220"/>
                  </a:lnTo>
                  <a:lnTo>
                    <a:pt x="48270" y="411602"/>
                  </a:lnTo>
                  <a:lnTo>
                    <a:pt x="48271" y="412984"/>
                  </a:lnTo>
                  <a:lnTo>
                    <a:pt x="48272" y="414367"/>
                  </a:lnTo>
                  <a:lnTo>
                    <a:pt x="48274" y="415749"/>
                  </a:lnTo>
                  <a:lnTo>
                    <a:pt x="48275" y="417131"/>
                  </a:lnTo>
                  <a:lnTo>
                    <a:pt x="48276" y="418513"/>
                  </a:lnTo>
                  <a:lnTo>
                    <a:pt x="48278" y="419896"/>
                  </a:lnTo>
                  <a:lnTo>
                    <a:pt x="48279" y="421278"/>
                  </a:lnTo>
                  <a:lnTo>
                    <a:pt x="48280" y="422660"/>
                  </a:lnTo>
                  <a:lnTo>
                    <a:pt x="48282" y="424043"/>
                  </a:lnTo>
                  <a:lnTo>
                    <a:pt x="48283" y="425425"/>
                  </a:lnTo>
                  <a:lnTo>
                    <a:pt x="48284" y="426807"/>
                  </a:lnTo>
                  <a:lnTo>
                    <a:pt x="48286" y="428190"/>
                  </a:lnTo>
                  <a:lnTo>
                    <a:pt x="48287" y="429572"/>
                  </a:lnTo>
                  <a:lnTo>
                    <a:pt x="48289" y="430954"/>
                  </a:lnTo>
                  <a:lnTo>
                    <a:pt x="48291" y="432336"/>
                  </a:lnTo>
                  <a:lnTo>
                    <a:pt x="48292" y="433719"/>
                  </a:lnTo>
                  <a:lnTo>
                    <a:pt x="48294" y="435101"/>
                  </a:lnTo>
                  <a:lnTo>
                    <a:pt x="48295" y="436483"/>
                  </a:lnTo>
                  <a:lnTo>
                    <a:pt x="48297" y="437866"/>
                  </a:lnTo>
                  <a:lnTo>
                    <a:pt x="48299" y="439248"/>
                  </a:lnTo>
                  <a:lnTo>
                    <a:pt x="48300" y="440630"/>
                  </a:lnTo>
                  <a:lnTo>
                    <a:pt x="48302" y="442012"/>
                  </a:lnTo>
                  <a:lnTo>
                    <a:pt x="48304" y="443395"/>
                  </a:lnTo>
                  <a:lnTo>
                    <a:pt x="48306" y="444777"/>
                  </a:lnTo>
                  <a:lnTo>
                    <a:pt x="48308" y="446159"/>
                  </a:lnTo>
                  <a:lnTo>
                    <a:pt x="48310" y="447542"/>
                  </a:lnTo>
                  <a:lnTo>
                    <a:pt x="48311" y="448924"/>
                  </a:lnTo>
                  <a:lnTo>
                    <a:pt x="48313" y="450306"/>
                  </a:lnTo>
                  <a:lnTo>
                    <a:pt x="48315" y="451689"/>
                  </a:lnTo>
                  <a:lnTo>
                    <a:pt x="48317" y="453071"/>
                  </a:lnTo>
                  <a:lnTo>
                    <a:pt x="48319" y="454453"/>
                  </a:lnTo>
                  <a:lnTo>
                    <a:pt x="48321" y="455835"/>
                  </a:lnTo>
                  <a:lnTo>
                    <a:pt x="48323" y="457218"/>
                  </a:lnTo>
                  <a:lnTo>
                    <a:pt x="48326" y="458600"/>
                  </a:lnTo>
                  <a:lnTo>
                    <a:pt x="48328" y="459982"/>
                  </a:lnTo>
                  <a:lnTo>
                    <a:pt x="48330" y="461365"/>
                  </a:lnTo>
                  <a:lnTo>
                    <a:pt x="48332" y="462747"/>
                  </a:lnTo>
                  <a:lnTo>
                    <a:pt x="48334" y="464129"/>
                  </a:lnTo>
                  <a:lnTo>
                    <a:pt x="48337" y="465511"/>
                  </a:lnTo>
                  <a:lnTo>
                    <a:pt x="48339" y="466894"/>
                  </a:lnTo>
                  <a:lnTo>
                    <a:pt x="48341" y="468276"/>
                  </a:lnTo>
                  <a:lnTo>
                    <a:pt x="48343" y="469658"/>
                  </a:lnTo>
                  <a:lnTo>
                    <a:pt x="48346" y="471041"/>
                  </a:lnTo>
                  <a:lnTo>
                    <a:pt x="48348" y="472423"/>
                  </a:lnTo>
                  <a:lnTo>
                    <a:pt x="48351" y="473805"/>
                  </a:lnTo>
                  <a:lnTo>
                    <a:pt x="48353" y="475187"/>
                  </a:lnTo>
                  <a:lnTo>
                    <a:pt x="48356" y="476570"/>
                  </a:lnTo>
                  <a:lnTo>
                    <a:pt x="48358" y="477952"/>
                  </a:lnTo>
                  <a:lnTo>
                    <a:pt x="48361" y="479334"/>
                  </a:lnTo>
                  <a:lnTo>
                    <a:pt x="48363" y="480717"/>
                  </a:lnTo>
                  <a:lnTo>
                    <a:pt x="48366" y="482099"/>
                  </a:lnTo>
                  <a:lnTo>
                    <a:pt x="48368" y="483481"/>
                  </a:lnTo>
                  <a:lnTo>
                    <a:pt x="48370" y="484532"/>
                  </a:lnTo>
                  <a:lnTo>
                    <a:pt x="48372" y="485582"/>
                  </a:lnTo>
                  <a:lnTo>
                    <a:pt x="48374" y="486633"/>
                  </a:lnTo>
                  <a:lnTo>
                    <a:pt x="48376" y="487683"/>
                  </a:lnTo>
                  <a:lnTo>
                    <a:pt x="48378" y="488734"/>
                  </a:lnTo>
                  <a:lnTo>
                    <a:pt x="48379" y="489784"/>
                  </a:lnTo>
                  <a:lnTo>
                    <a:pt x="48381" y="490835"/>
                  </a:lnTo>
                  <a:lnTo>
                    <a:pt x="48383" y="491885"/>
                  </a:lnTo>
                  <a:lnTo>
                    <a:pt x="48384" y="492936"/>
                  </a:lnTo>
                  <a:lnTo>
                    <a:pt x="48386" y="493987"/>
                  </a:lnTo>
                  <a:lnTo>
                    <a:pt x="48388" y="495037"/>
                  </a:lnTo>
                  <a:lnTo>
                    <a:pt x="48389" y="496088"/>
                  </a:lnTo>
                  <a:lnTo>
                    <a:pt x="48390" y="497138"/>
                  </a:lnTo>
                  <a:lnTo>
                    <a:pt x="48392" y="498189"/>
                  </a:lnTo>
                  <a:lnTo>
                    <a:pt x="48393" y="499239"/>
                  </a:lnTo>
                  <a:lnTo>
                    <a:pt x="48395" y="500290"/>
                  </a:lnTo>
                  <a:lnTo>
                    <a:pt x="48396" y="501340"/>
                  </a:lnTo>
                  <a:lnTo>
                    <a:pt x="48397" y="502391"/>
                  </a:lnTo>
                  <a:lnTo>
                    <a:pt x="48399" y="503441"/>
                  </a:lnTo>
                  <a:lnTo>
                    <a:pt x="48400" y="504492"/>
                  </a:lnTo>
                  <a:lnTo>
                    <a:pt x="48401" y="505543"/>
                  </a:lnTo>
                  <a:lnTo>
                    <a:pt x="48402" y="506593"/>
                  </a:lnTo>
                  <a:lnTo>
                    <a:pt x="48403" y="507644"/>
                  </a:lnTo>
                  <a:lnTo>
                    <a:pt x="48404" y="508694"/>
                  </a:lnTo>
                  <a:lnTo>
                    <a:pt x="48405" y="509745"/>
                  </a:lnTo>
                  <a:lnTo>
                    <a:pt x="48406" y="510795"/>
                  </a:lnTo>
                  <a:lnTo>
                    <a:pt x="48407" y="511846"/>
                  </a:lnTo>
                  <a:lnTo>
                    <a:pt x="48408" y="512896"/>
                  </a:lnTo>
                  <a:lnTo>
                    <a:pt x="48409" y="513947"/>
                  </a:lnTo>
                  <a:lnTo>
                    <a:pt x="48410" y="514997"/>
                  </a:lnTo>
                  <a:lnTo>
                    <a:pt x="48410" y="516048"/>
                  </a:lnTo>
                  <a:lnTo>
                    <a:pt x="48411" y="517098"/>
                  </a:lnTo>
                  <a:lnTo>
                    <a:pt x="48412" y="518149"/>
                  </a:lnTo>
                  <a:lnTo>
                    <a:pt x="48412" y="519199"/>
                  </a:lnTo>
                  <a:lnTo>
                    <a:pt x="48413" y="520250"/>
                  </a:lnTo>
                  <a:lnTo>
                    <a:pt x="48414" y="521300"/>
                  </a:lnTo>
                  <a:lnTo>
                    <a:pt x="48414" y="522351"/>
                  </a:lnTo>
                  <a:lnTo>
                    <a:pt x="48415" y="523401"/>
                  </a:lnTo>
                  <a:lnTo>
                    <a:pt x="48415" y="524452"/>
                  </a:lnTo>
                  <a:lnTo>
                    <a:pt x="48415" y="525502"/>
                  </a:lnTo>
                  <a:lnTo>
                    <a:pt x="48416" y="526553"/>
                  </a:lnTo>
                  <a:lnTo>
                    <a:pt x="48416" y="527603"/>
                  </a:lnTo>
                  <a:lnTo>
                    <a:pt x="48416" y="528654"/>
                  </a:lnTo>
                  <a:lnTo>
                    <a:pt x="48417" y="529704"/>
                  </a:lnTo>
                  <a:lnTo>
                    <a:pt x="48417" y="530755"/>
                  </a:lnTo>
                  <a:lnTo>
                    <a:pt x="48417" y="531805"/>
                  </a:lnTo>
                  <a:lnTo>
                    <a:pt x="48417" y="532856"/>
                  </a:lnTo>
                  <a:lnTo>
                    <a:pt x="48417" y="533906"/>
                  </a:lnTo>
                  <a:lnTo>
                    <a:pt x="48417" y="534957"/>
                  </a:lnTo>
                  <a:lnTo>
                    <a:pt x="48417" y="536007"/>
                  </a:lnTo>
                  <a:lnTo>
                    <a:pt x="48417" y="537058"/>
                  </a:lnTo>
                  <a:lnTo>
                    <a:pt x="48417" y="538108"/>
                  </a:lnTo>
                  <a:lnTo>
                    <a:pt x="48417" y="539177"/>
                  </a:lnTo>
                  <a:lnTo>
                    <a:pt x="48417" y="540246"/>
                  </a:lnTo>
                  <a:lnTo>
                    <a:pt x="48417" y="541315"/>
                  </a:lnTo>
                  <a:lnTo>
                    <a:pt x="48418" y="542385"/>
                  </a:lnTo>
                  <a:lnTo>
                    <a:pt x="48418" y="543454"/>
                  </a:lnTo>
                  <a:lnTo>
                    <a:pt x="48418" y="544523"/>
                  </a:lnTo>
                  <a:lnTo>
                    <a:pt x="48419" y="545592"/>
                  </a:lnTo>
                  <a:lnTo>
                    <a:pt x="48420" y="546661"/>
                  </a:lnTo>
                  <a:lnTo>
                    <a:pt x="48421" y="547730"/>
                  </a:lnTo>
                  <a:lnTo>
                    <a:pt x="48422" y="548799"/>
                  </a:lnTo>
                  <a:lnTo>
                    <a:pt x="48423" y="549868"/>
                  </a:lnTo>
                  <a:lnTo>
                    <a:pt x="48424" y="550937"/>
                  </a:lnTo>
                  <a:lnTo>
                    <a:pt x="48425" y="552006"/>
                  </a:lnTo>
                  <a:lnTo>
                    <a:pt x="48426" y="553075"/>
                  </a:lnTo>
                  <a:lnTo>
                    <a:pt x="48427" y="554144"/>
                  </a:lnTo>
                  <a:lnTo>
                    <a:pt x="48429" y="555213"/>
                  </a:lnTo>
                  <a:lnTo>
                    <a:pt x="48430" y="556282"/>
                  </a:lnTo>
                  <a:lnTo>
                    <a:pt x="48432" y="557351"/>
                  </a:lnTo>
                  <a:lnTo>
                    <a:pt x="48434" y="558420"/>
                  </a:lnTo>
                  <a:lnTo>
                    <a:pt x="48435" y="559489"/>
                  </a:lnTo>
                  <a:lnTo>
                    <a:pt x="48437" y="560558"/>
                  </a:lnTo>
                  <a:lnTo>
                    <a:pt x="48439" y="561627"/>
                  </a:lnTo>
                  <a:lnTo>
                    <a:pt x="48441" y="562696"/>
                  </a:lnTo>
                  <a:lnTo>
                    <a:pt x="48443" y="563765"/>
                  </a:lnTo>
                  <a:lnTo>
                    <a:pt x="48446" y="564834"/>
                  </a:lnTo>
                  <a:lnTo>
                    <a:pt x="48448" y="565903"/>
                  </a:lnTo>
                  <a:lnTo>
                    <a:pt x="48450" y="566972"/>
                  </a:lnTo>
                  <a:lnTo>
                    <a:pt x="48453" y="568042"/>
                  </a:lnTo>
                  <a:lnTo>
                    <a:pt x="48455" y="569111"/>
                  </a:lnTo>
                  <a:lnTo>
                    <a:pt x="48458" y="570180"/>
                  </a:lnTo>
                  <a:lnTo>
                    <a:pt x="48460" y="571249"/>
                  </a:lnTo>
                  <a:lnTo>
                    <a:pt x="48463" y="572318"/>
                  </a:lnTo>
                  <a:lnTo>
                    <a:pt x="48466" y="573387"/>
                  </a:lnTo>
                  <a:lnTo>
                    <a:pt x="48469" y="574456"/>
                  </a:lnTo>
                  <a:lnTo>
                    <a:pt x="48472" y="575525"/>
                  </a:lnTo>
                  <a:lnTo>
                    <a:pt x="48475" y="576606"/>
                  </a:lnTo>
                  <a:lnTo>
                    <a:pt x="48478" y="577686"/>
                  </a:lnTo>
                  <a:lnTo>
                    <a:pt x="48480" y="578767"/>
                  </a:lnTo>
                  <a:lnTo>
                    <a:pt x="48483" y="579848"/>
                  </a:lnTo>
                  <a:lnTo>
                    <a:pt x="48485" y="580928"/>
                  </a:lnTo>
                  <a:lnTo>
                    <a:pt x="48487" y="582009"/>
                  </a:lnTo>
                  <a:lnTo>
                    <a:pt x="48489" y="583090"/>
                  </a:lnTo>
                  <a:lnTo>
                    <a:pt x="48491" y="584170"/>
                  </a:lnTo>
                  <a:lnTo>
                    <a:pt x="48492" y="585251"/>
                  </a:lnTo>
                  <a:lnTo>
                    <a:pt x="48493" y="586332"/>
                  </a:lnTo>
                  <a:lnTo>
                    <a:pt x="48494" y="587413"/>
                  </a:lnTo>
                  <a:lnTo>
                    <a:pt x="48495" y="588493"/>
                  </a:lnTo>
                  <a:lnTo>
                    <a:pt x="48495" y="589574"/>
                  </a:lnTo>
                  <a:lnTo>
                    <a:pt x="48496" y="590655"/>
                  </a:lnTo>
                  <a:lnTo>
                    <a:pt x="48496" y="591735"/>
                  </a:lnTo>
                  <a:lnTo>
                    <a:pt x="48495" y="592816"/>
                  </a:lnTo>
                  <a:lnTo>
                    <a:pt x="48495" y="593897"/>
                  </a:lnTo>
                  <a:lnTo>
                    <a:pt x="48494" y="594977"/>
                  </a:lnTo>
                  <a:lnTo>
                    <a:pt x="48492" y="596058"/>
                  </a:lnTo>
                  <a:lnTo>
                    <a:pt x="48491" y="597139"/>
                  </a:lnTo>
                  <a:lnTo>
                    <a:pt x="48489" y="598237"/>
                  </a:lnTo>
                  <a:lnTo>
                    <a:pt x="48488" y="599335"/>
                  </a:lnTo>
                  <a:lnTo>
                    <a:pt x="48487" y="600433"/>
                  </a:lnTo>
                  <a:lnTo>
                    <a:pt x="48487" y="601531"/>
                  </a:lnTo>
                  <a:lnTo>
                    <a:pt x="48487" y="602629"/>
                  </a:lnTo>
                  <a:lnTo>
                    <a:pt x="48488" y="603727"/>
                  </a:lnTo>
                  <a:lnTo>
                    <a:pt x="48489" y="604825"/>
                  </a:lnTo>
                  <a:lnTo>
                    <a:pt x="48490" y="605923"/>
                  </a:lnTo>
                  <a:lnTo>
                    <a:pt x="48492" y="607021"/>
                  </a:lnTo>
                  <a:lnTo>
                    <a:pt x="48494" y="608119"/>
                  </a:lnTo>
                  <a:lnTo>
                    <a:pt x="48497" y="609217"/>
                  </a:lnTo>
                  <a:lnTo>
                    <a:pt x="48500" y="610315"/>
                  </a:lnTo>
                  <a:lnTo>
                    <a:pt x="48503" y="611413"/>
                  </a:lnTo>
                  <a:lnTo>
                    <a:pt x="48507" y="612510"/>
                  </a:lnTo>
                  <a:lnTo>
                    <a:pt x="48511" y="613608"/>
                  </a:lnTo>
                  <a:lnTo>
                    <a:pt x="48515" y="614706"/>
                  </a:lnTo>
                  <a:lnTo>
                    <a:pt x="48520" y="615804"/>
                  </a:lnTo>
                  <a:lnTo>
                    <a:pt x="48526" y="616902"/>
                  </a:lnTo>
                  <a:lnTo>
                    <a:pt x="48529" y="618098"/>
                  </a:lnTo>
                  <a:lnTo>
                    <a:pt x="48530" y="619294"/>
                  </a:lnTo>
                  <a:lnTo>
                    <a:pt x="48531" y="620489"/>
                  </a:lnTo>
                  <a:lnTo>
                    <a:pt x="48529" y="621685"/>
                  </a:lnTo>
                  <a:lnTo>
                    <a:pt x="48526" y="622880"/>
                  </a:lnTo>
                  <a:lnTo>
                    <a:pt x="48521" y="624076"/>
                  </a:lnTo>
                  <a:lnTo>
                    <a:pt x="48518" y="625154"/>
                  </a:lnTo>
                  <a:lnTo>
                    <a:pt x="48516" y="626233"/>
                  </a:lnTo>
                  <a:lnTo>
                    <a:pt x="48517" y="627311"/>
                  </a:lnTo>
                  <a:lnTo>
                    <a:pt x="48519" y="628389"/>
                  </a:lnTo>
                  <a:lnTo>
                    <a:pt x="48524" y="629468"/>
                  </a:lnTo>
                  <a:lnTo>
                    <a:pt x="48529" y="630546"/>
                  </a:lnTo>
                  <a:lnTo>
                    <a:pt x="48536" y="631624"/>
                  </a:lnTo>
                  <a:lnTo>
                    <a:pt x="48544" y="632702"/>
                  </a:lnTo>
                  <a:lnTo>
                    <a:pt x="48552" y="633781"/>
                  </a:lnTo>
                  <a:lnTo>
                    <a:pt x="48534" y="635196"/>
                  </a:lnTo>
                  <a:lnTo>
                    <a:pt x="48516" y="636634"/>
                  </a:lnTo>
                  <a:lnTo>
                    <a:pt x="48537" y="637752"/>
                  </a:lnTo>
                  <a:lnTo>
                    <a:pt x="48571" y="638627"/>
                  </a:lnTo>
                  <a:lnTo>
                    <a:pt x="48638" y="639452"/>
                  </a:lnTo>
                  <a:lnTo>
                    <a:pt x="48758" y="640419"/>
                  </a:lnTo>
                  <a:lnTo>
                    <a:pt x="48950" y="641720"/>
                  </a:lnTo>
                  <a:lnTo>
                    <a:pt x="49235" y="643546"/>
                  </a:lnTo>
                  <a:lnTo>
                    <a:pt x="50396" y="644589"/>
                  </a:lnTo>
                  <a:lnTo>
                    <a:pt x="51253" y="645334"/>
                  </a:lnTo>
                  <a:lnTo>
                    <a:pt x="51953" y="645893"/>
                  </a:lnTo>
                  <a:lnTo>
                    <a:pt x="52645" y="646378"/>
                  </a:lnTo>
                  <a:lnTo>
                    <a:pt x="53480" y="646901"/>
                  </a:lnTo>
                  <a:lnTo>
                    <a:pt x="54606" y="647575"/>
                  </a:lnTo>
                  <a:lnTo>
                    <a:pt x="54606" y="648908"/>
                  </a:lnTo>
                  <a:lnTo>
                    <a:pt x="54606" y="650260"/>
                  </a:lnTo>
                  <a:lnTo>
                    <a:pt x="55652" y="650457"/>
                  </a:lnTo>
                  <a:lnTo>
                    <a:pt x="56695" y="650638"/>
                  </a:lnTo>
                  <a:lnTo>
                    <a:pt x="57735" y="650803"/>
                  </a:lnTo>
                  <a:lnTo>
                    <a:pt x="58773" y="650952"/>
                  </a:lnTo>
                  <a:lnTo>
                    <a:pt x="59810" y="651088"/>
                  </a:lnTo>
                  <a:lnTo>
                    <a:pt x="60846" y="651209"/>
                  </a:lnTo>
                  <a:lnTo>
                    <a:pt x="61881" y="651317"/>
                  </a:lnTo>
                  <a:lnTo>
                    <a:pt x="62916" y="651413"/>
                  </a:lnTo>
                  <a:lnTo>
                    <a:pt x="63951" y="651497"/>
                  </a:lnTo>
                  <a:lnTo>
                    <a:pt x="64988" y="651569"/>
                  </a:lnTo>
                  <a:lnTo>
                    <a:pt x="66026" y="651631"/>
                  </a:lnTo>
                  <a:lnTo>
                    <a:pt x="67065" y="651682"/>
                  </a:lnTo>
                  <a:lnTo>
                    <a:pt x="68107" y="651725"/>
                  </a:lnTo>
                  <a:lnTo>
                    <a:pt x="69152" y="651758"/>
                  </a:lnTo>
                  <a:lnTo>
                    <a:pt x="70200" y="651783"/>
                  </a:lnTo>
                  <a:lnTo>
                    <a:pt x="71253" y="651801"/>
                  </a:lnTo>
                  <a:lnTo>
                    <a:pt x="72309" y="651811"/>
                  </a:lnTo>
                  <a:lnTo>
                    <a:pt x="73370" y="651816"/>
                  </a:lnTo>
                  <a:lnTo>
                    <a:pt x="74426" y="651822"/>
                  </a:lnTo>
                  <a:lnTo>
                    <a:pt x="75488" y="651829"/>
                  </a:lnTo>
                  <a:lnTo>
                    <a:pt x="76565" y="651836"/>
                  </a:lnTo>
                  <a:lnTo>
                    <a:pt x="77621" y="651841"/>
                  </a:lnTo>
                  <a:lnTo>
                    <a:pt x="78677" y="651847"/>
                  </a:lnTo>
                  <a:lnTo>
                    <a:pt x="79732" y="651852"/>
                  </a:lnTo>
                  <a:lnTo>
                    <a:pt x="80788" y="651856"/>
                  </a:lnTo>
                  <a:lnTo>
                    <a:pt x="81844" y="651861"/>
                  </a:lnTo>
                  <a:lnTo>
                    <a:pt x="82899" y="651865"/>
                  </a:lnTo>
                  <a:lnTo>
                    <a:pt x="83955" y="651868"/>
                  </a:lnTo>
                  <a:lnTo>
                    <a:pt x="85011" y="651872"/>
                  </a:lnTo>
                  <a:lnTo>
                    <a:pt x="86067" y="651875"/>
                  </a:lnTo>
                  <a:lnTo>
                    <a:pt x="87123" y="651879"/>
                  </a:lnTo>
                  <a:lnTo>
                    <a:pt x="88206" y="651884"/>
                  </a:lnTo>
                  <a:lnTo>
                    <a:pt x="89290" y="651890"/>
                  </a:lnTo>
                  <a:lnTo>
                    <a:pt x="90374" y="651896"/>
                  </a:lnTo>
                  <a:lnTo>
                    <a:pt x="91457" y="651902"/>
                  </a:lnTo>
                  <a:lnTo>
                    <a:pt x="92541" y="651907"/>
                  </a:lnTo>
                  <a:lnTo>
                    <a:pt x="93624" y="651913"/>
                  </a:lnTo>
                  <a:lnTo>
                    <a:pt x="94707" y="651919"/>
                  </a:lnTo>
                  <a:lnTo>
                    <a:pt x="95790" y="651925"/>
                  </a:lnTo>
                  <a:lnTo>
                    <a:pt x="96872" y="651930"/>
                  </a:lnTo>
                  <a:lnTo>
                    <a:pt x="97955" y="651936"/>
                  </a:lnTo>
                  <a:lnTo>
                    <a:pt x="99037" y="651941"/>
                  </a:lnTo>
                  <a:lnTo>
                    <a:pt x="100119" y="651946"/>
                  </a:lnTo>
                  <a:lnTo>
                    <a:pt x="101202" y="651951"/>
                  </a:lnTo>
                  <a:lnTo>
                    <a:pt x="102284" y="651956"/>
                  </a:lnTo>
                  <a:lnTo>
                    <a:pt x="103367" y="651961"/>
                  </a:lnTo>
                  <a:lnTo>
                    <a:pt x="104449" y="651966"/>
                  </a:lnTo>
                  <a:lnTo>
                    <a:pt x="105532" y="651970"/>
                  </a:lnTo>
                  <a:lnTo>
                    <a:pt x="106614" y="651975"/>
                  </a:lnTo>
                  <a:lnTo>
                    <a:pt x="107696" y="651980"/>
                  </a:lnTo>
                  <a:lnTo>
                    <a:pt x="108779" y="651984"/>
                  </a:lnTo>
                  <a:lnTo>
                    <a:pt x="109861" y="651989"/>
                  </a:lnTo>
                  <a:lnTo>
                    <a:pt x="110944" y="651993"/>
                  </a:lnTo>
                  <a:lnTo>
                    <a:pt x="112026" y="651997"/>
                  </a:lnTo>
                  <a:lnTo>
                    <a:pt x="113109" y="652002"/>
                  </a:lnTo>
                  <a:lnTo>
                    <a:pt x="114191" y="652006"/>
                  </a:lnTo>
                  <a:lnTo>
                    <a:pt x="115274" y="652010"/>
                  </a:lnTo>
                  <a:lnTo>
                    <a:pt x="116349" y="652015"/>
                  </a:lnTo>
                  <a:lnTo>
                    <a:pt x="117424" y="652019"/>
                  </a:lnTo>
                  <a:lnTo>
                    <a:pt x="118499" y="652024"/>
                  </a:lnTo>
                  <a:lnTo>
                    <a:pt x="119574" y="652029"/>
                  </a:lnTo>
                  <a:lnTo>
                    <a:pt x="120649" y="652034"/>
                  </a:lnTo>
                  <a:lnTo>
                    <a:pt x="121724" y="652039"/>
                  </a:lnTo>
                  <a:lnTo>
                    <a:pt x="122799" y="652044"/>
                  </a:lnTo>
                  <a:lnTo>
                    <a:pt x="123874" y="652049"/>
                  </a:lnTo>
                  <a:lnTo>
                    <a:pt x="124949" y="652054"/>
                  </a:lnTo>
                  <a:lnTo>
                    <a:pt x="126024" y="652059"/>
                  </a:lnTo>
                  <a:lnTo>
                    <a:pt x="127099" y="652065"/>
                  </a:lnTo>
                  <a:lnTo>
                    <a:pt x="128174" y="652070"/>
                  </a:lnTo>
                  <a:lnTo>
                    <a:pt x="129249" y="652075"/>
                  </a:lnTo>
                  <a:lnTo>
                    <a:pt x="130324" y="652080"/>
                  </a:lnTo>
                  <a:lnTo>
                    <a:pt x="131399" y="652086"/>
                  </a:lnTo>
                  <a:lnTo>
                    <a:pt x="132474" y="652091"/>
                  </a:lnTo>
                  <a:lnTo>
                    <a:pt x="133549" y="652096"/>
                  </a:lnTo>
                  <a:lnTo>
                    <a:pt x="134624" y="652102"/>
                  </a:lnTo>
                  <a:lnTo>
                    <a:pt x="135699" y="652107"/>
                  </a:lnTo>
                  <a:lnTo>
                    <a:pt x="136774" y="652112"/>
                  </a:lnTo>
                  <a:lnTo>
                    <a:pt x="137818" y="652117"/>
                  </a:lnTo>
                  <a:lnTo>
                    <a:pt x="138862" y="652123"/>
                  </a:lnTo>
                  <a:lnTo>
                    <a:pt x="139906" y="652128"/>
                  </a:lnTo>
                  <a:lnTo>
                    <a:pt x="140949" y="652133"/>
                  </a:lnTo>
                  <a:lnTo>
                    <a:pt x="141993" y="652138"/>
                  </a:lnTo>
                  <a:lnTo>
                    <a:pt x="143037" y="652143"/>
                  </a:lnTo>
                  <a:lnTo>
                    <a:pt x="144081" y="652148"/>
                  </a:lnTo>
                  <a:lnTo>
                    <a:pt x="145124" y="652153"/>
                  </a:lnTo>
                  <a:lnTo>
                    <a:pt x="146168" y="652158"/>
                  </a:lnTo>
                  <a:lnTo>
                    <a:pt x="147212" y="652163"/>
                  </a:lnTo>
                  <a:lnTo>
                    <a:pt x="148255" y="652168"/>
                  </a:lnTo>
                  <a:lnTo>
                    <a:pt x="149299" y="652172"/>
                  </a:lnTo>
                  <a:lnTo>
                    <a:pt x="150343" y="652177"/>
                  </a:lnTo>
                  <a:lnTo>
                    <a:pt x="151387" y="652182"/>
                  </a:lnTo>
                  <a:lnTo>
                    <a:pt x="152430" y="652187"/>
                  </a:lnTo>
                  <a:lnTo>
                    <a:pt x="153474" y="652192"/>
                  </a:lnTo>
                  <a:lnTo>
                    <a:pt x="154518" y="652197"/>
                  </a:lnTo>
                  <a:lnTo>
                    <a:pt x="155562" y="652201"/>
                  </a:lnTo>
                  <a:lnTo>
                    <a:pt x="156605" y="652206"/>
                  </a:lnTo>
                  <a:lnTo>
                    <a:pt x="157649" y="652211"/>
                  </a:lnTo>
                  <a:lnTo>
                    <a:pt x="158693" y="652216"/>
                  </a:lnTo>
                  <a:lnTo>
                    <a:pt x="159736" y="652220"/>
                  </a:lnTo>
                  <a:lnTo>
                    <a:pt x="160780" y="652225"/>
                  </a:lnTo>
                  <a:lnTo>
                    <a:pt x="161824" y="652230"/>
                  </a:lnTo>
                  <a:lnTo>
                    <a:pt x="162868" y="652234"/>
                  </a:lnTo>
                  <a:lnTo>
                    <a:pt x="163911" y="652239"/>
                  </a:lnTo>
                  <a:lnTo>
                    <a:pt x="164955" y="652243"/>
                  </a:lnTo>
                  <a:lnTo>
                    <a:pt x="165999" y="652248"/>
                  </a:lnTo>
                  <a:lnTo>
                    <a:pt x="167043" y="652253"/>
                  </a:lnTo>
                  <a:lnTo>
                    <a:pt x="168086" y="652257"/>
                  </a:lnTo>
                  <a:lnTo>
                    <a:pt x="169130" y="652262"/>
                  </a:lnTo>
                  <a:lnTo>
                    <a:pt x="170174" y="652266"/>
                  </a:lnTo>
                  <a:lnTo>
                    <a:pt x="171218" y="652271"/>
                  </a:lnTo>
                  <a:lnTo>
                    <a:pt x="172261" y="652275"/>
                  </a:lnTo>
                  <a:lnTo>
                    <a:pt x="173305" y="652280"/>
                  </a:lnTo>
                  <a:lnTo>
                    <a:pt x="174349" y="652284"/>
                  </a:lnTo>
                  <a:lnTo>
                    <a:pt x="175392" y="652289"/>
                  </a:lnTo>
                  <a:lnTo>
                    <a:pt x="176436" y="652293"/>
                  </a:lnTo>
                  <a:lnTo>
                    <a:pt x="177480" y="652298"/>
                  </a:lnTo>
                  <a:lnTo>
                    <a:pt x="178533" y="652302"/>
                  </a:lnTo>
                  <a:lnTo>
                    <a:pt x="179587" y="652307"/>
                  </a:lnTo>
                  <a:lnTo>
                    <a:pt x="180640" y="652311"/>
                  </a:lnTo>
                  <a:lnTo>
                    <a:pt x="181693" y="652316"/>
                  </a:lnTo>
                  <a:lnTo>
                    <a:pt x="182746" y="652321"/>
                  </a:lnTo>
                  <a:lnTo>
                    <a:pt x="183800" y="652325"/>
                  </a:lnTo>
                  <a:lnTo>
                    <a:pt x="184853" y="652330"/>
                  </a:lnTo>
                  <a:lnTo>
                    <a:pt x="185906" y="652335"/>
                  </a:lnTo>
                  <a:lnTo>
                    <a:pt x="186960" y="652340"/>
                  </a:lnTo>
                  <a:lnTo>
                    <a:pt x="188013" y="652344"/>
                  </a:lnTo>
                  <a:lnTo>
                    <a:pt x="189066" y="652349"/>
                  </a:lnTo>
                  <a:lnTo>
                    <a:pt x="190120" y="652354"/>
                  </a:lnTo>
                  <a:lnTo>
                    <a:pt x="191173" y="652359"/>
                  </a:lnTo>
                  <a:lnTo>
                    <a:pt x="192227" y="652364"/>
                  </a:lnTo>
                  <a:lnTo>
                    <a:pt x="193280" y="652368"/>
                  </a:lnTo>
                  <a:lnTo>
                    <a:pt x="194333" y="652373"/>
                  </a:lnTo>
                  <a:lnTo>
                    <a:pt x="195387" y="652378"/>
                  </a:lnTo>
                  <a:lnTo>
                    <a:pt x="196440" y="652383"/>
                  </a:lnTo>
                  <a:lnTo>
                    <a:pt x="197493" y="652388"/>
                  </a:lnTo>
                  <a:lnTo>
                    <a:pt x="198547" y="652393"/>
                  </a:lnTo>
                  <a:lnTo>
                    <a:pt x="199600" y="652398"/>
                  </a:lnTo>
                  <a:lnTo>
                    <a:pt x="200653" y="652403"/>
                  </a:lnTo>
                  <a:lnTo>
                    <a:pt x="201707" y="652407"/>
                  </a:lnTo>
                  <a:lnTo>
                    <a:pt x="202760" y="652412"/>
                  </a:lnTo>
                  <a:lnTo>
                    <a:pt x="203813" y="652417"/>
                  </a:lnTo>
                  <a:lnTo>
                    <a:pt x="204867" y="652422"/>
                  </a:lnTo>
                  <a:lnTo>
                    <a:pt x="205920" y="652427"/>
                  </a:lnTo>
                  <a:lnTo>
                    <a:pt x="206973" y="652432"/>
                  </a:lnTo>
                  <a:lnTo>
                    <a:pt x="208027" y="652437"/>
                  </a:lnTo>
                  <a:lnTo>
                    <a:pt x="209080" y="652442"/>
                  </a:lnTo>
                  <a:lnTo>
                    <a:pt x="210134" y="652447"/>
                  </a:lnTo>
                  <a:lnTo>
                    <a:pt x="211187" y="652452"/>
                  </a:lnTo>
                  <a:lnTo>
                    <a:pt x="212240" y="652457"/>
                  </a:lnTo>
                  <a:lnTo>
                    <a:pt x="213294" y="652462"/>
                  </a:lnTo>
                  <a:lnTo>
                    <a:pt x="214347" y="652467"/>
                  </a:lnTo>
                  <a:lnTo>
                    <a:pt x="215400" y="652472"/>
                  </a:lnTo>
                  <a:lnTo>
                    <a:pt x="216454" y="652477"/>
                  </a:lnTo>
                  <a:lnTo>
                    <a:pt x="217507" y="652482"/>
                  </a:lnTo>
                  <a:lnTo>
                    <a:pt x="218560" y="652487"/>
                  </a:lnTo>
                  <a:lnTo>
                    <a:pt x="219614" y="652492"/>
                  </a:lnTo>
                  <a:lnTo>
                    <a:pt x="220667" y="652497"/>
                  </a:lnTo>
                  <a:lnTo>
                    <a:pt x="221720" y="652502"/>
                  </a:lnTo>
                  <a:lnTo>
                    <a:pt x="222773" y="652507"/>
                  </a:lnTo>
                  <a:lnTo>
                    <a:pt x="223827" y="652512"/>
                  </a:lnTo>
                  <a:lnTo>
                    <a:pt x="225316" y="652520"/>
                  </a:lnTo>
                  <a:lnTo>
                    <a:pt x="226806" y="652527"/>
                  </a:lnTo>
                  <a:lnTo>
                    <a:pt x="228295" y="652534"/>
                  </a:lnTo>
                  <a:lnTo>
                    <a:pt x="229785" y="652541"/>
                  </a:lnTo>
                  <a:lnTo>
                    <a:pt x="231274" y="652548"/>
                  </a:lnTo>
                  <a:lnTo>
                    <a:pt x="232764" y="652555"/>
                  </a:lnTo>
                  <a:lnTo>
                    <a:pt x="234253" y="652562"/>
                  </a:lnTo>
                  <a:lnTo>
                    <a:pt x="235743" y="652569"/>
                  </a:lnTo>
                  <a:lnTo>
                    <a:pt x="237232" y="652577"/>
                  </a:lnTo>
                  <a:lnTo>
                    <a:pt x="238722" y="652584"/>
                  </a:lnTo>
                  <a:lnTo>
                    <a:pt x="240211" y="652591"/>
                  </a:lnTo>
                  <a:lnTo>
                    <a:pt x="241701" y="652598"/>
                  </a:lnTo>
                  <a:lnTo>
                    <a:pt x="243190" y="652605"/>
                  </a:lnTo>
                  <a:lnTo>
                    <a:pt x="244680" y="652612"/>
                  </a:lnTo>
                  <a:lnTo>
                    <a:pt x="246169" y="652619"/>
                  </a:lnTo>
                  <a:lnTo>
                    <a:pt x="247658" y="652626"/>
                  </a:lnTo>
                  <a:lnTo>
                    <a:pt x="249148" y="652633"/>
                  </a:lnTo>
                  <a:lnTo>
                    <a:pt x="250637" y="652639"/>
                  </a:lnTo>
                  <a:lnTo>
                    <a:pt x="252127" y="652646"/>
                  </a:lnTo>
                  <a:lnTo>
                    <a:pt x="253616" y="652653"/>
                  </a:lnTo>
                  <a:lnTo>
                    <a:pt x="255106" y="652660"/>
                  </a:lnTo>
                  <a:lnTo>
                    <a:pt x="256595" y="652667"/>
                  </a:lnTo>
                  <a:lnTo>
                    <a:pt x="258085" y="652674"/>
                  </a:lnTo>
                  <a:lnTo>
                    <a:pt x="259574" y="652681"/>
                  </a:lnTo>
                  <a:lnTo>
                    <a:pt x="261064" y="652688"/>
                  </a:lnTo>
                  <a:lnTo>
                    <a:pt x="262553" y="652695"/>
                  </a:lnTo>
                  <a:lnTo>
                    <a:pt x="264043" y="652701"/>
                  </a:lnTo>
                  <a:lnTo>
                    <a:pt x="265532" y="652708"/>
                  </a:lnTo>
                  <a:lnTo>
                    <a:pt x="267022" y="652715"/>
                  </a:lnTo>
                  <a:lnTo>
                    <a:pt x="268511" y="652722"/>
                  </a:lnTo>
                  <a:lnTo>
                    <a:pt x="270001" y="652729"/>
                  </a:lnTo>
                  <a:lnTo>
                    <a:pt x="271490" y="652735"/>
                  </a:lnTo>
                  <a:lnTo>
                    <a:pt x="272980" y="652742"/>
                  </a:lnTo>
                  <a:lnTo>
                    <a:pt x="274469" y="652749"/>
                  </a:lnTo>
                  <a:lnTo>
                    <a:pt x="275959" y="652756"/>
                  </a:lnTo>
                  <a:lnTo>
                    <a:pt x="277448" y="652762"/>
                  </a:lnTo>
                  <a:lnTo>
                    <a:pt x="278938" y="652769"/>
                  </a:lnTo>
                  <a:lnTo>
                    <a:pt x="280427" y="652776"/>
                  </a:lnTo>
                  <a:lnTo>
                    <a:pt x="281917" y="652782"/>
                  </a:lnTo>
                  <a:lnTo>
                    <a:pt x="283406" y="652789"/>
                  </a:lnTo>
                  <a:lnTo>
                    <a:pt x="284896" y="652796"/>
                  </a:lnTo>
                  <a:lnTo>
                    <a:pt x="286385" y="652802"/>
                  </a:lnTo>
                  <a:lnTo>
                    <a:pt x="287875" y="652809"/>
                  </a:lnTo>
                  <a:lnTo>
                    <a:pt x="289364" y="652816"/>
                  </a:lnTo>
                  <a:lnTo>
                    <a:pt x="290854" y="652822"/>
                  </a:lnTo>
                  <a:lnTo>
                    <a:pt x="292343" y="652829"/>
                  </a:lnTo>
                  <a:lnTo>
                    <a:pt x="293833" y="652836"/>
                  </a:lnTo>
                  <a:lnTo>
                    <a:pt x="295322" y="652842"/>
                  </a:lnTo>
                  <a:lnTo>
                    <a:pt x="296812" y="652849"/>
                  </a:lnTo>
                  <a:lnTo>
                    <a:pt x="298301" y="652855"/>
                  </a:lnTo>
                  <a:lnTo>
                    <a:pt x="299791" y="652862"/>
                  </a:lnTo>
                  <a:lnTo>
                    <a:pt x="301280" y="652868"/>
                  </a:lnTo>
                  <a:lnTo>
                    <a:pt x="302770" y="652875"/>
                  </a:lnTo>
                  <a:lnTo>
                    <a:pt x="304259" y="652882"/>
                  </a:lnTo>
                  <a:lnTo>
                    <a:pt x="305749" y="652888"/>
                  </a:lnTo>
                  <a:lnTo>
                    <a:pt x="307238" y="652895"/>
                  </a:lnTo>
                  <a:lnTo>
                    <a:pt x="308728" y="652901"/>
                  </a:lnTo>
                  <a:lnTo>
                    <a:pt x="310217" y="652908"/>
                  </a:lnTo>
                  <a:lnTo>
                    <a:pt x="311707" y="652914"/>
                  </a:lnTo>
                  <a:lnTo>
                    <a:pt x="313196" y="652920"/>
                  </a:lnTo>
                  <a:lnTo>
                    <a:pt x="314686" y="652927"/>
                  </a:lnTo>
                  <a:lnTo>
                    <a:pt x="316175" y="652933"/>
                  </a:lnTo>
                  <a:lnTo>
                    <a:pt x="317665" y="652940"/>
                  </a:lnTo>
                  <a:lnTo>
                    <a:pt x="319154" y="652946"/>
                  </a:lnTo>
                  <a:lnTo>
                    <a:pt x="319083" y="651813"/>
                  </a:lnTo>
                  <a:lnTo>
                    <a:pt x="319011" y="650680"/>
                  </a:lnTo>
                  <a:lnTo>
                    <a:pt x="318938" y="649547"/>
                  </a:lnTo>
                  <a:lnTo>
                    <a:pt x="318864" y="648414"/>
                  </a:lnTo>
                  <a:lnTo>
                    <a:pt x="318791" y="647281"/>
                  </a:lnTo>
                  <a:lnTo>
                    <a:pt x="318716" y="646148"/>
                  </a:lnTo>
                  <a:lnTo>
                    <a:pt x="318641" y="645015"/>
                  </a:lnTo>
                  <a:lnTo>
                    <a:pt x="318566" y="643882"/>
                  </a:lnTo>
                  <a:lnTo>
                    <a:pt x="318484" y="642619"/>
                  </a:lnTo>
                  <a:lnTo>
                    <a:pt x="318402" y="641351"/>
                  </a:lnTo>
                  <a:lnTo>
                    <a:pt x="318319" y="640074"/>
                  </a:lnTo>
                  <a:lnTo>
                    <a:pt x="318236" y="638783"/>
                  </a:lnTo>
                  <a:lnTo>
                    <a:pt x="318120" y="637613"/>
                  </a:lnTo>
                  <a:lnTo>
                    <a:pt x="317990" y="636476"/>
                  </a:lnTo>
                  <a:lnTo>
                    <a:pt x="317843" y="635363"/>
                  </a:lnTo>
                  <a:lnTo>
                    <a:pt x="317676" y="634267"/>
                  </a:lnTo>
                  <a:lnTo>
                    <a:pt x="317488" y="633180"/>
                  </a:lnTo>
                  <a:lnTo>
                    <a:pt x="317275" y="632095"/>
                  </a:lnTo>
                  <a:lnTo>
                    <a:pt x="317036" y="631004"/>
                  </a:lnTo>
                  <a:lnTo>
                    <a:pt x="316768" y="629900"/>
                  </a:lnTo>
                  <a:lnTo>
                    <a:pt x="316468" y="628774"/>
                  </a:lnTo>
                  <a:lnTo>
                    <a:pt x="316369" y="627731"/>
                  </a:lnTo>
                  <a:lnTo>
                    <a:pt x="316274" y="626688"/>
                  </a:lnTo>
                  <a:lnTo>
                    <a:pt x="316182" y="625644"/>
                  </a:lnTo>
                  <a:lnTo>
                    <a:pt x="316094" y="624600"/>
                  </a:lnTo>
                  <a:lnTo>
                    <a:pt x="316010" y="623556"/>
                  </a:lnTo>
                  <a:lnTo>
                    <a:pt x="315929" y="622511"/>
                  </a:lnTo>
                  <a:lnTo>
                    <a:pt x="315852" y="621466"/>
                  </a:lnTo>
                  <a:lnTo>
                    <a:pt x="315778" y="620421"/>
                  </a:lnTo>
                  <a:lnTo>
                    <a:pt x="315708" y="619375"/>
                  </a:lnTo>
                  <a:lnTo>
                    <a:pt x="315640" y="618329"/>
                  </a:lnTo>
                  <a:lnTo>
                    <a:pt x="315576" y="617283"/>
                  </a:lnTo>
                  <a:lnTo>
                    <a:pt x="315515" y="616237"/>
                  </a:lnTo>
                  <a:lnTo>
                    <a:pt x="315457" y="615190"/>
                  </a:lnTo>
                  <a:lnTo>
                    <a:pt x="315402" y="614143"/>
                  </a:lnTo>
                  <a:lnTo>
                    <a:pt x="315350" y="613096"/>
                  </a:lnTo>
                  <a:lnTo>
                    <a:pt x="315300" y="612048"/>
                  </a:lnTo>
                  <a:lnTo>
                    <a:pt x="315253" y="611001"/>
                  </a:lnTo>
                  <a:lnTo>
                    <a:pt x="315209" y="609953"/>
                  </a:lnTo>
                  <a:lnTo>
                    <a:pt x="315167" y="608905"/>
                  </a:lnTo>
                  <a:lnTo>
                    <a:pt x="315128" y="607857"/>
                  </a:lnTo>
                  <a:lnTo>
                    <a:pt x="315090" y="606809"/>
                  </a:lnTo>
                  <a:lnTo>
                    <a:pt x="315056" y="605760"/>
                  </a:lnTo>
                  <a:lnTo>
                    <a:pt x="315023" y="604712"/>
                  </a:lnTo>
                  <a:lnTo>
                    <a:pt x="314992" y="603663"/>
                  </a:lnTo>
                  <a:lnTo>
                    <a:pt x="314964" y="602615"/>
                  </a:lnTo>
                  <a:lnTo>
                    <a:pt x="314937" y="601566"/>
                  </a:lnTo>
                  <a:lnTo>
                    <a:pt x="314913" y="600517"/>
                  </a:lnTo>
                  <a:lnTo>
                    <a:pt x="314890" y="599468"/>
                  </a:lnTo>
                  <a:lnTo>
                    <a:pt x="314868" y="598419"/>
                  </a:lnTo>
                  <a:lnTo>
                    <a:pt x="314849" y="597370"/>
                  </a:lnTo>
                  <a:lnTo>
                    <a:pt x="314831" y="596321"/>
                  </a:lnTo>
                  <a:lnTo>
                    <a:pt x="314814" y="595271"/>
                  </a:lnTo>
                  <a:lnTo>
                    <a:pt x="314799" y="594222"/>
                  </a:lnTo>
                  <a:lnTo>
                    <a:pt x="314785" y="593173"/>
                  </a:lnTo>
                  <a:lnTo>
                    <a:pt x="314772" y="592124"/>
                  </a:lnTo>
                  <a:lnTo>
                    <a:pt x="314760" y="591075"/>
                  </a:lnTo>
                  <a:lnTo>
                    <a:pt x="314750" y="590026"/>
                  </a:lnTo>
                  <a:lnTo>
                    <a:pt x="314740" y="588977"/>
                  </a:lnTo>
                  <a:lnTo>
                    <a:pt x="314731" y="587928"/>
                  </a:lnTo>
                  <a:lnTo>
                    <a:pt x="314723" y="586879"/>
                  </a:lnTo>
                  <a:lnTo>
                    <a:pt x="314716" y="585831"/>
                  </a:lnTo>
                  <a:lnTo>
                    <a:pt x="314709" y="584782"/>
                  </a:lnTo>
                  <a:lnTo>
                    <a:pt x="314703" y="583733"/>
                  </a:lnTo>
                  <a:lnTo>
                    <a:pt x="314698" y="582685"/>
                  </a:lnTo>
                  <a:lnTo>
                    <a:pt x="314692" y="581637"/>
                  </a:lnTo>
                  <a:lnTo>
                    <a:pt x="314688" y="580589"/>
                  </a:lnTo>
                  <a:lnTo>
                    <a:pt x="314683" y="579541"/>
                  </a:lnTo>
                  <a:lnTo>
                    <a:pt x="314678" y="578493"/>
                  </a:lnTo>
                  <a:lnTo>
                    <a:pt x="314674" y="577445"/>
                  </a:lnTo>
                  <a:lnTo>
                    <a:pt x="314670" y="576398"/>
                  </a:lnTo>
                  <a:lnTo>
                    <a:pt x="314665" y="575351"/>
                  </a:lnTo>
                  <a:lnTo>
                    <a:pt x="314660" y="574304"/>
                  </a:lnTo>
                  <a:lnTo>
                    <a:pt x="314655" y="573257"/>
                  </a:lnTo>
                  <a:lnTo>
                    <a:pt x="314647" y="572140"/>
                  </a:lnTo>
                  <a:lnTo>
                    <a:pt x="314638" y="571022"/>
                  </a:lnTo>
                  <a:lnTo>
                    <a:pt x="314628" y="569905"/>
                  </a:lnTo>
                  <a:lnTo>
                    <a:pt x="314617" y="568787"/>
                  </a:lnTo>
                  <a:lnTo>
                    <a:pt x="314605" y="567669"/>
                  </a:lnTo>
                  <a:lnTo>
                    <a:pt x="314591" y="566552"/>
                  </a:lnTo>
                  <a:lnTo>
                    <a:pt x="314577" y="565434"/>
                  </a:lnTo>
                  <a:lnTo>
                    <a:pt x="314562" y="564316"/>
                  </a:lnTo>
                  <a:lnTo>
                    <a:pt x="314545" y="563199"/>
                  </a:lnTo>
                  <a:lnTo>
                    <a:pt x="314530" y="562148"/>
                  </a:lnTo>
                  <a:lnTo>
                    <a:pt x="314516" y="561098"/>
                  </a:lnTo>
                  <a:lnTo>
                    <a:pt x="314504" y="560047"/>
                  </a:lnTo>
                  <a:lnTo>
                    <a:pt x="314492" y="558996"/>
                  </a:lnTo>
                  <a:lnTo>
                    <a:pt x="314482" y="557946"/>
                  </a:lnTo>
                  <a:lnTo>
                    <a:pt x="314472" y="556895"/>
                  </a:lnTo>
                  <a:lnTo>
                    <a:pt x="314464" y="555845"/>
                  </a:lnTo>
                  <a:lnTo>
                    <a:pt x="314456" y="554794"/>
                  </a:lnTo>
                  <a:lnTo>
                    <a:pt x="314449" y="553744"/>
                  </a:lnTo>
                  <a:lnTo>
                    <a:pt x="314443" y="552693"/>
                  </a:lnTo>
                  <a:lnTo>
                    <a:pt x="314437" y="551642"/>
                  </a:lnTo>
                  <a:lnTo>
                    <a:pt x="314432" y="550592"/>
                  </a:lnTo>
                  <a:lnTo>
                    <a:pt x="314427" y="549541"/>
                  </a:lnTo>
                  <a:lnTo>
                    <a:pt x="314423" y="548490"/>
                  </a:lnTo>
                  <a:lnTo>
                    <a:pt x="314400" y="547373"/>
                  </a:lnTo>
                  <a:lnTo>
                    <a:pt x="314377" y="546251"/>
                  </a:lnTo>
                  <a:lnTo>
                    <a:pt x="314354" y="545122"/>
                  </a:lnTo>
                  <a:lnTo>
                    <a:pt x="314330" y="543979"/>
                  </a:lnTo>
                  <a:lnTo>
                    <a:pt x="314340" y="542823"/>
                  </a:lnTo>
                  <a:lnTo>
                    <a:pt x="314363" y="541688"/>
                  </a:lnTo>
                  <a:lnTo>
                    <a:pt x="314402" y="540573"/>
                  </a:lnTo>
                  <a:lnTo>
                    <a:pt x="314460" y="539478"/>
                  </a:lnTo>
                  <a:lnTo>
                    <a:pt x="314538" y="538402"/>
                  </a:lnTo>
                  <a:lnTo>
                    <a:pt x="314638" y="537343"/>
                  </a:lnTo>
                  <a:lnTo>
                    <a:pt x="314763" y="536302"/>
                  </a:lnTo>
                  <a:lnTo>
                    <a:pt x="314915" y="535277"/>
                  </a:lnTo>
                  <a:lnTo>
                    <a:pt x="315095" y="534268"/>
                  </a:lnTo>
                  <a:lnTo>
                    <a:pt x="315306" y="533274"/>
                  </a:lnTo>
                  <a:lnTo>
                    <a:pt x="315551" y="532294"/>
                  </a:lnTo>
                  <a:lnTo>
                    <a:pt x="315830" y="531327"/>
                  </a:lnTo>
                  <a:lnTo>
                    <a:pt x="316147" y="530373"/>
                  </a:lnTo>
                  <a:lnTo>
                    <a:pt x="316504" y="529430"/>
                  </a:lnTo>
                  <a:lnTo>
                    <a:pt x="316902" y="528498"/>
                  </a:lnTo>
                  <a:lnTo>
                    <a:pt x="317344" y="527577"/>
                  </a:lnTo>
                  <a:lnTo>
                    <a:pt x="317831" y="526665"/>
                  </a:lnTo>
                  <a:lnTo>
                    <a:pt x="318367" y="525761"/>
                  </a:lnTo>
                  <a:lnTo>
                    <a:pt x="318953" y="524865"/>
                  </a:lnTo>
                  <a:lnTo>
                    <a:pt x="319591" y="523976"/>
                  </a:lnTo>
                  <a:lnTo>
                    <a:pt x="320283" y="523094"/>
                  </a:lnTo>
                  <a:lnTo>
                    <a:pt x="321032" y="522216"/>
                  </a:lnTo>
                  <a:lnTo>
                    <a:pt x="321840" y="521344"/>
                  </a:lnTo>
                  <a:lnTo>
                    <a:pt x="323173" y="521344"/>
                  </a:lnTo>
                  <a:lnTo>
                    <a:pt x="324526" y="521344"/>
                  </a:lnTo>
                  <a:lnTo>
                    <a:pt x="324720" y="520318"/>
                  </a:lnTo>
                  <a:lnTo>
                    <a:pt x="324915" y="519285"/>
                  </a:lnTo>
                  <a:lnTo>
                    <a:pt x="325114" y="518239"/>
                  </a:lnTo>
                  <a:lnTo>
                    <a:pt x="325821" y="517108"/>
                  </a:lnTo>
                  <a:lnTo>
                    <a:pt x="326536" y="516138"/>
                  </a:lnTo>
                  <a:lnTo>
                    <a:pt x="327266" y="515309"/>
                  </a:lnTo>
                  <a:lnTo>
                    <a:pt x="328020" y="514605"/>
                  </a:lnTo>
                  <a:lnTo>
                    <a:pt x="328808" y="514006"/>
                  </a:lnTo>
                  <a:lnTo>
                    <a:pt x="329637" y="513495"/>
                  </a:lnTo>
                  <a:lnTo>
                    <a:pt x="330518" y="513053"/>
                  </a:lnTo>
                  <a:lnTo>
                    <a:pt x="331458" y="512664"/>
                  </a:lnTo>
                  <a:lnTo>
                    <a:pt x="332466" y="512308"/>
                  </a:lnTo>
                  <a:lnTo>
                    <a:pt x="333551" y="511968"/>
                  </a:lnTo>
                  <a:lnTo>
                    <a:pt x="334722" y="511625"/>
                  </a:lnTo>
                  <a:lnTo>
                    <a:pt x="335987" y="511261"/>
                  </a:lnTo>
                  <a:lnTo>
                    <a:pt x="337089" y="511057"/>
                  </a:lnTo>
                  <a:lnTo>
                    <a:pt x="338177" y="510886"/>
                  </a:lnTo>
                  <a:lnTo>
                    <a:pt x="339255" y="510746"/>
                  </a:lnTo>
                  <a:lnTo>
                    <a:pt x="340325" y="510635"/>
                  </a:lnTo>
                  <a:lnTo>
                    <a:pt x="341390" y="510551"/>
                  </a:lnTo>
                  <a:lnTo>
                    <a:pt x="342452" y="510492"/>
                  </a:lnTo>
                  <a:lnTo>
                    <a:pt x="343514" y="510455"/>
                  </a:lnTo>
                  <a:lnTo>
                    <a:pt x="344579" y="510440"/>
                  </a:lnTo>
                  <a:lnTo>
                    <a:pt x="345650" y="510443"/>
                  </a:lnTo>
                  <a:lnTo>
                    <a:pt x="346728" y="510462"/>
                  </a:lnTo>
                  <a:lnTo>
                    <a:pt x="347818" y="510497"/>
                  </a:lnTo>
                  <a:lnTo>
                    <a:pt x="348921" y="510543"/>
                  </a:lnTo>
                  <a:lnTo>
                    <a:pt x="350040" y="510601"/>
                  </a:lnTo>
                  <a:lnTo>
                    <a:pt x="350572" y="509537"/>
                  </a:lnTo>
                  <a:lnTo>
                    <a:pt x="351106" y="508470"/>
                  </a:lnTo>
                  <a:lnTo>
                    <a:pt x="351641" y="507398"/>
                  </a:lnTo>
                  <a:lnTo>
                    <a:pt x="352181" y="506319"/>
                  </a:lnTo>
                  <a:lnTo>
                    <a:pt x="352726" y="505229"/>
                  </a:lnTo>
                  <a:lnTo>
                    <a:pt x="354059" y="505229"/>
                  </a:lnTo>
                  <a:lnTo>
                    <a:pt x="355412" y="505229"/>
                  </a:lnTo>
                  <a:lnTo>
                    <a:pt x="355634" y="504121"/>
                  </a:lnTo>
                  <a:lnTo>
                    <a:pt x="355856" y="503011"/>
                  </a:lnTo>
                  <a:lnTo>
                    <a:pt x="356078" y="501897"/>
                  </a:lnTo>
                  <a:lnTo>
                    <a:pt x="356302" y="500778"/>
                  </a:lnTo>
                  <a:lnTo>
                    <a:pt x="356528" y="499651"/>
                  </a:lnTo>
                  <a:lnTo>
                    <a:pt x="356755" y="498515"/>
                  </a:lnTo>
                  <a:lnTo>
                    <a:pt x="358088" y="498515"/>
                  </a:lnTo>
                  <a:lnTo>
                    <a:pt x="359441" y="498515"/>
                  </a:lnTo>
                  <a:lnTo>
                    <a:pt x="359670" y="497972"/>
                  </a:lnTo>
                  <a:lnTo>
                    <a:pt x="360364" y="496332"/>
                  </a:lnTo>
                  <a:lnTo>
                    <a:pt x="360920" y="495358"/>
                  </a:lnTo>
                  <a:lnTo>
                    <a:pt x="361490" y="494414"/>
                  </a:lnTo>
                  <a:lnTo>
                    <a:pt x="362076" y="493499"/>
                  </a:lnTo>
                  <a:lnTo>
                    <a:pt x="362678" y="492608"/>
                  </a:lnTo>
                  <a:lnTo>
                    <a:pt x="363296" y="491737"/>
                  </a:lnTo>
                  <a:lnTo>
                    <a:pt x="363930" y="490884"/>
                  </a:lnTo>
                  <a:lnTo>
                    <a:pt x="364580" y="490044"/>
                  </a:lnTo>
                  <a:lnTo>
                    <a:pt x="365247" y="489214"/>
                  </a:lnTo>
                  <a:lnTo>
                    <a:pt x="365931" y="488390"/>
                  </a:lnTo>
                  <a:lnTo>
                    <a:pt x="366632" y="487569"/>
                  </a:lnTo>
                  <a:lnTo>
                    <a:pt x="367350" y="486747"/>
                  </a:lnTo>
                  <a:lnTo>
                    <a:pt x="368086" y="485920"/>
                  </a:lnTo>
                  <a:lnTo>
                    <a:pt x="368841" y="485086"/>
                  </a:lnTo>
                  <a:lnTo>
                    <a:pt x="370174" y="485086"/>
                  </a:lnTo>
                  <a:lnTo>
                    <a:pt x="371526" y="485086"/>
                  </a:lnTo>
                  <a:lnTo>
                    <a:pt x="371526" y="483755"/>
                  </a:lnTo>
                  <a:lnTo>
                    <a:pt x="371526" y="482415"/>
                  </a:lnTo>
                  <a:lnTo>
                    <a:pt x="371526" y="481057"/>
                  </a:lnTo>
                  <a:lnTo>
                    <a:pt x="370236" y="481089"/>
                  </a:lnTo>
                  <a:lnTo>
                    <a:pt x="368925" y="481122"/>
                  </a:lnTo>
                  <a:lnTo>
                    <a:pt x="367842" y="481144"/>
                  </a:lnTo>
                  <a:lnTo>
                    <a:pt x="366759" y="481165"/>
                  </a:lnTo>
                  <a:lnTo>
                    <a:pt x="365675" y="481184"/>
                  </a:lnTo>
                  <a:lnTo>
                    <a:pt x="364592" y="481202"/>
                  </a:lnTo>
                  <a:lnTo>
                    <a:pt x="363508" y="481219"/>
                  </a:lnTo>
                  <a:lnTo>
                    <a:pt x="362425" y="481236"/>
                  </a:lnTo>
                  <a:lnTo>
                    <a:pt x="361341" y="481251"/>
                  </a:lnTo>
                  <a:lnTo>
                    <a:pt x="360257" y="481266"/>
                  </a:lnTo>
                  <a:lnTo>
                    <a:pt x="359174" y="481281"/>
                  </a:lnTo>
                  <a:lnTo>
                    <a:pt x="358091" y="481295"/>
                  </a:lnTo>
                  <a:lnTo>
                    <a:pt x="357007" y="481310"/>
                  </a:lnTo>
                  <a:lnTo>
                    <a:pt x="356405" y="481324"/>
                  </a:lnTo>
                  <a:lnTo>
                    <a:pt x="355345" y="481351"/>
                  </a:lnTo>
                  <a:lnTo>
                    <a:pt x="352918" y="481412"/>
                  </a:lnTo>
                  <a:lnTo>
                    <a:pt x="351813" y="481415"/>
                  </a:lnTo>
                  <a:lnTo>
                    <a:pt x="350719" y="481405"/>
                  </a:lnTo>
                  <a:lnTo>
                    <a:pt x="349635" y="481381"/>
                  </a:lnTo>
                  <a:lnTo>
                    <a:pt x="348561" y="481344"/>
                  </a:lnTo>
                  <a:lnTo>
                    <a:pt x="347496" y="481292"/>
                  </a:lnTo>
                  <a:lnTo>
                    <a:pt x="346440" y="481226"/>
                  </a:lnTo>
                  <a:lnTo>
                    <a:pt x="345391" y="481147"/>
                  </a:lnTo>
                  <a:lnTo>
                    <a:pt x="344349" y="481054"/>
                  </a:lnTo>
                  <a:lnTo>
                    <a:pt x="343312" y="480947"/>
                  </a:lnTo>
                  <a:lnTo>
                    <a:pt x="342281" y="480826"/>
                  </a:lnTo>
                  <a:lnTo>
                    <a:pt x="341254" y="480692"/>
                  </a:lnTo>
                  <a:lnTo>
                    <a:pt x="340231" y="480543"/>
                  </a:lnTo>
                  <a:lnTo>
                    <a:pt x="339211" y="480381"/>
                  </a:lnTo>
                  <a:lnTo>
                    <a:pt x="338193" y="480206"/>
                  </a:lnTo>
                  <a:lnTo>
                    <a:pt x="337176" y="480016"/>
                  </a:lnTo>
                  <a:lnTo>
                    <a:pt x="336160" y="479813"/>
                  </a:lnTo>
                  <a:lnTo>
                    <a:pt x="335144" y="479596"/>
                  </a:lnTo>
                  <a:lnTo>
                    <a:pt x="334127" y="479365"/>
                  </a:lnTo>
                  <a:lnTo>
                    <a:pt x="333109" y="479121"/>
                  </a:lnTo>
                  <a:lnTo>
                    <a:pt x="332088" y="478863"/>
                  </a:lnTo>
                  <a:lnTo>
                    <a:pt x="331064" y="478591"/>
                  </a:lnTo>
                  <a:lnTo>
                    <a:pt x="330035" y="478306"/>
                  </a:lnTo>
                  <a:lnTo>
                    <a:pt x="329003" y="478007"/>
                  </a:lnTo>
                  <a:lnTo>
                    <a:pt x="327964" y="477695"/>
                  </a:lnTo>
                  <a:lnTo>
                    <a:pt x="326920" y="477368"/>
                  </a:lnTo>
                  <a:lnTo>
                    <a:pt x="325868" y="477029"/>
                  </a:lnTo>
                  <a:lnTo>
                    <a:pt x="325868" y="475696"/>
                  </a:lnTo>
                  <a:lnTo>
                    <a:pt x="325868" y="474343"/>
                  </a:lnTo>
                  <a:lnTo>
                    <a:pt x="324871" y="474010"/>
                  </a:lnTo>
                  <a:lnTo>
                    <a:pt x="323869" y="473676"/>
                  </a:lnTo>
                  <a:lnTo>
                    <a:pt x="322860" y="473340"/>
                  </a:lnTo>
                  <a:lnTo>
                    <a:pt x="321840" y="473000"/>
                  </a:lnTo>
                  <a:lnTo>
                    <a:pt x="321840" y="471667"/>
                  </a:lnTo>
                  <a:lnTo>
                    <a:pt x="321840" y="470314"/>
                  </a:lnTo>
                  <a:lnTo>
                    <a:pt x="320507" y="470314"/>
                  </a:lnTo>
                  <a:lnTo>
                    <a:pt x="319154" y="470314"/>
                  </a:lnTo>
                  <a:lnTo>
                    <a:pt x="318611" y="469293"/>
                  </a:lnTo>
                  <a:lnTo>
                    <a:pt x="318112" y="468275"/>
                  </a:lnTo>
                  <a:lnTo>
                    <a:pt x="317656" y="467261"/>
                  </a:lnTo>
                  <a:lnTo>
                    <a:pt x="317241" y="466250"/>
                  </a:lnTo>
                  <a:lnTo>
                    <a:pt x="316865" y="465240"/>
                  </a:lnTo>
                  <a:lnTo>
                    <a:pt x="316525" y="464232"/>
                  </a:lnTo>
                  <a:lnTo>
                    <a:pt x="316221" y="463224"/>
                  </a:lnTo>
                  <a:lnTo>
                    <a:pt x="315950" y="462216"/>
                  </a:lnTo>
                  <a:lnTo>
                    <a:pt x="315710" y="461206"/>
                  </a:lnTo>
                  <a:lnTo>
                    <a:pt x="315500" y="460195"/>
                  </a:lnTo>
                  <a:lnTo>
                    <a:pt x="315318" y="459181"/>
                  </a:lnTo>
                  <a:lnTo>
                    <a:pt x="315161" y="458164"/>
                  </a:lnTo>
                  <a:lnTo>
                    <a:pt x="315029" y="457142"/>
                  </a:lnTo>
                  <a:lnTo>
                    <a:pt x="314918" y="456116"/>
                  </a:lnTo>
                  <a:lnTo>
                    <a:pt x="314828" y="455084"/>
                  </a:lnTo>
                  <a:lnTo>
                    <a:pt x="314756" y="454046"/>
                  </a:lnTo>
                  <a:lnTo>
                    <a:pt x="314701" y="453001"/>
                  </a:lnTo>
                  <a:lnTo>
                    <a:pt x="314660" y="451947"/>
                  </a:lnTo>
                  <a:lnTo>
                    <a:pt x="314632" y="450885"/>
                  </a:lnTo>
                  <a:lnTo>
                    <a:pt x="314615" y="449814"/>
                  </a:lnTo>
                  <a:lnTo>
                    <a:pt x="314607" y="448733"/>
                  </a:lnTo>
                  <a:lnTo>
                    <a:pt x="314606" y="447640"/>
                  </a:lnTo>
                  <a:lnTo>
                    <a:pt x="314611" y="446537"/>
                  </a:lnTo>
                  <a:lnTo>
                    <a:pt x="314619" y="445420"/>
                  </a:lnTo>
                  <a:lnTo>
                    <a:pt x="314629" y="444291"/>
                  </a:lnTo>
                  <a:lnTo>
                    <a:pt x="314638" y="443148"/>
                  </a:lnTo>
                  <a:lnTo>
                    <a:pt x="314637" y="442588"/>
                  </a:lnTo>
                  <a:lnTo>
                    <a:pt x="314637" y="441864"/>
                  </a:lnTo>
                  <a:lnTo>
                    <a:pt x="314636" y="440492"/>
                  </a:lnTo>
                  <a:lnTo>
                    <a:pt x="314635" y="437987"/>
                  </a:lnTo>
                  <a:lnTo>
                    <a:pt x="314637" y="436910"/>
                  </a:lnTo>
                  <a:lnTo>
                    <a:pt x="314639" y="435834"/>
                  </a:lnTo>
                  <a:lnTo>
                    <a:pt x="314641" y="434758"/>
                  </a:lnTo>
                  <a:lnTo>
                    <a:pt x="314644" y="433681"/>
                  </a:lnTo>
                  <a:lnTo>
                    <a:pt x="314647" y="432605"/>
                  </a:lnTo>
                  <a:lnTo>
                    <a:pt x="314651" y="431528"/>
                  </a:lnTo>
                  <a:lnTo>
                    <a:pt x="314656" y="430452"/>
                  </a:lnTo>
                  <a:lnTo>
                    <a:pt x="314661" y="429375"/>
                  </a:lnTo>
                  <a:lnTo>
                    <a:pt x="314667" y="428299"/>
                  </a:lnTo>
                  <a:lnTo>
                    <a:pt x="314674" y="427222"/>
                  </a:lnTo>
                  <a:lnTo>
                    <a:pt x="314681" y="426163"/>
                  </a:lnTo>
                  <a:lnTo>
                    <a:pt x="314686" y="425103"/>
                  </a:lnTo>
                  <a:lnTo>
                    <a:pt x="314691" y="424044"/>
                  </a:lnTo>
                  <a:lnTo>
                    <a:pt x="314695" y="422984"/>
                  </a:lnTo>
                  <a:lnTo>
                    <a:pt x="314697" y="421924"/>
                  </a:lnTo>
                  <a:lnTo>
                    <a:pt x="314699" y="420865"/>
                  </a:lnTo>
                  <a:lnTo>
                    <a:pt x="314701" y="419805"/>
                  </a:lnTo>
                  <a:lnTo>
                    <a:pt x="314701" y="418745"/>
                  </a:lnTo>
                  <a:lnTo>
                    <a:pt x="314701" y="417686"/>
                  </a:lnTo>
                  <a:lnTo>
                    <a:pt x="314700" y="416626"/>
                  </a:lnTo>
                  <a:lnTo>
                    <a:pt x="314699" y="415566"/>
                  </a:lnTo>
                  <a:lnTo>
                    <a:pt x="314698" y="414507"/>
                  </a:lnTo>
                  <a:lnTo>
                    <a:pt x="314696" y="413447"/>
                  </a:lnTo>
                  <a:lnTo>
                    <a:pt x="314695" y="412348"/>
                  </a:lnTo>
                  <a:lnTo>
                    <a:pt x="314695" y="411249"/>
                  </a:lnTo>
                  <a:lnTo>
                    <a:pt x="314695" y="410150"/>
                  </a:lnTo>
                  <a:lnTo>
                    <a:pt x="314697" y="409051"/>
                  </a:lnTo>
                  <a:lnTo>
                    <a:pt x="314698" y="407952"/>
                  </a:lnTo>
                  <a:lnTo>
                    <a:pt x="314701" y="406853"/>
                  </a:lnTo>
                  <a:lnTo>
                    <a:pt x="314704" y="405754"/>
                  </a:lnTo>
                  <a:lnTo>
                    <a:pt x="314707" y="404655"/>
                  </a:lnTo>
                  <a:lnTo>
                    <a:pt x="314710" y="403556"/>
                  </a:lnTo>
                  <a:lnTo>
                    <a:pt x="314714" y="402457"/>
                  </a:lnTo>
                  <a:lnTo>
                    <a:pt x="314717" y="401358"/>
                  </a:lnTo>
                  <a:lnTo>
                    <a:pt x="314721" y="400259"/>
                  </a:lnTo>
                  <a:lnTo>
                    <a:pt x="314720" y="399023"/>
                  </a:lnTo>
                  <a:lnTo>
                    <a:pt x="314719" y="397783"/>
                  </a:lnTo>
                  <a:lnTo>
                    <a:pt x="314718" y="396533"/>
                  </a:lnTo>
                  <a:lnTo>
                    <a:pt x="314717" y="395270"/>
                  </a:lnTo>
                  <a:lnTo>
                    <a:pt x="314727" y="394122"/>
                  </a:lnTo>
                  <a:lnTo>
                    <a:pt x="314737" y="392970"/>
                  </a:lnTo>
                  <a:lnTo>
                    <a:pt x="314747" y="391810"/>
                  </a:lnTo>
                  <a:lnTo>
                    <a:pt x="314756" y="390637"/>
                  </a:lnTo>
                  <a:lnTo>
                    <a:pt x="314763" y="389292"/>
                  </a:lnTo>
                  <a:lnTo>
                    <a:pt x="314769" y="387939"/>
                  </a:lnTo>
                  <a:lnTo>
                    <a:pt x="314775" y="386567"/>
                  </a:lnTo>
                  <a:lnTo>
                    <a:pt x="314925" y="385385"/>
                  </a:lnTo>
                  <a:lnTo>
                    <a:pt x="315131" y="384271"/>
                  </a:lnTo>
                  <a:lnTo>
                    <a:pt x="315393" y="383219"/>
                  </a:lnTo>
                  <a:lnTo>
                    <a:pt x="315708" y="382223"/>
                  </a:lnTo>
                  <a:lnTo>
                    <a:pt x="316074" y="381278"/>
                  </a:lnTo>
                  <a:lnTo>
                    <a:pt x="316488" y="380377"/>
                  </a:lnTo>
                  <a:lnTo>
                    <a:pt x="316950" y="379514"/>
                  </a:lnTo>
                  <a:lnTo>
                    <a:pt x="317456" y="378685"/>
                  </a:lnTo>
                  <a:lnTo>
                    <a:pt x="318005" y="377883"/>
                  </a:lnTo>
                  <a:lnTo>
                    <a:pt x="318595" y="377102"/>
                  </a:lnTo>
                  <a:lnTo>
                    <a:pt x="319223" y="376338"/>
                  </a:lnTo>
                  <a:lnTo>
                    <a:pt x="319887" y="375583"/>
                  </a:lnTo>
                  <a:lnTo>
                    <a:pt x="320586" y="374832"/>
                  </a:lnTo>
                  <a:lnTo>
                    <a:pt x="321318" y="374080"/>
                  </a:lnTo>
                  <a:lnTo>
                    <a:pt x="322079" y="373321"/>
                  </a:lnTo>
                  <a:lnTo>
                    <a:pt x="322869" y="372548"/>
                  </a:lnTo>
                  <a:lnTo>
                    <a:pt x="323685" y="371757"/>
                  </a:lnTo>
                  <a:lnTo>
                    <a:pt x="324526" y="370941"/>
                  </a:lnTo>
                  <a:lnTo>
                    <a:pt x="325191" y="369943"/>
                  </a:lnTo>
                  <a:lnTo>
                    <a:pt x="325858" y="368942"/>
                  </a:lnTo>
                  <a:lnTo>
                    <a:pt x="326531" y="367933"/>
                  </a:lnTo>
                  <a:lnTo>
                    <a:pt x="327211" y="366912"/>
                  </a:lnTo>
                  <a:lnTo>
                    <a:pt x="328208" y="366344"/>
                  </a:lnTo>
                  <a:lnTo>
                    <a:pt x="329206" y="365825"/>
                  </a:lnTo>
                  <a:lnTo>
                    <a:pt x="330204" y="365352"/>
                  </a:lnTo>
                  <a:lnTo>
                    <a:pt x="331204" y="364922"/>
                  </a:lnTo>
                  <a:lnTo>
                    <a:pt x="332205" y="364535"/>
                  </a:lnTo>
                  <a:lnTo>
                    <a:pt x="333208" y="364188"/>
                  </a:lnTo>
                  <a:lnTo>
                    <a:pt x="334214" y="363879"/>
                  </a:lnTo>
                  <a:lnTo>
                    <a:pt x="335223" y="363605"/>
                  </a:lnTo>
                  <a:lnTo>
                    <a:pt x="336235" y="363365"/>
                  </a:lnTo>
                  <a:lnTo>
                    <a:pt x="337251" y="363157"/>
                  </a:lnTo>
                  <a:lnTo>
                    <a:pt x="338271" y="362978"/>
                  </a:lnTo>
                  <a:lnTo>
                    <a:pt x="339295" y="362826"/>
                  </a:lnTo>
                  <a:lnTo>
                    <a:pt x="340324" y="362700"/>
                  </a:lnTo>
                  <a:lnTo>
                    <a:pt x="341359" y="362596"/>
                  </a:lnTo>
                  <a:lnTo>
                    <a:pt x="342399" y="362514"/>
                  </a:lnTo>
                  <a:lnTo>
                    <a:pt x="343446" y="362451"/>
                  </a:lnTo>
                  <a:lnTo>
                    <a:pt x="344498" y="362404"/>
                  </a:lnTo>
                  <a:lnTo>
                    <a:pt x="345558" y="362372"/>
                  </a:lnTo>
                  <a:lnTo>
                    <a:pt x="346625" y="362353"/>
                  </a:lnTo>
                  <a:lnTo>
                    <a:pt x="347700" y="362344"/>
                  </a:lnTo>
                  <a:lnTo>
                    <a:pt x="348782" y="362344"/>
                  </a:lnTo>
                  <a:lnTo>
                    <a:pt x="349873" y="362350"/>
                  </a:lnTo>
                  <a:lnTo>
                    <a:pt x="350973" y="362361"/>
                  </a:lnTo>
                  <a:lnTo>
                    <a:pt x="352083" y="362373"/>
                  </a:lnTo>
                  <a:lnTo>
                    <a:pt x="353202" y="362386"/>
                  </a:lnTo>
                  <a:lnTo>
                    <a:pt x="354331" y="362396"/>
                  </a:lnTo>
                  <a:lnTo>
                    <a:pt x="355607" y="362395"/>
                  </a:lnTo>
                  <a:lnTo>
                    <a:pt x="356887" y="362395"/>
                  </a:lnTo>
                  <a:lnTo>
                    <a:pt x="358177" y="362394"/>
                  </a:lnTo>
                  <a:lnTo>
                    <a:pt x="359481" y="362393"/>
                  </a:lnTo>
                  <a:lnTo>
                    <a:pt x="360556" y="362395"/>
                  </a:lnTo>
                  <a:lnTo>
                    <a:pt x="361631" y="362397"/>
                  </a:lnTo>
                  <a:lnTo>
                    <a:pt x="362706" y="362399"/>
                  </a:lnTo>
                  <a:lnTo>
                    <a:pt x="363781" y="362402"/>
                  </a:lnTo>
                  <a:lnTo>
                    <a:pt x="364856" y="362405"/>
                  </a:lnTo>
                  <a:lnTo>
                    <a:pt x="365930" y="362409"/>
                  </a:lnTo>
                  <a:lnTo>
                    <a:pt x="367005" y="362414"/>
                  </a:lnTo>
                  <a:lnTo>
                    <a:pt x="368080" y="362419"/>
                  </a:lnTo>
                  <a:lnTo>
                    <a:pt x="369154" y="362425"/>
                  </a:lnTo>
                  <a:lnTo>
                    <a:pt x="370229" y="362432"/>
                  </a:lnTo>
                  <a:lnTo>
                    <a:pt x="371286" y="362439"/>
                  </a:lnTo>
                  <a:lnTo>
                    <a:pt x="372343" y="362444"/>
                  </a:lnTo>
                  <a:lnTo>
                    <a:pt x="373400" y="362449"/>
                  </a:lnTo>
                  <a:lnTo>
                    <a:pt x="374457" y="362453"/>
                  </a:lnTo>
                  <a:lnTo>
                    <a:pt x="375513" y="362455"/>
                  </a:lnTo>
                  <a:lnTo>
                    <a:pt x="376570" y="362457"/>
                  </a:lnTo>
                  <a:lnTo>
                    <a:pt x="377627" y="362459"/>
                  </a:lnTo>
                  <a:lnTo>
                    <a:pt x="378684" y="362459"/>
                  </a:lnTo>
                  <a:lnTo>
                    <a:pt x="379741" y="362459"/>
                  </a:lnTo>
                  <a:lnTo>
                    <a:pt x="380798" y="362459"/>
                  </a:lnTo>
                  <a:lnTo>
                    <a:pt x="381855" y="362457"/>
                  </a:lnTo>
                  <a:lnTo>
                    <a:pt x="382912" y="362456"/>
                  </a:lnTo>
                  <a:lnTo>
                    <a:pt x="383968" y="362454"/>
                  </a:lnTo>
                  <a:lnTo>
                    <a:pt x="385066" y="362453"/>
                  </a:lnTo>
                  <a:lnTo>
                    <a:pt x="386163" y="362453"/>
                  </a:lnTo>
                  <a:lnTo>
                    <a:pt x="387260" y="362453"/>
                  </a:lnTo>
                  <a:lnTo>
                    <a:pt x="388358" y="362455"/>
                  </a:lnTo>
                  <a:lnTo>
                    <a:pt x="389455" y="362457"/>
                  </a:lnTo>
                  <a:lnTo>
                    <a:pt x="390552" y="362459"/>
                  </a:lnTo>
                  <a:lnTo>
                    <a:pt x="391649" y="362462"/>
                  </a:lnTo>
                  <a:lnTo>
                    <a:pt x="392747" y="362465"/>
                  </a:lnTo>
                  <a:lnTo>
                    <a:pt x="393844" y="362468"/>
                  </a:lnTo>
                  <a:lnTo>
                    <a:pt x="394941" y="362472"/>
                  </a:lnTo>
                  <a:lnTo>
                    <a:pt x="396038" y="362476"/>
                  </a:lnTo>
                  <a:lnTo>
                    <a:pt x="397135" y="362479"/>
                  </a:lnTo>
                  <a:lnTo>
                    <a:pt x="398366" y="362478"/>
                  </a:lnTo>
                  <a:lnTo>
                    <a:pt x="399601" y="362477"/>
                  </a:lnTo>
                  <a:lnTo>
                    <a:pt x="400845" y="362476"/>
                  </a:lnTo>
                  <a:lnTo>
                    <a:pt x="402104" y="362475"/>
                  </a:lnTo>
                  <a:lnTo>
                    <a:pt x="403251" y="362485"/>
                  </a:lnTo>
                  <a:lnTo>
                    <a:pt x="404403" y="362495"/>
                  </a:lnTo>
                  <a:lnTo>
                    <a:pt x="405563" y="362505"/>
                  </a:lnTo>
                  <a:lnTo>
                    <a:pt x="406736" y="362514"/>
                  </a:lnTo>
                  <a:lnTo>
                    <a:pt x="408078" y="362521"/>
                  </a:lnTo>
                  <a:lnTo>
                    <a:pt x="409429" y="362527"/>
                  </a:lnTo>
                  <a:lnTo>
                    <a:pt x="410798" y="362533"/>
                  </a:lnTo>
                  <a:lnTo>
                    <a:pt x="411958" y="362661"/>
                  </a:lnTo>
                  <a:lnTo>
                    <a:pt x="413064" y="362820"/>
                  </a:lnTo>
                  <a:lnTo>
                    <a:pt x="414127" y="363013"/>
                  </a:lnTo>
                  <a:lnTo>
                    <a:pt x="415157" y="363244"/>
                  </a:lnTo>
                  <a:lnTo>
                    <a:pt x="416164" y="363515"/>
                  </a:lnTo>
                  <a:lnTo>
                    <a:pt x="417158" y="363829"/>
                  </a:lnTo>
                  <a:lnTo>
                    <a:pt x="418150" y="364188"/>
                  </a:lnTo>
                  <a:lnTo>
                    <a:pt x="419149" y="364596"/>
                  </a:lnTo>
                  <a:lnTo>
                    <a:pt x="420167" y="365056"/>
                  </a:lnTo>
                  <a:lnTo>
                    <a:pt x="421213" y="365569"/>
                  </a:lnTo>
                  <a:lnTo>
                    <a:pt x="421747" y="366982"/>
                  </a:lnTo>
                  <a:lnTo>
                    <a:pt x="422084" y="367968"/>
                  </a:lnTo>
                  <a:lnTo>
                    <a:pt x="422288" y="368784"/>
                  </a:lnTo>
                  <a:lnTo>
                    <a:pt x="422424" y="369689"/>
                  </a:lnTo>
                  <a:lnTo>
                    <a:pt x="422556" y="370941"/>
                  </a:lnTo>
                  <a:lnTo>
                    <a:pt x="421558" y="371273"/>
                  </a:lnTo>
                  <a:lnTo>
                    <a:pt x="420557" y="371607"/>
                  </a:lnTo>
                  <a:lnTo>
                    <a:pt x="419548" y="371944"/>
                  </a:lnTo>
                  <a:lnTo>
                    <a:pt x="418527" y="372284"/>
                  </a:lnTo>
                  <a:lnTo>
                    <a:pt x="417968" y="373347"/>
                  </a:lnTo>
                  <a:lnTo>
                    <a:pt x="417420" y="374416"/>
                  </a:lnTo>
                  <a:lnTo>
                    <a:pt x="416884" y="375490"/>
                  </a:lnTo>
                  <a:lnTo>
                    <a:pt x="416358" y="376570"/>
                  </a:lnTo>
                  <a:lnTo>
                    <a:pt x="415842" y="377655"/>
                  </a:lnTo>
                  <a:lnTo>
                    <a:pt x="415023" y="378691"/>
                  </a:lnTo>
                  <a:lnTo>
                    <a:pt x="414269" y="379551"/>
                  </a:lnTo>
                  <a:lnTo>
                    <a:pt x="413535" y="380257"/>
                  </a:lnTo>
                  <a:lnTo>
                    <a:pt x="412777" y="380828"/>
                  </a:lnTo>
                  <a:lnTo>
                    <a:pt x="411949" y="381287"/>
                  </a:lnTo>
                  <a:lnTo>
                    <a:pt x="411005" y="381654"/>
                  </a:lnTo>
                  <a:lnTo>
                    <a:pt x="409902" y="381949"/>
                  </a:lnTo>
                  <a:lnTo>
                    <a:pt x="408594" y="382193"/>
                  </a:lnTo>
                  <a:lnTo>
                    <a:pt x="407321" y="382196"/>
                  </a:lnTo>
                  <a:lnTo>
                    <a:pt x="406040" y="382198"/>
                  </a:lnTo>
                  <a:lnTo>
                    <a:pt x="404741" y="382201"/>
                  </a:lnTo>
                  <a:lnTo>
                    <a:pt x="403659" y="382211"/>
                  </a:lnTo>
                  <a:lnTo>
                    <a:pt x="402572" y="382221"/>
                  </a:lnTo>
                  <a:lnTo>
                    <a:pt x="401476" y="382231"/>
                  </a:lnTo>
                  <a:lnTo>
                    <a:pt x="400369" y="382241"/>
                  </a:lnTo>
                  <a:lnTo>
                    <a:pt x="399201" y="382238"/>
                  </a:lnTo>
                  <a:lnTo>
                    <a:pt x="398028" y="382235"/>
                  </a:lnTo>
                  <a:lnTo>
                    <a:pt x="396846" y="382232"/>
                  </a:lnTo>
                  <a:lnTo>
                    <a:pt x="395651" y="382229"/>
                  </a:lnTo>
                  <a:lnTo>
                    <a:pt x="395126" y="382234"/>
                  </a:lnTo>
                  <a:lnTo>
                    <a:pt x="394447" y="382241"/>
                  </a:lnTo>
                  <a:lnTo>
                    <a:pt x="393160" y="382252"/>
                  </a:lnTo>
                  <a:lnTo>
                    <a:pt x="390810" y="382273"/>
                  </a:lnTo>
                  <a:lnTo>
                    <a:pt x="389729" y="382283"/>
                  </a:lnTo>
                  <a:lnTo>
                    <a:pt x="388647" y="382291"/>
                  </a:lnTo>
                  <a:lnTo>
                    <a:pt x="387566" y="382299"/>
                  </a:lnTo>
                  <a:lnTo>
                    <a:pt x="386484" y="382307"/>
                  </a:lnTo>
                  <a:lnTo>
                    <a:pt x="385402" y="382313"/>
                  </a:lnTo>
                  <a:lnTo>
                    <a:pt x="384321" y="382320"/>
                  </a:lnTo>
                  <a:lnTo>
                    <a:pt x="383239" y="382325"/>
                  </a:lnTo>
                  <a:lnTo>
                    <a:pt x="382158" y="382330"/>
                  </a:lnTo>
                  <a:lnTo>
                    <a:pt x="381076" y="382335"/>
                  </a:lnTo>
                  <a:lnTo>
                    <a:pt x="379994" y="382340"/>
                  </a:lnTo>
                  <a:lnTo>
                    <a:pt x="378913" y="382344"/>
                  </a:lnTo>
                  <a:lnTo>
                    <a:pt x="377831" y="382347"/>
                  </a:lnTo>
                  <a:lnTo>
                    <a:pt x="376750" y="382351"/>
                  </a:lnTo>
                  <a:lnTo>
                    <a:pt x="375668" y="382354"/>
                  </a:lnTo>
                  <a:lnTo>
                    <a:pt x="374586" y="382358"/>
                  </a:lnTo>
                  <a:lnTo>
                    <a:pt x="373505" y="382361"/>
                  </a:lnTo>
                  <a:lnTo>
                    <a:pt x="372423" y="382364"/>
                  </a:lnTo>
                  <a:lnTo>
                    <a:pt x="371342" y="382367"/>
                  </a:lnTo>
                  <a:lnTo>
                    <a:pt x="370260" y="382370"/>
                  </a:lnTo>
                  <a:lnTo>
                    <a:pt x="369190" y="382375"/>
                  </a:lnTo>
                  <a:lnTo>
                    <a:pt x="368120" y="382381"/>
                  </a:lnTo>
                  <a:lnTo>
                    <a:pt x="367050" y="382387"/>
                  </a:lnTo>
                  <a:lnTo>
                    <a:pt x="365981" y="382394"/>
                  </a:lnTo>
                  <a:lnTo>
                    <a:pt x="364911" y="382401"/>
                  </a:lnTo>
                  <a:lnTo>
                    <a:pt x="363841" y="382409"/>
                  </a:lnTo>
                  <a:lnTo>
                    <a:pt x="362771" y="382417"/>
                  </a:lnTo>
                  <a:lnTo>
                    <a:pt x="361701" y="382425"/>
                  </a:lnTo>
                  <a:lnTo>
                    <a:pt x="360631" y="382434"/>
                  </a:lnTo>
                  <a:lnTo>
                    <a:pt x="359561" y="382443"/>
                  </a:lnTo>
                  <a:lnTo>
                    <a:pt x="358491" y="382453"/>
                  </a:lnTo>
                  <a:lnTo>
                    <a:pt x="357421" y="382462"/>
                  </a:lnTo>
                  <a:lnTo>
                    <a:pt x="356350" y="382472"/>
                  </a:lnTo>
                  <a:lnTo>
                    <a:pt x="355280" y="382482"/>
                  </a:lnTo>
                  <a:lnTo>
                    <a:pt x="354110" y="382479"/>
                  </a:lnTo>
                  <a:lnTo>
                    <a:pt x="352935" y="382475"/>
                  </a:lnTo>
                  <a:lnTo>
                    <a:pt x="351751" y="382472"/>
                  </a:lnTo>
                  <a:lnTo>
                    <a:pt x="350555" y="382469"/>
                  </a:lnTo>
                  <a:lnTo>
                    <a:pt x="349475" y="382480"/>
                  </a:lnTo>
                  <a:lnTo>
                    <a:pt x="348391" y="382490"/>
                  </a:lnTo>
                  <a:lnTo>
                    <a:pt x="347299" y="382500"/>
                  </a:lnTo>
                  <a:lnTo>
                    <a:pt x="346194" y="382510"/>
                  </a:lnTo>
                  <a:lnTo>
                    <a:pt x="345629" y="382511"/>
                  </a:lnTo>
                  <a:lnTo>
                    <a:pt x="344631" y="382513"/>
                  </a:lnTo>
                  <a:lnTo>
                    <a:pt x="342346" y="382518"/>
                  </a:lnTo>
                  <a:lnTo>
                    <a:pt x="340833" y="382770"/>
                  </a:lnTo>
                  <a:lnTo>
                    <a:pt x="339297" y="383027"/>
                  </a:lnTo>
                  <a:lnTo>
                    <a:pt x="338557" y="384170"/>
                  </a:lnTo>
                  <a:lnTo>
                    <a:pt x="337949" y="385192"/>
                  </a:lnTo>
                  <a:lnTo>
                    <a:pt x="337461" y="386122"/>
                  </a:lnTo>
                  <a:lnTo>
                    <a:pt x="337078" y="386992"/>
                  </a:lnTo>
                  <a:lnTo>
                    <a:pt x="336788" y="387833"/>
                  </a:lnTo>
                  <a:lnTo>
                    <a:pt x="336579" y="388677"/>
                  </a:lnTo>
                  <a:lnTo>
                    <a:pt x="336437" y="389555"/>
                  </a:lnTo>
                  <a:lnTo>
                    <a:pt x="336350" y="390497"/>
                  </a:lnTo>
                  <a:lnTo>
                    <a:pt x="336304" y="391535"/>
                  </a:lnTo>
                  <a:lnTo>
                    <a:pt x="336287" y="392701"/>
                  </a:lnTo>
                  <a:lnTo>
                    <a:pt x="336285" y="394025"/>
                  </a:lnTo>
                  <a:lnTo>
                    <a:pt x="336282" y="395091"/>
                  </a:lnTo>
                  <a:lnTo>
                    <a:pt x="336279" y="396161"/>
                  </a:lnTo>
                  <a:lnTo>
                    <a:pt x="336276" y="397239"/>
                  </a:lnTo>
                  <a:lnTo>
                    <a:pt x="336273" y="398329"/>
                  </a:lnTo>
                  <a:lnTo>
                    <a:pt x="336280" y="399479"/>
                  </a:lnTo>
                  <a:lnTo>
                    <a:pt x="336287" y="400632"/>
                  </a:lnTo>
                  <a:lnTo>
                    <a:pt x="336295" y="401795"/>
                  </a:lnTo>
                  <a:lnTo>
                    <a:pt x="336303" y="402971"/>
                  </a:lnTo>
                  <a:lnTo>
                    <a:pt x="336303" y="404150"/>
                  </a:lnTo>
                  <a:lnTo>
                    <a:pt x="336303" y="405333"/>
                  </a:lnTo>
                  <a:lnTo>
                    <a:pt x="336303" y="406525"/>
                  </a:lnTo>
                  <a:lnTo>
                    <a:pt x="336304" y="407730"/>
                  </a:lnTo>
                  <a:lnTo>
                    <a:pt x="336306" y="408837"/>
                  </a:lnTo>
                  <a:lnTo>
                    <a:pt x="336308" y="409944"/>
                  </a:lnTo>
                  <a:lnTo>
                    <a:pt x="336310" y="411051"/>
                  </a:lnTo>
                  <a:lnTo>
                    <a:pt x="336313" y="412158"/>
                  </a:lnTo>
                  <a:lnTo>
                    <a:pt x="336317" y="413265"/>
                  </a:lnTo>
                  <a:lnTo>
                    <a:pt x="336321" y="414372"/>
                  </a:lnTo>
                  <a:lnTo>
                    <a:pt x="336325" y="415479"/>
                  </a:lnTo>
                  <a:lnTo>
                    <a:pt x="336330" y="416586"/>
                  </a:lnTo>
                  <a:lnTo>
                    <a:pt x="336335" y="417693"/>
                  </a:lnTo>
                  <a:lnTo>
                    <a:pt x="336340" y="418787"/>
                  </a:lnTo>
                  <a:lnTo>
                    <a:pt x="336344" y="419881"/>
                  </a:lnTo>
                  <a:lnTo>
                    <a:pt x="336348" y="420975"/>
                  </a:lnTo>
                  <a:lnTo>
                    <a:pt x="336351" y="422069"/>
                  </a:lnTo>
                  <a:lnTo>
                    <a:pt x="336354" y="423163"/>
                  </a:lnTo>
                  <a:lnTo>
                    <a:pt x="336356" y="424257"/>
                  </a:lnTo>
                  <a:lnTo>
                    <a:pt x="336358" y="425351"/>
                  </a:lnTo>
                  <a:lnTo>
                    <a:pt x="336359" y="426445"/>
                  </a:lnTo>
                  <a:lnTo>
                    <a:pt x="336360" y="427539"/>
                  </a:lnTo>
                  <a:lnTo>
                    <a:pt x="336361" y="428632"/>
                  </a:lnTo>
                  <a:lnTo>
                    <a:pt x="336362" y="429726"/>
                  </a:lnTo>
                  <a:lnTo>
                    <a:pt x="336362" y="430820"/>
                  </a:lnTo>
                  <a:lnTo>
                    <a:pt x="336362" y="431914"/>
                  </a:lnTo>
                  <a:lnTo>
                    <a:pt x="336362" y="433008"/>
                  </a:lnTo>
                  <a:lnTo>
                    <a:pt x="336364" y="434081"/>
                  </a:lnTo>
                  <a:lnTo>
                    <a:pt x="336366" y="435155"/>
                  </a:lnTo>
                  <a:lnTo>
                    <a:pt x="336369" y="436228"/>
                  </a:lnTo>
                  <a:lnTo>
                    <a:pt x="336371" y="437302"/>
                  </a:lnTo>
                  <a:lnTo>
                    <a:pt x="336374" y="438375"/>
                  </a:lnTo>
                  <a:lnTo>
                    <a:pt x="336377" y="439449"/>
                  </a:lnTo>
                  <a:lnTo>
                    <a:pt x="336380" y="440523"/>
                  </a:lnTo>
                  <a:lnTo>
                    <a:pt x="336383" y="441596"/>
                  </a:lnTo>
                  <a:lnTo>
                    <a:pt x="336386" y="442670"/>
                  </a:lnTo>
                  <a:lnTo>
                    <a:pt x="336387" y="443174"/>
                  </a:lnTo>
                  <a:lnTo>
                    <a:pt x="336387" y="443828"/>
                  </a:lnTo>
                  <a:lnTo>
                    <a:pt x="336388" y="445067"/>
                  </a:lnTo>
                  <a:lnTo>
                    <a:pt x="336390" y="447328"/>
                  </a:lnTo>
                  <a:lnTo>
                    <a:pt x="336397" y="448387"/>
                  </a:lnTo>
                  <a:lnTo>
                    <a:pt x="336403" y="449451"/>
                  </a:lnTo>
                  <a:lnTo>
                    <a:pt x="336410" y="450523"/>
                  </a:lnTo>
                  <a:lnTo>
                    <a:pt x="336417" y="451606"/>
                  </a:lnTo>
                  <a:lnTo>
                    <a:pt x="336422" y="452857"/>
                  </a:lnTo>
                  <a:lnTo>
                    <a:pt x="336427" y="454116"/>
                  </a:lnTo>
                  <a:lnTo>
                    <a:pt x="336432" y="455392"/>
                  </a:lnTo>
                  <a:lnTo>
                    <a:pt x="336557" y="457053"/>
                  </a:lnTo>
                  <a:lnTo>
                    <a:pt x="336757" y="458042"/>
                  </a:lnTo>
                  <a:lnTo>
                    <a:pt x="337175" y="458750"/>
                  </a:lnTo>
                  <a:lnTo>
                    <a:pt x="337954" y="459571"/>
                  </a:lnTo>
                  <a:lnTo>
                    <a:pt x="339096" y="459648"/>
                  </a:lnTo>
                  <a:lnTo>
                    <a:pt x="340239" y="459705"/>
                  </a:lnTo>
                  <a:lnTo>
                    <a:pt x="341383" y="459746"/>
                  </a:lnTo>
                  <a:lnTo>
                    <a:pt x="342527" y="459773"/>
                  </a:lnTo>
                  <a:lnTo>
                    <a:pt x="343671" y="459787"/>
                  </a:lnTo>
                  <a:lnTo>
                    <a:pt x="344212" y="459793"/>
                  </a:lnTo>
                  <a:lnTo>
                    <a:pt x="345166" y="459803"/>
                  </a:lnTo>
                  <a:lnTo>
                    <a:pt x="347352" y="459826"/>
                  </a:lnTo>
                  <a:lnTo>
                    <a:pt x="348677" y="459832"/>
                  </a:lnTo>
                  <a:lnTo>
                    <a:pt x="350011" y="459838"/>
                  </a:lnTo>
                  <a:lnTo>
                    <a:pt x="351362" y="459844"/>
                  </a:lnTo>
                  <a:lnTo>
                    <a:pt x="352717" y="459852"/>
                  </a:lnTo>
                  <a:lnTo>
                    <a:pt x="354081" y="459859"/>
                  </a:lnTo>
                  <a:lnTo>
                    <a:pt x="355463" y="459867"/>
                  </a:lnTo>
                  <a:lnTo>
                    <a:pt x="356540" y="459871"/>
                  </a:lnTo>
                  <a:lnTo>
                    <a:pt x="357617" y="459876"/>
                  </a:lnTo>
                  <a:lnTo>
                    <a:pt x="358694" y="459879"/>
                  </a:lnTo>
                  <a:lnTo>
                    <a:pt x="359771" y="459883"/>
                  </a:lnTo>
                  <a:lnTo>
                    <a:pt x="360848" y="459886"/>
                  </a:lnTo>
                  <a:lnTo>
                    <a:pt x="361925" y="459889"/>
                  </a:lnTo>
                  <a:lnTo>
                    <a:pt x="363002" y="459891"/>
                  </a:lnTo>
                  <a:lnTo>
                    <a:pt x="364079" y="459893"/>
                  </a:lnTo>
                  <a:lnTo>
                    <a:pt x="365176" y="459897"/>
                  </a:lnTo>
                  <a:lnTo>
                    <a:pt x="366273" y="459902"/>
                  </a:lnTo>
                  <a:lnTo>
                    <a:pt x="367370" y="459908"/>
                  </a:lnTo>
                  <a:lnTo>
                    <a:pt x="368467" y="459915"/>
                  </a:lnTo>
                  <a:lnTo>
                    <a:pt x="369565" y="459923"/>
                  </a:lnTo>
                  <a:lnTo>
                    <a:pt x="370662" y="459931"/>
                  </a:lnTo>
                  <a:lnTo>
                    <a:pt x="371759" y="459940"/>
                  </a:lnTo>
                  <a:lnTo>
                    <a:pt x="372856" y="459949"/>
                  </a:lnTo>
                  <a:lnTo>
                    <a:pt x="373953" y="459959"/>
                  </a:lnTo>
                  <a:lnTo>
                    <a:pt x="375050" y="459969"/>
                  </a:lnTo>
                  <a:lnTo>
                    <a:pt x="376147" y="459980"/>
                  </a:lnTo>
                  <a:lnTo>
                    <a:pt x="377244" y="459990"/>
                  </a:lnTo>
                  <a:lnTo>
                    <a:pt x="378289" y="459993"/>
                  </a:lnTo>
                  <a:lnTo>
                    <a:pt x="379335" y="459997"/>
                  </a:lnTo>
                  <a:lnTo>
                    <a:pt x="380380" y="460000"/>
                  </a:lnTo>
                  <a:lnTo>
                    <a:pt x="381425" y="460002"/>
                  </a:lnTo>
                  <a:lnTo>
                    <a:pt x="382470" y="460005"/>
                  </a:lnTo>
                  <a:lnTo>
                    <a:pt x="383515" y="460007"/>
                  </a:lnTo>
                  <a:lnTo>
                    <a:pt x="384560" y="460009"/>
                  </a:lnTo>
                  <a:lnTo>
                    <a:pt x="385605" y="460012"/>
                  </a:lnTo>
                  <a:lnTo>
                    <a:pt x="386190" y="460019"/>
                  </a:lnTo>
                  <a:lnTo>
                    <a:pt x="387222" y="460032"/>
                  </a:lnTo>
                  <a:lnTo>
                    <a:pt x="389583" y="460063"/>
                  </a:lnTo>
                  <a:lnTo>
                    <a:pt x="390765" y="460055"/>
                  </a:lnTo>
                  <a:lnTo>
                    <a:pt x="391900" y="460039"/>
                  </a:lnTo>
                  <a:lnTo>
                    <a:pt x="392992" y="460009"/>
                  </a:lnTo>
                  <a:lnTo>
                    <a:pt x="394048" y="459960"/>
                  </a:lnTo>
                  <a:lnTo>
                    <a:pt x="395070" y="459889"/>
                  </a:lnTo>
                  <a:lnTo>
                    <a:pt x="396064" y="459789"/>
                  </a:lnTo>
                  <a:lnTo>
                    <a:pt x="397034" y="459658"/>
                  </a:lnTo>
                  <a:lnTo>
                    <a:pt x="397985" y="459489"/>
                  </a:lnTo>
                  <a:lnTo>
                    <a:pt x="398921" y="459279"/>
                  </a:lnTo>
                  <a:lnTo>
                    <a:pt x="399847" y="459022"/>
                  </a:lnTo>
                  <a:lnTo>
                    <a:pt x="400769" y="458715"/>
                  </a:lnTo>
                  <a:lnTo>
                    <a:pt x="401689" y="458352"/>
                  </a:lnTo>
                  <a:lnTo>
                    <a:pt x="402613" y="457929"/>
                  </a:lnTo>
                  <a:lnTo>
                    <a:pt x="403546" y="457441"/>
                  </a:lnTo>
                  <a:lnTo>
                    <a:pt x="404492" y="456884"/>
                  </a:lnTo>
                  <a:lnTo>
                    <a:pt x="405455" y="456252"/>
                  </a:lnTo>
                  <a:lnTo>
                    <a:pt x="406441" y="455542"/>
                  </a:lnTo>
                  <a:lnTo>
                    <a:pt x="407774" y="455542"/>
                  </a:lnTo>
                  <a:lnTo>
                    <a:pt x="409127" y="455542"/>
                  </a:lnTo>
                  <a:lnTo>
                    <a:pt x="409127" y="454210"/>
                  </a:lnTo>
                  <a:lnTo>
                    <a:pt x="409127" y="452857"/>
                  </a:lnTo>
                  <a:lnTo>
                    <a:pt x="409779" y="452661"/>
                  </a:lnTo>
                  <a:lnTo>
                    <a:pt x="411750" y="452070"/>
                  </a:lnTo>
                  <a:lnTo>
                    <a:pt x="412770" y="451355"/>
                  </a:lnTo>
                  <a:lnTo>
                    <a:pt x="413516" y="450768"/>
                  </a:lnTo>
                  <a:lnTo>
                    <a:pt x="414050" y="450204"/>
                  </a:lnTo>
                  <a:lnTo>
                    <a:pt x="414435" y="449559"/>
                  </a:lnTo>
                  <a:lnTo>
                    <a:pt x="414733" y="448728"/>
                  </a:lnTo>
                  <a:lnTo>
                    <a:pt x="415006" y="447606"/>
                  </a:lnTo>
                  <a:lnTo>
                    <a:pt x="415317" y="446090"/>
                  </a:lnTo>
                  <a:lnTo>
                    <a:pt x="415364" y="444897"/>
                  </a:lnTo>
                  <a:lnTo>
                    <a:pt x="415411" y="443700"/>
                  </a:lnTo>
                  <a:lnTo>
                    <a:pt x="415458" y="442494"/>
                  </a:lnTo>
                  <a:lnTo>
                    <a:pt x="415506" y="441274"/>
                  </a:lnTo>
                  <a:lnTo>
                    <a:pt x="415563" y="440076"/>
                  </a:lnTo>
                  <a:lnTo>
                    <a:pt x="415620" y="438874"/>
                  </a:lnTo>
                  <a:lnTo>
                    <a:pt x="415678" y="437662"/>
                  </a:lnTo>
                  <a:lnTo>
                    <a:pt x="415737" y="436437"/>
                  </a:lnTo>
                  <a:lnTo>
                    <a:pt x="415771" y="435207"/>
                  </a:lnTo>
                  <a:lnTo>
                    <a:pt x="415806" y="433969"/>
                  </a:lnTo>
                  <a:lnTo>
                    <a:pt x="415842" y="432713"/>
                  </a:lnTo>
                  <a:lnTo>
                    <a:pt x="416839" y="432381"/>
                  </a:lnTo>
                  <a:lnTo>
                    <a:pt x="417841" y="432047"/>
                  </a:lnTo>
                  <a:lnTo>
                    <a:pt x="418850" y="431711"/>
                  </a:lnTo>
                  <a:lnTo>
                    <a:pt x="419870" y="431371"/>
                  </a:lnTo>
                  <a:lnTo>
                    <a:pt x="419870" y="430038"/>
                  </a:lnTo>
                  <a:lnTo>
                    <a:pt x="419870" y="428685"/>
                  </a:lnTo>
                  <a:lnTo>
                    <a:pt x="421203" y="428018"/>
                  </a:lnTo>
                  <a:lnTo>
                    <a:pt x="422556" y="427342"/>
                  </a:lnTo>
                  <a:lnTo>
                    <a:pt x="423135" y="426384"/>
                  </a:lnTo>
                  <a:lnTo>
                    <a:pt x="423712" y="425426"/>
                  </a:lnTo>
                  <a:lnTo>
                    <a:pt x="424289" y="424468"/>
                  </a:lnTo>
                  <a:lnTo>
                    <a:pt x="424864" y="423509"/>
                  </a:lnTo>
                  <a:lnTo>
                    <a:pt x="425439" y="422549"/>
                  </a:lnTo>
                  <a:lnTo>
                    <a:pt x="426012" y="421588"/>
                  </a:lnTo>
                  <a:lnTo>
                    <a:pt x="426585" y="420627"/>
                  </a:lnTo>
                  <a:lnTo>
                    <a:pt x="427544" y="419427"/>
                  </a:lnTo>
                  <a:lnTo>
                    <a:pt x="428233" y="418618"/>
                  </a:lnTo>
                  <a:lnTo>
                    <a:pt x="428845" y="418005"/>
                  </a:lnTo>
                  <a:lnTo>
                    <a:pt x="429574" y="417397"/>
                  </a:lnTo>
                  <a:lnTo>
                    <a:pt x="430613" y="416599"/>
                  </a:lnTo>
                  <a:lnTo>
                    <a:pt x="431677" y="416599"/>
                  </a:lnTo>
                  <a:lnTo>
                    <a:pt x="432744" y="416599"/>
                  </a:lnTo>
                  <a:lnTo>
                    <a:pt x="433816" y="416599"/>
                  </a:lnTo>
                  <a:lnTo>
                    <a:pt x="434895" y="416599"/>
                  </a:lnTo>
                  <a:lnTo>
                    <a:pt x="435985" y="416599"/>
                  </a:lnTo>
                  <a:lnTo>
                    <a:pt x="435985" y="417639"/>
                  </a:lnTo>
                  <a:lnTo>
                    <a:pt x="435985" y="418680"/>
                  </a:lnTo>
                  <a:lnTo>
                    <a:pt x="435985" y="419721"/>
                  </a:lnTo>
                  <a:lnTo>
                    <a:pt x="435985" y="420762"/>
                  </a:lnTo>
                  <a:lnTo>
                    <a:pt x="435985" y="421804"/>
                  </a:lnTo>
                  <a:lnTo>
                    <a:pt x="435985" y="422846"/>
                  </a:lnTo>
                  <a:lnTo>
                    <a:pt x="435985" y="423889"/>
                  </a:lnTo>
                  <a:lnTo>
                    <a:pt x="435985" y="424933"/>
                  </a:lnTo>
                  <a:lnTo>
                    <a:pt x="435985" y="425977"/>
                  </a:lnTo>
                  <a:lnTo>
                    <a:pt x="435985" y="427023"/>
                  </a:lnTo>
                  <a:lnTo>
                    <a:pt x="435985" y="428070"/>
                  </a:lnTo>
                  <a:lnTo>
                    <a:pt x="435985" y="429118"/>
                  </a:lnTo>
                  <a:lnTo>
                    <a:pt x="435985" y="430168"/>
                  </a:lnTo>
                  <a:lnTo>
                    <a:pt x="435985" y="431220"/>
                  </a:lnTo>
                  <a:lnTo>
                    <a:pt x="435985" y="432273"/>
                  </a:lnTo>
                  <a:lnTo>
                    <a:pt x="435985" y="433327"/>
                  </a:lnTo>
                  <a:lnTo>
                    <a:pt x="435985" y="434384"/>
                  </a:lnTo>
                  <a:lnTo>
                    <a:pt x="435985" y="435443"/>
                  </a:lnTo>
                  <a:lnTo>
                    <a:pt x="435985" y="436503"/>
                  </a:lnTo>
                  <a:lnTo>
                    <a:pt x="435985" y="437567"/>
                  </a:lnTo>
                  <a:lnTo>
                    <a:pt x="435985" y="438632"/>
                  </a:lnTo>
                  <a:lnTo>
                    <a:pt x="435985" y="439700"/>
                  </a:lnTo>
                  <a:lnTo>
                    <a:pt x="435985" y="440771"/>
                  </a:lnTo>
                  <a:lnTo>
                    <a:pt x="437049" y="440505"/>
                  </a:lnTo>
                  <a:lnTo>
                    <a:pt x="438113" y="440239"/>
                  </a:lnTo>
                  <a:lnTo>
                    <a:pt x="439178" y="439972"/>
                  </a:lnTo>
                  <a:lnTo>
                    <a:pt x="440246" y="439705"/>
                  </a:lnTo>
                  <a:lnTo>
                    <a:pt x="441316" y="439438"/>
                  </a:lnTo>
                  <a:lnTo>
                    <a:pt x="442389" y="439170"/>
                  </a:lnTo>
                  <a:lnTo>
                    <a:pt x="443467" y="438900"/>
                  </a:lnTo>
                  <a:lnTo>
                    <a:pt x="444548" y="438630"/>
                  </a:lnTo>
                  <a:lnTo>
                    <a:pt x="445635" y="438358"/>
                  </a:lnTo>
                  <a:lnTo>
                    <a:pt x="446728" y="438085"/>
                  </a:lnTo>
                  <a:lnTo>
                    <a:pt x="446728" y="436752"/>
                  </a:lnTo>
                  <a:lnTo>
                    <a:pt x="446728" y="435399"/>
                  </a:lnTo>
                  <a:lnTo>
                    <a:pt x="447839" y="435144"/>
                  </a:lnTo>
                  <a:lnTo>
                    <a:pt x="448951" y="434890"/>
                  </a:lnTo>
                  <a:lnTo>
                    <a:pt x="450063" y="434637"/>
                  </a:lnTo>
                  <a:lnTo>
                    <a:pt x="451175" y="434385"/>
                  </a:lnTo>
                  <a:lnTo>
                    <a:pt x="452287" y="434134"/>
                  </a:lnTo>
                  <a:lnTo>
                    <a:pt x="453399" y="433884"/>
                  </a:lnTo>
                  <a:lnTo>
                    <a:pt x="454512" y="433634"/>
                  </a:lnTo>
                  <a:lnTo>
                    <a:pt x="455625" y="433385"/>
                  </a:lnTo>
                  <a:lnTo>
                    <a:pt x="456864" y="433104"/>
                  </a:lnTo>
                  <a:lnTo>
                    <a:pt x="458108" y="432823"/>
                  </a:lnTo>
                  <a:lnTo>
                    <a:pt x="459362" y="432539"/>
                  </a:lnTo>
                  <a:lnTo>
                    <a:pt x="460629" y="432251"/>
                  </a:lnTo>
                  <a:lnTo>
                    <a:pt x="461738" y="432064"/>
                  </a:lnTo>
                  <a:lnTo>
                    <a:pt x="462828" y="431902"/>
                  </a:lnTo>
                  <a:lnTo>
                    <a:pt x="463905" y="431765"/>
                  </a:lnTo>
                  <a:lnTo>
                    <a:pt x="464971" y="431651"/>
                  </a:lnTo>
                  <a:lnTo>
                    <a:pt x="466031" y="431558"/>
                  </a:lnTo>
                  <a:lnTo>
                    <a:pt x="467088" y="431484"/>
                  </a:lnTo>
                  <a:lnTo>
                    <a:pt x="468147" y="431429"/>
                  </a:lnTo>
                  <a:lnTo>
                    <a:pt x="469210" y="431390"/>
                  </a:lnTo>
                  <a:lnTo>
                    <a:pt x="470282" y="431367"/>
                  </a:lnTo>
                  <a:lnTo>
                    <a:pt x="471366" y="431357"/>
                  </a:lnTo>
                  <a:lnTo>
                    <a:pt x="472466" y="431358"/>
                  </a:lnTo>
                  <a:lnTo>
                    <a:pt x="473586" y="431371"/>
                  </a:lnTo>
                  <a:lnTo>
                    <a:pt x="473583" y="429104"/>
                  </a:lnTo>
                  <a:lnTo>
                    <a:pt x="473581" y="426838"/>
                  </a:lnTo>
                  <a:lnTo>
                    <a:pt x="473579" y="424572"/>
                  </a:lnTo>
                  <a:lnTo>
                    <a:pt x="473576" y="422306"/>
                  </a:lnTo>
                  <a:lnTo>
                    <a:pt x="473574" y="420039"/>
                  </a:lnTo>
                  <a:lnTo>
                    <a:pt x="473571" y="417773"/>
                  </a:lnTo>
                  <a:lnTo>
                    <a:pt x="473569" y="415507"/>
                  </a:lnTo>
                  <a:lnTo>
                    <a:pt x="473566" y="413241"/>
                  </a:lnTo>
                  <a:lnTo>
                    <a:pt x="473563" y="410974"/>
                  </a:lnTo>
                  <a:lnTo>
                    <a:pt x="473561" y="408708"/>
                  </a:lnTo>
                  <a:lnTo>
                    <a:pt x="473558" y="406442"/>
                  </a:lnTo>
                  <a:lnTo>
                    <a:pt x="473555" y="404176"/>
                  </a:lnTo>
                  <a:lnTo>
                    <a:pt x="473553" y="401910"/>
                  </a:lnTo>
                  <a:lnTo>
                    <a:pt x="473550" y="399643"/>
                  </a:lnTo>
                  <a:lnTo>
                    <a:pt x="473547" y="397377"/>
                  </a:lnTo>
                  <a:lnTo>
                    <a:pt x="473544" y="395111"/>
                  </a:lnTo>
                  <a:lnTo>
                    <a:pt x="473541" y="392845"/>
                  </a:lnTo>
                  <a:lnTo>
                    <a:pt x="473538" y="390578"/>
                  </a:lnTo>
                  <a:lnTo>
                    <a:pt x="473535" y="388312"/>
                  </a:lnTo>
                  <a:lnTo>
                    <a:pt x="473532" y="386046"/>
                  </a:lnTo>
                  <a:lnTo>
                    <a:pt x="473529" y="383780"/>
                  </a:lnTo>
                  <a:lnTo>
                    <a:pt x="473525" y="381514"/>
                  </a:lnTo>
                  <a:lnTo>
                    <a:pt x="473522" y="379247"/>
                  </a:lnTo>
                  <a:lnTo>
                    <a:pt x="473519" y="376981"/>
                  </a:lnTo>
                  <a:lnTo>
                    <a:pt x="473515" y="374715"/>
                  </a:lnTo>
                  <a:lnTo>
                    <a:pt x="473512" y="372449"/>
                  </a:lnTo>
                  <a:lnTo>
                    <a:pt x="473509" y="370183"/>
                  </a:lnTo>
                  <a:lnTo>
                    <a:pt x="473505" y="367916"/>
                  </a:lnTo>
                  <a:lnTo>
                    <a:pt x="473502" y="365650"/>
                  </a:lnTo>
                  <a:lnTo>
                    <a:pt x="473498" y="363384"/>
                  </a:lnTo>
                  <a:lnTo>
                    <a:pt x="473494" y="361118"/>
                  </a:lnTo>
                  <a:lnTo>
                    <a:pt x="473491" y="358852"/>
                  </a:lnTo>
                  <a:lnTo>
                    <a:pt x="473487" y="356585"/>
                  </a:lnTo>
                  <a:lnTo>
                    <a:pt x="473483" y="354319"/>
                  </a:lnTo>
                  <a:lnTo>
                    <a:pt x="473479" y="352053"/>
                  </a:lnTo>
                  <a:lnTo>
                    <a:pt x="473476" y="349787"/>
                  </a:lnTo>
                  <a:lnTo>
                    <a:pt x="473472" y="347521"/>
                  </a:lnTo>
                  <a:lnTo>
                    <a:pt x="473468" y="345255"/>
                  </a:lnTo>
                  <a:lnTo>
                    <a:pt x="473464" y="342988"/>
                  </a:lnTo>
                  <a:lnTo>
                    <a:pt x="473460" y="340722"/>
                  </a:lnTo>
                  <a:lnTo>
                    <a:pt x="473455" y="338456"/>
                  </a:lnTo>
                  <a:lnTo>
                    <a:pt x="473451" y="336190"/>
                  </a:lnTo>
                  <a:lnTo>
                    <a:pt x="473447" y="333924"/>
                  </a:lnTo>
                  <a:lnTo>
                    <a:pt x="473443" y="331657"/>
                  </a:lnTo>
                  <a:lnTo>
                    <a:pt x="473439" y="329391"/>
                  </a:lnTo>
                  <a:lnTo>
                    <a:pt x="473434" y="327125"/>
                  </a:lnTo>
                  <a:lnTo>
                    <a:pt x="473430" y="324859"/>
                  </a:lnTo>
                  <a:lnTo>
                    <a:pt x="473425" y="322593"/>
                  </a:lnTo>
                  <a:lnTo>
                    <a:pt x="473421" y="320326"/>
                  </a:lnTo>
                  <a:lnTo>
                    <a:pt x="473416" y="318060"/>
                  </a:lnTo>
                  <a:lnTo>
                    <a:pt x="473412" y="315794"/>
                  </a:lnTo>
                  <a:lnTo>
                    <a:pt x="473407" y="313528"/>
                  </a:lnTo>
                  <a:lnTo>
                    <a:pt x="473402" y="311262"/>
                  </a:lnTo>
                  <a:lnTo>
                    <a:pt x="473397" y="308996"/>
                  </a:lnTo>
                  <a:lnTo>
                    <a:pt x="473392" y="306729"/>
                  </a:lnTo>
                  <a:lnTo>
                    <a:pt x="473388" y="304463"/>
                  </a:lnTo>
                  <a:lnTo>
                    <a:pt x="473383" y="302197"/>
                  </a:lnTo>
                  <a:lnTo>
                    <a:pt x="473378" y="299931"/>
                  </a:lnTo>
                  <a:lnTo>
                    <a:pt x="473373" y="297665"/>
                  </a:lnTo>
                  <a:lnTo>
                    <a:pt x="473368" y="295399"/>
                  </a:lnTo>
                  <a:lnTo>
                    <a:pt x="473362" y="293132"/>
                  </a:lnTo>
                  <a:lnTo>
                    <a:pt x="473357" y="290866"/>
                  </a:lnTo>
                  <a:lnTo>
                    <a:pt x="473352" y="288600"/>
                  </a:lnTo>
                  <a:lnTo>
                    <a:pt x="473347" y="286334"/>
                  </a:lnTo>
                  <a:lnTo>
                    <a:pt x="473344" y="285264"/>
                  </a:lnTo>
                  <a:lnTo>
                    <a:pt x="473342" y="284195"/>
                  </a:lnTo>
                  <a:lnTo>
                    <a:pt x="473339" y="283125"/>
                  </a:lnTo>
                  <a:lnTo>
                    <a:pt x="473336" y="282056"/>
                  </a:lnTo>
                  <a:lnTo>
                    <a:pt x="473334" y="280986"/>
                  </a:lnTo>
                  <a:lnTo>
                    <a:pt x="473331" y="279917"/>
                  </a:lnTo>
                  <a:lnTo>
                    <a:pt x="473329" y="278847"/>
                  </a:lnTo>
                  <a:lnTo>
                    <a:pt x="473326" y="277778"/>
                  </a:lnTo>
                  <a:lnTo>
                    <a:pt x="473324" y="276708"/>
                  </a:lnTo>
                  <a:lnTo>
                    <a:pt x="473321" y="275639"/>
                  </a:lnTo>
                  <a:lnTo>
                    <a:pt x="473319" y="274570"/>
                  </a:lnTo>
                  <a:lnTo>
                    <a:pt x="473316" y="273500"/>
                  </a:lnTo>
                  <a:lnTo>
                    <a:pt x="473314" y="272431"/>
                  </a:lnTo>
                  <a:lnTo>
                    <a:pt x="473311" y="271362"/>
                  </a:lnTo>
                  <a:lnTo>
                    <a:pt x="473309" y="270292"/>
                  </a:lnTo>
                  <a:lnTo>
                    <a:pt x="473306" y="269223"/>
                  </a:lnTo>
                  <a:lnTo>
                    <a:pt x="473305" y="268086"/>
                  </a:lnTo>
                  <a:lnTo>
                    <a:pt x="473302" y="266942"/>
                  </a:lnTo>
                  <a:lnTo>
                    <a:pt x="473300" y="265782"/>
                  </a:lnTo>
                  <a:lnTo>
                    <a:pt x="473297" y="264741"/>
                  </a:lnTo>
                  <a:lnTo>
                    <a:pt x="473295" y="263699"/>
                  </a:lnTo>
                  <a:lnTo>
                    <a:pt x="473293" y="262657"/>
                  </a:lnTo>
                  <a:lnTo>
                    <a:pt x="473290" y="261616"/>
                  </a:lnTo>
                  <a:lnTo>
                    <a:pt x="473288" y="260574"/>
                  </a:lnTo>
                  <a:lnTo>
                    <a:pt x="473286" y="259532"/>
                  </a:lnTo>
                  <a:lnTo>
                    <a:pt x="473284" y="258491"/>
                  </a:lnTo>
                  <a:lnTo>
                    <a:pt x="473282" y="257449"/>
                  </a:lnTo>
                  <a:lnTo>
                    <a:pt x="473280" y="256407"/>
                  </a:lnTo>
                  <a:lnTo>
                    <a:pt x="473278" y="255366"/>
                  </a:lnTo>
                  <a:lnTo>
                    <a:pt x="473276" y="254324"/>
                  </a:lnTo>
                  <a:lnTo>
                    <a:pt x="473274" y="253282"/>
                  </a:lnTo>
                  <a:lnTo>
                    <a:pt x="473272" y="252241"/>
                  </a:lnTo>
                  <a:lnTo>
                    <a:pt x="473270" y="251199"/>
                  </a:lnTo>
                  <a:lnTo>
                    <a:pt x="473268" y="250157"/>
                  </a:lnTo>
                  <a:lnTo>
                    <a:pt x="473267" y="249116"/>
                  </a:lnTo>
                  <a:lnTo>
                    <a:pt x="473265" y="248074"/>
                  </a:lnTo>
                  <a:lnTo>
                    <a:pt x="473263" y="247032"/>
                  </a:lnTo>
                  <a:lnTo>
                    <a:pt x="473261" y="245991"/>
                  </a:lnTo>
                  <a:lnTo>
                    <a:pt x="473260" y="244949"/>
                  </a:lnTo>
                  <a:lnTo>
                    <a:pt x="473258" y="243907"/>
                  </a:lnTo>
                  <a:lnTo>
                    <a:pt x="473257" y="242866"/>
                  </a:lnTo>
                  <a:lnTo>
                    <a:pt x="473255" y="241824"/>
                  </a:lnTo>
                  <a:lnTo>
                    <a:pt x="473253" y="240782"/>
                  </a:lnTo>
                  <a:lnTo>
                    <a:pt x="473252" y="239741"/>
                  </a:lnTo>
                  <a:lnTo>
                    <a:pt x="473250" y="238699"/>
                  </a:lnTo>
                  <a:lnTo>
                    <a:pt x="473249" y="237657"/>
                  </a:lnTo>
                  <a:lnTo>
                    <a:pt x="473248" y="236616"/>
                  </a:lnTo>
                  <a:lnTo>
                    <a:pt x="473246" y="235574"/>
                  </a:lnTo>
                  <a:lnTo>
                    <a:pt x="473245" y="234532"/>
                  </a:lnTo>
                  <a:lnTo>
                    <a:pt x="473243" y="233491"/>
                  </a:lnTo>
                  <a:lnTo>
                    <a:pt x="473242" y="232449"/>
                  </a:lnTo>
                  <a:lnTo>
                    <a:pt x="473241" y="231407"/>
                  </a:lnTo>
                  <a:lnTo>
                    <a:pt x="473239" y="230366"/>
                  </a:lnTo>
                  <a:lnTo>
                    <a:pt x="473238" y="229324"/>
                  </a:lnTo>
                  <a:lnTo>
                    <a:pt x="473237" y="228283"/>
                  </a:lnTo>
                  <a:lnTo>
                    <a:pt x="473236" y="227241"/>
                  </a:lnTo>
                  <a:lnTo>
                    <a:pt x="473235" y="226199"/>
                  </a:lnTo>
                  <a:lnTo>
                    <a:pt x="473233" y="225158"/>
                  </a:lnTo>
                  <a:lnTo>
                    <a:pt x="473232" y="224116"/>
                  </a:lnTo>
                  <a:lnTo>
                    <a:pt x="473231" y="223074"/>
                  </a:lnTo>
                  <a:lnTo>
                    <a:pt x="473230" y="222033"/>
                  </a:lnTo>
                  <a:lnTo>
                    <a:pt x="473229" y="220991"/>
                  </a:lnTo>
                  <a:lnTo>
                    <a:pt x="473228" y="219950"/>
                  </a:lnTo>
                  <a:lnTo>
                    <a:pt x="473227" y="218908"/>
                  </a:lnTo>
                  <a:lnTo>
                    <a:pt x="473226" y="217866"/>
                  </a:lnTo>
                  <a:lnTo>
                    <a:pt x="473225" y="216825"/>
                  </a:lnTo>
                  <a:lnTo>
                    <a:pt x="473224" y="215783"/>
                  </a:lnTo>
                  <a:lnTo>
                    <a:pt x="473223" y="214741"/>
                  </a:lnTo>
                  <a:lnTo>
                    <a:pt x="473222" y="213700"/>
                  </a:lnTo>
                  <a:lnTo>
                    <a:pt x="473221" y="212658"/>
                  </a:lnTo>
                  <a:lnTo>
                    <a:pt x="473220" y="211617"/>
                  </a:lnTo>
                  <a:lnTo>
                    <a:pt x="473219" y="210575"/>
                  </a:lnTo>
                  <a:lnTo>
                    <a:pt x="473218" y="209527"/>
                  </a:lnTo>
                  <a:lnTo>
                    <a:pt x="473217" y="208478"/>
                  </a:lnTo>
                  <a:lnTo>
                    <a:pt x="473216" y="207430"/>
                  </a:lnTo>
                  <a:lnTo>
                    <a:pt x="473215" y="206381"/>
                  </a:lnTo>
                  <a:lnTo>
                    <a:pt x="473214" y="205333"/>
                  </a:lnTo>
                  <a:lnTo>
                    <a:pt x="473212" y="204284"/>
                  </a:lnTo>
                  <a:lnTo>
                    <a:pt x="473211" y="203236"/>
                  </a:lnTo>
                  <a:lnTo>
                    <a:pt x="473210" y="202187"/>
                  </a:lnTo>
                  <a:lnTo>
                    <a:pt x="473209" y="201139"/>
                  </a:lnTo>
                  <a:lnTo>
                    <a:pt x="473207" y="200090"/>
                  </a:lnTo>
                  <a:lnTo>
                    <a:pt x="473206" y="199042"/>
                  </a:lnTo>
                  <a:lnTo>
                    <a:pt x="473205" y="197993"/>
                  </a:lnTo>
                  <a:lnTo>
                    <a:pt x="473203" y="196945"/>
                  </a:lnTo>
                  <a:lnTo>
                    <a:pt x="473202" y="195896"/>
                  </a:lnTo>
                  <a:lnTo>
                    <a:pt x="473200" y="194848"/>
                  </a:lnTo>
                  <a:lnTo>
                    <a:pt x="473198" y="193799"/>
                  </a:lnTo>
                  <a:lnTo>
                    <a:pt x="473197" y="192751"/>
                  </a:lnTo>
                  <a:lnTo>
                    <a:pt x="473195" y="191702"/>
                  </a:lnTo>
                  <a:lnTo>
                    <a:pt x="473194" y="190654"/>
                  </a:lnTo>
                  <a:lnTo>
                    <a:pt x="473192" y="189605"/>
                  </a:lnTo>
                  <a:lnTo>
                    <a:pt x="473190" y="188557"/>
                  </a:lnTo>
                  <a:lnTo>
                    <a:pt x="473188" y="187508"/>
                  </a:lnTo>
                  <a:lnTo>
                    <a:pt x="473186" y="186460"/>
                  </a:lnTo>
                  <a:lnTo>
                    <a:pt x="473184" y="185411"/>
                  </a:lnTo>
                  <a:lnTo>
                    <a:pt x="473183" y="184363"/>
                  </a:lnTo>
                  <a:lnTo>
                    <a:pt x="473181" y="183314"/>
                  </a:lnTo>
                  <a:lnTo>
                    <a:pt x="473179" y="182266"/>
                  </a:lnTo>
                  <a:lnTo>
                    <a:pt x="473176" y="181217"/>
                  </a:lnTo>
                  <a:lnTo>
                    <a:pt x="473174" y="180169"/>
                  </a:lnTo>
                  <a:lnTo>
                    <a:pt x="473172" y="179120"/>
                  </a:lnTo>
                  <a:lnTo>
                    <a:pt x="473170" y="178072"/>
                  </a:lnTo>
                  <a:lnTo>
                    <a:pt x="473168" y="177023"/>
                  </a:lnTo>
                  <a:lnTo>
                    <a:pt x="473166" y="175975"/>
                  </a:lnTo>
                  <a:lnTo>
                    <a:pt x="473163" y="174926"/>
                  </a:lnTo>
                  <a:lnTo>
                    <a:pt x="473161" y="173878"/>
                  </a:lnTo>
                  <a:lnTo>
                    <a:pt x="473159" y="172829"/>
                  </a:lnTo>
                  <a:lnTo>
                    <a:pt x="473156" y="171781"/>
                  </a:lnTo>
                  <a:lnTo>
                    <a:pt x="473154" y="170732"/>
                  </a:lnTo>
                  <a:lnTo>
                    <a:pt x="473151" y="169684"/>
                  </a:lnTo>
                  <a:lnTo>
                    <a:pt x="473149" y="168635"/>
                  </a:lnTo>
                  <a:lnTo>
                    <a:pt x="473146" y="167587"/>
                  </a:lnTo>
                  <a:lnTo>
                    <a:pt x="473143" y="166538"/>
                  </a:lnTo>
                  <a:lnTo>
                    <a:pt x="473141" y="165490"/>
                  </a:lnTo>
                  <a:lnTo>
                    <a:pt x="473138" y="164441"/>
                  </a:lnTo>
                  <a:lnTo>
                    <a:pt x="473135" y="163393"/>
                  </a:lnTo>
                  <a:lnTo>
                    <a:pt x="473133" y="162344"/>
                  </a:lnTo>
                  <a:lnTo>
                    <a:pt x="473130" y="161296"/>
                  </a:lnTo>
                  <a:lnTo>
                    <a:pt x="473127" y="160247"/>
                  </a:lnTo>
                  <a:lnTo>
                    <a:pt x="473124" y="159199"/>
                  </a:lnTo>
                  <a:lnTo>
                    <a:pt x="473121" y="158150"/>
                  </a:lnTo>
                  <a:lnTo>
                    <a:pt x="473118" y="157102"/>
                  </a:lnTo>
                  <a:lnTo>
                    <a:pt x="473115" y="156053"/>
                  </a:lnTo>
                  <a:lnTo>
                    <a:pt x="473112" y="155005"/>
                  </a:lnTo>
                  <a:lnTo>
                    <a:pt x="473109" y="153956"/>
                  </a:lnTo>
                  <a:lnTo>
                    <a:pt x="473106" y="152897"/>
                  </a:lnTo>
                  <a:lnTo>
                    <a:pt x="473103" y="151838"/>
                  </a:lnTo>
                  <a:lnTo>
                    <a:pt x="473100" y="150779"/>
                  </a:lnTo>
                  <a:lnTo>
                    <a:pt x="473097" y="149719"/>
                  </a:lnTo>
                  <a:lnTo>
                    <a:pt x="473095" y="148660"/>
                  </a:lnTo>
                  <a:lnTo>
                    <a:pt x="473092" y="147601"/>
                  </a:lnTo>
                  <a:lnTo>
                    <a:pt x="473090" y="146541"/>
                  </a:lnTo>
                  <a:lnTo>
                    <a:pt x="473087" y="145482"/>
                  </a:lnTo>
                  <a:lnTo>
                    <a:pt x="473085" y="144423"/>
                  </a:lnTo>
                  <a:lnTo>
                    <a:pt x="473083" y="143364"/>
                  </a:lnTo>
                  <a:lnTo>
                    <a:pt x="473081" y="142304"/>
                  </a:lnTo>
                  <a:lnTo>
                    <a:pt x="473079" y="141245"/>
                  </a:lnTo>
                  <a:lnTo>
                    <a:pt x="473077" y="140186"/>
                  </a:lnTo>
                  <a:lnTo>
                    <a:pt x="473075" y="139126"/>
                  </a:lnTo>
                  <a:lnTo>
                    <a:pt x="473073" y="138067"/>
                  </a:lnTo>
                  <a:lnTo>
                    <a:pt x="473072" y="137008"/>
                  </a:lnTo>
                  <a:lnTo>
                    <a:pt x="473070" y="135948"/>
                  </a:lnTo>
                  <a:lnTo>
                    <a:pt x="473069" y="134889"/>
                  </a:lnTo>
                  <a:lnTo>
                    <a:pt x="473068" y="133830"/>
                  </a:lnTo>
                  <a:lnTo>
                    <a:pt x="473066" y="132771"/>
                  </a:lnTo>
                  <a:lnTo>
                    <a:pt x="473065" y="131711"/>
                  </a:lnTo>
                  <a:lnTo>
                    <a:pt x="473064" y="130652"/>
                  </a:lnTo>
                  <a:lnTo>
                    <a:pt x="473064" y="129593"/>
                  </a:lnTo>
                  <a:lnTo>
                    <a:pt x="473063" y="128533"/>
                  </a:lnTo>
                  <a:lnTo>
                    <a:pt x="473062" y="127474"/>
                  </a:lnTo>
                  <a:lnTo>
                    <a:pt x="473061" y="126415"/>
                  </a:lnTo>
                  <a:lnTo>
                    <a:pt x="473061" y="125356"/>
                  </a:lnTo>
                  <a:lnTo>
                    <a:pt x="473061" y="124296"/>
                  </a:lnTo>
                  <a:lnTo>
                    <a:pt x="473060" y="123237"/>
                  </a:lnTo>
                  <a:lnTo>
                    <a:pt x="473060" y="122178"/>
                  </a:lnTo>
                  <a:lnTo>
                    <a:pt x="473060" y="121118"/>
                  </a:lnTo>
                  <a:lnTo>
                    <a:pt x="473060" y="120059"/>
                  </a:lnTo>
                  <a:lnTo>
                    <a:pt x="473061" y="119000"/>
                  </a:lnTo>
                  <a:lnTo>
                    <a:pt x="473060" y="117959"/>
                  </a:lnTo>
                  <a:lnTo>
                    <a:pt x="473060" y="116917"/>
                  </a:lnTo>
                  <a:lnTo>
                    <a:pt x="473059" y="115876"/>
                  </a:lnTo>
                  <a:lnTo>
                    <a:pt x="473059" y="114835"/>
                  </a:lnTo>
                  <a:lnTo>
                    <a:pt x="473058" y="113793"/>
                  </a:lnTo>
                  <a:lnTo>
                    <a:pt x="473056" y="112752"/>
                  </a:lnTo>
                  <a:lnTo>
                    <a:pt x="473055" y="111711"/>
                  </a:lnTo>
                  <a:lnTo>
                    <a:pt x="473053" y="110670"/>
                  </a:lnTo>
                  <a:lnTo>
                    <a:pt x="473052" y="109628"/>
                  </a:lnTo>
                  <a:lnTo>
                    <a:pt x="473050" y="108587"/>
                  </a:lnTo>
                  <a:lnTo>
                    <a:pt x="473047" y="107546"/>
                  </a:lnTo>
                  <a:lnTo>
                    <a:pt x="473045" y="106505"/>
                  </a:lnTo>
                  <a:lnTo>
                    <a:pt x="473042" y="105464"/>
                  </a:lnTo>
                  <a:lnTo>
                    <a:pt x="473039" y="104422"/>
                  </a:lnTo>
                  <a:lnTo>
                    <a:pt x="473036" y="103381"/>
                  </a:lnTo>
                  <a:lnTo>
                    <a:pt x="473033" y="102340"/>
                  </a:lnTo>
                  <a:lnTo>
                    <a:pt x="473030" y="101299"/>
                  </a:lnTo>
                  <a:lnTo>
                    <a:pt x="473026" y="100257"/>
                  </a:lnTo>
                  <a:lnTo>
                    <a:pt x="473022" y="99216"/>
                  </a:lnTo>
                  <a:lnTo>
                    <a:pt x="473018" y="98175"/>
                  </a:lnTo>
                  <a:lnTo>
                    <a:pt x="473014" y="97133"/>
                  </a:lnTo>
                  <a:lnTo>
                    <a:pt x="473010" y="96092"/>
                  </a:lnTo>
                  <a:lnTo>
                    <a:pt x="473005" y="95051"/>
                  </a:lnTo>
                  <a:lnTo>
                    <a:pt x="473001" y="93987"/>
                  </a:lnTo>
                  <a:lnTo>
                    <a:pt x="472997" y="92923"/>
                  </a:lnTo>
                  <a:lnTo>
                    <a:pt x="472993" y="91859"/>
                  </a:lnTo>
                  <a:lnTo>
                    <a:pt x="472990" y="90795"/>
                  </a:lnTo>
                  <a:lnTo>
                    <a:pt x="472987" y="89732"/>
                  </a:lnTo>
                  <a:lnTo>
                    <a:pt x="472985" y="88668"/>
                  </a:lnTo>
                  <a:lnTo>
                    <a:pt x="472983" y="87604"/>
                  </a:lnTo>
                  <a:lnTo>
                    <a:pt x="472982" y="86540"/>
                  </a:lnTo>
                  <a:lnTo>
                    <a:pt x="472982" y="85476"/>
                  </a:lnTo>
                  <a:lnTo>
                    <a:pt x="472982" y="84412"/>
                  </a:lnTo>
                  <a:lnTo>
                    <a:pt x="472983" y="83348"/>
                  </a:lnTo>
                  <a:lnTo>
                    <a:pt x="472984" y="82284"/>
                  </a:lnTo>
                  <a:lnTo>
                    <a:pt x="472987" y="81221"/>
                  </a:lnTo>
                  <a:lnTo>
                    <a:pt x="472988" y="80151"/>
                  </a:lnTo>
                  <a:lnTo>
                    <a:pt x="472989" y="79081"/>
                  </a:lnTo>
                  <a:lnTo>
                    <a:pt x="472988" y="78012"/>
                  </a:lnTo>
                  <a:lnTo>
                    <a:pt x="472987" y="76942"/>
                  </a:lnTo>
                  <a:lnTo>
                    <a:pt x="472985" y="75873"/>
                  </a:lnTo>
                  <a:lnTo>
                    <a:pt x="472982" y="74803"/>
                  </a:lnTo>
                  <a:lnTo>
                    <a:pt x="472979" y="73734"/>
                  </a:lnTo>
                  <a:lnTo>
                    <a:pt x="472975" y="72664"/>
                  </a:lnTo>
                  <a:lnTo>
                    <a:pt x="472970" y="71595"/>
                  </a:lnTo>
                  <a:lnTo>
                    <a:pt x="472965" y="70526"/>
                  </a:lnTo>
                  <a:lnTo>
                    <a:pt x="472959" y="69456"/>
                  </a:lnTo>
                  <a:lnTo>
                    <a:pt x="472953" y="68387"/>
                  </a:lnTo>
                  <a:lnTo>
                    <a:pt x="472946" y="67317"/>
                  </a:lnTo>
                  <a:lnTo>
                    <a:pt x="472940" y="66247"/>
                  </a:lnTo>
                  <a:lnTo>
                    <a:pt x="472948" y="65146"/>
                  </a:lnTo>
                  <a:lnTo>
                    <a:pt x="472956" y="64041"/>
                  </a:lnTo>
                  <a:lnTo>
                    <a:pt x="472963" y="62927"/>
                  </a:lnTo>
                  <a:lnTo>
                    <a:pt x="472971" y="61801"/>
                  </a:lnTo>
                  <a:lnTo>
                    <a:pt x="472956" y="60468"/>
                  </a:lnTo>
                  <a:lnTo>
                    <a:pt x="472941" y="59126"/>
                  </a:lnTo>
                  <a:lnTo>
                    <a:pt x="472925" y="57766"/>
                  </a:lnTo>
                  <a:lnTo>
                    <a:pt x="472923" y="56611"/>
                  </a:lnTo>
                  <a:lnTo>
                    <a:pt x="472921" y="55449"/>
                  </a:lnTo>
                  <a:lnTo>
                    <a:pt x="472918" y="54272"/>
                  </a:lnTo>
                  <a:lnTo>
                    <a:pt x="472580" y="53071"/>
                  </a:lnTo>
                  <a:lnTo>
                    <a:pt x="472165" y="52061"/>
                  </a:lnTo>
                  <a:lnTo>
                    <a:pt x="471672" y="51208"/>
                  </a:lnTo>
                  <a:lnTo>
                    <a:pt x="471096" y="50472"/>
                  </a:lnTo>
                  <a:lnTo>
                    <a:pt x="470434" y="49820"/>
                  </a:lnTo>
                  <a:lnTo>
                    <a:pt x="469684" y="49213"/>
                  </a:lnTo>
                  <a:lnTo>
                    <a:pt x="468842" y="48616"/>
                  </a:lnTo>
                  <a:lnTo>
                    <a:pt x="467906" y="47993"/>
                  </a:lnTo>
                  <a:lnTo>
                    <a:pt x="466871" y="47306"/>
                  </a:lnTo>
                  <a:lnTo>
                    <a:pt x="466871" y="45973"/>
                  </a:lnTo>
                  <a:lnTo>
                    <a:pt x="466871" y="44620"/>
                  </a:lnTo>
                  <a:lnTo>
                    <a:pt x="465538" y="44620"/>
                  </a:lnTo>
                  <a:lnTo>
                    <a:pt x="464185" y="44620"/>
                  </a:lnTo>
                  <a:lnTo>
                    <a:pt x="464185" y="43289"/>
                  </a:lnTo>
                  <a:lnTo>
                    <a:pt x="464185" y="41949"/>
                  </a:lnTo>
                  <a:lnTo>
                    <a:pt x="464185" y="40592"/>
                  </a:lnTo>
                  <a:lnTo>
                    <a:pt x="463083" y="40542"/>
                  </a:lnTo>
                  <a:lnTo>
                    <a:pt x="461974" y="40491"/>
                  </a:lnTo>
                  <a:lnTo>
                    <a:pt x="460850" y="40440"/>
                  </a:lnTo>
                  <a:lnTo>
                    <a:pt x="459763" y="40373"/>
                  </a:lnTo>
                  <a:lnTo>
                    <a:pt x="458673" y="40307"/>
                  </a:lnTo>
                  <a:lnTo>
                    <a:pt x="457574" y="40240"/>
                  </a:lnTo>
                  <a:lnTo>
                    <a:pt x="456464" y="40173"/>
                  </a:lnTo>
                  <a:lnTo>
                    <a:pt x="455993" y="40146"/>
                  </a:lnTo>
                  <a:lnTo>
                    <a:pt x="455383" y="40113"/>
                  </a:lnTo>
                  <a:lnTo>
                    <a:pt x="454228" y="40050"/>
                  </a:lnTo>
                  <a:lnTo>
                    <a:pt x="452121" y="39936"/>
                  </a:lnTo>
                  <a:lnTo>
                    <a:pt x="450878" y="39709"/>
                  </a:lnTo>
                  <a:lnTo>
                    <a:pt x="449759" y="39463"/>
                  </a:lnTo>
                  <a:lnTo>
                    <a:pt x="448742" y="39184"/>
                  </a:lnTo>
                  <a:lnTo>
                    <a:pt x="447805" y="38861"/>
                  </a:lnTo>
                  <a:lnTo>
                    <a:pt x="446929" y="38479"/>
                  </a:lnTo>
                  <a:lnTo>
                    <a:pt x="446091" y="38025"/>
                  </a:lnTo>
                  <a:lnTo>
                    <a:pt x="445270" y="37485"/>
                  </a:lnTo>
                  <a:lnTo>
                    <a:pt x="444445" y="36847"/>
                  </a:lnTo>
                  <a:lnTo>
                    <a:pt x="443595" y="36096"/>
                  </a:lnTo>
                  <a:lnTo>
                    <a:pt x="442699" y="35220"/>
                  </a:lnTo>
                  <a:lnTo>
                    <a:pt x="442399" y="33740"/>
                  </a:lnTo>
                  <a:lnTo>
                    <a:pt x="442162" y="32550"/>
                  </a:lnTo>
                  <a:lnTo>
                    <a:pt x="441978" y="31571"/>
                  </a:lnTo>
                  <a:lnTo>
                    <a:pt x="441835" y="30727"/>
                  </a:lnTo>
                  <a:lnTo>
                    <a:pt x="441723" y="29941"/>
                  </a:lnTo>
                  <a:lnTo>
                    <a:pt x="441630" y="29134"/>
                  </a:lnTo>
                  <a:lnTo>
                    <a:pt x="441545" y="28230"/>
                  </a:lnTo>
                  <a:lnTo>
                    <a:pt x="441458" y="27151"/>
                  </a:lnTo>
                  <a:lnTo>
                    <a:pt x="441356" y="25820"/>
                  </a:lnTo>
                  <a:lnTo>
                    <a:pt x="440024" y="25820"/>
                  </a:lnTo>
                  <a:lnTo>
                    <a:pt x="438671" y="25820"/>
                  </a:lnTo>
                  <a:lnTo>
                    <a:pt x="438510" y="25240"/>
                  </a:lnTo>
                  <a:lnTo>
                    <a:pt x="438228" y="24217"/>
                  </a:lnTo>
                  <a:lnTo>
                    <a:pt x="437580" y="21874"/>
                  </a:lnTo>
                  <a:lnTo>
                    <a:pt x="437185" y="20856"/>
                  </a:lnTo>
                  <a:lnTo>
                    <a:pt x="436789" y="19834"/>
                  </a:lnTo>
                  <a:lnTo>
                    <a:pt x="436389" y="18804"/>
                  </a:lnTo>
                  <a:lnTo>
                    <a:pt x="435985" y="17763"/>
                  </a:lnTo>
                  <a:lnTo>
                    <a:pt x="434987" y="17430"/>
                  </a:lnTo>
                  <a:lnTo>
                    <a:pt x="433986" y="17096"/>
                  </a:lnTo>
                  <a:lnTo>
                    <a:pt x="432977" y="16760"/>
                  </a:lnTo>
                  <a:lnTo>
                    <a:pt x="431956" y="16420"/>
                  </a:lnTo>
                  <a:lnTo>
                    <a:pt x="431624" y="15422"/>
                  </a:lnTo>
                  <a:lnTo>
                    <a:pt x="431290" y="14420"/>
                  </a:lnTo>
                  <a:lnTo>
                    <a:pt x="430953" y="13411"/>
                  </a:lnTo>
                  <a:lnTo>
                    <a:pt x="430613" y="12391"/>
                  </a:lnTo>
                  <a:lnTo>
                    <a:pt x="429761" y="11767"/>
                  </a:lnTo>
                  <a:lnTo>
                    <a:pt x="428906" y="11141"/>
                  </a:lnTo>
                  <a:lnTo>
                    <a:pt x="428044" y="10511"/>
                  </a:lnTo>
                  <a:lnTo>
                    <a:pt x="427173" y="9873"/>
                  </a:lnTo>
                  <a:lnTo>
                    <a:pt x="426817" y="9563"/>
                  </a:lnTo>
                  <a:lnTo>
                    <a:pt x="426358" y="9163"/>
                  </a:lnTo>
                  <a:lnTo>
                    <a:pt x="425487" y="8404"/>
                  </a:lnTo>
                  <a:lnTo>
                    <a:pt x="423899" y="7020"/>
                  </a:lnTo>
                  <a:lnTo>
                    <a:pt x="423814" y="5515"/>
                  </a:lnTo>
                  <a:lnTo>
                    <a:pt x="423763" y="4414"/>
                  </a:lnTo>
                  <a:lnTo>
                    <a:pt x="423746" y="3528"/>
                  </a:lnTo>
                  <a:lnTo>
                    <a:pt x="423763" y="2673"/>
                  </a:lnTo>
                  <a:lnTo>
                    <a:pt x="423814" y="1661"/>
                  </a:lnTo>
                  <a:lnTo>
                    <a:pt x="423899" y="305"/>
                  </a:lnTo>
                  <a:close/>
                </a:path>
              </a:pathLst>
            </a:custGeom>
            <a:solidFill>
              <a:srgbClr val="475A7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region 2 #FBFBFB"/>
            <p:cNvSpPr/>
            <p:nvPr/>
          </p:nvSpPr>
          <p:spPr>
            <a:xfrm>
              <a:off x="577253" y="496613"/>
              <a:ext cx="426135" cy="427486"/>
            </a:xfrm>
            <a:custGeom>
              <a:avLst/>
              <a:gdLst/>
              <a:ahLst/>
              <a:cxnLst/>
              <a:rect l="l" t="t" r="r" b="b"/>
              <a:pathLst>
                <a:path w="426135" h="427486">
                  <a:moveTo>
                    <a:pt x="208921" y="1"/>
                  </a:moveTo>
                  <a:lnTo>
                    <a:pt x="210331" y="2"/>
                  </a:lnTo>
                  <a:lnTo>
                    <a:pt x="211763" y="3"/>
                  </a:lnTo>
                  <a:lnTo>
                    <a:pt x="214145" y="7"/>
                  </a:lnTo>
                  <a:lnTo>
                    <a:pt x="216453" y="11"/>
                  </a:lnTo>
                  <a:lnTo>
                    <a:pt x="218689" y="16"/>
                  </a:lnTo>
                  <a:lnTo>
                    <a:pt x="220853" y="21"/>
                  </a:lnTo>
                  <a:lnTo>
                    <a:pt x="222949" y="27"/>
                  </a:lnTo>
                  <a:lnTo>
                    <a:pt x="224976" y="34"/>
                  </a:lnTo>
                  <a:lnTo>
                    <a:pt x="226938" y="42"/>
                  </a:lnTo>
                  <a:lnTo>
                    <a:pt x="228835" y="52"/>
                  </a:lnTo>
                  <a:lnTo>
                    <a:pt x="230669" y="63"/>
                  </a:lnTo>
                  <a:lnTo>
                    <a:pt x="232442" y="76"/>
                  </a:lnTo>
                  <a:lnTo>
                    <a:pt x="234154" y="91"/>
                  </a:lnTo>
                  <a:lnTo>
                    <a:pt x="235809" y="109"/>
                  </a:lnTo>
                  <a:lnTo>
                    <a:pt x="237407" y="129"/>
                  </a:lnTo>
                  <a:lnTo>
                    <a:pt x="238950" y="151"/>
                  </a:lnTo>
                  <a:lnTo>
                    <a:pt x="240440" y="177"/>
                  </a:lnTo>
                  <a:lnTo>
                    <a:pt x="241877" y="206"/>
                  </a:lnTo>
                  <a:lnTo>
                    <a:pt x="243264" y="238"/>
                  </a:lnTo>
                  <a:lnTo>
                    <a:pt x="244603" y="274"/>
                  </a:lnTo>
                  <a:lnTo>
                    <a:pt x="245894" y="313"/>
                  </a:lnTo>
                  <a:lnTo>
                    <a:pt x="247140" y="357"/>
                  </a:lnTo>
                  <a:lnTo>
                    <a:pt x="248342" y="405"/>
                  </a:lnTo>
                  <a:lnTo>
                    <a:pt x="249501" y="457"/>
                  </a:lnTo>
                  <a:lnTo>
                    <a:pt x="250620" y="515"/>
                  </a:lnTo>
                  <a:lnTo>
                    <a:pt x="251699" y="577"/>
                  </a:lnTo>
                  <a:lnTo>
                    <a:pt x="252741" y="644"/>
                  </a:lnTo>
                  <a:lnTo>
                    <a:pt x="253747" y="717"/>
                  </a:lnTo>
                  <a:lnTo>
                    <a:pt x="254718" y="795"/>
                  </a:lnTo>
                  <a:lnTo>
                    <a:pt x="255656" y="879"/>
                  </a:lnTo>
                  <a:lnTo>
                    <a:pt x="256563" y="970"/>
                  </a:lnTo>
                  <a:lnTo>
                    <a:pt x="257440" y="1066"/>
                  </a:lnTo>
                  <a:lnTo>
                    <a:pt x="258289" y="1169"/>
                  </a:lnTo>
                  <a:lnTo>
                    <a:pt x="259111" y="1279"/>
                  </a:lnTo>
                  <a:lnTo>
                    <a:pt x="259909" y="1395"/>
                  </a:lnTo>
                  <a:lnTo>
                    <a:pt x="260683" y="1519"/>
                  </a:lnTo>
                  <a:lnTo>
                    <a:pt x="261435" y="1650"/>
                  </a:lnTo>
                  <a:lnTo>
                    <a:pt x="262166" y="1789"/>
                  </a:lnTo>
                  <a:lnTo>
                    <a:pt x="262880" y="1935"/>
                  </a:lnTo>
                  <a:lnTo>
                    <a:pt x="263576" y="2090"/>
                  </a:lnTo>
                  <a:lnTo>
                    <a:pt x="264256" y="2253"/>
                  </a:lnTo>
                  <a:lnTo>
                    <a:pt x="264923" y="2424"/>
                  </a:lnTo>
                  <a:lnTo>
                    <a:pt x="265577" y="2604"/>
                  </a:lnTo>
                  <a:lnTo>
                    <a:pt x="266220" y="2793"/>
                  </a:lnTo>
                  <a:lnTo>
                    <a:pt x="266854" y="2991"/>
                  </a:lnTo>
                  <a:lnTo>
                    <a:pt x="267481" y="3199"/>
                  </a:lnTo>
                  <a:lnTo>
                    <a:pt x="268101" y="3416"/>
                  </a:lnTo>
                  <a:lnTo>
                    <a:pt x="268718" y="3643"/>
                  </a:lnTo>
                  <a:lnTo>
                    <a:pt x="269331" y="3879"/>
                  </a:lnTo>
                  <a:lnTo>
                    <a:pt x="269943" y="4127"/>
                  </a:lnTo>
                  <a:lnTo>
                    <a:pt x="270555" y="4384"/>
                  </a:lnTo>
                  <a:lnTo>
                    <a:pt x="271169" y="4652"/>
                  </a:lnTo>
                  <a:lnTo>
                    <a:pt x="271787" y="4932"/>
                  </a:lnTo>
                  <a:lnTo>
                    <a:pt x="272409" y="5222"/>
                  </a:lnTo>
                  <a:lnTo>
                    <a:pt x="273038" y="5523"/>
                  </a:lnTo>
                  <a:lnTo>
                    <a:pt x="273676" y="5837"/>
                  </a:lnTo>
                  <a:lnTo>
                    <a:pt x="274323" y="6162"/>
                  </a:lnTo>
                  <a:lnTo>
                    <a:pt x="274981" y="6499"/>
                  </a:lnTo>
                  <a:lnTo>
                    <a:pt x="275653" y="6848"/>
                  </a:lnTo>
                  <a:lnTo>
                    <a:pt x="276339" y="7210"/>
                  </a:lnTo>
                  <a:lnTo>
                    <a:pt x="277041" y="7584"/>
                  </a:lnTo>
                  <a:lnTo>
                    <a:pt x="277761" y="7971"/>
                  </a:lnTo>
                  <a:lnTo>
                    <a:pt x="278500" y="8372"/>
                  </a:lnTo>
                  <a:lnTo>
                    <a:pt x="279259" y="8786"/>
                  </a:lnTo>
                  <a:lnTo>
                    <a:pt x="280042" y="9213"/>
                  </a:lnTo>
                  <a:lnTo>
                    <a:pt x="280848" y="9654"/>
                  </a:lnTo>
                  <a:lnTo>
                    <a:pt x="280848" y="10986"/>
                  </a:lnTo>
                  <a:lnTo>
                    <a:pt x="280848" y="12340"/>
                  </a:lnTo>
                  <a:lnTo>
                    <a:pt x="282075" y="12444"/>
                  </a:lnTo>
                  <a:lnTo>
                    <a:pt x="283306" y="12548"/>
                  </a:lnTo>
                  <a:lnTo>
                    <a:pt x="284546" y="12653"/>
                  </a:lnTo>
                  <a:lnTo>
                    <a:pt x="285801" y="12759"/>
                  </a:lnTo>
                  <a:lnTo>
                    <a:pt x="286937" y="12918"/>
                  </a:lnTo>
                  <a:lnTo>
                    <a:pt x="288014" y="13110"/>
                  </a:lnTo>
                  <a:lnTo>
                    <a:pt x="289039" y="13338"/>
                  </a:lnTo>
                  <a:lnTo>
                    <a:pt x="290020" y="13600"/>
                  </a:lnTo>
                  <a:lnTo>
                    <a:pt x="290967" y="13900"/>
                  </a:lnTo>
                  <a:lnTo>
                    <a:pt x="291887" y="14236"/>
                  </a:lnTo>
                  <a:lnTo>
                    <a:pt x="292789" y="14611"/>
                  </a:lnTo>
                  <a:lnTo>
                    <a:pt x="293682" y="15025"/>
                  </a:lnTo>
                  <a:lnTo>
                    <a:pt x="294574" y="15479"/>
                  </a:lnTo>
                  <a:lnTo>
                    <a:pt x="295474" y="15973"/>
                  </a:lnTo>
                  <a:lnTo>
                    <a:pt x="296391" y="16510"/>
                  </a:lnTo>
                  <a:lnTo>
                    <a:pt x="297331" y="17089"/>
                  </a:lnTo>
                  <a:lnTo>
                    <a:pt x="298306" y="17711"/>
                  </a:lnTo>
                  <a:lnTo>
                    <a:pt x="299911" y="18102"/>
                  </a:lnTo>
                  <a:lnTo>
                    <a:pt x="301073" y="18376"/>
                  </a:lnTo>
                  <a:lnTo>
                    <a:pt x="301978" y="18571"/>
                  </a:lnTo>
                  <a:lnTo>
                    <a:pt x="302813" y="18724"/>
                  </a:lnTo>
                  <a:lnTo>
                    <a:pt x="303765" y="18873"/>
                  </a:lnTo>
                  <a:lnTo>
                    <a:pt x="305020" y="19054"/>
                  </a:lnTo>
                  <a:lnTo>
                    <a:pt x="305020" y="20387"/>
                  </a:lnTo>
                  <a:lnTo>
                    <a:pt x="305020" y="21740"/>
                  </a:lnTo>
                  <a:lnTo>
                    <a:pt x="306352" y="21740"/>
                  </a:lnTo>
                  <a:lnTo>
                    <a:pt x="307692" y="21740"/>
                  </a:lnTo>
                  <a:lnTo>
                    <a:pt x="309049" y="21740"/>
                  </a:lnTo>
                  <a:lnTo>
                    <a:pt x="309049" y="23072"/>
                  </a:lnTo>
                  <a:lnTo>
                    <a:pt x="309049" y="24426"/>
                  </a:lnTo>
                  <a:lnTo>
                    <a:pt x="310380" y="24426"/>
                  </a:lnTo>
                  <a:lnTo>
                    <a:pt x="311720" y="24426"/>
                  </a:lnTo>
                  <a:lnTo>
                    <a:pt x="313077" y="24426"/>
                  </a:lnTo>
                  <a:lnTo>
                    <a:pt x="313077" y="25758"/>
                  </a:lnTo>
                  <a:lnTo>
                    <a:pt x="313077" y="27112"/>
                  </a:lnTo>
                  <a:lnTo>
                    <a:pt x="314187" y="27194"/>
                  </a:lnTo>
                  <a:lnTo>
                    <a:pt x="315303" y="27278"/>
                  </a:lnTo>
                  <a:lnTo>
                    <a:pt x="316434" y="27363"/>
                  </a:lnTo>
                  <a:lnTo>
                    <a:pt x="317438" y="27613"/>
                  </a:lnTo>
                  <a:lnTo>
                    <a:pt x="318432" y="27896"/>
                  </a:lnTo>
                  <a:lnTo>
                    <a:pt x="319418" y="28209"/>
                  </a:lnTo>
                  <a:lnTo>
                    <a:pt x="320394" y="28553"/>
                  </a:lnTo>
                  <a:lnTo>
                    <a:pt x="321363" y="28924"/>
                  </a:lnTo>
                  <a:lnTo>
                    <a:pt x="322322" y="29323"/>
                  </a:lnTo>
                  <a:lnTo>
                    <a:pt x="323274" y="29747"/>
                  </a:lnTo>
                  <a:lnTo>
                    <a:pt x="324218" y="30196"/>
                  </a:lnTo>
                  <a:lnTo>
                    <a:pt x="325153" y="30669"/>
                  </a:lnTo>
                  <a:lnTo>
                    <a:pt x="326081" y="31163"/>
                  </a:lnTo>
                  <a:lnTo>
                    <a:pt x="327002" y="31678"/>
                  </a:lnTo>
                  <a:lnTo>
                    <a:pt x="327915" y="32213"/>
                  </a:lnTo>
                  <a:lnTo>
                    <a:pt x="328821" y="32765"/>
                  </a:lnTo>
                  <a:lnTo>
                    <a:pt x="329719" y="33335"/>
                  </a:lnTo>
                  <a:lnTo>
                    <a:pt x="330612" y="33920"/>
                  </a:lnTo>
                  <a:lnTo>
                    <a:pt x="331497" y="34520"/>
                  </a:lnTo>
                  <a:lnTo>
                    <a:pt x="332376" y="35133"/>
                  </a:lnTo>
                  <a:lnTo>
                    <a:pt x="333248" y="35758"/>
                  </a:lnTo>
                  <a:lnTo>
                    <a:pt x="334114" y="36393"/>
                  </a:lnTo>
                  <a:lnTo>
                    <a:pt x="334975" y="37038"/>
                  </a:lnTo>
                  <a:lnTo>
                    <a:pt x="335829" y="37690"/>
                  </a:lnTo>
                  <a:lnTo>
                    <a:pt x="336678" y="38350"/>
                  </a:lnTo>
                  <a:lnTo>
                    <a:pt x="337521" y="39015"/>
                  </a:lnTo>
                  <a:lnTo>
                    <a:pt x="338359" y="39684"/>
                  </a:lnTo>
                  <a:lnTo>
                    <a:pt x="339192" y="40356"/>
                  </a:lnTo>
                  <a:lnTo>
                    <a:pt x="340020" y="41030"/>
                  </a:lnTo>
                  <a:lnTo>
                    <a:pt x="340843" y="41705"/>
                  </a:lnTo>
                  <a:lnTo>
                    <a:pt x="341661" y="42378"/>
                  </a:lnTo>
                  <a:lnTo>
                    <a:pt x="342475" y="43050"/>
                  </a:lnTo>
                  <a:lnTo>
                    <a:pt x="343284" y="43718"/>
                  </a:lnTo>
                  <a:lnTo>
                    <a:pt x="344090" y="44381"/>
                  </a:lnTo>
                  <a:lnTo>
                    <a:pt x="344891" y="45039"/>
                  </a:lnTo>
                  <a:lnTo>
                    <a:pt x="345689" y="45689"/>
                  </a:lnTo>
                  <a:lnTo>
                    <a:pt x="346483" y="46331"/>
                  </a:lnTo>
                  <a:lnTo>
                    <a:pt x="347697" y="47292"/>
                  </a:lnTo>
                  <a:lnTo>
                    <a:pt x="348589" y="47976"/>
                  </a:lnTo>
                  <a:lnTo>
                    <a:pt x="349314" y="48482"/>
                  </a:lnTo>
                  <a:lnTo>
                    <a:pt x="350025" y="48912"/>
                  </a:lnTo>
                  <a:lnTo>
                    <a:pt x="350876" y="49364"/>
                  </a:lnTo>
                  <a:lnTo>
                    <a:pt x="352021" y="49941"/>
                  </a:lnTo>
                  <a:lnTo>
                    <a:pt x="352021" y="51272"/>
                  </a:lnTo>
                  <a:lnTo>
                    <a:pt x="352021" y="52626"/>
                  </a:lnTo>
                  <a:lnTo>
                    <a:pt x="352585" y="52855"/>
                  </a:lnTo>
                  <a:lnTo>
                    <a:pt x="354288" y="53549"/>
                  </a:lnTo>
                  <a:lnTo>
                    <a:pt x="355261" y="54127"/>
                  </a:lnTo>
                  <a:lnTo>
                    <a:pt x="356189" y="54728"/>
                  </a:lnTo>
                  <a:lnTo>
                    <a:pt x="357076" y="55351"/>
                  </a:lnTo>
                  <a:lnTo>
                    <a:pt x="357928" y="55998"/>
                  </a:lnTo>
                  <a:lnTo>
                    <a:pt x="358750" y="56668"/>
                  </a:lnTo>
                  <a:lnTo>
                    <a:pt x="359547" y="57362"/>
                  </a:lnTo>
                  <a:lnTo>
                    <a:pt x="360325" y="58079"/>
                  </a:lnTo>
                  <a:lnTo>
                    <a:pt x="361088" y="58820"/>
                  </a:lnTo>
                  <a:lnTo>
                    <a:pt x="361843" y="59585"/>
                  </a:lnTo>
                  <a:lnTo>
                    <a:pt x="362594" y="60374"/>
                  </a:lnTo>
                  <a:lnTo>
                    <a:pt x="363347" y="61188"/>
                  </a:lnTo>
                  <a:lnTo>
                    <a:pt x="364107" y="62026"/>
                  </a:lnTo>
                  <a:lnTo>
                    <a:pt x="364107" y="63358"/>
                  </a:lnTo>
                  <a:lnTo>
                    <a:pt x="364107" y="64712"/>
                  </a:lnTo>
                  <a:lnTo>
                    <a:pt x="365440" y="64712"/>
                  </a:lnTo>
                  <a:lnTo>
                    <a:pt x="366793" y="64712"/>
                  </a:lnTo>
                  <a:lnTo>
                    <a:pt x="367574" y="65483"/>
                  </a:lnTo>
                  <a:lnTo>
                    <a:pt x="368339" y="66270"/>
                  </a:lnTo>
                  <a:lnTo>
                    <a:pt x="369090" y="67071"/>
                  </a:lnTo>
                  <a:lnTo>
                    <a:pt x="369829" y="67883"/>
                  </a:lnTo>
                  <a:lnTo>
                    <a:pt x="370557" y="68706"/>
                  </a:lnTo>
                  <a:lnTo>
                    <a:pt x="371276" y="69537"/>
                  </a:lnTo>
                  <a:lnTo>
                    <a:pt x="371988" y="70375"/>
                  </a:lnTo>
                  <a:lnTo>
                    <a:pt x="372693" y="71219"/>
                  </a:lnTo>
                  <a:lnTo>
                    <a:pt x="373395" y="72066"/>
                  </a:lnTo>
                  <a:lnTo>
                    <a:pt x="374094" y="72915"/>
                  </a:lnTo>
                  <a:lnTo>
                    <a:pt x="374792" y="73764"/>
                  </a:lnTo>
                  <a:lnTo>
                    <a:pt x="375491" y="74611"/>
                  </a:lnTo>
                  <a:lnTo>
                    <a:pt x="376193" y="75455"/>
                  </a:lnTo>
                  <a:lnTo>
                    <a:pt x="377012" y="76400"/>
                  </a:lnTo>
                  <a:lnTo>
                    <a:pt x="377834" y="77347"/>
                  </a:lnTo>
                  <a:lnTo>
                    <a:pt x="378661" y="78302"/>
                  </a:lnTo>
                  <a:lnTo>
                    <a:pt x="379498" y="79268"/>
                  </a:lnTo>
                  <a:lnTo>
                    <a:pt x="380322" y="80236"/>
                  </a:lnTo>
                  <a:lnTo>
                    <a:pt x="381149" y="81208"/>
                  </a:lnTo>
                  <a:lnTo>
                    <a:pt x="381982" y="82187"/>
                  </a:lnTo>
                  <a:lnTo>
                    <a:pt x="382824" y="83177"/>
                  </a:lnTo>
                  <a:lnTo>
                    <a:pt x="383165" y="83575"/>
                  </a:lnTo>
                  <a:lnTo>
                    <a:pt x="383605" y="84090"/>
                  </a:lnTo>
                  <a:lnTo>
                    <a:pt x="384441" y="85066"/>
                  </a:lnTo>
                  <a:lnTo>
                    <a:pt x="385966" y="86848"/>
                  </a:lnTo>
                  <a:lnTo>
                    <a:pt x="386730" y="87974"/>
                  </a:lnTo>
                  <a:lnTo>
                    <a:pt x="387303" y="88886"/>
                  </a:lnTo>
                  <a:lnTo>
                    <a:pt x="387714" y="89685"/>
                  </a:lnTo>
                  <a:lnTo>
                    <a:pt x="387990" y="90476"/>
                  </a:lnTo>
                  <a:lnTo>
                    <a:pt x="388157" y="91360"/>
                  </a:lnTo>
                  <a:lnTo>
                    <a:pt x="388243" y="92440"/>
                  </a:lnTo>
                  <a:lnTo>
                    <a:pt x="388274" y="93819"/>
                  </a:lnTo>
                  <a:lnTo>
                    <a:pt x="388279" y="95599"/>
                  </a:lnTo>
                  <a:lnTo>
                    <a:pt x="389611" y="95599"/>
                  </a:lnTo>
                  <a:lnTo>
                    <a:pt x="390950" y="95599"/>
                  </a:lnTo>
                  <a:lnTo>
                    <a:pt x="392307" y="95599"/>
                  </a:lnTo>
                  <a:lnTo>
                    <a:pt x="392790" y="96532"/>
                  </a:lnTo>
                  <a:lnTo>
                    <a:pt x="393271" y="97467"/>
                  </a:lnTo>
                  <a:lnTo>
                    <a:pt x="393751" y="98402"/>
                  </a:lnTo>
                  <a:lnTo>
                    <a:pt x="394231" y="99337"/>
                  </a:lnTo>
                  <a:lnTo>
                    <a:pt x="394709" y="100272"/>
                  </a:lnTo>
                  <a:lnTo>
                    <a:pt x="395187" y="101208"/>
                  </a:lnTo>
                  <a:lnTo>
                    <a:pt x="395665" y="102144"/>
                  </a:lnTo>
                  <a:lnTo>
                    <a:pt x="396289" y="103360"/>
                  </a:lnTo>
                  <a:lnTo>
                    <a:pt x="396918" y="104586"/>
                  </a:lnTo>
                  <a:lnTo>
                    <a:pt x="397554" y="105827"/>
                  </a:lnTo>
                  <a:lnTo>
                    <a:pt x="398270" y="107410"/>
                  </a:lnTo>
                  <a:lnTo>
                    <a:pt x="398705" y="108508"/>
                  </a:lnTo>
                  <a:lnTo>
                    <a:pt x="398928" y="109403"/>
                  </a:lnTo>
                  <a:lnTo>
                    <a:pt x="399010" y="110377"/>
                  </a:lnTo>
                  <a:lnTo>
                    <a:pt x="399022" y="111713"/>
                  </a:lnTo>
                  <a:lnTo>
                    <a:pt x="400355" y="111713"/>
                  </a:lnTo>
                  <a:lnTo>
                    <a:pt x="401708" y="111713"/>
                  </a:lnTo>
                  <a:lnTo>
                    <a:pt x="401708" y="112777"/>
                  </a:lnTo>
                  <a:lnTo>
                    <a:pt x="401708" y="113843"/>
                  </a:lnTo>
                  <a:lnTo>
                    <a:pt x="401708" y="114914"/>
                  </a:lnTo>
                  <a:lnTo>
                    <a:pt x="401708" y="115994"/>
                  </a:lnTo>
                  <a:lnTo>
                    <a:pt x="401708" y="117085"/>
                  </a:lnTo>
                  <a:lnTo>
                    <a:pt x="403041" y="117085"/>
                  </a:lnTo>
                  <a:lnTo>
                    <a:pt x="404393" y="117085"/>
                  </a:lnTo>
                  <a:lnTo>
                    <a:pt x="404541" y="118119"/>
                  </a:lnTo>
                  <a:lnTo>
                    <a:pt x="404689" y="119154"/>
                  </a:lnTo>
                  <a:lnTo>
                    <a:pt x="404837" y="120190"/>
                  </a:lnTo>
                  <a:lnTo>
                    <a:pt x="404986" y="121229"/>
                  </a:lnTo>
                  <a:lnTo>
                    <a:pt x="405135" y="122271"/>
                  </a:lnTo>
                  <a:lnTo>
                    <a:pt x="405284" y="123317"/>
                  </a:lnTo>
                  <a:lnTo>
                    <a:pt x="405434" y="124367"/>
                  </a:lnTo>
                  <a:lnTo>
                    <a:pt x="405585" y="125423"/>
                  </a:lnTo>
                  <a:lnTo>
                    <a:pt x="405736" y="126485"/>
                  </a:lnTo>
                  <a:lnTo>
                    <a:pt x="406735" y="126817"/>
                  </a:lnTo>
                  <a:lnTo>
                    <a:pt x="407736" y="127150"/>
                  </a:lnTo>
                  <a:lnTo>
                    <a:pt x="408745" y="127487"/>
                  </a:lnTo>
                  <a:lnTo>
                    <a:pt x="409765" y="127828"/>
                  </a:lnTo>
                  <a:lnTo>
                    <a:pt x="410307" y="128952"/>
                  </a:lnTo>
                  <a:lnTo>
                    <a:pt x="410699" y="129800"/>
                  </a:lnTo>
                  <a:lnTo>
                    <a:pt x="411005" y="130536"/>
                  </a:lnTo>
                  <a:lnTo>
                    <a:pt x="411287" y="131323"/>
                  </a:lnTo>
                  <a:lnTo>
                    <a:pt x="411608" y="132324"/>
                  </a:lnTo>
                  <a:lnTo>
                    <a:pt x="412032" y="133702"/>
                  </a:lnTo>
                  <a:lnTo>
                    <a:pt x="412369" y="134766"/>
                  </a:lnTo>
                  <a:lnTo>
                    <a:pt x="412710" y="135837"/>
                  </a:lnTo>
                  <a:lnTo>
                    <a:pt x="413055" y="136923"/>
                  </a:lnTo>
                  <a:lnTo>
                    <a:pt x="413366" y="138202"/>
                  </a:lnTo>
                  <a:lnTo>
                    <a:pt x="413575" y="139177"/>
                  </a:lnTo>
                  <a:lnTo>
                    <a:pt x="413701" y="140043"/>
                  </a:lnTo>
                  <a:lnTo>
                    <a:pt x="413766" y="140997"/>
                  </a:lnTo>
                  <a:lnTo>
                    <a:pt x="413790" y="142231"/>
                  </a:lnTo>
                  <a:lnTo>
                    <a:pt x="413793" y="143942"/>
                  </a:lnTo>
                  <a:lnTo>
                    <a:pt x="415127" y="143942"/>
                  </a:lnTo>
                  <a:lnTo>
                    <a:pt x="416479" y="143942"/>
                  </a:lnTo>
                  <a:lnTo>
                    <a:pt x="416604" y="144981"/>
                  </a:lnTo>
                  <a:lnTo>
                    <a:pt x="416730" y="146024"/>
                  </a:lnTo>
                  <a:lnTo>
                    <a:pt x="416856" y="147075"/>
                  </a:lnTo>
                  <a:lnTo>
                    <a:pt x="416984" y="148138"/>
                  </a:lnTo>
                  <a:lnTo>
                    <a:pt x="417169" y="149219"/>
                  </a:lnTo>
                  <a:lnTo>
                    <a:pt x="417369" y="150277"/>
                  </a:lnTo>
                  <a:lnTo>
                    <a:pt x="417584" y="151316"/>
                  </a:lnTo>
                  <a:lnTo>
                    <a:pt x="417815" y="152338"/>
                  </a:lnTo>
                  <a:lnTo>
                    <a:pt x="418061" y="153349"/>
                  </a:lnTo>
                  <a:lnTo>
                    <a:pt x="418320" y="154350"/>
                  </a:lnTo>
                  <a:lnTo>
                    <a:pt x="418594" y="155346"/>
                  </a:lnTo>
                  <a:lnTo>
                    <a:pt x="418881" y="156339"/>
                  </a:lnTo>
                  <a:lnTo>
                    <a:pt x="419182" y="157334"/>
                  </a:lnTo>
                  <a:lnTo>
                    <a:pt x="419495" y="158335"/>
                  </a:lnTo>
                  <a:lnTo>
                    <a:pt x="419821" y="159343"/>
                  </a:lnTo>
                  <a:lnTo>
                    <a:pt x="420158" y="160364"/>
                  </a:lnTo>
                  <a:lnTo>
                    <a:pt x="420508" y="161400"/>
                  </a:lnTo>
                  <a:lnTo>
                    <a:pt x="420776" y="162438"/>
                  </a:lnTo>
                  <a:lnTo>
                    <a:pt x="421036" y="163477"/>
                  </a:lnTo>
                  <a:lnTo>
                    <a:pt x="421287" y="164515"/>
                  </a:lnTo>
                  <a:lnTo>
                    <a:pt x="421530" y="165554"/>
                  </a:lnTo>
                  <a:lnTo>
                    <a:pt x="421766" y="166592"/>
                  </a:lnTo>
                  <a:lnTo>
                    <a:pt x="421993" y="167631"/>
                  </a:lnTo>
                  <a:lnTo>
                    <a:pt x="422212" y="168670"/>
                  </a:lnTo>
                  <a:lnTo>
                    <a:pt x="422424" y="169709"/>
                  </a:lnTo>
                  <a:lnTo>
                    <a:pt x="422628" y="170748"/>
                  </a:lnTo>
                  <a:lnTo>
                    <a:pt x="422825" y="171787"/>
                  </a:lnTo>
                  <a:lnTo>
                    <a:pt x="423015" y="172827"/>
                  </a:lnTo>
                  <a:lnTo>
                    <a:pt x="423197" y="173866"/>
                  </a:lnTo>
                  <a:lnTo>
                    <a:pt x="423373" y="174906"/>
                  </a:lnTo>
                  <a:lnTo>
                    <a:pt x="423541" y="175947"/>
                  </a:lnTo>
                  <a:lnTo>
                    <a:pt x="423703" y="176987"/>
                  </a:lnTo>
                  <a:lnTo>
                    <a:pt x="423858" y="178028"/>
                  </a:lnTo>
                  <a:lnTo>
                    <a:pt x="424007" y="179069"/>
                  </a:lnTo>
                  <a:lnTo>
                    <a:pt x="424149" y="180111"/>
                  </a:lnTo>
                  <a:lnTo>
                    <a:pt x="424285" y="181153"/>
                  </a:lnTo>
                  <a:lnTo>
                    <a:pt x="424415" y="182195"/>
                  </a:lnTo>
                  <a:lnTo>
                    <a:pt x="424539" y="183238"/>
                  </a:lnTo>
                  <a:lnTo>
                    <a:pt x="424657" y="184281"/>
                  </a:lnTo>
                  <a:lnTo>
                    <a:pt x="424770" y="185325"/>
                  </a:lnTo>
                  <a:lnTo>
                    <a:pt x="424877" y="186369"/>
                  </a:lnTo>
                  <a:lnTo>
                    <a:pt x="424978" y="187414"/>
                  </a:lnTo>
                  <a:lnTo>
                    <a:pt x="425074" y="188459"/>
                  </a:lnTo>
                  <a:lnTo>
                    <a:pt x="425165" y="189505"/>
                  </a:lnTo>
                  <a:lnTo>
                    <a:pt x="425251" y="190551"/>
                  </a:lnTo>
                  <a:lnTo>
                    <a:pt x="425332" y="191598"/>
                  </a:lnTo>
                  <a:lnTo>
                    <a:pt x="425408" y="192645"/>
                  </a:lnTo>
                  <a:lnTo>
                    <a:pt x="425479" y="193694"/>
                  </a:lnTo>
                  <a:lnTo>
                    <a:pt x="425546" y="194743"/>
                  </a:lnTo>
                  <a:lnTo>
                    <a:pt x="425609" y="195792"/>
                  </a:lnTo>
                  <a:lnTo>
                    <a:pt x="425667" y="196842"/>
                  </a:lnTo>
                  <a:lnTo>
                    <a:pt x="425721" y="197893"/>
                  </a:lnTo>
                  <a:lnTo>
                    <a:pt x="425771" y="198945"/>
                  </a:lnTo>
                  <a:lnTo>
                    <a:pt x="425817" y="199998"/>
                  </a:lnTo>
                  <a:lnTo>
                    <a:pt x="425859" y="201051"/>
                  </a:lnTo>
                  <a:lnTo>
                    <a:pt x="425898" y="202105"/>
                  </a:lnTo>
                  <a:lnTo>
                    <a:pt x="425933" y="203160"/>
                  </a:lnTo>
                  <a:lnTo>
                    <a:pt x="425965" y="204216"/>
                  </a:lnTo>
                  <a:lnTo>
                    <a:pt x="425994" y="205272"/>
                  </a:lnTo>
                  <a:lnTo>
                    <a:pt x="426019" y="206330"/>
                  </a:lnTo>
                  <a:lnTo>
                    <a:pt x="426042" y="207389"/>
                  </a:lnTo>
                  <a:lnTo>
                    <a:pt x="426062" y="208448"/>
                  </a:lnTo>
                  <a:lnTo>
                    <a:pt x="426078" y="209508"/>
                  </a:lnTo>
                  <a:lnTo>
                    <a:pt x="426093" y="210570"/>
                  </a:lnTo>
                  <a:lnTo>
                    <a:pt x="426105" y="211632"/>
                  </a:lnTo>
                  <a:lnTo>
                    <a:pt x="426114" y="212696"/>
                  </a:lnTo>
                  <a:lnTo>
                    <a:pt x="426122" y="213760"/>
                  </a:lnTo>
                  <a:lnTo>
                    <a:pt x="426127" y="214826"/>
                  </a:lnTo>
                  <a:lnTo>
                    <a:pt x="426130" y="215892"/>
                  </a:lnTo>
                  <a:lnTo>
                    <a:pt x="426132" y="216960"/>
                  </a:lnTo>
                  <a:lnTo>
                    <a:pt x="426133" y="218001"/>
                  </a:lnTo>
                  <a:lnTo>
                    <a:pt x="426133" y="219044"/>
                  </a:lnTo>
                  <a:lnTo>
                    <a:pt x="426134" y="220092"/>
                  </a:lnTo>
                  <a:lnTo>
                    <a:pt x="426134" y="221148"/>
                  </a:lnTo>
                  <a:lnTo>
                    <a:pt x="426135" y="222214"/>
                  </a:lnTo>
                  <a:lnTo>
                    <a:pt x="426121" y="224416"/>
                  </a:lnTo>
                  <a:lnTo>
                    <a:pt x="426107" y="226350"/>
                  </a:lnTo>
                  <a:lnTo>
                    <a:pt x="426090" y="228041"/>
                  </a:lnTo>
                  <a:lnTo>
                    <a:pt x="426068" y="229514"/>
                  </a:lnTo>
                  <a:lnTo>
                    <a:pt x="426038" y="230794"/>
                  </a:lnTo>
                  <a:lnTo>
                    <a:pt x="425998" y="231906"/>
                  </a:lnTo>
                  <a:lnTo>
                    <a:pt x="425946" y="232875"/>
                  </a:lnTo>
                  <a:lnTo>
                    <a:pt x="425879" y="233725"/>
                  </a:lnTo>
                  <a:lnTo>
                    <a:pt x="425796" y="234483"/>
                  </a:lnTo>
                  <a:lnTo>
                    <a:pt x="425692" y="235174"/>
                  </a:lnTo>
                  <a:lnTo>
                    <a:pt x="425568" y="235821"/>
                  </a:lnTo>
                  <a:lnTo>
                    <a:pt x="425419" y="236450"/>
                  </a:lnTo>
                  <a:lnTo>
                    <a:pt x="425244" y="237086"/>
                  </a:lnTo>
                  <a:lnTo>
                    <a:pt x="425040" y="237754"/>
                  </a:lnTo>
                  <a:lnTo>
                    <a:pt x="424805" y="238480"/>
                  </a:lnTo>
                  <a:lnTo>
                    <a:pt x="424537" y="239287"/>
                  </a:lnTo>
                  <a:lnTo>
                    <a:pt x="424438" y="240377"/>
                  </a:lnTo>
                  <a:lnTo>
                    <a:pt x="424346" y="241467"/>
                  </a:lnTo>
                  <a:lnTo>
                    <a:pt x="424260" y="242558"/>
                  </a:lnTo>
                  <a:lnTo>
                    <a:pt x="424179" y="243649"/>
                  </a:lnTo>
                  <a:lnTo>
                    <a:pt x="424104" y="244741"/>
                  </a:lnTo>
                  <a:lnTo>
                    <a:pt x="424034" y="245832"/>
                  </a:lnTo>
                  <a:lnTo>
                    <a:pt x="423942" y="246884"/>
                  </a:lnTo>
                  <a:lnTo>
                    <a:pt x="423838" y="247933"/>
                  </a:lnTo>
                  <a:lnTo>
                    <a:pt x="423722" y="248978"/>
                  </a:lnTo>
                  <a:lnTo>
                    <a:pt x="423596" y="250019"/>
                  </a:lnTo>
                  <a:lnTo>
                    <a:pt x="423459" y="251058"/>
                  </a:lnTo>
                  <a:lnTo>
                    <a:pt x="423312" y="252093"/>
                  </a:lnTo>
                  <a:lnTo>
                    <a:pt x="423155" y="253126"/>
                  </a:lnTo>
                  <a:lnTo>
                    <a:pt x="422989" y="254157"/>
                  </a:lnTo>
                  <a:lnTo>
                    <a:pt x="422814" y="255185"/>
                  </a:lnTo>
                  <a:lnTo>
                    <a:pt x="422631" y="256211"/>
                  </a:lnTo>
                  <a:lnTo>
                    <a:pt x="422440" y="257236"/>
                  </a:lnTo>
                  <a:lnTo>
                    <a:pt x="422241" y="258259"/>
                  </a:lnTo>
                  <a:lnTo>
                    <a:pt x="422035" y="259281"/>
                  </a:lnTo>
                  <a:lnTo>
                    <a:pt x="421823" y="260301"/>
                  </a:lnTo>
                  <a:lnTo>
                    <a:pt x="421604" y="261321"/>
                  </a:lnTo>
                  <a:lnTo>
                    <a:pt x="421379" y="262340"/>
                  </a:lnTo>
                  <a:lnTo>
                    <a:pt x="421149" y="263358"/>
                  </a:lnTo>
                  <a:lnTo>
                    <a:pt x="420914" y="264377"/>
                  </a:lnTo>
                  <a:lnTo>
                    <a:pt x="420674" y="265395"/>
                  </a:lnTo>
                  <a:lnTo>
                    <a:pt x="420431" y="266413"/>
                  </a:lnTo>
                  <a:lnTo>
                    <a:pt x="420183" y="267432"/>
                  </a:lnTo>
                  <a:lnTo>
                    <a:pt x="419932" y="268452"/>
                  </a:lnTo>
                  <a:lnTo>
                    <a:pt x="419679" y="269472"/>
                  </a:lnTo>
                  <a:lnTo>
                    <a:pt x="419423" y="270494"/>
                  </a:lnTo>
                  <a:lnTo>
                    <a:pt x="419165" y="271516"/>
                  </a:lnTo>
                  <a:lnTo>
                    <a:pt x="417833" y="271516"/>
                  </a:lnTo>
                  <a:lnTo>
                    <a:pt x="416479" y="271516"/>
                  </a:lnTo>
                  <a:lnTo>
                    <a:pt x="416247" y="272635"/>
                  </a:lnTo>
                  <a:lnTo>
                    <a:pt x="416026" y="273747"/>
                  </a:lnTo>
                  <a:lnTo>
                    <a:pt x="415817" y="274856"/>
                  </a:lnTo>
                  <a:lnTo>
                    <a:pt x="415620" y="275963"/>
                  </a:lnTo>
                  <a:lnTo>
                    <a:pt x="415436" y="277070"/>
                  </a:lnTo>
                  <a:lnTo>
                    <a:pt x="415265" y="278179"/>
                  </a:lnTo>
                  <a:lnTo>
                    <a:pt x="415107" y="279292"/>
                  </a:lnTo>
                  <a:lnTo>
                    <a:pt x="414963" y="280412"/>
                  </a:lnTo>
                  <a:lnTo>
                    <a:pt x="414833" y="281540"/>
                  </a:lnTo>
                  <a:lnTo>
                    <a:pt x="414717" y="282678"/>
                  </a:lnTo>
                  <a:lnTo>
                    <a:pt x="414489" y="283819"/>
                  </a:lnTo>
                  <a:lnTo>
                    <a:pt x="414238" y="284912"/>
                  </a:lnTo>
                  <a:lnTo>
                    <a:pt x="413964" y="285963"/>
                  </a:lnTo>
                  <a:lnTo>
                    <a:pt x="413667" y="286980"/>
                  </a:lnTo>
                  <a:lnTo>
                    <a:pt x="413345" y="287968"/>
                  </a:lnTo>
                  <a:lnTo>
                    <a:pt x="412999" y="288937"/>
                  </a:lnTo>
                  <a:lnTo>
                    <a:pt x="412627" y="289891"/>
                  </a:lnTo>
                  <a:lnTo>
                    <a:pt x="412228" y="290839"/>
                  </a:lnTo>
                  <a:lnTo>
                    <a:pt x="411803" y="291787"/>
                  </a:lnTo>
                  <a:lnTo>
                    <a:pt x="411351" y="292742"/>
                  </a:lnTo>
                  <a:lnTo>
                    <a:pt x="410870" y="293711"/>
                  </a:lnTo>
                  <a:lnTo>
                    <a:pt x="410361" y="294701"/>
                  </a:lnTo>
                  <a:lnTo>
                    <a:pt x="409823" y="295719"/>
                  </a:lnTo>
                  <a:lnTo>
                    <a:pt x="409316" y="296699"/>
                  </a:lnTo>
                  <a:lnTo>
                    <a:pt x="408825" y="297687"/>
                  </a:lnTo>
                  <a:lnTo>
                    <a:pt x="408348" y="298680"/>
                  </a:lnTo>
                  <a:lnTo>
                    <a:pt x="407883" y="299678"/>
                  </a:lnTo>
                  <a:lnTo>
                    <a:pt x="407429" y="300681"/>
                  </a:lnTo>
                  <a:lnTo>
                    <a:pt x="406984" y="301688"/>
                  </a:lnTo>
                  <a:lnTo>
                    <a:pt x="406546" y="302698"/>
                  </a:lnTo>
                  <a:lnTo>
                    <a:pt x="406112" y="303710"/>
                  </a:lnTo>
                  <a:lnTo>
                    <a:pt x="405682" y="304725"/>
                  </a:lnTo>
                  <a:lnTo>
                    <a:pt x="405253" y="305741"/>
                  </a:lnTo>
                  <a:lnTo>
                    <a:pt x="404824" y="306758"/>
                  </a:lnTo>
                  <a:lnTo>
                    <a:pt x="404393" y="307774"/>
                  </a:lnTo>
                  <a:lnTo>
                    <a:pt x="403928" y="308750"/>
                  </a:lnTo>
                  <a:lnTo>
                    <a:pt x="403457" y="309707"/>
                  </a:lnTo>
                  <a:lnTo>
                    <a:pt x="402980" y="310647"/>
                  </a:lnTo>
                  <a:lnTo>
                    <a:pt x="402496" y="311572"/>
                  </a:lnTo>
                  <a:lnTo>
                    <a:pt x="402003" y="312484"/>
                  </a:lnTo>
                  <a:lnTo>
                    <a:pt x="401501" y="313384"/>
                  </a:lnTo>
                  <a:lnTo>
                    <a:pt x="400987" y="314273"/>
                  </a:lnTo>
                  <a:lnTo>
                    <a:pt x="400461" y="315153"/>
                  </a:lnTo>
                  <a:lnTo>
                    <a:pt x="399922" y="316027"/>
                  </a:lnTo>
                  <a:lnTo>
                    <a:pt x="399368" y="316894"/>
                  </a:lnTo>
                  <a:lnTo>
                    <a:pt x="398798" y="317758"/>
                  </a:lnTo>
                  <a:lnTo>
                    <a:pt x="398211" y="318619"/>
                  </a:lnTo>
                  <a:lnTo>
                    <a:pt x="397606" y="319479"/>
                  </a:lnTo>
                  <a:lnTo>
                    <a:pt x="396981" y="320340"/>
                  </a:lnTo>
                  <a:lnTo>
                    <a:pt x="396336" y="321203"/>
                  </a:lnTo>
                  <a:lnTo>
                    <a:pt x="396004" y="322201"/>
                  </a:lnTo>
                  <a:lnTo>
                    <a:pt x="395670" y="323202"/>
                  </a:lnTo>
                  <a:lnTo>
                    <a:pt x="395333" y="324211"/>
                  </a:lnTo>
                  <a:lnTo>
                    <a:pt x="394993" y="325232"/>
                  </a:lnTo>
                  <a:lnTo>
                    <a:pt x="393661" y="325232"/>
                  </a:lnTo>
                  <a:lnTo>
                    <a:pt x="392307" y="325232"/>
                  </a:lnTo>
                  <a:lnTo>
                    <a:pt x="392118" y="326371"/>
                  </a:lnTo>
                  <a:lnTo>
                    <a:pt x="391928" y="327512"/>
                  </a:lnTo>
                  <a:lnTo>
                    <a:pt x="391737" y="328656"/>
                  </a:lnTo>
                  <a:lnTo>
                    <a:pt x="391546" y="329805"/>
                  </a:lnTo>
                  <a:lnTo>
                    <a:pt x="391353" y="330959"/>
                  </a:lnTo>
                  <a:lnTo>
                    <a:pt x="391159" y="332119"/>
                  </a:lnTo>
                  <a:lnTo>
                    <a:pt x="390964" y="333289"/>
                  </a:lnTo>
                  <a:lnTo>
                    <a:pt x="389632" y="333289"/>
                  </a:lnTo>
                  <a:lnTo>
                    <a:pt x="388279" y="333289"/>
                  </a:lnTo>
                  <a:lnTo>
                    <a:pt x="387918" y="334342"/>
                  </a:lnTo>
                  <a:lnTo>
                    <a:pt x="387556" y="335402"/>
                  </a:lnTo>
                  <a:lnTo>
                    <a:pt x="387188" y="336477"/>
                  </a:lnTo>
                  <a:lnTo>
                    <a:pt x="386654" y="337646"/>
                  </a:lnTo>
                  <a:lnTo>
                    <a:pt x="386203" y="338558"/>
                  </a:lnTo>
                  <a:lnTo>
                    <a:pt x="385770" y="339284"/>
                  </a:lnTo>
                  <a:lnTo>
                    <a:pt x="385289" y="339898"/>
                  </a:lnTo>
                  <a:lnTo>
                    <a:pt x="384693" y="340473"/>
                  </a:lnTo>
                  <a:lnTo>
                    <a:pt x="383918" y="341081"/>
                  </a:lnTo>
                  <a:lnTo>
                    <a:pt x="382897" y="341796"/>
                  </a:lnTo>
                  <a:lnTo>
                    <a:pt x="381564" y="342689"/>
                  </a:lnTo>
                  <a:lnTo>
                    <a:pt x="381177" y="343715"/>
                  </a:lnTo>
                  <a:lnTo>
                    <a:pt x="380786" y="344747"/>
                  </a:lnTo>
                  <a:lnTo>
                    <a:pt x="380391" y="345794"/>
                  </a:lnTo>
                  <a:lnTo>
                    <a:pt x="379949" y="346774"/>
                  </a:lnTo>
                  <a:lnTo>
                    <a:pt x="379461" y="347727"/>
                  </a:lnTo>
                  <a:lnTo>
                    <a:pt x="378928" y="348654"/>
                  </a:lnTo>
                  <a:lnTo>
                    <a:pt x="378354" y="349555"/>
                  </a:lnTo>
                  <a:lnTo>
                    <a:pt x="377741" y="350433"/>
                  </a:lnTo>
                  <a:lnTo>
                    <a:pt x="377092" y="351287"/>
                  </a:lnTo>
                  <a:lnTo>
                    <a:pt x="376409" y="352120"/>
                  </a:lnTo>
                  <a:lnTo>
                    <a:pt x="375697" y="352932"/>
                  </a:lnTo>
                  <a:lnTo>
                    <a:pt x="374957" y="353725"/>
                  </a:lnTo>
                  <a:lnTo>
                    <a:pt x="374192" y="354500"/>
                  </a:lnTo>
                  <a:lnTo>
                    <a:pt x="373405" y="355259"/>
                  </a:lnTo>
                  <a:lnTo>
                    <a:pt x="372599" y="356001"/>
                  </a:lnTo>
                  <a:lnTo>
                    <a:pt x="371777" y="356730"/>
                  </a:lnTo>
                  <a:lnTo>
                    <a:pt x="370941" y="357445"/>
                  </a:lnTo>
                  <a:lnTo>
                    <a:pt x="370095" y="358147"/>
                  </a:lnTo>
                  <a:lnTo>
                    <a:pt x="369240" y="358840"/>
                  </a:lnTo>
                  <a:lnTo>
                    <a:pt x="368381" y="359522"/>
                  </a:lnTo>
                  <a:lnTo>
                    <a:pt x="367519" y="360196"/>
                  </a:lnTo>
                  <a:lnTo>
                    <a:pt x="366658" y="360863"/>
                  </a:lnTo>
                  <a:lnTo>
                    <a:pt x="365801" y="361524"/>
                  </a:lnTo>
                  <a:lnTo>
                    <a:pt x="364949" y="362180"/>
                  </a:lnTo>
                  <a:lnTo>
                    <a:pt x="364107" y="362832"/>
                  </a:lnTo>
                  <a:lnTo>
                    <a:pt x="362774" y="362832"/>
                  </a:lnTo>
                  <a:lnTo>
                    <a:pt x="361421" y="362832"/>
                  </a:lnTo>
                  <a:lnTo>
                    <a:pt x="361297" y="363998"/>
                  </a:lnTo>
                  <a:lnTo>
                    <a:pt x="361170" y="365182"/>
                  </a:lnTo>
                  <a:lnTo>
                    <a:pt x="360724" y="366274"/>
                  </a:lnTo>
                  <a:lnTo>
                    <a:pt x="360221" y="367247"/>
                  </a:lnTo>
                  <a:lnTo>
                    <a:pt x="359663" y="368120"/>
                  </a:lnTo>
                  <a:lnTo>
                    <a:pt x="359051" y="368910"/>
                  </a:lnTo>
                  <a:lnTo>
                    <a:pt x="358386" y="369635"/>
                  </a:lnTo>
                  <a:lnTo>
                    <a:pt x="357670" y="370311"/>
                  </a:lnTo>
                  <a:lnTo>
                    <a:pt x="356904" y="370956"/>
                  </a:lnTo>
                  <a:lnTo>
                    <a:pt x="356089" y="371588"/>
                  </a:lnTo>
                  <a:lnTo>
                    <a:pt x="355227" y="372223"/>
                  </a:lnTo>
                  <a:lnTo>
                    <a:pt x="354318" y="372880"/>
                  </a:lnTo>
                  <a:lnTo>
                    <a:pt x="353364" y="373575"/>
                  </a:lnTo>
                  <a:lnTo>
                    <a:pt x="353031" y="373920"/>
                  </a:lnTo>
                  <a:lnTo>
                    <a:pt x="352444" y="374529"/>
                  </a:lnTo>
                  <a:lnTo>
                    <a:pt x="351098" y="375925"/>
                  </a:lnTo>
                  <a:lnTo>
                    <a:pt x="350037" y="376896"/>
                  </a:lnTo>
                  <a:lnTo>
                    <a:pt x="349220" y="377394"/>
                  </a:lnTo>
                  <a:lnTo>
                    <a:pt x="348230" y="377578"/>
                  </a:lnTo>
                  <a:lnTo>
                    <a:pt x="346649" y="377604"/>
                  </a:lnTo>
                  <a:lnTo>
                    <a:pt x="346384" y="378667"/>
                  </a:lnTo>
                  <a:lnTo>
                    <a:pt x="346117" y="379734"/>
                  </a:lnTo>
                  <a:lnTo>
                    <a:pt x="345849" y="380805"/>
                  </a:lnTo>
                  <a:lnTo>
                    <a:pt x="345579" y="381885"/>
                  </a:lnTo>
                  <a:lnTo>
                    <a:pt x="345306" y="382976"/>
                  </a:lnTo>
                  <a:lnTo>
                    <a:pt x="344199" y="383197"/>
                  </a:lnTo>
                  <a:lnTo>
                    <a:pt x="343089" y="383419"/>
                  </a:lnTo>
                  <a:lnTo>
                    <a:pt x="341975" y="383641"/>
                  </a:lnTo>
                  <a:lnTo>
                    <a:pt x="340856" y="383865"/>
                  </a:lnTo>
                  <a:lnTo>
                    <a:pt x="339729" y="384091"/>
                  </a:lnTo>
                  <a:lnTo>
                    <a:pt x="338592" y="384318"/>
                  </a:lnTo>
                  <a:lnTo>
                    <a:pt x="338592" y="385649"/>
                  </a:lnTo>
                  <a:lnTo>
                    <a:pt x="338592" y="386989"/>
                  </a:lnTo>
                  <a:lnTo>
                    <a:pt x="338592" y="388347"/>
                  </a:lnTo>
                  <a:lnTo>
                    <a:pt x="337452" y="388537"/>
                  </a:lnTo>
                  <a:lnTo>
                    <a:pt x="336311" y="388727"/>
                  </a:lnTo>
                  <a:lnTo>
                    <a:pt x="335167" y="388917"/>
                  </a:lnTo>
                  <a:lnTo>
                    <a:pt x="334019" y="389109"/>
                  </a:lnTo>
                  <a:lnTo>
                    <a:pt x="332865" y="389301"/>
                  </a:lnTo>
                  <a:lnTo>
                    <a:pt x="331704" y="389495"/>
                  </a:lnTo>
                  <a:lnTo>
                    <a:pt x="330535" y="389690"/>
                  </a:lnTo>
                  <a:lnTo>
                    <a:pt x="330202" y="390688"/>
                  </a:lnTo>
                  <a:lnTo>
                    <a:pt x="329869" y="391689"/>
                  </a:lnTo>
                  <a:lnTo>
                    <a:pt x="329533" y="392698"/>
                  </a:lnTo>
                  <a:lnTo>
                    <a:pt x="329192" y="393719"/>
                  </a:lnTo>
                  <a:lnTo>
                    <a:pt x="327820" y="394172"/>
                  </a:lnTo>
                  <a:lnTo>
                    <a:pt x="326854" y="394469"/>
                  </a:lnTo>
                  <a:lnTo>
                    <a:pt x="326038" y="394673"/>
                  </a:lnTo>
                  <a:lnTo>
                    <a:pt x="325112" y="394849"/>
                  </a:lnTo>
                  <a:lnTo>
                    <a:pt x="323820" y="395061"/>
                  </a:lnTo>
                  <a:lnTo>
                    <a:pt x="323820" y="396394"/>
                  </a:lnTo>
                  <a:lnTo>
                    <a:pt x="323820" y="397747"/>
                  </a:lnTo>
                  <a:lnTo>
                    <a:pt x="322880" y="398225"/>
                  </a:lnTo>
                  <a:lnTo>
                    <a:pt x="321939" y="398700"/>
                  </a:lnTo>
                  <a:lnTo>
                    <a:pt x="320998" y="399173"/>
                  </a:lnTo>
                  <a:lnTo>
                    <a:pt x="320057" y="399643"/>
                  </a:lnTo>
                  <a:lnTo>
                    <a:pt x="319115" y="400111"/>
                  </a:lnTo>
                  <a:lnTo>
                    <a:pt x="318172" y="400576"/>
                  </a:lnTo>
                  <a:lnTo>
                    <a:pt x="317229" y="401039"/>
                  </a:lnTo>
                  <a:lnTo>
                    <a:pt x="316285" y="401499"/>
                  </a:lnTo>
                  <a:lnTo>
                    <a:pt x="315340" y="401957"/>
                  </a:lnTo>
                  <a:lnTo>
                    <a:pt x="314394" y="402412"/>
                  </a:lnTo>
                  <a:lnTo>
                    <a:pt x="313447" y="402864"/>
                  </a:lnTo>
                  <a:lnTo>
                    <a:pt x="312498" y="403314"/>
                  </a:lnTo>
                  <a:lnTo>
                    <a:pt x="311549" y="403761"/>
                  </a:lnTo>
                  <a:lnTo>
                    <a:pt x="310598" y="404205"/>
                  </a:lnTo>
                  <a:lnTo>
                    <a:pt x="309645" y="404646"/>
                  </a:lnTo>
                  <a:lnTo>
                    <a:pt x="308691" y="405085"/>
                  </a:lnTo>
                  <a:lnTo>
                    <a:pt x="307736" y="405521"/>
                  </a:lnTo>
                  <a:lnTo>
                    <a:pt x="306778" y="405954"/>
                  </a:lnTo>
                  <a:lnTo>
                    <a:pt x="305819" y="406384"/>
                  </a:lnTo>
                  <a:lnTo>
                    <a:pt x="304858" y="406811"/>
                  </a:lnTo>
                  <a:lnTo>
                    <a:pt x="303894" y="407235"/>
                  </a:lnTo>
                  <a:lnTo>
                    <a:pt x="302929" y="407657"/>
                  </a:lnTo>
                  <a:lnTo>
                    <a:pt x="301961" y="408075"/>
                  </a:lnTo>
                  <a:lnTo>
                    <a:pt x="300991" y="408490"/>
                  </a:lnTo>
                  <a:lnTo>
                    <a:pt x="299967" y="409043"/>
                  </a:lnTo>
                  <a:lnTo>
                    <a:pt x="298943" y="409596"/>
                  </a:lnTo>
                  <a:lnTo>
                    <a:pt x="297919" y="410150"/>
                  </a:lnTo>
                  <a:lnTo>
                    <a:pt x="296896" y="410704"/>
                  </a:lnTo>
                  <a:lnTo>
                    <a:pt x="295872" y="411259"/>
                  </a:lnTo>
                  <a:lnTo>
                    <a:pt x="294851" y="411763"/>
                  </a:lnTo>
                  <a:lnTo>
                    <a:pt x="293833" y="412228"/>
                  </a:lnTo>
                  <a:lnTo>
                    <a:pt x="292818" y="412655"/>
                  </a:lnTo>
                  <a:lnTo>
                    <a:pt x="291802" y="413047"/>
                  </a:lnTo>
                  <a:lnTo>
                    <a:pt x="290785" y="413407"/>
                  </a:lnTo>
                  <a:lnTo>
                    <a:pt x="289765" y="413737"/>
                  </a:lnTo>
                  <a:lnTo>
                    <a:pt x="288740" y="414039"/>
                  </a:lnTo>
                  <a:lnTo>
                    <a:pt x="287709" y="414316"/>
                  </a:lnTo>
                  <a:lnTo>
                    <a:pt x="286669" y="414571"/>
                  </a:lnTo>
                  <a:lnTo>
                    <a:pt x="285620" y="414805"/>
                  </a:lnTo>
                  <a:lnTo>
                    <a:pt x="284559" y="415021"/>
                  </a:lnTo>
                  <a:lnTo>
                    <a:pt x="283485" y="415222"/>
                  </a:lnTo>
                  <a:lnTo>
                    <a:pt x="282396" y="415410"/>
                  </a:lnTo>
                  <a:lnTo>
                    <a:pt x="281291" y="415587"/>
                  </a:lnTo>
                  <a:lnTo>
                    <a:pt x="280167" y="415755"/>
                  </a:lnTo>
                  <a:lnTo>
                    <a:pt x="278917" y="416054"/>
                  </a:lnTo>
                  <a:lnTo>
                    <a:pt x="277955" y="416303"/>
                  </a:lnTo>
                  <a:lnTo>
                    <a:pt x="277159" y="416550"/>
                  </a:lnTo>
                  <a:lnTo>
                    <a:pt x="276408" y="416842"/>
                  </a:lnTo>
                  <a:lnTo>
                    <a:pt x="275579" y="417226"/>
                  </a:lnTo>
                  <a:lnTo>
                    <a:pt x="274550" y="417750"/>
                  </a:lnTo>
                  <a:lnTo>
                    <a:pt x="273200" y="418461"/>
                  </a:lnTo>
                  <a:lnTo>
                    <a:pt x="272192" y="418925"/>
                  </a:lnTo>
                  <a:lnTo>
                    <a:pt x="271185" y="419357"/>
                  </a:lnTo>
                  <a:lnTo>
                    <a:pt x="270178" y="419759"/>
                  </a:lnTo>
                  <a:lnTo>
                    <a:pt x="269171" y="420134"/>
                  </a:lnTo>
                  <a:lnTo>
                    <a:pt x="268163" y="420482"/>
                  </a:lnTo>
                  <a:lnTo>
                    <a:pt x="267154" y="420807"/>
                  </a:lnTo>
                  <a:lnTo>
                    <a:pt x="266141" y="421111"/>
                  </a:lnTo>
                  <a:lnTo>
                    <a:pt x="265124" y="421395"/>
                  </a:lnTo>
                  <a:lnTo>
                    <a:pt x="264103" y="421662"/>
                  </a:lnTo>
                  <a:lnTo>
                    <a:pt x="263077" y="421914"/>
                  </a:lnTo>
                  <a:lnTo>
                    <a:pt x="262044" y="422152"/>
                  </a:lnTo>
                  <a:lnTo>
                    <a:pt x="261004" y="422380"/>
                  </a:lnTo>
                  <a:lnTo>
                    <a:pt x="259957" y="422599"/>
                  </a:lnTo>
                  <a:lnTo>
                    <a:pt x="258900" y="422811"/>
                  </a:lnTo>
                  <a:lnTo>
                    <a:pt x="257834" y="423019"/>
                  </a:lnTo>
                  <a:lnTo>
                    <a:pt x="256757" y="423224"/>
                  </a:lnTo>
                  <a:lnTo>
                    <a:pt x="255669" y="423429"/>
                  </a:lnTo>
                  <a:lnTo>
                    <a:pt x="254536" y="423656"/>
                  </a:lnTo>
                  <a:lnTo>
                    <a:pt x="253395" y="423884"/>
                  </a:lnTo>
                  <a:lnTo>
                    <a:pt x="252239" y="424116"/>
                  </a:lnTo>
                  <a:lnTo>
                    <a:pt x="250784" y="424393"/>
                  </a:lnTo>
                  <a:lnTo>
                    <a:pt x="249329" y="424656"/>
                  </a:lnTo>
                  <a:lnTo>
                    <a:pt x="247875" y="424908"/>
                  </a:lnTo>
                  <a:lnTo>
                    <a:pt x="246423" y="425147"/>
                  </a:lnTo>
                  <a:lnTo>
                    <a:pt x="244971" y="425374"/>
                  </a:lnTo>
                  <a:lnTo>
                    <a:pt x="243521" y="425589"/>
                  </a:lnTo>
                  <a:lnTo>
                    <a:pt x="242071" y="425791"/>
                  </a:lnTo>
                  <a:lnTo>
                    <a:pt x="240622" y="425982"/>
                  </a:lnTo>
                  <a:lnTo>
                    <a:pt x="239174" y="426161"/>
                  </a:lnTo>
                  <a:lnTo>
                    <a:pt x="237727" y="426328"/>
                  </a:lnTo>
                  <a:lnTo>
                    <a:pt x="236281" y="426483"/>
                  </a:lnTo>
                  <a:lnTo>
                    <a:pt x="234835" y="426627"/>
                  </a:lnTo>
                  <a:lnTo>
                    <a:pt x="233391" y="426759"/>
                  </a:lnTo>
                  <a:lnTo>
                    <a:pt x="231947" y="426880"/>
                  </a:lnTo>
                  <a:lnTo>
                    <a:pt x="230504" y="426990"/>
                  </a:lnTo>
                  <a:lnTo>
                    <a:pt x="229061" y="427088"/>
                  </a:lnTo>
                  <a:lnTo>
                    <a:pt x="227620" y="427176"/>
                  </a:lnTo>
                  <a:lnTo>
                    <a:pt x="226179" y="427252"/>
                  </a:lnTo>
                  <a:lnTo>
                    <a:pt x="224738" y="427317"/>
                  </a:lnTo>
                  <a:lnTo>
                    <a:pt x="223299" y="427372"/>
                  </a:lnTo>
                  <a:lnTo>
                    <a:pt x="221860" y="427416"/>
                  </a:lnTo>
                  <a:lnTo>
                    <a:pt x="220421" y="427449"/>
                  </a:lnTo>
                  <a:lnTo>
                    <a:pt x="218983" y="427472"/>
                  </a:lnTo>
                  <a:lnTo>
                    <a:pt x="217546" y="427484"/>
                  </a:lnTo>
                  <a:lnTo>
                    <a:pt x="216109" y="427486"/>
                  </a:lnTo>
                  <a:lnTo>
                    <a:pt x="214672" y="427477"/>
                  </a:lnTo>
                  <a:lnTo>
                    <a:pt x="213236" y="427459"/>
                  </a:lnTo>
                  <a:lnTo>
                    <a:pt x="211801" y="427430"/>
                  </a:lnTo>
                  <a:lnTo>
                    <a:pt x="210366" y="427392"/>
                  </a:lnTo>
                  <a:lnTo>
                    <a:pt x="208931" y="427343"/>
                  </a:lnTo>
                  <a:lnTo>
                    <a:pt x="207497" y="427285"/>
                  </a:lnTo>
                  <a:lnTo>
                    <a:pt x="206063" y="427217"/>
                  </a:lnTo>
                  <a:lnTo>
                    <a:pt x="204629" y="427140"/>
                  </a:lnTo>
                  <a:lnTo>
                    <a:pt x="203196" y="427053"/>
                  </a:lnTo>
                  <a:lnTo>
                    <a:pt x="201763" y="426957"/>
                  </a:lnTo>
                  <a:lnTo>
                    <a:pt x="200331" y="426851"/>
                  </a:lnTo>
                  <a:lnTo>
                    <a:pt x="198898" y="426737"/>
                  </a:lnTo>
                  <a:lnTo>
                    <a:pt x="197466" y="426613"/>
                  </a:lnTo>
                  <a:lnTo>
                    <a:pt x="196034" y="426480"/>
                  </a:lnTo>
                  <a:lnTo>
                    <a:pt x="194602" y="426338"/>
                  </a:lnTo>
                  <a:lnTo>
                    <a:pt x="193170" y="426188"/>
                  </a:lnTo>
                  <a:lnTo>
                    <a:pt x="191739" y="426028"/>
                  </a:lnTo>
                  <a:lnTo>
                    <a:pt x="190307" y="425861"/>
                  </a:lnTo>
                  <a:lnTo>
                    <a:pt x="188876" y="425684"/>
                  </a:lnTo>
                  <a:lnTo>
                    <a:pt x="187444" y="425499"/>
                  </a:lnTo>
                  <a:lnTo>
                    <a:pt x="186013" y="425306"/>
                  </a:lnTo>
                  <a:lnTo>
                    <a:pt x="184582" y="425105"/>
                  </a:lnTo>
                  <a:lnTo>
                    <a:pt x="183151" y="424895"/>
                  </a:lnTo>
                  <a:lnTo>
                    <a:pt x="181719" y="424678"/>
                  </a:lnTo>
                  <a:lnTo>
                    <a:pt x="180288" y="424452"/>
                  </a:lnTo>
                  <a:lnTo>
                    <a:pt x="178856" y="424219"/>
                  </a:lnTo>
                  <a:lnTo>
                    <a:pt x="177425" y="423978"/>
                  </a:lnTo>
                  <a:lnTo>
                    <a:pt x="175993" y="423729"/>
                  </a:lnTo>
                  <a:lnTo>
                    <a:pt x="174561" y="423472"/>
                  </a:lnTo>
                  <a:lnTo>
                    <a:pt x="173129" y="423208"/>
                  </a:lnTo>
                  <a:lnTo>
                    <a:pt x="171697" y="422937"/>
                  </a:lnTo>
                  <a:lnTo>
                    <a:pt x="170265" y="422659"/>
                  </a:lnTo>
                  <a:lnTo>
                    <a:pt x="168832" y="422373"/>
                  </a:lnTo>
                  <a:lnTo>
                    <a:pt x="167399" y="422080"/>
                  </a:lnTo>
                  <a:lnTo>
                    <a:pt x="165966" y="421780"/>
                  </a:lnTo>
                  <a:lnTo>
                    <a:pt x="164533" y="421474"/>
                  </a:lnTo>
                  <a:lnTo>
                    <a:pt x="163099" y="421160"/>
                  </a:lnTo>
                  <a:lnTo>
                    <a:pt x="161665" y="420840"/>
                  </a:lnTo>
                  <a:lnTo>
                    <a:pt x="160230" y="420513"/>
                  </a:lnTo>
                  <a:lnTo>
                    <a:pt x="159176" y="420272"/>
                  </a:lnTo>
                  <a:lnTo>
                    <a:pt x="158122" y="420035"/>
                  </a:lnTo>
                  <a:lnTo>
                    <a:pt x="157067" y="419800"/>
                  </a:lnTo>
                  <a:lnTo>
                    <a:pt x="156012" y="419568"/>
                  </a:lnTo>
                  <a:lnTo>
                    <a:pt x="154956" y="419339"/>
                  </a:lnTo>
                  <a:lnTo>
                    <a:pt x="153899" y="419113"/>
                  </a:lnTo>
                  <a:lnTo>
                    <a:pt x="152842" y="418889"/>
                  </a:lnTo>
                  <a:lnTo>
                    <a:pt x="151785" y="418667"/>
                  </a:lnTo>
                  <a:lnTo>
                    <a:pt x="150727" y="418447"/>
                  </a:lnTo>
                  <a:lnTo>
                    <a:pt x="149669" y="418230"/>
                  </a:lnTo>
                  <a:lnTo>
                    <a:pt x="148611" y="418014"/>
                  </a:lnTo>
                  <a:lnTo>
                    <a:pt x="147551" y="417800"/>
                  </a:lnTo>
                  <a:lnTo>
                    <a:pt x="146492" y="417588"/>
                  </a:lnTo>
                  <a:lnTo>
                    <a:pt x="145432" y="417378"/>
                  </a:lnTo>
                  <a:lnTo>
                    <a:pt x="144372" y="417168"/>
                  </a:lnTo>
                  <a:lnTo>
                    <a:pt x="143311" y="416960"/>
                  </a:lnTo>
                  <a:lnTo>
                    <a:pt x="142250" y="416753"/>
                  </a:lnTo>
                  <a:lnTo>
                    <a:pt x="141188" y="416548"/>
                  </a:lnTo>
                  <a:lnTo>
                    <a:pt x="141188" y="415214"/>
                  </a:lnTo>
                  <a:lnTo>
                    <a:pt x="141188" y="413862"/>
                  </a:lnTo>
                  <a:lnTo>
                    <a:pt x="139781" y="413630"/>
                  </a:lnTo>
                  <a:lnTo>
                    <a:pt x="138351" y="413394"/>
                  </a:lnTo>
                  <a:lnTo>
                    <a:pt x="137284" y="413141"/>
                  </a:lnTo>
                  <a:lnTo>
                    <a:pt x="136236" y="412867"/>
                  </a:lnTo>
                  <a:lnTo>
                    <a:pt x="135203" y="412575"/>
                  </a:lnTo>
                  <a:lnTo>
                    <a:pt x="134183" y="412265"/>
                  </a:lnTo>
                  <a:lnTo>
                    <a:pt x="133172" y="411937"/>
                  </a:lnTo>
                  <a:lnTo>
                    <a:pt x="132170" y="411594"/>
                  </a:lnTo>
                  <a:lnTo>
                    <a:pt x="131172" y="411235"/>
                  </a:lnTo>
                  <a:lnTo>
                    <a:pt x="130177" y="410862"/>
                  </a:lnTo>
                  <a:lnTo>
                    <a:pt x="129181" y="410475"/>
                  </a:lnTo>
                  <a:lnTo>
                    <a:pt x="128182" y="410076"/>
                  </a:lnTo>
                  <a:lnTo>
                    <a:pt x="127178" y="409666"/>
                  </a:lnTo>
                  <a:lnTo>
                    <a:pt x="126165" y="409245"/>
                  </a:lnTo>
                  <a:lnTo>
                    <a:pt x="125704" y="409054"/>
                  </a:lnTo>
                  <a:lnTo>
                    <a:pt x="125107" y="408808"/>
                  </a:lnTo>
                  <a:lnTo>
                    <a:pt x="123976" y="408340"/>
                  </a:lnTo>
                  <a:lnTo>
                    <a:pt x="121911" y="407487"/>
                  </a:lnTo>
                  <a:lnTo>
                    <a:pt x="120588" y="406856"/>
                  </a:lnTo>
                  <a:lnTo>
                    <a:pt x="119591" y="406355"/>
                  </a:lnTo>
                  <a:lnTo>
                    <a:pt x="118811" y="405907"/>
                  </a:lnTo>
                  <a:lnTo>
                    <a:pt x="118138" y="405436"/>
                  </a:lnTo>
                  <a:lnTo>
                    <a:pt x="117463" y="404865"/>
                  </a:lnTo>
                  <a:lnTo>
                    <a:pt x="116678" y="404118"/>
                  </a:lnTo>
                  <a:lnTo>
                    <a:pt x="115673" y="403119"/>
                  </a:lnTo>
                  <a:lnTo>
                    <a:pt x="115168" y="402982"/>
                  </a:lnTo>
                  <a:lnTo>
                    <a:pt x="114276" y="402743"/>
                  </a:lnTo>
                  <a:lnTo>
                    <a:pt x="112233" y="402195"/>
                  </a:lnTo>
                  <a:lnTo>
                    <a:pt x="111156" y="401761"/>
                  </a:lnTo>
                  <a:lnTo>
                    <a:pt x="110125" y="401302"/>
                  </a:lnTo>
                  <a:lnTo>
                    <a:pt x="109133" y="400817"/>
                  </a:lnTo>
                  <a:lnTo>
                    <a:pt x="108177" y="400307"/>
                  </a:lnTo>
                  <a:lnTo>
                    <a:pt x="107251" y="399774"/>
                  </a:lnTo>
                  <a:lnTo>
                    <a:pt x="106350" y="399218"/>
                  </a:lnTo>
                  <a:lnTo>
                    <a:pt x="105469" y="398639"/>
                  </a:lnTo>
                  <a:lnTo>
                    <a:pt x="104604" y="398039"/>
                  </a:lnTo>
                  <a:lnTo>
                    <a:pt x="103749" y="397418"/>
                  </a:lnTo>
                  <a:lnTo>
                    <a:pt x="102899" y="396777"/>
                  </a:lnTo>
                  <a:lnTo>
                    <a:pt x="102050" y="396117"/>
                  </a:lnTo>
                  <a:lnTo>
                    <a:pt x="101197" y="395438"/>
                  </a:lnTo>
                  <a:lnTo>
                    <a:pt x="100335" y="394742"/>
                  </a:lnTo>
                  <a:lnTo>
                    <a:pt x="99458" y="394028"/>
                  </a:lnTo>
                  <a:lnTo>
                    <a:pt x="98562" y="393298"/>
                  </a:lnTo>
                  <a:lnTo>
                    <a:pt x="97649" y="392636"/>
                  </a:lnTo>
                  <a:lnTo>
                    <a:pt x="96737" y="392017"/>
                  </a:lnTo>
                  <a:lnTo>
                    <a:pt x="95826" y="391438"/>
                  </a:lnTo>
                  <a:lnTo>
                    <a:pt x="94913" y="390894"/>
                  </a:lnTo>
                  <a:lnTo>
                    <a:pt x="93993" y="390383"/>
                  </a:lnTo>
                  <a:lnTo>
                    <a:pt x="93066" y="389900"/>
                  </a:lnTo>
                  <a:lnTo>
                    <a:pt x="92129" y="389441"/>
                  </a:lnTo>
                  <a:lnTo>
                    <a:pt x="91178" y="389004"/>
                  </a:lnTo>
                  <a:lnTo>
                    <a:pt x="90211" y="388584"/>
                  </a:lnTo>
                  <a:lnTo>
                    <a:pt x="89225" y="388178"/>
                  </a:lnTo>
                  <a:lnTo>
                    <a:pt x="88218" y="387782"/>
                  </a:lnTo>
                  <a:lnTo>
                    <a:pt x="87187" y="387392"/>
                  </a:lnTo>
                  <a:lnTo>
                    <a:pt x="86130" y="387004"/>
                  </a:lnTo>
                  <a:lnTo>
                    <a:pt x="86130" y="385672"/>
                  </a:lnTo>
                  <a:lnTo>
                    <a:pt x="86130" y="384332"/>
                  </a:lnTo>
                  <a:lnTo>
                    <a:pt x="86130" y="382976"/>
                  </a:lnTo>
                  <a:lnTo>
                    <a:pt x="84660" y="382829"/>
                  </a:lnTo>
                  <a:lnTo>
                    <a:pt x="83166" y="382681"/>
                  </a:lnTo>
                  <a:lnTo>
                    <a:pt x="82030" y="382330"/>
                  </a:lnTo>
                  <a:lnTo>
                    <a:pt x="80998" y="381943"/>
                  </a:lnTo>
                  <a:lnTo>
                    <a:pt x="80055" y="381517"/>
                  </a:lnTo>
                  <a:lnTo>
                    <a:pt x="79187" y="381050"/>
                  </a:lnTo>
                  <a:lnTo>
                    <a:pt x="78378" y="380540"/>
                  </a:lnTo>
                  <a:lnTo>
                    <a:pt x="77613" y="379986"/>
                  </a:lnTo>
                  <a:lnTo>
                    <a:pt x="76878" y="379384"/>
                  </a:lnTo>
                  <a:lnTo>
                    <a:pt x="76157" y="378732"/>
                  </a:lnTo>
                  <a:lnTo>
                    <a:pt x="75436" y="378029"/>
                  </a:lnTo>
                  <a:lnTo>
                    <a:pt x="74700" y="377273"/>
                  </a:lnTo>
                  <a:lnTo>
                    <a:pt x="73933" y="376460"/>
                  </a:lnTo>
                  <a:lnTo>
                    <a:pt x="73122" y="375590"/>
                  </a:lnTo>
                  <a:lnTo>
                    <a:pt x="71601" y="373976"/>
                  </a:lnTo>
                  <a:lnTo>
                    <a:pt x="70366" y="372676"/>
                  </a:lnTo>
                  <a:lnTo>
                    <a:pt x="69366" y="371643"/>
                  </a:lnTo>
                  <a:lnTo>
                    <a:pt x="68548" y="370835"/>
                  </a:lnTo>
                  <a:lnTo>
                    <a:pt x="67863" y="370206"/>
                  </a:lnTo>
                  <a:lnTo>
                    <a:pt x="67259" y="369712"/>
                  </a:lnTo>
                  <a:lnTo>
                    <a:pt x="66687" y="369309"/>
                  </a:lnTo>
                  <a:lnTo>
                    <a:pt x="66094" y="368953"/>
                  </a:lnTo>
                  <a:lnTo>
                    <a:pt x="65430" y="368600"/>
                  </a:lnTo>
                  <a:lnTo>
                    <a:pt x="64644" y="368204"/>
                  </a:lnTo>
                  <a:lnTo>
                    <a:pt x="64644" y="366870"/>
                  </a:lnTo>
                  <a:lnTo>
                    <a:pt x="64644" y="365518"/>
                  </a:lnTo>
                  <a:lnTo>
                    <a:pt x="63312" y="365518"/>
                  </a:lnTo>
                  <a:lnTo>
                    <a:pt x="61958" y="365518"/>
                  </a:lnTo>
                  <a:lnTo>
                    <a:pt x="60879" y="364599"/>
                  </a:lnTo>
                  <a:lnTo>
                    <a:pt x="60130" y="363930"/>
                  </a:lnTo>
                  <a:lnTo>
                    <a:pt x="59518" y="363317"/>
                  </a:lnTo>
                  <a:lnTo>
                    <a:pt x="58849" y="362568"/>
                  </a:lnTo>
                  <a:lnTo>
                    <a:pt x="57929" y="361489"/>
                  </a:lnTo>
                  <a:lnTo>
                    <a:pt x="57929" y="360156"/>
                  </a:lnTo>
                  <a:lnTo>
                    <a:pt x="57929" y="358804"/>
                  </a:lnTo>
                  <a:lnTo>
                    <a:pt x="56598" y="358804"/>
                  </a:lnTo>
                  <a:lnTo>
                    <a:pt x="55244" y="358804"/>
                  </a:lnTo>
                  <a:lnTo>
                    <a:pt x="55098" y="358366"/>
                  </a:lnTo>
                  <a:lnTo>
                    <a:pt x="54910" y="357800"/>
                  </a:lnTo>
                  <a:lnTo>
                    <a:pt x="54553" y="356729"/>
                  </a:lnTo>
                  <a:lnTo>
                    <a:pt x="53901" y="354775"/>
                  </a:lnTo>
                  <a:lnTo>
                    <a:pt x="52903" y="354442"/>
                  </a:lnTo>
                  <a:lnTo>
                    <a:pt x="51902" y="354108"/>
                  </a:lnTo>
                  <a:lnTo>
                    <a:pt x="50893" y="353772"/>
                  </a:lnTo>
                  <a:lnTo>
                    <a:pt x="49872" y="353432"/>
                  </a:lnTo>
                  <a:lnTo>
                    <a:pt x="48975" y="352355"/>
                  </a:lnTo>
                  <a:lnTo>
                    <a:pt x="48288" y="351518"/>
                  </a:lnTo>
                  <a:lnTo>
                    <a:pt x="47724" y="350807"/>
                  </a:lnTo>
                  <a:lnTo>
                    <a:pt x="47199" y="350110"/>
                  </a:lnTo>
                  <a:lnTo>
                    <a:pt x="46628" y="349313"/>
                  </a:lnTo>
                  <a:lnTo>
                    <a:pt x="45925" y="348304"/>
                  </a:lnTo>
                  <a:lnTo>
                    <a:pt x="45006" y="346969"/>
                  </a:lnTo>
                  <a:lnTo>
                    <a:pt x="44736" y="346584"/>
                  </a:lnTo>
                  <a:lnTo>
                    <a:pt x="44386" y="346086"/>
                  </a:lnTo>
                  <a:lnTo>
                    <a:pt x="43725" y="345141"/>
                  </a:lnTo>
                  <a:lnTo>
                    <a:pt x="42519" y="343417"/>
                  </a:lnTo>
                  <a:lnTo>
                    <a:pt x="41653" y="341965"/>
                  </a:lnTo>
                  <a:lnTo>
                    <a:pt x="41055" y="340905"/>
                  </a:lnTo>
                  <a:lnTo>
                    <a:pt x="40651" y="340061"/>
                  </a:lnTo>
                  <a:lnTo>
                    <a:pt x="40365" y="339254"/>
                  </a:lnTo>
                  <a:lnTo>
                    <a:pt x="40124" y="338309"/>
                  </a:lnTo>
                  <a:lnTo>
                    <a:pt x="39854" y="337049"/>
                  </a:lnTo>
                  <a:lnTo>
                    <a:pt x="39495" y="335849"/>
                  </a:lnTo>
                  <a:lnTo>
                    <a:pt x="39129" y="334632"/>
                  </a:lnTo>
                  <a:lnTo>
                    <a:pt x="37917" y="334085"/>
                  </a:lnTo>
                  <a:lnTo>
                    <a:pt x="36685" y="333529"/>
                  </a:lnTo>
                  <a:lnTo>
                    <a:pt x="35711" y="332946"/>
                  </a:lnTo>
                  <a:lnTo>
                    <a:pt x="34831" y="332308"/>
                  </a:lnTo>
                  <a:lnTo>
                    <a:pt x="34035" y="331619"/>
                  </a:lnTo>
                  <a:lnTo>
                    <a:pt x="33313" y="330882"/>
                  </a:lnTo>
                  <a:lnTo>
                    <a:pt x="32656" y="330101"/>
                  </a:lnTo>
                  <a:lnTo>
                    <a:pt x="32053" y="329280"/>
                  </a:lnTo>
                  <a:lnTo>
                    <a:pt x="31496" y="328422"/>
                  </a:lnTo>
                  <a:lnTo>
                    <a:pt x="30974" y="327531"/>
                  </a:lnTo>
                  <a:lnTo>
                    <a:pt x="30478" y="326611"/>
                  </a:lnTo>
                  <a:lnTo>
                    <a:pt x="29997" y="325665"/>
                  </a:lnTo>
                  <a:lnTo>
                    <a:pt x="29523" y="324698"/>
                  </a:lnTo>
                  <a:lnTo>
                    <a:pt x="29046" y="323712"/>
                  </a:lnTo>
                  <a:lnTo>
                    <a:pt x="28555" y="322712"/>
                  </a:lnTo>
                  <a:lnTo>
                    <a:pt x="27863" y="321367"/>
                  </a:lnTo>
                  <a:lnTo>
                    <a:pt x="27161" y="320000"/>
                  </a:lnTo>
                  <a:lnTo>
                    <a:pt x="26599" y="318898"/>
                  </a:lnTo>
                  <a:lnTo>
                    <a:pt x="26038" y="317795"/>
                  </a:lnTo>
                  <a:lnTo>
                    <a:pt x="25479" y="316691"/>
                  </a:lnTo>
                  <a:lnTo>
                    <a:pt x="24921" y="315587"/>
                  </a:lnTo>
                  <a:lnTo>
                    <a:pt x="24364" y="314482"/>
                  </a:lnTo>
                  <a:lnTo>
                    <a:pt x="23892" y="313546"/>
                  </a:lnTo>
                  <a:lnTo>
                    <a:pt x="23417" y="312612"/>
                  </a:lnTo>
                  <a:lnTo>
                    <a:pt x="22940" y="311679"/>
                  </a:lnTo>
                  <a:lnTo>
                    <a:pt x="22461" y="310748"/>
                  </a:lnTo>
                  <a:lnTo>
                    <a:pt x="21980" y="309817"/>
                  </a:lnTo>
                  <a:lnTo>
                    <a:pt x="21497" y="308887"/>
                  </a:lnTo>
                  <a:lnTo>
                    <a:pt x="21014" y="307958"/>
                  </a:lnTo>
                  <a:lnTo>
                    <a:pt x="20529" y="307029"/>
                  </a:lnTo>
                  <a:lnTo>
                    <a:pt x="19487" y="305009"/>
                  </a:lnTo>
                  <a:lnTo>
                    <a:pt x="18584" y="303249"/>
                  </a:lnTo>
                  <a:lnTo>
                    <a:pt x="17810" y="301723"/>
                  </a:lnTo>
                  <a:lnTo>
                    <a:pt x="17154" y="300402"/>
                  </a:lnTo>
                  <a:lnTo>
                    <a:pt x="16608" y="299261"/>
                  </a:lnTo>
                  <a:lnTo>
                    <a:pt x="16161" y="298270"/>
                  </a:lnTo>
                  <a:lnTo>
                    <a:pt x="15802" y="297404"/>
                  </a:lnTo>
                  <a:lnTo>
                    <a:pt x="15523" y="296635"/>
                  </a:lnTo>
                  <a:lnTo>
                    <a:pt x="15314" y="295934"/>
                  </a:lnTo>
                  <a:lnTo>
                    <a:pt x="15164" y="295276"/>
                  </a:lnTo>
                  <a:lnTo>
                    <a:pt x="15063" y="294633"/>
                  </a:lnTo>
                  <a:lnTo>
                    <a:pt x="15002" y="293977"/>
                  </a:lnTo>
                  <a:lnTo>
                    <a:pt x="14970" y="293281"/>
                  </a:lnTo>
                  <a:lnTo>
                    <a:pt x="14959" y="292517"/>
                  </a:lnTo>
                  <a:lnTo>
                    <a:pt x="14957" y="291659"/>
                  </a:lnTo>
                  <a:lnTo>
                    <a:pt x="13625" y="291659"/>
                  </a:lnTo>
                  <a:lnTo>
                    <a:pt x="12271" y="291659"/>
                  </a:lnTo>
                  <a:lnTo>
                    <a:pt x="11950" y="290649"/>
                  </a:lnTo>
                  <a:lnTo>
                    <a:pt x="11631" y="289640"/>
                  </a:lnTo>
                  <a:lnTo>
                    <a:pt x="11312" y="288633"/>
                  </a:lnTo>
                  <a:lnTo>
                    <a:pt x="10996" y="287629"/>
                  </a:lnTo>
                  <a:lnTo>
                    <a:pt x="10682" y="286626"/>
                  </a:lnTo>
                  <a:lnTo>
                    <a:pt x="10371" y="285624"/>
                  </a:lnTo>
                  <a:lnTo>
                    <a:pt x="10063" y="284624"/>
                  </a:lnTo>
                  <a:lnTo>
                    <a:pt x="9759" y="283624"/>
                  </a:lnTo>
                  <a:lnTo>
                    <a:pt x="9458" y="282626"/>
                  </a:lnTo>
                  <a:lnTo>
                    <a:pt x="9162" y="281627"/>
                  </a:lnTo>
                  <a:lnTo>
                    <a:pt x="8871" y="280629"/>
                  </a:lnTo>
                  <a:lnTo>
                    <a:pt x="8584" y="279632"/>
                  </a:lnTo>
                  <a:lnTo>
                    <a:pt x="8303" y="278634"/>
                  </a:lnTo>
                  <a:lnTo>
                    <a:pt x="8028" y="277635"/>
                  </a:lnTo>
                  <a:lnTo>
                    <a:pt x="7759" y="276637"/>
                  </a:lnTo>
                  <a:lnTo>
                    <a:pt x="7497" y="275637"/>
                  </a:lnTo>
                  <a:lnTo>
                    <a:pt x="7242" y="274636"/>
                  </a:lnTo>
                  <a:lnTo>
                    <a:pt x="6995" y="273634"/>
                  </a:lnTo>
                  <a:lnTo>
                    <a:pt x="6755" y="272631"/>
                  </a:lnTo>
                  <a:lnTo>
                    <a:pt x="6523" y="271625"/>
                  </a:lnTo>
                  <a:lnTo>
                    <a:pt x="6300" y="270618"/>
                  </a:lnTo>
                  <a:lnTo>
                    <a:pt x="6086" y="269609"/>
                  </a:lnTo>
                  <a:lnTo>
                    <a:pt x="5881" y="268597"/>
                  </a:lnTo>
                  <a:lnTo>
                    <a:pt x="5686" y="267583"/>
                  </a:lnTo>
                  <a:lnTo>
                    <a:pt x="5501" y="266566"/>
                  </a:lnTo>
                  <a:lnTo>
                    <a:pt x="5327" y="265546"/>
                  </a:lnTo>
                  <a:lnTo>
                    <a:pt x="5163" y="264522"/>
                  </a:lnTo>
                  <a:lnTo>
                    <a:pt x="5011" y="263495"/>
                  </a:lnTo>
                  <a:lnTo>
                    <a:pt x="4871" y="262465"/>
                  </a:lnTo>
                  <a:lnTo>
                    <a:pt x="4742" y="261430"/>
                  </a:lnTo>
                  <a:lnTo>
                    <a:pt x="4626" y="260391"/>
                  </a:lnTo>
                  <a:lnTo>
                    <a:pt x="4523" y="259348"/>
                  </a:lnTo>
                  <a:lnTo>
                    <a:pt x="4433" y="258300"/>
                  </a:lnTo>
                  <a:lnTo>
                    <a:pt x="4357" y="257248"/>
                  </a:lnTo>
                  <a:lnTo>
                    <a:pt x="4295" y="256190"/>
                  </a:lnTo>
                  <a:lnTo>
                    <a:pt x="4247" y="255127"/>
                  </a:lnTo>
                  <a:lnTo>
                    <a:pt x="4214" y="254059"/>
                  </a:lnTo>
                  <a:lnTo>
                    <a:pt x="2882" y="254059"/>
                  </a:lnTo>
                  <a:lnTo>
                    <a:pt x="1528" y="254059"/>
                  </a:lnTo>
                  <a:lnTo>
                    <a:pt x="1313" y="252986"/>
                  </a:lnTo>
                  <a:lnTo>
                    <a:pt x="1118" y="251915"/>
                  </a:lnTo>
                  <a:lnTo>
                    <a:pt x="944" y="250846"/>
                  </a:lnTo>
                  <a:lnTo>
                    <a:pt x="788" y="249778"/>
                  </a:lnTo>
                  <a:lnTo>
                    <a:pt x="651" y="248711"/>
                  </a:lnTo>
                  <a:lnTo>
                    <a:pt x="530" y="247645"/>
                  </a:lnTo>
                  <a:lnTo>
                    <a:pt x="425" y="246580"/>
                  </a:lnTo>
                  <a:lnTo>
                    <a:pt x="335" y="245515"/>
                  </a:lnTo>
                  <a:lnTo>
                    <a:pt x="259" y="244450"/>
                  </a:lnTo>
                  <a:lnTo>
                    <a:pt x="195" y="243384"/>
                  </a:lnTo>
                  <a:lnTo>
                    <a:pt x="142" y="242318"/>
                  </a:lnTo>
                  <a:lnTo>
                    <a:pt x="100" y="241250"/>
                  </a:lnTo>
                  <a:lnTo>
                    <a:pt x="67" y="240182"/>
                  </a:lnTo>
                  <a:lnTo>
                    <a:pt x="42" y="239111"/>
                  </a:lnTo>
                  <a:lnTo>
                    <a:pt x="25" y="238039"/>
                  </a:lnTo>
                  <a:lnTo>
                    <a:pt x="13" y="236965"/>
                  </a:lnTo>
                  <a:lnTo>
                    <a:pt x="7" y="235888"/>
                  </a:lnTo>
                  <a:lnTo>
                    <a:pt x="4" y="234808"/>
                  </a:lnTo>
                  <a:lnTo>
                    <a:pt x="4" y="233726"/>
                  </a:lnTo>
                  <a:lnTo>
                    <a:pt x="6" y="232639"/>
                  </a:lnTo>
                  <a:lnTo>
                    <a:pt x="8" y="231549"/>
                  </a:lnTo>
                  <a:lnTo>
                    <a:pt x="7" y="230514"/>
                  </a:lnTo>
                  <a:lnTo>
                    <a:pt x="6" y="229474"/>
                  </a:lnTo>
                  <a:lnTo>
                    <a:pt x="5" y="228427"/>
                  </a:lnTo>
                  <a:lnTo>
                    <a:pt x="4" y="227368"/>
                  </a:lnTo>
                  <a:lnTo>
                    <a:pt x="4" y="226278"/>
                  </a:lnTo>
                  <a:lnTo>
                    <a:pt x="4" y="225188"/>
                  </a:lnTo>
                  <a:lnTo>
                    <a:pt x="4" y="224098"/>
                  </a:lnTo>
                  <a:lnTo>
                    <a:pt x="5" y="223008"/>
                  </a:lnTo>
                  <a:lnTo>
                    <a:pt x="6" y="221918"/>
                  </a:lnTo>
                  <a:lnTo>
                    <a:pt x="7" y="220828"/>
                  </a:lnTo>
                  <a:lnTo>
                    <a:pt x="9" y="219738"/>
                  </a:lnTo>
                  <a:lnTo>
                    <a:pt x="11" y="218648"/>
                  </a:lnTo>
                  <a:lnTo>
                    <a:pt x="12" y="217534"/>
                  </a:lnTo>
                  <a:lnTo>
                    <a:pt x="13" y="216420"/>
                  </a:lnTo>
                  <a:lnTo>
                    <a:pt x="14" y="215307"/>
                  </a:lnTo>
                  <a:lnTo>
                    <a:pt x="14" y="214193"/>
                  </a:lnTo>
                  <a:lnTo>
                    <a:pt x="13" y="213079"/>
                  </a:lnTo>
                  <a:lnTo>
                    <a:pt x="12" y="211965"/>
                  </a:lnTo>
                  <a:lnTo>
                    <a:pt x="11" y="210851"/>
                  </a:lnTo>
                  <a:lnTo>
                    <a:pt x="10" y="209737"/>
                  </a:lnTo>
                  <a:lnTo>
                    <a:pt x="8" y="208623"/>
                  </a:lnTo>
                  <a:lnTo>
                    <a:pt x="7" y="207509"/>
                  </a:lnTo>
                  <a:lnTo>
                    <a:pt x="5" y="206395"/>
                  </a:lnTo>
                  <a:lnTo>
                    <a:pt x="3" y="205281"/>
                  </a:lnTo>
                  <a:lnTo>
                    <a:pt x="3" y="204221"/>
                  </a:lnTo>
                  <a:lnTo>
                    <a:pt x="3" y="203161"/>
                  </a:lnTo>
                  <a:lnTo>
                    <a:pt x="4" y="202102"/>
                  </a:lnTo>
                  <a:lnTo>
                    <a:pt x="5" y="201042"/>
                  </a:lnTo>
                  <a:lnTo>
                    <a:pt x="5" y="199982"/>
                  </a:lnTo>
                  <a:lnTo>
                    <a:pt x="6" y="198922"/>
                  </a:lnTo>
                  <a:lnTo>
                    <a:pt x="7" y="197862"/>
                  </a:lnTo>
                  <a:lnTo>
                    <a:pt x="8" y="196802"/>
                  </a:lnTo>
                  <a:lnTo>
                    <a:pt x="6" y="195466"/>
                  </a:lnTo>
                  <a:lnTo>
                    <a:pt x="3" y="194121"/>
                  </a:lnTo>
                  <a:lnTo>
                    <a:pt x="0" y="192757"/>
                  </a:lnTo>
                  <a:lnTo>
                    <a:pt x="2" y="192207"/>
                  </a:lnTo>
                  <a:lnTo>
                    <a:pt x="5" y="191235"/>
                  </a:lnTo>
                  <a:lnTo>
                    <a:pt x="12" y="189008"/>
                  </a:lnTo>
                  <a:lnTo>
                    <a:pt x="14" y="187919"/>
                  </a:lnTo>
                  <a:lnTo>
                    <a:pt x="15" y="186823"/>
                  </a:lnTo>
                  <a:lnTo>
                    <a:pt x="16" y="185711"/>
                  </a:lnTo>
                  <a:lnTo>
                    <a:pt x="94" y="184502"/>
                  </a:lnTo>
                  <a:lnTo>
                    <a:pt x="185" y="183574"/>
                  </a:lnTo>
                  <a:lnTo>
                    <a:pt x="332" y="182736"/>
                  </a:lnTo>
                  <a:lnTo>
                    <a:pt x="577" y="181797"/>
                  </a:lnTo>
                  <a:lnTo>
                    <a:pt x="962" y="180568"/>
                  </a:lnTo>
                  <a:lnTo>
                    <a:pt x="1528" y="178857"/>
                  </a:lnTo>
                  <a:lnTo>
                    <a:pt x="2862" y="178857"/>
                  </a:lnTo>
                  <a:lnTo>
                    <a:pt x="4214" y="178857"/>
                  </a:lnTo>
                  <a:lnTo>
                    <a:pt x="4264" y="178194"/>
                  </a:lnTo>
                  <a:lnTo>
                    <a:pt x="4414" y="176192"/>
                  </a:lnTo>
                  <a:lnTo>
                    <a:pt x="4605" y="173863"/>
                  </a:lnTo>
                  <a:lnTo>
                    <a:pt x="4785" y="171679"/>
                  </a:lnTo>
                  <a:lnTo>
                    <a:pt x="4955" y="169633"/>
                  </a:lnTo>
                  <a:lnTo>
                    <a:pt x="5116" y="167720"/>
                  </a:lnTo>
                  <a:lnTo>
                    <a:pt x="5269" y="165933"/>
                  </a:lnTo>
                  <a:lnTo>
                    <a:pt x="5416" y="164267"/>
                  </a:lnTo>
                  <a:lnTo>
                    <a:pt x="5559" y="162716"/>
                  </a:lnTo>
                  <a:lnTo>
                    <a:pt x="5697" y="161273"/>
                  </a:lnTo>
                  <a:lnTo>
                    <a:pt x="5832" y="159933"/>
                  </a:lnTo>
                  <a:lnTo>
                    <a:pt x="5966" y="158691"/>
                  </a:lnTo>
                  <a:lnTo>
                    <a:pt x="6099" y="157539"/>
                  </a:lnTo>
                  <a:lnTo>
                    <a:pt x="6234" y="156473"/>
                  </a:lnTo>
                  <a:lnTo>
                    <a:pt x="6370" y="155485"/>
                  </a:lnTo>
                  <a:lnTo>
                    <a:pt x="6509" y="154572"/>
                  </a:lnTo>
                  <a:lnTo>
                    <a:pt x="6653" y="153726"/>
                  </a:lnTo>
                  <a:lnTo>
                    <a:pt x="6803" y="152941"/>
                  </a:lnTo>
                  <a:lnTo>
                    <a:pt x="6959" y="152212"/>
                  </a:lnTo>
                  <a:lnTo>
                    <a:pt x="7123" y="151533"/>
                  </a:lnTo>
                  <a:lnTo>
                    <a:pt x="7297" y="150897"/>
                  </a:lnTo>
                  <a:lnTo>
                    <a:pt x="7480" y="150300"/>
                  </a:lnTo>
                  <a:lnTo>
                    <a:pt x="7676" y="149735"/>
                  </a:lnTo>
                  <a:lnTo>
                    <a:pt x="7884" y="149195"/>
                  </a:lnTo>
                  <a:lnTo>
                    <a:pt x="8106" y="148676"/>
                  </a:lnTo>
                  <a:lnTo>
                    <a:pt x="8343" y="148172"/>
                  </a:lnTo>
                  <a:lnTo>
                    <a:pt x="8597" y="147676"/>
                  </a:lnTo>
                  <a:lnTo>
                    <a:pt x="8868" y="147182"/>
                  </a:lnTo>
                  <a:lnTo>
                    <a:pt x="9157" y="146685"/>
                  </a:lnTo>
                  <a:lnTo>
                    <a:pt x="9467" y="146179"/>
                  </a:lnTo>
                  <a:lnTo>
                    <a:pt x="9798" y="145657"/>
                  </a:lnTo>
                  <a:lnTo>
                    <a:pt x="10151" y="145114"/>
                  </a:lnTo>
                  <a:lnTo>
                    <a:pt x="10527" y="144545"/>
                  </a:lnTo>
                  <a:lnTo>
                    <a:pt x="10929" y="143942"/>
                  </a:lnTo>
                  <a:lnTo>
                    <a:pt x="11242" y="142902"/>
                  </a:lnTo>
                  <a:lnTo>
                    <a:pt x="11552" y="141861"/>
                  </a:lnTo>
                  <a:lnTo>
                    <a:pt x="11859" y="140818"/>
                  </a:lnTo>
                  <a:lnTo>
                    <a:pt x="12161" y="139775"/>
                  </a:lnTo>
                  <a:lnTo>
                    <a:pt x="12460" y="138730"/>
                  </a:lnTo>
                  <a:lnTo>
                    <a:pt x="12754" y="137685"/>
                  </a:lnTo>
                  <a:lnTo>
                    <a:pt x="13045" y="136638"/>
                  </a:lnTo>
                  <a:lnTo>
                    <a:pt x="13332" y="135591"/>
                  </a:lnTo>
                  <a:lnTo>
                    <a:pt x="13614" y="134542"/>
                  </a:lnTo>
                  <a:lnTo>
                    <a:pt x="13947" y="133544"/>
                  </a:lnTo>
                  <a:lnTo>
                    <a:pt x="14281" y="132542"/>
                  </a:lnTo>
                  <a:lnTo>
                    <a:pt x="14618" y="131533"/>
                  </a:lnTo>
                  <a:lnTo>
                    <a:pt x="14957" y="130514"/>
                  </a:lnTo>
                  <a:lnTo>
                    <a:pt x="16291" y="130514"/>
                  </a:lnTo>
                  <a:lnTo>
                    <a:pt x="17643" y="130514"/>
                  </a:lnTo>
                  <a:lnTo>
                    <a:pt x="17933" y="129341"/>
                  </a:lnTo>
                  <a:lnTo>
                    <a:pt x="18226" y="128153"/>
                  </a:lnTo>
                  <a:lnTo>
                    <a:pt x="18504" y="127081"/>
                  </a:lnTo>
                  <a:lnTo>
                    <a:pt x="18795" y="126020"/>
                  </a:lnTo>
                  <a:lnTo>
                    <a:pt x="19098" y="124969"/>
                  </a:lnTo>
                  <a:lnTo>
                    <a:pt x="19412" y="123928"/>
                  </a:lnTo>
                  <a:lnTo>
                    <a:pt x="19739" y="122897"/>
                  </a:lnTo>
                  <a:lnTo>
                    <a:pt x="20076" y="121875"/>
                  </a:lnTo>
                  <a:lnTo>
                    <a:pt x="20425" y="120861"/>
                  </a:lnTo>
                  <a:lnTo>
                    <a:pt x="20785" y="119856"/>
                  </a:lnTo>
                  <a:lnTo>
                    <a:pt x="21155" y="118859"/>
                  </a:lnTo>
                  <a:lnTo>
                    <a:pt x="21536" y="117868"/>
                  </a:lnTo>
                  <a:lnTo>
                    <a:pt x="21927" y="116885"/>
                  </a:lnTo>
                  <a:lnTo>
                    <a:pt x="22328" y="115908"/>
                  </a:lnTo>
                  <a:lnTo>
                    <a:pt x="22739" y="114938"/>
                  </a:lnTo>
                  <a:lnTo>
                    <a:pt x="23159" y="113973"/>
                  </a:lnTo>
                  <a:lnTo>
                    <a:pt x="23589" y="113013"/>
                  </a:lnTo>
                  <a:lnTo>
                    <a:pt x="24027" y="112058"/>
                  </a:lnTo>
                  <a:lnTo>
                    <a:pt x="24475" y="111107"/>
                  </a:lnTo>
                  <a:lnTo>
                    <a:pt x="24930" y="110161"/>
                  </a:lnTo>
                  <a:lnTo>
                    <a:pt x="25395" y="109218"/>
                  </a:lnTo>
                  <a:lnTo>
                    <a:pt x="25867" y="108278"/>
                  </a:lnTo>
                  <a:lnTo>
                    <a:pt x="26347" y="107340"/>
                  </a:lnTo>
                  <a:lnTo>
                    <a:pt x="26835" y="106405"/>
                  </a:lnTo>
                  <a:lnTo>
                    <a:pt x="27330" y="105472"/>
                  </a:lnTo>
                  <a:lnTo>
                    <a:pt x="27832" y="104540"/>
                  </a:lnTo>
                  <a:lnTo>
                    <a:pt x="28341" y="103609"/>
                  </a:lnTo>
                  <a:lnTo>
                    <a:pt x="28857" y="102678"/>
                  </a:lnTo>
                  <a:lnTo>
                    <a:pt x="29379" y="101747"/>
                  </a:lnTo>
                  <a:lnTo>
                    <a:pt x="29907" y="100817"/>
                  </a:lnTo>
                  <a:lnTo>
                    <a:pt x="30441" y="99885"/>
                  </a:lnTo>
                  <a:lnTo>
                    <a:pt x="30981" y="98952"/>
                  </a:lnTo>
                  <a:lnTo>
                    <a:pt x="31526" y="98018"/>
                  </a:lnTo>
                  <a:lnTo>
                    <a:pt x="32077" y="97082"/>
                  </a:lnTo>
                  <a:lnTo>
                    <a:pt x="32632" y="96143"/>
                  </a:lnTo>
                  <a:lnTo>
                    <a:pt x="33193" y="95201"/>
                  </a:lnTo>
                  <a:lnTo>
                    <a:pt x="33758" y="94256"/>
                  </a:lnTo>
                  <a:lnTo>
                    <a:pt x="35091" y="94256"/>
                  </a:lnTo>
                  <a:lnTo>
                    <a:pt x="36443" y="94256"/>
                  </a:lnTo>
                  <a:lnTo>
                    <a:pt x="36443" y="92923"/>
                  </a:lnTo>
                  <a:lnTo>
                    <a:pt x="36443" y="91570"/>
                  </a:lnTo>
                  <a:lnTo>
                    <a:pt x="37050" y="91173"/>
                  </a:lnTo>
                  <a:lnTo>
                    <a:pt x="38878" y="89975"/>
                  </a:lnTo>
                  <a:lnTo>
                    <a:pt x="39774" y="89186"/>
                  </a:lnTo>
                  <a:lnTo>
                    <a:pt x="40569" y="88392"/>
                  </a:lnTo>
                  <a:lnTo>
                    <a:pt x="41275" y="87589"/>
                  </a:lnTo>
                  <a:lnTo>
                    <a:pt x="41902" y="86772"/>
                  </a:lnTo>
                  <a:lnTo>
                    <a:pt x="42463" y="85937"/>
                  </a:lnTo>
                  <a:lnTo>
                    <a:pt x="42966" y="85080"/>
                  </a:lnTo>
                  <a:lnTo>
                    <a:pt x="43425" y="84198"/>
                  </a:lnTo>
                  <a:lnTo>
                    <a:pt x="43849" y="83286"/>
                  </a:lnTo>
                  <a:lnTo>
                    <a:pt x="44251" y="82340"/>
                  </a:lnTo>
                  <a:lnTo>
                    <a:pt x="44640" y="81357"/>
                  </a:lnTo>
                  <a:lnTo>
                    <a:pt x="45027" y="80332"/>
                  </a:lnTo>
                  <a:lnTo>
                    <a:pt x="45425" y="79261"/>
                  </a:lnTo>
                  <a:lnTo>
                    <a:pt x="45844" y="78141"/>
                  </a:lnTo>
                  <a:lnTo>
                    <a:pt x="47176" y="78141"/>
                  </a:lnTo>
                  <a:lnTo>
                    <a:pt x="48529" y="78141"/>
                  </a:lnTo>
                  <a:lnTo>
                    <a:pt x="48862" y="77143"/>
                  </a:lnTo>
                  <a:lnTo>
                    <a:pt x="49196" y="76141"/>
                  </a:lnTo>
                  <a:lnTo>
                    <a:pt x="49532" y="75132"/>
                  </a:lnTo>
                  <a:lnTo>
                    <a:pt x="49872" y="74112"/>
                  </a:lnTo>
                  <a:lnTo>
                    <a:pt x="51204" y="74112"/>
                  </a:lnTo>
                  <a:lnTo>
                    <a:pt x="52544" y="74112"/>
                  </a:lnTo>
                  <a:lnTo>
                    <a:pt x="53901" y="74112"/>
                  </a:lnTo>
                  <a:lnTo>
                    <a:pt x="54262" y="73058"/>
                  </a:lnTo>
                  <a:lnTo>
                    <a:pt x="54625" y="71997"/>
                  </a:lnTo>
                  <a:lnTo>
                    <a:pt x="54993" y="70922"/>
                  </a:lnTo>
                  <a:lnTo>
                    <a:pt x="55527" y="69753"/>
                  </a:lnTo>
                  <a:lnTo>
                    <a:pt x="55977" y="68843"/>
                  </a:lnTo>
                  <a:lnTo>
                    <a:pt x="56410" y="68117"/>
                  </a:lnTo>
                  <a:lnTo>
                    <a:pt x="56891" y="67503"/>
                  </a:lnTo>
                  <a:lnTo>
                    <a:pt x="57486" y="66928"/>
                  </a:lnTo>
                  <a:lnTo>
                    <a:pt x="58261" y="66320"/>
                  </a:lnTo>
                  <a:lnTo>
                    <a:pt x="59282" y="65606"/>
                  </a:lnTo>
                  <a:lnTo>
                    <a:pt x="60615" y="64712"/>
                  </a:lnTo>
                  <a:lnTo>
                    <a:pt x="60948" y="63714"/>
                  </a:lnTo>
                  <a:lnTo>
                    <a:pt x="61282" y="62712"/>
                  </a:lnTo>
                  <a:lnTo>
                    <a:pt x="61618" y="61703"/>
                  </a:lnTo>
                  <a:lnTo>
                    <a:pt x="61958" y="60684"/>
                  </a:lnTo>
                  <a:lnTo>
                    <a:pt x="63291" y="60684"/>
                  </a:lnTo>
                  <a:lnTo>
                    <a:pt x="64644" y="60684"/>
                  </a:lnTo>
                  <a:lnTo>
                    <a:pt x="64644" y="59351"/>
                  </a:lnTo>
                  <a:lnTo>
                    <a:pt x="64644" y="57998"/>
                  </a:lnTo>
                  <a:lnTo>
                    <a:pt x="65412" y="57216"/>
                  </a:lnTo>
                  <a:lnTo>
                    <a:pt x="66190" y="56445"/>
                  </a:lnTo>
                  <a:lnTo>
                    <a:pt x="66977" y="55685"/>
                  </a:lnTo>
                  <a:lnTo>
                    <a:pt x="67774" y="54937"/>
                  </a:lnTo>
                  <a:lnTo>
                    <a:pt x="68580" y="54200"/>
                  </a:lnTo>
                  <a:lnTo>
                    <a:pt x="69396" y="53475"/>
                  </a:lnTo>
                  <a:lnTo>
                    <a:pt x="70222" y="52763"/>
                  </a:lnTo>
                  <a:lnTo>
                    <a:pt x="71059" y="52064"/>
                  </a:lnTo>
                  <a:lnTo>
                    <a:pt x="71905" y="51378"/>
                  </a:lnTo>
                  <a:lnTo>
                    <a:pt x="72763" y="50705"/>
                  </a:lnTo>
                  <a:lnTo>
                    <a:pt x="73631" y="50047"/>
                  </a:lnTo>
                  <a:lnTo>
                    <a:pt x="74511" y="49403"/>
                  </a:lnTo>
                  <a:lnTo>
                    <a:pt x="75401" y="48774"/>
                  </a:lnTo>
                  <a:lnTo>
                    <a:pt x="76303" y="48161"/>
                  </a:lnTo>
                  <a:lnTo>
                    <a:pt x="77217" y="47562"/>
                  </a:lnTo>
                  <a:lnTo>
                    <a:pt x="78143" y="46980"/>
                  </a:lnTo>
                  <a:lnTo>
                    <a:pt x="79080" y="46414"/>
                  </a:lnTo>
                  <a:lnTo>
                    <a:pt x="80206" y="45721"/>
                  </a:lnTo>
                  <a:lnTo>
                    <a:pt x="81063" y="45161"/>
                  </a:lnTo>
                  <a:lnTo>
                    <a:pt x="81749" y="44642"/>
                  </a:lnTo>
                  <a:lnTo>
                    <a:pt x="82365" y="44072"/>
                  </a:lnTo>
                  <a:lnTo>
                    <a:pt x="83010" y="43358"/>
                  </a:lnTo>
                  <a:lnTo>
                    <a:pt x="83784" y="42407"/>
                  </a:lnTo>
                  <a:lnTo>
                    <a:pt x="84787" y="41127"/>
                  </a:lnTo>
                  <a:lnTo>
                    <a:pt x="85657" y="40112"/>
                  </a:lnTo>
                  <a:lnTo>
                    <a:pt x="86487" y="39240"/>
                  </a:lnTo>
                  <a:lnTo>
                    <a:pt x="87297" y="38491"/>
                  </a:lnTo>
                  <a:lnTo>
                    <a:pt x="88110" y="37849"/>
                  </a:lnTo>
                  <a:lnTo>
                    <a:pt x="88944" y="37293"/>
                  </a:lnTo>
                  <a:lnTo>
                    <a:pt x="89823" y="36806"/>
                  </a:lnTo>
                  <a:lnTo>
                    <a:pt x="90765" y="36369"/>
                  </a:lnTo>
                  <a:lnTo>
                    <a:pt x="91793" y="35963"/>
                  </a:lnTo>
                  <a:lnTo>
                    <a:pt x="92927" y="35569"/>
                  </a:lnTo>
                  <a:lnTo>
                    <a:pt x="94187" y="35169"/>
                  </a:lnTo>
                  <a:lnTo>
                    <a:pt x="95186" y="34836"/>
                  </a:lnTo>
                  <a:lnTo>
                    <a:pt x="96188" y="34502"/>
                  </a:lnTo>
                  <a:lnTo>
                    <a:pt x="97196" y="34166"/>
                  </a:lnTo>
                  <a:lnTo>
                    <a:pt x="98216" y="33826"/>
                  </a:lnTo>
                  <a:lnTo>
                    <a:pt x="98216" y="32493"/>
                  </a:lnTo>
                  <a:lnTo>
                    <a:pt x="98216" y="31140"/>
                  </a:lnTo>
                  <a:lnTo>
                    <a:pt x="100117" y="30280"/>
                  </a:lnTo>
                  <a:lnTo>
                    <a:pt x="101740" y="29552"/>
                  </a:lnTo>
                  <a:lnTo>
                    <a:pt x="103120" y="28945"/>
                  </a:lnTo>
                  <a:lnTo>
                    <a:pt x="104293" y="28448"/>
                  </a:lnTo>
                  <a:lnTo>
                    <a:pt x="105298" y="28050"/>
                  </a:lnTo>
                  <a:lnTo>
                    <a:pt x="106170" y="27740"/>
                  </a:lnTo>
                  <a:lnTo>
                    <a:pt x="106946" y="27508"/>
                  </a:lnTo>
                  <a:lnTo>
                    <a:pt x="107664" y="27341"/>
                  </a:lnTo>
                  <a:lnTo>
                    <a:pt x="108358" y="27229"/>
                  </a:lnTo>
                  <a:lnTo>
                    <a:pt x="109067" y="27161"/>
                  </a:lnTo>
                  <a:lnTo>
                    <a:pt x="109826" y="27126"/>
                  </a:lnTo>
                  <a:lnTo>
                    <a:pt x="110674" y="27113"/>
                  </a:lnTo>
                  <a:lnTo>
                    <a:pt x="111645" y="27112"/>
                  </a:lnTo>
                  <a:lnTo>
                    <a:pt x="111645" y="25778"/>
                  </a:lnTo>
                  <a:lnTo>
                    <a:pt x="111645" y="24426"/>
                  </a:lnTo>
                  <a:lnTo>
                    <a:pt x="112528" y="23746"/>
                  </a:lnTo>
                  <a:lnTo>
                    <a:pt x="113414" y="23100"/>
                  </a:lnTo>
                  <a:lnTo>
                    <a:pt x="114303" y="22485"/>
                  </a:lnTo>
                  <a:lnTo>
                    <a:pt x="115197" y="21901"/>
                  </a:lnTo>
                  <a:lnTo>
                    <a:pt x="116096" y="21345"/>
                  </a:lnTo>
                  <a:lnTo>
                    <a:pt x="117000" y="20816"/>
                  </a:lnTo>
                  <a:lnTo>
                    <a:pt x="117910" y="20311"/>
                  </a:lnTo>
                  <a:lnTo>
                    <a:pt x="118827" y="19831"/>
                  </a:lnTo>
                  <a:lnTo>
                    <a:pt x="119751" y="19371"/>
                  </a:lnTo>
                  <a:lnTo>
                    <a:pt x="120683" y="18932"/>
                  </a:lnTo>
                  <a:lnTo>
                    <a:pt x="121623" y="18511"/>
                  </a:lnTo>
                  <a:lnTo>
                    <a:pt x="122572" y="18107"/>
                  </a:lnTo>
                  <a:lnTo>
                    <a:pt x="123531" y="17718"/>
                  </a:lnTo>
                  <a:lnTo>
                    <a:pt x="124501" y="17342"/>
                  </a:lnTo>
                  <a:lnTo>
                    <a:pt x="125481" y="16977"/>
                  </a:lnTo>
                  <a:lnTo>
                    <a:pt x="126472" y="16623"/>
                  </a:lnTo>
                  <a:lnTo>
                    <a:pt x="127476" y="16277"/>
                  </a:lnTo>
                  <a:lnTo>
                    <a:pt x="128492" y="15937"/>
                  </a:lnTo>
                  <a:lnTo>
                    <a:pt x="129521" y="15602"/>
                  </a:lnTo>
                  <a:lnTo>
                    <a:pt x="130564" y="15271"/>
                  </a:lnTo>
                  <a:lnTo>
                    <a:pt x="131622" y="14941"/>
                  </a:lnTo>
                  <a:lnTo>
                    <a:pt x="132655" y="14612"/>
                  </a:lnTo>
                  <a:lnTo>
                    <a:pt x="133688" y="14283"/>
                  </a:lnTo>
                  <a:lnTo>
                    <a:pt x="134722" y="13954"/>
                  </a:lnTo>
                  <a:lnTo>
                    <a:pt x="135755" y="13624"/>
                  </a:lnTo>
                  <a:lnTo>
                    <a:pt x="136788" y="13294"/>
                  </a:lnTo>
                  <a:lnTo>
                    <a:pt x="137822" y="12963"/>
                  </a:lnTo>
                  <a:lnTo>
                    <a:pt x="138833" y="12641"/>
                  </a:lnTo>
                  <a:lnTo>
                    <a:pt x="139850" y="12317"/>
                  </a:lnTo>
                  <a:lnTo>
                    <a:pt x="140882" y="11989"/>
                  </a:lnTo>
                  <a:lnTo>
                    <a:pt x="141972" y="11623"/>
                  </a:lnTo>
                  <a:lnTo>
                    <a:pt x="143059" y="11249"/>
                  </a:lnTo>
                  <a:lnTo>
                    <a:pt x="144141" y="10867"/>
                  </a:lnTo>
                  <a:lnTo>
                    <a:pt x="145221" y="10480"/>
                  </a:lnTo>
                  <a:lnTo>
                    <a:pt x="146299" y="10086"/>
                  </a:lnTo>
                  <a:lnTo>
                    <a:pt x="147375" y="9686"/>
                  </a:lnTo>
                  <a:lnTo>
                    <a:pt x="148450" y="9281"/>
                  </a:lnTo>
                  <a:lnTo>
                    <a:pt x="149525" y="8871"/>
                  </a:lnTo>
                  <a:lnTo>
                    <a:pt x="150528" y="8495"/>
                  </a:lnTo>
                  <a:lnTo>
                    <a:pt x="151532" y="8129"/>
                  </a:lnTo>
                  <a:lnTo>
                    <a:pt x="152537" y="7774"/>
                  </a:lnTo>
                  <a:lnTo>
                    <a:pt x="153543" y="7429"/>
                  </a:lnTo>
                  <a:lnTo>
                    <a:pt x="154550" y="7096"/>
                  </a:lnTo>
                  <a:lnTo>
                    <a:pt x="155558" y="6773"/>
                  </a:lnTo>
                  <a:lnTo>
                    <a:pt x="156567" y="6460"/>
                  </a:lnTo>
                  <a:lnTo>
                    <a:pt x="157577" y="6158"/>
                  </a:lnTo>
                  <a:lnTo>
                    <a:pt x="158589" y="5867"/>
                  </a:lnTo>
                  <a:lnTo>
                    <a:pt x="159602" y="5585"/>
                  </a:lnTo>
                  <a:lnTo>
                    <a:pt x="160617" y="5314"/>
                  </a:lnTo>
                  <a:lnTo>
                    <a:pt x="161633" y="5054"/>
                  </a:lnTo>
                  <a:lnTo>
                    <a:pt x="162651" y="4803"/>
                  </a:lnTo>
                  <a:lnTo>
                    <a:pt x="163671" y="4562"/>
                  </a:lnTo>
                  <a:lnTo>
                    <a:pt x="164693" y="4332"/>
                  </a:lnTo>
                  <a:lnTo>
                    <a:pt x="165716" y="4111"/>
                  </a:lnTo>
                  <a:lnTo>
                    <a:pt x="166742" y="3900"/>
                  </a:lnTo>
                  <a:lnTo>
                    <a:pt x="167770" y="3699"/>
                  </a:lnTo>
                  <a:lnTo>
                    <a:pt x="168801" y="3508"/>
                  </a:lnTo>
                  <a:lnTo>
                    <a:pt x="169833" y="3326"/>
                  </a:lnTo>
                  <a:lnTo>
                    <a:pt x="170868" y="3154"/>
                  </a:lnTo>
                  <a:lnTo>
                    <a:pt x="171906" y="2992"/>
                  </a:lnTo>
                  <a:lnTo>
                    <a:pt x="172947" y="2839"/>
                  </a:lnTo>
                  <a:lnTo>
                    <a:pt x="173990" y="2696"/>
                  </a:lnTo>
                  <a:lnTo>
                    <a:pt x="175036" y="2561"/>
                  </a:lnTo>
                  <a:lnTo>
                    <a:pt x="176085" y="2437"/>
                  </a:lnTo>
                  <a:lnTo>
                    <a:pt x="177137" y="2321"/>
                  </a:lnTo>
                  <a:lnTo>
                    <a:pt x="178192" y="2214"/>
                  </a:lnTo>
                  <a:lnTo>
                    <a:pt x="179250" y="2117"/>
                  </a:lnTo>
                  <a:lnTo>
                    <a:pt x="180312" y="2029"/>
                  </a:lnTo>
                  <a:lnTo>
                    <a:pt x="181377" y="1949"/>
                  </a:lnTo>
                  <a:lnTo>
                    <a:pt x="182446" y="1879"/>
                  </a:lnTo>
                  <a:lnTo>
                    <a:pt x="184794" y="1661"/>
                  </a:lnTo>
                  <a:lnTo>
                    <a:pt x="186957" y="1461"/>
                  </a:lnTo>
                  <a:lnTo>
                    <a:pt x="188945" y="1278"/>
                  </a:lnTo>
                  <a:lnTo>
                    <a:pt x="190767" y="1110"/>
                  </a:lnTo>
                  <a:lnTo>
                    <a:pt x="192435" y="958"/>
                  </a:lnTo>
                  <a:lnTo>
                    <a:pt x="193958" y="820"/>
                  </a:lnTo>
                  <a:lnTo>
                    <a:pt x="195347" y="696"/>
                  </a:lnTo>
                  <a:lnTo>
                    <a:pt x="196611" y="586"/>
                  </a:lnTo>
                  <a:lnTo>
                    <a:pt x="197761" y="487"/>
                  </a:lnTo>
                  <a:lnTo>
                    <a:pt x="198807" y="400"/>
                  </a:lnTo>
                  <a:lnTo>
                    <a:pt x="199758" y="324"/>
                  </a:lnTo>
                  <a:lnTo>
                    <a:pt x="200627" y="258"/>
                  </a:lnTo>
                  <a:lnTo>
                    <a:pt x="201421" y="202"/>
                  </a:lnTo>
                  <a:lnTo>
                    <a:pt x="202153" y="154"/>
                  </a:lnTo>
                  <a:lnTo>
                    <a:pt x="202831" y="115"/>
                  </a:lnTo>
                  <a:lnTo>
                    <a:pt x="203466" y="82"/>
                  </a:lnTo>
                  <a:lnTo>
                    <a:pt x="204068" y="57"/>
                  </a:lnTo>
                  <a:lnTo>
                    <a:pt x="204647" y="37"/>
                  </a:lnTo>
                  <a:lnTo>
                    <a:pt x="205214" y="22"/>
                  </a:lnTo>
                  <a:lnTo>
                    <a:pt x="205778" y="12"/>
                  </a:lnTo>
                  <a:lnTo>
                    <a:pt x="206351" y="5"/>
                  </a:lnTo>
                  <a:lnTo>
                    <a:pt x="206941" y="2"/>
                  </a:lnTo>
                  <a:lnTo>
                    <a:pt x="207559" y="0"/>
                  </a:lnTo>
                  <a:lnTo>
                    <a:pt x="208216" y="0"/>
                  </a:lnTo>
                  <a:lnTo>
                    <a:pt x="208921" y="1"/>
                  </a:lnTo>
                  <a:close/>
                </a:path>
              </a:pathLst>
            </a:custGeom>
            <a:solidFill>
              <a:srgbClr val="FBFBF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region 3 #FBFAFA"/>
            <p:cNvSpPr/>
            <p:nvPr/>
          </p:nvSpPr>
          <p:spPr>
            <a:xfrm>
              <a:off x="2473579" y="598500"/>
              <a:ext cx="367274" cy="363256"/>
            </a:xfrm>
            <a:custGeom>
              <a:avLst/>
              <a:gdLst/>
              <a:ahLst/>
              <a:cxnLst/>
              <a:rect l="l" t="t" r="r" b="b"/>
              <a:pathLst>
                <a:path w="367274" h="363256">
                  <a:moveTo>
                    <a:pt x="171722" y="153"/>
                  </a:moveTo>
                  <a:lnTo>
                    <a:pt x="172784" y="145"/>
                  </a:lnTo>
                  <a:lnTo>
                    <a:pt x="173853" y="137"/>
                  </a:lnTo>
                  <a:lnTo>
                    <a:pt x="174936" y="130"/>
                  </a:lnTo>
                  <a:lnTo>
                    <a:pt x="176064" y="123"/>
                  </a:lnTo>
                  <a:lnTo>
                    <a:pt x="177192" y="118"/>
                  </a:lnTo>
                  <a:lnTo>
                    <a:pt x="178319" y="113"/>
                  </a:lnTo>
                  <a:lnTo>
                    <a:pt x="179447" y="109"/>
                  </a:lnTo>
                  <a:lnTo>
                    <a:pt x="180575" y="106"/>
                  </a:lnTo>
                  <a:lnTo>
                    <a:pt x="181703" y="103"/>
                  </a:lnTo>
                  <a:lnTo>
                    <a:pt x="182836" y="97"/>
                  </a:lnTo>
                  <a:lnTo>
                    <a:pt x="183968" y="90"/>
                  </a:lnTo>
                  <a:lnTo>
                    <a:pt x="185101" y="81"/>
                  </a:lnTo>
                  <a:lnTo>
                    <a:pt x="186233" y="71"/>
                  </a:lnTo>
                  <a:lnTo>
                    <a:pt x="187366" y="59"/>
                  </a:lnTo>
                  <a:lnTo>
                    <a:pt x="188498" y="47"/>
                  </a:lnTo>
                  <a:lnTo>
                    <a:pt x="189631" y="34"/>
                  </a:lnTo>
                  <a:lnTo>
                    <a:pt x="190763" y="20"/>
                  </a:lnTo>
                  <a:lnTo>
                    <a:pt x="191896" y="6"/>
                  </a:lnTo>
                  <a:lnTo>
                    <a:pt x="192995" y="1"/>
                  </a:lnTo>
                  <a:lnTo>
                    <a:pt x="194088" y="0"/>
                  </a:lnTo>
                  <a:lnTo>
                    <a:pt x="195176" y="4"/>
                  </a:lnTo>
                  <a:lnTo>
                    <a:pt x="196259" y="13"/>
                  </a:lnTo>
                  <a:lnTo>
                    <a:pt x="197337" y="28"/>
                  </a:lnTo>
                  <a:lnTo>
                    <a:pt x="198410" y="49"/>
                  </a:lnTo>
                  <a:lnTo>
                    <a:pt x="199479" y="76"/>
                  </a:lnTo>
                  <a:lnTo>
                    <a:pt x="200543" y="111"/>
                  </a:lnTo>
                  <a:lnTo>
                    <a:pt x="201604" y="152"/>
                  </a:lnTo>
                  <a:lnTo>
                    <a:pt x="202660" y="201"/>
                  </a:lnTo>
                  <a:lnTo>
                    <a:pt x="203713" y="258"/>
                  </a:lnTo>
                  <a:lnTo>
                    <a:pt x="204762" y="324"/>
                  </a:lnTo>
                  <a:lnTo>
                    <a:pt x="205808" y="398"/>
                  </a:lnTo>
                  <a:lnTo>
                    <a:pt x="206851" y="482"/>
                  </a:lnTo>
                  <a:lnTo>
                    <a:pt x="207892" y="575"/>
                  </a:lnTo>
                  <a:lnTo>
                    <a:pt x="208929" y="678"/>
                  </a:lnTo>
                  <a:lnTo>
                    <a:pt x="209965" y="792"/>
                  </a:lnTo>
                  <a:lnTo>
                    <a:pt x="210998" y="917"/>
                  </a:lnTo>
                  <a:lnTo>
                    <a:pt x="212030" y="1053"/>
                  </a:lnTo>
                  <a:lnTo>
                    <a:pt x="213060" y="1201"/>
                  </a:lnTo>
                  <a:lnTo>
                    <a:pt x="214088" y="1360"/>
                  </a:lnTo>
                  <a:lnTo>
                    <a:pt x="215115" y="1533"/>
                  </a:lnTo>
                  <a:lnTo>
                    <a:pt x="216141" y="1718"/>
                  </a:lnTo>
                  <a:lnTo>
                    <a:pt x="217166" y="1916"/>
                  </a:lnTo>
                  <a:lnTo>
                    <a:pt x="218191" y="2128"/>
                  </a:lnTo>
                  <a:lnTo>
                    <a:pt x="219215" y="2355"/>
                  </a:lnTo>
                  <a:lnTo>
                    <a:pt x="220240" y="2596"/>
                  </a:lnTo>
                  <a:lnTo>
                    <a:pt x="221264" y="2851"/>
                  </a:lnTo>
                  <a:lnTo>
                    <a:pt x="222288" y="3122"/>
                  </a:lnTo>
                  <a:lnTo>
                    <a:pt x="223314" y="3409"/>
                  </a:lnTo>
                  <a:lnTo>
                    <a:pt x="224339" y="3712"/>
                  </a:lnTo>
                  <a:lnTo>
                    <a:pt x="225366" y="4031"/>
                  </a:lnTo>
                  <a:lnTo>
                    <a:pt x="226394" y="4368"/>
                  </a:lnTo>
                  <a:lnTo>
                    <a:pt x="227424" y="4721"/>
                  </a:lnTo>
                  <a:lnTo>
                    <a:pt x="228455" y="5093"/>
                  </a:lnTo>
                  <a:lnTo>
                    <a:pt x="229487" y="5483"/>
                  </a:lnTo>
                  <a:lnTo>
                    <a:pt x="230522" y="5891"/>
                  </a:lnTo>
                  <a:lnTo>
                    <a:pt x="231558" y="6280"/>
                  </a:lnTo>
                  <a:lnTo>
                    <a:pt x="232581" y="6622"/>
                  </a:lnTo>
                  <a:lnTo>
                    <a:pt x="233597" y="6924"/>
                  </a:lnTo>
                  <a:lnTo>
                    <a:pt x="234609" y="7190"/>
                  </a:lnTo>
                  <a:lnTo>
                    <a:pt x="235624" y="7425"/>
                  </a:lnTo>
                  <a:lnTo>
                    <a:pt x="236645" y="7634"/>
                  </a:lnTo>
                  <a:lnTo>
                    <a:pt x="237677" y="7822"/>
                  </a:lnTo>
                  <a:lnTo>
                    <a:pt x="238726" y="7995"/>
                  </a:lnTo>
                  <a:lnTo>
                    <a:pt x="239795" y="8158"/>
                  </a:lnTo>
                  <a:lnTo>
                    <a:pt x="240891" y="8315"/>
                  </a:lnTo>
                  <a:lnTo>
                    <a:pt x="242058" y="8523"/>
                  </a:lnTo>
                  <a:lnTo>
                    <a:pt x="243184" y="8750"/>
                  </a:lnTo>
                  <a:lnTo>
                    <a:pt x="244273" y="8997"/>
                  </a:lnTo>
                  <a:lnTo>
                    <a:pt x="245328" y="9266"/>
                  </a:lnTo>
                  <a:lnTo>
                    <a:pt x="246354" y="9556"/>
                  </a:lnTo>
                  <a:lnTo>
                    <a:pt x="247355" y="9870"/>
                  </a:lnTo>
                  <a:lnTo>
                    <a:pt x="248334" y="10208"/>
                  </a:lnTo>
                  <a:lnTo>
                    <a:pt x="249296" y="10572"/>
                  </a:lnTo>
                  <a:lnTo>
                    <a:pt x="250245" y="10963"/>
                  </a:lnTo>
                  <a:lnTo>
                    <a:pt x="251185" y="11382"/>
                  </a:lnTo>
                  <a:lnTo>
                    <a:pt x="252119" y="11830"/>
                  </a:lnTo>
                  <a:lnTo>
                    <a:pt x="253053" y="12309"/>
                  </a:lnTo>
                  <a:lnTo>
                    <a:pt x="253989" y="12818"/>
                  </a:lnTo>
                  <a:lnTo>
                    <a:pt x="254933" y="13361"/>
                  </a:lnTo>
                  <a:lnTo>
                    <a:pt x="255887" y="13938"/>
                  </a:lnTo>
                  <a:lnTo>
                    <a:pt x="256856" y="14549"/>
                  </a:lnTo>
                  <a:lnTo>
                    <a:pt x="257845" y="15197"/>
                  </a:lnTo>
                  <a:lnTo>
                    <a:pt x="257845" y="16530"/>
                  </a:lnTo>
                  <a:lnTo>
                    <a:pt x="257845" y="17883"/>
                  </a:lnTo>
                  <a:lnTo>
                    <a:pt x="258988" y="17924"/>
                  </a:lnTo>
                  <a:lnTo>
                    <a:pt x="260135" y="17966"/>
                  </a:lnTo>
                  <a:lnTo>
                    <a:pt x="261291" y="18008"/>
                  </a:lnTo>
                  <a:lnTo>
                    <a:pt x="262460" y="18050"/>
                  </a:lnTo>
                  <a:lnTo>
                    <a:pt x="263582" y="18209"/>
                  </a:lnTo>
                  <a:lnTo>
                    <a:pt x="264678" y="18414"/>
                  </a:lnTo>
                  <a:lnTo>
                    <a:pt x="265752" y="18661"/>
                  </a:lnTo>
                  <a:lnTo>
                    <a:pt x="266803" y="18951"/>
                  </a:lnTo>
                  <a:lnTo>
                    <a:pt x="267833" y="19281"/>
                  </a:lnTo>
                  <a:lnTo>
                    <a:pt x="268844" y="19650"/>
                  </a:lnTo>
                  <a:lnTo>
                    <a:pt x="269835" y="20057"/>
                  </a:lnTo>
                  <a:lnTo>
                    <a:pt x="270809" y="20499"/>
                  </a:lnTo>
                  <a:lnTo>
                    <a:pt x="271766" y="20975"/>
                  </a:lnTo>
                  <a:lnTo>
                    <a:pt x="272708" y="21484"/>
                  </a:lnTo>
                  <a:lnTo>
                    <a:pt x="273635" y="22025"/>
                  </a:lnTo>
                  <a:lnTo>
                    <a:pt x="274549" y="22595"/>
                  </a:lnTo>
                  <a:lnTo>
                    <a:pt x="275451" y="23193"/>
                  </a:lnTo>
                  <a:lnTo>
                    <a:pt x="276343" y="23817"/>
                  </a:lnTo>
                  <a:lnTo>
                    <a:pt x="277224" y="24467"/>
                  </a:lnTo>
                  <a:lnTo>
                    <a:pt x="278097" y="25139"/>
                  </a:lnTo>
                  <a:lnTo>
                    <a:pt x="278962" y="25834"/>
                  </a:lnTo>
                  <a:lnTo>
                    <a:pt x="279820" y="26549"/>
                  </a:lnTo>
                  <a:lnTo>
                    <a:pt x="280674" y="27283"/>
                  </a:lnTo>
                  <a:lnTo>
                    <a:pt x="280674" y="28616"/>
                  </a:lnTo>
                  <a:lnTo>
                    <a:pt x="280674" y="29969"/>
                  </a:lnTo>
                  <a:lnTo>
                    <a:pt x="281782" y="30190"/>
                  </a:lnTo>
                  <a:lnTo>
                    <a:pt x="282892" y="30412"/>
                  </a:lnTo>
                  <a:lnTo>
                    <a:pt x="284006" y="30635"/>
                  </a:lnTo>
                  <a:lnTo>
                    <a:pt x="285125" y="30859"/>
                  </a:lnTo>
                  <a:lnTo>
                    <a:pt x="286252" y="31084"/>
                  </a:lnTo>
                  <a:lnTo>
                    <a:pt x="287388" y="31311"/>
                  </a:lnTo>
                  <a:lnTo>
                    <a:pt x="287388" y="32644"/>
                  </a:lnTo>
                  <a:lnTo>
                    <a:pt x="287388" y="33997"/>
                  </a:lnTo>
                  <a:lnTo>
                    <a:pt x="288414" y="34136"/>
                  </a:lnTo>
                  <a:lnTo>
                    <a:pt x="289447" y="34275"/>
                  </a:lnTo>
                  <a:lnTo>
                    <a:pt x="290493" y="34418"/>
                  </a:lnTo>
                  <a:lnTo>
                    <a:pt x="291846" y="34798"/>
                  </a:lnTo>
                  <a:lnTo>
                    <a:pt x="292982" y="35198"/>
                  </a:lnTo>
                  <a:lnTo>
                    <a:pt x="293952" y="35642"/>
                  </a:lnTo>
                  <a:lnTo>
                    <a:pt x="294809" y="36155"/>
                  </a:lnTo>
                  <a:lnTo>
                    <a:pt x="295603" y="36760"/>
                  </a:lnTo>
                  <a:lnTo>
                    <a:pt x="296387" y="37481"/>
                  </a:lnTo>
                  <a:lnTo>
                    <a:pt x="297213" y="38343"/>
                  </a:lnTo>
                  <a:lnTo>
                    <a:pt x="298131" y="39369"/>
                  </a:lnTo>
                  <a:lnTo>
                    <a:pt x="299129" y="40034"/>
                  </a:lnTo>
                  <a:lnTo>
                    <a:pt x="300130" y="40702"/>
                  </a:lnTo>
                  <a:lnTo>
                    <a:pt x="301139" y="41374"/>
                  </a:lnTo>
                  <a:lnTo>
                    <a:pt x="302160" y="42055"/>
                  </a:lnTo>
                  <a:lnTo>
                    <a:pt x="302160" y="43387"/>
                  </a:lnTo>
                  <a:lnTo>
                    <a:pt x="302160" y="44740"/>
                  </a:lnTo>
                  <a:lnTo>
                    <a:pt x="303618" y="45199"/>
                  </a:lnTo>
                  <a:lnTo>
                    <a:pt x="305097" y="45664"/>
                  </a:lnTo>
                  <a:lnTo>
                    <a:pt x="306117" y="46163"/>
                  </a:lnTo>
                  <a:lnTo>
                    <a:pt x="307077" y="46678"/>
                  </a:lnTo>
                  <a:lnTo>
                    <a:pt x="307984" y="47213"/>
                  </a:lnTo>
                  <a:lnTo>
                    <a:pt x="308843" y="47769"/>
                  </a:lnTo>
                  <a:lnTo>
                    <a:pt x="309663" y="48349"/>
                  </a:lnTo>
                  <a:lnTo>
                    <a:pt x="310449" y="48956"/>
                  </a:lnTo>
                  <a:lnTo>
                    <a:pt x="311209" y="49591"/>
                  </a:lnTo>
                  <a:lnTo>
                    <a:pt x="311949" y="50258"/>
                  </a:lnTo>
                  <a:lnTo>
                    <a:pt x="312676" y="50957"/>
                  </a:lnTo>
                  <a:lnTo>
                    <a:pt x="313397" y="51693"/>
                  </a:lnTo>
                  <a:lnTo>
                    <a:pt x="314118" y="52467"/>
                  </a:lnTo>
                  <a:lnTo>
                    <a:pt x="314846" y="53282"/>
                  </a:lnTo>
                  <a:lnTo>
                    <a:pt x="315589" y="54140"/>
                  </a:lnTo>
                  <a:lnTo>
                    <a:pt x="315589" y="55471"/>
                  </a:lnTo>
                  <a:lnTo>
                    <a:pt x="315589" y="56811"/>
                  </a:lnTo>
                  <a:lnTo>
                    <a:pt x="315589" y="58169"/>
                  </a:lnTo>
                  <a:lnTo>
                    <a:pt x="316921" y="58169"/>
                  </a:lnTo>
                  <a:lnTo>
                    <a:pt x="318274" y="58169"/>
                  </a:lnTo>
                  <a:lnTo>
                    <a:pt x="318980" y="58987"/>
                  </a:lnTo>
                  <a:lnTo>
                    <a:pt x="319670" y="59798"/>
                  </a:lnTo>
                  <a:lnTo>
                    <a:pt x="320343" y="60609"/>
                  </a:lnTo>
                  <a:lnTo>
                    <a:pt x="320997" y="61422"/>
                  </a:lnTo>
                  <a:lnTo>
                    <a:pt x="321632" y="62243"/>
                  </a:lnTo>
                  <a:lnTo>
                    <a:pt x="322247" y="63076"/>
                  </a:lnTo>
                  <a:lnTo>
                    <a:pt x="322841" y="63925"/>
                  </a:lnTo>
                  <a:lnTo>
                    <a:pt x="323414" y="64794"/>
                  </a:lnTo>
                  <a:lnTo>
                    <a:pt x="323963" y="65688"/>
                  </a:lnTo>
                  <a:lnTo>
                    <a:pt x="324488" y="66612"/>
                  </a:lnTo>
                  <a:lnTo>
                    <a:pt x="324989" y="67569"/>
                  </a:lnTo>
                  <a:lnTo>
                    <a:pt x="326186" y="68049"/>
                  </a:lnTo>
                  <a:lnTo>
                    <a:pt x="327402" y="68535"/>
                  </a:lnTo>
                  <a:lnTo>
                    <a:pt x="328350" y="69132"/>
                  </a:lnTo>
                  <a:lnTo>
                    <a:pt x="329223" y="69774"/>
                  </a:lnTo>
                  <a:lnTo>
                    <a:pt x="330028" y="70456"/>
                  </a:lnTo>
                  <a:lnTo>
                    <a:pt x="330774" y="71177"/>
                  </a:lnTo>
                  <a:lnTo>
                    <a:pt x="331467" y="71934"/>
                  </a:lnTo>
                  <a:lnTo>
                    <a:pt x="332116" y="72724"/>
                  </a:lnTo>
                  <a:lnTo>
                    <a:pt x="332728" y="73546"/>
                  </a:lnTo>
                  <a:lnTo>
                    <a:pt x="333312" y="74396"/>
                  </a:lnTo>
                  <a:lnTo>
                    <a:pt x="333874" y="75272"/>
                  </a:lnTo>
                  <a:lnTo>
                    <a:pt x="334423" y="76171"/>
                  </a:lnTo>
                  <a:lnTo>
                    <a:pt x="334967" y="77091"/>
                  </a:lnTo>
                  <a:lnTo>
                    <a:pt x="335512" y="78030"/>
                  </a:lnTo>
                  <a:lnTo>
                    <a:pt x="336068" y="78984"/>
                  </a:lnTo>
                  <a:lnTo>
                    <a:pt x="336801" y="80184"/>
                  </a:lnTo>
                  <a:lnTo>
                    <a:pt x="337546" y="81402"/>
                  </a:lnTo>
                  <a:lnTo>
                    <a:pt x="338605" y="83170"/>
                  </a:lnTo>
                  <a:lnTo>
                    <a:pt x="339430" y="84572"/>
                  </a:lnTo>
                  <a:lnTo>
                    <a:pt x="340049" y="85684"/>
                  </a:lnTo>
                  <a:lnTo>
                    <a:pt x="340493" y="86580"/>
                  </a:lnTo>
                  <a:lnTo>
                    <a:pt x="340791" y="87333"/>
                  </a:lnTo>
                  <a:lnTo>
                    <a:pt x="340972" y="88017"/>
                  </a:lnTo>
                  <a:lnTo>
                    <a:pt x="341064" y="88706"/>
                  </a:lnTo>
                  <a:lnTo>
                    <a:pt x="341099" y="89476"/>
                  </a:lnTo>
                  <a:lnTo>
                    <a:pt x="341103" y="90398"/>
                  </a:lnTo>
                  <a:lnTo>
                    <a:pt x="342436" y="90398"/>
                  </a:lnTo>
                  <a:lnTo>
                    <a:pt x="343789" y="90398"/>
                  </a:lnTo>
                  <a:lnTo>
                    <a:pt x="344649" y="92300"/>
                  </a:lnTo>
                  <a:lnTo>
                    <a:pt x="345377" y="93922"/>
                  </a:lnTo>
                  <a:lnTo>
                    <a:pt x="345984" y="95301"/>
                  </a:lnTo>
                  <a:lnTo>
                    <a:pt x="346481" y="96475"/>
                  </a:lnTo>
                  <a:lnTo>
                    <a:pt x="346879" y="97479"/>
                  </a:lnTo>
                  <a:lnTo>
                    <a:pt x="347189" y="98352"/>
                  </a:lnTo>
                  <a:lnTo>
                    <a:pt x="347422" y="99128"/>
                  </a:lnTo>
                  <a:lnTo>
                    <a:pt x="347589" y="99845"/>
                  </a:lnTo>
                  <a:lnTo>
                    <a:pt x="347701" y="100540"/>
                  </a:lnTo>
                  <a:lnTo>
                    <a:pt x="347768" y="101248"/>
                  </a:lnTo>
                  <a:lnTo>
                    <a:pt x="347803" y="102008"/>
                  </a:lnTo>
                  <a:lnTo>
                    <a:pt x="347816" y="102856"/>
                  </a:lnTo>
                  <a:lnTo>
                    <a:pt x="347818" y="103827"/>
                  </a:lnTo>
                  <a:lnTo>
                    <a:pt x="349151" y="103827"/>
                  </a:lnTo>
                  <a:lnTo>
                    <a:pt x="350504" y="103827"/>
                  </a:lnTo>
                  <a:lnTo>
                    <a:pt x="350664" y="104479"/>
                  </a:lnTo>
                  <a:lnTo>
                    <a:pt x="351148" y="106444"/>
                  </a:lnTo>
                  <a:lnTo>
                    <a:pt x="351416" y="107471"/>
                  </a:lnTo>
                  <a:lnTo>
                    <a:pt x="351689" y="108493"/>
                  </a:lnTo>
                  <a:lnTo>
                    <a:pt x="351966" y="109511"/>
                  </a:lnTo>
                  <a:lnTo>
                    <a:pt x="352249" y="110525"/>
                  </a:lnTo>
                  <a:lnTo>
                    <a:pt x="352537" y="111535"/>
                  </a:lnTo>
                  <a:lnTo>
                    <a:pt x="352830" y="112542"/>
                  </a:lnTo>
                  <a:lnTo>
                    <a:pt x="353128" y="113546"/>
                  </a:lnTo>
                  <a:lnTo>
                    <a:pt x="353432" y="114547"/>
                  </a:lnTo>
                  <a:lnTo>
                    <a:pt x="353742" y="115546"/>
                  </a:lnTo>
                  <a:lnTo>
                    <a:pt x="354058" y="116542"/>
                  </a:lnTo>
                  <a:lnTo>
                    <a:pt x="354380" y="117536"/>
                  </a:lnTo>
                  <a:lnTo>
                    <a:pt x="354709" y="118528"/>
                  </a:lnTo>
                  <a:lnTo>
                    <a:pt x="355043" y="119518"/>
                  </a:lnTo>
                  <a:lnTo>
                    <a:pt x="355385" y="120507"/>
                  </a:lnTo>
                  <a:lnTo>
                    <a:pt x="355733" y="121495"/>
                  </a:lnTo>
                  <a:lnTo>
                    <a:pt x="356088" y="122482"/>
                  </a:lnTo>
                  <a:lnTo>
                    <a:pt x="356450" y="123468"/>
                  </a:lnTo>
                  <a:lnTo>
                    <a:pt x="356820" y="124454"/>
                  </a:lnTo>
                  <a:lnTo>
                    <a:pt x="357196" y="125440"/>
                  </a:lnTo>
                  <a:lnTo>
                    <a:pt x="357581" y="126426"/>
                  </a:lnTo>
                  <a:lnTo>
                    <a:pt x="357973" y="127412"/>
                  </a:lnTo>
                  <a:lnTo>
                    <a:pt x="358375" y="128437"/>
                  </a:lnTo>
                  <a:lnTo>
                    <a:pt x="358763" y="129458"/>
                  </a:lnTo>
                  <a:lnTo>
                    <a:pt x="359139" y="130475"/>
                  </a:lnTo>
                  <a:lnTo>
                    <a:pt x="359501" y="131491"/>
                  </a:lnTo>
                  <a:lnTo>
                    <a:pt x="359850" y="132504"/>
                  </a:lnTo>
                  <a:lnTo>
                    <a:pt x="360187" y="133517"/>
                  </a:lnTo>
                  <a:lnTo>
                    <a:pt x="360510" y="134531"/>
                  </a:lnTo>
                  <a:lnTo>
                    <a:pt x="360821" y="135545"/>
                  </a:lnTo>
                  <a:lnTo>
                    <a:pt x="361120" y="136561"/>
                  </a:lnTo>
                  <a:lnTo>
                    <a:pt x="361406" y="137581"/>
                  </a:lnTo>
                  <a:lnTo>
                    <a:pt x="361680" y="138604"/>
                  </a:lnTo>
                  <a:lnTo>
                    <a:pt x="361942" y="139632"/>
                  </a:lnTo>
                  <a:lnTo>
                    <a:pt x="362192" y="140665"/>
                  </a:lnTo>
                  <a:lnTo>
                    <a:pt x="362430" y="141705"/>
                  </a:lnTo>
                  <a:lnTo>
                    <a:pt x="362657" y="142752"/>
                  </a:lnTo>
                  <a:lnTo>
                    <a:pt x="362872" y="143807"/>
                  </a:lnTo>
                  <a:lnTo>
                    <a:pt x="363075" y="144871"/>
                  </a:lnTo>
                  <a:lnTo>
                    <a:pt x="363268" y="145945"/>
                  </a:lnTo>
                  <a:lnTo>
                    <a:pt x="363449" y="147030"/>
                  </a:lnTo>
                  <a:lnTo>
                    <a:pt x="363749" y="148471"/>
                  </a:lnTo>
                  <a:lnTo>
                    <a:pt x="364040" y="149346"/>
                  </a:lnTo>
                  <a:lnTo>
                    <a:pt x="364491" y="150013"/>
                  </a:lnTo>
                  <a:lnTo>
                    <a:pt x="365275" y="150828"/>
                  </a:lnTo>
                  <a:lnTo>
                    <a:pt x="365446" y="151847"/>
                  </a:lnTo>
                  <a:lnTo>
                    <a:pt x="365608" y="152869"/>
                  </a:lnTo>
                  <a:lnTo>
                    <a:pt x="365762" y="153896"/>
                  </a:lnTo>
                  <a:lnTo>
                    <a:pt x="365908" y="154926"/>
                  </a:lnTo>
                  <a:lnTo>
                    <a:pt x="366045" y="155959"/>
                  </a:lnTo>
                  <a:lnTo>
                    <a:pt x="366174" y="156995"/>
                  </a:lnTo>
                  <a:lnTo>
                    <a:pt x="366296" y="158035"/>
                  </a:lnTo>
                  <a:lnTo>
                    <a:pt x="366409" y="159078"/>
                  </a:lnTo>
                  <a:lnTo>
                    <a:pt x="366515" y="160124"/>
                  </a:lnTo>
                  <a:lnTo>
                    <a:pt x="366613" y="161172"/>
                  </a:lnTo>
                  <a:lnTo>
                    <a:pt x="366704" y="162223"/>
                  </a:lnTo>
                  <a:lnTo>
                    <a:pt x="366788" y="163277"/>
                  </a:lnTo>
                  <a:lnTo>
                    <a:pt x="366864" y="164332"/>
                  </a:lnTo>
                  <a:lnTo>
                    <a:pt x="366934" y="165390"/>
                  </a:lnTo>
                  <a:lnTo>
                    <a:pt x="366997" y="166450"/>
                  </a:lnTo>
                  <a:lnTo>
                    <a:pt x="367053" y="167512"/>
                  </a:lnTo>
                  <a:lnTo>
                    <a:pt x="367102" y="168576"/>
                  </a:lnTo>
                  <a:lnTo>
                    <a:pt x="367145" y="169641"/>
                  </a:lnTo>
                  <a:lnTo>
                    <a:pt x="367181" y="170708"/>
                  </a:lnTo>
                  <a:lnTo>
                    <a:pt x="367211" y="171776"/>
                  </a:lnTo>
                  <a:lnTo>
                    <a:pt x="367236" y="172845"/>
                  </a:lnTo>
                  <a:lnTo>
                    <a:pt x="367254" y="173915"/>
                  </a:lnTo>
                  <a:lnTo>
                    <a:pt x="367266" y="174987"/>
                  </a:lnTo>
                  <a:lnTo>
                    <a:pt x="367273" y="176058"/>
                  </a:lnTo>
                  <a:lnTo>
                    <a:pt x="367274" y="177131"/>
                  </a:lnTo>
                  <a:lnTo>
                    <a:pt x="367270" y="178204"/>
                  </a:lnTo>
                  <a:lnTo>
                    <a:pt x="367261" y="179277"/>
                  </a:lnTo>
                  <a:lnTo>
                    <a:pt x="367246" y="180351"/>
                  </a:lnTo>
                  <a:lnTo>
                    <a:pt x="367226" y="181424"/>
                  </a:lnTo>
                  <a:lnTo>
                    <a:pt x="367202" y="182498"/>
                  </a:lnTo>
                  <a:lnTo>
                    <a:pt x="367172" y="183571"/>
                  </a:lnTo>
                  <a:lnTo>
                    <a:pt x="367138" y="184644"/>
                  </a:lnTo>
                  <a:lnTo>
                    <a:pt x="367100" y="185716"/>
                  </a:lnTo>
                  <a:lnTo>
                    <a:pt x="367057" y="186788"/>
                  </a:lnTo>
                  <a:lnTo>
                    <a:pt x="367010" y="187859"/>
                  </a:lnTo>
                  <a:lnTo>
                    <a:pt x="366959" y="188929"/>
                  </a:lnTo>
                  <a:lnTo>
                    <a:pt x="366903" y="189998"/>
                  </a:lnTo>
                  <a:lnTo>
                    <a:pt x="366844" y="191066"/>
                  </a:lnTo>
                  <a:lnTo>
                    <a:pt x="366782" y="192132"/>
                  </a:lnTo>
                  <a:lnTo>
                    <a:pt x="366715" y="193197"/>
                  </a:lnTo>
                  <a:lnTo>
                    <a:pt x="366646" y="194260"/>
                  </a:lnTo>
                  <a:lnTo>
                    <a:pt x="366573" y="195321"/>
                  </a:lnTo>
                  <a:lnTo>
                    <a:pt x="366496" y="196381"/>
                  </a:lnTo>
                  <a:lnTo>
                    <a:pt x="366417" y="197438"/>
                  </a:lnTo>
                  <a:lnTo>
                    <a:pt x="366335" y="198494"/>
                  </a:lnTo>
                  <a:lnTo>
                    <a:pt x="366250" y="199546"/>
                  </a:lnTo>
                  <a:lnTo>
                    <a:pt x="366162" y="200597"/>
                  </a:lnTo>
                  <a:lnTo>
                    <a:pt x="366072" y="201645"/>
                  </a:lnTo>
                  <a:lnTo>
                    <a:pt x="365979" y="202690"/>
                  </a:lnTo>
                  <a:lnTo>
                    <a:pt x="365884" y="203732"/>
                  </a:lnTo>
                  <a:lnTo>
                    <a:pt x="365787" y="204771"/>
                  </a:lnTo>
                  <a:lnTo>
                    <a:pt x="365689" y="205806"/>
                  </a:lnTo>
                  <a:lnTo>
                    <a:pt x="365588" y="206839"/>
                  </a:lnTo>
                  <a:lnTo>
                    <a:pt x="365485" y="207868"/>
                  </a:lnTo>
                  <a:lnTo>
                    <a:pt x="365381" y="208893"/>
                  </a:lnTo>
                  <a:lnTo>
                    <a:pt x="365275" y="209915"/>
                  </a:lnTo>
                  <a:lnTo>
                    <a:pt x="365216" y="210500"/>
                  </a:lnTo>
                  <a:lnTo>
                    <a:pt x="365111" y="211532"/>
                  </a:lnTo>
                  <a:lnTo>
                    <a:pt x="364871" y="213897"/>
                  </a:lnTo>
                  <a:lnTo>
                    <a:pt x="364717" y="215009"/>
                  </a:lnTo>
                  <a:lnTo>
                    <a:pt x="364550" y="216122"/>
                  </a:lnTo>
                  <a:lnTo>
                    <a:pt x="364370" y="217234"/>
                  </a:lnTo>
                  <a:lnTo>
                    <a:pt x="364179" y="218345"/>
                  </a:lnTo>
                  <a:lnTo>
                    <a:pt x="363975" y="219455"/>
                  </a:lnTo>
                  <a:lnTo>
                    <a:pt x="363759" y="220565"/>
                  </a:lnTo>
                  <a:lnTo>
                    <a:pt x="363531" y="221674"/>
                  </a:lnTo>
                  <a:lnTo>
                    <a:pt x="363292" y="222782"/>
                  </a:lnTo>
                  <a:lnTo>
                    <a:pt x="363041" y="223888"/>
                  </a:lnTo>
                  <a:lnTo>
                    <a:pt x="362779" y="224994"/>
                  </a:lnTo>
                  <a:lnTo>
                    <a:pt x="362506" y="226098"/>
                  </a:lnTo>
                  <a:lnTo>
                    <a:pt x="362221" y="227202"/>
                  </a:lnTo>
                  <a:lnTo>
                    <a:pt x="361926" y="228303"/>
                  </a:lnTo>
                  <a:lnTo>
                    <a:pt x="361621" y="229403"/>
                  </a:lnTo>
                  <a:lnTo>
                    <a:pt x="361304" y="230502"/>
                  </a:lnTo>
                  <a:lnTo>
                    <a:pt x="360978" y="231599"/>
                  </a:lnTo>
                  <a:lnTo>
                    <a:pt x="360641" y="232695"/>
                  </a:lnTo>
                  <a:lnTo>
                    <a:pt x="360295" y="233788"/>
                  </a:lnTo>
                  <a:lnTo>
                    <a:pt x="359938" y="234880"/>
                  </a:lnTo>
                  <a:lnTo>
                    <a:pt x="359572" y="235970"/>
                  </a:lnTo>
                  <a:lnTo>
                    <a:pt x="359197" y="237057"/>
                  </a:lnTo>
                  <a:lnTo>
                    <a:pt x="358812" y="238143"/>
                  </a:lnTo>
                  <a:lnTo>
                    <a:pt x="358418" y="239226"/>
                  </a:lnTo>
                  <a:lnTo>
                    <a:pt x="358015" y="240307"/>
                  </a:lnTo>
                  <a:lnTo>
                    <a:pt x="357603" y="241386"/>
                  </a:lnTo>
                  <a:lnTo>
                    <a:pt x="357183" y="242462"/>
                  </a:lnTo>
                  <a:lnTo>
                    <a:pt x="356754" y="243536"/>
                  </a:lnTo>
                  <a:lnTo>
                    <a:pt x="356317" y="244607"/>
                  </a:lnTo>
                  <a:lnTo>
                    <a:pt x="355872" y="245675"/>
                  </a:lnTo>
                  <a:lnTo>
                    <a:pt x="355419" y="246740"/>
                  </a:lnTo>
                  <a:lnTo>
                    <a:pt x="354958" y="247803"/>
                  </a:lnTo>
                  <a:lnTo>
                    <a:pt x="354489" y="248863"/>
                  </a:lnTo>
                  <a:lnTo>
                    <a:pt x="354013" y="249920"/>
                  </a:lnTo>
                  <a:lnTo>
                    <a:pt x="353529" y="250973"/>
                  </a:lnTo>
                  <a:lnTo>
                    <a:pt x="353039" y="252023"/>
                  </a:lnTo>
                  <a:lnTo>
                    <a:pt x="352541" y="253071"/>
                  </a:lnTo>
                  <a:lnTo>
                    <a:pt x="352037" y="254114"/>
                  </a:lnTo>
                  <a:lnTo>
                    <a:pt x="351526" y="255155"/>
                  </a:lnTo>
                  <a:lnTo>
                    <a:pt x="351009" y="256191"/>
                  </a:lnTo>
                  <a:lnTo>
                    <a:pt x="350485" y="257224"/>
                  </a:lnTo>
                  <a:lnTo>
                    <a:pt x="349956" y="258254"/>
                  </a:lnTo>
                  <a:lnTo>
                    <a:pt x="349420" y="259279"/>
                  </a:lnTo>
                  <a:lnTo>
                    <a:pt x="348878" y="260301"/>
                  </a:lnTo>
                  <a:lnTo>
                    <a:pt x="348331" y="261319"/>
                  </a:lnTo>
                  <a:lnTo>
                    <a:pt x="347779" y="262333"/>
                  </a:lnTo>
                  <a:lnTo>
                    <a:pt x="347221" y="263343"/>
                  </a:lnTo>
                  <a:lnTo>
                    <a:pt x="346658" y="264348"/>
                  </a:lnTo>
                  <a:lnTo>
                    <a:pt x="346090" y="265349"/>
                  </a:lnTo>
                  <a:lnTo>
                    <a:pt x="345517" y="266346"/>
                  </a:lnTo>
                  <a:lnTo>
                    <a:pt x="344940" y="267339"/>
                  </a:lnTo>
                  <a:lnTo>
                    <a:pt x="344358" y="268327"/>
                  </a:lnTo>
                  <a:lnTo>
                    <a:pt x="343772" y="269310"/>
                  </a:lnTo>
                  <a:lnTo>
                    <a:pt x="343182" y="270289"/>
                  </a:lnTo>
                  <a:lnTo>
                    <a:pt x="342588" y="271263"/>
                  </a:lnTo>
                  <a:lnTo>
                    <a:pt x="341990" y="272232"/>
                  </a:lnTo>
                  <a:lnTo>
                    <a:pt x="341388" y="273196"/>
                  </a:lnTo>
                  <a:lnTo>
                    <a:pt x="340783" y="274155"/>
                  </a:lnTo>
                  <a:lnTo>
                    <a:pt x="340175" y="275109"/>
                  </a:lnTo>
                  <a:lnTo>
                    <a:pt x="339564" y="276058"/>
                  </a:lnTo>
                  <a:lnTo>
                    <a:pt x="338950" y="277001"/>
                  </a:lnTo>
                  <a:lnTo>
                    <a:pt x="338333" y="277939"/>
                  </a:lnTo>
                  <a:lnTo>
                    <a:pt x="337713" y="278872"/>
                  </a:lnTo>
                  <a:lnTo>
                    <a:pt x="337091" y="279799"/>
                  </a:lnTo>
                  <a:lnTo>
                    <a:pt x="336466" y="280721"/>
                  </a:lnTo>
                  <a:lnTo>
                    <a:pt x="335865" y="281608"/>
                  </a:lnTo>
                  <a:lnTo>
                    <a:pt x="335266" y="282497"/>
                  </a:lnTo>
                  <a:lnTo>
                    <a:pt x="334669" y="283388"/>
                  </a:lnTo>
                  <a:lnTo>
                    <a:pt x="334075" y="284280"/>
                  </a:lnTo>
                  <a:lnTo>
                    <a:pt x="333482" y="285173"/>
                  </a:lnTo>
                  <a:lnTo>
                    <a:pt x="332892" y="286067"/>
                  </a:lnTo>
                  <a:lnTo>
                    <a:pt x="332303" y="286963"/>
                  </a:lnTo>
                  <a:lnTo>
                    <a:pt x="331715" y="287859"/>
                  </a:lnTo>
                  <a:lnTo>
                    <a:pt x="331129" y="288756"/>
                  </a:lnTo>
                  <a:lnTo>
                    <a:pt x="330543" y="289654"/>
                  </a:lnTo>
                  <a:lnTo>
                    <a:pt x="329958" y="290552"/>
                  </a:lnTo>
                  <a:lnTo>
                    <a:pt x="329373" y="291450"/>
                  </a:lnTo>
                  <a:lnTo>
                    <a:pt x="328788" y="292349"/>
                  </a:lnTo>
                  <a:lnTo>
                    <a:pt x="328204" y="293247"/>
                  </a:lnTo>
                  <a:lnTo>
                    <a:pt x="327528" y="294173"/>
                  </a:lnTo>
                  <a:lnTo>
                    <a:pt x="326851" y="295063"/>
                  </a:lnTo>
                  <a:lnTo>
                    <a:pt x="326164" y="295923"/>
                  </a:lnTo>
                  <a:lnTo>
                    <a:pt x="325458" y="296756"/>
                  </a:lnTo>
                  <a:lnTo>
                    <a:pt x="324728" y="297565"/>
                  </a:lnTo>
                  <a:lnTo>
                    <a:pt x="323963" y="298354"/>
                  </a:lnTo>
                  <a:lnTo>
                    <a:pt x="323158" y="299127"/>
                  </a:lnTo>
                  <a:lnTo>
                    <a:pt x="322303" y="299888"/>
                  </a:lnTo>
                  <a:lnTo>
                    <a:pt x="320970" y="299888"/>
                  </a:lnTo>
                  <a:lnTo>
                    <a:pt x="319617" y="299888"/>
                  </a:lnTo>
                  <a:lnTo>
                    <a:pt x="319387" y="300619"/>
                  </a:lnTo>
                  <a:lnTo>
                    <a:pt x="318693" y="302826"/>
                  </a:lnTo>
                  <a:lnTo>
                    <a:pt x="318251" y="303725"/>
                  </a:lnTo>
                  <a:lnTo>
                    <a:pt x="317771" y="304610"/>
                  </a:lnTo>
                  <a:lnTo>
                    <a:pt x="317255" y="305481"/>
                  </a:lnTo>
                  <a:lnTo>
                    <a:pt x="316706" y="306339"/>
                  </a:lnTo>
                  <a:lnTo>
                    <a:pt x="316124" y="307183"/>
                  </a:lnTo>
                  <a:lnTo>
                    <a:pt x="315513" y="308013"/>
                  </a:lnTo>
                  <a:lnTo>
                    <a:pt x="314874" y="308830"/>
                  </a:lnTo>
                  <a:lnTo>
                    <a:pt x="314209" y="309634"/>
                  </a:lnTo>
                  <a:lnTo>
                    <a:pt x="313519" y="310425"/>
                  </a:lnTo>
                  <a:lnTo>
                    <a:pt x="312808" y="311202"/>
                  </a:lnTo>
                  <a:lnTo>
                    <a:pt x="312077" y="311967"/>
                  </a:lnTo>
                  <a:lnTo>
                    <a:pt x="311327" y="312719"/>
                  </a:lnTo>
                  <a:lnTo>
                    <a:pt x="310561" y="313458"/>
                  </a:lnTo>
                  <a:lnTo>
                    <a:pt x="309781" y="314184"/>
                  </a:lnTo>
                  <a:lnTo>
                    <a:pt x="308989" y="314898"/>
                  </a:lnTo>
                  <a:lnTo>
                    <a:pt x="308186" y="315600"/>
                  </a:lnTo>
                  <a:lnTo>
                    <a:pt x="307375" y="316289"/>
                  </a:lnTo>
                  <a:lnTo>
                    <a:pt x="306557" y="316966"/>
                  </a:lnTo>
                  <a:lnTo>
                    <a:pt x="305735" y="317631"/>
                  </a:lnTo>
                  <a:lnTo>
                    <a:pt x="304910" y="318284"/>
                  </a:lnTo>
                  <a:lnTo>
                    <a:pt x="304085" y="318925"/>
                  </a:lnTo>
                  <a:lnTo>
                    <a:pt x="303261" y="319555"/>
                  </a:lnTo>
                  <a:lnTo>
                    <a:pt x="302441" y="320173"/>
                  </a:lnTo>
                  <a:lnTo>
                    <a:pt x="301625" y="320779"/>
                  </a:lnTo>
                  <a:lnTo>
                    <a:pt x="300817" y="321374"/>
                  </a:lnTo>
                  <a:lnTo>
                    <a:pt x="299484" y="321374"/>
                  </a:lnTo>
                  <a:lnTo>
                    <a:pt x="298131" y="321374"/>
                  </a:lnTo>
                  <a:lnTo>
                    <a:pt x="298131" y="322707"/>
                  </a:lnTo>
                  <a:lnTo>
                    <a:pt x="298131" y="324060"/>
                  </a:lnTo>
                  <a:lnTo>
                    <a:pt x="297133" y="324393"/>
                  </a:lnTo>
                  <a:lnTo>
                    <a:pt x="296132" y="324726"/>
                  </a:lnTo>
                  <a:lnTo>
                    <a:pt x="295123" y="325063"/>
                  </a:lnTo>
                  <a:lnTo>
                    <a:pt x="294103" y="325403"/>
                  </a:lnTo>
                  <a:lnTo>
                    <a:pt x="293341" y="326167"/>
                  </a:lnTo>
                  <a:lnTo>
                    <a:pt x="292577" y="326934"/>
                  </a:lnTo>
                  <a:lnTo>
                    <a:pt x="291807" y="327706"/>
                  </a:lnTo>
                  <a:lnTo>
                    <a:pt x="291029" y="328487"/>
                  </a:lnTo>
                  <a:lnTo>
                    <a:pt x="290210" y="329287"/>
                  </a:lnTo>
                  <a:lnTo>
                    <a:pt x="289390" y="330055"/>
                  </a:lnTo>
                  <a:lnTo>
                    <a:pt x="288566" y="330794"/>
                  </a:lnTo>
                  <a:lnTo>
                    <a:pt x="287739" y="331507"/>
                  </a:lnTo>
                  <a:lnTo>
                    <a:pt x="286905" y="332196"/>
                  </a:lnTo>
                  <a:lnTo>
                    <a:pt x="286062" y="332865"/>
                  </a:lnTo>
                  <a:lnTo>
                    <a:pt x="285210" y="333517"/>
                  </a:lnTo>
                  <a:lnTo>
                    <a:pt x="284347" y="334154"/>
                  </a:lnTo>
                  <a:lnTo>
                    <a:pt x="283470" y="334779"/>
                  </a:lnTo>
                  <a:lnTo>
                    <a:pt x="282578" y="335395"/>
                  </a:lnTo>
                  <a:lnTo>
                    <a:pt x="281670" y="336005"/>
                  </a:lnTo>
                  <a:lnTo>
                    <a:pt x="280743" y="336611"/>
                  </a:lnTo>
                  <a:lnTo>
                    <a:pt x="279796" y="337217"/>
                  </a:lnTo>
                  <a:lnTo>
                    <a:pt x="278827" y="337824"/>
                  </a:lnTo>
                  <a:lnTo>
                    <a:pt x="277957" y="338377"/>
                  </a:lnTo>
                  <a:lnTo>
                    <a:pt x="277084" y="338932"/>
                  </a:lnTo>
                  <a:lnTo>
                    <a:pt x="276206" y="339488"/>
                  </a:lnTo>
                  <a:lnTo>
                    <a:pt x="275323" y="340049"/>
                  </a:lnTo>
                  <a:lnTo>
                    <a:pt x="274431" y="340615"/>
                  </a:lnTo>
                  <a:lnTo>
                    <a:pt x="273347" y="341135"/>
                  </a:lnTo>
                  <a:lnTo>
                    <a:pt x="272289" y="341601"/>
                  </a:lnTo>
                  <a:lnTo>
                    <a:pt x="271250" y="342017"/>
                  </a:lnTo>
                  <a:lnTo>
                    <a:pt x="270223" y="342386"/>
                  </a:lnTo>
                  <a:lnTo>
                    <a:pt x="269203" y="342713"/>
                  </a:lnTo>
                  <a:lnTo>
                    <a:pt x="268184" y="342999"/>
                  </a:lnTo>
                  <a:lnTo>
                    <a:pt x="267158" y="343250"/>
                  </a:lnTo>
                  <a:lnTo>
                    <a:pt x="266120" y="343469"/>
                  </a:lnTo>
                  <a:lnTo>
                    <a:pt x="265064" y="343659"/>
                  </a:lnTo>
                  <a:lnTo>
                    <a:pt x="263983" y="343824"/>
                  </a:lnTo>
                  <a:lnTo>
                    <a:pt x="262872" y="343967"/>
                  </a:lnTo>
                  <a:lnTo>
                    <a:pt x="261723" y="344092"/>
                  </a:lnTo>
                  <a:lnTo>
                    <a:pt x="260530" y="344203"/>
                  </a:lnTo>
                  <a:lnTo>
                    <a:pt x="260530" y="345536"/>
                  </a:lnTo>
                  <a:lnTo>
                    <a:pt x="260530" y="346889"/>
                  </a:lnTo>
                  <a:lnTo>
                    <a:pt x="259584" y="347400"/>
                  </a:lnTo>
                  <a:lnTo>
                    <a:pt x="258633" y="347878"/>
                  </a:lnTo>
                  <a:lnTo>
                    <a:pt x="257679" y="348325"/>
                  </a:lnTo>
                  <a:lnTo>
                    <a:pt x="256720" y="348743"/>
                  </a:lnTo>
                  <a:lnTo>
                    <a:pt x="255757" y="349136"/>
                  </a:lnTo>
                  <a:lnTo>
                    <a:pt x="254788" y="349505"/>
                  </a:lnTo>
                  <a:lnTo>
                    <a:pt x="253813" y="349855"/>
                  </a:lnTo>
                  <a:lnTo>
                    <a:pt x="252832" y="350188"/>
                  </a:lnTo>
                  <a:lnTo>
                    <a:pt x="251845" y="350505"/>
                  </a:lnTo>
                  <a:lnTo>
                    <a:pt x="250850" y="350811"/>
                  </a:lnTo>
                  <a:lnTo>
                    <a:pt x="249849" y="351108"/>
                  </a:lnTo>
                  <a:lnTo>
                    <a:pt x="248839" y="351399"/>
                  </a:lnTo>
                  <a:lnTo>
                    <a:pt x="247821" y="351686"/>
                  </a:lnTo>
                  <a:lnTo>
                    <a:pt x="246795" y="351972"/>
                  </a:lnTo>
                  <a:lnTo>
                    <a:pt x="245759" y="352260"/>
                  </a:lnTo>
                  <a:lnTo>
                    <a:pt x="244734" y="352628"/>
                  </a:lnTo>
                  <a:lnTo>
                    <a:pt x="243710" y="352997"/>
                  </a:lnTo>
                  <a:lnTo>
                    <a:pt x="242686" y="353366"/>
                  </a:lnTo>
                  <a:lnTo>
                    <a:pt x="241662" y="353736"/>
                  </a:lnTo>
                  <a:lnTo>
                    <a:pt x="240638" y="354107"/>
                  </a:lnTo>
                  <a:lnTo>
                    <a:pt x="239599" y="354451"/>
                  </a:lnTo>
                  <a:lnTo>
                    <a:pt x="238558" y="354784"/>
                  </a:lnTo>
                  <a:lnTo>
                    <a:pt x="237515" y="355108"/>
                  </a:lnTo>
                  <a:lnTo>
                    <a:pt x="236470" y="355421"/>
                  </a:lnTo>
                  <a:lnTo>
                    <a:pt x="235424" y="355726"/>
                  </a:lnTo>
                  <a:lnTo>
                    <a:pt x="234375" y="356022"/>
                  </a:lnTo>
                  <a:lnTo>
                    <a:pt x="233325" y="356311"/>
                  </a:lnTo>
                  <a:lnTo>
                    <a:pt x="232274" y="356593"/>
                  </a:lnTo>
                  <a:lnTo>
                    <a:pt x="231220" y="356868"/>
                  </a:lnTo>
                  <a:lnTo>
                    <a:pt x="230165" y="357136"/>
                  </a:lnTo>
                  <a:lnTo>
                    <a:pt x="229109" y="357400"/>
                  </a:lnTo>
                  <a:lnTo>
                    <a:pt x="228050" y="357659"/>
                  </a:lnTo>
                  <a:lnTo>
                    <a:pt x="226991" y="357913"/>
                  </a:lnTo>
                  <a:lnTo>
                    <a:pt x="225929" y="358164"/>
                  </a:lnTo>
                  <a:lnTo>
                    <a:pt x="224867" y="358412"/>
                  </a:lnTo>
                  <a:lnTo>
                    <a:pt x="223803" y="358657"/>
                  </a:lnTo>
                  <a:lnTo>
                    <a:pt x="222737" y="358901"/>
                  </a:lnTo>
                  <a:lnTo>
                    <a:pt x="221670" y="359143"/>
                  </a:lnTo>
                  <a:lnTo>
                    <a:pt x="220923" y="359315"/>
                  </a:lnTo>
                  <a:lnTo>
                    <a:pt x="218663" y="359837"/>
                  </a:lnTo>
                  <a:lnTo>
                    <a:pt x="217624" y="360062"/>
                  </a:lnTo>
                  <a:lnTo>
                    <a:pt x="216585" y="360277"/>
                  </a:lnTo>
                  <a:lnTo>
                    <a:pt x="215546" y="360483"/>
                  </a:lnTo>
                  <a:lnTo>
                    <a:pt x="214507" y="360679"/>
                  </a:lnTo>
                  <a:lnTo>
                    <a:pt x="213468" y="360867"/>
                  </a:lnTo>
                  <a:lnTo>
                    <a:pt x="212430" y="361046"/>
                  </a:lnTo>
                  <a:lnTo>
                    <a:pt x="211392" y="361217"/>
                  </a:lnTo>
                  <a:lnTo>
                    <a:pt x="210353" y="361379"/>
                  </a:lnTo>
                  <a:lnTo>
                    <a:pt x="209315" y="361534"/>
                  </a:lnTo>
                  <a:lnTo>
                    <a:pt x="208277" y="361680"/>
                  </a:lnTo>
                  <a:lnTo>
                    <a:pt x="207238" y="361818"/>
                  </a:lnTo>
                  <a:lnTo>
                    <a:pt x="206199" y="361949"/>
                  </a:lnTo>
                  <a:lnTo>
                    <a:pt x="205160" y="362072"/>
                  </a:lnTo>
                  <a:lnTo>
                    <a:pt x="204121" y="362188"/>
                  </a:lnTo>
                  <a:lnTo>
                    <a:pt x="203081" y="362297"/>
                  </a:lnTo>
                  <a:lnTo>
                    <a:pt x="202041" y="362399"/>
                  </a:lnTo>
                  <a:lnTo>
                    <a:pt x="201000" y="362494"/>
                  </a:lnTo>
                  <a:lnTo>
                    <a:pt x="199958" y="362582"/>
                  </a:lnTo>
                  <a:lnTo>
                    <a:pt x="198916" y="362665"/>
                  </a:lnTo>
                  <a:lnTo>
                    <a:pt x="197874" y="362741"/>
                  </a:lnTo>
                  <a:lnTo>
                    <a:pt x="196830" y="362810"/>
                  </a:lnTo>
                  <a:lnTo>
                    <a:pt x="195786" y="362875"/>
                  </a:lnTo>
                  <a:lnTo>
                    <a:pt x="194741" y="362933"/>
                  </a:lnTo>
                  <a:lnTo>
                    <a:pt x="193695" y="362986"/>
                  </a:lnTo>
                  <a:lnTo>
                    <a:pt x="192648" y="363033"/>
                  </a:lnTo>
                  <a:lnTo>
                    <a:pt x="191600" y="363076"/>
                  </a:lnTo>
                  <a:lnTo>
                    <a:pt x="190550" y="363113"/>
                  </a:lnTo>
                  <a:lnTo>
                    <a:pt x="189500" y="363146"/>
                  </a:lnTo>
                  <a:lnTo>
                    <a:pt x="188448" y="363174"/>
                  </a:lnTo>
                  <a:lnTo>
                    <a:pt x="187395" y="363198"/>
                  </a:lnTo>
                  <a:lnTo>
                    <a:pt x="186341" y="363217"/>
                  </a:lnTo>
                  <a:lnTo>
                    <a:pt x="185286" y="363232"/>
                  </a:lnTo>
                  <a:lnTo>
                    <a:pt x="184229" y="363244"/>
                  </a:lnTo>
                  <a:lnTo>
                    <a:pt x="183170" y="363251"/>
                  </a:lnTo>
                  <a:lnTo>
                    <a:pt x="182110" y="363255"/>
                  </a:lnTo>
                  <a:lnTo>
                    <a:pt x="181048" y="363256"/>
                  </a:lnTo>
                  <a:lnTo>
                    <a:pt x="179706" y="363255"/>
                  </a:lnTo>
                  <a:lnTo>
                    <a:pt x="178356" y="363253"/>
                  </a:lnTo>
                  <a:lnTo>
                    <a:pt x="176987" y="363252"/>
                  </a:lnTo>
                  <a:lnTo>
                    <a:pt x="174481" y="363231"/>
                  </a:lnTo>
                  <a:lnTo>
                    <a:pt x="172122" y="363211"/>
                  </a:lnTo>
                  <a:lnTo>
                    <a:pt x="169904" y="363190"/>
                  </a:lnTo>
                  <a:lnTo>
                    <a:pt x="167821" y="363168"/>
                  </a:lnTo>
                  <a:lnTo>
                    <a:pt x="165870" y="363144"/>
                  </a:lnTo>
                  <a:lnTo>
                    <a:pt x="164044" y="363116"/>
                  </a:lnTo>
                  <a:lnTo>
                    <a:pt x="162338" y="363085"/>
                  </a:lnTo>
                  <a:lnTo>
                    <a:pt x="160747" y="363049"/>
                  </a:lnTo>
                  <a:lnTo>
                    <a:pt x="159265" y="363007"/>
                  </a:lnTo>
                  <a:lnTo>
                    <a:pt x="157888" y="362959"/>
                  </a:lnTo>
                  <a:lnTo>
                    <a:pt x="156609" y="362904"/>
                  </a:lnTo>
                  <a:lnTo>
                    <a:pt x="155424" y="362840"/>
                  </a:lnTo>
                  <a:lnTo>
                    <a:pt x="154328" y="362768"/>
                  </a:lnTo>
                  <a:lnTo>
                    <a:pt x="153315" y="362685"/>
                  </a:lnTo>
                  <a:lnTo>
                    <a:pt x="152379" y="362592"/>
                  </a:lnTo>
                  <a:lnTo>
                    <a:pt x="151516" y="362487"/>
                  </a:lnTo>
                  <a:lnTo>
                    <a:pt x="150720" y="362369"/>
                  </a:lnTo>
                  <a:lnTo>
                    <a:pt x="149986" y="362238"/>
                  </a:lnTo>
                  <a:lnTo>
                    <a:pt x="149309" y="362093"/>
                  </a:lnTo>
                  <a:lnTo>
                    <a:pt x="148684" y="361933"/>
                  </a:lnTo>
                  <a:lnTo>
                    <a:pt x="148104" y="361757"/>
                  </a:lnTo>
                  <a:lnTo>
                    <a:pt x="147565" y="361565"/>
                  </a:lnTo>
                  <a:lnTo>
                    <a:pt x="147062" y="361354"/>
                  </a:lnTo>
                  <a:lnTo>
                    <a:pt x="146588" y="361126"/>
                  </a:lnTo>
                  <a:lnTo>
                    <a:pt x="146140" y="360877"/>
                  </a:lnTo>
                  <a:lnTo>
                    <a:pt x="145712" y="360609"/>
                  </a:lnTo>
                  <a:lnTo>
                    <a:pt x="145298" y="360320"/>
                  </a:lnTo>
                  <a:lnTo>
                    <a:pt x="144893" y="360008"/>
                  </a:lnTo>
                  <a:lnTo>
                    <a:pt x="144491" y="359674"/>
                  </a:lnTo>
                  <a:lnTo>
                    <a:pt x="144088" y="359316"/>
                  </a:lnTo>
                  <a:lnTo>
                    <a:pt x="143679" y="358934"/>
                  </a:lnTo>
                  <a:lnTo>
                    <a:pt x="143257" y="358527"/>
                  </a:lnTo>
                  <a:lnTo>
                    <a:pt x="142818" y="358093"/>
                  </a:lnTo>
                  <a:lnTo>
                    <a:pt x="142357" y="357632"/>
                  </a:lnTo>
                  <a:lnTo>
                    <a:pt x="141313" y="357475"/>
                  </a:lnTo>
                  <a:lnTo>
                    <a:pt x="140269" y="357321"/>
                  </a:lnTo>
                  <a:lnTo>
                    <a:pt x="139225" y="357168"/>
                  </a:lnTo>
                  <a:lnTo>
                    <a:pt x="138181" y="357018"/>
                  </a:lnTo>
                  <a:lnTo>
                    <a:pt x="137136" y="356869"/>
                  </a:lnTo>
                  <a:lnTo>
                    <a:pt x="136092" y="356721"/>
                  </a:lnTo>
                  <a:lnTo>
                    <a:pt x="135047" y="356576"/>
                  </a:lnTo>
                  <a:lnTo>
                    <a:pt x="134002" y="356432"/>
                  </a:lnTo>
                  <a:lnTo>
                    <a:pt x="132957" y="356289"/>
                  </a:lnTo>
                  <a:lnTo>
                    <a:pt x="131835" y="355847"/>
                  </a:lnTo>
                  <a:lnTo>
                    <a:pt x="130715" y="355403"/>
                  </a:lnTo>
                  <a:lnTo>
                    <a:pt x="129595" y="354956"/>
                  </a:lnTo>
                  <a:lnTo>
                    <a:pt x="128477" y="354507"/>
                  </a:lnTo>
                  <a:lnTo>
                    <a:pt x="127359" y="354056"/>
                  </a:lnTo>
                  <a:lnTo>
                    <a:pt x="126242" y="353603"/>
                  </a:lnTo>
                  <a:lnTo>
                    <a:pt x="125187" y="353285"/>
                  </a:lnTo>
                  <a:lnTo>
                    <a:pt x="124132" y="352968"/>
                  </a:lnTo>
                  <a:lnTo>
                    <a:pt x="123076" y="352653"/>
                  </a:lnTo>
                  <a:lnTo>
                    <a:pt x="122020" y="352340"/>
                  </a:lnTo>
                  <a:lnTo>
                    <a:pt x="120963" y="352028"/>
                  </a:lnTo>
                  <a:lnTo>
                    <a:pt x="119906" y="351718"/>
                  </a:lnTo>
                  <a:lnTo>
                    <a:pt x="118849" y="351409"/>
                  </a:lnTo>
                  <a:lnTo>
                    <a:pt x="117791" y="351101"/>
                  </a:lnTo>
                  <a:lnTo>
                    <a:pt x="116733" y="350795"/>
                  </a:lnTo>
                  <a:lnTo>
                    <a:pt x="115674" y="350489"/>
                  </a:lnTo>
                  <a:lnTo>
                    <a:pt x="114616" y="350183"/>
                  </a:lnTo>
                  <a:lnTo>
                    <a:pt x="113557" y="349879"/>
                  </a:lnTo>
                  <a:lnTo>
                    <a:pt x="112498" y="349575"/>
                  </a:lnTo>
                  <a:lnTo>
                    <a:pt x="110927" y="348997"/>
                  </a:lnTo>
                  <a:lnTo>
                    <a:pt x="109835" y="348530"/>
                  </a:lnTo>
                  <a:lnTo>
                    <a:pt x="109081" y="348064"/>
                  </a:lnTo>
                  <a:lnTo>
                    <a:pt x="108524" y="347486"/>
                  </a:lnTo>
                  <a:lnTo>
                    <a:pt x="108025" y="346684"/>
                  </a:lnTo>
                  <a:lnTo>
                    <a:pt x="107442" y="345546"/>
                  </a:lnTo>
                  <a:lnTo>
                    <a:pt x="106428" y="345260"/>
                  </a:lnTo>
                  <a:lnTo>
                    <a:pt x="105414" y="345000"/>
                  </a:lnTo>
                  <a:lnTo>
                    <a:pt x="104397" y="344761"/>
                  </a:lnTo>
                  <a:lnTo>
                    <a:pt x="103378" y="344540"/>
                  </a:lnTo>
                  <a:lnTo>
                    <a:pt x="102356" y="344332"/>
                  </a:lnTo>
                  <a:lnTo>
                    <a:pt x="101330" y="344134"/>
                  </a:lnTo>
                  <a:lnTo>
                    <a:pt x="100299" y="343940"/>
                  </a:lnTo>
                  <a:lnTo>
                    <a:pt x="99264" y="343747"/>
                  </a:lnTo>
                  <a:lnTo>
                    <a:pt x="98306" y="343407"/>
                  </a:lnTo>
                  <a:lnTo>
                    <a:pt x="97571" y="343089"/>
                  </a:lnTo>
                  <a:lnTo>
                    <a:pt x="96966" y="342709"/>
                  </a:lnTo>
                  <a:lnTo>
                    <a:pt x="96400" y="342178"/>
                  </a:lnTo>
                  <a:lnTo>
                    <a:pt x="95780" y="341413"/>
                  </a:lnTo>
                  <a:lnTo>
                    <a:pt x="95015" y="340326"/>
                  </a:lnTo>
                  <a:lnTo>
                    <a:pt x="94013" y="338832"/>
                  </a:lnTo>
                  <a:lnTo>
                    <a:pt x="92981" y="338355"/>
                  </a:lnTo>
                  <a:lnTo>
                    <a:pt x="91946" y="337886"/>
                  </a:lnTo>
                  <a:lnTo>
                    <a:pt x="90908" y="337423"/>
                  </a:lnTo>
                  <a:lnTo>
                    <a:pt x="89867" y="336967"/>
                  </a:lnTo>
                  <a:lnTo>
                    <a:pt x="88823" y="336518"/>
                  </a:lnTo>
                  <a:lnTo>
                    <a:pt x="87775" y="336077"/>
                  </a:lnTo>
                  <a:lnTo>
                    <a:pt x="86724" y="335644"/>
                  </a:lnTo>
                  <a:lnTo>
                    <a:pt x="85670" y="335219"/>
                  </a:lnTo>
                  <a:lnTo>
                    <a:pt x="84613" y="334803"/>
                  </a:lnTo>
                  <a:lnTo>
                    <a:pt x="84613" y="333470"/>
                  </a:lnTo>
                  <a:lnTo>
                    <a:pt x="84613" y="332117"/>
                  </a:lnTo>
                  <a:lnTo>
                    <a:pt x="83505" y="331896"/>
                  </a:lnTo>
                  <a:lnTo>
                    <a:pt x="82395" y="331674"/>
                  </a:lnTo>
                  <a:lnTo>
                    <a:pt x="81281" y="331451"/>
                  </a:lnTo>
                  <a:lnTo>
                    <a:pt x="80161" y="331227"/>
                  </a:lnTo>
                  <a:lnTo>
                    <a:pt x="79035" y="331002"/>
                  </a:lnTo>
                  <a:lnTo>
                    <a:pt x="77898" y="330774"/>
                  </a:lnTo>
                  <a:lnTo>
                    <a:pt x="77898" y="329442"/>
                  </a:lnTo>
                  <a:lnTo>
                    <a:pt x="77898" y="328089"/>
                  </a:lnTo>
                  <a:lnTo>
                    <a:pt x="77454" y="327953"/>
                  </a:lnTo>
                  <a:lnTo>
                    <a:pt x="76671" y="327714"/>
                  </a:lnTo>
                  <a:lnTo>
                    <a:pt x="74877" y="327166"/>
                  </a:lnTo>
                  <a:lnTo>
                    <a:pt x="73824" y="326627"/>
                  </a:lnTo>
                  <a:lnTo>
                    <a:pt x="72874" y="326069"/>
                  </a:lnTo>
                  <a:lnTo>
                    <a:pt x="72012" y="325487"/>
                  </a:lnTo>
                  <a:lnTo>
                    <a:pt x="71225" y="324879"/>
                  </a:lnTo>
                  <a:lnTo>
                    <a:pt x="70496" y="324242"/>
                  </a:lnTo>
                  <a:lnTo>
                    <a:pt x="69811" y="323572"/>
                  </a:lnTo>
                  <a:lnTo>
                    <a:pt x="69157" y="322867"/>
                  </a:lnTo>
                  <a:lnTo>
                    <a:pt x="68517" y="322122"/>
                  </a:lnTo>
                  <a:lnTo>
                    <a:pt x="67877" y="321335"/>
                  </a:lnTo>
                  <a:lnTo>
                    <a:pt x="67223" y="320502"/>
                  </a:lnTo>
                  <a:lnTo>
                    <a:pt x="66540" y="319621"/>
                  </a:lnTo>
                  <a:lnTo>
                    <a:pt x="65812" y="318688"/>
                  </a:lnTo>
                  <a:lnTo>
                    <a:pt x="64927" y="318077"/>
                  </a:lnTo>
                  <a:lnTo>
                    <a:pt x="64039" y="317469"/>
                  </a:lnTo>
                  <a:lnTo>
                    <a:pt x="63149" y="316864"/>
                  </a:lnTo>
                  <a:lnTo>
                    <a:pt x="62257" y="316263"/>
                  </a:lnTo>
                  <a:lnTo>
                    <a:pt x="61362" y="315666"/>
                  </a:lnTo>
                  <a:lnTo>
                    <a:pt x="60464" y="315072"/>
                  </a:lnTo>
                  <a:lnTo>
                    <a:pt x="59564" y="314483"/>
                  </a:lnTo>
                  <a:lnTo>
                    <a:pt x="58661" y="313898"/>
                  </a:lnTo>
                  <a:lnTo>
                    <a:pt x="57755" y="313317"/>
                  </a:lnTo>
                  <a:lnTo>
                    <a:pt x="56514" y="312237"/>
                  </a:lnTo>
                  <a:lnTo>
                    <a:pt x="55684" y="311488"/>
                  </a:lnTo>
                  <a:lnTo>
                    <a:pt x="55072" y="310876"/>
                  </a:lnTo>
                  <a:lnTo>
                    <a:pt x="54484" y="310207"/>
                  </a:lnTo>
                  <a:lnTo>
                    <a:pt x="53726" y="309288"/>
                  </a:lnTo>
                  <a:lnTo>
                    <a:pt x="53726" y="307955"/>
                  </a:lnTo>
                  <a:lnTo>
                    <a:pt x="53726" y="306602"/>
                  </a:lnTo>
                  <a:lnTo>
                    <a:pt x="53156" y="306381"/>
                  </a:lnTo>
                  <a:lnTo>
                    <a:pt x="51434" y="305711"/>
                  </a:lnTo>
                  <a:lnTo>
                    <a:pt x="50451" y="305105"/>
                  </a:lnTo>
                  <a:lnTo>
                    <a:pt x="49531" y="304473"/>
                  </a:lnTo>
                  <a:lnTo>
                    <a:pt x="48668" y="303815"/>
                  </a:lnTo>
                  <a:lnTo>
                    <a:pt x="47852" y="303132"/>
                  </a:lnTo>
                  <a:lnTo>
                    <a:pt x="47076" y="302422"/>
                  </a:lnTo>
                  <a:lnTo>
                    <a:pt x="46331" y="301685"/>
                  </a:lnTo>
                  <a:lnTo>
                    <a:pt x="45609" y="300922"/>
                  </a:lnTo>
                  <a:lnTo>
                    <a:pt x="44902" y="300132"/>
                  </a:lnTo>
                  <a:lnTo>
                    <a:pt x="44202" y="299315"/>
                  </a:lnTo>
                  <a:lnTo>
                    <a:pt x="43500" y="298470"/>
                  </a:lnTo>
                  <a:lnTo>
                    <a:pt x="42789" y="297598"/>
                  </a:lnTo>
                  <a:lnTo>
                    <a:pt x="42060" y="296699"/>
                  </a:lnTo>
                  <a:lnTo>
                    <a:pt x="41713" y="296277"/>
                  </a:lnTo>
                  <a:lnTo>
                    <a:pt x="41263" y="295731"/>
                  </a:lnTo>
                  <a:lnTo>
                    <a:pt x="40411" y="294696"/>
                  </a:lnTo>
                  <a:lnTo>
                    <a:pt x="38855" y="292807"/>
                  </a:lnTo>
                  <a:lnTo>
                    <a:pt x="38137" y="291772"/>
                  </a:lnTo>
                  <a:lnTo>
                    <a:pt x="37500" y="290806"/>
                  </a:lnTo>
                  <a:lnTo>
                    <a:pt x="36941" y="289883"/>
                  </a:lnTo>
                  <a:lnTo>
                    <a:pt x="36454" y="288977"/>
                  </a:lnTo>
                  <a:lnTo>
                    <a:pt x="36034" y="288061"/>
                  </a:lnTo>
                  <a:lnTo>
                    <a:pt x="35677" y="287109"/>
                  </a:lnTo>
                  <a:lnTo>
                    <a:pt x="35376" y="286094"/>
                  </a:lnTo>
                  <a:lnTo>
                    <a:pt x="35128" y="284991"/>
                  </a:lnTo>
                  <a:lnTo>
                    <a:pt x="34926" y="283773"/>
                  </a:lnTo>
                  <a:lnTo>
                    <a:pt x="33593" y="283773"/>
                  </a:lnTo>
                  <a:lnTo>
                    <a:pt x="32240" y="283773"/>
                  </a:lnTo>
                  <a:lnTo>
                    <a:pt x="32019" y="282665"/>
                  </a:lnTo>
                  <a:lnTo>
                    <a:pt x="31797" y="281555"/>
                  </a:lnTo>
                  <a:lnTo>
                    <a:pt x="31574" y="280441"/>
                  </a:lnTo>
                  <a:lnTo>
                    <a:pt x="31350" y="279322"/>
                  </a:lnTo>
                  <a:lnTo>
                    <a:pt x="31125" y="278195"/>
                  </a:lnTo>
                  <a:lnTo>
                    <a:pt x="30897" y="277059"/>
                  </a:lnTo>
                  <a:lnTo>
                    <a:pt x="29565" y="277059"/>
                  </a:lnTo>
                  <a:lnTo>
                    <a:pt x="28212" y="277059"/>
                  </a:lnTo>
                  <a:lnTo>
                    <a:pt x="28212" y="275728"/>
                  </a:lnTo>
                  <a:lnTo>
                    <a:pt x="28212" y="274388"/>
                  </a:lnTo>
                  <a:lnTo>
                    <a:pt x="28212" y="273030"/>
                  </a:lnTo>
                  <a:lnTo>
                    <a:pt x="26879" y="273030"/>
                  </a:lnTo>
                  <a:lnTo>
                    <a:pt x="25526" y="273030"/>
                  </a:lnTo>
                  <a:lnTo>
                    <a:pt x="24455" y="271255"/>
                  </a:lnTo>
                  <a:lnTo>
                    <a:pt x="23537" y="269723"/>
                  </a:lnTo>
                  <a:lnTo>
                    <a:pt x="22760" y="268405"/>
                  </a:lnTo>
                  <a:lnTo>
                    <a:pt x="22112" y="267270"/>
                  </a:lnTo>
                  <a:lnTo>
                    <a:pt x="21581" y="266291"/>
                  </a:lnTo>
                  <a:lnTo>
                    <a:pt x="21157" y="265437"/>
                  </a:lnTo>
                  <a:lnTo>
                    <a:pt x="20826" y="264679"/>
                  </a:lnTo>
                  <a:lnTo>
                    <a:pt x="20577" y="263988"/>
                  </a:lnTo>
                  <a:lnTo>
                    <a:pt x="20399" y="263335"/>
                  </a:lnTo>
                  <a:lnTo>
                    <a:pt x="20280" y="262690"/>
                  </a:lnTo>
                  <a:lnTo>
                    <a:pt x="20207" y="262023"/>
                  </a:lnTo>
                  <a:lnTo>
                    <a:pt x="20170" y="261306"/>
                  </a:lnTo>
                  <a:lnTo>
                    <a:pt x="20156" y="260508"/>
                  </a:lnTo>
                  <a:lnTo>
                    <a:pt x="20154" y="259602"/>
                  </a:lnTo>
                  <a:lnTo>
                    <a:pt x="18822" y="259602"/>
                  </a:lnTo>
                  <a:lnTo>
                    <a:pt x="17469" y="259602"/>
                  </a:lnTo>
                  <a:lnTo>
                    <a:pt x="17112" y="258531"/>
                  </a:lnTo>
                  <a:lnTo>
                    <a:pt x="16755" y="257461"/>
                  </a:lnTo>
                  <a:lnTo>
                    <a:pt x="16398" y="256390"/>
                  </a:lnTo>
                  <a:lnTo>
                    <a:pt x="16041" y="255319"/>
                  </a:lnTo>
                  <a:lnTo>
                    <a:pt x="15684" y="254249"/>
                  </a:lnTo>
                  <a:lnTo>
                    <a:pt x="15327" y="253178"/>
                  </a:lnTo>
                  <a:lnTo>
                    <a:pt x="14971" y="252108"/>
                  </a:lnTo>
                  <a:lnTo>
                    <a:pt x="14614" y="251037"/>
                  </a:lnTo>
                  <a:lnTo>
                    <a:pt x="14258" y="249967"/>
                  </a:lnTo>
                  <a:lnTo>
                    <a:pt x="13901" y="248896"/>
                  </a:lnTo>
                  <a:lnTo>
                    <a:pt x="13545" y="247826"/>
                  </a:lnTo>
                  <a:lnTo>
                    <a:pt x="13181" y="246735"/>
                  </a:lnTo>
                  <a:lnTo>
                    <a:pt x="12816" y="245645"/>
                  </a:lnTo>
                  <a:lnTo>
                    <a:pt x="12451" y="244555"/>
                  </a:lnTo>
                  <a:lnTo>
                    <a:pt x="12086" y="243466"/>
                  </a:lnTo>
                  <a:lnTo>
                    <a:pt x="11719" y="242376"/>
                  </a:lnTo>
                  <a:lnTo>
                    <a:pt x="11353" y="241287"/>
                  </a:lnTo>
                  <a:lnTo>
                    <a:pt x="10985" y="240198"/>
                  </a:lnTo>
                  <a:lnTo>
                    <a:pt x="10616" y="239100"/>
                  </a:lnTo>
                  <a:lnTo>
                    <a:pt x="10248" y="238001"/>
                  </a:lnTo>
                  <a:lnTo>
                    <a:pt x="9882" y="236902"/>
                  </a:lnTo>
                  <a:lnTo>
                    <a:pt x="9517" y="235803"/>
                  </a:lnTo>
                  <a:lnTo>
                    <a:pt x="9154" y="234703"/>
                  </a:lnTo>
                  <a:lnTo>
                    <a:pt x="8791" y="233602"/>
                  </a:lnTo>
                  <a:lnTo>
                    <a:pt x="8430" y="232502"/>
                  </a:lnTo>
                  <a:lnTo>
                    <a:pt x="8068" y="231401"/>
                  </a:lnTo>
                  <a:lnTo>
                    <a:pt x="7722" y="230387"/>
                  </a:lnTo>
                  <a:lnTo>
                    <a:pt x="7373" y="229367"/>
                  </a:lnTo>
                  <a:lnTo>
                    <a:pt x="7020" y="228333"/>
                  </a:lnTo>
                  <a:lnTo>
                    <a:pt x="6495" y="226679"/>
                  </a:lnTo>
                  <a:lnTo>
                    <a:pt x="5991" y="225009"/>
                  </a:lnTo>
                  <a:lnTo>
                    <a:pt x="5507" y="223323"/>
                  </a:lnTo>
                  <a:lnTo>
                    <a:pt x="5044" y="221621"/>
                  </a:lnTo>
                  <a:lnTo>
                    <a:pt x="4601" y="219903"/>
                  </a:lnTo>
                  <a:lnTo>
                    <a:pt x="4179" y="218172"/>
                  </a:lnTo>
                  <a:lnTo>
                    <a:pt x="3777" y="216426"/>
                  </a:lnTo>
                  <a:lnTo>
                    <a:pt x="3395" y="214666"/>
                  </a:lnTo>
                  <a:lnTo>
                    <a:pt x="3034" y="212894"/>
                  </a:lnTo>
                  <a:lnTo>
                    <a:pt x="2693" y="211110"/>
                  </a:lnTo>
                  <a:lnTo>
                    <a:pt x="2373" y="209314"/>
                  </a:lnTo>
                  <a:lnTo>
                    <a:pt x="2073" y="207507"/>
                  </a:lnTo>
                  <a:lnTo>
                    <a:pt x="1793" y="205689"/>
                  </a:lnTo>
                  <a:lnTo>
                    <a:pt x="1534" y="203862"/>
                  </a:lnTo>
                  <a:lnTo>
                    <a:pt x="1294" y="202025"/>
                  </a:lnTo>
                  <a:lnTo>
                    <a:pt x="1076" y="200179"/>
                  </a:lnTo>
                  <a:lnTo>
                    <a:pt x="877" y="198326"/>
                  </a:lnTo>
                  <a:lnTo>
                    <a:pt x="699" y="196465"/>
                  </a:lnTo>
                  <a:lnTo>
                    <a:pt x="541" y="194597"/>
                  </a:lnTo>
                  <a:lnTo>
                    <a:pt x="403" y="192722"/>
                  </a:lnTo>
                  <a:lnTo>
                    <a:pt x="285" y="190842"/>
                  </a:lnTo>
                  <a:lnTo>
                    <a:pt x="188" y="188957"/>
                  </a:lnTo>
                  <a:lnTo>
                    <a:pt x="111" y="187067"/>
                  </a:lnTo>
                  <a:lnTo>
                    <a:pt x="54" y="185173"/>
                  </a:lnTo>
                  <a:lnTo>
                    <a:pt x="17" y="183276"/>
                  </a:lnTo>
                  <a:lnTo>
                    <a:pt x="0" y="181375"/>
                  </a:lnTo>
                  <a:lnTo>
                    <a:pt x="4" y="179473"/>
                  </a:lnTo>
                  <a:lnTo>
                    <a:pt x="28" y="177569"/>
                  </a:lnTo>
                  <a:lnTo>
                    <a:pt x="71" y="175664"/>
                  </a:lnTo>
                  <a:lnTo>
                    <a:pt x="135" y="173758"/>
                  </a:lnTo>
                  <a:lnTo>
                    <a:pt x="219" y="171853"/>
                  </a:lnTo>
                  <a:lnTo>
                    <a:pt x="324" y="169948"/>
                  </a:lnTo>
                  <a:lnTo>
                    <a:pt x="448" y="168045"/>
                  </a:lnTo>
                  <a:lnTo>
                    <a:pt x="592" y="166143"/>
                  </a:lnTo>
                  <a:lnTo>
                    <a:pt x="756" y="164244"/>
                  </a:lnTo>
                  <a:lnTo>
                    <a:pt x="941" y="162348"/>
                  </a:lnTo>
                  <a:lnTo>
                    <a:pt x="1145" y="160456"/>
                  </a:lnTo>
                  <a:lnTo>
                    <a:pt x="1370" y="158568"/>
                  </a:lnTo>
                  <a:lnTo>
                    <a:pt x="1614" y="156685"/>
                  </a:lnTo>
                  <a:lnTo>
                    <a:pt x="1879" y="154807"/>
                  </a:lnTo>
                  <a:lnTo>
                    <a:pt x="2163" y="152935"/>
                  </a:lnTo>
                  <a:lnTo>
                    <a:pt x="2468" y="151070"/>
                  </a:lnTo>
                  <a:lnTo>
                    <a:pt x="2792" y="149211"/>
                  </a:lnTo>
                  <a:lnTo>
                    <a:pt x="3137" y="147361"/>
                  </a:lnTo>
                  <a:lnTo>
                    <a:pt x="3501" y="145519"/>
                  </a:lnTo>
                  <a:lnTo>
                    <a:pt x="3885" y="143686"/>
                  </a:lnTo>
                  <a:lnTo>
                    <a:pt x="4289" y="141863"/>
                  </a:lnTo>
                  <a:lnTo>
                    <a:pt x="4713" y="140049"/>
                  </a:lnTo>
                  <a:lnTo>
                    <a:pt x="5157" y="138247"/>
                  </a:lnTo>
                  <a:lnTo>
                    <a:pt x="5621" y="136455"/>
                  </a:lnTo>
                  <a:lnTo>
                    <a:pt x="6105" y="134676"/>
                  </a:lnTo>
                  <a:lnTo>
                    <a:pt x="6608" y="132909"/>
                  </a:lnTo>
                  <a:lnTo>
                    <a:pt x="7132" y="131155"/>
                  </a:lnTo>
                  <a:lnTo>
                    <a:pt x="7675" y="129414"/>
                  </a:lnTo>
                  <a:lnTo>
                    <a:pt x="8238" y="127688"/>
                  </a:lnTo>
                  <a:lnTo>
                    <a:pt x="8821" y="125977"/>
                  </a:lnTo>
                  <a:lnTo>
                    <a:pt x="9423" y="124281"/>
                  </a:lnTo>
                  <a:lnTo>
                    <a:pt x="10046" y="122601"/>
                  </a:lnTo>
                  <a:lnTo>
                    <a:pt x="10688" y="120938"/>
                  </a:lnTo>
                  <a:lnTo>
                    <a:pt x="11350" y="119292"/>
                  </a:lnTo>
                  <a:lnTo>
                    <a:pt x="12031" y="117664"/>
                  </a:lnTo>
                  <a:lnTo>
                    <a:pt x="12733" y="116054"/>
                  </a:lnTo>
                  <a:lnTo>
                    <a:pt x="13454" y="114463"/>
                  </a:lnTo>
                  <a:lnTo>
                    <a:pt x="14195" y="112892"/>
                  </a:lnTo>
                  <a:lnTo>
                    <a:pt x="14404" y="112491"/>
                  </a:lnTo>
                  <a:lnTo>
                    <a:pt x="14675" y="111973"/>
                  </a:lnTo>
                  <a:lnTo>
                    <a:pt x="15188" y="110991"/>
                  </a:lnTo>
                  <a:lnTo>
                    <a:pt x="16126" y="109199"/>
                  </a:lnTo>
                  <a:lnTo>
                    <a:pt x="16584" y="108084"/>
                  </a:lnTo>
                  <a:lnTo>
                    <a:pt x="17040" y="106968"/>
                  </a:lnTo>
                  <a:lnTo>
                    <a:pt x="17491" y="105851"/>
                  </a:lnTo>
                  <a:lnTo>
                    <a:pt x="17937" y="104731"/>
                  </a:lnTo>
                  <a:lnTo>
                    <a:pt x="18378" y="103609"/>
                  </a:lnTo>
                  <a:lnTo>
                    <a:pt x="18812" y="102484"/>
                  </a:lnTo>
                  <a:lnTo>
                    <a:pt x="20144" y="102484"/>
                  </a:lnTo>
                  <a:lnTo>
                    <a:pt x="21497" y="102484"/>
                  </a:lnTo>
                  <a:lnTo>
                    <a:pt x="21647" y="101453"/>
                  </a:lnTo>
                  <a:lnTo>
                    <a:pt x="21796" y="100420"/>
                  </a:lnTo>
                  <a:lnTo>
                    <a:pt x="21947" y="99382"/>
                  </a:lnTo>
                  <a:lnTo>
                    <a:pt x="22099" y="98337"/>
                  </a:lnTo>
                  <a:lnTo>
                    <a:pt x="22252" y="97281"/>
                  </a:lnTo>
                  <a:lnTo>
                    <a:pt x="22497" y="96236"/>
                  </a:lnTo>
                  <a:lnTo>
                    <a:pt x="22773" y="95204"/>
                  </a:lnTo>
                  <a:lnTo>
                    <a:pt x="23080" y="94184"/>
                  </a:lnTo>
                  <a:lnTo>
                    <a:pt x="23416" y="93175"/>
                  </a:lnTo>
                  <a:lnTo>
                    <a:pt x="23781" y="92178"/>
                  </a:lnTo>
                  <a:lnTo>
                    <a:pt x="24173" y="91194"/>
                  </a:lnTo>
                  <a:lnTo>
                    <a:pt x="24592" y="90221"/>
                  </a:lnTo>
                  <a:lnTo>
                    <a:pt x="25038" y="89260"/>
                  </a:lnTo>
                  <a:lnTo>
                    <a:pt x="25509" y="88312"/>
                  </a:lnTo>
                  <a:lnTo>
                    <a:pt x="26004" y="87376"/>
                  </a:lnTo>
                  <a:lnTo>
                    <a:pt x="26523" y="86451"/>
                  </a:lnTo>
                  <a:lnTo>
                    <a:pt x="27065" y="85540"/>
                  </a:lnTo>
                  <a:lnTo>
                    <a:pt x="27629" y="84640"/>
                  </a:lnTo>
                  <a:lnTo>
                    <a:pt x="28214" y="83753"/>
                  </a:lnTo>
                  <a:lnTo>
                    <a:pt x="28819" y="82878"/>
                  </a:lnTo>
                  <a:lnTo>
                    <a:pt x="29444" y="82015"/>
                  </a:lnTo>
                  <a:lnTo>
                    <a:pt x="30088" y="81165"/>
                  </a:lnTo>
                  <a:lnTo>
                    <a:pt x="30750" y="80328"/>
                  </a:lnTo>
                  <a:lnTo>
                    <a:pt x="31428" y="79503"/>
                  </a:lnTo>
                  <a:lnTo>
                    <a:pt x="32123" y="78691"/>
                  </a:lnTo>
                  <a:lnTo>
                    <a:pt x="32834" y="77891"/>
                  </a:lnTo>
                  <a:lnTo>
                    <a:pt x="33558" y="77104"/>
                  </a:lnTo>
                  <a:lnTo>
                    <a:pt x="34297" y="76330"/>
                  </a:lnTo>
                  <a:lnTo>
                    <a:pt x="35049" y="75568"/>
                  </a:lnTo>
                  <a:lnTo>
                    <a:pt x="35812" y="74820"/>
                  </a:lnTo>
                  <a:lnTo>
                    <a:pt x="36577" y="74009"/>
                  </a:lnTo>
                  <a:lnTo>
                    <a:pt x="37128" y="73348"/>
                  </a:lnTo>
                  <a:lnTo>
                    <a:pt x="37555" y="72672"/>
                  </a:lnTo>
                  <a:lnTo>
                    <a:pt x="37943" y="71817"/>
                  </a:lnTo>
                  <a:lnTo>
                    <a:pt x="38381" y="70618"/>
                  </a:lnTo>
                  <a:lnTo>
                    <a:pt x="38955" y="68912"/>
                  </a:lnTo>
                  <a:lnTo>
                    <a:pt x="39913" y="67793"/>
                  </a:lnTo>
                  <a:lnTo>
                    <a:pt x="40602" y="67023"/>
                  </a:lnTo>
                  <a:lnTo>
                    <a:pt x="41214" y="66411"/>
                  </a:lnTo>
                  <a:lnTo>
                    <a:pt x="41944" y="65762"/>
                  </a:lnTo>
                  <a:lnTo>
                    <a:pt x="42983" y="64884"/>
                  </a:lnTo>
                  <a:lnTo>
                    <a:pt x="44316" y="64884"/>
                  </a:lnTo>
                  <a:lnTo>
                    <a:pt x="45669" y="64884"/>
                  </a:lnTo>
                  <a:lnTo>
                    <a:pt x="46148" y="63418"/>
                  </a:lnTo>
                  <a:lnTo>
                    <a:pt x="46635" y="61931"/>
                  </a:lnTo>
                  <a:lnTo>
                    <a:pt x="47140" y="60880"/>
                  </a:lnTo>
                  <a:lnTo>
                    <a:pt x="47663" y="59896"/>
                  </a:lnTo>
                  <a:lnTo>
                    <a:pt x="48207" y="58969"/>
                  </a:lnTo>
                  <a:lnTo>
                    <a:pt x="48774" y="58089"/>
                  </a:lnTo>
                  <a:lnTo>
                    <a:pt x="49366" y="57249"/>
                  </a:lnTo>
                  <a:lnTo>
                    <a:pt x="49985" y="56439"/>
                  </a:lnTo>
                  <a:lnTo>
                    <a:pt x="50633" y="55650"/>
                  </a:lnTo>
                  <a:lnTo>
                    <a:pt x="51313" y="54873"/>
                  </a:lnTo>
                  <a:lnTo>
                    <a:pt x="52028" y="54100"/>
                  </a:lnTo>
                  <a:lnTo>
                    <a:pt x="52778" y="53320"/>
                  </a:lnTo>
                  <a:lnTo>
                    <a:pt x="53568" y="52525"/>
                  </a:lnTo>
                  <a:lnTo>
                    <a:pt x="54398" y="51707"/>
                  </a:lnTo>
                  <a:lnTo>
                    <a:pt x="55198" y="50910"/>
                  </a:lnTo>
                  <a:lnTo>
                    <a:pt x="56001" y="50111"/>
                  </a:lnTo>
                  <a:lnTo>
                    <a:pt x="56811" y="49305"/>
                  </a:lnTo>
                  <a:lnTo>
                    <a:pt x="57629" y="48491"/>
                  </a:lnTo>
                  <a:lnTo>
                    <a:pt x="58826" y="47477"/>
                  </a:lnTo>
                  <a:lnTo>
                    <a:pt x="59707" y="46797"/>
                  </a:lnTo>
                  <a:lnTo>
                    <a:pt x="60425" y="46384"/>
                  </a:lnTo>
                  <a:lnTo>
                    <a:pt x="61133" y="46172"/>
                  </a:lnTo>
                  <a:lnTo>
                    <a:pt x="61982" y="46094"/>
                  </a:lnTo>
                  <a:lnTo>
                    <a:pt x="63127" y="46083"/>
                  </a:lnTo>
                  <a:lnTo>
                    <a:pt x="63501" y="44958"/>
                  </a:lnTo>
                  <a:lnTo>
                    <a:pt x="63881" y="43818"/>
                  </a:lnTo>
                  <a:lnTo>
                    <a:pt x="64471" y="42921"/>
                  </a:lnTo>
                  <a:lnTo>
                    <a:pt x="65098" y="42067"/>
                  </a:lnTo>
                  <a:lnTo>
                    <a:pt x="65760" y="41253"/>
                  </a:lnTo>
                  <a:lnTo>
                    <a:pt x="66455" y="40477"/>
                  </a:lnTo>
                  <a:lnTo>
                    <a:pt x="67181" y="39737"/>
                  </a:lnTo>
                  <a:lnTo>
                    <a:pt x="67936" y="39030"/>
                  </a:lnTo>
                  <a:lnTo>
                    <a:pt x="68718" y="38354"/>
                  </a:lnTo>
                  <a:lnTo>
                    <a:pt x="69525" y="37708"/>
                  </a:lnTo>
                  <a:lnTo>
                    <a:pt x="70355" y="37088"/>
                  </a:lnTo>
                  <a:lnTo>
                    <a:pt x="71206" y="36494"/>
                  </a:lnTo>
                  <a:lnTo>
                    <a:pt x="72077" y="35922"/>
                  </a:lnTo>
                  <a:lnTo>
                    <a:pt x="72964" y="35370"/>
                  </a:lnTo>
                  <a:lnTo>
                    <a:pt x="73867" y="34837"/>
                  </a:lnTo>
                  <a:lnTo>
                    <a:pt x="74783" y="34320"/>
                  </a:lnTo>
                  <a:lnTo>
                    <a:pt x="75710" y="33817"/>
                  </a:lnTo>
                  <a:lnTo>
                    <a:pt x="76647" y="33325"/>
                  </a:lnTo>
                  <a:lnTo>
                    <a:pt x="77591" y="32843"/>
                  </a:lnTo>
                  <a:lnTo>
                    <a:pt x="78540" y="32369"/>
                  </a:lnTo>
                  <a:lnTo>
                    <a:pt x="79492" y="31900"/>
                  </a:lnTo>
                  <a:lnTo>
                    <a:pt x="80899" y="31177"/>
                  </a:lnTo>
                  <a:lnTo>
                    <a:pt x="81956" y="30608"/>
                  </a:lnTo>
                  <a:lnTo>
                    <a:pt x="82776" y="30111"/>
                  </a:lnTo>
                  <a:lnTo>
                    <a:pt x="83474" y="29604"/>
                  </a:lnTo>
                  <a:lnTo>
                    <a:pt x="84161" y="29004"/>
                  </a:lnTo>
                  <a:lnTo>
                    <a:pt x="84950" y="28230"/>
                  </a:lnTo>
                  <a:lnTo>
                    <a:pt x="85956" y="27200"/>
                  </a:lnTo>
                  <a:lnTo>
                    <a:pt x="86852" y="26381"/>
                  </a:lnTo>
                  <a:lnTo>
                    <a:pt x="87743" y="25666"/>
                  </a:lnTo>
                  <a:lnTo>
                    <a:pt x="88635" y="25042"/>
                  </a:lnTo>
                  <a:lnTo>
                    <a:pt x="89536" y="24497"/>
                  </a:lnTo>
                  <a:lnTo>
                    <a:pt x="90453" y="24020"/>
                  </a:lnTo>
                  <a:lnTo>
                    <a:pt x="91393" y="23599"/>
                  </a:lnTo>
                  <a:lnTo>
                    <a:pt x="92364" y="23221"/>
                  </a:lnTo>
                  <a:lnTo>
                    <a:pt x="93372" y="22875"/>
                  </a:lnTo>
                  <a:lnTo>
                    <a:pt x="94426" y="22550"/>
                  </a:lnTo>
                  <a:lnTo>
                    <a:pt x="95533" y="22232"/>
                  </a:lnTo>
                  <a:lnTo>
                    <a:pt x="96699" y="21911"/>
                  </a:lnTo>
                  <a:lnTo>
                    <a:pt x="96699" y="20578"/>
                  </a:lnTo>
                  <a:lnTo>
                    <a:pt x="96699" y="19225"/>
                  </a:lnTo>
                  <a:lnTo>
                    <a:pt x="97671" y="18761"/>
                  </a:lnTo>
                  <a:lnTo>
                    <a:pt x="98641" y="18304"/>
                  </a:lnTo>
                  <a:lnTo>
                    <a:pt x="99609" y="17854"/>
                  </a:lnTo>
                  <a:lnTo>
                    <a:pt x="100576" y="17412"/>
                  </a:lnTo>
                  <a:lnTo>
                    <a:pt x="101541" y="16977"/>
                  </a:lnTo>
                  <a:lnTo>
                    <a:pt x="102504" y="16550"/>
                  </a:lnTo>
                  <a:lnTo>
                    <a:pt x="103467" y="16130"/>
                  </a:lnTo>
                  <a:lnTo>
                    <a:pt x="104429" y="15717"/>
                  </a:lnTo>
                  <a:lnTo>
                    <a:pt x="105391" y="15312"/>
                  </a:lnTo>
                  <a:lnTo>
                    <a:pt x="106352" y="14915"/>
                  </a:lnTo>
                  <a:lnTo>
                    <a:pt x="107313" y="14525"/>
                  </a:lnTo>
                  <a:lnTo>
                    <a:pt x="108275" y="14142"/>
                  </a:lnTo>
                  <a:lnTo>
                    <a:pt x="109237" y="13767"/>
                  </a:lnTo>
                  <a:lnTo>
                    <a:pt x="110200" y="13399"/>
                  </a:lnTo>
                  <a:lnTo>
                    <a:pt x="111163" y="13039"/>
                  </a:lnTo>
                  <a:lnTo>
                    <a:pt x="112128" y="12687"/>
                  </a:lnTo>
                  <a:lnTo>
                    <a:pt x="113094" y="12342"/>
                  </a:lnTo>
                  <a:lnTo>
                    <a:pt x="114062" y="12004"/>
                  </a:lnTo>
                  <a:lnTo>
                    <a:pt x="115032" y="11675"/>
                  </a:lnTo>
                  <a:lnTo>
                    <a:pt x="116004" y="11352"/>
                  </a:lnTo>
                  <a:lnTo>
                    <a:pt x="116978" y="11037"/>
                  </a:lnTo>
                  <a:lnTo>
                    <a:pt x="117955" y="10730"/>
                  </a:lnTo>
                  <a:lnTo>
                    <a:pt x="118934" y="10431"/>
                  </a:lnTo>
                  <a:lnTo>
                    <a:pt x="119917" y="10139"/>
                  </a:lnTo>
                  <a:lnTo>
                    <a:pt x="120903" y="9854"/>
                  </a:lnTo>
                  <a:lnTo>
                    <a:pt x="121893" y="9577"/>
                  </a:lnTo>
                  <a:lnTo>
                    <a:pt x="122886" y="9308"/>
                  </a:lnTo>
                  <a:lnTo>
                    <a:pt x="123884" y="9046"/>
                  </a:lnTo>
                  <a:lnTo>
                    <a:pt x="124885" y="8792"/>
                  </a:lnTo>
                  <a:lnTo>
                    <a:pt x="125892" y="8546"/>
                  </a:lnTo>
                  <a:lnTo>
                    <a:pt x="126903" y="8307"/>
                  </a:lnTo>
                  <a:lnTo>
                    <a:pt x="127919" y="8076"/>
                  </a:lnTo>
                  <a:lnTo>
                    <a:pt x="128940" y="7853"/>
                  </a:lnTo>
                  <a:lnTo>
                    <a:pt x="129967" y="7637"/>
                  </a:lnTo>
                  <a:lnTo>
                    <a:pt x="130999" y="7429"/>
                  </a:lnTo>
                  <a:lnTo>
                    <a:pt x="132038" y="7229"/>
                  </a:lnTo>
                  <a:lnTo>
                    <a:pt x="133083" y="7036"/>
                  </a:lnTo>
                  <a:lnTo>
                    <a:pt x="134134" y="6851"/>
                  </a:lnTo>
                  <a:lnTo>
                    <a:pt x="135191" y="6674"/>
                  </a:lnTo>
                  <a:lnTo>
                    <a:pt x="136256" y="6504"/>
                  </a:lnTo>
                  <a:lnTo>
                    <a:pt x="137710" y="6200"/>
                  </a:lnTo>
                  <a:lnTo>
                    <a:pt x="138785" y="5955"/>
                  </a:lnTo>
                  <a:lnTo>
                    <a:pt x="139669" y="5713"/>
                  </a:lnTo>
                  <a:lnTo>
                    <a:pt x="140552" y="5416"/>
                  </a:lnTo>
                  <a:lnTo>
                    <a:pt x="141622" y="5005"/>
                  </a:lnTo>
                  <a:lnTo>
                    <a:pt x="143070" y="4423"/>
                  </a:lnTo>
                  <a:lnTo>
                    <a:pt x="144161" y="4013"/>
                  </a:lnTo>
                  <a:lnTo>
                    <a:pt x="145219" y="3662"/>
                  </a:lnTo>
                  <a:lnTo>
                    <a:pt x="146254" y="3363"/>
                  </a:lnTo>
                  <a:lnTo>
                    <a:pt x="147279" y="3111"/>
                  </a:lnTo>
                  <a:lnTo>
                    <a:pt x="148306" y="2900"/>
                  </a:lnTo>
                  <a:lnTo>
                    <a:pt x="149347" y="2724"/>
                  </a:lnTo>
                  <a:lnTo>
                    <a:pt x="150415" y="2579"/>
                  </a:lnTo>
                  <a:lnTo>
                    <a:pt x="151522" y="2458"/>
                  </a:lnTo>
                  <a:lnTo>
                    <a:pt x="152680" y="2356"/>
                  </a:lnTo>
                  <a:lnTo>
                    <a:pt x="153768" y="2256"/>
                  </a:lnTo>
                  <a:lnTo>
                    <a:pt x="154842" y="2139"/>
                  </a:lnTo>
                  <a:lnTo>
                    <a:pt x="155904" y="2007"/>
                  </a:lnTo>
                  <a:lnTo>
                    <a:pt x="156956" y="1864"/>
                  </a:lnTo>
                  <a:lnTo>
                    <a:pt x="157999" y="1711"/>
                  </a:lnTo>
                  <a:lnTo>
                    <a:pt x="159037" y="1552"/>
                  </a:lnTo>
                  <a:lnTo>
                    <a:pt x="160070" y="1390"/>
                  </a:lnTo>
                  <a:lnTo>
                    <a:pt x="161101" y="1226"/>
                  </a:lnTo>
                  <a:lnTo>
                    <a:pt x="162132" y="1065"/>
                  </a:lnTo>
                  <a:lnTo>
                    <a:pt x="163165" y="908"/>
                  </a:lnTo>
                  <a:lnTo>
                    <a:pt x="164201" y="759"/>
                  </a:lnTo>
                  <a:lnTo>
                    <a:pt x="165243" y="620"/>
                  </a:lnTo>
                  <a:lnTo>
                    <a:pt x="166292" y="494"/>
                  </a:lnTo>
                  <a:lnTo>
                    <a:pt x="167351" y="383"/>
                  </a:lnTo>
                  <a:lnTo>
                    <a:pt x="168421" y="291"/>
                  </a:lnTo>
                  <a:lnTo>
                    <a:pt x="169505" y="220"/>
                  </a:lnTo>
                  <a:lnTo>
                    <a:pt x="170605" y="173"/>
                  </a:lnTo>
                  <a:lnTo>
                    <a:pt x="171722" y="153"/>
                  </a:lnTo>
                  <a:close/>
                </a:path>
              </a:pathLst>
            </a:custGeom>
            <a:solidFill>
              <a:srgbClr val="FBFAF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egion 4 #C3C8C7"/>
            <p:cNvSpPr/>
            <p:nvPr/>
          </p:nvSpPr>
          <p:spPr>
            <a:xfrm>
              <a:off x="1514771" y="362716"/>
              <a:ext cx="444494" cy="463157"/>
            </a:xfrm>
            <a:custGeom>
              <a:avLst/>
              <a:gdLst/>
              <a:ahLst/>
              <a:cxnLst/>
              <a:rect l="l" t="t" r="r" b="b"/>
              <a:pathLst>
                <a:path w="444494" h="463157">
                  <a:moveTo>
                    <a:pt x="222164" y="16480"/>
                  </a:moveTo>
                  <a:lnTo>
                    <a:pt x="223205" y="17563"/>
                  </a:lnTo>
                  <a:lnTo>
                    <a:pt x="224261" y="18662"/>
                  </a:lnTo>
                  <a:lnTo>
                    <a:pt x="225164" y="19465"/>
                  </a:lnTo>
                  <a:lnTo>
                    <a:pt x="226052" y="20204"/>
                  </a:lnTo>
                  <a:lnTo>
                    <a:pt x="226929" y="20884"/>
                  </a:lnTo>
                  <a:lnTo>
                    <a:pt x="227799" y="21510"/>
                  </a:lnTo>
                  <a:lnTo>
                    <a:pt x="228668" y="22086"/>
                  </a:lnTo>
                  <a:lnTo>
                    <a:pt x="229537" y="22617"/>
                  </a:lnTo>
                  <a:lnTo>
                    <a:pt x="230413" y="23106"/>
                  </a:lnTo>
                  <a:lnTo>
                    <a:pt x="231298" y="23559"/>
                  </a:lnTo>
                  <a:lnTo>
                    <a:pt x="232197" y="23980"/>
                  </a:lnTo>
                  <a:lnTo>
                    <a:pt x="233114" y="24373"/>
                  </a:lnTo>
                  <a:lnTo>
                    <a:pt x="234053" y="24743"/>
                  </a:lnTo>
                  <a:lnTo>
                    <a:pt x="235018" y="25094"/>
                  </a:lnTo>
                  <a:lnTo>
                    <a:pt x="236013" y="25430"/>
                  </a:lnTo>
                  <a:lnTo>
                    <a:pt x="237042" y="25757"/>
                  </a:lnTo>
                  <a:lnTo>
                    <a:pt x="238110" y="26077"/>
                  </a:lnTo>
                  <a:lnTo>
                    <a:pt x="239220" y="26397"/>
                  </a:lnTo>
                  <a:lnTo>
                    <a:pt x="240376" y="26720"/>
                  </a:lnTo>
                  <a:lnTo>
                    <a:pt x="241346" y="27216"/>
                  </a:lnTo>
                  <a:lnTo>
                    <a:pt x="242305" y="27724"/>
                  </a:lnTo>
                  <a:lnTo>
                    <a:pt x="243254" y="28242"/>
                  </a:lnTo>
                  <a:lnTo>
                    <a:pt x="244195" y="28769"/>
                  </a:lnTo>
                  <a:lnTo>
                    <a:pt x="245130" y="29305"/>
                  </a:lnTo>
                  <a:lnTo>
                    <a:pt x="246061" y="29849"/>
                  </a:lnTo>
                  <a:lnTo>
                    <a:pt x="246989" y="30400"/>
                  </a:lnTo>
                  <a:lnTo>
                    <a:pt x="247917" y="30958"/>
                  </a:lnTo>
                  <a:lnTo>
                    <a:pt x="248845" y="31522"/>
                  </a:lnTo>
                  <a:lnTo>
                    <a:pt x="249776" y="32091"/>
                  </a:lnTo>
                  <a:lnTo>
                    <a:pt x="249776" y="33424"/>
                  </a:lnTo>
                  <a:lnTo>
                    <a:pt x="249776" y="34777"/>
                  </a:lnTo>
                  <a:lnTo>
                    <a:pt x="250858" y="35137"/>
                  </a:lnTo>
                  <a:lnTo>
                    <a:pt x="251947" y="35500"/>
                  </a:lnTo>
                  <a:lnTo>
                    <a:pt x="253050" y="35869"/>
                  </a:lnTo>
                  <a:lnTo>
                    <a:pt x="254187" y="36395"/>
                  </a:lnTo>
                  <a:lnTo>
                    <a:pt x="255331" y="36925"/>
                  </a:lnTo>
                  <a:lnTo>
                    <a:pt x="256490" y="37463"/>
                  </a:lnTo>
                  <a:lnTo>
                    <a:pt x="256823" y="38460"/>
                  </a:lnTo>
                  <a:lnTo>
                    <a:pt x="257157" y="39462"/>
                  </a:lnTo>
                  <a:lnTo>
                    <a:pt x="257494" y="40471"/>
                  </a:lnTo>
                  <a:lnTo>
                    <a:pt x="257833" y="41491"/>
                  </a:lnTo>
                  <a:lnTo>
                    <a:pt x="258860" y="41630"/>
                  </a:lnTo>
                  <a:lnTo>
                    <a:pt x="259893" y="41769"/>
                  </a:lnTo>
                  <a:lnTo>
                    <a:pt x="260939" y="41912"/>
                  </a:lnTo>
                  <a:lnTo>
                    <a:pt x="262288" y="42294"/>
                  </a:lnTo>
                  <a:lnTo>
                    <a:pt x="263419" y="42701"/>
                  </a:lnTo>
                  <a:lnTo>
                    <a:pt x="264383" y="43154"/>
                  </a:lnTo>
                  <a:lnTo>
                    <a:pt x="265235" y="43674"/>
                  </a:lnTo>
                  <a:lnTo>
                    <a:pt x="266027" y="44284"/>
                  </a:lnTo>
                  <a:lnTo>
                    <a:pt x="266813" y="45004"/>
                  </a:lnTo>
                  <a:lnTo>
                    <a:pt x="267645" y="45857"/>
                  </a:lnTo>
                  <a:lnTo>
                    <a:pt x="268576" y="46863"/>
                  </a:lnTo>
                  <a:lnTo>
                    <a:pt x="269575" y="47195"/>
                  </a:lnTo>
                  <a:lnTo>
                    <a:pt x="270577" y="47529"/>
                  </a:lnTo>
                  <a:lnTo>
                    <a:pt x="271585" y="47866"/>
                  </a:lnTo>
                  <a:lnTo>
                    <a:pt x="272605" y="48206"/>
                  </a:lnTo>
                  <a:lnTo>
                    <a:pt x="272605" y="49537"/>
                  </a:lnTo>
                  <a:lnTo>
                    <a:pt x="272605" y="50877"/>
                  </a:lnTo>
                  <a:lnTo>
                    <a:pt x="272605" y="52234"/>
                  </a:lnTo>
                  <a:lnTo>
                    <a:pt x="274022" y="52609"/>
                  </a:lnTo>
                  <a:lnTo>
                    <a:pt x="275460" y="52990"/>
                  </a:lnTo>
                  <a:lnTo>
                    <a:pt x="276492" y="53536"/>
                  </a:lnTo>
                  <a:lnTo>
                    <a:pt x="277446" y="54103"/>
                  </a:lnTo>
                  <a:lnTo>
                    <a:pt x="278332" y="54691"/>
                  </a:lnTo>
                  <a:lnTo>
                    <a:pt x="279159" y="55304"/>
                  </a:lnTo>
                  <a:lnTo>
                    <a:pt x="279936" y="55943"/>
                  </a:lnTo>
                  <a:lnTo>
                    <a:pt x="280673" y="56610"/>
                  </a:lnTo>
                  <a:lnTo>
                    <a:pt x="281378" y="57307"/>
                  </a:lnTo>
                  <a:lnTo>
                    <a:pt x="282061" y="58036"/>
                  </a:lnTo>
                  <a:lnTo>
                    <a:pt x="282730" y="58798"/>
                  </a:lnTo>
                  <a:lnTo>
                    <a:pt x="283395" y="59597"/>
                  </a:lnTo>
                  <a:lnTo>
                    <a:pt x="284066" y="60433"/>
                  </a:lnTo>
                  <a:lnTo>
                    <a:pt x="284750" y="61309"/>
                  </a:lnTo>
                  <a:lnTo>
                    <a:pt x="285458" y="62227"/>
                  </a:lnTo>
                  <a:lnTo>
                    <a:pt x="286285" y="63115"/>
                  </a:lnTo>
                  <a:lnTo>
                    <a:pt x="286957" y="63750"/>
                  </a:lnTo>
                  <a:lnTo>
                    <a:pt x="287640" y="64226"/>
                  </a:lnTo>
                  <a:lnTo>
                    <a:pt x="288499" y="64641"/>
                  </a:lnTo>
                  <a:lnTo>
                    <a:pt x="289699" y="65088"/>
                  </a:lnTo>
                  <a:lnTo>
                    <a:pt x="291405" y="65663"/>
                  </a:lnTo>
                  <a:lnTo>
                    <a:pt x="291405" y="66996"/>
                  </a:lnTo>
                  <a:lnTo>
                    <a:pt x="291405" y="68349"/>
                  </a:lnTo>
                  <a:lnTo>
                    <a:pt x="292404" y="68682"/>
                  </a:lnTo>
                  <a:lnTo>
                    <a:pt x="293406" y="69015"/>
                  </a:lnTo>
                  <a:lnTo>
                    <a:pt x="294414" y="69352"/>
                  </a:lnTo>
                  <a:lnTo>
                    <a:pt x="295434" y="69692"/>
                  </a:lnTo>
                  <a:lnTo>
                    <a:pt x="296017" y="70718"/>
                  </a:lnTo>
                  <a:lnTo>
                    <a:pt x="296603" y="71751"/>
                  </a:lnTo>
                  <a:lnTo>
                    <a:pt x="297197" y="72798"/>
                  </a:lnTo>
                  <a:lnTo>
                    <a:pt x="297953" y="73994"/>
                  </a:lnTo>
                  <a:lnTo>
                    <a:pt x="298569" y="74925"/>
                  </a:lnTo>
                  <a:lnTo>
                    <a:pt x="299118" y="75662"/>
                  </a:lnTo>
                  <a:lnTo>
                    <a:pt x="299673" y="76280"/>
                  </a:lnTo>
                  <a:lnTo>
                    <a:pt x="300306" y="76851"/>
                  </a:lnTo>
                  <a:lnTo>
                    <a:pt x="301092" y="77447"/>
                  </a:lnTo>
                  <a:lnTo>
                    <a:pt x="302101" y="78142"/>
                  </a:lnTo>
                  <a:lnTo>
                    <a:pt x="303408" y="79007"/>
                  </a:lnTo>
                  <a:lnTo>
                    <a:pt x="304428" y="79720"/>
                  </a:lnTo>
                  <a:lnTo>
                    <a:pt x="305369" y="80433"/>
                  </a:lnTo>
                  <a:lnTo>
                    <a:pt x="306241" y="81151"/>
                  </a:lnTo>
                  <a:lnTo>
                    <a:pt x="307051" y="81880"/>
                  </a:lnTo>
                  <a:lnTo>
                    <a:pt x="307807" y="82625"/>
                  </a:lnTo>
                  <a:lnTo>
                    <a:pt x="308518" y="83391"/>
                  </a:lnTo>
                  <a:lnTo>
                    <a:pt x="309191" y="84186"/>
                  </a:lnTo>
                  <a:lnTo>
                    <a:pt x="309834" y="85013"/>
                  </a:lnTo>
                  <a:lnTo>
                    <a:pt x="310456" y="85878"/>
                  </a:lnTo>
                  <a:lnTo>
                    <a:pt x="311065" y="86788"/>
                  </a:lnTo>
                  <a:lnTo>
                    <a:pt x="311668" y="87747"/>
                  </a:lnTo>
                  <a:lnTo>
                    <a:pt x="312274" y="88761"/>
                  </a:lnTo>
                  <a:lnTo>
                    <a:pt x="312892" y="89835"/>
                  </a:lnTo>
                  <a:lnTo>
                    <a:pt x="312892" y="91168"/>
                  </a:lnTo>
                  <a:lnTo>
                    <a:pt x="312892" y="92521"/>
                  </a:lnTo>
                  <a:lnTo>
                    <a:pt x="314225" y="92521"/>
                  </a:lnTo>
                  <a:lnTo>
                    <a:pt x="315577" y="92521"/>
                  </a:lnTo>
                  <a:lnTo>
                    <a:pt x="315577" y="93854"/>
                  </a:lnTo>
                  <a:lnTo>
                    <a:pt x="315577" y="95207"/>
                  </a:lnTo>
                  <a:lnTo>
                    <a:pt x="317077" y="95582"/>
                  </a:lnTo>
                  <a:lnTo>
                    <a:pt x="318599" y="95963"/>
                  </a:lnTo>
                  <a:lnTo>
                    <a:pt x="319753" y="96609"/>
                  </a:lnTo>
                  <a:lnTo>
                    <a:pt x="320756" y="97260"/>
                  </a:lnTo>
                  <a:lnTo>
                    <a:pt x="321627" y="97928"/>
                  </a:lnTo>
                  <a:lnTo>
                    <a:pt x="322389" y="98621"/>
                  </a:lnTo>
                  <a:lnTo>
                    <a:pt x="323063" y="99350"/>
                  </a:lnTo>
                  <a:lnTo>
                    <a:pt x="323669" y="100125"/>
                  </a:lnTo>
                  <a:lnTo>
                    <a:pt x="324230" y="100956"/>
                  </a:lnTo>
                  <a:lnTo>
                    <a:pt x="324766" y="101854"/>
                  </a:lnTo>
                  <a:lnTo>
                    <a:pt x="325299" y="102828"/>
                  </a:lnTo>
                  <a:lnTo>
                    <a:pt x="325851" y="103889"/>
                  </a:lnTo>
                  <a:lnTo>
                    <a:pt x="326441" y="105047"/>
                  </a:lnTo>
                  <a:lnTo>
                    <a:pt x="327056" y="106161"/>
                  </a:lnTo>
                  <a:lnTo>
                    <a:pt x="327544" y="106953"/>
                  </a:lnTo>
                  <a:lnTo>
                    <a:pt x="328075" y="107638"/>
                  </a:lnTo>
                  <a:lnTo>
                    <a:pt x="328814" y="108434"/>
                  </a:lnTo>
                  <a:lnTo>
                    <a:pt x="329930" y="109558"/>
                  </a:lnTo>
                  <a:lnTo>
                    <a:pt x="330795" y="110441"/>
                  </a:lnTo>
                  <a:lnTo>
                    <a:pt x="331354" y="111118"/>
                  </a:lnTo>
                  <a:lnTo>
                    <a:pt x="331724" y="111807"/>
                  </a:lnTo>
                  <a:lnTo>
                    <a:pt x="332022" y="112726"/>
                  </a:lnTo>
                  <a:lnTo>
                    <a:pt x="332363" y="114092"/>
                  </a:lnTo>
                  <a:lnTo>
                    <a:pt x="332624" y="115062"/>
                  </a:lnTo>
                  <a:lnTo>
                    <a:pt x="332884" y="115807"/>
                  </a:lnTo>
                  <a:lnTo>
                    <a:pt x="333227" y="116419"/>
                  </a:lnTo>
                  <a:lnTo>
                    <a:pt x="333734" y="116989"/>
                  </a:lnTo>
                  <a:lnTo>
                    <a:pt x="334487" y="117611"/>
                  </a:lnTo>
                  <a:lnTo>
                    <a:pt x="335570" y="118376"/>
                  </a:lnTo>
                  <a:lnTo>
                    <a:pt x="337063" y="119378"/>
                  </a:lnTo>
                  <a:lnTo>
                    <a:pt x="337063" y="120442"/>
                  </a:lnTo>
                  <a:lnTo>
                    <a:pt x="337063" y="121509"/>
                  </a:lnTo>
                  <a:lnTo>
                    <a:pt x="337063" y="122581"/>
                  </a:lnTo>
                  <a:lnTo>
                    <a:pt x="337063" y="123660"/>
                  </a:lnTo>
                  <a:lnTo>
                    <a:pt x="337063" y="124750"/>
                  </a:lnTo>
                  <a:lnTo>
                    <a:pt x="338395" y="124750"/>
                  </a:lnTo>
                  <a:lnTo>
                    <a:pt x="339735" y="124750"/>
                  </a:lnTo>
                  <a:lnTo>
                    <a:pt x="341092" y="124750"/>
                  </a:lnTo>
                  <a:lnTo>
                    <a:pt x="341282" y="125890"/>
                  </a:lnTo>
                  <a:lnTo>
                    <a:pt x="341472" y="127031"/>
                  </a:lnTo>
                  <a:lnTo>
                    <a:pt x="341663" y="128175"/>
                  </a:lnTo>
                  <a:lnTo>
                    <a:pt x="341855" y="129323"/>
                  </a:lnTo>
                  <a:lnTo>
                    <a:pt x="342047" y="130477"/>
                  </a:lnTo>
                  <a:lnTo>
                    <a:pt x="342240" y="131638"/>
                  </a:lnTo>
                  <a:lnTo>
                    <a:pt x="342435" y="132807"/>
                  </a:lnTo>
                  <a:lnTo>
                    <a:pt x="343768" y="132807"/>
                  </a:lnTo>
                  <a:lnTo>
                    <a:pt x="345121" y="132807"/>
                  </a:lnTo>
                  <a:lnTo>
                    <a:pt x="345342" y="133916"/>
                  </a:lnTo>
                  <a:lnTo>
                    <a:pt x="345565" y="135026"/>
                  </a:lnTo>
                  <a:lnTo>
                    <a:pt x="345788" y="136139"/>
                  </a:lnTo>
                  <a:lnTo>
                    <a:pt x="346012" y="137259"/>
                  </a:lnTo>
                  <a:lnTo>
                    <a:pt x="346237" y="138386"/>
                  </a:lnTo>
                  <a:lnTo>
                    <a:pt x="346464" y="139522"/>
                  </a:lnTo>
                  <a:lnTo>
                    <a:pt x="347462" y="139854"/>
                  </a:lnTo>
                  <a:lnTo>
                    <a:pt x="348464" y="140188"/>
                  </a:lnTo>
                  <a:lnTo>
                    <a:pt x="349473" y="140524"/>
                  </a:lnTo>
                  <a:lnTo>
                    <a:pt x="350492" y="140865"/>
                  </a:lnTo>
                  <a:lnTo>
                    <a:pt x="351076" y="142152"/>
                  </a:lnTo>
                  <a:lnTo>
                    <a:pt x="351476" y="143097"/>
                  </a:lnTo>
                  <a:lnTo>
                    <a:pt x="351796" y="143978"/>
                  </a:lnTo>
                  <a:lnTo>
                    <a:pt x="352134" y="145072"/>
                  </a:lnTo>
                  <a:lnTo>
                    <a:pt x="352591" y="146656"/>
                  </a:lnTo>
                  <a:lnTo>
                    <a:pt x="353154" y="148577"/>
                  </a:lnTo>
                  <a:lnTo>
                    <a:pt x="353631" y="150191"/>
                  </a:lnTo>
                  <a:lnTo>
                    <a:pt x="354038" y="151537"/>
                  </a:lnTo>
                  <a:lnTo>
                    <a:pt x="354392" y="152657"/>
                  </a:lnTo>
                  <a:lnTo>
                    <a:pt x="354707" y="153591"/>
                  </a:lnTo>
                  <a:lnTo>
                    <a:pt x="355001" y="154379"/>
                  </a:lnTo>
                  <a:lnTo>
                    <a:pt x="355289" y="155063"/>
                  </a:lnTo>
                  <a:lnTo>
                    <a:pt x="355588" y="155681"/>
                  </a:lnTo>
                  <a:lnTo>
                    <a:pt x="355913" y="156276"/>
                  </a:lnTo>
                  <a:lnTo>
                    <a:pt x="356281" y="156888"/>
                  </a:lnTo>
                  <a:lnTo>
                    <a:pt x="356706" y="157556"/>
                  </a:lnTo>
                  <a:lnTo>
                    <a:pt x="357207" y="158322"/>
                  </a:lnTo>
                  <a:lnTo>
                    <a:pt x="358620" y="158816"/>
                  </a:lnTo>
                  <a:lnTo>
                    <a:pt x="359606" y="159133"/>
                  </a:lnTo>
                  <a:lnTo>
                    <a:pt x="360423" y="159337"/>
                  </a:lnTo>
                  <a:lnTo>
                    <a:pt x="361327" y="159493"/>
                  </a:lnTo>
                  <a:lnTo>
                    <a:pt x="362578" y="159665"/>
                  </a:lnTo>
                  <a:lnTo>
                    <a:pt x="362690" y="160386"/>
                  </a:lnTo>
                  <a:lnTo>
                    <a:pt x="363025" y="162566"/>
                  </a:lnTo>
                  <a:lnTo>
                    <a:pt x="363209" y="163667"/>
                  </a:lnTo>
                  <a:lnTo>
                    <a:pt x="363394" y="164754"/>
                  </a:lnTo>
                  <a:lnTo>
                    <a:pt x="363582" y="165827"/>
                  </a:lnTo>
                  <a:lnTo>
                    <a:pt x="363776" y="166889"/>
                  </a:lnTo>
                  <a:lnTo>
                    <a:pt x="363978" y="167939"/>
                  </a:lnTo>
                  <a:lnTo>
                    <a:pt x="364190" y="168981"/>
                  </a:lnTo>
                  <a:lnTo>
                    <a:pt x="364415" y="170015"/>
                  </a:lnTo>
                  <a:lnTo>
                    <a:pt x="364654" y="171043"/>
                  </a:lnTo>
                  <a:lnTo>
                    <a:pt x="364910" y="172066"/>
                  </a:lnTo>
                  <a:lnTo>
                    <a:pt x="365185" y="173086"/>
                  </a:lnTo>
                  <a:lnTo>
                    <a:pt x="365482" y="174105"/>
                  </a:lnTo>
                  <a:lnTo>
                    <a:pt x="365802" y="175123"/>
                  </a:lnTo>
                  <a:lnTo>
                    <a:pt x="366148" y="176142"/>
                  </a:lnTo>
                  <a:lnTo>
                    <a:pt x="366522" y="177164"/>
                  </a:lnTo>
                  <a:lnTo>
                    <a:pt x="366926" y="178190"/>
                  </a:lnTo>
                  <a:lnTo>
                    <a:pt x="367363" y="179221"/>
                  </a:lnTo>
                  <a:lnTo>
                    <a:pt x="367783" y="180273"/>
                  </a:lnTo>
                  <a:lnTo>
                    <a:pt x="368161" y="181318"/>
                  </a:lnTo>
                  <a:lnTo>
                    <a:pt x="368501" y="182360"/>
                  </a:lnTo>
                  <a:lnTo>
                    <a:pt x="368805" y="183399"/>
                  </a:lnTo>
                  <a:lnTo>
                    <a:pt x="369076" y="184437"/>
                  </a:lnTo>
                  <a:lnTo>
                    <a:pt x="369316" y="185475"/>
                  </a:lnTo>
                  <a:lnTo>
                    <a:pt x="369527" y="186514"/>
                  </a:lnTo>
                  <a:lnTo>
                    <a:pt x="369713" y="187555"/>
                  </a:lnTo>
                  <a:lnTo>
                    <a:pt x="369875" y="188601"/>
                  </a:lnTo>
                  <a:lnTo>
                    <a:pt x="370016" y="189651"/>
                  </a:lnTo>
                  <a:lnTo>
                    <a:pt x="370139" y="190709"/>
                  </a:lnTo>
                  <a:lnTo>
                    <a:pt x="370246" y="191774"/>
                  </a:lnTo>
                  <a:lnTo>
                    <a:pt x="370341" y="192849"/>
                  </a:lnTo>
                  <a:lnTo>
                    <a:pt x="370424" y="193934"/>
                  </a:lnTo>
                  <a:lnTo>
                    <a:pt x="370499" y="195031"/>
                  </a:lnTo>
                  <a:lnTo>
                    <a:pt x="370569" y="196141"/>
                  </a:lnTo>
                  <a:lnTo>
                    <a:pt x="370636" y="197266"/>
                  </a:lnTo>
                  <a:lnTo>
                    <a:pt x="371702" y="197484"/>
                  </a:lnTo>
                  <a:lnTo>
                    <a:pt x="372769" y="197696"/>
                  </a:lnTo>
                  <a:lnTo>
                    <a:pt x="373837" y="197903"/>
                  </a:lnTo>
                  <a:lnTo>
                    <a:pt x="374905" y="198106"/>
                  </a:lnTo>
                  <a:lnTo>
                    <a:pt x="375974" y="198304"/>
                  </a:lnTo>
                  <a:lnTo>
                    <a:pt x="377043" y="198498"/>
                  </a:lnTo>
                  <a:lnTo>
                    <a:pt x="378113" y="198689"/>
                  </a:lnTo>
                  <a:lnTo>
                    <a:pt x="379184" y="198875"/>
                  </a:lnTo>
                  <a:lnTo>
                    <a:pt x="380255" y="199059"/>
                  </a:lnTo>
                  <a:lnTo>
                    <a:pt x="381326" y="199240"/>
                  </a:lnTo>
                  <a:lnTo>
                    <a:pt x="382398" y="199418"/>
                  </a:lnTo>
                  <a:lnTo>
                    <a:pt x="383471" y="199594"/>
                  </a:lnTo>
                  <a:lnTo>
                    <a:pt x="384543" y="199769"/>
                  </a:lnTo>
                  <a:lnTo>
                    <a:pt x="385617" y="199941"/>
                  </a:lnTo>
                  <a:lnTo>
                    <a:pt x="386691" y="200113"/>
                  </a:lnTo>
                  <a:lnTo>
                    <a:pt x="387765" y="200283"/>
                  </a:lnTo>
                  <a:lnTo>
                    <a:pt x="388839" y="200453"/>
                  </a:lnTo>
                  <a:lnTo>
                    <a:pt x="389914" y="200623"/>
                  </a:lnTo>
                  <a:lnTo>
                    <a:pt x="391422" y="200912"/>
                  </a:lnTo>
                  <a:lnTo>
                    <a:pt x="392512" y="201145"/>
                  </a:lnTo>
                  <a:lnTo>
                    <a:pt x="393356" y="201378"/>
                  </a:lnTo>
                  <a:lnTo>
                    <a:pt x="394129" y="201667"/>
                  </a:lnTo>
                  <a:lnTo>
                    <a:pt x="395002" y="202068"/>
                  </a:lnTo>
                  <a:lnTo>
                    <a:pt x="396150" y="202637"/>
                  </a:lnTo>
                  <a:lnTo>
                    <a:pt x="396150" y="203970"/>
                  </a:lnTo>
                  <a:lnTo>
                    <a:pt x="396150" y="205323"/>
                  </a:lnTo>
                  <a:lnTo>
                    <a:pt x="397184" y="205323"/>
                  </a:lnTo>
                  <a:lnTo>
                    <a:pt x="398219" y="205323"/>
                  </a:lnTo>
                  <a:lnTo>
                    <a:pt x="399256" y="205323"/>
                  </a:lnTo>
                  <a:lnTo>
                    <a:pt x="400295" y="205323"/>
                  </a:lnTo>
                  <a:lnTo>
                    <a:pt x="401337" y="205323"/>
                  </a:lnTo>
                  <a:lnTo>
                    <a:pt x="402382" y="205323"/>
                  </a:lnTo>
                  <a:lnTo>
                    <a:pt x="403433" y="205323"/>
                  </a:lnTo>
                  <a:lnTo>
                    <a:pt x="404488" y="205323"/>
                  </a:lnTo>
                  <a:lnTo>
                    <a:pt x="405550" y="205323"/>
                  </a:lnTo>
                  <a:lnTo>
                    <a:pt x="405550" y="206387"/>
                  </a:lnTo>
                  <a:lnTo>
                    <a:pt x="405550" y="207454"/>
                  </a:lnTo>
                  <a:lnTo>
                    <a:pt x="405550" y="208525"/>
                  </a:lnTo>
                  <a:lnTo>
                    <a:pt x="405550" y="209605"/>
                  </a:lnTo>
                  <a:lnTo>
                    <a:pt x="405550" y="210695"/>
                  </a:lnTo>
                  <a:lnTo>
                    <a:pt x="404207" y="210970"/>
                  </a:lnTo>
                  <a:lnTo>
                    <a:pt x="402855" y="211247"/>
                  </a:lnTo>
                  <a:lnTo>
                    <a:pt x="401486" y="211528"/>
                  </a:lnTo>
                  <a:lnTo>
                    <a:pt x="400446" y="211746"/>
                  </a:lnTo>
                  <a:lnTo>
                    <a:pt x="399403" y="211964"/>
                  </a:lnTo>
                  <a:lnTo>
                    <a:pt x="398355" y="212182"/>
                  </a:lnTo>
                  <a:lnTo>
                    <a:pt x="397300" y="212402"/>
                  </a:lnTo>
                  <a:lnTo>
                    <a:pt x="396235" y="212624"/>
                  </a:lnTo>
                  <a:lnTo>
                    <a:pt x="395197" y="212839"/>
                  </a:lnTo>
                  <a:lnTo>
                    <a:pt x="394156" y="213055"/>
                  </a:lnTo>
                  <a:lnTo>
                    <a:pt x="393111" y="213272"/>
                  </a:lnTo>
                  <a:lnTo>
                    <a:pt x="392058" y="213490"/>
                  </a:lnTo>
                  <a:lnTo>
                    <a:pt x="390995" y="213711"/>
                  </a:lnTo>
                  <a:lnTo>
                    <a:pt x="388913" y="214216"/>
                  </a:lnTo>
                  <a:lnTo>
                    <a:pt x="387581" y="214590"/>
                  </a:lnTo>
                  <a:lnTo>
                    <a:pt x="386732" y="214948"/>
                  </a:lnTo>
                  <a:lnTo>
                    <a:pt x="386097" y="215403"/>
                  </a:lnTo>
                  <a:lnTo>
                    <a:pt x="385407" y="216066"/>
                  </a:lnTo>
                  <a:lnTo>
                    <a:pt x="384257" y="216086"/>
                  </a:lnTo>
                  <a:lnTo>
                    <a:pt x="383106" y="216100"/>
                  </a:lnTo>
                  <a:lnTo>
                    <a:pt x="381955" y="216107"/>
                  </a:lnTo>
                  <a:lnTo>
                    <a:pt x="380803" y="216108"/>
                  </a:lnTo>
                  <a:lnTo>
                    <a:pt x="379652" y="216101"/>
                  </a:lnTo>
                  <a:lnTo>
                    <a:pt x="378501" y="216087"/>
                  </a:lnTo>
                  <a:lnTo>
                    <a:pt x="377350" y="216066"/>
                  </a:lnTo>
                  <a:lnTo>
                    <a:pt x="377670" y="217195"/>
                  </a:lnTo>
                  <a:lnTo>
                    <a:pt x="377996" y="218341"/>
                  </a:lnTo>
                  <a:lnTo>
                    <a:pt x="378224" y="219426"/>
                  </a:lnTo>
                  <a:lnTo>
                    <a:pt x="378419" y="220498"/>
                  </a:lnTo>
                  <a:lnTo>
                    <a:pt x="378583" y="221562"/>
                  </a:lnTo>
                  <a:lnTo>
                    <a:pt x="378720" y="222621"/>
                  </a:lnTo>
                  <a:lnTo>
                    <a:pt x="378834" y="223681"/>
                  </a:lnTo>
                  <a:lnTo>
                    <a:pt x="378927" y="224747"/>
                  </a:lnTo>
                  <a:lnTo>
                    <a:pt x="379003" y="225822"/>
                  </a:lnTo>
                  <a:lnTo>
                    <a:pt x="379066" y="226912"/>
                  </a:lnTo>
                  <a:lnTo>
                    <a:pt x="379119" y="228020"/>
                  </a:lnTo>
                  <a:lnTo>
                    <a:pt x="379144" y="228597"/>
                  </a:lnTo>
                  <a:lnTo>
                    <a:pt x="379188" y="229613"/>
                  </a:lnTo>
                  <a:lnTo>
                    <a:pt x="379289" y="231939"/>
                  </a:lnTo>
                  <a:lnTo>
                    <a:pt x="379329" y="232975"/>
                  </a:lnTo>
                  <a:lnTo>
                    <a:pt x="379369" y="234016"/>
                  </a:lnTo>
                  <a:lnTo>
                    <a:pt x="379409" y="235064"/>
                  </a:lnTo>
                  <a:lnTo>
                    <a:pt x="379449" y="236125"/>
                  </a:lnTo>
                  <a:lnTo>
                    <a:pt x="379467" y="236594"/>
                  </a:lnTo>
                  <a:lnTo>
                    <a:pt x="379491" y="237201"/>
                  </a:lnTo>
                  <a:lnTo>
                    <a:pt x="379536" y="238352"/>
                  </a:lnTo>
                  <a:lnTo>
                    <a:pt x="379618" y="240451"/>
                  </a:lnTo>
                  <a:lnTo>
                    <a:pt x="379707" y="242900"/>
                  </a:lnTo>
                  <a:lnTo>
                    <a:pt x="379793" y="245264"/>
                  </a:lnTo>
                  <a:lnTo>
                    <a:pt x="379876" y="247545"/>
                  </a:lnTo>
                  <a:lnTo>
                    <a:pt x="379955" y="249747"/>
                  </a:lnTo>
                  <a:lnTo>
                    <a:pt x="380031" y="251870"/>
                  </a:lnTo>
                  <a:lnTo>
                    <a:pt x="380104" y="253916"/>
                  </a:lnTo>
                  <a:lnTo>
                    <a:pt x="380172" y="255888"/>
                  </a:lnTo>
                  <a:lnTo>
                    <a:pt x="380238" y="257787"/>
                  </a:lnTo>
                  <a:lnTo>
                    <a:pt x="380299" y="259614"/>
                  </a:lnTo>
                  <a:lnTo>
                    <a:pt x="380357" y="261373"/>
                  </a:lnTo>
                  <a:lnTo>
                    <a:pt x="380411" y="263064"/>
                  </a:lnTo>
                  <a:lnTo>
                    <a:pt x="380461" y="264689"/>
                  </a:lnTo>
                  <a:lnTo>
                    <a:pt x="380507" y="266251"/>
                  </a:lnTo>
                  <a:lnTo>
                    <a:pt x="380550" y="267751"/>
                  </a:lnTo>
                  <a:lnTo>
                    <a:pt x="380588" y="269191"/>
                  </a:lnTo>
                  <a:lnTo>
                    <a:pt x="380621" y="270573"/>
                  </a:lnTo>
                  <a:lnTo>
                    <a:pt x="380651" y="271899"/>
                  </a:lnTo>
                  <a:lnTo>
                    <a:pt x="380676" y="273170"/>
                  </a:lnTo>
                  <a:lnTo>
                    <a:pt x="380697" y="274389"/>
                  </a:lnTo>
                  <a:lnTo>
                    <a:pt x="380714" y="275557"/>
                  </a:lnTo>
                  <a:lnTo>
                    <a:pt x="380726" y="276676"/>
                  </a:lnTo>
                  <a:lnTo>
                    <a:pt x="380733" y="277748"/>
                  </a:lnTo>
                  <a:lnTo>
                    <a:pt x="380736" y="278775"/>
                  </a:lnTo>
                  <a:lnTo>
                    <a:pt x="380734" y="279759"/>
                  </a:lnTo>
                  <a:lnTo>
                    <a:pt x="380727" y="280701"/>
                  </a:lnTo>
                  <a:lnTo>
                    <a:pt x="380715" y="281604"/>
                  </a:lnTo>
                  <a:lnTo>
                    <a:pt x="380698" y="282469"/>
                  </a:lnTo>
                  <a:lnTo>
                    <a:pt x="380677" y="283298"/>
                  </a:lnTo>
                  <a:lnTo>
                    <a:pt x="380650" y="284093"/>
                  </a:lnTo>
                  <a:lnTo>
                    <a:pt x="380618" y="284856"/>
                  </a:lnTo>
                  <a:lnTo>
                    <a:pt x="380581" y="285589"/>
                  </a:lnTo>
                  <a:lnTo>
                    <a:pt x="380538" y="286293"/>
                  </a:lnTo>
                  <a:lnTo>
                    <a:pt x="380491" y="286970"/>
                  </a:lnTo>
                  <a:lnTo>
                    <a:pt x="380437" y="287623"/>
                  </a:lnTo>
                  <a:lnTo>
                    <a:pt x="380379" y="288253"/>
                  </a:lnTo>
                  <a:lnTo>
                    <a:pt x="380314" y="288861"/>
                  </a:lnTo>
                  <a:lnTo>
                    <a:pt x="380244" y="289451"/>
                  </a:lnTo>
                  <a:lnTo>
                    <a:pt x="380169" y="290023"/>
                  </a:lnTo>
                  <a:lnTo>
                    <a:pt x="380087" y="290579"/>
                  </a:lnTo>
                  <a:lnTo>
                    <a:pt x="380000" y="291122"/>
                  </a:lnTo>
                  <a:lnTo>
                    <a:pt x="379907" y="291653"/>
                  </a:lnTo>
                  <a:lnTo>
                    <a:pt x="379808" y="292174"/>
                  </a:lnTo>
                  <a:lnTo>
                    <a:pt x="379703" y="292687"/>
                  </a:lnTo>
                  <a:lnTo>
                    <a:pt x="379591" y="293194"/>
                  </a:lnTo>
                  <a:lnTo>
                    <a:pt x="379474" y="293696"/>
                  </a:lnTo>
                  <a:lnTo>
                    <a:pt x="379350" y="294196"/>
                  </a:lnTo>
                  <a:lnTo>
                    <a:pt x="379220" y="294695"/>
                  </a:lnTo>
                  <a:lnTo>
                    <a:pt x="379083" y="295195"/>
                  </a:lnTo>
                  <a:lnTo>
                    <a:pt x="378940" y="295698"/>
                  </a:lnTo>
                  <a:lnTo>
                    <a:pt x="378791" y="296207"/>
                  </a:lnTo>
                  <a:lnTo>
                    <a:pt x="378634" y="296721"/>
                  </a:lnTo>
                  <a:lnTo>
                    <a:pt x="378472" y="297245"/>
                  </a:lnTo>
                  <a:lnTo>
                    <a:pt x="378302" y="297778"/>
                  </a:lnTo>
                  <a:lnTo>
                    <a:pt x="378125" y="298324"/>
                  </a:lnTo>
                  <a:lnTo>
                    <a:pt x="377942" y="298884"/>
                  </a:lnTo>
                  <a:lnTo>
                    <a:pt x="377752" y="299460"/>
                  </a:lnTo>
                  <a:lnTo>
                    <a:pt x="377554" y="300054"/>
                  </a:lnTo>
                  <a:lnTo>
                    <a:pt x="377350" y="300668"/>
                  </a:lnTo>
                  <a:lnTo>
                    <a:pt x="376018" y="300668"/>
                  </a:lnTo>
                  <a:lnTo>
                    <a:pt x="374664" y="300668"/>
                  </a:lnTo>
                  <a:lnTo>
                    <a:pt x="374614" y="301723"/>
                  </a:lnTo>
                  <a:lnTo>
                    <a:pt x="374564" y="302786"/>
                  </a:lnTo>
                  <a:lnTo>
                    <a:pt x="374512" y="303862"/>
                  </a:lnTo>
                  <a:lnTo>
                    <a:pt x="374446" y="304921"/>
                  </a:lnTo>
                  <a:lnTo>
                    <a:pt x="374380" y="305984"/>
                  </a:lnTo>
                  <a:lnTo>
                    <a:pt x="374313" y="307055"/>
                  </a:lnTo>
                  <a:lnTo>
                    <a:pt x="374245" y="308138"/>
                  </a:lnTo>
                  <a:lnTo>
                    <a:pt x="374187" y="309178"/>
                  </a:lnTo>
                  <a:lnTo>
                    <a:pt x="374128" y="310223"/>
                  </a:lnTo>
                  <a:lnTo>
                    <a:pt x="374069" y="311275"/>
                  </a:lnTo>
                  <a:lnTo>
                    <a:pt x="374009" y="312339"/>
                  </a:lnTo>
                  <a:lnTo>
                    <a:pt x="373778" y="313814"/>
                  </a:lnTo>
                  <a:lnTo>
                    <a:pt x="373580" y="314975"/>
                  </a:lnTo>
                  <a:lnTo>
                    <a:pt x="373382" y="315924"/>
                  </a:lnTo>
                  <a:lnTo>
                    <a:pt x="373153" y="316763"/>
                  </a:lnTo>
                  <a:lnTo>
                    <a:pt x="372861" y="317595"/>
                  </a:lnTo>
                  <a:lnTo>
                    <a:pt x="372474" y="318523"/>
                  </a:lnTo>
                  <a:lnTo>
                    <a:pt x="371960" y="319648"/>
                  </a:lnTo>
                  <a:lnTo>
                    <a:pt x="371287" y="321073"/>
                  </a:lnTo>
                  <a:lnTo>
                    <a:pt x="370841" y="322106"/>
                  </a:lnTo>
                  <a:lnTo>
                    <a:pt x="370448" y="323142"/>
                  </a:lnTo>
                  <a:lnTo>
                    <a:pt x="370105" y="324181"/>
                  </a:lnTo>
                  <a:lnTo>
                    <a:pt x="369808" y="325224"/>
                  </a:lnTo>
                  <a:lnTo>
                    <a:pt x="369553" y="326270"/>
                  </a:lnTo>
                  <a:lnTo>
                    <a:pt x="369339" y="327319"/>
                  </a:lnTo>
                  <a:lnTo>
                    <a:pt x="369161" y="328372"/>
                  </a:lnTo>
                  <a:lnTo>
                    <a:pt x="369016" y="329430"/>
                  </a:lnTo>
                  <a:lnTo>
                    <a:pt x="368901" y="330491"/>
                  </a:lnTo>
                  <a:lnTo>
                    <a:pt x="368813" y="331557"/>
                  </a:lnTo>
                  <a:lnTo>
                    <a:pt x="368749" y="332628"/>
                  </a:lnTo>
                  <a:lnTo>
                    <a:pt x="368706" y="333703"/>
                  </a:lnTo>
                  <a:lnTo>
                    <a:pt x="368680" y="334783"/>
                  </a:lnTo>
                  <a:lnTo>
                    <a:pt x="368668" y="335868"/>
                  </a:lnTo>
                  <a:lnTo>
                    <a:pt x="368666" y="336958"/>
                  </a:lnTo>
                  <a:lnTo>
                    <a:pt x="368673" y="338053"/>
                  </a:lnTo>
                  <a:lnTo>
                    <a:pt x="368684" y="339155"/>
                  </a:lnTo>
                  <a:lnTo>
                    <a:pt x="368696" y="340262"/>
                  </a:lnTo>
                  <a:lnTo>
                    <a:pt x="368706" y="341374"/>
                  </a:lnTo>
                  <a:lnTo>
                    <a:pt x="368679" y="342694"/>
                  </a:lnTo>
                  <a:lnTo>
                    <a:pt x="368652" y="344022"/>
                  </a:lnTo>
                  <a:lnTo>
                    <a:pt x="368624" y="345368"/>
                  </a:lnTo>
                  <a:lnTo>
                    <a:pt x="368635" y="346495"/>
                  </a:lnTo>
                  <a:lnTo>
                    <a:pt x="368665" y="347601"/>
                  </a:lnTo>
                  <a:lnTo>
                    <a:pt x="368715" y="348687"/>
                  </a:lnTo>
                  <a:lnTo>
                    <a:pt x="368785" y="349754"/>
                  </a:lnTo>
                  <a:lnTo>
                    <a:pt x="368875" y="350803"/>
                  </a:lnTo>
                  <a:lnTo>
                    <a:pt x="368984" y="351838"/>
                  </a:lnTo>
                  <a:lnTo>
                    <a:pt x="369112" y="352858"/>
                  </a:lnTo>
                  <a:lnTo>
                    <a:pt x="369260" y="353865"/>
                  </a:lnTo>
                  <a:lnTo>
                    <a:pt x="369427" y="354861"/>
                  </a:lnTo>
                  <a:lnTo>
                    <a:pt x="369613" y="355848"/>
                  </a:lnTo>
                  <a:lnTo>
                    <a:pt x="369819" y="356826"/>
                  </a:lnTo>
                  <a:lnTo>
                    <a:pt x="370043" y="357798"/>
                  </a:lnTo>
                  <a:lnTo>
                    <a:pt x="370287" y="358765"/>
                  </a:lnTo>
                  <a:lnTo>
                    <a:pt x="370549" y="359727"/>
                  </a:lnTo>
                  <a:lnTo>
                    <a:pt x="370830" y="360688"/>
                  </a:lnTo>
                  <a:lnTo>
                    <a:pt x="371130" y="361648"/>
                  </a:lnTo>
                  <a:lnTo>
                    <a:pt x="371449" y="362608"/>
                  </a:lnTo>
                  <a:lnTo>
                    <a:pt x="371787" y="363571"/>
                  </a:lnTo>
                  <a:lnTo>
                    <a:pt x="372142" y="364537"/>
                  </a:lnTo>
                  <a:lnTo>
                    <a:pt x="372517" y="365509"/>
                  </a:lnTo>
                  <a:lnTo>
                    <a:pt x="372910" y="366487"/>
                  </a:lnTo>
                  <a:lnTo>
                    <a:pt x="373321" y="367474"/>
                  </a:lnTo>
                  <a:lnTo>
                    <a:pt x="373751" y="368470"/>
                  </a:lnTo>
                  <a:lnTo>
                    <a:pt x="374198" y="369478"/>
                  </a:lnTo>
                  <a:lnTo>
                    <a:pt x="374664" y="370498"/>
                  </a:lnTo>
                  <a:lnTo>
                    <a:pt x="374997" y="371495"/>
                  </a:lnTo>
                  <a:lnTo>
                    <a:pt x="375331" y="372497"/>
                  </a:lnTo>
                  <a:lnTo>
                    <a:pt x="375667" y="373506"/>
                  </a:lnTo>
                  <a:lnTo>
                    <a:pt x="376007" y="374526"/>
                  </a:lnTo>
                  <a:lnTo>
                    <a:pt x="377340" y="374526"/>
                  </a:lnTo>
                  <a:lnTo>
                    <a:pt x="378693" y="374526"/>
                  </a:lnTo>
                  <a:lnTo>
                    <a:pt x="378989" y="375560"/>
                  </a:lnTo>
                  <a:lnTo>
                    <a:pt x="379285" y="376595"/>
                  </a:lnTo>
                  <a:lnTo>
                    <a:pt x="379581" y="377632"/>
                  </a:lnTo>
                  <a:lnTo>
                    <a:pt x="379877" y="378671"/>
                  </a:lnTo>
                  <a:lnTo>
                    <a:pt x="380175" y="379712"/>
                  </a:lnTo>
                  <a:lnTo>
                    <a:pt x="380474" y="380758"/>
                  </a:lnTo>
                  <a:lnTo>
                    <a:pt x="380774" y="381809"/>
                  </a:lnTo>
                  <a:lnTo>
                    <a:pt x="381075" y="382864"/>
                  </a:lnTo>
                  <a:lnTo>
                    <a:pt x="381379" y="383926"/>
                  </a:lnTo>
                  <a:lnTo>
                    <a:pt x="382712" y="383926"/>
                  </a:lnTo>
                  <a:lnTo>
                    <a:pt x="384064" y="383926"/>
                  </a:lnTo>
                  <a:lnTo>
                    <a:pt x="384064" y="385257"/>
                  </a:lnTo>
                  <a:lnTo>
                    <a:pt x="384064" y="386597"/>
                  </a:lnTo>
                  <a:lnTo>
                    <a:pt x="384064" y="387955"/>
                  </a:lnTo>
                  <a:lnTo>
                    <a:pt x="384667" y="388207"/>
                  </a:lnTo>
                  <a:lnTo>
                    <a:pt x="386483" y="388968"/>
                  </a:lnTo>
                  <a:lnTo>
                    <a:pt x="387547" y="389608"/>
                  </a:lnTo>
                  <a:lnTo>
                    <a:pt x="388498" y="390258"/>
                  </a:lnTo>
                  <a:lnTo>
                    <a:pt x="389357" y="390928"/>
                  </a:lnTo>
                  <a:lnTo>
                    <a:pt x="390144" y="391627"/>
                  </a:lnTo>
                  <a:lnTo>
                    <a:pt x="390880" y="392367"/>
                  </a:lnTo>
                  <a:lnTo>
                    <a:pt x="391584" y="393157"/>
                  </a:lnTo>
                  <a:lnTo>
                    <a:pt x="392278" y="394007"/>
                  </a:lnTo>
                  <a:lnTo>
                    <a:pt x="392982" y="394927"/>
                  </a:lnTo>
                  <a:lnTo>
                    <a:pt x="393717" y="395928"/>
                  </a:lnTo>
                  <a:lnTo>
                    <a:pt x="394401" y="396855"/>
                  </a:lnTo>
                  <a:lnTo>
                    <a:pt x="395090" y="397789"/>
                  </a:lnTo>
                  <a:lnTo>
                    <a:pt x="395789" y="398734"/>
                  </a:lnTo>
                  <a:lnTo>
                    <a:pt x="396424" y="399727"/>
                  </a:lnTo>
                  <a:lnTo>
                    <a:pt x="396903" y="400512"/>
                  </a:lnTo>
                  <a:lnTo>
                    <a:pt x="397281" y="401207"/>
                  </a:lnTo>
                  <a:lnTo>
                    <a:pt x="397610" y="401927"/>
                  </a:lnTo>
                  <a:lnTo>
                    <a:pt x="397943" y="402790"/>
                  </a:lnTo>
                  <a:lnTo>
                    <a:pt x="398334" y="403913"/>
                  </a:lnTo>
                  <a:lnTo>
                    <a:pt x="398836" y="405413"/>
                  </a:lnTo>
                  <a:lnTo>
                    <a:pt x="400169" y="405413"/>
                  </a:lnTo>
                  <a:lnTo>
                    <a:pt x="401522" y="405413"/>
                  </a:lnTo>
                  <a:lnTo>
                    <a:pt x="402527" y="406391"/>
                  </a:lnTo>
                  <a:lnTo>
                    <a:pt x="403249" y="407115"/>
                  </a:lnTo>
                  <a:lnTo>
                    <a:pt x="403887" y="407804"/>
                  </a:lnTo>
                  <a:lnTo>
                    <a:pt x="404643" y="408675"/>
                  </a:lnTo>
                  <a:lnTo>
                    <a:pt x="405720" y="409945"/>
                  </a:lnTo>
                  <a:lnTo>
                    <a:pt x="406443" y="410787"/>
                  </a:lnTo>
                  <a:lnTo>
                    <a:pt x="407172" y="411635"/>
                  </a:lnTo>
                  <a:lnTo>
                    <a:pt x="407911" y="412494"/>
                  </a:lnTo>
                  <a:lnTo>
                    <a:pt x="408725" y="413647"/>
                  </a:lnTo>
                  <a:lnTo>
                    <a:pt x="409219" y="414484"/>
                  </a:lnTo>
                  <a:lnTo>
                    <a:pt x="409472" y="415244"/>
                  </a:lnTo>
                  <a:lnTo>
                    <a:pt x="409566" y="416169"/>
                  </a:lnTo>
                  <a:lnTo>
                    <a:pt x="409579" y="417499"/>
                  </a:lnTo>
                  <a:lnTo>
                    <a:pt x="410578" y="417831"/>
                  </a:lnTo>
                  <a:lnTo>
                    <a:pt x="411579" y="418165"/>
                  </a:lnTo>
                  <a:lnTo>
                    <a:pt x="412588" y="418501"/>
                  </a:lnTo>
                  <a:lnTo>
                    <a:pt x="413608" y="418841"/>
                  </a:lnTo>
                  <a:lnTo>
                    <a:pt x="414156" y="419910"/>
                  </a:lnTo>
                  <a:lnTo>
                    <a:pt x="414699" y="420982"/>
                  </a:lnTo>
                  <a:lnTo>
                    <a:pt x="415235" y="422056"/>
                  </a:lnTo>
                  <a:lnTo>
                    <a:pt x="415767" y="423133"/>
                  </a:lnTo>
                  <a:lnTo>
                    <a:pt x="416294" y="424213"/>
                  </a:lnTo>
                  <a:lnTo>
                    <a:pt x="417181" y="425045"/>
                  </a:lnTo>
                  <a:lnTo>
                    <a:pt x="418074" y="425882"/>
                  </a:lnTo>
                  <a:lnTo>
                    <a:pt x="418979" y="426731"/>
                  </a:lnTo>
                  <a:lnTo>
                    <a:pt x="419977" y="427800"/>
                  </a:lnTo>
                  <a:lnTo>
                    <a:pt x="420716" y="428642"/>
                  </a:lnTo>
                  <a:lnTo>
                    <a:pt x="421263" y="429382"/>
                  </a:lnTo>
                  <a:lnTo>
                    <a:pt x="421689" y="430143"/>
                  </a:lnTo>
                  <a:lnTo>
                    <a:pt x="422061" y="431047"/>
                  </a:lnTo>
                  <a:lnTo>
                    <a:pt x="422450" y="432219"/>
                  </a:lnTo>
                  <a:lnTo>
                    <a:pt x="422925" y="433781"/>
                  </a:lnTo>
                  <a:lnTo>
                    <a:pt x="423396" y="435057"/>
                  </a:lnTo>
                  <a:lnTo>
                    <a:pt x="423870" y="436341"/>
                  </a:lnTo>
                  <a:lnTo>
                    <a:pt x="424351" y="437642"/>
                  </a:lnTo>
                  <a:lnTo>
                    <a:pt x="425468" y="438093"/>
                  </a:lnTo>
                  <a:lnTo>
                    <a:pt x="426587" y="438543"/>
                  </a:lnTo>
                  <a:lnTo>
                    <a:pt x="427706" y="438992"/>
                  </a:lnTo>
                  <a:lnTo>
                    <a:pt x="428825" y="439438"/>
                  </a:lnTo>
                  <a:lnTo>
                    <a:pt x="429945" y="439884"/>
                  </a:lnTo>
                  <a:lnTo>
                    <a:pt x="431065" y="440328"/>
                  </a:lnTo>
                  <a:lnTo>
                    <a:pt x="432499" y="441923"/>
                  </a:lnTo>
                  <a:lnTo>
                    <a:pt x="433712" y="443286"/>
                  </a:lnTo>
                  <a:lnTo>
                    <a:pt x="434723" y="444450"/>
                  </a:lnTo>
                  <a:lnTo>
                    <a:pt x="435552" y="445448"/>
                  </a:lnTo>
                  <a:lnTo>
                    <a:pt x="436215" y="446314"/>
                  </a:lnTo>
                  <a:lnTo>
                    <a:pt x="436731" y="447079"/>
                  </a:lnTo>
                  <a:lnTo>
                    <a:pt x="437120" y="447778"/>
                  </a:lnTo>
                  <a:lnTo>
                    <a:pt x="437398" y="448443"/>
                  </a:lnTo>
                  <a:lnTo>
                    <a:pt x="437584" y="449107"/>
                  </a:lnTo>
                  <a:lnTo>
                    <a:pt x="437697" y="449803"/>
                  </a:lnTo>
                  <a:lnTo>
                    <a:pt x="437755" y="450564"/>
                  </a:lnTo>
                  <a:lnTo>
                    <a:pt x="437777" y="451423"/>
                  </a:lnTo>
                  <a:lnTo>
                    <a:pt x="437780" y="452413"/>
                  </a:lnTo>
                  <a:lnTo>
                    <a:pt x="438778" y="452746"/>
                  </a:lnTo>
                  <a:lnTo>
                    <a:pt x="439780" y="453080"/>
                  </a:lnTo>
                  <a:lnTo>
                    <a:pt x="440789" y="453416"/>
                  </a:lnTo>
                  <a:lnTo>
                    <a:pt x="441808" y="453756"/>
                  </a:lnTo>
                  <a:lnTo>
                    <a:pt x="441808" y="455087"/>
                  </a:lnTo>
                  <a:lnTo>
                    <a:pt x="441808" y="456427"/>
                  </a:lnTo>
                  <a:lnTo>
                    <a:pt x="441808" y="457785"/>
                  </a:lnTo>
                  <a:lnTo>
                    <a:pt x="443142" y="457785"/>
                  </a:lnTo>
                  <a:lnTo>
                    <a:pt x="444494" y="457785"/>
                  </a:lnTo>
                  <a:lnTo>
                    <a:pt x="444494" y="458849"/>
                  </a:lnTo>
                  <a:lnTo>
                    <a:pt x="444494" y="459916"/>
                  </a:lnTo>
                  <a:lnTo>
                    <a:pt x="444494" y="460987"/>
                  </a:lnTo>
                  <a:lnTo>
                    <a:pt x="444494" y="462067"/>
                  </a:lnTo>
                  <a:lnTo>
                    <a:pt x="444494" y="463157"/>
                  </a:lnTo>
                  <a:lnTo>
                    <a:pt x="443311" y="462956"/>
                  </a:lnTo>
                  <a:lnTo>
                    <a:pt x="442221" y="462749"/>
                  </a:lnTo>
                  <a:lnTo>
                    <a:pt x="441208" y="462527"/>
                  </a:lnTo>
                  <a:lnTo>
                    <a:pt x="440253" y="462281"/>
                  </a:lnTo>
                  <a:lnTo>
                    <a:pt x="439340" y="462001"/>
                  </a:lnTo>
                  <a:lnTo>
                    <a:pt x="438450" y="461680"/>
                  </a:lnTo>
                  <a:lnTo>
                    <a:pt x="437567" y="461307"/>
                  </a:lnTo>
                  <a:lnTo>
                    <a:pt x="436673" y="460874"/>
                  </a:lnTo>
                  <a:lnTo>
                    <a:pt x="435750" y="460373"/>
                  </a:lnTo>
                  <a:lnTo>
                    <a:pt x="434782" y="459794"/>
                  </a:lnTo>
                  <a:lnTo>
                    <a:pt x="433751" y="459128"/>
                  </a:lnTo>
                  <a:lnTo>
                    <a:pt x="432659" y="457507"/>
                  </a:lnTo>
                  <a:lnTo>
                    <a:pt x="431785" y="456188"/>
                  </a:lnTo>
                  <a:lnTo>
                    <a:pt x="431104" y="455114"/>
                  </a:lnTo>
                  <a:lnTo>
                    <a:pt x="430593" y="454229"/>
                  </a:lnTo>
                  <a:lnTo>
                    <a:pt x="430226" y="453477"/>
                  </a:lnTo>
                  <a:lnTo>
                    <a:pt x="429980" y="452801"/>
                  </a:lnTo>
                  <a:lnTo>
                    <a:pt x="429831" y="452144"/>
                  </a:lnTo>
                  <a:lnTo>
                    <a:pt x="429755" y="451450"/>
                  </a:lnTo>
                  <a:lnTo>
                    <a:pt x="429726" y="450664"/>
                  </a:lnTo>
                  <a:lnTo>
                    <a:pt x="429722" y="449728"/>
                  </a:lnTo>
                  <a:lnTo>
                    <a:pt x="428515" y="449186"/>
                  </a:lnTo>
                  <a:lnTo>
                    <a:pt x="427289" y="448636"/>
                  </a:lnTo>
                  <a:lnTo>
                    <a:pt x="426225" y="448041"/>
                  </a:lnTo>
                  <a:lnTo>
                    <a:pt x="425246" y="447448"/>
                  </a:lnTo>
                  <a:lnTo>
                    <a:pt x="424337" y="446843"/>
                  </a:lnTo>
                  <a:lnTo>
                    <a:pt x="423483" y="446206"/>
                  </a:lnTo>
                  <a:lnTo>
                    <a:pt x="422669" y="445522"/>
                  </a:lnTo>
                  <a:lnTo>
                    <a:pt x="421881" y="444773"/>
                  </a:lnTo>
                  <a:lnTo>
                    <a:pt x="421103" y="443943"/>
                  </a:lnTo>
                  <a:lnTo>
                    <a:pt x="420322" y="443013"/>
                  </a:lnTo>
                  <a:lnTo>
                    <a:pt x="420322" y="441682"/>
                  </a:lnTo>
                  <a:lnTo>
                    <a:pt x="420322" y="440342"/>
                  </a:lnTo>
                  <a:lnTo>
                    <a:pt x="420322" y="438985"/>
                  </a:lnTo>
                  <a:lnTo>
                    <a:pt x="418991" y="438985"/>
                  </a:lnTo>
                  <a:lnTo>
                    <a:pt x="417651" y="438985"/>
                  </a:lnTo>
                  <a:lnTo>
                    <a:pt x="416294" y="438985"/>
                  </a:lnTo>
                  <a:lnTo>
                    <a:pt x="415494" y="437778"/>
                  </a:lnTo>
                  <a:lnTo>
                    <a:pt x="414871" y="436793"/>
                  </a:lnTo>
                  <a:lnTo>
                    <a:pt x="414404" y="435951"/>
                  </a:lnTo>
                  <a:lnTo>
                    <a:pt x="414068" y="435175"/>
                  </a:lnTo>
                  <a:lnTo>
                    <a:pt x="413844" y="434389"/>
                  </a:lnTo>
                  <a:lnTo>
                    <a:pt x="413707" y="433514"/>
                  </a:lnTo>
                  <a:lnTo>
                    <a:pt x="413637" y="432473"/>
                  </a:lnTo>
                  <a:lnTo>
                    <a:pt x="413611" y="431189"/>
                  </a:lnTo>
                  <a:lnTo>
                    <a:pt x="413608" y="429584"/>
                  </a:lnTo>
                  <a:lnTo>
                    <a:pt x="412544" y="429052"/>
                  </a:lnTo>
                  <a:lnTo>
                    <a:pt x="411478" y="428519"/>
                  </a:lnTo>
                  <a:lnTo>
                    <a:pt x="410406" y="427983"/>
                  </a:lnTo>
                  <a:lnTo>
                    <a:pt x="409327" y="427444"/>
                  </a:lnTo>
                  <a:lnTo>
                    <a:pt x="408236" y="426899"/>
                  </a:lnTo>
                  <a:lnTo>
                    <a:pt x="408236" y="425568"/>
                  </a:lnTo>
                  <a:lnTo>
                    <a:pt x="408236" y="424228"/>
                  </a:lnTo>
                  <a:lnTo>
                    <a:pt x="408236" y="422870"/>
                  </a:lnTo>
                  <a:lnTo>
                    <a:pt x="407694" y="422747"/>
                  </a:lnTo>
                  <a:lnTo>
                    <a:pt x="406736" y="422529"/>
                  </a:lnTo>
                  <a:lnTo>
                    <a:pt x="404543" y="422031"/>
                  </a:lnTo>
                  <a:lnTo>
                    <a:pt x="403355" y="421495"/>
                  </a:lnTo>
                  <a:lnTo>
                    <a:pt x="402293" y="420945"/>
                  </a:lnTo>
                  <a:lnTo>
                    <a:pt x="401343" y="420376"/>
                  </a:lnTo>
                  <a:lnTo>
                    <a:pt x="400491" y="419780"/>
                  </a:lnTo>
                  <a:lnTo>
                    <a:pt x="399721" y="419150"/>
                  </a:lnTo>
                  <a:lnTo>
                    <a:pt x="399019" y="418481"/>
                  </a:lnTo>
                  <a:lnTo>
                    <a:pt x="398371" y="417765"/>
                  </a:lnTo>
                  <a:lnTo>
                    <a:pt x="397763" y="416997"/>
                  </a:lnTo>
                  <a:lnTo>
                    <a:pt x="397180" y="416168"/>
                  </a:lnTo>
                  <a:lnTo>
                    <a:pt x="396607" y="415274"/>
                  </a:lnTo>
                  <a:lnTo>
                    <a:pt x="396030" y="414306"/>
                  </a:lnTo>
                  <a:lnTo>
                    <a:pt x="395435" y="413260"/>
                  </a:lnTo>
                  <a:lnTo>
                    <a:pt x="394807" y="412127"/>
                  </a:lnTo>
                  <a:lnTo>
                    <a:pt x="394475" y="411129"/>
                  </a:lnTo>
                  <a:lnTo>
                    <a:pt x="394142" y="410128"/>
                  </a:lnTo>
                  <a:lnTo>
                    <a:pt x="393805" y="409119"/>
                  </a:lnTo>
                  <a:lnTo>
                    <a:pt x="393465" y="408098"/>
                  </a:lnTo>
                  <a:lnTo>
                    <a:pt x="392397" y="407806"/>
                  </a:lnTo>
                  <a:lnTo>
                    <a:pt x="391325" y="407527"/>
                  </a:lnTo>
                  <a:lnTo>
                    <a:pt x="390250" y="407260"/>
                  </a:lnTo>
                  <a:lnTo>
                    <a:pt x="389173" y="407003"/>
                  </a:lnTo>
                  <a:lnTo>
                    <a:pt x="388093" y="406755"/>
                  </a:lnTo>
                  <a:lnTo>
                    <a:pt x="386950" y="406007"/>
                  </a:lnTo>
                  <a:lnTo>
                    <a:pt x="386104" y="405444"/>
                  </a:lnTo>
                  <a:lnTo>
                    <a:pt x="385408" y="404958"/>
                  </a:lnTo>
                  <a:lnTo>
                    <a:pt x="384712" y="404443"/>
                  </a:lnTo>
                  <a:lnTo>
                    <a:pt x="383866" y="403791"/>
                  </a:lnTo>
                  <a:lnTo>
                    <a:pt x="382721" y="402895"/>
                  </a:lnTo>
                  <a:lnTo>
                    <a:pt x="381834" y="402205"/>
                  </a:lnTo>
                  <a:lnTo>
                    <a:pt x="380941" y="401510"/>
                  </a:lnTo>
                  <a:lnTo>
                    <a:pt x="380036" y="400806"/>
                  </a:lnTo>
                  <a:lnTo>
                    <a:pt x="379167" y="400121"/>
                  </a:lnTo>
                  <a:lnTo>
                    <a:pt x="378300" y="399433"/>
                  </a:lnTo>
                  <a:lnTo>
                    <a:pt x="377437" y="398740"/>
                  </a:lnTo>
                  <a:lnTo>
                    <a:pt x="376576" y="398045"/>
                  </a:lnTo>
                  <a:lnTo>
                    <a:pt x="375719" y="397345"/>
                  </a:lnTo>
                  <a:lnTo>
                    <a:pt x="374864" y="396642"/>
                  </a:lnTo>
                  <a:lnTo>
                    <a:pt x="373953" y="396041"/>
                  </a:lnTo>
                  <a:lnTo>
                    <a:pt x="373039" y="395480"/>
                  </a:lnTo>
                  <a:lnTo>
                    <a:pt x="372120" y="394953"/>
                  </a:lnTo>
                  <a:lnTo>
                    <a:pt x="371195" y="394459"/>
                  </a:lnTo>
                  <a:lnTo>
                    <a:pt x="370262" y="393991"/>
                  </a:lnTo>
                  <a:lnTo>
                    <a:pt x="369321" y="393547"/>
                  </a:lnTo>
                  <a:lnTo>
                    <a:pt x="368370" y="393122"/>
                  </a:lnTo>
                  <a:lnTo>
                    <a:pt x="367408" y="392712"/>
                  </a:lnTo>
                  <a:lnTo>
                    <a:pt x="366433" y="392314"/>
                  </a:lnTo>
                  <a:lnTo>
                    <a:pt x="365444" y="391922"/>
                  </a:lnTo>
                  <a:lnTo>
                    <a:pt x="364440" y="391534"/>
                  </a:lnTo>
                  <a:lnTo>
                    <a:pt x="363419" y="391144"/>
                  </a:lnTo>
                  <a:lnTo>
                    <a:pt x="362309" y="390716"/>
                  </a:lnTo>
                  <a:lnTo>
                    <a:pt x="361196" y="390285"/>
                  </a:lnTo>
                  <a:lnTo>
                    <a:pt x="360074" y="389852"/>
                  </a:lnTo>
                  <a:lnTo>
                    <a:pt x="358939" y="389413"/>
                  </a:lnTo>
                  <a:lnTo>
                    <a:pt x="357899" y="389080"/>
                  </a:lnTo>
                  <a:lnTo>
                    <a:pt x="356867" y="388768"/>
                  </a:lnTo>
                  <a:lnTo>
                    <a:pt x="355840" y="388477"/>
                  </a:lnTo>
                  <a:lnTo>
                    <a:pt x="354815" y="388206"/>
                  </a:lnTo>
                  <a:lnTo>
                    <a:pt x="353792" y="387953"/>
                  </a:lnTo>
                  <a:lnTo>
                    <a:pt x="352767" y="387717"/>
                  </a:lnTo>
                  <a:lnTo>
                    <a:pt x="351738" y="387498"/>
                  </a:lnTo>
                  <a:lnTo>
                    <a:pt x="350704" y="387295"/>
                  </a:lnTo>
                  <a:lnTo>
                    <a:pt x="349661" y="387105"/>
                  </a:lnTo>
                  <a:lnTo>
                    <a:pt x="348608" y="386929"/>
                  </a:lnTo>
                  <a:lnTo>
                    <a:pt x="347543" y="386765"/>
                  </a:lnTo>
                  <a:lnTo>
                    <a:pt x="346464" y="386612"/>
                  </a:lnTo>
                  <a:lnTo>
                    <a:pt x="346464" y="385279"/>
                  </a:lnTo>
                  <a:lnTo>
                    <a:pt x="346464" y="383926"/>
                  </a:lnTo>
                  <a:lnTo>
                    <a:pt x="345908" y="383930"/>
                  </a:lnTo>
                  <a:lnTo>
                    <a:pt x="344929" y="383937"/>
                  </a:lnTo>
                  <a:lnTo>
                    <a:pt x="342686" y="383953"/>
                  </a:lnTo>
                  <a:lnTo>
                    <a:pt x="341637" y="383960"/>
                  </a:lnTo>
                  <a:lnTo>
                    <a:pt x="340588" y="383968"/>
                  </a:lnTo>
                  <a:lnTo>
                    <a:pt x="339539" y="383974"/>
                  </a:lnTo>
                  <a:lnTo>
                    <a:pt x="338491" y="383981"/>
                  </a:lnTo>
                  <a:lnTo>
                    <a:pt x="337442" y="383988"/>
                  </a:lnTo>
                  <a:lnTo>
                    <a:pt x="336393" y="383995"/>
                  </a:lnTo>
                  <a:lnTo>
                    <a:pt x="335344" y="384001"/>
                  </a:lnTo>
                  <a:lnTo>
                    <a:pt x="334295" y="384008"/>
                  </a:lnTo>
                  <a:lnTo>
                    <a:pt x="333246" y="384014"/>
                  </a:lnTo>
                  <a:lnTo>
                    <a:pt x="332197" y="384020"/>
                  </a:lnTo>
                  <a:lnTo>
                    <a:pt x="331149" y="384026"/>
                  </a:lnTo>
                  <a:lnTo>
                    <a:pt x="330100" y="384032"/>
                  </a:lnTo>
                  <a:lnTo>
                    <a:pt x="329051" y="384038"/>
                  </a:lnTo>
                  <a:lnTo>
                    <a:pt x="328002" y="384044"/>
                  </a:lnTo>
                  <a:lnTo>
                    <a:pt x="326953" y="384049"/>
                  </a:lnTo>
                  <a:lnTo>
                    <a:pt x="325904" y="384055"/>
                  </a:lnTo>
                  <a:lnTo>
                    <a:pt x="324855" y="384060"/>
                  </a:lnTo>
                  <a:lnTo>
                    <a:pt x="323806" y="384065"/>
                  </a:lnTo>
                  <a:lnTo>
                    <a:pt x="322758" y="384070"/>
                  </a:lnTo>
                  <a:lnTo>
                    <a:pt x="321709" y="384076"/>
                  </a:lnTo>
                  <a:lnTo>
                    <a:pt x="320660" y="384080"/>
                  </a:lnTo>
                  <a:lnTo>
                    <a:pt x="319611" y="384085"/>
                  </a:lnTo>
                  <a:lnTo>
                    <a:pt x="318562" y="384090"/>
                  </a:lnTo>
                  <a:lnTo>
                    <a:pt x="317513" y="384095"/>
                  </a:lnTo>
                  <a:lnTo>
                    <a:pt x="316464" y="384099"/>
                  </a:lnTo>
                  <a:lnTo>
                    <a:pt x="315415" y="384104"/>
                  </a:lnTo>
                  <a:lnTo>
                    <a:pt x="314367" y="384108"/>
                  </a:lnTo>
                  <a:lnTo>
                    <a:pt x="313318" y="384112"/>
                  </a:lnTo>
                  <a:lnTo>
                    <a:pt x="312269" y="384116"/>
                  </a:lnTo>
                  <a:lnTo>
                    <a:pt x="311220" y="384120"/>
                  </a:lnTo>
                  <a:lnTo>
                    <a:pt x="310171" y="384124"/>
                  </a:lnTo>
                  <a:lnTo>
                    <a:pt x="309122" y="384127"/>
                  </a:lnTo>
                  <a:lnTo>
                    <a:pt x="308073" y="384131"/>
                  </a:lnTo>
                  <a:lnTo>
                    <a:pt x="307024" y="384135"/>
                  </a:lnTo>
                  <a:lnTo>
                    <a:pt x="305946" y="384138"/>
                  </a:lnTo>
                  <a:lnTo>
                    <a:pt x="304869" y="384142"/>
                  </a:lnTo>
                  <a:lnTo>
                    <a:pt x="303791" y="384147"/>
                  </a:lnTo>
                  <a:lnTo>
                    <a:pt x="302713" y="384151"/>
                  </a:lnTo>
                  <a:lnTo>
                    <a:pt x="301635" y="384156"/>
                  </a:lnTo>
                  <a:lnTo>
                    <a:pt x="300557" y="384160"/>
                  </a:lnTo>
                  <a:lnTo>
                    <a:pt x="299479" y="384165"/>
                  </a:lnTo>
                  <a:lnTo>
                    <a:pt x="298401" y="384170"/>
                  </a:lnTo>
                  <a:lnTo>
                    <a:pt x="297323" y="384176"/>
                  </a:lnTo>
                  <a:lnTo>
                    <a:pt x="296245" y="384182"/>
                  </a:lnTo>
                  <a:lnTo>
                    <a:pt x="295167" y="384188"/>
                  </a:lnTo>
                  <a:lnTo>
                    <a:pt x="294089" y="384194"/>
                  </a:lnTo>
                  <a:lnTo>
                    <a:pt x="293011" y="384200"/>
                  </a:lnTo>
                  <a:lnTo>
                    <a:pt x="291933" y="384207"/>
                  </a:lnTo>
                  <a:lnTo>
                    <a:pt x="290855" y="384215"/>
                  </a:lnTo>
                  <a:lnTo>
                    <a:pt x="289778" y="384222"/>
                  </a:lnTo>
                  <a:lnTo>
                    <a:pt x="288700" y="384230"/>
                  </a:lnTo>
                  <a:lnTo>
                    <a:pt x="286305" y="384248"/>
                  </a:lnTo>
                  <a:lnTo>
                    <a:pt x="283984" y="384265"/>
                  </a:lnTo>
                  <a:lnTo>
                    <a:pt x="281736" y="384281"/>
                  </a:lnTo>
                  <a:lnTo>
                    <a:pt x="279559" y="384296"/>
                  </a:lnTo>
                  <a:lnTo>
                    <a:pt x="277450" y="384311"/>
                  </a:lnTo>
                  <a:lnTo>
                    <a:pt x="275409" y="384324"/>
                  </a:lnTo>
                  <a:lnTo>
                    <a:pt x="273434" y="384336"/>
                  </a:lnTo>
                  <a:lnTo>
                    <a:pt x="271522" y="384347"/>
                  </a:lnTo>
                  <a:lnTo>
                    <a:pt x="269672" y="384357"/>
                  </a:lnTo>
                  <a:lnTo>
                    <a:pt x="267883" y="384365"/>
                  </a:lnTo>
                  <a:lnTo>
                    <a:pt x="266152" y="384372"/>
                  </a:lnTo>
                  <a:lnTo>
                    <a:pt x="264478" y="384377"/>
                  </a:lnTo>
                  <a:lnTo>
                    <a:pt x="262858" y="384380"/>
                  </a:lnTo>
                  <a:lnTo>
                    <a:pt x="261292" y="384381"/>
                  </a:lnTo>
                  <a:lnTo>
                    <a:pt x="259778" y="384381"/>
                  </a:lnTo>
                  <a:lnTo>
                    <a:pt x="258313" y="384378"/>
                  </a:lnTo>
                  <a:lnTo>
                    <a:pt x="256896" y="384373"/>
                  </a:lnTo>
                  <a:lnTo>
                    <a:pt x="255526" y="384366"/>
                  </a:lnTo>
                  <a:lnTo>
                    <a:pt x="254200" y="384357"/>
                  </a:lnTo>
                  <a:lnTo>
                    <a:pt x="252917" y="384345"/>
                  </a:lnTo>
                  <a:lnTo>
                    <a:pt x="251674" y="384331"/>
                  </a:lnTo>
                  <a:lnTo>
                    <a:pt x="250471" y="384314"/>
                  </a:lnTo>
                  <a:lnTo>
                    <a:pt x="249306" y="384294"/>
                  </a:lnTo>
                  <a:lnTo>
                    <a:pt x="248176" y="384272"/>
                  </a:lnTo>
                  <a:lnTo>
                    <a:pt x="247080" y="384246"/>
                  </a:lnTo>
                  <a:lnTo>
                    <a:pt x="246016" y="384217"/>
                  </a:lnTo>
                  <a:lnTo>
                    <a:pt x="244983" y="384186"/>
                  </a:lnTo>
                  <a:lnTo>
                    <a:pt x="243979" y="384151"/>
                  </a:lnTo>
                  <a:lnTo>
                    <a:pt x="243001" y="384112"/>
                  </a:lnTo>
                  <a:lnTo>
                    <a:pt x="242049" y="384071"/>
                  </a:lnTo>
                  <a:lnTo>
                    <a:pt x="241120" y="384025"/>
                  </a:lnTo>
                  <a:lnTo>
                    <a:pt x="240213" y="383976"/>
                  </a:lnTo>
                  <a:lnTo>
                    <a:pt x="239326" y="383924"/>
                  </a:lnTo>
                  <a:lnTo>
                    <a:pt x="238457" y="383867"/>
                  </a:lnTo>
                  <a:lnTo>
                    <a:pt x="237605" y="383807"/>
                  </a:lnTo>
                  <a:lnTo>
                    <a:pt x="236767" y="383742"/>
                  </a:lnTo>
                  <a:lnTo>
                    <a:pt x="235942" y="383674"/>
                  </a:lnTo>
                  <a:lnTo>
                    <a:pt x="235129" y="383601"/>
                  </a:lnTo>
                  <a:lnTo>
                    <a:pt x="234325" y="383524"/>
                  </a:lnTo>
                  <a:lnTo>
                    <a:pt x="233529" y="383442"/>
                  </a:lnTo>
                  <a:lnTo>
                    <a:pt x="232738" y="383356"/>
                  </a:lnTo>
                  <a:lnTo>
                    <a:pt x="231952" y="383265"/>
                  </a:lnTo>
                  <a:lnTo>
                    <a:pt x="231168" y="383170"/>
                  </a:lnTo>
                  <a:lnTo>
                    <a:pt x="230385" y="383070"/>
                  </a:lnTo>
                  <a:lnTo>
                    <a:pt x="229601" y="382965"/>
                  </a:lnTo>
                  <a:lnTo>
                    <a:pt x="228814" y="382854"/>
                  </a:lnTo>
                  <a:lnTo>
                    <a:pt x="228023" y="382739"/>
                  </a:lnTo>
                  <a:lnTo>
                    <a:pt x="227225" y="382618"/>
                  </a:lnTo>
                  <a:lnTo>
                    <a:pt x="226420" y="382492"/>
                  </a:lnTo>
                  <a:lnTo>
                    <a:pt x="225604" y="382361"/>
                  </a:lnTo>
                  <a:lnTo>
                    <a:pt x="224777" y="382224"/>
                  </a:lnTo>
                  <a:lnTo>
                    <a:pt x="223936" y="382082"/>
                  </a:lnTo>
                  <a:lnTo>
                    <a:pt x="223081" y="381934"/>
                  </a:lnTo>
                  <a:lnTo>
                    <a:pt x="222209" y="381780"/>
                  </a:lnTo>
                  <a:lnTo>
                    <a:pt x="221318" y="381620"/>
                  </a:lnTo>
                  <a:lnTo>
                    <a:pt x="220406" y="381454"/>
                  </a:lnTo>
                  <a:lnTo>
                    <a:pt x="219473" y="381282"/>
                  </a:lnTo>
                  <a:lnTo>
                    <a:pt x="218516" y="381103"/>
                  </a:lnTo>
                  <a:lnTo>
                    <a:pt x="217533" y="380919"/>
                  </a:lnTo>
                  <a:lnTo>
                    <a:pt x="216523" y="380728"/>
                  </a:lnTo>
                  <a:lnTo>
                    <a:pt x="215484" y="380530"/>
                  </a:lnTo>
                  <a:lnTo>
                    <a:pt x="214415" y="380326"/>
                  </a:lnTo>
                  <a:lnTo>
                    <a:pt x="213312" y="380115"/>
                  </a:lnTo>
                  <a:lnTo>
                    <a:pt x="212175" y="379898"/>
                  </a:lnTo>
                  <a:lnTo>
                    <a:pt x="212175" y="378834"/>
                  </a:lnTo>
                  <a:lnTo>
                    <a:pt x="212175" y="377767"/>
                  </a:lnTo>
                  <a:lnTo>
                    <a:pt x="212175" y="376695"/>
                  </a:lnTo>
                  <a:lnTo>
                    <a:pt x="212175" y="375616"/>
                  </a:lnTo>
                  <a:lnTo>
                    <a:pt x="212175" y="374526"/>
                  </a:lnTo>
                  <a:lnTo>
                    <a:pt x="211112" y="374526"/>
                  </a:lnTo>
                  <a:lnTo>
                    <a:pt x="210048" y="374526"/>
                  </a:lnTo>
                  <a:lnTo>
                    <a:pt x="208983" y="374526"/>
                  </a:lnTo>
                  <a:lnTo>
                    <a:pt x="207915" y="374526"/>
                  </a:lnTo>
                  <a:lnTo>
                    <a:pt x="206845" y="374526"/>
                  </a:lnTo>
                  <a:lnTo>
                    <a:pt x="205772" y="374526"/>
                  </a:lnTo>
                  <a:lnTo>
                    <a:pt x="204694" y="374526"/>
                  </a:lnTo>
                  <a:lnTo>
                    <a:pt x="203612" y="374526"/>
                  </a:lnTo>
                  <a:lnTo>
                    <a:pt x="202525" y="374526"/>
                  </a:lnTo>
                  <a:lnTo>
                    <a:pt x="201432" y="374526"/>
                  </a:lnTo>
                  <a:lnTo>
                    <a:pt x="201432" y="373193"/>
                  </a:lnTo>
                  <a:lnTo>
                    <a:pt x="201432" y="371840"/>
                  </a:lnTo>
                  <a:lnTo>
                    <a:pt x="200296" y="371702"/>
                  </a:lnTo>
                  <a:lnTo>
                    <a:pt x="199151" y="371562"/>
                  </a:lnTo>
                  <a:lnTo>
                    <a:pt x="197992" y="371420"/>
                  </a:lnTo>
                  <a:lnTo>
                    <a:pt x="196888" y="371188"/>
                  </a:lnTo>
                  <a:lnTo>
                    <a:pt x="195818" y="370940"/>
                  </a:lnTo>
                  <a:lnTo>
                    <a:pt x="194778" y="370674"/>
                  </a:lnTo>
                  <a:lnTo>
                    <a:pt x="193761" y="370392"/>
                  </a:lnTo>
                  <a:lnTo>
                    <a:pt x="192765" y="370091"/>
                  </a:lnTo>
                  <a:lnTo>
                    <a:pt x="191785" y="369771"/>
                  </a:lnTo>
                  <a:lnTo>
                    <a:pt x="190816" y="369433"/>
                  </a:lnTo>
                  <a:lnTo>
                    <a:pt x="189854" y="369074"/>
                  </a:lnTo>
                  <a:lnTo>
                    <a:pt x="188894" y="368694"/>
                  </a:lnTo>
                  <a:lnTo>
                    <a:pt x="187932" y="368294"/>
                  </a:lnTo>
                  <a:lnTo>
                    <a:pt x="186964" y="367872"/>
                  </a:lnTo>
                  <a:lnTo>
                    <a:pt x="185984" y="367427"/>
                  </a:lnTo>
                  <a:lnTo>
                    <a:pt x="184990" y="366960"/>
                  </a:lnTo>
                  <a:lnTo>
                    <a:pt x="183975" y="366469"/>
                  </a:lnTo>
                  <a:lnTo>
                    <a:pt x="183309" y="365136"/>
                  </a:lnTo>
                  <a:lnTo>
                    <a:pt x="182632" y="363783"/>
                  </a:lnTo>
                  <a:lnTo>
                    <a:pt x="181167" y="363427"/>
                  </a:lnTo>
                  <a:lnTo>
                    <a:pt x="180090" y="363174"/>
                  </a:lnTo>
                  <a:lnTo>
                    <a:pt x="179212" y="362986"/>
                  </a:lnTo>
                  <a:lnTo>
                    <a:pt x="178349" y="362826"/>
                  </a:lnTo>
                  <a:lnTo>
                    <a:pt x="177313" y="362656"/>
                  </a:lnTo>
                  <a:lnTo>
                    <a:pt x="175917" y="362440"/>
                  </a:lnTo>
                  <a:lnTo>
                    <a:pt x="175917" y="361107"/>
                  </a:lnTo>
                  <a:lnTo>
                    <a:pt x="175917" y="359755"/>
                  </a:lnTo>
                  <a:lnTo>
                    <a:pt x="174585" y="359672"/>
                  </a:lnTo>
                  <a:lnTo>
                    <a:pt x="173232" y="359587"/>
                  </a:lnTo>
                  <a:lnTo>
                    <a:pt x="172105" y="359229"/>
                  </a:lnTo>
                  <a:lnTo>
                    <a:pt x="171039" y="358833"/>
                  </a:lnTo>
                  <a:lnTo>
                    <a:pt x="170024" y="358401"/>
                  </a:lnTo>
                  <a:lnTo>
                    <a:pt x="169054" y="357932"/>
                  </a:lnTo>
                  <a:lnTo>
                    <a:pt x="168119" y="357430"/>
                  </a:lnTo>
                  <a:lnTo>
                    <a:pt x="167214" y="356894"/>
                  </a:lnTo>
                  <a:lnTo>
                    <a:pt x="166329" y="356327"/>
                  </a:lnTo>
                  <a:lnTo>
                    <a:pt x="165458" y="355729"/>
                  </a:lnTo>
                  <a:lnTo>
                    <a:pt x="164592" y="355102"/>
                  </a:lnTo>
                  <a:lnTo>
                    <a:pt x="163723" y="354447"/>
                  </a:lnTo>
                  <a:lnTo>
                    <a:pt x="162845" y="353765"/>
                  </a:lnTo>
                  <a:lnTo>
                    <a:pt x="161948" y="353058"/>
                  </a:lnTo>
                  <a:lnTo>
                    <a:pt x="161026" y="352327"/>
                  </a:lnTo>
                  <a:lnTo>
                    <a:pt x="159929" y="351487"/>
                  </a:lnTo>
                  <a:lnTo>
                    <a:pt x="159093" y="350870"/>
                  </a:lnTo>
                  <a:lnTo>
                    <a:pt x="158351" y="350370"/>
                  </a:lnTo>
                  <a:lnTo>
                    <a:pt x="157536" y="349880"/>
                  </a:lnTo>
                  <a:lnTo>
                    <a:pt x="156481" y="349295"/>
                  </a:lnTo>
                  <a:lnTo>
                    <a:pt x="155020" y="348508"/>
                  </a:lnTo>
                  <a:lnTo>
                    <a:pt x="154131" y="347892"/>
                  </a:lnTo>
                  <a:lnTo>
                    <a:pt x="153281" y="347255"/>
                  </a:lnTo>
                  <a:lnTo>
                    <a:pt x="152466" y="346597"/>
                  </a:lnTo>
                  <a:lnTo>
                    <a:pt x="151680" y="345921"/>
                  </a:lnTo>
                  <a:lnTo>
                    <a:pt x="150921" y="345227"/>
                  </a:lnTo>
                  <a:lnTo>
                    <a:pt x="150185" y="344514"/>
                  </a:lnTo>
                  <a:lnTo>
                    <a:pt x="149468" y="343785"/>
                  </a:lnTo>
                  <a:lnTo>
                    <a:pt x="148765" y="343039"/>
                  </a:lnTo>
                  <a:lnTo>
                    <a:pt x="148074" y="342279"/>
                  </a:lnTo>
                  <a:lnTo>
                    <a:pt x="147390" y="341503"/>
                  </a:lnTo>
                  <a:lnTo>
                    <a:pt x="146709" y="340713"/>
                  </a:lnTo>
                  <a:lnTo>
                    <a:pt x="146028" y="339911"/>
                  </a:lnTo>
                  <a:lnTo>
                    <a:pt x="145342" y="339095"/>
                  </a:lnTo>
                  <a:lnTo>
                    <a:pt x="144648" y="338268"/>
                  </a:lnTo>
                  <a:lnTo>
                    <a:pt x="143899" y="337407"/>
                  </a:lnTo>
                  <a:lnTo>
                    <a:pt x="143144" y="336562"/>
                  </a:lnTo>
                  <a:lnTo>
                    <a:pt x="142381" y="335732"/>
                  </a:lnTo>
                  <a:lnTo>
                    <a:pt x="141608" y="334914"/>
                  </a:lnTo>
                  <a:lnTo>
                    <a:pt x="140826" y="334106"/>
                  </a:lnTo>
                  <a:lnTo>
                    <a:pt x="140031" y="333307"/>
                  </a:lnTo>
                  <a:lnTo>
                    <a:pt x="139224" y="332512"/>
                  </a:lnTo>
                  <a:lnTo>
                    <a:pt x="138401" y="331722"/>
                  </a:lnTo>
                  <a:lnTo>
                    <a:pt x="137234" y="330507"/>
                  </a:lnTo>
                  <a:lnTo>
                    <a:pt x="136452" y="329614"/>
                  </a:lnTo>
                  <a:lnTo>
                    <a:pt x="135977" y="328889"/>
                  </a:lnTo>
                  <a:lnTo>
                    <a:pt x="135734" y="328178"/>
                  </a:lnTo>
                  <a:lnTo>
                    <a:pt x="135644" y="327327"/>
                  </a:lnTo>
                  <a:lnTo>
                    <a:pt x="135631" y="326182"/>
                  </a:lnTo>
                  <a:lnTo>
                    <a:pt x="134299" y="326182"/>
                  </a:lnTo>
                  <a:lnTo>
                    <a:pt x="132945" y="326182"/>
                  </a:lnTo>
                  <a:lnTo>
                    <a:pt x="132266" y="325383"/>
                  </a:lnTo>
                  <a:lnTo>
                    <a:pt x="131589" y="324582"/>
                  </a:lnTo>
                  <a:lnTo>
                    <a:pt x="130914" y="323780"/>
                  </a:lnTo>
                  <a:lnTo>
                    <a:pt x="130240" y="322976"/>
                  </a:lnTo>
                  <a:lnTo>
                    <a:pt x="129568" y="322171"/>
                  </a:lnTo>
                  <a:lnTo>
                    <a:pt x="128897" y="321365"/>
                  </a:lnTo>
                  <a:lnTo>
                    <a:pt x="128228" y="320557"/>
                  </a:lnTo>
                  <a:lnTo>
                    <a:pt x="127561" y="319748"/>
                  </a:lnTo>
                  <a:lnTo>
                    <a:pt x="126895" y="318937"/>
                  </a:lnTo>
                  <a:lnTo>
                    <a:pt x="126231" y="318125"/>
                  </a:lnTo>
                  <a:lnTo>
                    <a:pt x="124899" y="317459"/>
                  </a:lnTo>
                  <a:lnTo>
                    <a:pt x="123545" y="316782"/>
                  </a:lnTo>
                  <a:lnTo>
                    <a:pt x="123545" y="315718"/>
                  </a:lnTo>
                  <a:lnTo>
                    <a:pt x="123545" y="314652"/>
                  </a:lnTo>
                  <a:lnTo>
                    <a:pt x="123545" y="313580"/>
                  </a:lnTo>
                  <a:lnTo>
                    <a:pt x="123545" y="312501"/>
                  </a:lnTo>
                  <a:lnTo>
                    <a:pt x="123545" y="311411"/>
                  </a:lnTo>
                  <a:lnTo>
                    <a:pt x="122213" y="311411"/>
                  </a:lnTo>
                  <a:lnTo>
                    <a:pt x="120859" y="311411"/>
                  </a:lnTo>
                  <a:lnTo>
                    <a:pt x="120017" y="310552"/>
                  </a:lnTo>
                  <a:lnTo>
                    <a:pt x="119230" y="309713"/>
                  </a:lnTo>
                  <a:lnTo>
                    <a:pt x="118496" y="308890"/>
                  </a:lnTo>
                  <a:lnTo>
                    <a:pt x="117811" y="308078"/>
                  </a:lnTo>
                  <a:lnTo>
                    <a:pt x="117174" y="307271"/>
                  </a:lnTo>
                  <a:lnTo>
                    <a:pt x="116583" y="306466"/>
                  </a:lnTo>
                  <a:lnTo>
                    <a:pt x="116034" y="305657"/>
                  </a:lnTo>
                  <a:lnTo>
                    <a:pt x="115524" y="304839"/>
                  </a:lnTo>
                  <a:lnTo>
                    <a:pt x="115053" y="304009"/>
                  </a:lnTo>
                  <a:lnTo>
                    <a:pt x="114616" y="303160"/>
                  </a:lnTo>
                  <a:lnTo>
                    <a:pt x="114212" y="302288"/>
                  </a:lnTo>
                  <a:lnTo>
                    <a:pt x="113837" y="301388"/>
                  </a:lnTo>
                  <a:lnTo>
                    <a:pt x="113490" y="300456"/>
                  </a:lnTo>
                  <a:lnTo>
                    <a:pt x="113168" y="299487"/>
                  </a:lnTo>
                  <a:lnTo>
                    <a:pt x="112869" y="298475"/>
                  </a:lnTo>
                  <a:lnTo>
                    <a:pt x="112589" y="297417"/>
                  </a:lnTo>
                  <a:lnTo>
                    <a:pt x="112326" y="296306"/>
                  </a:lnTo>
                  <a:lnTo>
                    <a:pt x="112078" y="295139"/>
                  </a:lnTo>
                  <a:lnTo>
                    <a:pt x="111756" y="293991"/>
                  </a:lnTo>
                  <a:lnTo>
                    <a:pt x="111370" y="292897"/>
                  </a:lnTo>
                  <a:lnTo>
                    <a:pt x="110926" y="291846"/>
                  </a:lnTo>
                  <a:lnTo>
                    <a:pt x="110432" y="290829"/>
                  </a:lnTo>
                  <a:lnTo>
                    <a:pt x="109893" y="289835"/>
                  </a:lnTo>
                  <a:lnTo>
                    <a:pt x="109318" y="288855"/>
                  </a:lnTo>
                  <a:lnTo>
                    <a:pt x="108711" y="287878"/>
                  </a:lnTo>
                  <a:lnTo>
                    <a:pt x="108080" y="286895"/>
                  </a:lnTo>
                  <a:lnTo>
                    <a:pt x="107430" y="285896"/>
                  </a:lnTo>
                  <a:lnTo>
                    <a:pt x="106915" y="284741"/>
                  </a:lnTo>
                  <a:lnTo>
                    <a:pt x="106455" y="283665"/>
                  </a:lnTo>
                  <a:lnTo>
                    <a:pt x="106051" y="282645"/>
                  </a:lnTo>
                  <a:lnTo>
                    <a:pt x="105702" y="281658"/>
                  </a:lnTo>
                  <a:lnTo>
                    <a:pt x="105408" y="280682"/>
                  </a:lnTo>
                  <a:lnTo>
                    <a:pt x="105168" y="279693"/>
                  </a:lnTo>
                  <a:lnTo>
                    <a:pt x="104982" y="278669"/>
                  </a:lnTo>
                  <a:lnTo>
                    <a:pt x="104850" y="277586"/>
                  </a:lnTo>
                  <a:lnTo>
                    <a:pt x="104771" y="276421"/>
                  </a:lnTo>
                  <a:lnTo>
                    <a:pt x="104745" y="275153"/>
                  </a:lnTo>
                  <a:lnTo>
                    <a:pt x="103747" y="274820"/>
                  </a:lnTo>
                  <a:lnTo>
                    <a:pt x="102745" y="274487"/>
                  </a:lnTo>
                  <a:lnTo>
                    <a:pt x="101736" y="274150"/>
                  </a:lnTo>
                  <a:lnTo>
                    <a:pt x="100716" y="273810"/>
                  </a:lnTo>
                  <a:lnTo>
                    <a:pt x="100236" y="272732"/>
                  </a:lnTo>
                  <a:lnTo>
                    <a:pt x="99868" y="271662"/>
                  </a:lnTo>
                  <a:lnTo>
                    <a:pt x="99599" y="270595"/>
                  </a:lnTo>
                  <a:lnTo>
                    <a:pt x="99415" y="269528"/>
                  </a:lnTo>
                  <a:lnTo>
                    <a:pt x="99303" y="268457"/>
                  </a:lnTo>
                  <a:lnTo>
                    <a:pt x="99250" y="267378"/>
                  </a:lnTo>
                  <a:lnTo>
                    <a:pt x="99240" y="266287"/>
                  </a:lnTo>
                  <a:lnTo>
                    <a:pt x="99261" y="265180"/>
                  </a:lnTo>
                  <a:lnTo>
                    <a:pt x="99300" y="264053"/>
                  </a:lnTo>
                  <a:lnTo>
                    <a:pt x="99342" y="262902"/>
                  </a:lnTo>
                  <a:lnTo>
                    <a:pt x="99373" y="261724"/>
                  </a:lnTo>
                  <a:lnTo>
                    <a:pt x="98041" y="261724"/>
                  </a:lnTo>
                  <a:lnTo>
                    <a:pt x="96687" y="261724"/>
                  </a:lnTo>
                  <a:lnTo>
                    <a:pt x="96632" y="261224"/>
                  </a:lnTo>
                  <a:lnTo>
                    <a:pt x="96580" y="260758"/>
                  </a:lnTo>
                  <a:lnTo>
                    <a:pt x="96531" y="260313"/>
                  </a:lnTo>
                  <a:lnTo>
                    <a:pt x="96483" y="259878"/>
                  </a:lnTo>
                  <a:lnTo>
                    <a:pt x="96434" y="259440"/>
                  </a:lnTo>
                  <a:lnTo>
                    <a:pt x="96384" y="258988"/>
                  </a:lnTo>
                  <a:lnTo>
                    <a:pt x="96331" y="258509"/>
                  </a:lnTo>
                  <a:lnTo>
                    <a:pt x="96274" y="257993"/>
                  </a:lnTo>
                  <a:lnTo>
                    <a:pt x="96211" y="257426"/>
                  </a:lnTo>
                  <a:lnTo>
                    <a:pt x="96141" y="256797"/>
                  </a:lnTo>
                  <a:lnTo>
                    <a:pt x="96063" y="256094"/>
                  </a:lnTo>
                  <a:lnTo>
                    <a:pt x="95975" y="255305"/>
                  </a:lnTo>
                  <a:lnTo>
                    <a:pt x="95877" y="254419"/>
                  </a:lnTo>
                  <a:lnTo>
                    <a:pt x="95766" y="253423"/>
                  </a:lnTo>
                  <a:lnTo>
                    <a:pt x="95642" y="252305"/>
                  </a:lnTo>
                  <a:lnTo>
                    <a:pt x="95503" y="251053"/>
                  </a:lnTo>
                  <a:lnTo>
                    <a:pt x="95347" y="249656"/>
                  </a:lnTo>
                  <a:lnTo>
                    <a:pt x="95175" y="248102"/>
                  </a:lnTo>
                  <a:lnTo>
                    <a:pt x="94983" y="246378"/>
                  </a:lnTo>
                  <a:lnTo>
                    <a:pt x="94771" y="244474"/>
                  </a:lnTo>
                  <a:lnTo>
                    <a:pt x="94538" y="242375"/>
                  </a:lnTo>
                  <a:lnTo>
                    <a:pt x="94282" y="240072"/>
                  </a:lnTo>
                  <a:lnTo>
                    <a:pt x="94002" y="237552"/>
                  </a:lnTo>
                  <a:lnTo>
                    <a:pt x="92669" y="237552"/>
                  </a:lnTo>
                  <a:lnTo>
                    <a:pt x="91316" y="237552"/>
                  </a:lnTo>
                  <a:lnTo>
                    <a:pt x="91121" y="236492"/>
                  </a:lnTo>
                  <a:lnTo>
                    <a:pt x="90942" y="235433"/>
                  </a:lnTo>
                  <a:lnTo>
                    <a:pt x="90779" y="234374"/>
                  </a:lnTo>
                  <a:lnTo>
                    <a:pt x="90630" y="233315"/>
                  </a:lnTo>
                  <a:lnTo>
                    <a:pt x="90495" y="232256"/>
                  </a:lnTo>
                  <a:lnTo>
                    <a:pt x="90374" y="231198"/>
                  </a:lnTo>
                  <a:lnTo>
                    <a:pt x="90265" y="230140"/>
                  </a:lnTo>
                  <a:lnTo>
                    <a:pt x="90167" y="229081"/>
                  </a:lnTo>
                  <a:lnTo>
                    <a:pt x="90081" y="228023"/>
                  </a:lnTo>
                  <a:lnTo>
                    <a:pt x="90006" y="226964"/>
                  </a:lnTo>
                  <a:lnTo>
                    <a:pt x="89940" y="225905"/>
                  </a:lnTo>
                  <a:lnTo>
                    <a:pt x="89883" y="224845"/>
                  </a:lnTo>
                  <a:lnTo>
                    <a:pt x="89835" y="223785"/>
                  </a:lnTo>
                  <a:lnTo>
                    <a:pt x="89794" y="222725"/>
                  </a:lnTo>
                  <a:lnTo>
                    <a:pt x="89760" y="221663"/>
                  </a:lnTo>
                  <a:lnTo>
                    <a:pt x="89732" y="220601"/>
                  </a:lnTo>
                  <a:lnTo>
                    <a:pt x="89710" y="219537"/>
                  </a:lnTo>
                  <a:lnTo>
                    <a:pt x="89693" y="218473"/>
                  </a:lnTo>
                  <a:lnTo>
                    <a:pt x="89680" y="217408"/>
                  </a:lnTo>
                  <a:lnTo>
                    <a:pt x="89671" y="216341"/>
                  </a:lnTo>
                  <a:lnTo>
                    <a:pt x="89664" y="215273"/>
                  </a:lnTo>
                  <a:lnTo>
                    <a:pt x="89659" y="214204"/>
                  </a:lnTo>
                  <a:lnTo>
                    <a:pt x="89656" y="213133"/>
                  </a:lnTo>
                  <a:lnTo>
                    <a:pt x="89653" y="212060"/>
                  </a:lnTo>
                  <a:lnTo>
                    <a:pt x="89651" y="210986"/>
                  </a:lnTo>
                  <a:lnTo>
                    <a:pt x="89645" y="209887"/>
                  </a:lnTo>
                  <a:lnTo>
                    <a:pt x="89637" y="208787"/>
                  </a:lnTo>
                  <a:lnTo>
                    <a:pt x="89626" y="207688"/>
                  </a:lnTo>
                  <a:lnTo>
                    <a:pt x="89614" y="206589"/>
                  </a:lnTo>
                  <a:lnTo>
                    <a:pt x="89600" y="205489"/>
                  </a:lnTo>
                  <a:lnTo>
                    <a:pt x="89586" y="204390"/>
                  </a:lnTo>
                  <a:lnTo>
                    <a:pt x="89570" y="203291"/>
                  </a:lnTo>
                  <a:lnTo>
                    <a:pt x="89554" y="202191"/>
                  </a:lnTo>
                  <a:lnTo>
                    <a:pt x="89550" y="201092"/>
                  </a:lnTo>
                  <a:lnTo>
                    <a:pt x="89553" y="200000"/>
                  </a:lnTo>
                  <a:lnTo>
                    <a:pt x="89564" y="198913"/>
                  </a:lnTo>
                  <a:lnTo>
                    <a:pt x="89582" y="197833"/>
                  </a:lnTo>
                  <a:lnTo>
                    <a:pt x="89608" y="196758"/>
                  </a:lnTo>
                  <a:lnTo>
                    <a:pt x="89642" y="195688"/>
                  </a:lnTo>
                  <a:lnTo>
                    <a:pt x="89684" y="194622"/>
                  </a:lnTo>
                  <a:lnTo>
                    <a:pt x="89734" y="193562"/>
                  </a:lnTo>
                  <a:lnTo>
                    <a:pt x="89792" y="192505"/>
                  </a:lnTo>
                  <a:lnTo>
                    <a:pt x="89857" y="191452"/>
                  </a:lnTo>
                  <a:lnTo>
                    <a:pt x="89931" y="190402"/>
                  </a:lnTo>
                  <a:lnTo>
                    <a:pt x="90013" y="189356"/>
                  </a:lnTo>
                  <a:lnTo>
                    <a:pt x="90103" y="188312"/>
                  </a:lnTo>
                  <a:lnTo>
                    <a:pt x="90202" y="187270"/>
                  </a:lnTo>
                  <a:lnTo>
                    <a:pt x="90308" y="186231"/>
                  </a:lnTo>
                  <a:lnTo>
                    <a:pt x="90423" y="185193"/>
                  </a:lnTo>
                  <a:lnTo>
                    <a:pt x="90547" y="184156"/>
                  </a:lnTo>
                  <a:lnTo>
                    <a:pt x="90679" y="183120"/>
                  </a:lnTo>
                  <a:lnTo>
                    <a:pt x="90820" y="182085"/>
                  </a:lnTo>
                  <a:lnTo>
                    <a:pt x="90969" y="181050"/>
                  </a:lnTo>
                  <a:lnTo>
                    <a:pt x="91127" y="180014"/>
                  </a:lnTo>
                  <a:lnTo>
                    <a:pt x="91294" y="178978"/>
                  </a:lnTo>
                  <a:lnTo>
                    <a:pt x="91470" y="177942"/>
                  </a:lnTo>
                  <a:lnTo>
                    <a:pt x="91654" y="176904"/>
                  </a:lnTo>
                  <a:lnTo>
                    <a:pt x="91848" y="175864"/>
                  </a:lnTo>
                  <a:lnTo>
                    <a:pt x="92050" y="174823"/>
                  </a:lnTo>
                  <a:lnTo>
                    <a:pt x="92262" y="173779"/>
                  </a:lnTo>
                  <a:lnTo>
                    <a:pt x="92482" y="172733"/>
                  </a:lnTo>
                  <a:lnTo>
                    <a:pt x="92712" y="171683"/>
                  </a:lnTo>
                  <a:lnTo>
                    <a:pt x="92951" y="170631"/>
                  </a:lnTo>
                  <a:lnTo>
                    <a:pt x="93200" y="169574"/>
                  </a:lnTo>
                  <a:lnTo>
                    <a:pt x="93458" y="168514"/>
                  </a:lnTo>
                  <a:lnTo>
                    <a:pt x="93725" y="167449"/>
                  </a:lnTo>
                  <a:lnTo>
                    <a:pt x="94002" y="166379"/>
                  </a:lnTo>
                  <a:lnTo>
                    <a:pt x="95335" y="166379"/>
                  </a:lnTo>
                  <a:lnTo>
                    <a:pt x="96687" y="166379"/>
                  </a:lnTo>
                  <a:lnTo>
                    <a:pt x="96687" y="165240"/>
                  </a:lnTo>
                  <a:lnTo>
                    <a:pt x="96687" y="164098"/>
                  </a:lnTo>
                  <a:lnTo>
                    <a:pt x="96687" y="162954"/>
                  </a:lnTo>
                  <a:lnTo>
                    <a:pt x="96687" y="161806"/>
                  </a:lnTo>
                  <a:lnTo>
                    <a:pt x="96687" y="160652"/>
                  </a:lnTo>
                  <a:lnTo>
                    <a:pt x="96687" y="159491"/>
                  </a:lnTo>
                  <a:lnTo>
                    <a:pt x="96687" y="158322"/>
                  </a:lnTo>
                  <a:lnTo>
                    <a:pt x="98021" y="158322"/>
                  </a:lnTo>
                  <a:lnTo>
                    <a:pt x="99373" y="158322"/>
                  </a:lnTo>
                  <a:lnTo>
                    <a:pt x="99373" y="157258"/>
                  </a:lnTo>
                  <a:lnTo>
                    <a:pt x="99373" y="156192"/>
                  </a:lnTo>
                  <a:lnTo>
                    <a:pt x="99373" y="155120"/>
                  </a:lnTo>
                  <a:lnTo>
                    <a:pt x="99373" y="154040"/>
                  </a:lnTo>
                  <a:lnTo>
                    <a:pt x="99373" y="152951"/>
                  </a:lnTo>
                  <a:lnTo>
                    <a:pt x="100706" y="152951"/>
                  </a:lnTo>
                  <a:lnTo>
                    <a:pt x="102059" y="152951"/>
                  </a:lnTo>
                  <a:lnTo>
                    <a:pt x="102096" y="152456"/>
                  </a:lnTo>
                  <a:lnTo>
                    <a:pt x="102161" y="151586"/>
                  </a:lnTo>
                  <a:lnTo>
                    <a:pt x="102311" y="149593"/>
                  </a:lnTo>
                  <a:lnTo>
                    <a:pt x="102606" y="148421"/>
                  </a:lnTo>
                  <a:lnTo>
                    <a:pt x="102930" y="147310"/>
                  </a:lnTo>
                  <a:lnTo>
                    <a:pt x="103283" y="146252"/>
                  </a:lnTo>
                  <a:lnTo>
                    <a:pt x="103667" y="145238"/>
                  </a:lnTo>
                  <a:lnTo>
                    <a:pt x="104082" y="144261"/>
                  </a:lnTo>
                  <a:lnTo>
                    <a:pt x="104528" y="143311"/>
                  </a:lnTo>
                  <a:lnTo>
                    <a:pt x="105006" y="142380"/>
                  </a:lnTo>
                  <a:lnTo>
                    <a:pt x="105516" y="141461"/>
                  </a:lnTo>
                  <a:lnTo>
                    <a:pt x="106059" y="140544"/>
                  </a:lnTo>
                  <a:lnTo>
                    <a:pt x="106634" y="139623"/>
                  </a:lnTo>
                  <a:lnTo>
                    <a:pt x="107243" y="138687"/>
                  </a:lnTo>
                  <a:lnTo>
                    <a:pt x="107886" y="137730"/>
                  </a:lnTo>
                  <a:lnTo>
                    <a:pt x="108564" y="136742"/>
                  </a:lnTo>
                  <a:lnTo>
                    <a:pt x="109122" y="135759"/>
                  </a:lnTo>
                  <a:lnTo>
                    <a:pt x="109607" y="134800"/>
                  </a:lnTo>
                  <a:lnTo>
                    <a:pt x="110025" y="133851"/>
                  </a:lnTo>
                  <a:lnTo>
                    <a:pt x="110388" y="132898"/>
                  </a:lnTo>
                  <a:lnTo>
                    <a:pt x="110704" y="131928"/>
                  </a:lnTo>
                  <a:lnTo>
                    <a:pt x="110981" y="130927"/>
                  </a:lnTo>
                  <a:lnTo>
                    <a:pt x="111230" y="129882"/>
                  </a:lnTo>
                  <a:lnTo>
                    <a:pt x="111459" y="128779"/>
                  </a:lnTo>
                  <a:lnTo>
                    <a:pt x="112792" y="128779"/>
                  </a:lnTo>
                  <a:lnTo>
                    <a:pt x="114145" y="128779"/>
                  </a:lnTo>
                  <a:lnTo>
                    <a:pt x="114395" y="127529"/>
                  </a:lnTo>
                  <a:lnTo>
                    <a:pt x="114650" y="126261"/>
                  </a:lnTo>
                  <a:lnTo>
                    <a:pt x="115015" y="125046"/>
                  </a:lnTo>
                  <a:lnTo>
                    <a:pt x="115339" y="124153"/>
                  </a:lnTo>
                  <a:lnTo>
                    <a:pt x="115719" y="123428"/>
                  </a:lnTo>
                  <a:lnTo>
                    <a:pt x="116252" y="122717"/>
                  </a:lnTo>
                  <a:lnTo>
                    <a:pt x="117038" y="121866"/>
                  </a:lnTo>
                  <a:lnTo>
                    <a:pt x="118174" y="120721"/>
                  </a:lnTo>
                  <a:lnTo>
                    <a:pt x="118398" y="119576"/>
                  </a:lnTo>
                  <a:lnTo>
                    <a:pt x="118612" y="118429"/>
                  </a:lnTo>
                  <a:lnTo>
                    <a:pt x="118816" y="117280"/>
                  </a:lnTo>
                  <a:lnTo>
                    <a:pt x="119008" y="116128"/>
                  </a:lnTo>
                  <a:lnTo>
                    <a:pt x="119190" y="114975"/>
                  </a:lnTo>
                  <a:lnTo>
                    <a:pt x="119359" y="113821"/>
                  </a:lnTo>
                  <a:lnTo>
                    <a:pt x="119516" y="112664"/>
                  </a:lnTo>
                  <a:lnTo>
                    <a:pt x="118265" y="112877"/>
                  </a:lnTo>
                  <a:lnTo>
                    <a:pt x="117361" y="113053"/>
                  </a:lnTo>
                  <a:lnTo>
                    <a:pt x="116544" y="113257"/>
                  </a:lnTo>
                  <a:lnTo>
                    <a:pt x="115558" y="113553"/>
                  </a:lnTo>
                  <a:lnTo>
                    <a:pt x="114145" y="114007"/>
                  </a:lnTo>
                  <a:lnTo>
                    <a:pt x="113480" y="115005"/>
                  </a:lnTo>
                  <a:lnTo>
                    <a:pt x="112813" y="116006"/>
                  </a:lnTo>
                  <a:lnTo>
                    <a:pt x="112140" y="117015"/>
                  </a:lnTo>
                  <a:lnTo>
                    <a:pt x="111459" y="118036"/>
                  </a:lnTo>
                  <a:lnTo>
                    <a:pt x="110127" y="118036"/>
                  </a:lnTo>
                  <a:lnTo>
                    <a:pt x="108773" y="118036"/>
                  </a:lnTo>
                  <a:lnTo>
                    <a:pt x="108274" y="119160"/>
                  </a:lnTo>
                  <a:lnTo>
                    <a:pt x="107766" y="120301"/>
                  </a:lnTo>
                  <a:lnTo>
                    <a:pt x="107137" y="121461"/>
                  </a:lnTo>
                  <a:lnTo>
                    <a:pt x="106635" y="122355"/>
                  </a:lnTo>
                  <a:lnTo>
                    <a:pt x="106183" y="123099"/>
                  </a:lnTo>
                  <a:lnTo>
                    <a:pt x="105703" y="123805"/>
                  </a:lnTo>
                  <a:lnTo>
                    <a:pt x="105118" y="124589"/>
                  </a:lnTo>
                  <a:lnTo>
                    <a:pt x="104349" y="125566"/>
                  </a:lnTo>
                  <a:lnTo>
                    <a:pt x="103319" y="126849"/>
                  </a:lnTo>
                  <a:lnTo>
                    <a:pt x="102457" y="127937"/>
                  </a:lnTo>
                  <a:lnTo>
                    <a:pt x="101793" y="128804"/>
                  </a:lnTo>
                  <a:lnTo>
                    <a:pt x="101281" y="129535"/>
                  </a:lnTo>
                  <a:lnTo>
                    <a:pt x="100873" y="130216"/>
                  </a:lnTo>
                  <a:lnTo>
                    <a:pt x="100525" y="130933"/>
                  </a:lnTo>
                  <a:lnTo>
                    <a:pt x="100190" y="131770"/>
                  </a:lnTo>
                  <a:lnTo>
                    <a:pt x="99821" y="132814"/>
                  </a:lnTo>
                  <a:lnTo>
                    <a:pt x="99373" y="134150"/>
                  </a:lnTo>
                  <a:lnTo>
                    <a:pt x="98249" y="134000"/>
                  </a:lnTo>
                  <a:lnTo>
                    <a:pt x="97125" y="133851"/>
                  </a:lnTo>
                  <a:lnTo>
                    <a:pt x="96001" y="133701"/>
                  </a:lnTo>
                  <a:lnTo>
                    <a:pt x="94877" y="133551"/>
                  </a:lnTo>
                  <a:lnTo>
                    <a:pt x="93753" y="133401"/>
                  </a:lnTo>
                  <a:lnTo>
                    <a:pt x="92629" y="133251"/>
                  </a:lnTo>
                  <a:lnTo>
                    <a:pt x="91505" y="133101"/>
                  </a:lnTo>
                  <a:lnTo>
                    <a:pt x="90425" y="132993"/>
                  </a:lnTo>
                  <a:lnTo>
                    <a:pt x="89553" y="132914"/>
                  </a:lnTo>
                  <a:lnTo>
                    <a:pt x="88744" y="132862"/>
                  </a:lnTo>
                  <a:lnTo>
                    <a:pt x="87854" y="132830"/>
                  </a:lnTo>
                  <a:lnTo>
                    <a:pt x="86740" y="132814"/>
                  </a:lnTo>
                  <a:lnTo>
                    <a:pt x="85256" y="132808"/>
                  </a:lnTo>
                  <a:lnTo>
                    <a:pt x="83259" y="132807"/>
                  </a:lnTo>
                  <a:lnTo>
                    <a:pt x="83235" y="131713"/>
                  </a:lnTo>
                  <a:lnTo>
                    <a:pt x="83223" y="130628"/>
                  </a:lnTo>
                  <a:lnTo>
                    <a:pt x="83224" y="129552"/>
                  </a:lnTo>
                  <a:lnTo>
                    <a:pt x="83236" y="128483"/>
                  </a:lnTo>
                  <a:lnTo>
                    <a:pt x="83261" y="127422"/>
                  </a:lnTo>
                  <a:lnTo>
                    <a:pt x="83297" y="126366"/>
                  </a:lnTo>
                  <a:lnTo>
                    <a:pt x="83345" y="125316"/>
                  </a:lnTo>
                  <a:lnTo>
                    <a:pt x="83405" y="124269"/>
                  </a:lnTo>
                  <a:lnTo>
                    <a:pt x="83477" y="123226"/>
                  </a:lnTo>
                  <a:lnTo>
                    <a:pt x="83562" y="122186"/>
                  </a:lnTo>
                  <a:lnTo>
                    <a:pt x="83658" y="121147"/>
                  </a:lnTo>
                  <a:lnTo>
                    <a:pt x="83765" y="120108"/>
                  </a:lnTo>
                  <a:lnTo>
                    <a:pt x="83885" y="119070"/>
                  </a:lnTo>
                  <a:lnTo>
                    <a:pt x="84017" y="118031"/>
                  </a:lnTo>
                  <a:lnTo>
                    <a:pt x="84161" y="116989"/>
                  </a:lnTo>
                  <a:lnTo>
                    <a:pt x="84316" y="115945"/>
                  </a:lnTo>
                  <a:lnTo>
                    <a:pt x="84484" y="114897"/>
                  </a:lnTo>
                  <a:lnTo>
                    <a:pt x="84663" y="113844"/>
                  </a:lnTo>
                  <a:lnTo>
                    <a:pt x="84855" y="112786"/>
                  </a:lnTo>
                  <a:lnTo>
                    <a:pt x="85058" y="111721"/>
                  </a:lnTo>
                  <a:lnTo>
                    <a:pt x="85273" y="110650"/>
                  </a:lnTo>
                  <a:lnTo>
                    <a:pt x="85563" y="109182"/>
                  </a:lnTo>
                  <a:lnTo>
                    <a:pt x="85856" y="107691"/>
                  </a:lnTo>
                  <a:lnTo>
                    <a:pt x="86091" y="106505"/>
                  </a:lnTo>
                  <a:lnTo>
                    <a:pt x="86328" y="105319"/>
                  </a:lnTo>
                  <a:lnTo>
                    <a:pt x="86566" y="104134"/>
                  </a:lnTo>
                  <a:lnTo>
                    <a:pt x="86806" y="102948"/>
                  </a:lnTo>
                  <a:lnTo>
                    <a:pt x="87046" y="101763"/>
                  </a:lnTo>
                  <a:lnTo>
                    <a:pt x="87287" y="100578"/>
                  </a:lnTo>
                  <a:lnTo>
                    <a:pt x="88621" y="100578"/>
                  </a:lnTo>
                  <a:lnTo>
                    <a:pt x="89973" y="100578"/>
                  </a:lnTo>
                  <a:lnTo>
                    <a:pt x="89933" y="99517"/>
                  </a:lnTo>
                  <a:lnTo>
                    <a:pt x="89892" y="98456"/>
                  </a:lnTo>
                  <a:lnTo>
                    <a:pt x="89851" y="97394"/>
                  </a:lnTo>
                  <a:lnTo>
                    <a:pt x="89810" y="96333"/>
                  </a:lnTo>
                  <a:lnTo>
                    <a:pt x="89768" y="95272"/>
                  </a:lnTo>
                  <a:lnTo>
                    <a:pt x="89727" y="94211"/>
                  </a:lnTo>
                  <a:lnTo>
                    <a:pt x="89685" y="93150"/>
                  </a:lnTo>
                  <a:lnTo>
                    <a:pt x="89642" y="92089"/>
                  </a:lnTo>
                  <a:lnTo>
                    <a:pt x="89600" y="91028"/>
                  </a:lnTo>
                  <a:lnTo>
                    <a:pt x="89557" y="89967"/>
                  </a:lnTo>
                  <a:lnTo>
                    <a:pt x="89515" y="88905"/>
                  </a:lnTo>
                  <a:lnTo>
                    <a:pt x="89472" y="87844"/>
                  </a:lnTo>
                  <a:lnTo>
                    <a:pt x="89429" y="86783"/>
                  </a:lnTo>
                  <a:lnTo>
                    <a:pt x="89386" y="85722"/>
                  </a:lnTo>
                  <a:lnTo>
                    <a:pt x="89347" y="84676"/>
                  </a:lnTo>
                  <a:lnTo>
                    <a:pt x="89307" y="83626"/>
                  </a:lnTo>
                  <a:lnTo>
                    <a:pt x="89267" y="82567"/>
                  </a:lnTo>
                  <a:lnTo>
                    <a:pt x="89226" y="81497"/>
                  </a:lnTo>
                  <a:lnTo>
                    <a:pt x="89181" y="80426"/>
                  </a:lnTo>
                  <a:lnTo>
                    <a:pt x="89134" y="79357"/>
                  </a:lnTo>
                  <a:lnTo>
                    <a:pt x="89085" y="78292"/>
                  </a:lnTo>
                  <a:lnTo>
                    <a:pt x="89032" y="77229"/>
                  </a:lnTo>
                  <a:lnTo>
                    <a:pt x="88975" y="76168"/>
                  </a:lnTo>
                  <a:lnTo>
                    <a:pt x="88914" y="75109"/>
                  </a:lnTo>
                  <a:lnTo>
                    <a:pt x="88847" y="74051"/>
                  </a:lnTo>
                  <a:lnTo>
                    <a:pt x="88773" y="72994"/>
                  </a:lnTo>
                  <a:lnTo>
                    <a:pt x="88693" y="71938"/>
                  </a:lnTo>
                  <a:lnTo>
                    <a:pt x="88605" y="70882"/>
                  </a:lnTo>
                  <a:lnTo>
                    <a:pt x="88509" y="69826"/>
                  </a:lnTo>
                  <a:lnTo>
                    <a:pt x="88403" y="68769"/>
                  </a:lnTo>
                  <a:lnTo>
                    <a:pt x="88288" y="67712"/>
                  </a:lnTo>
                  <a:lnTo>
                    <a:pt x="88162" y="66653"/>
                  </a:lnTo>
                  <a:lnTo>
                    <a:pt x="88025" y="65592"/>
                  </a:lnTo>
                  <a:lnTo>
                    <a:pt x="87875" y="64530"/>
                  </a:lnTo>
                  <a:lnTo>
                    <a:pt x="87736" y="63420"/>
                  </a:lnTo>
                  <a:lnTo>
                    <a:pt x="87628" y="62331"/>
                  </a:lnTo>
                  <a:lnTo>
                    <a:pt x="87549" y="61258"/>
                  </a:lnTo>
                  <a:lnTo>
                    <a:pt x="87498" y="60196"/>
                  </a:lnTo>
                  <a:lnTo>
                    <a:pt x="87473" y="59143"/>
                  </a:lnTo>
                  <a:lnTo>
                    <a:pt x="87472" y="58093"/>
                  </a:lnTo>
                  <a:lnTo>
                    <a:pt x="87493" y="57043"/>
                  </a:lnTo>
                  <a:lnTo>
                    <a:pt x="87535" y="55988"/>
                  </a:lnTo>
                  <a:lnTo>
                    <a:pt x="87596" y="54926"/>
                  </a:lnTo>
                  <a:lnTo>
                    <a:pt x="87675" y="53851"/>
                  </a:lnTo>
                  <a:lnTo>
                    <a:pt x="87768" y="52759"/>
                  </a:lnTo>
                  <a:lnTo>
                    <a:pt x="87875" y="51647"/>
                  </a:lnTo>
                  <a:lnTo>
                    <a:pt x="87978" y="50588"/>
                  </a:lnTo>
                  <a:lnTo>
                    <a:pt x="88081" y="49525"/>
                  </a:lnTo>
                  <a:lnTo>
                    <a:pt x="88185" y="48454"/>
                  </a:lnTo>
                  <a:lnTo>
                    <a:pt x="88290" y="47372"/>
                  </a:lnTo>
                  <a:lnTo>
                    <a:pt x="88402" y="46316"/>
                  </a:lnTo>
                  <a:lnTo>
                    <a:pt x="88515" y="45254"/>
                  </a:lnTo>
                  <a:lnTo>
                    <a:pt x="88630" y="44177"/>
                  </a:lnTo>
                  <a:lnTo>
                    <a:pt x="87524" y="44480"/>
                  </a:lnTo>
                  <a:lnTo>
                    <a:pt x="86418" y="44785"/>
                  </a:lnTo>
                  <a:lnTo>
                    <a:pt x="85313" y="45092"/>
                  </a:lnTo>
                  <a:lnTo>
                    <a:pt x="84209" y="45401"/>
                  </a:lnTo>
                  <a:lnTo>
                    <a:pt x="83104" y="45711"/>
                  </a:lnTo>
                  <a:lnTo>
                    <a:pt x="82000" y="46024"/>
                  </a:lnTo>
                  <a:lnTo>
                    <a:pt x="80768" y="46366"/>
                  </a:lnTo>
                  <a:lnTo>
                    <a:pt x="79528" y="46712"/>
                  </a:lnTo>
                  <a:lnTo>
                    <a:pt x="78271" y="47062"/>
                  </a:lnTo>
                  <a:lnTo>
                    <a:pt x="76762" y="47641"/>
                  </a:lnTo>
                  <a:lnTo>
                    <a:pt x="75778" y="48130"/>
                  </a:lnTo>
                  <a:lnTo>
                    <a:pt x="75108" y="48713"/>
                  </a:lnTo>
                  <a:lnTo>
                    <a:pt x="74538" y="49572"/>
                  </a:lnTo>
                  <a:lnTo>
                    <a:pt x="73858" y="50891"/>
                  </a:lnTo>
                  <a:lnTo>
                    <a:pt x="72637" y="51063"/>
                  </a:lnTo>
                  <a:lnTo>
                    <a:pt x="71688" y="51190"/>
                  </a:lnTo>
                  <a:lnTo>
                    <a:pt x="70883" y="51284"/>
                  </a:lnTo>
                  <a:lnTo>
                    <a:pt x="70096" y="51356"/>
                  </a:lnTo>
                  <a:lnTo>
                    <a:pt x="69197" y="51419"/>
                  </a:lnTo>
                  <a:lnTo>
                    <a:pt x="68060" y="51484"/>
                  </a:lnTo>
                  <a:lnTo>
                    <a:pt x="66557" y="51563"/>
                  </a:lnTo>
                  <a:lnTo>
                    <a:pt x="64610" y="51667"/>
                  </a:lnTo>
                  <a:lnTo>
                    <a:pt x="63033" y="51770"/>
                  </a:lnTo>
                  <a:lnTo>
                    <a:pt x="61764" y="51890"/>
                  </a:lnTo>
                  <a:lnTo>
                    <a:pt x="60743" y="52048"/>
                  </a:lnTo>
                  <a:lnTo>
                    <a:pt x="59908" y="52264"/>
                  </a:lnTo>
                  <a:lnTo>
                    <a:pt x="59199" y="52558"/>
                  </a:lnTo>
                  <a:lnTo>
                    <a:pt x="58555" y="52950"/>
                  </a:lnTo>
                  <a:lnTo>
                    <a:pt x="57914" y="53462"/>
                  </a:lnTo>
                  <a:lnTo>
                    <a:pt x="57217" y="54111"/>
                  </a:lnTo>
                  <a:lnTo>
                    <a:pt x="56401" y="54920"/>
                  </a:lnTo>
                  <a:lnTo>
                    <a:pt x="55387" y="55120"/>
                  </a:lnTo>
                  <a:lnTo>
                    <a:pt x="54370" y="55320"/>
                  </a:lnTo>
                  <a:lnTo>
                    <a:pt x="53349" y="55521"/>
                  </a:lnTo>
                  <a:lnTo>
                    <a:pt x="52320" y="55723"/>
                  </a:lnTo>
                  <a:lnTo>
                    <a:pt x="51282" y="55927"/>
                  </a:lnTo>
                  <a:lnTo>
                    <a:pt x="49921" y="56239"/>
                  </a:lnTo>
                  <a:lnTo>
                    <a:pt x="48782" y="56539"/>
                  </a:lnTo>
                  <a:lnTo>
                    <a:pt x="47819" y="56853"/>
                  </a:lnTo>
                  <a:lnTo>
                    <a:pt x="46990" y="57208"/>
                  </a:lnTo>
                  <a:lnTo>
                    <a:pt x="46251" y="57631"/>
                  </a:lnTo>
                  <a:lnTo>
                    <a:pt x="45559" y="58150"/>
                  </a:lnTo>
                  <a:lnTo>
                    <a:pt x="44870" y="58791"/>
                  </a:lnTo>
                  <a:lnTo>
                    <a:pt x="44140" y="59582"/>
                  </a:lnTo>
                  <a:lnTo>
                    <a:pt x="43327" y="60549"/>
                  </a:lnTo>
                  <a:lnTo>
                    <a:pt x="42385" y="61719"/>
                  </a:lnTo>
                  <a:lnTo>
                    <a:pt x="41103" y="63181"/>
                  </a:lnTo>
                  <a:lnTo>
                    <a:pt x="40132" y="64237"/>
                  </a:lnTo>
                  <a:lnTo>
                    <a:pt x="39364" y="64966"/>
                  </a:lnTo>
                  <a:lnTo>
                    <a:pt x="38690" y="65445"/>
                  </a:lnTo>
                  <a:lnTo>
                    <a:pt x="37999" y="65751"/>
                  </a:lnTo>
                  <a:lnTo>
                    <a:pt x="37183" y="65962"/>
                  </a:lnTo>
                  <a:lnTo>
                    <a:pt x="36133" y="66156"/>
                  </a:lnTo>
                  <a:lnTo>
                    <a:pt x="35670" y="66170"/>
                  </a:lnTo>
                  <a:lnTo>
                    <a:pt x="34854" y="66195"/>
                  </a:lnTo>
                  <a:lnTo>
                    <a:pt x="32985" y="66250"/>
                  </a:lnTo>
                  <a:lnTo>
                    <a:pt x="31148" y="66325"/>
                  </a:lnTo>
                  <a:lnTo>
                    <a:pt x="29734" y="66414"/>
                  </a:lnTo>
                  <a:lnTo>
                    <a:pt x="28643" y="66550"/>
                  </a:lnTo>
                  <a:lnTo>
                    <a:pt x="27779" y="66767"/>
                  </a:lnTo>
                  <a:lnTo>
                    <a:pt x="27042" y="67097"/>
                  </a:lnTo>
                  <a:lnTo>
                    <a:pt x="26335" y="67575"/>
                  </a:lnTo>
                  <a:lnTo>
                    <a:pt x="25560" y="68235"/>
                  </a:lnTo>
                  <a:lnTo>
                    <a:pt x="24619" y="69109"/>
                  </a:lnTo>
                  <a:lnTo>
                    <a:pt x="23975" y="69965"/>
                  </a:lnTo>
                  <a:lnTo>
                    <a:pt x="23334" y="70823"/>
                  </a:lnTo>
                  <a:lnTo>
                    <a:pt x="22696" y="71682"/>
                  </a:lnTo>
                  <a:lnTo>
                    <a:pt x="22059" y="72544"/>
                  </a:lnTo>
                  <a:lnTo>
                    <a:pt x="21425" y="73406"/>
                  </a:lnTo>
                  <a:lnTo>
                    <a:pt x="20794" y="74271"/>
                  </a:lnTo>
                  <a:lnTo>
                    <a:pt x="20041" y="75065"/>
                  </a:lnTo>
                  <a:lnTo>
                    <a:pt x="19406" y="75657"/>
                  </a:lnTo>
                  <a:lnTo>
                    <a:pt x="18763" y="76107"/>
                  </a:lnTo>
                  <a:lnTo>
                    <a:pt x="17986" y="76473"/>
                  </a:lnTo>
                  <a:lnTo>
                    <a:pt x="16951" y="76815"/>
                  </a:lnTo>
                  <a:lnTo>
                    <a:pt x="15530" y="77192"/>
                  </a:lnTo>
                  <a:lnTo>
                    <a:pt x="13598" y="77665"/>
                  </a:lnTo>
                  <a:lnTo>
                    <a:pt x="12558" y="77686"/>
                  </a:lnTo>
                  <a:lnTo>
                    <a:pt x="11515" y="77707"/>
                  </a:lnTo>
                  <a:lnTo>
                    <a:pt x="10463" y="77728"/>
                  </a:lnTo>
                  <a:lnTo>
                    <a:pt x="9400" y="77749"/>
                  </a:lnTo>
                  <a:lnTo>
                    <a:pt x="9400" y="76609"/>
                  </a:lnTo>
                  <a:lnTo>
                    <a:pt x="9400" y="75468"/>
                  </a:lnTo>
                  <a:lnTo>
                    <a:pt x="9400" y="74324"/>
                  </a:lnTo>
                  <a:lnTo>
                    <a:pt x="9400" y="73176"/>
                  </a:lnTo>
                  <a:lnTo>
                    <a:pt x="9400" y="72022"/>
                  </a:lnTo>
                  <a:lnTo>
                    <a:pt x="9400" y="70861"/>
                  </a:lnTo>
                  <a:lnTo>
                    <a:pt x="9400" y="69692"/>
                  </a:lnTo>
                  <a:lnTo>
                    <a:pt x="9917" y="69456"/>
                  </a:lnTo>
                  <a:lnTo>
                    <a:pt x="10827" y="69042"/>
                  </a:lnTo>
                  <a:lnTo>
                    <a:pt x="12910" y="68092"/>
                  </a:lnTo>
                  <a:lnTo>
                    <a:pt x="13854" y="67576"/>
                  </a:lnTo>
                  <a:lnTo>
                    <a:pt x="14777" y="67045"/>
                  </a:lnTo>
                  <a:lnTo>
                    <a:pt x="15682" y="66500"/>
                  </a:lnTo>
                  <a:lnTo>
                    <a:pt x="16570" y="65943"/>
                  </a:lnTo>
                  <a:lnTo>
                    <a:pt x="17444" y="65372"/>
                  </a:lnTo>
                  <a:lnTo>
                    <a:pt x="18305" y="64789"/>
                  </a:lnTo>
                  <a:lnTo>
                    <a:pt x="19154" y="64194"/>
                  </a:lnTo>
                  <a:lnTo>
                    <a:pt x="19994" y="63587"/>
                  </a:lnTo>
                  <a:lnTo>
                    <a:pt x="20827" y="62968"/>
                  </a:lnTo>
                  <a:lnTo>
                    <a:pt x="21654" y="62338"/>
                  </a:lnTo>
                  <a:lnTo>
                    <a:pt x="22478" y="61697"/>
                  </a:lnTo>
                  <a:lnTo>
                    <a:pt x="23299" y="61046"/>
                  </a:lnTo>
                  <a:lnTo>
                    <a:pt x="24119" y="60385"/>
                  </a:lnTo>
                  <a:lnTo>
                    <a:pt x="24942" y="59714"/>
                  </a:lnTo>
                  <a:lnTo>
                    <a:pt x="25767" y="59033"/>
                  </a:lnTo>
                  <a:lnTo>
                    <a:pt x="26636" y="58343"/>
                  </a:lnTo>
                  <a:lnTo>
                    <a:pt x="27500" y="57674"/>
                  </a:lnTo>
                  <a:lnTo>
                    <a:pt x="28361" y="57027"/>
                  </a:lnTo>
                  <a:lnTo>
                    <a:pt x="29220" y="56400"/>
                  </a:lnTo>
                  <a:lnTo>
                    <a:pt x="30079" y="55794"/>
                  </a:lnTo>
                  <a:lnTo>
                    <a:pt x="30938" y="55207"/>
                  </a:lnTo>
                  <a:lnTo>
                    <a:pt x="31798" y="54640"/>
                  </a:lnTo>
                  <a:lnTo>
                    <a:pt x="32663" y="54092"/>
                  </a:lnTo>
                  <a:lnTo>
                    <a:pt x="33532" y="53563"/>
                  </a:lnTo>
                  <a:lnTo>
                    <a:pt x="34407" y="53051"/>
                  </a:lnTo>
                  <a:lnTo>
                    <a:pt x="35289" y="52557"/>
                  </a:lnTo>
                  <a:lnTo>
                    <a:pt x="36180" y="52081"/>
                  </a:lnTo>
                  <a:lnTo>
                    <a:pt x="37081" y="51620"/>
                  </a:lnTo>
                  <a:lnTo>
                    <a:pt x="37994" y="51176"/>
                  </a:lnTo>
                  <a:lnTo>
                    <a:pt x="38919" y="50748"/>
                  </a:lnTo>
                  <a:lnTo>
                    <a:pt x="39858" y="50334"/>
                  </a:lnTo>
                  <a:lnTo>
                    <a:pt x="40813" y="49936"/>
                  </a:lnTo>
                  <a:lnTo>
                    <a:pt x="41784" y="49552"/>
                  </a:lnTo>
                  <a:lnTo>
                    <a:pt x="42774" y="49181"/>
                  </a:lnTo>
                  <a:lnTo>
                    <a:pt x="43783" y="48824"/>
                  </a:lnTo>
                  <a:lnTo>
                    <a:pt x="44812" y="48480"/>
                  </a:lnTo>
                  <a:lnTo>
                    <a:pt x="45864" y="48148"/>
                  </a:lnTo>
                  <a:lnTo>
                    <a:pt x="46939" y="47828"/>
                  </a:lnTo>
                  <a:lnTo>
                    <a:pt x="48290" y="47336"/>
                  </a:lnTo>
                  <a:lnTo>
                    <a:pt x="49179" y="46899"/>
                  </a:lnTo>
                  <a:lnTo>
                    <a:pt x="49801" y="46344"/>
                  </a:lnTo>
                  <a:lnTo>
                    <a:pt x="50352" y="45495"/>
                  </a:lnTo>
                  <a:lnTo>
                    <a:pt x="51029" y="44177"/>
                  </a:lnTo>
                  <a:lnTo>
                    <a:pt x="52093" y="44177"/>
                  </a:lnTo>
                  <a:lnTo>
                    <a:pt x="53160" y="44177"/>
                  </a:lnTo>
                  <a:lnTo>
                    <a:pt x="54232" y="44177"/>
                  </a:lnTo>
                  <a:lnTo>
                    <a:pt x="55312" y="44177"/>
                  </a:lnTo>
                  <a:lnTo>
                    <a:pt x="56401" y="44177"/>
                  </a:lnTo>
                  <a:lnTo>
                    <a:pt x="56651" y="42927"/>
                  </a:lnTo>
                  <a:lnTo>
                    <a:pt x="56906" y="41659"/>
                  </a:lnTo>
                  <a:lnTo>
                    <a:pt x="57271" y="40444"/>
                  </a:lnTo>
                  <a:lnTo>
                    <a:pt x="57595" y="39552"/>
                  </a:lnTo>
                  <a:lnTo>
                    <a:pt x="57975" y="38826"/>
                  </a:lnTo>
                  <a:lnTo>
                    <a:pt x="58509" y="38115"/>
                  </a:lnTo>
                  <a:lnTo>
                    <a:pt x="59294" y="37264"/>
                  </a:lnTo>
                  <a:lnTo>
                    <a:pt x="60430" y="36120"/>
                  </a:lnTo>
                  <a:lnTo>
                    <a:pt x="61442" y="35804"/>
                  </a:lnTo>
                  <a:lnTo>
                    <a:pt x="62460" y="35508"/>
                  </a:lnTo>
                  <a:lnTo>
                    <a:pt x="63484" y="35230"/>
                  </a:lnTo>
                  <a:lnTo>
                    <a:pt x="64513" y="34970"/>
                  </a:lnTo>
                  <a:lnTo>
                    <a:pt x="65546" y="34726"/>
                  </a:lnTo>
                  <a:lnTo>
                    <a:pt x="66584" y="34498"/>
                  </a:lnTo>
                  <a:lnTo>
                    <a:pt x="67625" y="34283"/>
                  </a:lnTo>
                  <a:lnTo>
                    <a:pt x="68670" y="34082"/>
                  </a:lnTo>
                  <a:lnTo>
                    <a:pt x="69717" y="33892"/>
                  </a:lnTo>
                  <a:lnTo>
                    <a:pt x="70766" y="33713"/>
                  </a:lnTo>
                  <a:lnTo>
                    <a:pt x="71817" y="33543"/>
                  </a:lnTo>
                  <a:lnTo>
                    <a:pt x="72869" y="33382"/>
                  </a:lnTo>
                  <a:lnTo>
                    <a:pt x="73922" y="33228"/>
                  </a:lnTo>
                  <a:lnTo>
                    <a:pt x="74976" y="33080"/>
                  </a:lnTo>
                  <a:lnTo>
                    <a:pt x="76029" y="32937"/>
                  </a:lnTo>
                  <a:lnTo>
                    <a:pt x="77081" y="32798"/>
                  </a:lnTo>
                  <a:lnTo>
                    <a:pt x="78133" y="32661"/>
                  </a:lnTo>
                  <a:lnTo>
                    <a:pt x="79183" y="32526"/>
                  </a:lnTo>
                  <a:lnTo>
                    <a:pt x="80285" y="32384"/>
                  </a:lnTo>
                  <a:lnTo>
                    <a:pt x="81394" y="32240"/>
                  </a:lnTo>
                  <a:lnTo>
                    <a:pt x="82517" y="32094"/>
                  </a:lnTo>
                  <a:lnTo>
                    <a:pt x="83649" y="31953"/>
                  </a:lnTo>
                  <a:lnTo>
                    <a:pt x="84781" y="31815"/>
                  </a:lnTo>
                  <a:lnTo>
                    <a:pt x="85914" y="31680"/>
                  </a:lnTo>
                  <a:lnTo>
                    <a:pt x="87047" y="31549"/>
                  </a:lnTo>
                  <a:lnTo>
                    <a:pt x="88181" y="31421"/>
                  </a:lnTo>
                  <a:lnTo>
                    <a:pt x="89315" y="31296"/>
                  </a:lnTo>
                  <a:lnTo>
                    <a:pt x="90449" y="31139"/>
                  </a:lnTo>
                  <a:lnTo>
                    <a:pt x="91560" y="30975"/>
                  </a:lnTo>
                  <a:lnTo>
                    <a:pt x="92653" y="30796"/>
                  </a:lnTo>
                  <a:lnTo>
                    <a:pt x="93733" y="30594"/>
                  </a:lnTo>
                  <a:lnTo>
                    <a:pt x="94806" y="30362"/>
                  </a:lnTo>
                  <a:lnTo>
                    <a:pt x="95876" y="30091"/>
                  </a:lnTo>
                  <a:lnTo>
                    <a:pt x="96949" y="29775"/>
                  </a:lnTo>
                  <a:lnTo>
                    <a:pt x="98030" y="29405"/>
                  </a:lnTo>
                  <a:lnTo>
                    <a:pt x="98811" y="28101"/>
                  </a:lnTo>
                  <a:lnTo>
                    <a:pt x="99381" y="27107"/>
                  </a:lnTo>
                  <a:lnTo>
                    <a:pt x="99788" y="26307"/>
                  </a:lnTo>
                  <a:lnTo>
                    <a:pt x="100077" y="25582"/>
                  </a:lnTo>
                  <a:lnTo>
                    <a:pt x="100297" y="24817"/>
                  </a:lnTo>
                  <a:lnTo>
                    <a:pt x="100495" y="23892"/>
                  </a:lnTo>
                  <a:lnTo>
                    <a:pt x="100716" y="22691"/>
                  </a:lnTo>
                  <a:lnTo>
                    <a:pt x="99565" y="22820"/>
                  </a:lnTo>
                  <a:lnTo>
                    <a:pt x="98440" y="22969"/>
                  </a:lnTo>
                  <a:lnTo>
                    <a:pt x="97340" y="23139"/>
                  </a:lnTo>
                  <a:lnTo>
                    <a:pt x="96261" y="23329"/>
                  </a:lnTo>
                  <a:lnTo>
                    <a:pt x="95200" y="23539"/>
                  </a:lnTo>
                  <a:lnTo>
                    <a:pt x="94156" y="23768"/>
                  </a:lnTo>
                  <a:lnTo>
                    <a:pt x="93125" y="24018"/>
                  </a:lnTo>
                  <a:lnTo>
                    <a:pt x="92105" y="24288"/>
                  </a:lnTo>
                  <a:lnTo>
                    <a:pt x="91093" y="24577"/>
                  </a:lnTo>
                  <a:lnTo>
                    <a:pt x="90087" y="24887"/>
                  </a:lnTo>
                  <a:lnTo>
                    <a:pt x="89083" y="25216"/>
                  </a:lnTo>
                  <a:lnTo>
                    <a:pt x="88080" y="25564"/>
                  </a:lnTo>
                  <a:lnTo>
                    <a:pt x="87074" y="25932"/>
                  </a:lnTo>
                  <a:lnTo>
                    <a:pt x="86063" y="26320"/>
                  </a:lnTo>
                  <a:lnTo>
                    <a:pt x="85045" y="26726"/>
                  </a:lnTo>
                  <a:lnTo>
                    <a:pt x="84015" y="27153"/>
                  </a:lnTo>
                  <a:lnTo>
                    <a:pt x="82973" y="27598"/>
                  </a:lnTo>
                  <a:lnTo>
                    <a:pt x="81916" y="28062"/>
                  </a:lnTo>
                  <a:lnTo>
                    <a:pt x="80855" y="28318"/>
                  </a:lnTo>
                  <a:lnTo>
                    <a:pt x="79807" y="28540"/>
                  </a:lnTo>
                  <a:lnTo>
                    <a:pt x="78769" y="28732"/>
                  </a:lnTo>
                  <a:lnTo>
                    <a:pt x="77739" y="28894"/>
                  </a:lnTo>
                  <a:lnTo>
                    <a:pt x="76713" y="29030"/>
                  </a:lnTo>
                  <a:lnTo>
                    <a:pt x="75691" y="29140"/>
                  </a:lnTo>
                  <a:lnTo>
                    <a:pt x="74668" y="29226"/>
                  </a:lnTo>
                  <a:lnTo>
                    <a:pt x="73644" y="29290"/>
                  </a:lnTo>
                  <a:lnTo>
                    <a:pt x="72615" y="29335"/>
                  </a:lnTo>
                  <a:lnTo>
                    <a:pt x="71578" y="29361"/>
                  </a:lnTo>
                  <a:lnTo>
                    <a:pt x="70532" y="29371"/>
                  </a:lnTo>
                  <a:lnTo>
                    <a:pt x="69475" y="29366"/>
                  </a:lnTo>
                  <a:lnTo>
                    <a:pt x="68402" y="29349"/>
                  </a:lnTo>
                  <a:lnTo>
                    <a:pt x="67313" y="29321"/>
                  </a:lnTo>
                  <a:lnTo>
                    <a:pt x="66195" y="29319"/>
                  </a:lnTo>
                  <a:lnTo>
                    <a:pt x="65101" y="29333"/>
                  </a:lnTo>
                  <a:lnTo>
                    <a:pt x="64028" y="29364"/>
                  </a:lnTo>
                  <a:lnTo>
                    <a:pt x="62973" y="29413"/>
                  </a:lnTo>
                  <a:lnTo>
                    <a:pt x="61934" y="29481"/>
                  </a:lnTo>
                  <a:lnTo>
                    <a:pt x="60908" y="29569"/>
                  </a:lnTo>
                  <a:lnTo>
                    <a:pt x="59892" y="29677"/>
                  </a:lnTo>
                  <a:lnTo>
                    <a:pt x="58883" y="29806"/>
                  </a:lnTo>
                  <a:lnTo>
                    <a:pt x="57879" y="29958"/>
                  </a:lnTo>
                  <a:lnTo>
                    <a:pt x="56878" y="30134"/>
                  </a:lnTo>
                  <a:lnTo>
                    <a:pt x="55875" y="30333"/>
                  </a:lnTo>
                  <a:lnTo>
                    <a:pt x="54868" y="30558"/>
                  </a:lnTo>
                  <a:lnTo>
                    <a:pt x="53856" y="30809"/>
                  </a:lnTo>
                  <a:lnTo>
                    <a:pt x="52834" y="31087"/>
                  </a:lnTo>
                  <a:lnTo>
                    <a:pt x="51800" y="31392"/>
                  </a:lnTo>
                  <a:lnTo>
                    <a:pt x="50752" y="31727"/>
                  </a:lnTo>
                  <a:lnTo>
                    <a:pt x="49686" y="32091"/>
                  </a:lnTo>
                  <a:lnTo>
                    <a:pt x="48647" y="32381"/>
                  </a:lnTo>
                  <a:lnTo>
                    <a:pt x="47608" y="32668"/>
                  </a:lnTo>
                  <a:lnTo>
                    <a:pt x="46567" y="32954"/>
                  </a:lnTo>
                  <a:lnTo>
                    <a:pt x="45526" y="33237"/>
                  </a:lnTo>
                  <a:lnTo>
                    <a:pt x="44484" y="33519"/>
                  </a:lnTo>
                  <a:lnTo>
                    <a:pt x="42425" y="34143"/>
                  </a:lnTo>
                  <a:lnTo>
                    <a:pt x="41107" y="34591"/>
                  </a:lnTo>
                  <a:lnTo>
                    <a:pt x="40265" y="34986"/>
                  </a:lnTo>
                  <a:lnTo>
                    <a:pt x="39632" y="35454"/>
                  </a:lnTo>
                  <a:lnTo>
                    <a:pt x="38943" y="36120"/>
                  </a:lnTo>
                  <a:lnTo>
                    <a:pt x="37722" y="36299"/>
                  </a:lnTo>
                  <a:lnTo>
                    <a:pt x="36498" y="36462"/>
                  </a:lnTo>
                  <a:lnTo>
                    <a:pt x="35273" y="36612"/>
                  </a:lnTo>
                  <a:lnTo>
                    <a:pt x="34046" y="36749"/>
                  </a:lnTo>
                  <a:lnTo>
                    <a:pt x="32817" y="36876"/>
                  </a:lnTo>
                  <a:lnTo>
                    <a:pt x="32323" y="36925"/>
                  </a:lnTo>
                  <a:lnTo>
                    <a:pt x="31451" y="37013"/>
                  </a:lnTo>
                  <a:lnTo>
                    <a:pt x="29455" y="37216"/>
                  </a:lnTo>
                  <a:lnTo>
                    <a:pt x="28166" y="37339"/>
                  </a:lnTo>
                  <a:lnTo>
                    <a:pt x="26857" y="37463"/>
                  </a:lnTo>
                  <a:lnTo>
                    <a:pt x="26525" y="38460"/>
                  </a:lnTo>
                  <a:lnTo>
                    <a:pt x="26192" y="39462"/>
                  </a:lnTo>
                  <a:lnTo>
                    <a:pt x="25855" y="40471"/>
                  </a:lnTo>
                  <a:lnTo>
                    <a:pt x="25515" y="41491"/>
                  </a:lnTo>
                  <a:lnTo>
                    <a:pt x="24304" y="42221"/>
                  </a:lnTo>
                  <a:lnTo>
                    <a:pt x="23419" y="42730"/>
                  </a:lnTo>
                  <a:lnTo>
                    <a:pt x="22602" y="43151"/>
                  </a:lnTo>
                  <a:lnTo>
                    <a:pt x="21596" y="43617"/>
                  </a:lnTo>
                  <a:lnTo>
                    <a:pt x="20143" y="44262"/>
                  </a:lnTo>
                  <a:lnTo>
                    <a:pt x="18413" y="45036"/>
                  </a:lnTo>
                  <a:lnTo>
                    <a:pt x="17094" y="45653"/>
                  </a:lnTo>
                  <a:lnTo>
                    <a:pt x="16109" y="46177"/>
                  </a:lnTo>
                  <a:lnTo>
                    <a:pt x="15379" y="46668"/>
                  </a:lnTo>
                  <a:lnTo>
                    <a:pt x="14824" y="47189"/>
                  </a:lnTo>
                  <a:lnTo>
                    <a:pt x="14367" y="47801"/>
                  </a:lnTo>
                  <a:lnTo>
                    <a:pt x="13928" y="48567"/>
                  </a:lnTo>
                  <a:lnTo>
                    <a:pt x="13429" y="49549"/>
                  </a:lnTo>
                  <a:lnTo>
                    <a:pt x="12293" y="49388"/>
                  </a:lnTo>
                  <a:lnTo>
                    <a:pt x="11187" y="49219"/>
                  </a:lnTo>
                  <a:lnTo>
                    <a:pt x="10107" y="49036"/>
                  </a:lnTo>
                  <a:lnTo>
                    <a:pt x="9050" y="48835"/>
                  </a:lnTo>
                  <a:lnTo>
                    <a:pt x="8013" y="48613"/>
                  </a:lnTo>
                  <a:lnTo>
                    <a:pt x="6992" y="48363"/>
                  </a:lnTo>
                  <a:lnTo>
                    <a:pt x="5984" y="48084"/>
                  </a:lnTo>
                  <a:lnTo>
                    <a:pt x="4984" y="47769"/>
                  </a:lnTo>
                  <a:lnTo>
                    <a:pt x="3990" y="47415"/>
                  </a:lnTo>
                  <a:lnTo>
                    <a:pt x="2998" y="47017"/>
                  </a:lnTo>
                  <a:lnTo>
                    <a:pt x="2005" y="46572"/>
                  </a:lnTo>
                  <a:lnTo>
                    <a:pt x="1007" y="46074"/>
                  </a:lnTo>
                  <a:lnTo>
                    <a:pt x="0" y="45520"/>
                  </a:lnTo>
                  <a:lnTo>
                    <a:pt x="0" y="44412"/>
                  </a:lnTo>
                  <a:lnTo>
                    <a:pt x="0" y="43302"/>
                  </a:lnTo>
                  <a:lnTo>
                    <a:pt x="0" y="42188"/>
                  </a:lnTo>
                  <a:lnTo>
                    <a:pt x="0" y="41069"/>
                  </a:lnTo>
                  <a:lnTo>
                    <a:pt x="0" y="39942"/>
                  </a:lnTo>
                  <a:lnTo>
                    <a:pt x="0" y="38806"/>
                  </a:lnTo>
                  <a:lnTo>
                    <a:pt x="1108" y="38806"/>
                  </a:lnTo>
                  <a:lnTo>
                    <a:pt x="2219" y="38806"/>
                  </a:lnTo>
                  <a:lnTo>
                    <a:pt x="3332" y="38806"/>
                  </a:lnTo>
                  <a:lnTo>
                    <a:pt x="4452" y="38806"/>
                  </a:lnTo>
                  <a:lnTo>
                    <a:pt x="5578" y="38806"/>
                  </a:lnTo>
                  <a:lnTo>
                    <a:pt x="6714" y="38806"/>
                  </a:lnTo>
                  <a:lnTo>
                    <a:pt x="7047" y="37808"/>
                  </a:lnTo>
                  <a:lnTo>
                    <a:pt x="7381" y="36806"/>
                  </a:lnTo>
                  <a:lnTo>
                    <a:pt x="7718" y="35797"/>
                  </a:lnTo>
                  <a:lnTo>
                    <a:pt x="8057" y="34777"/>
                  </a:lnTo>
                  <a:lnTo>
                    <a:pt x="9242" y="34206"/>
                  </a:lnTo>
                  <a:lnTo>
                    <a:pt x="10186" y="33757"/>
                  </a:lnTo>
                  <a:lnTo>
                    <a:pt x="10983" y="33390"/>
                  </a:lnTo>
                  <a:lnTo>
                    <a:pt x="11726" y="33067"/>
                  </a:lnTo>
                  <a:lnTo>
                    <a:pt x="12509" y="32748"/>
                  </a:lnTo>
                  <a:lnTo>
                    <a:pt x="13425" y="32393"/>
                  </a:lnTo>
                  <a:lnTo>
                    <a:pt x="14568" y="31963"/>
                  </a:lnTo>
                  <a:lnTo>
                    <a:pt x="16031" y="31420"/>
                  </a:lnTo>
                  <a:lnTo>
                    <a:pt x="17836" y="30746"/>
                  </a:lnTo>
                  <a:lnTo>
                    <a:pt x="19352" y="30169"/>
                  </a:lnTo>
                  <a:lnTo>
                    <a:pt x="20615" y="29662"/>
                  </a:lnTo>
                  <a:lnTo>
                    <a:pt x="21665" y="29200"/>
                  </a:lnTo>
                  <a:lnTo>
                    <a:pt x="22538" y="28757"/>
                  </a:lnTo>
                  <a:lnTo>
                    <a:pt x="23271" y="28307"/>
                  </a:lnTo>
                  <a:lnTo>
                    <a:pt x="23903" y="27825"/>
                  </a:lnTo>
                  <a:lnTo>
                    <a:pt x="24472" y="27285"/>
                  </a:lnTo>
                  <a:lnTo>
                    <a:pt x="25014" y="26662"/>
                  </a:lnTo>
                  <a:lnTo>
                    <a:pt x="25567" y="25929"/>
                  </a:lnTo>
                  <a:lnTo>
                    <a:pt x="26169" y="25062"/>
                  </a:lnTo>
                  <a:lnTo>
                    <a:pt x="26857" y="24034"/>
                  </a:lnTo>
                  <a:lnTo>
                    <a:pt x="27898" y="23855"/>
                  </a:lnTo>
                  <a:lnTo>
                    <a:pt x="28939" y="23684"/>
                  </a:lnTo>
                  <a:lnTo>
                    <a:pt x="29982" y="23521"/>
                  </a:lnTo>
                  <a:lnTo>
                    <a:pt x="31026" y="23366"/>
                  </a:lnTo>
                  <a:lnTo>
                    <a:pt x="32071" y="23218"/>
                  </a:lnTo>
                  <a:lnTo>
                    <a:pt x="33116" y="23077"/>
                  </a:lnTo>
                  <a:lnTo>
                    <a:pt x="34163" y="22943"/>
                  </a:lnTo>
                  <a:lnTo>
                    <a:pt x="35210" y="22814"/>
                  </a:lnTo>
                  <a:lnTo>
                    <a:pt x="36258" y="22691"/>
                  </a:lnTo>
                  <a:lnTo>
                    <a:pt x="37308" y="22426"/>
                  </a:lnTo>
                  <a:lnTo>
                    <a:pt x="38352" y="22149"/>
                  </a:lnTo>
                  <a:lnTo>
                    <a:pt x="39388" y="21861"/>
                  </a:lnTo>
                  <a:lnTo>
                    <a:pt x="40417" y="21562"/>
                  </a:lnTo>
                  <a:lnTo>
                    <a:pt x="41440" y="21251"/>
                  </a:lnTo>
                  <a:lnTo>
                    <a:pt x="42458" y="20930"/>
                  </a:lnTo>
                  <a:lnTo>
                    <a:pt x="43471" y="20600"/>
                  </a:lnTo>
                  <a:lnTo>
                    <a:pt x="44479" y="20259"/>
                  </a:lnTo>
                  <a:lnTo>
                    <a:pt x="45483" y="19909"/>
                  </a:lnTo>
                  <a:lnTo>
                    <a:pt x="46484" y="19550"/>
                  </a:lnTo>
                  <a:lnTo>
                    <a:pt x="47482" y="19182"/>
                  </a:lnTo>
                  <a:lnTo>
                    <a:pt x="48478" y="18807"/>
                  </a:lnTo>
                  <a:lnTo>
                    <a:pt x="49472" y="18423"/>
                  </a:lnTo>
                  <a:lnTo>
                    <a:pt x="50465" y="18032"/>
                  </a:lnTo>
                  <a:lnTo>
                    <a:pt x="51458" y="17633"/>
                  </a:lnTo>
                  <a:lnTo>
                    <a:pt x="52450" y="17228"/>
                  </a:lnTo>
                  <a:lnTo>
                    <a:pt x="53442" y="16817"/>
                  </a:lnTo>
                  <a:lnTo>
                    <a:pt x="54436" y="16400"/>
                  </a:lnTo>
                  <a:lnTo>
                    <a:pt x="55431" y="15976"/>
                  </a:lnTo>
                  <a:lnTo>
                    <a:pt x="56478" y="15600"/>
                  </a:lnTo>
                  <a:lnTo>
                    <a:pt x="57516" y="15243"/>
                  </a:lnTo>
                  <a:lnTo>
                    <a:pt x="58548" y="14905"/>
                  </a:lnTo>
                  <a:lnTo>
                    <a:pt x="59574" y="14586"/>
                  </a:lnTo>
                  <a:lnTo>
                    <a:pt x="60594" y="14284"/>
                  </a:lnTo>
                  <a:lnTo>
                    <a:pt x="61610" y="14001"/>
                  </a:lnTo>
                  <a:lnTo>
                    <a:pt x="62623" y="13735"/>
                  </a:lnTo>
                  <a:lnTo>
                    <a:pt x="63633" y="13487"/>
                  </a:lnTo>
                  <a:lnTo>
                    <a:pt x="64642" y="13256"/>
                  </a:lnTo>
                  <a:lnTo>
                    <a:pt x="65650" y="13041"/>
                  </a:lnTo>
                  <a:lnTo>
                    <a:pt x="66658" y="12843"/>
                  </a:lnTo>
                  <a:lnTo>
                    <a:pt x="67666" y="12662"/>
                  </a:lnTo>
                  <a:lnTo>
                    <a:pt x="68677" y="12496"/>
                  </a:lnTo>
                  <a:lnTo>
                    <a:pt x="69691" y="12345"/>
                  </a:lnTo>
                  <a:lnTo>
                    <a:pt x="70708" y="12210"/>
                  </a:lnTo>
                  <a:lnTo>
                    <a:pt x="71730" y="12090"/>
                  </a:lnTo>
                  <a:lnTo>
                    <a:pt x="72757" y="11984"/>
                  </a:lnTo>
                  <a:lnTo>
                    <a:pt x="73791" y="11893"/>
                  </a:lnTo>
                  <a:lnTo>
                    <a:pt x="74831" y="11815"/>
                  </a:lnTo>
                  <a:lnTo>
                    <a:pt x="75880" y="11752"/>
                  </a:lnTo>
                  <a:lnTo>
                    <a:pt x="76938" y="11701"/>
                  </a:lnTo>
                  <a:lnTo>
                    <a:pt x="78006" y="11664"/>
                  </a:lnTo>
                  <a:lnTo>
                    <a:pt x="79084" y="11640"/>
                  </a:lnTo>
                  <a:lnTo>
                    <a:pt x="80174" y="11628"/>
                  </a:lnTo>
                  <a:lnTo>
                    <a:pt x="81276" y="11628"/>
                  </a:lnTo>
                  <a:lnTo>
                    <a:pt x="82361" y="11617"/>
                  </a:lnTo>
                  <a:lnTo>
                    <a:pt x="83445" y="11607"/>
                  </a:lnTo>
                  <a:lnTo>
                    <a:pt x="84529" y="11596"/>
                  </a:lnTo>
                  <a:lnTo>
                    <a:pt x="85613" y="11585"/>
                  </a:lnTo>
                  <a:lnTo>
                    <a:pt x="86697" y="11574"/>
                  </a:lnTo>
                  <a:lnTo>
                    <a:pt x="87781" y="11562"/>
                  </a:lnTo>
                  <a:lnTo>
                    <a:pt x="88902" y="11555"/>
                  </a:lnTo>
                  <a:lnTo>
                    <a:pt x="90022" y="11549"/>
                  </a:lnTo>
                  <a:lnTo>
                    <a:pt x="91143" y="11544"/>
                  </a:lnTo>
                  <a:lnTo>
                    <a:pt x="92263" y="11539"/>
                  </a:lnTo>
                  <a:lnTo>
                    <a:pt x="93383" y="11536"/>
                  </a:lnTo>
                  <a:lnTo>
                    <a:pt x="94504" y="11535"/>
                  </a:lnTo>
                  <a:lnTo>
                    <a:pt x="95624" y="11534"/>
                  </a:lnTo>
                  <a:lnTo>
                    <a:pt x="96745" y="11536"/>
                  </a:lnTo>
                  <a:lnTo>
                    <a:pt x="97865" y="11538"/>
                  </a:lnTo>
                  <a:lnTo>
                    <a:pt x="99016" y="11538"/>
                  </a:lnTo>
                  <a:lnTo>
                    <a:pt x="100148" y="11534"/>
                  </a:lnTo>
                  <a:lnTo>
                    <a:pt x="101264" y="11526"/>
                  </a:lnTo>
                  <a:lnTo>
                    <a:pt x="102363" y="11513"/>
                  </a:lnTo>
                  <a:lnTo>
                    <a:pt x="103447" y="11493"/>
                  </a:lnTo>
                  <a:lnTo>
                    <a:pt x="104516" y="11467"/>
                  </a:lnTo>
                  <a:lnTo>
                    <a:pt x="105572" y="11433"/>
                  </a:lnTo>
                  <a:lnTo>
                    <a:pt x="106615" y="11391"/>
                  </a:lnTo>
                  <a:lnTo>
                    <a:pt x="107646" y="11339"/>
                  </a:lnTo>
                  <a:lnTo>
                    <a:pt x="108665" y="11277"/>
                  </a:lnTo>
                  <a:lnTo>
                    <a:pt x="109674" y="11203"/>
                  </a:lnTo>
                  <a:lnTo>
                    <a:pt x="110674" y="11118"/>
                  </a:lnTo>
                  <a:lnTo>
                    <a:pt x="111665" y="11020"/>
                  </a:lnTo>
                  <a:lnTo>
                    <a:pt x="112648" y="10908"/>
                  </a:lnTo>
                  <a:lnTo>
                    <a:pt x="113624" y="10781"/>
                  </a:lnTo>
                  <a:lnTo>
                    <a:pt x="114594" y="10639"/>
                  </a:lnTo>
                  <a:lnTo>
                    <a:pt x="115558" y="10481"/>
                  </a:lnTo>
                  <a:lnTo>
                    <a:pt x="116518" y="10306"/>
                  </a:lnTo>
                  <a:lnTo>
                    <a:pt x="117474" y="10113"/>
                  </a:lnTo>
                  <a:lnTo>
                    <a:pt x="118427" y="9901"/>
                  </a:lnTo>
                  <a:lnTo>
                    <a:pt x="119379" y="9670"/>
                  </a:lnTo>
                  <a:lnTo>
                    <a:pt x="120329" y="9418"/>
                  </a:lnTo>
                  <a:lnTo>
                    <a:pt x="121278" y="9144"/>
                  </a:lnTo>
                  <a:lnTo>
                    <a:pt x="122228" y="8849"/>
                  </a:lnTo>
                  <a:lnTo>
                    <a:pt x="123179" y="8530"/>
                  </a:lnTo>
                  <a:lnTo>
                    <a:pt x="124133" y="8188"/>
                  </a:lnTo>
                  <a:lnTo>
                    <a:pt x="125089" y="7821"/>
                  </a:lnTo>
                  <a:lnTo>
                    <a:pt x="126049" y="7428"/>
                  </a:lnTo>
                  <a:lnTo>
                    <a:pt x="127014" y="7009"/>
                  </a:lnTo>
                  <a:lnTo>
                    <a:pt x="127984" y="6562"/>
                  </a:lnTo>
                  <a:lnTo>
                    <a:pt x="128960" y="6088"/>
                  </a:lnTo>
                  <a:lnTo>
                    <a:pt x="129944" y="5584"/>
                  </a:lnTo>
                  <a:lnTo>
                    <a:pt x="130935" y="5050"/>
                  </a:lnTo>
                  <a:lnTo>
                    <a:pt x="131935" y="4486"/>
                  </a:lnTo>
                  <a:lnTo>
                    <a:pt x="132945" y="3891"/>
                  </a:lnTo>
                  <a:lnTo>
                    <a:pt x="134052" y="3565"/>
                  </a:lnTo>
                  <a:lnTo>
                    <a:pt x="135193" y="3253"/>
                  </a:lnTo>
                  <a:lnTo>
                    <a:pt x="136366" y="2954"/>
                  </a:lnTo>
                  <a:lnTo>
                    <a:pt x="137571" y="2668"/>
                  </a:lnTo>
                  <a:lnTo>
                    <a:pt x="138806" y="2396"/>
                  </a:lnTo>
                  <a:lnTo>
                    <a:pt x="140070" y="2138"/>
                  </a:lnTo>
                  <a:lnTo>
                    <a:pt x="141362" y="1893"/>
                  </a:lnTo>
                  <a:lnTo>
                    <a:pt x="142681" y="1662"/>
                  </a:lnTo>
                  <a:lnTo>
                    <a:pt x="144025" y="1446"/>
                  </a:lnTo>
                  <a:lnTo>
                    <a:pt x="145393" y="1243"/>
                  </a:lnTo>
                  <a:lnTo>
                    <a:pt x="146784" y="1056"/>
                  </a:lnTo>
                  <a:lnTo>
                    <a:pt x="148197" y="883"/>
                  </a:lnTo>
                  <a:lnTo>
                    <a:pt x="149631" y="725"/>
                  </a:lnTo>
                  <a:lnTo>
                    <a:pt x="151084" y="581"/>
                  </a:lnTo>
                  <a:lnTo>
                    <a:pt x="152556" y="454"/>
                  </a:lnTo>
                  <a:lnTo>
                    <a:pt x="154045" y="341"/>
                  </a:lnTo>
                  <a:lnTo>
                    <a:pt x="155549" y="244"/>
                  </a:lnTo>
                  <a:lnTo>
                    <a:pt x="157068" y="163"/>
                  </a:lnTo>
                  <a:lnTo>
                    <a:pt x="158601" y="98"/>
                  </a:lnTo>
                  <a:lnTo>
                    <a:pt x="160146" y="49"/>
                  </a:lnTo>
                  <a:lnTo>
                    <a:pt x="161702" y="16"/>
                  </a:lnTo>
                  <a:lnTo>
                    <a:pt x="163268" y="0"/>
                  </a:lnTo>
                  <a:lnTo>
                    <a:pt x="164843" y="0"/>
                  </a:lnTo>
                  <a:lnTo>
                    <a:pt x="166426" y="17"/>
                  </a:lnTo>
                  <a:lnTo>
                    <a:pt x="168014" y="51"/>
                  </a:lnTo>
                  <a:lnTo>
                    <a:pt x="169608" y="102"/>
                  </a:lnTo>
                  <a:lnTo>
                    <a:pt x="171206" y="171"/>
                  </a:lnTo>
                  <a:lnTo>
                    <a:pt x="172806" y="257"/>
                  </a:lnTo>
                  <a:lnTo>
                    <a:pt x="174408" y="361"/>
                  </a:lnTo>
                  <a:lnTo>
                    <a:pt x="176010" y="482"/>
                  </a:lnTo>
                  <a:lnTo>
                    <a:pt x="177612" y="622"/>
                  </a:lnTo>
                  <a:lnTo>
                    <a:pt x="179211" y="779"/>
                  </a:lnTo>
                  <a:lnTo>
                    <a:pt x="180807" y="956"/>
                  </a:lnTo>
                  <a:lnTo>
                    <a:pt x="182399" y="1150"/>
                  </a:lnTo>
                  <a:lnTo>
                    <a:pt x="183985" y="1364"/>
                  </a:lnTo>
                  <a:lnTo>
                    <a:pt x="185565" y="1596"/>
                  </a:lnTo>
                  <a:lnTo>
                    <a:pt x="187136" y="1847"/>
                  </a:lnTo>
                  <a:lnTo>
                    <a:pt x="188698" y="2118"/>
                  </a:lnTo>
                  <a:lnTo>
                    <a:pt x="190250" y="2408"/>
                  </a:lnTo>
                  <a:lnTo>
                    <a:pt x="191790" y="2717"/>
                  </a:lnTo>
                  <a:lnTo>
                    <a:pt x="193317" y="3047"/>
                  </a:lnTo>
                  <a:lnTo>
                    <a:pt x="194830" y="3396"/>
                  </a:lnTo>
                  <a:lnTo>
                    <a:pt x="196329" y="3766"/>
                  </a:lnTo>
                  <a:lnTo>
                    <a:pt x="197810" y="4155"/>
                  </a:lnTo>
                  <a:lnTo>
                    <a:pt x="199274" y="4565"/>
                  </a:lnTo>
                  <a:lnTo>
                    <a:pt x="200720" y="4996"/>
                  </a:lnTo>
                  <a:lnTo>
                    <a:pt x="202145" y="5448"/>
                  </a:lnTo>
                  <a:lnTo>
                    <a:pt x="203549" y="5921"/>
                  </a:lnTo>
                  <a:lnTo>
                    <a:pt x="204931" y="6414"/>
                  </a:lnTo>
                  <a:lnTo>
                    <a:pt x="206290" y="6930"/>
                  </a:lnTo>
                  <a:lnTo>
                    <a:pt x="207623" y="7466"/>
                  </a:lnTo>
                  <a:lnTo>
                    <a:pt x="208931" y="8025"/>
                  </a:lnTo>
                  <a:lnTo>
                    <a:pt x="210211" y="8605"/>
                  </a:lnTo>
                  <a:lnTo>
                    <a:pt x="211464" y="9207"/>
                  </a:lnTo>
                  <a:lnTo>
                    <a:pt x="212686" y="9831"/>
                  </a:lnTo>
                  <a:lnTo>
                    <a:pt x="213878" y="10478"/>
                  </a:lnTo>
                  <a:lnTo>
                    <a:pt x="215038" y="11148"/>
                  </a:lnTo>
                  <a:lnTo>
                    <a:pt x="216165" y="11840"/>
                  </a:lnTo>
                  <a:lnTo>
                    <a:pt x="217257" y="12555"/>
                  </a:lnTo>
                  <a:lnTo>
                    <a:pt x="218314" y="13293"/>
                  </a:lnTo>
                  <a:lnTo>
                    <a:pt x="219335" y="14055"/>
                  </a:lnTo>
                  <a:lnTo>
                    <a:pt x="220317" y="14839"/>
                  </a:lnTo>
                  <a:lnTo>
                    <a:pt x="221261" y="15648"/>
                  </a:lnTo>
                  <a:lnTo>
                    <a:pt x="222164" y="16480"/>
                  </a:lnTo>
                  <a:close/>
                </a:path>
              </a:pathLst>
            </a:custGeom>
            <a:solidFill>
              <a:srgbClr val="C3C8C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gion 5 #BDAA97"/>
            <p:cNvSpPr/>
            <p:nvPr/>
          </p:nvSpPr>
          <p:spPr>
            <a:xfrm>
              <a:off x="1085740" y="142345"/>
              <a:ext cx="819810" cy="189347"/>
            </a:xfrm>
            <a:custGeom>
              <a:avLst/>
              <a:gdLst/>
              <a:ahLst/>
              <a:cxnLst/>
              <a:rect l="l" t="t" r="r" b="b"/>
              <a:pathLst>
                <a:path w="819810" h="189347">
                  <a:moveTo>
                    <a:pt x="450518" y="0"/>
                  </a:moveTo>
                  <a:lnTo>
                    <a:pt x="451638" y="34"/>
                  </a:lnTo>
                  <a:lnTo>
                    <a:pt x="452759" y="84"/>
                  </a:lnTo>
                  <a:lnTo>
                    <a:pt x="453878" y="149"/>
                  </a:lnTo>
                  <a:lnTo>
                    <a:pt x="454997" y="227"/>
                  </a:lnTo>
                  <a:lnTo>
                    <a:pt x="456115" y="318"/>
                  </a:lnTo>
                  <a:lnTo>
                    <a:pt x="457232" y="419"/>
                  </a:lnTo>
                  <a:lnTo>
                    <a:pt x="458452" y="525"/>
                  </a:lnTo>
                  <a:lnTo>
                    <a:pt x="459680" y="632"/>
                  </a:lnTo>
                  <a:lnTo>
                    <a:pt x="460925" y="740"/>
                  </a:lnTo>
                  <a:lnTo>
                    <a:pt x="462425" y="1039"/>
                  </a:lnTo>
                  <a:lnTo>
                    <a:pt x="463946" y="1343"/>
                  </a:lnTo>
                  <a:lnTo>
                    <a:pt x="464613" y="2676"/>
                  </a:lnTo>
                  <a:lnTo>
                    <a:pt x="465289" y="4029"/>
                  </a:lnTo>
                  <a:lnTo>
                    <a:pt x="466456" y="4018"/>
                  </a:lnTo>
                  <a:lnTo>
                    <a:pt x="467628" y="4008"/>
                  </a:lnTo>
                  <a:lnTo>
                    <a:pt x="468808" y="3997"/>
                  </a:lnTo>
                  <a:lnTo>
                    <a:pt x="470002" y="3986"/>
                  </a:lnTo>
                  <a:lnTo>
                    <a:pt x="471413" y="3975"/>
                  </a:lnTo>
                  <a:lnTo>
                    <a:pt x="472823" y="3964"/>
                  </a:lnTo>
                  <a:lnTo>
                    <a:pt x="474234" y="3954"/>
                  </a:lnTo>
                  <a:lnTo>
                    <a:pt x="475645" y="3945"/>
                  </a:lnTo>
                  <a:lnTo>
                    <a:pt x="477056" y="3936"/>
                  </a:lnTo>
                  <a:lnTo>
                    <a:pt x="478466" y="3928"/>
                  </a:lnTo>
                  <a:lnTo>
                    <a:pt x="479877" y="3920"/>
                  </a:lnTo>
                  <a:lnTo>
                    <a:pt x="481287" y="3914"/>
                  </a:lnTo>
                  <a:lnTo>
                    <a:pt x="482697" y="3908"/>
                  </a:lnTo>
                  <a:lnTo>
                    <a:pt x="484108" y="3903"/>
                  </a:lnTo>
                  <a:lnTo>
                    <a:pt x="485518" y="3898"/>
                  </a:lnTo>
                  <a:lnTo>
                    <a:pt x="486928" y="3895"/>
                  </a:lnTo>
                  <a:lnTo>
                    <a:pt x="488338" y="3892"/>
                  </a:lnTo>
                  <a:lnTo>
                    <a:pt x="489748" y="3890"/>
                  </a:lnTo>
                  <a:lnTo>
                    <a:pt x="491158" y="3889"/>
                  </a:lnTo>
                  <a:lnTo>
                    <a:pt x="492568" y="3889"/>
                  </a:lnTo>
                  <a:lnTo>
                    <a:pt x="493977" y="3889"/>
                  </a:lnTo>
                  <a:lnTo>
                    <a:pt x="495387" y="3891"/>
                  </a:lnTo>
                  <a:lnTo>
                    <a:pt x="496797" y="3893"/>
                  </a:lnTo>
                  <a:lnTo>
                    <a:pt x="498206" y="3897"/>
                  </a:lnTo>
                  <a:lnTo>
                    <a:pt x="499616" y="3901"/>
                  </a:lnTo>
                  <a:lnTo>
                    <a:pt x="501025" y="3907"/>
                  </a:lnTo>
                  <a:lnTo>
                    <a:pt x="502435" y="3913"/>
                  </a:lnTo>
                  <a:lnTo>
                    <a:pt x="503844" y="3921"/>
                  </a:lnTo>
                  <a:lnTo>
                    <a:pt x="505253" y="3929"/>
                  </a:lnTo>
                  <a:lnTo>
                    <a:pt x="506663" y="3939"/>
                  </a:lnTo>
                  <a:lnTo>
                    <a:pt x="508072" y="3949"/>
                  </a:lnTo>
                  <a:lnTo>
                    <a:pt x="509481" y="3961"/>
                  </a:lnTo>
                  <a:lnTo>
                    <a:pt x="510890" y="3974"/>
                  </a:lnTo>
                  <a:lnTo>
                    <a:pt x="512300" y="3988"/>
                  </a:lnTo>
                  <a:lnTo>
                    <a:pt x="513709" y="4003"/>
                  </a:lnTo>
                  <a:lnTo>
                    <a:pt x="515118" y="4020"/>
                  </a:lnTo>
                  <a:lnTo>
                    <a:pt x="516527" y="4037"/>
                  </a:lnTo>
                  <a:lnTo>
                    <a:pt x="517936" y="4056"/>
                  </a:lnTo>
                  <a:lnTo>
                    <a:pt x="519345" y="4076"/>
                  </a:lnTo>
                  <a:lnTo>
                    <a:pt x="520754" y="4098"/>
                  </a:lnTo>
                  <a:lnTo>
                    <a:pt x="522163" y="4120"/>
                  </a:lnTo>
                  <a:lnTo>
                    <a:pt x="523572" y="4144"/>
                  </a:lnTo>
                  <a:lnTo>
                    <a:pt x="524981" y="4169"/>
                  </a:lnTo>
                  <a:lnTo>
                    <a:pt x="526391" y="4196"/>
                  </a:lnTo>
                  <a:lnTo>
                    <a:pt x="527800" y="4224"/>
                  </a:lnTo>
                  <a:lnTo>
                    <a:pt x="529209" y="4253"/>
                  </a:lnTo>
                  <a:lnTo>
                    <a:pt x="530618" y="4284"/>
                  </a:lnTo>
                  <a:lnTo>
                    <a:pt x="532027" y="4316"/>
                  </a:lnTo>
                  <a:lnTo>
                    <a:pt x="533436" y="4350"/>
                  </a:lnTo>
                  <a:lnTo>
                    <a:pt x="534845" y="4385"/>
                  </a:lnTo>
                  <a:lnTo>
                    <a:pt x="536254" y="4421"/>
                  </a:lnTo>
                  <a:lnTo>
                    <a:pt x="537663" y="4459"/>
                  </a:lnTo>
                  <a:lnTo>
                    <a:pt x="539073" y="4499"/>
                  </a:lnTo>
                  <a:lnTo>
                    <a:pt x="540482" y="4540"/>
                  </a:lnTo>
                  <a:lnTo>
                    <a:pt x="541891" y="4583"/>
                  </a:lnTo>
                  <a:lnTo>
                    <a:pt x="543300" y="4627"/>
                  </a:lnTo>
                  <a:lnTo>
                    <a:pt x="544710" y="4673"/>
                  </a:lnTo>
                  <a:lnTo>
                    <a:pt x="546119" y="4720"/>
                  </a:lnTo>
                  <a:lnTo>
                    <a:pt x="547528" y="4769"/>
                  </a:lnTo>
                  <a:lnTo>
                    <a:pt x="548938" y="4820"/>
                  </a:lnTo>
                  <a:lnTo>
                    <a:pt x="550347" y="4873"/>
                  </a:lnTo>
                  <a:lnTo>
                    <a:pt x="551757" y="4927"/>
                  </a:lnTo>
                  <a:lnTo>
                    <a:pt x="553166" y="4983"/>
                  </a:lnTo>
                  <a:lnTo>
                    <a:pt x="554576" y="5040"/>
                  </a:lnTo>
                  <a:lnTo>
                    <a:pt x="555986" y="5100"/>
                  </a:lnTo>
                  <a:lnTo>
                    <a:pt x="557395" y="5161"/>
                  </a:lnTo>
                  <a:lnTo>
                    <a:pt x="558805" y="5224"/>
                  </a:lnTo>
                  <a:lnTo>
                    <a:pt x="560215" y="5288"/>
                  </a:lnTo>
                  <a:lnTo>
                    <a:pt x="560781" y="5314"/>
                  </a:lnTo>
                  <a:lnTo>
                    <a:pt x="561781" y="5360"/>
                  </a:lnTo>
                  <a:lnTo>
                    <a:pt x="564072" y="5466"/>
                  </a:lnTo>
                  <a:lnTo>
                    <a:pt x="566253" y="5568"/>
                  </a:lnTo>
                  <a:lnTo>
                    <a:pt x="568287" y="5663"/>
                  </a:lnTo>
                  <a:lnTo>
                    <a:pt x="570180" y="5752"/>
                  </a:lnTo>
                  <a:lnTo>
                    <a:pt x="571939" y="5835"/>
                  </a:lnTo>
                  <a:lnTo>
                    <a:pt x="573574" y="5913"/>
                  </a:lnTo>
                  <a:lnTo>
                    <a:pt x="575091" y="5986"/>
                  </a:lnTo>
                  <a:lnTo>
                    <a:pt x="576497" y="6055"/>
                  </a:lnTo>
                  <a:lnTo>
                    <a:pt x="577801" y="6119"/>
                  </a:lnTo>
                  <a:lnTo>
                    <a:pt x="579010" y="6181"/>
                  </a:lnTo>
                  <a:lnTo>
                    <a:pt x="580131" y="6240"/>
                  </a:lnTo>
                  <a:lnTo>
                    <a:pt x="581173" y="6296"/>
                  </a:lnTo>
                  <a:lnTo>
                    <a:pt x="582142" y="6351"/>
                  </a:lnTo>
                  <a:lnTo>
                    <a:pt x="583047" y="6404"/>
                  </a:lnTo>
                  <a:lnTo>
                    <a:pt x="583894" y="6456"/>
                  </a:lnTo>
                  <a:lnTo>
                    <a:pt x="584692" y="6508"/>
                  </a:lnTo>
                  <a:lnTo>
                    <a:pt x="585449" y="6560"/>
                  </a:lnTo>
                  <a:lnTo>
                    <a:pt x="586171" y="6613"/>
                  </a:lnTo>
                  <a:lnTo>
                    <a:pt x="586866" y="6667"/>
                  </a:lnTo>
                  <a:lnTo>
                    <a:pt x="587542" y="6722"/>
                  </a:lnTo>
                  <a:lnTo>
                    <a:pt x="588206" y="6780"/>
                  </a:lnTo>
                  <a:lnTo>
                    <a:pt x="588867" y="6840"/>
                  </a:lnTo>
                  <a:lnTo>
                    <a:pt x="589531" y="6903"/>
                  </a:lnTo>
                  <a:lnTo>
                    <a:pt x="590206" y="6970"/>
                  </a:lnTo>
                  <a:lnTo>
                    <a:pt x="590900" y="7041"/>
                  </a:lnTo>
                  <a:lnTo>
                    <a:pt x="591621" y="7117"/>
                  </a:lnTo>
                  <a:lnTo>
                    <a:pt x="592376" y="7197"/>
                  </a:lnTo>
                  <a:lnTo>
                    <a:pt x="593172" y="7284"/>
                  </a:lnTo>
                  <a:lnTo>
                    <a:pt x="594017" y="7376"/>
                  </a:lnTo>
                  <a:lnTo>
                    <a:pt x="594919" y="7475"/>
                  </a:lnTo>
                  <a:lnTo>
                    <a:pt x="595957" y="7573"/>
                  </a:lnTo>
                  <a:lnTo>
                    <a:pt x="596995" y="7662"/>
                  </a:lnTo>
                  <a:lnTo>
                    <a:pt x="598033" y="7742"/>
                  </a:lnTo>
                  <a:lnTo>
                    <a:pt x="599072" y="7814"/>
                  </a:lnTo>
                  <a:lnTo>
                    <a:pt x="600112" y="7879"/>
                  </a:lnTo>
                  <a:lnTo>
                    <a:pt x="601151" y="7936"/>
                  </a:lnTo>
                  <a:lnTo>
                    <a:pt x="602191" y="7986"/>
                  </a:lnTo>
                  <a:lnTo>
                    <a:pt x="603232" y="8029"/>
                  </a:lnTo>
                  <a:lnTo>
                    <a:pt x="604272" y="8066"/>
                  </a:lnTo>
                  <a:lnTo>
                    <a:pt x="605313" y="8098"/>
                  </a:lnTo>
                  <a:lnTo>
                    <a:pt x="606354" y="8123"/>
                  </a:lnTo>
                  <a:lnTo>
                    <a:pt x="607395" y="8144"/>
                  </a:lnTo>
                  <a:lnTo>
                    <a:pt x="608437" y="8160"/>
                  </a:lnTo>
                  <a:lnTo>
                    <a:pt x="609478" y="8172"/>
                  </a:lnTo>
                  <a:lnTo>
                    <a:pt x="610520" y="8179"/>
                  </a:lnTo>
                  <a:lnTo>
                    <a:pt x="611562" y="8183"/>
                  </a:lnTo>
                  <a:lnTo>
                    <a:pt x="612604" y="8184"/>
                  </a:lnTo>
                  <a:lnTo>
                    <a:pt x="613646" y="8182"/>
                  </a:lnTo>
                  <a:lnTo>
                    <a:pt x="614688" y="8177"/>
                  </a:lnTo>
                  <a:lnTo>
                    <a:pt x="615730" y="8171"/>
                  </a:lnTo>
                  <a:lnTo>
                    <a:pt x="616772" y="8163"/>
                  </a:lnTo>
                  <a:lnTo>
                    <a:pt x="617814" y="8153"/>
                  </a:lnTo>
                  <a:lnTo>
                    <a:pt x="618857" y="8143"/>
                  </a:lnTo>
                  <a:lnTo>
                    <a:pt x="619899" y="8132"/>
                  </a:lnTo>
                  <a:lnTo>
                    <a:pt x="620941" y="8120"/>
                  </a:lnTo>
                  <a:lnTo>
                    <a:pt x="621982" y="8109"/>
                  </a:lnTo>
                  <a:lnTo>
                    <a:pt x="623024" y="8099"/>
                  </a:lnTo>
                  <a:lnTo>
                    <a:pt x="624066" y="8090"/>
                  </a:lnTo>
                  <a:lnTo>
                    <a:pt x="625107" y="8082"/>
                  </a:lnTo>
                  <a:lnTo>
                    <a:pt x="626204" y="8075"/>
                  </a:lnTo>
                  <a:lnTo>
                    <a:pt x="627300" y="8069"/>
                  </a:lnTo>
                  <a:lnTo>
                    <a:pt x="628396" y="8063"/>
                  </a:lnTo>
                  <a:lnTo>
                    <a:pt x="629493" y="8058"/>
                  </a:lnTo>
                  <a:lnTo>
                    <a:pt x="630589" y="8053"/>
                  </a:lnTo>
                  <a:lnTo>
                    <a:pt x="631685" y="8049"/>
                  </a:lnTo>
                  <a:lnTo>
                    <a:pt x="632782" y="8045"/>
                  </a:lnTo>
                  <a:lnTo>
                    <a:pt x="633878" y="8042"/>
                  </a:lnTo>
                  <a:lnTo>
                    <a:pt x="634974" y="8039"/>
                  </a:lnTo>
                  <a:lnTo>
                    <a:pt x="636070" y="8037"/>
                  </a:lnTo>
                  <a:lnTo>
                    <a:pt x="637167" y="8036"/>
                  </a:lnTo>
                  <a:lnTo>
                    <a:pt x="638263" y="8035"/>
                  </a:lnTo>
                  <a:lnTo>
                    <a:pt x="639359" y="8034"/>
                  </a:lnTo>
                  <a:lnTo>
                    <a:pt x="640455" y="8034"/>
                  </a:lnTo>
                  <a:lnTo>
                    <a:pt x="641551" y="8035"/>
                  </a:lnTo>
                  <a:lnTo>
                    <a:pt x="642647" y="8036"/>
                  </a:lnTo>
                  <a:lnTo>
                    <a:pt x="643743" y="8037"/>
                  </a:lnTo>
                  <a:lnTo>
                    <a:pt x="644840" y="8039"/>
                  </a:lnTo>
                  <a:lnTo>
                    <a:pt x="645936" y="8042"/>
                  </a:lnTo>
                  <a:lnTo>
                    <a:pt x="647032" y="8045"/>
                  </a:lnTo>
                  <a:lnTo>
                    <a:pt x="648128" y="8048"/>
                  </a:lnTo>
                  <a:lnTo>
                    <a:pt x="649224" y="8052"/>
                  </a:lnTo>
                  <a:lnTo>
                    <a:pt x="650320" y="8057"/>
                  </a:lnTo>
                  <a:lnTo>
                    <a:pt x="651416" y="8061"/>
                  </a:lnTo>
                  <a:lnTo>
                    <a:pt x="652512" y="8067"/>
                  </a:lnTo>
                  <a:lnTo>
                    <a:pt x="653608" y="8073"/>
                  </a:lnTo>
                  <a:lnTo>
                    <a:pt x="654704" y="8079"/>
                  </a:lnTo>
                  <a:lnTo>
                    <a:pt x="655800" y="8086"/>
                  </a:lnTo>
                  <a:lnTo>
                    <a:pt x="656896" y="8094"/>
                  </a:lnTo>
                  <a:lnTo>
                    <a:pt x="657992" y="8102"/>
                  </a:lnTo>
                  <a:lnTo>
                    <a:pt x="659088" y="8110"/>
                  </a:lnTo>
                  <a:lnTo>
                    <a:pt x="660184" y="8119"/>
                  </a:lnTo>
                  <a:lnTo>
                    <a:pt x="661280" y="8128"/>
                  </a:lnTo>
                  <a:lnTo>
                    <a:pt x="662376" y="8138"/>
                  </a:lnTo>
                  <a:lnTo>
                    <a:pt x="663472" y="8148"/>
                  </a:lnTo>
                  <a:lnTo>
                    <a:pt x="664568" y="8159"/>
                  </a:lnTo>
                  <a:lnTo>
                    <a:pt x="665664" y="8170"/>
                  </a:lnTo>
                  <a:lnTo>
                    <a:pt x="666760" y="8182"/>
                  </a:lnTo>
                  <a:lnTo>
                    <a:pt x="667856" y="8194"/>
                  </a:lnTo>
                  <a:lnTo>
                    <a:pt x="668952" y="8207"/>
                  </a:lnTo>
                  <a:lnTo>
                    <a:pt x="670048" y="8220"/>
                  </a:lnTo>
                  <a:lnTo>
                    <a:pt x="671144" y="8233"/>
                  </a:lnTo>
                  <a:lnTo>
                    <a:pt x="672240" y="8247"/>
                  </a:lnTo>
                  <a:lnTo>
                    <a:pt x="673336" y="8262"/>
                  </a:lnTo>
                  <a:lnTo>
                    <a:pt x="674432" y="8277"/>
                  </a:lnTo>
                  <a:lnTo>
                    <a:pt x="675528" y="8292"/>
                  </a:lnTo>
                  <a:lnTo>
                    <a:pt x="676624" y="8308"/>
                  </a:lnTo>
                  <a:lnTo>
                    <a:pt x="677720" y="8324"/>
                  </a:lnTo>
                  <a:lnTo>
                    <a:pt x="678816" y="8341"/>
                  </a:lnTo>
                  <a:lnTo>
                    <a:pt x="679912" y="8358"/>
                  </a:lnTo>
                  <a:lnTo>
                    <a:pt x="681008" y="8376"/>
                  </a:lnTo>
                  <a:lnTo>
                    <a:pt x="682104" y="8394"/>
                  </a:lnTo>
                  <a:lnTo>
                    <a:pt x="683200" y="8413"/>
                  </a:lnTo>
                  <a:lnTo>
                    <a:pt x="684296" y="8432"/>
                  </a:lnTo>
                  <a:lnTo>
                    <a:pt x="685393" y="8451"/>
                  </a:lnTo>
                  <a:lnTo>
                    <a:pt x="686489" y="8471"/>
                  </a:lnTo>
                  <a:lnTo>
                    <a:pt x="687585" y="8491"/>
                  </a:lnTo>
                  <a:lnTo>
                    <a:pt x="688681" y="8512"/>
                  </a:lnTo>
                  <a:lnTo>
                    <a:pt x="689777" y="8533"/>
                  </a:lnTo>
                  <a:lnTo>
                    <a:pt x="690873" y="8555"/>
                  </a:lnTo>
                  <a:lnTo>
                    <a:pt x="691969" y="8577"/>
                  </a:lnTo>
                  <a:lnTo>
                    <a:pt x="693066" y="8599"/>
                  </a:lnTo>
                  <a:lnTo>
                    <a:pt x="694162" y="8622"/>
                  </a:lnTo>
                  <a:lnTo>
                    <a:pt x="695258" y="8646"/>
                  </a:lnTo>
                  <a:lnTo>
                    <a:pt x="696588" y="8671"/>
                  </a:lnTo>
                  <a:lnTo>
                    <a:pt x="697926" y="8698"/>
                  </a:lnTo>
                  <a:lnTo>
                    <a:pt x="699283" y="8725"/>
                  </a:lnTo>
                  <a:lnTo>
                    <a:pt x="700418" y="8748"/>
                  </a:lnTo>
                  <a:lnTo>
                    <a:pt x="701554" y="8772"/>
                  </a:lnTo>
                  <a:lnTo>
                    <a:pt x="702690" y="8797"/>
                  </a:lnTo>
                  <a:lnTo>
                    <a:pt x="703825" y="8821"/>
                  </a:lnTo>
                  <a:lnTo>
                    <a:pt x="704961" y="8846"/>
                  </a:lnTo>
                  <a:lnTo>
                    <a:pt x="706096" y="8872"/>
                  </a:lnTo>
                  <a:lnTo>
                    <a:pt x="707232" y="8897"/>
                  </a:lnTo>
                  <a:lnTo>
                    <a:pt x="708367" y="8923"/>
                  </a:lnTo>
                  <a:lnTo>
                    <a:pt x="709503" y="8949"/>
                  </a:lnTo>
                  <a:lnTo>
                    <a:pt x="710638" y="8976"/>
                  </a:lnTo>
                  <a:lnTo>
                    <a:pt x="711132" y="8986"/>
                  </a:lnTo>
                  <a:lnTo>
                    <a:pt x="712003" y="9003"/>
                  </a:lnTo>
                  <a:lnTo>
                    <a:pt x="713997" y="9043"/>
                  </a:lnTo>
                  <a:lnTo>
                    <a:pt x="715057" y="9073"/>
                  </a:lnTo>
                  <a:lnTo>
                    <a:pt x="716114" y="9107"/>
                  </a:lnTo>
                  <a:lnTo>
                    <a:pt x="717169" y="9146"/>
                  </a:lnTo>
                  <a:lnTo>
                    <a:pt x="718221" y="9191"/>
                  </a:lnTo>
                  <a:lnTo>
                    <a:pt x="719272" y="9243"/>
                  </a:lnTo>
                  <a:lnTo>
                    <a:pt x="720322" y="9301"/>
                  </a:lnTo>
                  <a:lnTo>
                    <a:pt x="721370" y="9367"/>
                  </a:lnTo>
                  <a:lnTo>
                    <a:pt x="722418" y="9442"/>
                  </a:lnTo>
                  <a:lnTo>
                    <a:pt x="723466" y="9525"/>
                  </a:lnTo>
                  <a:lnTo>
                    <a:pt x="724513" y="9617"/>
                  </a:lnTo>
                  <a:lnTo>
                    <a:pt x="725562" y="9719"/>
                  </a:lnTo>
                  <a:lnTo>
                    <a:pt x="726611" y="9832"/>
                  </a:lnTo>
                  <a:lnTo>
                    <a:pt x="727661" y="9955"/>
                  </a:lnTo>
                  <a:lnTo>
                    <a:pt x="728713" y="10091"/>
                  </a:lnTo>
                  <a:lnTo>
                    <a:pt x="729813" y="10223"/>
                  </a:lnTo>
                  <a:lnTo>
                    <a:pt x="730905" y="10342"/>
                  </a:lnTo>
                  <a:lnTo>
                    <a:pt x="731992" y="10447"/>
                  </a:lnTo>
                  <a:lnTo>
                    <a:pt x="733074" y="10540"/>
                  </a:lnTo>
                  <a:lnTo>
                    <a:pt x="734152" y="10620"/>
                  </a:lnTo>
                  <a:lnTo>
                    <a:pt x="735230" y="10688"/>
                  </a:lnTo>
                  <a:lnTo>
                    <a:pt x="736307" y="10745"/>
                  </a:lnTo>
                  <a:lnTo>
                    <a:pt x="737385" y="10791"/>
                  </a:lnTo>
                  <a:lnTo>
                    <a:pt x="738466" y="10827"/>
                  </a:lnTo>
                  <a:lnTo>
                    <a:pt x="739552" y="10853"/>
                  </a:lnTo>
                  <a:lnTo>
                    <a:pt x="740643" y="10869"/>
                  </a:lnTo>
                  <a:lnTo>
                    <a:pt x="741741" y="10876"/>
                  </a:lnTo>
                  <a:lnTo>
                    <a:pt x="742847" y="10875"/>
                  </a:lnTo>
                  <a:lnTo>
                    <a:pt x="744048" y="10871"/>
                  </a:lnTo>
                  <a:lnTo>
                    <a:pt x="745254" y="10868"/>
                  </a:lnTo>
                  <a:lnTo>
                    <a:pt x="746470" y="10864"/>
                  </a:lnTo>
                  <a:lnTo>
                    <a:pt x="747699" y="10861"/>
                  </a:lnTo>
                  <a:lnTo>
                    <a:pt x="748929" y="10853"/>
                  </a:lnTo>
                  <a:lnTo>
                    <a:pt x="750164" y="10844"/>
                  </a:lnTo>
                  <a:lnTo>
                    <a:pt x="751408" y="10835"/>
                  </a:lnTo>
                  <a:lnTo>
                    <a:pt x="752666" y="10826"/>
                  </a:lnTo>
                  <a:lnTo>
                    <a:pt x="753928" y="10822"/>
                  </a:lnTo>
                  <a:lnTo>
                    <a:pt x="755194" y="10818"/>
                  </a:lnTo>
                  <a:lnTo>
                    <a:pt x="756470" y="10813"/>
                  </a:lnTo>
                  <a:lnTo>
                    <a:pt x="757760" y="10809"/>
                  </a:lnTo>
                  <a:lnTo>
                    <a:pt x="758884" y="10804"/>
                  </a:lnTo>
                  <a:lnTo>
                    <a:pt x="760008" y="10800"/>
                  </a:lnTo>
                  <a:lnTo>
                    <a:pt x="761132" y="10795"/>
                  </a:lnTo>
                  <a:lnTo>
                    <a:pt x="762256" y="10789"/>
                  </a:lnTo>
                  <a:lnTo>
                    <a:pt x="763380" y="10784"/>
                  </a:lnTo>
                  <a:lnTo>
                    <a:pt x="764504" y="10778"/>
                  </a:lnTo>
                  <a:lnTo>
                    <a:pt x="765628" y="10771"/>
                  </a:lnTo>
                  <a:lnTo>
                    <a:pt x="766752" y="10765"/>
                  </a:lnTo>
                  <a:lnTo>
                    <a:pt x="767876" y="10758"/>
                  </a:lnTo>
                  <a:lnTo>
                    <a:pt x="769000" y="10751"/>
                  </a:lnTo>
                  <a:lnTo>
                    <a:pt x="770124" y="10743"/>
                  </a:lnTo>
                  <a:lnTo>
                    <a:pt x="770124" y="12076"/>
                  </a:lnTo>
                  <a:lnTo>
                    <a:pt x="770124" y="13429"/>
                  </a:lnTo>
                  <a:lnTo>
                    <a:pt x="771288" y="13388"/>
                  </a:lnTo>
                  <a:lnTo>
                    <a:pt x="772456" y="13346"/>
                  </a:lnTo>
                  <a:lnTo>
                    <a:pt x="773633" y="13304"/>
                  </a:lnTo>
                  <a:lnTo>
                    <a:pt x="774824" y="13261"/>
                  </a:lnTo>
                  <a:lnTo>
                    <a:pt x="775878" y="13265"/>
                  </a:lnTo>
                  <a:lnTo>
                    <a:pt x="776931" y="13282"/>
                  </a:lnTo>
                  <a:lnTo>
                    <a:pt x="777980" y="13309"/>
                  </a:lnTo>
                  <a:lnTo>
                    <a:pt x="779028" y="13347"/>
                  </a:lnTo>
                  <a:lnTo>
                    <a:pt x="780074" y="13396"/>
                  </a:lnTo>
                  <a:lnTo>
                    <a:pt x="781119" y="13454"/>
                  </a:lnTo>
                  <a:lnTo>
                    <a:pt x="782162" y="13521"/>
                  </a:lnTo>
                  <a:lnTo>
                    <a:pt x="783204" y="13596"/>
                  </a:lnTo>
                  <a:lnTo>
                    <a:pt x="784246" y="13680"/>
                  </a:lnTo>
                  <a:lnTo>
                    <a:pt x="785287" y="13770"/>
                  </a:lnTo>
                  <a:lnTo>
                    <a:pt x="786327" y="13868"/>
                  </a:lnTo>
                  <a:lnTo>
                    <a:pt x="787368" y="13971"/>
                  </a:lnTo>
                  <a:lnTo>
                    <a:pt x="788409" y="14080"/>
                  </a:lnTo>
                  <a:lnTo>
                    <a:pt x="789450" y="14194"/>
                  </a:lnTo>
                  <a:lnTo>
                    <a:pt x="790492" y="14313"/>
                  </a:lnTo>
                  <a:lnTo>
                    <a:pt x="791535" y="14435"/>
                  </a:lnTo>
                  <a:lnTo>
                    <a:pt x="792579" y="14560"/>
                  </a:lnTo>
                  <a:lnTo>
                    <a:pt x="793624" y="14689"/>
                  </a:lnTo>
                  <a:lnTo>
                    <a:pt x="795076" y="14863"/>
                  </a:lnTo>
                  <a:lnTo>
                    <a:pt x="796549" y="15042"/>
                  </a:lnTo>
                  <a:lnTo>
                    <a:pt x="798855" y="15343"/>
                  </a:lnTo>
                  <a:lnTo>
                    <a:pt x="800606" y="15587"/>
                  </a:lnTo>
                  <a:lnTo>
                    <a:pt x="801902" y="15804"/>
                  </a:lnTo>
                  <a:lnTo>
                    <a:pt x="802842" y="16021"/>
                  </a:lnTo>
                  <a:lnTo>
                    <a:pt x="803527" y="16266"/>
                  </a:lnTo>
                  <a:lnTo>
                    <a:pt x="804055" y="16569"/>
                  </a:lnTo>
                  <a:lnTo>
                    <a:pt x="804526" y="16956"/>
                  </a:lnTo>
                  <a:lnTo>
                    <a:pt x="805039" y="17458"/>
                  </a:lnTo>
                  <a:lnTo>
                    <a:pt x="806140" y="17540"/>
                  </a:lnTo>
                  <a:lnTo>
                    <a:pt x="807246" y="17624"/>
                  </a:lnTo>
                  <a:lnTo>
                    <a:pt x="808360" y="17708"/>
                  </a:lnTo>
                  <a:lnTo>
                    <a:pt x="809486" y="17793"/>
                  </a:lnTo>
                  <a:lnTo>
                    <a:pt x="810965" y="18098"/>
                  </a:lnTo>
                  <a:lnTo>
                    <a:pt x="812145" y="18364"/>
                  </a:lnTo>
                  <a:lnTo>
                    <a:pt x="813093" y="18629"/>
                  </a:lnTo>
                  <a:lnTo>
                    <a:pt x="813877" y="18930"/>
                  </a:lnTo>
                  <a:lnTo>
                    <a:pt x="814565" y="19302"/>
                  </a:lnTo>
                  <a:lnTo>
                    <a:pt x="815226" y="19783"/>
                  </a:lnTo>
                  <a:lnTo>
                    <a:pt x="815925" y="20408"/>
                  </a:lnTo>
                  <a:lnTo>
                    <a:pt x="816731" y="21215"/>
                  </a:lnTo>
                  <a:lnTo>
                    <a:pt x="817713" y="22241"/>
                  </a:lnTo>
                  <a:lnTo>
                    <a:pt x="818406" y="23323"/>
                  </a:lnTo>
                  <a:lnTo>
                    <a:pt x="819103" y="24412"/>
                  </a:lnTo>
                  <a:lnTo>
                    <a:pt x="819810" y="25515"/>
                  </a:lnTo>
                  <a:lnTo>
                    <a:pt x="819357" y="26581"/>
                  </a:lnTo>
                  <a:lnTo>
                    <a:pt x="818878" y="27614"/>
                  </a:lnTo>
                  <a:lnTo>
                    <a:pt x="818372" y="28615"/>
                  </a:lnTo>
                  <a:lnTo>
                    <a:pt x="817836" y="29584"/>
                  </a:lnTo>
                  <a:lnTo>
                    <a:pt x="817268" y="30522"/>
                  </a:lnTo>
                  <a:lnTo>
                    <a:pt x="816667" y="31428"/>
                  </a:lnTo>
                  <a:lnTo>
                    <a:pt x="816030" y="32303"/>
                  </a:lnTo>
                  <a:lnTo>
                    <a:pt x="815356" y="33148"/>
                  </a:lnTo>
                  <a:lnTo>
                    <a:pt x="814642" y="33963"/>
                  </a:lnTo>
                  <a:lnTo>
                    <a:pt x="813887" y="34748"/>
                  </a:lnTo>
                  <a:lnTo>
                    <a:pt x="813088" y="35504"/>
                  </a:lnTo>
                  <a:lnTo>
                    <a:pt x="812244" y="36232"/>
                  </a:lnTo>
                  <a:lnTo>
                    <a:pt x="811352" y="36930"/>
                  </a:lnTo>
                  <a:lnTo>
                    <a:pt x="810410" y="37601"/>
                  </a:lnTo>
                  <a:lnTo>
                    <a:pt x="809428" y="37990"/>
                  </a:lnTo>
                  <a:lnTo>
                    <a:pt x="808444" y="38367"/>
                  </a:lnTo>
                  <a:lnTo>
                    <a:pt x="807459" y="38732"/>
                  </a:lnTo>
                  <a:lnTo>
                    <a:pt x="806471" y="39087"/>
                  </a:lnTo>
                  <a:lnTo>
                    <a:pt x="805482" y="39432"/>
                  </a:lnTo>
                  <a:lnTo>
                    <a:pt x="804490" y="39769"/>
                  </a:lnTo>
                  <a:lnTo>
                    <a:pt x="803496" y="40098"/>
                  </a:lnTo>
                  <a:lnTo>
                    <a:pt x="802499" y="40421"/>
                  </a:lnTo>
                  <a:lnTo>
                    <a:pt x="801499" y="40738"/>
                  </a:lnTo>
                  <a:lnTo>
                    <a:pt x="800495" y="41050"/>
                  </a:lnTo>
                  <a:lnTo>
                    <a:pt x="799488" y="41359"/>
                  </a:lnTo>
                  <a:lnTo>
                    <a:pt x="798476" y="41666"/>
                  </a:lnTo>
                  <a:lnTo>
                    <a:pt x="797453" y="41993"/>
                  </a:lnTo>
                  <a:lnTo>
                    <a:pt x="796442" y="42330"/>
                  </a:lnTo>
                  <a:lnTo>
                    <a:pt x="795441" y="42679"/>
                  </a:lnTo>
                  <a:lnTo>
                    <a:pt x="794448" y="43037"/>
                  </a:lnTo>
                  <a:lnTo>
                    <a:pt x="793461" y="43406"/>
                  </a:lnTo>
                  <a:lnTo>
                    <a:pt x="792479" y="43785"/>
                  </a:lnTo>
                  <a:lnTo>
                    <a:pt x="791500" y="44174"/>
                  </a:lnTo>
                  <a:lnTo>
                    <a:pt x="790523" y="44573"/>
                  </a:lnTo>
                  <a:lnTo>
                    <a:pt x="789545" y="44981"/>
                  </a:lnTo>
                  <a:lnTo>
                    <a:pt x="788565" y="45399"/>
                  </a:lnTo>
                  <a:lnTo>
                    <a:pt x="787581" y="45826"/>
                  </a:lnTo>
                  <a:lnTo>
                    <a:pt x="786608" y="46210"/>
                  </a:lnTo>
                  <a:lnTo>
                    <a:pt x="785631" y="46577"/>
                  </a:lnTo>
                  <a:lnTo>
                    <a:pt x="784649" y="46927"/>
                  </a:lnTo>
                  <a:lnTo>
                    <a:pt x="783662" y="47260"/>
                  </a:lnTo>
                  <a:lnTo>
                    <a:pt x="782671" y="47578"/>
                  </a:lnTo>
                  <a:lnTo>
                    <a:pt x="781676" y="47880"/>
                  </a:lnTo>
                  <a:lnTo>
                    <a:pt x="780677" y="48168"/>
                  </a:lnTo>
                  <a:lnTo>
                    <a:pt x="779674" y="48442"/>
                  </a:lnTo>
                  <a:lnTo>
                    <a:pt x="778667" y="48702"/>
                  </a:lnTo>
                  <a:lnTo>
                    <a:pt x="777658" y="48949"/>
                  </a:lnTo>
                  <a:lnTo>
                    <a:pt x="776644" y="49183"/>
                  </a:lnTo>
                  <a:lnTo>
                    <a:pt x="775628" y="49406"/>
                  </a:lnTo>
                  <a:lnTo>
                    <a:pt x="774609" y="49617"/>
                  </a:lnTo>
                  <a:lnTo>
                    <a:pt x="773587" y="49817"/>
                  </a:lnTo>
                  <a:lnTo>
                    <a:pt x="772563" y="50007"/>
                  </a:lnTo>
                  <a:lnTo>
                    <a:pt x="771536" y="50187"/>
                  </a:lnTo>
                  <a:lnTo>
                    <a:pt x="770508" y="50358"/>
                  </a:lnTo>
                  <a:lnTo>
                    <a:pt x="769477" y="50520"/>
                  </a:lnTo>
                  <a:lnTo>
                    <a:pt x="768444" y="50674"/>
                  </a:lnTo>
                  <a:lnTo>
                    <a:pt x="767410" y="50820"/>
                  </a:lnTo>
                  <a:lnTo>
                    <a:pt x="766374" y="50960"/>
                  </a:lnTo>
                  <a:lnTo>
                    <a:pt x="765337" y="51093"/>
                  </a:lnTo>
                  <a:lnTo>
                    <a:pt x="764299" y="51220"/>
                  </a:lnTo>
                  <a:lnTo>
                    <a:pt x="763259" y="51341"/>
                  </a:lnTo>
                  <a:lnTo>
                    <a:pt x="762219" y="51458"/>
                  </a:lnTo>
                  <a:lnTo>
                    <a:pt x="761179" y="51570"/>
                  </a:lnTo>
                  <a:lnTo>
                    <a:pt x="760138" y="51679"/>
                  </a:lnTo>
                  <a:lnTo>
                    <a:pt x="759097" y="51784"/>
                  </a:lnTo>
                  <a:lnTo>
                    <a:pt x="758056" y="51887"/>
                  </a:lnTo>
                  <a:lnTo>
                    <a:pt x="757015" y="51987"/>
                  </a:lnTo>
                  <a:lnTo>
                    <a:pt x="755974" y="52086"/>
                  </a:lnTo>
                  <a:lnTo>
                    <a:pt x="754933" y="52184"/>
                  </a:lnTo>
                  <a:lnTo>
                    <a:pt x="753894" y="52281"/>
                  </a:lnTo>
                  <a:lnTo>
                    <a:pt x="752855" y="52379"/>
                  </a:lnTo>
                  <a:lnTo>
                    <a:pt x="751817" y="52476"/>
                  </a:lnTo>
                  <a:lnTo>
                    <a:pt x="750781" y="52576"/>
                  </a:lnTo>
                  <a:lnTo>
                    <a:pt x="749745" y="52676"/>
                  </a:lnTo>
                  <a:lnTo>
                    <a:pt x="748711" y="52779"/>
                  </a:lnTo>
                  <a:lnTo>
                    <a:pt x="747560" y="52901"/>
                  </a:lnTo>
                  <a:lnTo>
                    <a:pt x="746428" y="53029"/>
                  </a:lnTo>
                  <a:lnTo>
                    <a:pt x="745310" y="53166"/>
                  </a:lnTo>
                  <a:lnTo>
                    <a:pt x="744205" y="53316"/>
                  </a:lnTo>
                  <a:lnTo>
                    <a:pt x="743109" y="53483"/>
                  </a:lnTo>
                  <a:lnTo>
                    <a:pt x="742019" y="53671"/>
                  </a:lnTo>
                  <a:lnTo>
                    <a:pt x="740932" y="53884"/>
                  </a:lnTo>
                  <a:lnTo>
                    <a:pt x="739844" y="54126"/>
                  </a:lnTo>
                  <a:lnTo>
                    <a:pt x="738754" y="54399"/>
                  </a:lnTo>
                  <a:lnTo>
                    <a:pt x="737658" y="54709"/>
                  </a:lnTo>
                  <a:lnTo>
                    <a:pt x="736552" y="55058"/>
                  </a:lnTo>
                  <a:lnTo>
                    <a:pt x="735441" y="55146"/>
                  </a:lnTo>
                  <a:lnTo>
                    <a:pt x="734329" y="55229"/>
                  </a:lnTo>
                  <a:lnTo>
                    <a:pt x="733217" y="55308"/>
                  </a:lnTo>
                  <a:lnTo>
                    <a:pt x="732105" y="55383"/>
                  </a:lnTo>
                  <a:lnTo>
                    <a:pt x="730993" y="55454"/>
                  </a:lnTo>
                  <a:lnTo>
                    <a:pt x="729881" y="55522"/>
                  </a:lnTo>
                  <a:lnTo>
                    <a:pt x="728768" y="55586"/>
                  </a:lnTo>
                  <a:lnTo>
                    <a:pt x="727655" y="55646"/>
                  </a:lnTo>
                  <a:lnTo>
                    <a:pt x="726570" y="55720"/>
                  </a:lnTo>
                  <a:lnTo>
                    <a:pt x="725493" y="55801"/>
                  </a:lnTo>
                  <a:lnTo>
                    <a:pt x="724424" y="55889"/>
                  </a:lnTo>
                  <a:lnTo>
                    <a:pt x="723362" y="55985"/>
                  </a:lnTo>
                  <a:lnTo>
                    <a:pt x="722306" y="56090"/>
                  </a:lnTo>
                  <a:lnTo>
                    <a:pt x="721256" y="56203"/>
                  </a:lnTo>
                  <a:lnTo>
                    <a:pt x="720210" y="56327"/>
                  </a:lnTo>
                  <a:lnTo>
                    <a:pt x="719168" y="56460"/>
                  </a:lnTo>
                  <a:lnTo>
                    <a:pt x="718128" y="56603"/>
                  </a:lnTo>
                  <a:lnTo>
                    <a:pt x="717091" y="56758"/>
                  </a:lnTo>
                  <a:lnTo>
                    <a:pt x="716054" y="56924"/>
                  </a:lnTo>
                  <a:lnTo>
                    <a:pt x="715018" y="57103"/>
                  </a:lnTo>
                  <a:lnTo>
                    <a:pt x="713981" y="57293"/>
                  </a:lnTo>
                  <a:lnTo>
                    <a:pt x="712942" y="57497"/>
                  </a:lnTo>
                  <a:lnTo>
                    <a:pt x="711901" y="57714"/>
                  </a:lnTo>
                  <a:lnTo>
                    <a:pt x="710857" y="57945"/>
                  </a:lnTo>
                  <a:lnTo>
                    <a:pt x="709809" y="58191"/>
                  </a:lnTo>
                  <a:lnTo>
                    <a:pt x="708755" y="58452"/>
                  </a:lnTo>
                  <a:lnTo>
                    <a:pt x="707709" y="58656"/>
                  </a:lnTo>
                  <a:lnTo>
                    <a:pt x="706661" y="58839"/>
                  </a:lnTo>
                  <a:lnTo>
                    <a:pt x="705611" y="59004"/>
                  </a:lnTo>
                  <a:lnTo>
                    <a:pt x="704559" y="59151"/>
                  </a:lnTo>
                  <a:lnTo>
                    <a:pt x="703506" y="59282"/>
                  </a:lnTo>
                  <a:lnTo>
                    <a:pt x="702452" y="59400"/>
                  </a:lnTo>
                  <a:lnTo>
                    <a:pt x="701396" y="59505"/>
                  </a:lnTo>
                  <a:lnTo>
                    <a:pt x="700339" y="59600"/>
                  </a:lnTo>
                  <a:lnTo>
                    <a:pt x="699281" y="59685"/>
                  </a:lnTo>
                  <a:lnTo>
                    <a:pt x="698222" y="59763"/>
                  </a:lnTo>
                  <a:lnTo>
                    <a:pt x="697162" y="59835"/>
                  </a:lnTo>
                  <a:lnTo>
                    <a:pt x="696101" y="59903"/>
                  </a:lnTo>
                  <a:lnTo>
                    <a:pt x="695039" y="59969"/>
                  </a:lnTo>
                  <a:lnTo>
                    <a:pt x="693977" y="60034"/>
                  </a:lnTo>
                  <a:lnTo>
                    <a:pt x="692913" y="60099"/>
                  </a:lnTo>
                  <a:lnTo>
                    <a:pt x="691484" y="60245"/>
                  </a:lnTo>
                  <a:lnTo>
                    <a:pt x="690448" y="60382"/>
                  </a:lnTo>
                  <a:lnTo>
                    <a:pt x="689635" y="60556"/>
                  </a:lnTo>
                  <a:lnTo>
                    <a:pt x="688880" y="60815"/>
                  </a:lnTo>
                  <a:lnTo>
                    <a:pt x="688012" y="61205"/>
                  </a:lnTo>
                  <a:lnTo>
                    <a:pt x="686865" y="61773"/>
                  </a:lnTo>
                  <a:lnTo>
                    <a:pt x="685775" y="61875"/>
                  </a:lnTo>
                  <a:lnTo>
                    <a:pt x="684685" y="61971"/>
                  </a:lnTo>
                  <a:lnTo>
                    <a:pt x="683595" y="62062"/>
                  </a:lnTo>
                  <a:lnTo>
                    <a:pt x="682504" y="62147"/>
                  </a:lnTo>
                  <a:lnTo>
                    <a:pt x="681412" y="62228"/>
                  </a:lnTo>
                  <a:lnTo>
                    <a:pt x="680320" y="62304"/>
                  </a:lnTo>
                  <a:lnTo>
                    <a:pt x="679228" y="62376"/>
                  </a:lnTo>
                  <a:lnTo>
                    <a:pt x="678136" y="62444"/>
                  </a:lnTo>
                  <a:lnTo>
                    <a:pt x="677076" y="62514"/>
                  </a:lnTo>
                  <a:lnTo>
                    <a:pt x="676016" y="62586"/>
                  </a:lnTo>
                  <a:lnTo>
                    <a:pt x="674956" y="62659"/>
                  </a:lnTo>
                  <a:lnTo>
                    <a:pt x="673897" y="62735"/>
                  </a:lnTo>
                  <a:lnTo>
                    <a:pt x="672838" y="62812"/>
                  </a:lnTo>
                  <a:lnTo>
                    <a:pt x="671780" y="62890"/>
                  </a:lnTo>
                  <a:lnTo>
                    <a:pt x="670721" y="62971"/>
                  </a:lnTo>
                  <a:lnTo>
                    <a:pt x="669663" y="63054"/>
                  </a:lnTo>
                  <a:lnTo>
                    <a:pt x="668606" y="63139"/>
                  </a:lnTo>
                  <a:lnTo>
                    <a:pt x="667548" y="63225"/>
                  </a:lnTo>
                  <a:lnTo>
                    <a:pt x="666491" y="63314"/>
                  </a:lnTo>
                  <a:lnTo>
                    <a:pt x="665434" y="63405"/>
                  </a:lnTo>
                  <a:lnTo>
                    <a:pt x="664377" y="63498"/>
                  </a:lnTo>
                  <a:lnTo>
                    <a:pt x="663320" y="63594"/>
                  </a:lnTo>
                  <a:lnTo>
                    <a:pt x="662264" y="63691"/>
                  </a:lnTo>
                  <a:lnTo>
                    <a:pt x="661208" y="63791"/>
                  </a:lnTo>
                  <a:lnTo>
                    <a:pt x="660151" y="63894"/>
                  </a:lnTo>
                  <a:lnTo>
                    <a:pt x="659095" y="63999"/>
                  </a:lnTo>
                  <a:lnTo>
                    <a:pt x="658039" y="64106"/>
                  </a:lnTo>
                  <a:lnTo>
                    <a:pt x="656984" y="64216"/>
                  </a:lnTo>
                  <a:lnTo>
                    <a:pt x="655928" y="64328"/>
                  </a:lnTo>
                  <a:lnTo>
                    <a:pt x="654872" y="64443"/>
                  </a:lnTo>
                  <a:lnTo>
                    <a:pt x="653817" y="64561"/>
                  </a:lnTo>
                  <a:lnTo>
                    <a:pt x="652761" y="64682"/>
                  </a:lnTo>
                  <a:lnTo>
                    <a:pt x="651706" y="64805"/>
                  </a:lnTo>
                  <a:lnTo>
                    <a:pt x="650653" y="64920"/>
                  </a:lnTo>
                  <a:lnTo>
                    <a:pt x="649600" y="65027"/>
                  </a:lnTo>
                  <a:lnTo>
                    <a:pt x="648548" y="65129"/>
                  </a:lnTo>
                  <a:lnTo>
                    <a:pt x="647496" y="65223"/>
                  </a:lnTo>
                  <a:lnTo>
                    <a:pt x="646445" y="65312"/>
                  </a:lnTo>
                  <a:lnTo>
                    <a:pt x="645393" y="65395"/>
                  </a:lnTo>
                  <a:lnTo>
                    <a:pt x="644342" y="65472"/>
                  </a:lnTo>
                  <a:lnTo>
                    <a:pt x="643291" y="65543"/>
                  </a:lnTo>
                  <a:lnTo>
                    <a:pt x="642240" y="65610"/>
                  </a:lnTo>
                  <a:lnTo>
                    <a:pt x="641189" y="65671"/>
                  </a:lnTo>
                  <a:lnTo>
                    <a:pt x="640138" y="65728"/>
                  </a:lnTo>
                  <a:lnTo>
                    <a:pt x="639086" y="65780"/>
                  </a:lnTo>
                  <a:lnTo>
                    <a:pt x="638035" y="65827"/>
                  </a:lnTo>
                  <a:lnTo>
                    <a:pt x="636984" y="65871"/>
                  </a:lnTo>
                  <a:lnTo>
                    <a:pt x="635932" y="65911"/>
                  </a:lnTo>
                  <a:lnTo>
                    <a:pt x="634880" y="65948"/>
                  </a:lnTo>
                  <a:lnTo>
                    <a:pt x="633827" y="65981"/>
                  </a:lnTo>
                  <a:lnTo>
                    <a:pt x="632774" y="66011"/>
                  </a:lnTo>
                  <a:lnTo>
                    <a:pt x="631721" y="66038"/>
                  </a:lnTo>
                  <a:lnTo>
                    <a:pt x="630667" y="66062"/>
                  </a:lnTo>
                  <a:lnTo>
                    <a:pt x="629613" y="66084"/>
                  </a:lnTo>
                  <a:lnTo>
                    <a:pt x="628558" y="66104"/>
                  </a:lnTo>
                  <a:lnTo>
                    <a:pt x="627503" y="66122"/>
                  </a:lnTo>
                  <a:lnTo>
                    <a:pt x="626446" y="66138"/>
                  </a:lnTo>
                  <a:lnTo>
                    <a:pt x="625389" y="66153"/>
                  </a:lnTo>
                  <a:lnTo>
                    <a:pt x="624331" y="66166"/>
                  </a:lnTo>
                  <a:lnTo>
                    <a:pt x="623273" y="66179"/>
                  </a:lnTo>
                  <a:lnTo>
                    <a:pt x="622717" y="66187"/>
                  </a:lnTo>
                  <a:lnTo>
                    <a:pt x="621997" y="66197"/>
                  </a:lnTo>
                  <a:lnTo>
                    <a:pt x="620634" y="66217"/>
                  </a:lnTo>
                  <a:lnTo>
                    <a:pt x="618146" y="66254"/>
                  </a:lnTo>
                  <a:lnTo>
                    <a:pt x="617070" y="66269"/>
                  </a:lnTo>
                  <a:lnTo>
                    <a:pt x="615994" y="66285"/>
                  </a:lnTo>
                  <a:lnTo>
                    <a:pt x="614919" y="66300"/>
                  </a:lnTo>
                  <a:lnTo>
                    <a:pt x="613843" y="66315"/>
                  </a:lnTo>
                  <a:lnTo>
                    <a:pt x="612767" y="66330"/>
                  </a:lnTo>
                  <a:lnTo>
                    <a:pt x="611692" y="66344"/>
                  </a:lnTo>
                  <a:lnTo>
                    <a:pt x="610616" y="66359"/>
                  </a:lnTo>
                  <a:lnTo>
                    <a:pt x="609540" y="66374"/>
                  </a:lnTo>
                  <a:lnTo>
                    <a:pt x="608465" y="66388"/>
                  </a:lnTo>
                  <a:lnTo>
                    <a:pt x="607389" y="66402"/>
                  </a:lnTo>
                  <a:lnTo>
                    <a:pt x="606314" y="66417"/>
                  </a:lnTo>
                  <a:lnTo>
                    <a:pt x="605238" y="66431"/>
                  </a:lnTo>
                  <a:lnTo>
                    <a:pt x="604162" y="66445"/>
                  </a:lnTo>
                  <a:lnTo>
                    <a:pt x="603087" y="66459"/>
                  </a:lnTo>
                  <a:lnTo>
                    <a:pt x="602011" y="66473"/>
                  </a:lnTo>
                  <a:lnTo>
                    <a:pt x="599672" y="66503"/>
                  </a:lnTo>
                  <a:lnTo>
                    <a:pt x="597405" y="66532"/>
                  </a:lnTo>
                  <a:lnTo>
                    <a:pt x="595210" y="66561"/>
                  </a:lnTo>
                  <a:lnTo>
                    <a:pt x="593084" y="66589"/>
                  </a:lnTo>
                  <a:lnTo>
                    <a:pt x="591026" y="66616"/>
                  </a:lnTo>
                  <a:lnTo>
                    <a:pt x="589034" y="66643"/>
                  </a:lnTo>
                  <a:lnTo>
                    <a:pt x="587107" y="66669"/>
                  </a:lnTo>
                  <a:lnTo>
                    <a:pt x="585243" y="66694"/>
                  </a:lnTo>
                  <a:lnTo>
                    <a:pt x="583441" y="66720"/>
                  </a:lnTo>
                  <a:lnTo>
                    <a:pt x="581698" y="66745"/>
                  </a:lnTo>
                  <a:lnTo>
                    <a:pt x="580014" y="66770"/>
                  </a:lnTo>
                  <a:lnTo>
                    <a:pt x="578387" y="66794"/>
                  </a:lnTo>
                  <a:lnTo>
                    <a:pt x="576814" y="66819"/>
                  </a:lnTo>
                  <a:lnTo>
                    <a:pt x="575296" y="66844"/>
                  </a:lnTo>
                  <a:lnTo>
                    <a:pt x="573829" y="66869"/>
                  </a:lnTo>
                  <a:lnTo>
                    <a:pt x="572412" y="66894"/>
                  </a:lnTo>
                  <a:lnTo>
                    <a:pt x="571045" y="66919"/>
                  </a:lnTo>
                  <a:lnTo>
                    <a:pt x="569724" y="66945"/>
                  </a:lnTo>
                  <a:lnTo>
                    <a:pt x="568449" y="66971"/>
                  </a:lnTo>
                  <a:lnTo>
                    <a:pt x="567218" y="66998"/>
                  </a:lnTo>
                  <a:lnTo>
                    <a:pt x="566030" y="67025"/>
                  </a:lnTo>
                  <a:lnTo>
                    <a:pt x="564882" y="67053"/>
                  </a:lnTo>
                  <a:lnTo>
                    <a:pt x="563773" y="67081"/>
                  </a:lnTo>
                  <a:lnTo>
                    <a:pt x="562702" y="67111"/>
                  </a:lnTo>
                  <a:lnTo>
                    <a:pt x="561668" y="67141"/>
                  </a:lnTo>
                  <a:lnTo>
                    <a:pt x="560667" y="67172"/>
                  </a:lnTo>
                  <a:lnTo>
                    <a:pt x="559699" y="67204"/>
                  </a:lnTo>
                  <a:lnTo>
                    <a:pt x="558763" y="67238"/>
                  </a:lnTo>
                  <a:lnTo>
                    <a:pt x="557856" y="67272"/>
                  </a:lnTo>
                  <a:lnTo>
                    <a:pt x="556978" y="67308"/>
                  </a:lnTo>
                  <a:lnTo>
                    <a:pt x="556126" y="67345"/>
                  </a:lnTo>
                  <a:lnTo>
                    <a:pt x="555298" y="67384"/>
                  </a:lnTo>
                  <a:lnTo>
                    <a:pt x="554494" y="67424"/>
                  </a:lnTo>
                  <a:lnTo>
                    <a:pt x="553712" y="67466"/>
                  </a:lnTo>
                  <a:lnTo>
                    <a:pt x="552950" y="67509"/>
                  </a:lnTo>
                  <a:lnTo>
                    <a:pt x="552206" y="67554"/>
                  </a:lnTo>
                  <a:lnTo>
                    <a:pt x="551480" y="67601"/>
                  </a:lnTo>
                  <a:lnTo>
                    <a:pt x="550768" y="67650"/>
                  </a:lnTo>
                  <a:lnTo>
                    <a:pt x="550070" y="67700"/>
                  </a:lnTo>
                  <a:lnTo>
                    <a:pt x="549385" y="67753"/>
                  </a:lnTo>
                  <a:lnTo>
                    <a:pt x="548710" y="67808"/>
                  </a:lnTo>
                  <a:lnTo>
                    <a:pt x="548044" y="67865"/>
                  </a:lnTo>
                  <a:lnTo>
                    <a:pt x="547385" y="67924"/>
                  </a:lnTo>
                  <a:lnTo>
                    <a:pt x="546732" y="67986"/>
                  </a:lnTo>
                  <a:lnTo>
                    <a:pt x="546083" y="68050"/>
                  </a:lnTo>
                  <a:lnTo>
                    <a:pt x="545437" y="68117"/>
                  </a:lnTo>
                  <a:lnTo>
                    <a:pt x="544792" y="68186"/>
                  </a:lnTo>
                  <a:lnTo>
                    <a:pt x="544146" y="68258"/>
                  </a:lnTo>
                  <a:lnTo>
                    <a:pt x="543498" y="68332"/>
                  </a:lnTo>
                  <a:lnTo>
                    <a:pt x="542847" y="68410"/>
                  </a:lnTo>
                  <a:lnTo>
                    <a:pt x="542190" y="68490"/>
                  </a:lnTo>
                  <a:lnTo>
                    <a:pt x="541526" y="68573"/>
                  </a:lnTo>
                  <a:lnTo>
                    <a:pt x="540853" y="68659"/>
                  </a:lnTo>
                  <a:lnTo>
                    <a:pt x="540170" y="68749"/>
                  </a:lnTo>
                  <a:lnTo>
                    <a:pt x="539476" y="68841"/>
                  </a:lnTo>
                  <a:lnTo>
                    <a:pt x="538768" y="68937"/>
                  </a:lnTo>
                  <a:lnTo>
                    <a:pt x="538045" y="69036"/>
                  </a:lnTo>
                  <a:lnTo>
                    <a:pt x="537306" y="69139"/>
                  </a:lnTo>
                  <a:lnTo>
                    <a:pt x="536548" y="69245"/>
                  </a:lnTo>
                  <a:lnTo>
                    <a:pt x="535771" y="69354"/>
                  </a:lnTo>
                  <a:lnTo>
                    <a:pt x="534973" y="69468"/>
                  </a:lnTo>
                  <a:lnTo>
                    <a:pt x="534151" y="69585"/>
                  </a:lnTo>
                  <a:lnTo>
                    <a:pt x="533305" y="69705"/>
                  </a:lnTo>
                  <a:lnTo>
                    <a:pt x="532433" y="69830"/>
                  </a:lnTo>
                  <a:lnTo>
                    <a:pt x="531290" y="69921"/>
                  </a:lnTo>
                  <a:lnTo>
                    <a:pt x="530146" y="70005"/>
                  </a:lnTo>
                  <a:lnTo>
                    <a:pt x="529001" y="70081"/>
                  </a:lnTo>
                  <a:lnTo>
                    <a:pt x="527856" y="70149"/>
                  </a:lnTo>
                  <a:lnTo>
                    <a:pt x="526710" y="70207"/>
                  </a:lnTo>
                  <a:lnTo>
                    <a:pt x="525244" y="70283"/>
                  </a:lnTo>
                  <a:lnTo>
                    <a:pt x="523754" y="70360"/>
                  </a:lnTo>
                  <a:lnTo>
                    <a:pt x="522550" y="70417"/>
                  </a:lnTo>
                  <a:lnTo>
                    <a:pt x="521346" y="70474"/>
                  </a:lnTo>
                  <a:lnTo>
                    <a:pt x="520142" y="70530"/>
                  </a:lnTo>
                  <a:lnTo>
                    <a:pt x="518937" y="70587"/>
                  </a:lnTo>
                  <a:lnTo>
                    <a:pt x="517733" y="70642"/>
                  </a:lnTo>
                  <a:lnTo>
                    <a:pt x="516659" y="70703"/>
                  </a:lnTo>
                  <a:lnTo>
                    <a:pt x="515597" y="70773"/>
                  </a:lnTo>
                  <a:lnTo>
                    <a:pt x="514545" y="70854"/>
                  </a:lnTo>
                  <a:lnTo>
                    <a:pt x="513503" y="70946"/>
                  </a:lnTo>
                  <a:lnTo>
                    <a:pt x="512468" y="71052"/>
                  </a:lnTo>
                  <a:lnTo>
                    <a:pt x="511438" y="71172"/>
                  </a:lnTo>
                  <a:lnTo>
                    <a:pt x="510412" y="71308"/>
                  </a:lnTo>
                  <a:lnTo>
                    <a:pt x="509388" y="71461"/>
                  </a:lnTo>
                  <a:lnTo>
                    <a:pt x="508364" y="71631"/>
                  </a:lnTo>
                  <a:lnTo>
                    <a:pt x="507338" y="71820"/>
                  </a:lnTo>
                  <a:lnTo>
                    <a:pt x="506309" y="72030"/>
                  </a:lnTo>
                  <a:lnTo>
                    <a:pt x="505274" y="72262"/>
                  </a:lnTo>
                  <a:lnTo>
                    <a:pt x="504233" y="72516"/>
                  </a:lnTo>
                  <a:lnTo>
                    <a:pt x="503143" y="72590"/>
                  </a:lnTo>
                  <a:lnTo>
                    <a:pt x="502052" y="72661"/>
                  </a:lnTo>
                  <a:lnTo>
                    <a:pt x="500961" y="72728"/>
                  </a:lnTo>
                  <a:lnTo>
                    <a:pt x="499870" y="72792"/>
                  </a:lnTo>
                  <a:lnTo>
                    <a:pt x="498779" y="72853"/>
                  </a:lnTo>
                  <a:lnTo>
                    <a:pt x="497687" y="72911"/>
                  </a:lnTo>
                  <a:lnTo>
                    <a:pt x="496596" y="72966"/>
                  </a:lnTo>
                  <a:lnTo>
                    <a:pt x="495504" y="73019"/>
                  </a:lnTo>
                  <a:lnTo>
                    <a:pt x="494461" y="73090"/>
                  </a:lnTo>
                  <a:lnTo>
                    <a:pt x="493412" y="73164"/>
                  </a:lnTo>
                  <a:lnTo>
                    <a:pt x="492360" y="73243"/>
                  </a:lnTo>
                  <a:lnTo>
                    <a:pt x="491303" y="73328"/>
                  </a:lnTo>
                  <a:lnTo>
                    <a:pt x="490244" y="73420"/>
                  </a:lnTo>
                  <a:lnTo>
                    <a:pt x="489183" y="73519"/>
                  </a:lnTo>
                  <a:lnTo>
                    <a:pt x="488120" y="73626"/>
                  </a:lnTo>
                  <a:lnTo>
                    <a:pt x="487055" y="73743"/>
                  </a:lnTo>
                  <a:lnTo>
                    <a:pt x="485991" y="73869"/>
                  </a:lnTo>
                  <a:lnTo>
                    <a:pt x="484927" y="74007"/>
                  </a:lnTo>
                  <a:lnTo>
                    <a:pt x="483864" y="74156"/>
                  </a:lnTo>
                  <a:lnTo>
                    <a:pt x="482803" y="74318"/>
                  </a:lnTo>
                  <a:lnTo>
                    <a:pt x="481744" y="74493"/>
                  </a:lnTo>
                  <a:lnTo>
                    <a:pt x="480688" y="74683"/>
                  </a:lnTo>
                  <a:lnTo>
                    <a:pt x="479636" y="74888"/>
                  </a:lnTo>
                  <a:lnTo>
                    <a:pt x="478589" y="75109"/>
                  </a:lnTo>
                  <a:lnTo>
                    <a:pt x="477546" y="75346"/>
                  </a:lnTo>
                  <a:lnTo>
                    <a:pt x="476509" y="75602"/>
                  </a:lnTo>
                  <a:lnTo>
                    <a:pt x="475478" y="75876"/>
                  </a:lnTo>
                  <a:lnTo>
                    <a:pt x="474454" y="76169"/>
                  </a:lnTo>
                  <a:lnTo>
                    <a:pt x="473438" y="76483"/>
                  </a:lnTo>
                  <a:lnTo>
                    <a:pt x="472431" y="76818"/>
                  </a:lnTo>
                  <a:lnTo>
                    <a:pt x="471432" y="77175"/>
                  </a:lnTo>
                  <a:lnTo>
                    <a:pt x="470443" y="77554"/>
                  </a:lnTo>
                  <a:lnTo>
                    <a:pt x="469464" y="77958"/>
                  </a:lnTo>
                  <a:lnTo>
                    <a:pt x="468496" y="78386"/>
                  </a:lnTo>
                  <a:lnTo>
                    <a:pt x="467540" y="78839"/>
                  </a:lnTo>
                  <a:lnTo>
                    <a:pt x="466596" y="79319"/>
                  </a:lnTo>
                  <a:lnTo>
                    <a:pt x="465554" y="79775"/>
                  </a:lnTo>
                  <a:lnTo>
                    <a:pt x="464544" y="80145"/>
                  </a:lnTo>
                  <a:lnTo>
                    <a:pt x="463553" y="80440"/>
                  </a:lnTo>
                  <a:lnTo>
                    <a:pt x="462569" y="80671"/>
                  </a:lnTo>
                  <a:lnTo>
                    <a:pt x="461580" y="80849"/>
                  </a:lnTo>
                  <a:lnTo>
                    <a:pt x="460572" y="80984"/>
                  </a:lnTo>
                  <a:lnTo>
                    <a:pt x="459534" y="81088"/>
                  </a:lnTo>
                  <a:lnTo>
                    <a:pt x="458452" y="81171"/>
                  </a:lnTo>
                  <a:lnTo>
                    <a:pt x="457315" y="81245"/>
                  </a:lnTo>
                  <a:lnTo>
                    <a:pt x="456182" y="81345"/>
                  </a:lnTo>
                  <a:lnTo>
                    <a:pt x="455079" y="81458"/>
                  </a:lnTo>
                  <a:lnTo>
                    <a:pt x="454003" y="81588"/>
                  </a:lnTo>
                  <a:lnTo>
                    <a:pt x="452950" y="81739"/>
                  </a:lnTo>
                  <a:lnTo>
                    <a:pt x="451915" y="81914"/>
                  </a:lnTo>
                  <a:lnTo>
                    <a:pt x="450895" y="82116"/>
                  </a:lnTo>
                  <a:lnTo>
                    <a:pt x="449884" y="82349"/>
                  </a:lnTo>
                  <a:lnTo>
                    <a:pt x="448880" y="82617"/>
                  </a:lnTo>
                  <a:lnTo>
                    <a:pt x="447878" y="82923"/>
                  </a:lnTo>
                  <a:lnTo>
                    <a:pt x="446873" y="83271"/>
                  </a:lnTo>
                  <a:lnTo>
                    <a:pt x="445862" y="83664"/>
                  </a:lnTo>
                  <a:lnTo>
                    <a:pt x="444840" y="84107"/>
                  </a:lnTo>
                  <a:lnTo>
                    <a:pt x="443803" y="84602"/>
                  </a:lnTo>
                  <a:lnTo>
                    <a:pt x="442470" y="85268"/>
                  </a:lnTo>
                  <a:lnTo>
                    <a:pt x="441117" y="85945"/>
                  </a:lnTo>
                  <a:lnTo>
                    <a:pt x="441117" y="84612"/>
                  </a:lnTo>
                  <a:lnTo>
                    <a:pt x="441117" y="83259"/>
                  </a:lnTo>
                  <a:lnTo>
                    <a:pt x="439986" y="83562"/>
                  </a:lnTo>
                  <a:lnTo>
                    <a:pt x="438885" y="83881"/>
                  </a:lnTo>
                  <a:lnTo>
                    <a:pt x="437811" y="84214"/>
                  </a:lnTo>
                  <a:lnTo>
                    <a:pt x="436765" y="84563"/>
                  </a:lnTo>
                  <a:lnTo>
                    <a:pt x="435744" y="84928"/>
                  </a:lnTo>
                  <a:lnTo>
                    <a:pt x="434749" y="85310"/>
                  </a:lnTo>
                  <a:lnTo>
                    <a:pt x="433778" y="85707"/>
                  </a:lnTo>
                  <a:lnTo>
                    <a:pt x="432829" y="86122"/>
                  </a:lnTo>
                  <a:lnTo>
                    <a:pt x="431903" y="86554"/>
                  </a:lnTo>
                  <a:lnTo>
                    <a:pt x="430998" y="87004"/>
                  </a:lnTo>
                  <a:lnTo>
                    <a:pt x="430112" y="87471"/>
                  </a:lnTo>
                  <a:lnTo>
                    <a:pt x="429245" y="87957"/>
                  </a:lnTo>
                  <a:lnTo>
                    <a:pt x="428396" y="88462"/>
                  </a:lnTo>
                  <a:lnTo>
                    <a:pt x="427564" y="88985"/>
                  </a:lnTo>
                  <a:lnTo>
                    <a:pt x="426747" y="89528"/>
                  </a:lnTo>
                  <a:lnTo>
                    <a:pt x="425945" y="90091"/>
                  </a:lnTo>
                  <a:lnTo>
                    <a:pt x="425157" y="90673"/>
                  </a:lnTo>
                  <a:lnTo>
                    <a:pt x="424381" y="91277"/>
                  </a:lnTo>
                  <a:lnTo>
                    <a:pt x="423617" y="91901"/>
                  </a:lnTo>
                  <a:lnTo>
                    <a:pt x="422863" y="92546"/>
                  </a:lnTo>
                  <a:lnTo>
                    <a:pt x="422119" y="93212"/>
                  </a:lnTo>
                  <a:lnTo>
                    <a:pt x="421383" y="93900"/>
                  </a:lnTo>
                  <a:lnTo>
                    <a:pt x="420655" y="94611"/>
                  </a:lnTo>
                  <a:lnTo>
                    <a:pt x="419933" y="95344"/>
                  </a:lnTo>
                  <a:lnTo>
                    <a:pt x="419216" y="96099"/>
                  </a:lnTo>
                  <a:lnTo>
                    <a:pt x="418503" y="96878"/>
                  </a:lnTo>
                  <a:lnTo>
                    <a:pt x="417794" y="97681"/>
                  </a:lnTo>
                  <a:lnTo>
                    <a:pt x="417087" y="98507"/>
                  </a:lnTo>
                  <a:lnTo>
                    <a:pt x="416381" y="99358"/>
                  </a:lnTo>
                  <a:lnTo>
                    <a:pt x="415675" y="100233"/>
                  </a:lnTo>
                  <a:lnTo>
                    <a:pt x="414968" y="101134"/>
                  </a:lnTo>
                  <a:lnTo>
                    <a:pt x="414260" y="102059"/>
                  </a:lnTo>
                  <a:lnTo>
                    <a:pt x="413180" y="103259"/>
                  </a:lnTo>
                  <a:lnTo>
                    <a:pt x="412431" y="104069"/>
                  </a:lnTo>
                  <a:lnTo>
                    <a:pt x="411818" y="104681"/>
                  </a:lnTo>
                  <a:lnTo>
                    <a:pt x="411150" y="105290"/>
                  </a:lnTo>
                  <a:lnTo>
                    <a:pt x="410231" y="106088"/>
                  </a:lnTo>
                  <a:lnTo>
                    <a:pt x="408898" y="106088"/>
                  </a:lnTo>
                  <a:lnTo>
                    <a:pt x="407545" y="106088"/>
                  </a:lnTo>
                  <a:lnTo>
                    <a:pt x="407254" y="107379"/>
                  </a:lnTo>
                  <a:lnTo>
                    <a:pt x="406957" y="108690"/>
                  </a:lnTo>
                  <a:lnTo>
                    <a:pt x="406500" y="110312"/>
                  </a:lnTo>
                  <a:lnTo>
                    <a:pt x="406129" y="111281"/>
                  </a:lnTo>
                  <a:lnTo>
                    <a:pt x="405648" y="111983"/>
                  </a:lnTo>
                  <a:lnTo>
                    <a:pt x="404860" y="112802"/>
                  </a:lnTo>
                  <a:lnTo>
                    <a:pt x="405923" y="113017"/>
                  </a:lnTo>
                  <a:lnTo>
                    <a:pt x="406986" y="113232"/>
                  </a:lnTo>
                  <a:lnTo>
                    <a:pt x="408049" y="113446"/>
                  </a:lnTo>
                  <a:lnTo>
                    <a:pt x="409112" y="113661"/>
                  </a:lnTo>
                  <a:lnTo>
                    <a:pt x="410175" y="113876"/>
                  </a:lnTo>
                  <a:lnTo>
                    <a:pt x="411238" y="114090"/>
                  </a:lnTo>
                  <a:lnTo>
                    <a:pt x="412301" y="114304"/>
                  </a:lnTo>
                  <a:lnTo>
                    <a:pt x="413365" y="114519"/>
                  </a:lnTo>
                  <a:lnTo>
                    <a:pt x="414428" y="114733"/>
                  </a:lnTo>
                  <a:lnTo>
                    <a:pt x="415101" y="114869"/>
                  </a:lnTo>
                  <a:lnTo>
                    <a:pt x="417135" y="115281"/>
                  </a:lnTo>
                  <a:lnTo>
                    <a:pt x="418194" y="115493"/>
                  </a:lnTo>
                  <a:lnTo>
                    <a:pt x="419253" y="115702"/>
                  </a:lnTo>
                  <a:lnTo>
                    <a:pt x="420312" y="115908"/>
                  </a:lnTo>
                  <a:lnTo>
                    <a:pt x="421371" y="116112"/>
                  </a:lnTo>
                  <a:lnTo>
                    <a:pt x="422431" y="116314"/>
                  </a:lnTo>
                  <a:lnTo>
                    <a:pt x="423492" y="116513"/>
                  </a:lnTo>
                  <a:lnTo>
                    <a:pt x="424552" y="116709"/>
                  </a:lnTo>
                  <a:lnTo>
                    <a:pt x="425614" y="116902"/>
                  </a:lnTo>
                  <a:lnTo>
                    <a:pt x="426675" y="117092"/>
                  </a:lnTo>
                  <a:lnTo>
                    <a:pt x="427738" y="117280"/>
                  </a:lnTo>
                  <a:lnTo>
                    <a:pt x="428801" y="117465"/>
                  </a:lnTo>
                  <a:lnTo>
                    <a:pt x="429864" y="117647"/>
                  </a:lnTo>
                  <a:lnTo>
                    <a:pt x="430929" y="117825"/>
                  </a:lnTo>
                  <a:lnTo>
                    <a:pt x="431994" y="118001"/>
                  </a:lnTo>
                  <a:lnTo>
                    <a:pt x="433060" y="118174"/>
                  </a:lnTo>
                  <a:lnTo>
                    <a:pt x="433060" y="119507"/>
                  </a:lnTo>
                  <a:lnTo>
                    <a:pt x="433060" y="120860"/>
                  </a:lnTo>
                  <a:lnTo>
                    <a:pt x="431369" y="122402"/>
                  </a:lnTo>
                  <a:lnTo>
                    <a:pt x="429946" y="123688"/>
                  </a:lnTo>
                  <a:lnTo>
                    <a:pt x="428756" y="124741"/>
                  </a:lnTo>
                  <a:lnTo>
                    <a:pt x="427760" y="125585"/>
                  </a:lnTo>
                  <a:lnTo>
                    <a:pt x="426921" y="126241"/>
                  </a:lnTo>
                  <a:lnTo>
                    <a:pt x="426202" y="126735"/>
                  </a:lnTo>
                  <a:lnTo>
                    <a:pt x="425566" y="127088"/>
                  </a:lnTo>
                  <a:lnTo>
                    <a:pt x="424975" y="127325"/>
                  </a:lnTo>
                  <a:lnTo>
                    <a:pt x="424391" y="127469"/>
                  </a:lnTo>
                  <a:lnTo>
                    <a:pt x="423779" y="127543"/>
                  </a:lnTo>
                  <a:lnTo>
                    <a:pt x="423100" y="127570"/>
                  </a:lnTo>
                  <a:lnTo>
                    <a:pt x="422317" y="127574"/>
                  </a:lnTo>
                  <a:lnTo>
                    <a:pt x="422317" y="128907"/>
                  </a:lnTo>
                  <a:lnTo>
                    <a:pt x="422317" y="130260"/>
                  </a:lnTo>
                  <a:lnTo>
                    <a:pt x="421448" y="131049"/>
                  </a:lnTo>
                  <a:lnTo>
                    <a:pt x="420567" y="131765"/>
                  </a:lnTo>
                  <a:lnTo>
                    <a:pt x="419672" y="132412"/>
                  </a:lnTo>
                  <a:lnTo>
                    <a:pt x="418763" y="132997"/>
                  </a:lnTo>
                  <a:lnTo>
                    <a:pt x="417838" y="133525"/>
                  </a:lnTo>
                  <a:lnTo>
                    <a:pt x="416897" y="134002"/>
                  </a:lnTo>
                  <a:lnTo>
                    <a:pt x="415939" y="134435"/>
                  </a:lnTo>
                  <a:lnTo>
                    <a:pt x="414963" y="134828"/>
                  </a:lnTo>
                  <a:lnTo>
                    <a:pt x="413968" y="135188"/>
                  </a:lnTo>
                  <a:lnTo>
                    <a:pt x="412953" y="135520"/>
                  </a:lnTo>
                  <a:lnTo>
                    <a:pt x="411917" y="135831"/>
                  </a:lnTo>
                  <a:lnTo>
                    <a:pt x="410859" y="136126"/>
                  </a:lnTo>
                  <a:lnTo>
                    <a:pt x="409778" y="136411"/>
                  </a:lnTo>
                  <a:lnTo>
                    <a:pt x="408674" y="136692"/>
                  </a:lnTo>
                  <a:lnTo>
                    <a:pt x="407545" y="136974"/>
                  </a:lnTo>
                  <a:lnTo>
                    <a:pt x="407731" y="137529"/>
                  </a:lnTo>
                  <a:lnTo>
                    <a:pt x="408057" y="138508"/>
                  </a:lnTo>
                  <a:lnTo>
                    <a:pt x="408805" y="140750"/>
                  </a:lnTo>
                  <a:lnTo>
                    <a:pt x="409151" y="141789"/>
                  </a:lnTo>
                  <a:lnTo>
                    <a:pt x="409497" y="142828"/>
                  </a:lnTo>
                  <a:lnTo>
                    <a:pt x="409843" y="143867"/>
                  </a:lnTo>
                  <a:lnTo>
                    <a:pt x="410189" y="144906"/>
                  </a:lnTo>
                  <a:lnTo>
                    <a:pt x="410535" y="145944"/>
                  </a:lnTo>
                  <a:lnTo>
                    <a:pt x="410881" y="146983"/>
                  </a:lnTo>
                  <a:lnTo>
                    <a:pt x="411228" y="148022"/>
                  </a:lnTo>
                  <a:lnTo>
                    <a:pt x="411574" y="149060"/>
                  </a:lnTo>
                  <a:lnTo>
                    <a:pt x="412638" y="149618"/>
                  </a:lnTo>
                  <a:lnTo>
                    <a:pt x="413708" y="150164"/>
                  </a:lnTo>
                  <a:lnTo>
                    <a:pt x="414783" y="150701"/>
                  </a:lnTo>
                  <a:lnTo>
                    <a:pt x="415862" y="151228"/>
                  </a:lnTo>
                  <a:lnTo>
                    <a:pt x="416946" y="151746"/>
                  </a:lnTo>
                  <a:lnTo>
                    <a:pt x="417944" y="152634"/>
                  </a:lnTo>
                  <a:lnTo>
                    <a:pt x="418680" y="153299"/>
                  </a:lnTo>
                  <a:lnTo>
                    <a:pt x="419281" y="153864"/>
                  </a:lnTo>
                  <a:lnTo>
                    <a:pt x="419877" y="154452"/>
                  </a:lnTo>
                  <a:lnTo>
                    <a:pt x="420594" y="155188"/>
                  </a:lnTo>
                  <a:lnTo>
                    <a:pt x="421562" y="156193"/>
                  </a:lnTo>
                  <a:lnTo>
                    <a:pt x="422369" y="157029"/>
                  </a:lnTo>
                  <a:lnTo>
                    <a:pt x="423182" y="157870"/>
                  </a:lnTo>
                  <a:lnTo>
                    <a:pt x="424006" y="158722"/>
                  </a:lnTo>
                  <a:lnTo>
                    <a:pt x="424779" y="159523"/>
                  </a:lnTo>
                  <a:lnTo>
                    <a:pt x="425557" y="160329"/>
                  </a:lnTo>
                  <a:lnTo>
                    <a:pt x="426346" y="161146"/>
                  </a:lnTo>
                  <a:lnTo>
                    <a:pt x="427094" y="161861"/>
                  </a:lnTo>
                  <a:lnTo>
                    <a:pt x="427844" y="162578"/>
                  </a:lnTo>
                  <a:lnTo>
                    <a:pt x="428597" y="163298"/>
                  </a:lnTo>
                  <a:lnTo>
                    <a:pt x="429356" y="164023"/>
                  </a:lnTo>
                  <a:lnTo>
                    <a:pt x="430122" y="164756"/>
                  </a:lnTo>
                  <a:lnTo>
                    <a:pt x="431214" y="165914"/>
                  </a:lnTo>
                  <a:lnTo>
                    <a:pt x="432023" y="166798"/>
                  </a:lnTo>
                  <a:lnTo>
                    <a:pt x="432624" y="167512"/>
                  </a:lnTo>
                  <a:lnTo>
                    <a:pt x="433095" y="168164"/>
                  </a:lnTo>
                  <a:lnTo>
                    <a:pt x="433511" y="168859"/>
                  </a:lnTo>
                  <a:lnTo>
                    <a:pt x="433950" y="169702"/>
                  </a:lnTo>
                  <a:lnTo>
                    <a:pt x="434486" y="170799"/>
                  </a:lnTo>
                  <a:lnTo>
                    <a:pt x="435114" y="171868"/>
                  </a:lnTo>
                  <a:lnTo>
                    <a:pt x="435771" y="172723"/>
                  </a:lnTo>
                  <a:lnTo>
                    <a:pt x="436472" y="173410"/>
                  </a:lnTo>
                  <a:lnTo>
                    <a:pt x="437230" y="173974"/>
                  </a:lnTo>
                  <a:lnTo>
                    <a:pt x="438060" y="174461"/>
                  </a:lnTo>
                  <a:lnTo>
                    <a:pt x="438976" y="174917"/>
                  </a:lnTo>
                  <a:lnTo>
                    <a:pt x="439990" y="175387"/>
                  </a:lnTo>
                  <a:lnTo>
                    <a:pt x="441117" y="175918"/>
                  </a:lnTo>
                  <a:lnTo>
                    <a:pt x="442317" y="177293"/>
                  </a:lnTo>
                  <a:lnTo>
                    <a:pt x="443251" y="178394"/>
                  </a:lnTo>
                  <a:lnTo>
                    <a:pt x="443952" y="179286"/>
                  </a:lnTo>
                  <a:lnTo>
                    <a:pt x="444455" y="180036"/>
                  </a:lnTo>
                  <a:lnTo>
                    <a:pt x="444792" y="180710"/>
                  </a:lnTo>
                  <a:lnTo>
                    <a:pt x="444997" y="181375"/>
                  </a:lnTo>
                  <a:lnTo>
                    <a:pt x="445102" y="182096"/>
                  </a:lnTo>
                  <a:lnTo>
                    <a:pt x="445141" y="182941"/>
                  </a:lnTo>
                  <a:lnTo>
                    <a:pt x="445146" y="183975"/>
                  </a:lnTo>
                  <a:lnTo>
                    <a:pt x="444073" y="183745"/>
                  </a:lnTo>
                  <a:lnTo>
                    <a:pt x="443032" y="183480"/>
                  </a:lnTo>
                  <a:lnTo>
                    <a:pt x="442018" y="183183"/>
                  </a:lnTo>
                  <a:lnTo>
                    <a:pt x="441026" y="182856"/>
                  </a:lnTo>
                  <a:lnTo>
                    <a:pt x="440054" y="182501"/>
                  </a:lnTo>
                  <a:lnTo>
                    <a:pt x="439097" y="182119"/>
                  </a:lnTo>
                  <a:lnTo>
                    <a:pt x="438151" y="181712"/>
                  </a:lnTo>
                  <a:lnTo>
                    <a:pt x="437212" y="181283"/>
                  </a:lnTo>
                  <a:lnTo>
                    <a:pt x="436275" y="180832"/>
                  </a:lnTo>
                  <a:lnTo>
                    <a:pt x="435337" y="180362"/>
                  </a:lnTo>
                  <a:lnTo>
                    <a:pt x="434393" y="179875"/>
                  </a:lnTo>
                  <a:lnTo>
                    <a:pt x="433439" y="179372"/>
                  </a:lnTo>
                  <a:lnTo>
                    <a:pt x="432472" y="178856"/>
                  </a:lnTo>
                  <a:lnTo>
                    <a:pt x="431486" y="178360"/>
                  </a:lnTo>
                  <a:lnTo>
                    <a:pt x="430501" y="177878"/>
                  </a:lnTo>
                  <a:lnTo>
                    <a:pt x="429517" y="177411"/>
                  </a:lnTo>
                  <a:lnTo>
                    <a:pt x="428532" y="176957"/>
                  </a:lnTo>
                  <a:lnTo>
                    <a:pt x="427546" y="176516"/>
                  </a:lnTo>
                  <a:lnTo>
                    <a:pt x="426560" y="176088"/>
                  </a:lnTo>
                  <a:lnTo>
                    <a:pt x="425572" y="175671"/>
                  </a:lnTo>
                  <a:lnTo>
                    <a:pt x="424582" y="175266"/>
                  </a:lnTo>
                  <a:lnTo>
                    <a:pt x="423590" y="174872"/>
                  </a:lnTo>
                  <a:lnTo>
                    <a:pt x="422596" y="174488"/>
                  </a:lnTo>
                  <a:lnTo>
                    <a:pt x="421598" y="174113"/>
                  </a:lnTo>
                  <a:lnTo>
                    <a:pt x="420597" y="173748"/>
                  </a:lnTo>
                  <a:lnTo>
                    <a:pt x="419592" y="173391"/>
                  </a:lnTo>
                  <a:lnTo>
                    <a:pt x="418583" y="173042"/>
                  </a:lnTo>
                  <a:lnTo>
                    <a:pt x="417569" y="172700"/>
                  </a:lnTo>
                  <a:lnTo>
                    <a:pt x="416550" y="172365"/>
                  </a:lnTo>
                  <a:lnTo>
                    <a:pt x="415525" y="172037"/>
                  </a:lnTo>
                  <a:lnTo>
                    <a:pt x="414495" y="171714"/>
                  </a:lnTo>
                  <a:lnTo>
                    <a:pt x="413458" y="171396"/>
                  </a:lnTo>
                  <a:lnTo>
                    <a:pt x="412414" y="171082"/>
                  </a:lnTo>
                  <a:lnTo>
                    <a:pt x="411363" y="170773"/>
                  </a:lnTo>
                  <a:lnTo>
                    <a:pt x="410305" y="170467"/>
                  </a:lnTo>
                  <a:lnTo>
                    <a:pt x="409291" y="170147"/>
                  </a:lnTo>
                  <a:lnTo>
                    <a:pt x="408287" y="169813"/>
                  </a:lnTo>
                  <a:lnTo>
                    <a:pt x="407292" y="169468"/>
                  </a:lnTo>
                  <a:lnTo>
                    <a:pt x="406305" y="169110"/>
                  </a:lnTo>
                  <a:lnTo>
                    <a:pt x="405325" y="168740"/>
                  </a:lnTo>
                  <a:lnTo>
                    <a:pt x="404351" y="168360"/>
                  </a:lnTo>
                  <a:lnTo>
                    <a:pt x="403383" y="167968"/>
                  </a:lnTo>
                  <a:lnTo>
                    <a:pt x="402419" y="167566"/>
                  </a:lnTo>
                  <a:lnTo>
                    <a:pt x="401458" y="167153"/>
                  </a:lnTo>
                  <a:lnTo>
                    <a:pt x="400500" y="166730"/>
                  </a:lnTo>
                  <a:lnTo>
                    <a:pt x="399543" y="166298"/>
                  </a:lnTo>
                  <a:lnTo>
                    <a:pt x="398586" y="165857"/>
                  </a:lnTo>
                  <a:lnTo>
                    <a:pt x="397629" y="165407"/>
                  </a:lnTo>
                  <a:lnTo>
                    <a:pt x="396671" y="164949"/>
                  </a:lnTo>
                  <a:lnTo>
                    <a:pt x="395709" y="164531"/>
                  </a:lnTo>
                  <a:lnTo>
                    <a:pt x="394922" y="164208"/>
                  </a:lnTo>
                  <a:lnTo>
                    <a:pt x="394170" y="163935"/>
                  </a:lnTo>
                  <a:lnTo>
                    <a:pt x="393315" y="163669"/>
                  </a:lnTo>
                  <a:lnTo>
                    <a:pt x="392219" y="163368"/>
                  </a:lnTo>
                  <a:lnTo>
                    <a:pt x="390741" y="162989"/>
                  </a:lnTo>
                  <a:lnTo>
                    <a:pt x="388745" y="162489"/>
                  </a:lnTo>
                  <a:lnTo>
                    <a:pt x="388745" y="163534"/>
                  </a:lnTo>
                  <a:lnTo>
                    <a:pt x="388745" y="164579"/>
                  </a:lnTo>
                  <a:lnTo>
                    <a:pt x="388745" y="165624"/>
                  </a:lnTo>
                  <a:lnTo>
                    <a:pt x="388745" y="166671"/>
                  </a:lnTo>
                  <a:lnTo>
                    <a:pt x="388745" y="167719"/>
                  </a:lnTo>
                  <a:lnTo>
                    <a:pt x="388745" y="168768"/>
                  </a:lnTo>
                  <a:lnTo>
                    <a:pt x="388745" y="169819"/>
                  </a:lnTo>
                  <a:lnTo>
                    <a:pt x="388745" y="170873"/>
                  </a:lnTo>
                  <a:lnTo>
                    <a:pt x="388745" y="171929"/>
                  </a:lnTo>
                  <a:lnTo>
                    <a:pt x="388745" y="172988"/>
                  </a:lnTo>
                  <a:lnTo>
                    <a:pt x="388745" y="174051"/>
                  </a:lnTo>
                  <a:lnTo>
                    <a:pt x="388745" y="175117"/>
                  </a:lnTo>
                  <a:lnTo>
                    <a:pt x="388745" y="176187"/>
                  </a:lnTo>
                  <a:lnTo>
                    <a:pt x="388745" y="177261"/>
                  </a:lnTo>
                  <a:lnTo>
                    <a:pt x="387585" y="177012"/>
                  </a:lnTo>
                  <a:lnTo>
                    <a:pt x="386479" y="176742"/>
                  </a:lnTo>
                  <a:lnTo>
                    <a:pt x="385422" y="176450"/>
                  </a:lnTo>
                  <a:lnTo>
                    <a:pt x="384408" y="176135"/>
                  </a:lnTo>
                  <a:lnTo>
                    <a:pt x="383433" y="175799"/>
                  </a:lnTo>
                  <a:lnTo>
                    <a:pt x="382492" y="175440"/>
                  </a:lnTo>
                  <a:lnTo>
                    <a:pt x="381580" y="175058"/>
                  </a:lnTo>
                  <a:lnTo>
                    <a:pt x="380691" y="174654"/>
                  </a:lnTo>
                  <a:lnTo>
                    <a:pt x="379820" y="174227"/>
                  </a:lnTo>
                  <a:lnTo>
                    <a:pt x="378964" y="173777"/>
                  </a:lnTo>
                  <a:lnTo>
                    <a:pt x="378116" y="173303"/>
                  </a:lnTo>
                  <a:lnTo>
                    <a:pt x="377271" y="172806"/>
                  </a:lnTo>
                  <a:lnTo>
                    <a:pt x="376425" y="172286"/>
                  </a:lnTo>
                  <a:lnTo>
                    <a:pt x="375573" y="171742"/>
                  </a:lnTo>
                  <a:lnTo>
                    <a:pt x="374709" y="171173"/>
                  </a:lnTo>
                  <a:lnTo>
                    <a:pt x="373829" y="170581"/>
                  </a:lnTo>
                  <a:lnTo>
                    <a:pt x="372928" y="169965"/>
                  </a:lnTo>
                  <a:lnTo>
                    <a:pt x="372000" y="169324"/>
                  </a:lnTo>
                  <a:lnTo>
                    <a:pt x="371040" y="168658"/>
                  </a:lnTo>
                  <a:lnTo>
                    <a:pt x="369957" y="168072"/>
                  </a:lnTo>
                  <a:lnTo>
                    <a:pt x="368905" y="167558"/>
                  </a:lnTo>
                  <a:lnTo>
                    <a:pt x="367874" y="167111"/>
                  </a:lnTo>
                  <a:lnTo>
                    <a:pt x="366855" y="166723"/>
                  </a:lnTo>
                  <a:lnTo>
                    <a:pt x="365837" y="166389"/>
                  </a:lnTo>
                  <a:lnTo>
                    <a:pt x="364811" y="166103"/>
                  </a:lnTo>
                  <a:lnTo>
                    <a:pt x="363766" y="165859"/>
                  </a:lnTo>
                  <a:lnTo>
                    <a:pt x="362693" y="165650"/>
                  </a:lnTo>
                  <a:lnTo>
                    <a:pt x="361581" y="165470"/>
                  </a:lnTo>
                  <a:lnTo>
                    <a:pt x="360421" y="165314"/>
                  </a:lnTo>
                  <a:lnTo>
                    <a:pt x="359202" y="165175"/>
                  </a:lnTo>
                  <a:lnTo>
                    <a:pt x="358869" y="166172"/>
                  </a:lnTo>
                  <a:lnTo>
                    <a:pt x="358536" y="167170"/>
                  </a:lnTo>
                  <a:lnTo>
                    <a:pt x="358203" y="168170"/>
                  </a:lnTo>
                  <a:lnTo>
                    <a:pt x="357869" y="169173"/>
                  </a:lnTo>
                  <a:lnTo>
                    <a:pt x="357533" y="170180"/>
                  </a:lnTo>
                  <a:lnTo>
                    <a:pt x="357196" y="171191"/>
                  </a:lnTo>
                  <a:lnTo>
                    <a:pt x="356857" y="172208"/>
                  </a:lnTo>
                  <a:lnTo>
                    <a:pt x="356516" y="173232"/>
                  </a:lnTo>
                  <a:lnTo>
                    <a:pt x="355376" y="173232"/>
                  </a:lnTo>
                  <a:lnTo>
                    <a:pt x="354235" y="173232"/>
                  </a:lnTo>
                  <a:lnTo>
                    <a:pt x="353091" y="173232"/>
                  </a:lnTo>
                  <a:lnTo>
                    <a:pt x="351943" y="173232"/>
                  </a:lnTo>
                  <a:lnTo>
                    <a:pt x="350789" y="173232"/>
                  </a:lnTo>
                  <a:lnTo>
                    <a:pt x="349628" y="173232"/>
                  </a:lnTo>
                  <a:lnTo>
                    <a:pt x="348459" y="173232"/>
                  </a:lnTo>
                  <a:lnTo>
                    <a:pt x="348126" y="172234"/>
                  </a:lnTo>
                  <a:lnTo>
                    <a:pt x="347792" y="171233"/>
                  </a:lnTo>
                  <a:lnTo>
                    <a:pt x="347456" y="170224"/>
                  </a:lnTo>
                  <a:lnTo>
                    <a:pt x="347116" y="169203"/>
                  </a:lnTo>
                  <a:lnTo>
                    <a:pt x="345783" y="169203"/>
                  </a:lnTo>
                  <a:lnTo>
                    <a:pt x="344430" y="169203"/>
                  </a:lnTo>
                  <a:lnTo>
                    <a:pt x="343502" y="168059"/>
                  </a:lnTo>
                  <a:lnTo>
                    <a:pt x="342826" y="167214"/>
                  </a:lnTo>
                  <a:lnTo>
                    <a:pt x="342290" y="166518"/>
                  </a:lnTo>
                  <a:lnTo>
                    <a:pt x="341781" y="165821"/>
                  </a:lnTo>
                  <a:lnTo>
                    <a:pt x="341189" y="164976"/>
                  </a:lnTo>
                  <a:lnTo>
                    <a:pt x="340401" y="163832"/>
                  </a:lnTo>
                  <a:lnTo>
                    <a:pt x="339111" y="163908"/>
                  </a:lnTo>
                  <a:lnTo>
                    <a:pt x="338138" y="163993"/>
                  </a:lnTo>
                  <a:lnTo>
                    <a:pt x="337296" y="164126"/>
                  </a:lnTo>
                  <a:lnTo>
                    <a:pt x="336397" y="164342"/>
                  </a:lnTo>
                  <a:lnTo>
                    <a:pt x="335257" y="164679"/>
                  </a:lnTo>
                  <a:lnTo>
                    <a:pt x="333687" y="165175"/>
                  </a:lnTo>
                  <a:lnTo>
                    <a:pt x="333068" y="166054"/>
                  </a:lnTo>
                  <a:lnTo>
                    <a:pt x="332454" y="166938"/>
                  </a:lnTo>
                  <a:lnTo>
                    <a:pt x="331845" y="167826"/>
                  </a:lnTo>
                  <a:lnTo>
                    <a:pt x="331242" y="168717"/>
                  </a:lnTo>
                  <a:lnTo>
                    <a:pt x="330645" y="169613"/>
                  </a:lnTo>
                  <a:lnTo>
                    <a:pt x="330054" y="170512"/>
                  </a:lnTo>
                  <a:lnTo>
                    <a:pt x="329468" y="171415"/>
                  </a:lnTo>
                  <a:lnTo>
                    <a:pt x="328889" y="172322"/>
                  </a:lnTo>
                  <a:lnTo>
                    <a:pt x="328315" y="173232"/>
                  </a:lnTo>
                  <a:lnTo>
                    <a:pt x="327318" y="173565"/>
                  </a:lnTo>
                  <a:lnTo>
                    <a:pt x="326316" y="173898"/>
                  </a:lnTo>
                  <a:lnTo>
                    <a:pt x="325307" y="174235"/>
                  </a:lnTo>
                  <a:lnTo>
                    <a:pt x="324287" y="174575"/>
                  </a:lnTo>
                  <a:lnTo>
                    <a:pt x="323609" y="176040"/>
                  </a:lnTo>
                  <a:lnTo>
                    <a:pt x="323124" y="177118"/>
                  </a:lnTo>
                  <a:lnTo>
                    <a:pt x="322754" y="177996"/>
                  </a:lnTo>
                  <a:lnTo>
                    <a:pt x="322427" y="178859"/>
                  </a:lnTo>
                  <a:lnTo>
                    <a:pt x="322068" y="179895"/>
                  </a:lnTo>
                  <a:lnTo>
                    <a:pt x="321601" y="181289"/>
                  </a:lnTo>
                  <a:lnTo>
                    <a:pt x="320268" y="181289"/>
                  </a:lnTo>
                  <a:lnTo>
                    <a:pt x="318915" y="181289"/>
                  </a:lnTo>
                  <a:lnTo>
                    <a:pt x="318555" y="182371"/>
                  </a:lnTo>
                  <a:lnTo>
                    <a:pt x="318192" y="183460"/>
                  </a:lnTo>
                  <a:lnTo>
                    <a:pt x="317825" y="184563"/>
                  </a:lnTo>
                  <a:lnTo>
                    <a:pt x="317298" y="185700"/>
                  </a:lnTo>
                  <a:lnTo>
                    <a:pt x="316767" y="186844"/>
                  </a:lnTo>
                  <a:lnTo>
                    <a:pt x="316229" y="188004"/>
                  </a:lnTo>
                  <a:lnTo>
                    <a:pt x="315232" y="188336"/>
                  </a:lnTo>
                  <a:lnTo>
                    <a:pt x="314230" y="188670"/>
                  </a:lnTo>
                  <a:lnTo>
                    <a:pt x="313221" y="189006"/>
                  </a:lnTo>
                  <a:lnTo>
                    <a:pt x="312201" y="189347"/>
                  </a:lnTo>
                  <a:lnTo>
                    <a:pt x="312162" y="188291"/>
                  </a:lnTo>
                  <a:lnTo>
                    <a:pt x="312122" y="187235"/>
                  </a:lnTo>
                  <a:lnTo>
                    <a:pt x="312083" y="186179"/>
                  </a:lnTo>
                  <a:lnTo>
                    <a:pt x="312044" y="185123"/>
                  </a:lnTo>
                  <a:lnTo>
                    <a:pt x="312005" y="184067"/>
                  </a:lnTo>
                  <a:lnTo>
                    <a:pt x="311966" y="183010"/>
                  </a:lnTo>
                  <a:lnTo>
                    <a:pt x="311927" y="181953"/>
                  </a:lnTo>
                  <a:lnTo>
                    <a:pt x="311888" y="180896"/>
                  </a:lnTo>
                  <a:lnTo>
                    <a:pt x="311849" y="179838"/>
                  </a:lnTo>
                  <a:lnTo>
                    <a:pt x="311809" y="178780"/>
                  </a:lnTo>
                  <a:lnTo>
                    <a:pt x="311770" y="177721"/>
                  </a:lnTo>
                  <a:lnTo>
                    <a:pt x="311731" y="176662"/>
                  </a:lnTo>
                  <a:lnTo>
                    <a:pt x="311692" y="175602"/>
                  </a:lnTo>
                  <a:lnTo>
                    <a:pt x="311652" y="174541"/>
                  </a:lnTo>
                  <a:lnTo>
                    <a:pt x="311613" y="173479"/>
                  </a:lnTo>
                  <a:lnTo>
                    <a:pt x="311574" y="172417"/>
                  </a:lnTo>
                  <a:lnTo>
                    <a:pt x="311534" y="171354"/>
                  </a:lnTo>
                  <a:lnTo>
                    <a:pt x="311495" y="170289"/>
                  </a:lnTo>
                  <a:lnTo>
                    <a:pt x="311455" y="169224"/>
                  </a:lnTo>
                  <a:lnTo>
                    <a:pt x="311416" y="168158"/>
                  </a:lnTo>
                  <a:lnTo>
                    <a:pt x="311376" y="167091"/>
                  </a:lnTo>
                  <a:lnTo>
                    <a:pt x="311337" y="166022"/>
                  </a:lnTo>
                  <a:lnTo>
                    <a:pt x="311297" y="164952"/>
                  </a:lnTo>
                  <a:lnTo>
                    <a:pt x="311258" y="163881"/>
                  </a:lnTo>
                  <a:lnTo>
                    <a:pt x="311218" y="162809"/>
                  </a:lnTo>
                  <a:lnTo>
                    <a:pt x="311178" y="161735"/>
                  </a:lnTo>
                  <a:lnTo>
                    <a:pt x="311138" y="160660"/>
                  </a:lnTo>
                  <a:lnTo>
                    <a:pt x="311098" y="159583"/>
                  </a:lnTo>
                  <a:lnTo>
                    <a:pt x="311058" y="158505"/>
                  </a:lnTo>
                  <a:lnTo>
                    <a:pt x="311018" y="157425"/>
                  </a:lnTo>
                  <a:lnTo>
                    <a:pt x="310978" y="156344"/>
                  </a:lnTo>
                  <a:lnTo>
                    <a:pt x="310938" y="155261"/>
                  </a:lnTo>
                  <a:lnTo>
                    <a:pt x="310898" y="154176"/>
                  </a:lnTo>
                  <a:lnTo>
                    <a:pt x="310858" y="153089"/>
                  </a:lnTo>
                  <a:lnTo>
                    <a:pt x="309786" y="153155"/>
                  </a:lnTo>
                  <a:lnTo>
                    <a:pt x="308713" y="153222"/>
                  </a:lnTo>
                  <a:lnTo>
                    <a:pt x="307639" y="153288"/>
                  </a:lnTo>
                  <a:lnTo>
                    <a:pt x="306563" y="153355"/>
                  </a:lnTo>
                  <a:lnTo>
                    <a:pt x="305485" y="153422"/>
                  </a:lnTo>
                  <a:lnTo>
                    <a:pt x="304403" y="153489"/>
                  </a:lnTo>
                  <a:lnTo>
                    <a:pt x="303318" y="153556"/>
                  </a:lnTo>
                  <a:lnTo>
                    <a:pt x="302228" y="153624"/>
                  </a:lnTo>
                  <a:lnTo>
                    <a:pt x="301133" y="153692"/>
                  </a:lnTo>
                  <a:lnTo>
                    <a:pt x="300031" y="153760"/>
                  </a:lnTo>
                  <a:lnTo>
                    <a:pt x="298972" y="153819"/>
                  </a:lnTo>
                  <a:lnTo>
                    <a:pt x="297912" y="153875"/>
                  </a:lnTo>
                  <a:lnTo>
                    <a:pt x="296852" y="153928"/>
                  </a:lnTo>
                  <a:lnTo>
                    <a:pt x="295793" y="153979"/>
                  </a:lnTo>
                  <a:lnTo>
                    <a:pt x="294733" y="154026"/>
                  </a:lnTo>
                  <a:lnTo>
                    <a:pt x="293674" y="154071"/>
                  </a:lnTo>
                  <a:lnTo>
                    <a:pt x="292614" y="154113"/>
                  </a:lnTo>
                  <a:lnTo>
                    <a:pt x="291555" y="154153"/>
                  </a:lnTo>
                  <a:lnTo>
                    <a:pt x="290495" y="154190"/>
                  </a:lnTo>
                  <a:lnTo>
                    <a:pt x="289436" y="154225"/>
                  </a:lnTo>
                  <a:lnTo>
                    <a:pt x="288376" y="154257"/>
                  </a:lnTo>
                  <a:lnTo>
                    <a:pt x="287317" y="154287"/>
                  </a:lnTo>
                  <a:lnTo>
                    <a:pt x="286257" y="154315"/>
                  </a:lnTo>
                  <a:lnTo>
                    <a:pt x="285198" y="154341"/>
                  </a:lnTo>
                  <a:lnTo>
                    <a:pt x="284138" y="154364"/>
                  </a:lnTo>
                  <a:lnTo>
                    <a:pt x="283079" y="154386"/>
                  </a:lnTo>
                  <a:lnTo>
                    <a:pt x="282019" y="154405"/>
                  </a:lnTo>
                  <a:lnTo>
                    <a:pt x="280960" y="154423"/>
                  </a:lnTo>
                  <a:lnTo>
                    <a:pt x="279900" y="154439"/>
                  </a:lnTo>
                  <a:lnTo>
                    <a:pt x="278841" y="154453"/>
                  </a:lnTo>
                  <a:lnTo>
                    <a:pt x="277781" y="154465"/>
                  </a:lnTo>
                  <a:lnTo>
                    <a:pt x="276721" y="154476"/>
                  </a:lnTo>
                  <a:lnTo>
                    <a:pt x="275662" y="154485"/>
                  </a:lnTo>
                  <a:lnTo>
                    <a:pt x="274602" y="154492"/>
                  </a:lnTo>
                  <a:lnTo>
                    <a:pt x="273542" y="154498"/>
                  </a:lnTo>
                  <a:lnTo>
                    <a:pt x="272482" y="154503"/>
                  </a:lnTo>
                  <a:lnTo>
                    <a:pt x="271423" y="154506"/>
                  </a:lnTo>
                  <a:lnTo>
                    <a:pt x="270363" y="154508"/>
                  </a:lnTo>
                  <a:lnTo>
                    <a:pt x="269303" y="154509"/>
                  </a:lnTo>
                  <a:lnTo>
                    <a:pt x="268243" y="154509"/>
                  </a:lnTo>
                  <a:lnTo>
                    <a:pt x="267183" y="154508"/>
                  </a:lnTo>
                  <a:lnTo>
                    <a:pt x="266123" y="154505"/>
                  </a:lnTo>
                  <a:lnTo>
                    <a:pt x="265063" y="154502"/>
                  </a:lnTo>
                  <a:lnTo>
                    <a:pt x="264002" y="154498"/>
                  </a:lnTo>
                  <a:lnTo>
                    <a:pt x="262942" y="154493"/>
                  </a:lnTo>
                  <a:lnTo>
                    <a:pt x="261882" y="154487"/>
                  </a:lnTo>
                  <a:lnTo>
                    <a:pt x="260821" y="154481"/>
                  </a:lnTo>
                  <a:lnTo>
                    <a:pt x="259761" y="154474"/>
                  </a:lnTo>
                  <a:lnTo>
                    <a:pt x="258700" y="154466"/>
                  </a:lnTo>
                  <a:lnTo>
                    <a:pt x="257639" y="154458"/>
                  </a:lnTo>
                  <a:lnTo>
                    <a:pt x="256579" y="154450"/>
                  </a:lnTo>
                  <a:lnTo>
                    <a:pt x="255518" y="154441"/>
                  </a:lnTo>
                  <a:lnTo>
                    <a:pt x="254457" y="154432"/>
                  </a:lnTo>
                  <a:lnTo>
                    <a:pt x="255461" y="152937"/>
                  </a:lnTo>
                  <a:lnTo>
                    <a:pt x="256246" y="151850"/>
                  </a:lnTo>
                  <a:lnTo>
                    <a:pt x="256919" y="151082"/>
                  </a:lnTo>
                  <a:lnTo>
                    <a:pt x="257589" y="150548"/>
                  </a:lnTo>
                  <a:lnTo>
                    <a:pt x="258364" y="150160"/>
                  </a:lnTo>
                  <a:lnTo>
                    <a:pt x="259355" y="149833"/>
                  </a:lnTo>
                  <a:lnTo>
                    <a:pt x="260668" y="149479"/>
                  </a:lnTo>
                  <a:lnTo>
                    <a:pt x="261721" y="149341"/>
                  </a:lnTo>
                  <a:lnTo>
                    <a:pt x="262782" y="149201"/>
                  </a:lnTo>
                  <a:lnTo>
                    <a:pt x="263857" y="149060"/>
                  </a:lnTo>
                  <a:lnTo>
                    <a:pt x="264189" y="148062"/>
                  </a:lnTo>
                  <a:lnTo>
                    <a:pt x="264523" y="147061"/>
                  </a:lnTo>
                  <a:lnTo>
                    <a:pt x="264860" y="146052"/>
                  </a:lnTo>
                  <a:lnTo>
                    <a:pt x="265200" y="145031"/>
                  </a:lnTo>
                  <a:lnTo>
                    <a:pt x="266531" y="145031"/>
                  </a:lnTo>
                  <a:lnTo>
                    <a:pt x="267871" y="145031"/>
                  </a:lnTo>
                  <a:lnTo>
                    <a:pt x="269228" y="145031"/>
                  </a:lnTo>
                  <a:lnTo>
                    <a:pt x="269561" y="144034"/>
                  </a:lnTo>
                  <a:lnTo>
                    <a:pt x="269895" y="143032"/>
                  </a:lnTo>
                  <a:lnTo>
                    <a:pt x="270231" y="142023"/>
                  </a:lnTo>
                  <a:lnTo>
                    <a:pt x="270571" y="141003"/>
                  </a:lnTo>
                  <a:lnTo>
                    <a:pt x="271676" y="140376"/>
                  </a:lnTo>
                  <a:lnTo>
                    <a:pt x="272510" y="139917"/>
                  </a:lnTo>
                  <a:lnTo>
                    <a:pt x="273235" y="139551"/>
                  </a:lnTo>
                  <a:lnTo>
                    <a:pt x="274011" y="139199"/>
                  </a:lnTo>
                  <a:lnTo>
                    <a:pt x="275000" y="138786"/>
                  </a:lnTo>
                  <a:lnTo>
                    <a:pt x="276362" y="138234"/>
                  </a:lnTo>
                  <a:lnTo>
                    <a:pt x="278486" y="137359"/>
                  </a:lnTo>
                  <a:lnTo>
                    <a:pt x="280331" y="136594"/>
                  </a:lnTo>
                  <a:lnTo>
                    <a:pt x="281919" y="135926"/>
                  </a:lnTo>
                  <a:lnTo>
                    <a:pt x="283274" y="135339"/>
                  </a:lnTo>
                  <a:lnTo>
                    <a:pt x="284418" y="134821"/>
                  </a:lnTo>
                  <a:lnTo>
                    <a:pt x="285374" y="134357"/>
                  </a:lnTo>
                  <a:lnTo>
                    <a:pt x="286167" y="133932"/>
                  </a:lnTo>
                  <a:lnTo>
                    <a:pt x="286818" y="133533"/>
                  </a:lnTo>
                  <a:lnTo>
                    <a:pt x="287352" y="133145"/>
                  </a:lnTo>
                  <a:lnTo>
                    <a:pt x="287790" y="132754"/>
                  </a:lnTo>
                  <a:lnTo>
                    <a:pt x="288158" y="132346"/>
                  </a:lnTo>
                  <a:lnTo>
                    <a:pt x="288476" y="131907"/>
                  </a:lnTo>
                  <a:lnTo>
                    <a:pt x="288769" y="131422"/>
                  </a:lnTo>
                  <a:lnTo>
                    <a:pt x="289060" y="130878"/>
                  </a:lnTo>
                  <a:lnTo>
                    <a:pt x="289372" y="130260"/>
                  </a:lnTo>
                  <a:lnTo>
                    <a:pt x="290478" y="129781"/>
                  </a:lnTo>
                  <a:lnTo>
                    <a:pt x="291590" y="129313"/>
                  </a:lnTo>
                  <a:lnTo>
                    <a:pt x="292706" y="128858"/>
                  </a:lnTo>
                  <a:lnTo>
                    <a:pt x="293828" y="128417"/>
                  </a:lnTo>
                  <a:lnTo>
                    <a:pt x="294954" y="127988"/>
                  </a:lnTo>
                  <a:lnTo>
                    <a:pt x="296086" y="127574"/>
                  </a:lnTo>
                  <a:lnTo>
                    <a:pt x="295064" y="126919"/>
                  </a:lnTo>
                  <a:lnTo>
                    <a:pt x="294061" y="126328"/>
                  </a:lnTo>
                  <a:lnTo>
                    <a:pt x="293073" y="125794"/>
                  </a:lnTo>
                  <a:lnTo>
                    <a:pt x="292093" y="125312"/>
                  </a:lnTo>
                  <a:lnTo>
                    <a:pt x="291114" y="124874"/>
                  </a:lnTo>
                  <a:lnTo>
                    <a:pt x="290132" y="124474"/>
                  </a:lnTo>
                  <a:lnTo>
                    <a:pt x="289141" y="124107"/>
                  </a:lnTo>
                  <a:lnTo>
                    <a:pt x="288133" y="123764"/>
                  </a:lnTo>
                  <a:lnTo>
                    <a:pt x="287105" y="123440"/>
                  </a:lnTo>
                  <a:lnTo>
                    <a:pt x="286049" y="123129"/>
                  </a:lnTo>
                  <a:lnTo>
                    <a:pt x="284959" y="122823"/>
                  </a:lnTo>
                  <a:lnTo>
                    <a:pt x="283831" y="122516"/>
                  </a:lnTo>
                  <a:lnTo>
                    <a:pt x="282657" y="122202"/>
                  </a:lnTo>
                  <a:lnTo>
                    <a:pt x="281599" y="121902"/>
                  </a:lnTo>
                  <a:lnTo>
                    <a:pt x="280541" y="121601"/>
                  </a:lnTo>
                  <a:lnTo>
                    <a:pt x="279484" y="121299"/>
                  </a:lnTo>
                  <a:lnTo>
                    <a:pt x="278426" y="120996"/>
                  </a:lnTo>
                  <a:lnTo>
                    <a:pt x="277369" y="120692"/>
                  </a:lnTo>
                  <a:lnTo>
                    <a:pt x="276351" y="120401"/>
                  </a:lnTo>
                  <a:lnTo>
                    <a:pt x="275329" y="120109"/>
                  </a:lnTo>
                  <a:lnTo>
                    <a:pt x="274299" y="119815"/>
                  </a:lnTo>
                  <a:lnTo>
                    <a:pt x="273257" y="119517"/>
                  </a:lnTo>
                  <a:lnTo>
                    <a:pt x="273346" y="118295"/>
                  </a:lnTo>
                  <a:lnTo>
                    <a:pt x="273460" y="117405"/>
                  </a:lnTo>
                  <a:lnTo>
                    <a:pt x="273664" y="116589"/>
                  </a:lnTo>
                  <a:lnTo>
                    <a:pt x="274023" y="115588"/>
                  </a:lnTo>
                  <a:lnTo>
                    <a:pt x="274600" y="114145"/>
                  </a:lnTo>
                  <a:lnTo>
                    <a:pt x="275816" y="113484"/>
                  </a:lnTo>
                  <a:lnTo>
                    <a:pt x="276784" y="112966"/>
                  </a:lnTo>
                  <a:lnTo>
                    <a:pt x="277600" y="112549"/>
                  </a:lnTo>
                  <a:lnTo>
                    <a:pt x="278360" y="112189"/>
                  </a:lnTo>
                  <a:lnTo>
                    <a:pt x="279158" y="111842"/>
                  </a:lnTo>
                  <a:lnTo>
                    <a:pt x="280091" y="111466"/>
                  </a:lnTo>
                  <a:lnTo>
                    <a:pt x="281253" y="111017"/>
                  </a:lnTo>
                  <a:lnTo>
                    <a:pt x="282740" y="110452"/>
                  </a:lnTo>
                  <a:lnTo>
                    <a:pt x="283854" y="110021"/>
                  </a:lnTo>
                  <a:lnTo>
                    <a:pt x="284972" y="109588"/>
                  </a:lnTo>
                  <a:lnTo>
                    <a:pt x="286098" y="109152"/>
                  </a:lnTo>
                  <a:lnTo>
                    <a:pt x="287236" y="108710"/>
                  </a:lnTo>
                  <a:lnTo>
                    <a:pt x="288386" y="108288"/>
                  </a:lnTo>
                  <a:lnTo>
                    <a:pt x="289542" y="107862"/>
                  </a:lnTo>
                  <a:lnTo>
                    <a:pt x="290715" y="107431"/>
                  </a:lnTo>
                  <a:lnTo>
                    <a:pt x="290514" y="106247"/>
                  </a:lnTo>
                  <a:lnTo>
                    <a:pt x="290307" y="105158"/>
                  </a:lnTo>
                  <a:lnTo>
                    <a:pt x="290085" y="104144"/>
                  </a:lnTo>
                  <a:lnTo>
                    <a:pt x="289839" y="103189"/>
                  </a:lnTo>
                  <a:lnTo>
                    <a:pt x="289559" y="102276"/>
                  </a:lnTo>
                  <a:lnTo>
                    <a:pt x="289238" y="101386"/>
                  </a:lnTo>
                  <a:lnTo>
                    <a:pt x="288865" y="100503"/>
                  </a:lnTo>
                  <a:lnTo>
                    <a:pt x="288433" y="99609"/>
                  </a:lnTo>
                  <a:lnTo>
                    <a:pt x="287931" y="98687"/>
                  </a:lnTo>
                  <a:lnTo>
                    <a:pt x="287352" y="97719"/>
                  </a:lnTo>
                  <a:lnTo>
                    <a:pt x="286686" y="96688"/>
                  </a:lnTo>
                  <a:lnTo>
                    <a:pt x="285355" y="96688"/>
                  </a:lnTo>
                  <a:lnTo>
                    <a:pt x="284015" y="96688"/>
                  </a:lnTo>
                  <a:lnTo>
                    <a:pt x="282657" y="96688"/>
                  </a:lnTo>
                  <a:lnTo>
                    <a:pt x="281770" y="97575"/>
                  </a:lnTo>
                  <a:lnTo>
                    <a:pt x="280877" y="98468"/>
                  </a:lnTo>
                  <a:lnTo>
                    <a:pt x="279971" y="99373"/>
                  </a:lnTo>
                  <a:lnTo>
                    <a:pt x="278806" y="99040"/>
                  </a:lnTo>
                  <a:lnTo>
                    <a:pt x="277621" y="98702"/>
                  </a:lnTo>
                  <a:lnTo>
                    <a:pt x="276556" y="98515"/>
                  </a:lnTo>
                  <a:lnTo>
                    <a:pt x="275492" y="98424"/>
                  </a:lnTo>
                  <a:lnTo>
                    <a:pt x="274430" y="98422"/>
                  </a:lnTo>
                  <a:lnTo>
                    <a:pt x="273372" y="98502"/>
                  </a:lnTo>
                  <a:lnTo>
                    <a:pt x="272318" y="98658"/>
                  </a:lnTo>
                  <a:lnTo>
                    <a:pt x="271268" y="98881"/>
                  </a:lnTo>
                  <a:lnTo>
                    <a:pt x="270224" y="99166"/>
                  </a:lnTo>
                  <a:lnTo>
                    <a:pt x="269186" y="99505"/>
                  </a:lnTo>
                  <a:lnTo>
                    <a:pt x="268155" y="99891"/>
                  </a:lnTo>
                  <a:lnTo>
                    <a:pt x="267133" y="100318"/>
                  </a:lnTo>
                  <a:lnTo>
                    <a:pt x="266119" y="100778"/>
                  </a:lnTo>
                  <a:lnTo>
                    <a:pt x="265114" y="101266"/>
                  </a:lnTo>
                  <a:lnTo>
                    <a:pt x="264120" y="101773"/>
                  </a:lnTo>
                  <a:lnTo>
                    <a:pt x="263136" y="102293"/>
                  </a:lnTo>
                  <a:lnTo>
                    <a:pt x="262165" y="102818"/>
                  </a:lnTo>
                  <a:lnTo>
                    <a:pt x="261206" y="103343"/>
                  </a:lnTo>
                  <a:lnTo>
                    <a:pt x="260261" y="103860"/>
                  </a:lnTo>
                  <a:lnTo>
                    <a:pt x="259330" y="104362"/>
                  </a:lnTo>
                  <a:lnTo>
                    <a:pt x="258335" y="104888"/>
                  </a:lnTo>
                  <a:lnTo>
                    <a:pt x="257337" y="105415"/>
                  </a:lnTo>
                  <a:lnTo>
                    <a:pt x="256331" y="105947"/>
                  </a:lnTo>
                  <a:lnTo>
                    <a:pt x="255315" y="106484"/>
                  </a:lnTo>
                  <a:lnTo>
                    <a:pt x="254867" y="106723"/>
                  </a:lnTo>
                  <a:lnTo>
                    <a:pt x="254287" y="107033"/>
                  </a:lnTo>
                  <a:lnTo>
                    <a:pt x="253188" y="107620"/>
                  </a:lnTo>
                  <a:lnTo>
                    <a:pt x="251183" y="108690"/>
                  </a:lnTo>
                  <a:lnTo>
                    <a:pt x="250236" y="109194"/>
                  </a:lnTo>
                  <a:lnTo>
                    <a:pt x="249290" y="109696"/>
                  </a:lnTo>
                  <a:lnTo>
                    <a:pt x="248344" y="110197"/>
                  </a:lnTo>
                  <a:lnTo>
                    <a:pt x="247399" y="110696"/>
                  </a:lnTo>
                  <a:lnTo>
                    <a:pt x="246453" y="111194"/>
                  </a:lnTo>
                  <a:lnTo>
                    <a:pt x="245508" y="111689"/>
                  </a:lnTo>
                  <a:lnTo>
                    <a:pt x="244562" y="112183"/>
                  </a:lnTo>
                  <a:lnTo>
                    <a:pt x="243615" y="112674"/>
                  </a:lnTo>
                  <a:lnTo>
                    <a:pt x="242668" y="113162"/>
                  </a:lnTo>
                  <a:lnTo>
                    <a:pt x="241720" y="113648"/>
                  </a:lnTo>
                  <a:lnTo>
                    <a:pt x="240770" y="114130"/>
                  </a:lnTo>
                  <a:lnTo>
                    <a:pt x="239819" y="114609"/>
                  </a:lnTo>
                  <a:lnTo>
                    <a:pt x="238867" y="115085"/>
                  </a:lnTo>
                  <a:lnTo>
                    <a:pt x="237913" y="115557"/>
                  </a:lnTo>
                  <a:lnTo>
                    <a:pt x="236957" y="116026"/>
                  </a:lnTo>
                  <a:lnTo>
                    <a:pt x="235999" y="116490"/>
                  </a:lnTo>
                  <a:lnTo>
                    <a:pt x="235038" y="116949"/>
                  </a:lnTo>
                  <a:lnTo>
                    <a:pt x="234075" y="117405"/>
                  </a:lnTo>
                  <a:lnTo>
                    <a:pt x="233109" y="117855"/>
                  </a:lnTo>
                  <a:lnTo>
                    <a:pt x="232141" y="118301"/>
                  </a:lnTo>
                  <a:lnTo>
                    <a:pt x="231169" y="118742"/>
                  </a:lnTo>
                  <a:lnTo>
                    <a:pt x="230194" y="119177"/>
                  </a:lnTo>
                  <a:lnTo>
                    <a:pt x="229215" y="119606"/>
                  </a:lnTo>
                  <a:lnTo>
                    <a:pt x="228233" y="120030"/>
                  </a:lnTo>
                  <a:lnTo>
                    <a:pt x="227246" y="120448"/>
                  </a:lnTo>
                  <a:lnTo>
                    <a:pt x="226256" y="120860"/>
                  </a:lnTo>
                  <a:lnTo>
                    <a:pt x="225322" y="121373"/>
                  </a:lnTo>
                  <a:lnTo>
                    <a:pt x="224382" y="121889"/>
                  </a:lnTo>
                  <a:lnTo>
                    <a:pt x="223429" y="122412"/>
                  </a:lnTo>
                  <a:lnTo>
                    <a:pt x="222353" y="122851"/>
                  </a:lnTo>
                  <a:lnTo>
                    <a:pt x="221300" y="123204"/>
                  </a:lnTo>
                  <a:lnTo>
                    <a:pt x="220259" y="123483"/>
                  </a:lnTo>
                  <a:lnTo>
                    <a:pt x="219222" y="123698"/>
                  </a:lnTo>
                  <a:lnTo>
                    <a:pt x="218178" y="123861"/>
                  </a:lnTo>
                  <a:lnTo>
                    <a:pt x="217119" y="123983"/>
                  </a:lnTo>
                  <a:lnTo>
                    <a:pt x="216034" y="124076"/>
                  </a:lnTo>
                  <a:lnTo>
                    <a:pt x="214915" y="124150"/>
                  </a:lnTo>
                  <a:lnTo>
                    <a:pt x="213751" y="124217"/>
                  </a:lnTo>
                  <a:lnTo>
                    <a:pt x="212661" y="124302"/>
                  </a:lnTo>
                  <a:lnTo>
                    <a:pt x="211599" y="124395"/>
                  </a:lnTo>
                  <a:lnTo>
                    <a:pt x="210561" y="124497"/>
                  </a:lnTo>
                  <a:lnTo>
                    <a:pt x="209540" y="124612"/>
                  </a:lnTo>
                  <a:lnTo>
                    <a:pt x="208532" y="124741"/>
                  </a:lnTo>
                  <a:lnTo>
                    <a:pt x="207532" y="124887"/>
                  </a:lnTo>
                  <a:lnTo>
                    <a:pt x="206535" y="125051"/>
                  </a:lnTo>
                  <a:lnTo>
                    <a:pt x="205536" y="125237"/>
                  </a:lnTo>
                  <a:lnTo>
                    <a:pt x="204529" y="125445"/>
                  </a:lnTo>
                  <a:lnTo>
                    <a:pt x="203509" y="125679"/>
                  </a:lnTo>
                  <a:lnTo>
                    <a:pt x="202472" y="125940"/>
                  </a:lnTo>
                  <a:lnTo>
                    <a:pt x="201413" y="126231"/>
                  </a:lnTo>
                  <a:lnTo>
                    <a:pt x="200400" y="126510"/>
                  </a:lnTo>
                  <a:lnTo>
                    <a:pt x="199384" y="126771"/>
                  </a:lnTo>
                  <a:lnTo>
                    <a:pt x="198367" y="127013"/>
                  </a:lnTo>
                  <a:lnTo>
                    <a:pt x="197347" y="127237"/>
                  </a:lnTo>
                  <a:lnTo>
                    <a:pt x="196325" y="127445"/>
                  </a:lnTo>
                  <a:lnTo>
                    <a:pt x="195301" y="127636"/>
                  </a:lnTo>
                  <a:lnTo>
                    <a:pt x="194275" y="127811"/>
                  </a:lnTo>
                  <a:lnTo>
                    <a:pt x="193247" y="127972"/>
                  </a:lnTo>
                  <a:lnTo>
                    <a:pt x="192217" y="128118"/>
                  </a:lnTo>
                  <a:lnTo>
                    <a:pt x="191186" y="128251"/>
                  </a:lnTo>
                  <a:lnTo>
                    <a:pt x="190153" y="128370"/>
                  </a:lnTo>
                  <a:lnTo>
                    <a:pt x="189119" y="128478"/>
                  </a:lnTo>
                  <a:lnTo>
                    <a:pt x="188083" y="128573"/>
                  </a:lnTo>
                  <a:lnTo>
                    <a:pt x="187046" y="128658"/>
                  </a:lnTo>
                  <a:lnTo>
                    <a:pt x="186008" y="128733"/>
                  </a:lnTo>
                  <a:lnTo>
                    <a:pt x="184969" y="128798"/>
                  </a:lnTo>
                  <a:lnTo>
                    <a:pt x="183928" y="128854"/>
                  </a:lnTo>
                  <a:lnTo>
                    <a:pt x="182887" y="128902"/>
                  </a:lnTo>
                  <a:lnTo>
                    <a:pt x="181845" y="128942"/>
                  </a:lnTo>
                  <a:lnTo>
                    <a:pt x="180802" y="128976"/>
                  </a:lnTo>
                  <a:lnTo>
                    <a:pt x="179758" y="129003"/>
                  </a:lnTo>
                  <a:lnTo>
                    <a:pt x="178714" y="129025"/>
                  </a:lnTo>
                  <a:lnTo>
                    <a:pt x="177669" y="129042"/>
                  </a:lnTo>
                  <a:lnTo>
                    <a:pt x="176624" y="129054"/>
                  </a:lnTo>
                  <a:lnTo>
                    <a:pt x="175579" y="129063"/>
                  </a:lnTo>
                  <a:lnTo>
                    <a:pt x="174533" y="129070"/>
                  </a:lnTo>
                  <a:lnTo>
                    <a:pt x="173488" y="129074"/>
                  </a:lnTo>
                  <a:lnTo>
                    <a:pt x="172442" y="129076"/>
                  </a:lnTo>
                  <a:lnTo>
                    <a:pt x="171396" y="129078"/>
                  </a:lnTo>
                  <a:lnTo>
                    <a:pt x="170350" y="129079"/>
                  </a:lnTo>
                  <a:lnTo>
                    <a:pt x="169305" y="129082"/>
                  </a:lnTo>
                  <a:lnTo>
                    <a:pt x="168260" y="129085"/>
                  </a:lnTo>
                  <a:lnTo>
                    <a:pt x="167126" y="129091"/>
                  </a:lnTo>
                  <a:lnTo>
                    <a:pt x="165985" y="129097"/>
                  </a:lnTo>
                  <a:lnTo>
                    <a:pt x="164829" y="129104"/>
                  </a:lnTo>
                  <a:lnTo>
                    <a:pt x="163733" y="129096"/>
                  </a:lnTo>
                  <a:lnTo>
                    <a:pt x="162641" y="129080"/>
                  </a:lnTo>
                  <a:lnTo>
                    <a:pt x="161555" y="129054"/>
                  </a:lnTo>
                  <a:lnTo>
                    <a:pt x="160471" y="129020"/>
                  </a:lnTo>
                  <a:lnTo>
                    <a:pt x="159392" y="128977"/>
                  </a:lnTo>
                  <a:lnTo>
                    <a:pt x="158315" y="128926"/>
                  </a:lnTo>
                  <a:lnTo>
                    <a:pt x="157240" y="128867"/>
                  </a:lnTo>
                  <a:lnTo>
                    <a:pt x="156167" y="128799"/>
                  </a:lnTo>
                  <a:lnTo>
                    <a:pt x="155095" y="128724"/>
                  </a:lnTo>
                  <a:lnTo>
                    <a:pt x="154024" y="128641"/>
                  </a:lnTo>
                  <a:lnTo>
                    <a:pt x="152954" y="128550"/>
                  </a:lnTo>
                  <a:lnTo>
                    <a:pt x="151883" y="128452"/>
                  </a:lnTo>
                  <a:lnTo>
                    <a:pt x="150812" y="128347"/>
                  </a:lnTo>
                  <a:lnTo>
                    <a:pt x="149739" y="128235"/>
                  </a:lnTo>
                  <a:lnTo>
                    <a:pt x="148665" y="128115"/>
                  </a:lnTo>
                  <a:lnTo>
                    <a:pt x="147588" y="127990"/>
                  </a:lnTo>
                  <a:lnTo>
                    <a:pt x="146509" y="127857"/>
                  </a:lnTo>
                  <a:lnTo>
                    <a:pt x="145426" y="127719"/>
                  </a:lnTo>
                  <a:lnTo>
                    <a:pt x="144340" y="127574"/>
                  </a:lnTo>
                  <a:lnTo>
                    <a:pt x="143168" y="127497"/>
                  </a:lnTo>
                  <a:lnTo>
                    <a:pt x="142022" y="127428"/>
                  </a:lnTo>
                  <a:lnTo>
                    <a:pt x="140899" y="127371"/>
                  </a:lnTo>
                  <a:lnTo>
                    <a:pt x="139797" y="127327"/>
                  </a:lnTo>
                  <a:lnTo>
                    <a:pt x="138715" y="127299"/>
                  </a:lnTo>
                  <a:lnTo>
                    <a:pt x="137651" y="127290"/>
                  </a:lnTo>
                  <a:lnTo>
                    <a:pt x="136603" y="127301"/>
                  </a:lnTo>
                  <a:lnTo>
                    <a:pt x="135568" y="127336"/>
                  </a:lnTo>
                  <a:lnTo>
                    <a:pt x="134546" y="127396"/>
                  </a:lnTo>
                  <a:lnTo>
                    <a:pt x="133534" y="127485"/>
                  </a:lnTo>
                  <a:lnTo>
                    <a:pt x="132531" y="127603"/>
                  </a:lnTo>
                  <a:lnTo>
                    <a:pt x="131534" y="127755"/>
                  </a:lnTo>
                  <a:lnTo>
                    <a:pt x="130542" y="127941"/>
                  </a:lnTo>
                  <a:lnTo>
                    <a:pt x="129552" y="128166"/>
                  </a:lnTo>
                  <a:lnTo>
                    <a:pt x="128564" y="128430"/>
                  </a:lnTo>
                  <a:lnTo>
                    <a:pt x="127574" y="128737"/>
                  </a:lnTo>
                  <a:lnTo>
                    <a:pt x="126582" y="129088"/>
                  </a:lnTo>
                  <a:lnTo>
                    <a:pt x="125585" y="129487"/>
                  </a:lnTo>
                  <a:lnTo>
                    <a:pt x="124581" y="129936"/>
                  </a:lnTo>
                  <a:lnTo>
                    <a:pt x="123569" y="130436"/>
                  </a:lnTo>
                  <a:lnTo>
                    <a:pt x="122546" y="130991"/>
                  </a:lnTo>
                  <a:lnTo>
                    <a:pt x="121511" y="131603"/>
                  </a:lnTo>
                  <a:lnTo>
                    <a:pt x="120178" y="131603"/>
                  </a:lnTo>
                  <a:lnTo>
                    <a:pt x="118826" y="131603"/>
                  </a:lnTo>
                  <a:lnTo>
                    <a:pt x="118394" y="132884"/>
                  </a:lnTo>
                  <a:lnTo>
                    <a:pt x="117957" y="134185"/>
                  </a:lnTo>
                  <a:lnTo>
                    <a:pt x="117176" y="135365"/>
                  </a:lnTo>
                  <a:lnTo>
                    <a:pt x="116554" y="136188"/>
                  </a:lnTo>
                  <a:lnTo>
                    <a:pt x="115947" y="136761"/>
                  </a:lnTo>
                  <a:lnTo>
                    <a:pt x="115213" y="137191"/>
                  </a:lnTo>
                  <a:lnTo>
                    <a:pt x="114206" y="137587"/>
                  </a:lnTo>
                  <a:lnTo>
                    <a:pt x="112784" y="138055"/>
                  </a:lnTo>
                  <a:lnTo>
                    <a:pt x="111738" y="138197"/>
                  </a:lnTo>
                  <a:lnTo>
                    <a:pt x="110688" y="138339"/>
                  </a:lnTo>
                  <a:lnTo>
                    <a:pt x="109629" y="138482"/>
                  </a:lnTo>
                  <a:lnTo>
                    <a:pt x="108559" y="138626"/>
                  </a:lnTo>
                  <a:lnTo>
                    <a:pt x="107397" y="138791"/>
                  </a:lnTo>
                  <a:lnTo>
                    <a:pt x="106231" y="138956"/>
                  </a:lnTo>
                  <a:lnTo>
                    <a:pt x="105056" y="139123"/>
                  </a:lnTo>
                  <a:lnTo>
                    <a:pt x="103867" y="139291"/>
                  </a:lnTo>
                  <a:lnTo>
                    <a:pt x="102646" y="139444"/>
                  </a:lnTo>
                  <a:lnTo>
                    <a:pt x="101420" y="139598"/>
                  </a:lnTo>
                  <a:lnTo>
                    <a:pt x="100184" y="139754"/>
                  </a:lnTo>
                  <a:lnTo>
                    <a:pt x="98935" y="139912"/>
                  </a:lnTo>
                  <a:lnTo>
                    <a:pt x="97756" y="140078"/>
                  </a:lnTo>
                  <a:lnTo>
                    <a:pt x="96572" y="140244"/>
                  </a:lnTo>
                  <a:lnTo>
                    <a:pt x="95380" y="140411"/>
                  </a:lnTo>
                  <a:lnTo>
                    <a:pt x="94174" y="140581"/>
                  </a:lnTo>
                  <a:lnTo>
                    <a:pt x="93131" y="140722"/>
                  </a:lnTo>
                  <a:lnTo>
                    <a:pt x="92088" y="140859"/>
                  </a:lnTo>
                  <a:lnTo>
                    <a:pt x="91046" y="140994"/>
                  </a:lnTo>
                  <a:lnTo>
                    <a:pt x="90003" y="141125"/>
                  </a:lnTo>
                  <a:lnTo>
                    <a:pt x="88960" y="141254"/>
                  </a:lnTo>
                  <a:lnTo>
                    <a:pt x="87918" y="141379"/>
                  </a:lnTo>
                  <a:lnTo>
                    <a:pt x="86875" y="141501"/>
                  </a:lnTo>
                  <a:lnTo>
                    <a:pt x="85833" y="141621"/>
                  </a:lnTo>
                  <a:lnTo>
                    <a:pt x="84790" y="141737"/>
                  </a:lnTo>
                  <a:lnTo>
                    <a:pt x="83747" y="141851"/>
                  </a:lnTo>
                  <a:lnTo>
                    <a:pt x="82705" y="141961"/>
                  </a:lnTo>
                  <a:lnTo>
                    <a:pt x="81661" y="142069"/>
                  </a:lnTo>
                  <a:lnTo>
                    <a:pt x="80618" y="142174"/>
                  </a:lnTo>
                  <a:lnTo>
                    <a:pt x="79574" y="142275"/>
                  </a:lnTo>
                  <a:lnTo>
                    <a:pt x="78531" y="142374"/>
                  </a:lnTo>
                  <a:lnTo>
                    <a:pt x="77486" y="142471"/>
                  </a:lnTo>
                  <a:lnTo>
                    <a:pt x="76442" y="142564"/>
                  </a:lnTo>
                  <a:lnTo>
                    <a:pt x="75397" y="142655"/>
                  </a:lnTo>
                  <a:lnTo>
                    <a:pt x="74351" y="142743"/>
                  </a:lnTo>
                  <a:lnTo>
                    <a:pt x="73305" y="142828"/>
                  </a:lnTo>
                  <a:lnTo>
                    <a:pt x="72259" y="142910"/>
                  </a:lnTo>
                  <a:lnTo>
                    <a:pt x="71212" y="142990"/>
                  </a:lnTo>
                  <a:lnTo>
                    <a:pt x="70164" y="143067"/>
                  </a:lnTo>
                  <a:lnTo>
                    <a:pt x="69116" y="143141"/>
                  </a:lnTo>
                  <a:lnTo>
                    <a:pt x="68067" y="143213"/>
                  </a:lnTo>
                  <a:lnTo>
                    <a:pt x="67017" y="143282"/>
                  </a:lnTo>
                  <a:lnTo>
                    <a:pt x="65967" y="143349"/>
                  </a:lnTo>
                  <a:lnTo>
                    <a:pt x="64644" y="143479"/>
                  </a:lnTo>
                  <a:lnTo>
                    <a:pt x="63621" y="143596"/>
                  </a:lnTo>
                  <a:lnTo>
                    <a:pt x="62768" y="143731"/>
                  </a:lnTo>
                  <a:lnTo>
                    <a:pt x="61952" y="143912"/>
                  </a:lnTo>
                  <a:lnTo>
                    <a:pt x="61039" y="144170"/>
                  </a:lnTo>
                  <a:lnTo>
                    <a:pt x="59898" y="144533"/>
                  </a:lnTo>
                  <a:lnTo>
                    <a:pt x="58396" y="145031"/>
                  </a:lnTo>
                  <a:lnTo>
                    <a:pt x="57342" y="145099"/>
                  </a:lnTo>
                  <a:lnTo>
                    <a:pt x="56292" y="145160"/>
                  </a:lnTo>
                  <a:lnTo>
                    <a:pt x="55243" y="145216"/>
                  </a:lnTo>
                  <a:lnTo>
                    <a:pt x="54197" y="145266"/>
                  </a:lnTo>
                  <a:lnTo>
                    <a:pt x="53151" y="145311"/>
                  </a:lnTo>
                  <a:lnTo>
                    <a:pt x="52105" y="145350"/>
                  </a:lnTo>
                  <a:lnTo>
                    <a:pt x="51058" y="145383"/>
                  </a:lnTo>
                  <a:lnTo>
                    <a:pt x="50010" y="145411"/>
                  </a:lnTo>
                  <a:lnTo>
                    <a:pt x="48959" y="145434"/>
                  </a:lnTo>
                  <a:lnTo>
                    <a:pt x="47905" y="145450"/>
                  </a:lnTo>
                  <a:lnTo>
                    <a:pt x="46492" y="145510"/>
                  </a:lnTo>
                  <a:lnTo>
                    <a:pt x="45058" y="145569"/>
                  </a:lnTo>
                  <a:lnTo>
                    <a:pt x="43869" y="145568"/>
                  </a:lnTo>
                  <a:lnTo>
                    <a:pt x="42738" y="145533"/>
                  </a:lnTo>
                  <a:lnTo>
                    <a:pt x="41659" y="145463"/>
                  </a:lnTo>
                  <a:lnTo>
                    <a:pt x="40627" y="145356"/>
                  </a:lnTo>
                  <a:lnTo>
                    <a:pt x="39637" y="145210"/>
                  </a:lnTo>
                  <a:lnTo>
                    <a:pt x="38682" y="145022"/>
                  </a:lnTo>
                  <a:lnTo>
                    <a:pt x="37756" y="144791"/>
                  </a:lnTo>
                  <a:lnTo>
                    <a:pt x="36854" y="144515"/>
                  </a:lnTo>
                  <a:lnTo>
                    <a:pt x="35970" y="144191"/>
                  </a:lnTo>
                  <a:lnTo>
                    <a:pt x="35098" y="143818"/>
                  </a:lnTo>
                  <a:lnTo>
                    <a:pt x="34233" y="143394"/>
                  </a:lnTo>
                  <a:lnTo>
                    <a:pt x="33368" y="142917"/>
                  </a:lnTo>
                  <a:lnTo>
                    <a:pt x="32498" y="142384"/>
                  </a:lnTo>
                  <a:lnTo>
                    <a:pt x="31618" y="141794"/>
                  </a:lnTo>
                  <a:lnTo>
                    <a:pt x="30720" y="141144"/>
                  </a:lnTo>
                  <a:lnTo>
                    <a:pt x="29800" y="140434"/>
                  </a:lnTo>
                  <a:lnTo>
                    <a:pt x="28852" y="139660"/>
                  </a:lnTo>
                  <a:lnTo>
                    <a:pt x="27845" y="138495"/>
                  </a:lnTo>
                  <a:lnTo>
                    <a:pt x="27083" y="137602"/>
                  </a:lnTo>
                  <a:lnTo>
                    <a:pt x="26477" y="136871"/>
                  </a:lnTo>
                  <a:lnTo>
                    <a:pt x="25943" y="136192"/>
                  </a:lnTo>
                  <a:lnTo>
                    <a:pt x="25393" y="135455"/>
                  </a:lnTo>
                  <a:lnTo>
                    <a:pt x="24741" y="134549"/>
                  </a:lnTo>
                  <a:lnTo>
                    <a:pt x="23900" y="133364"/>
                  </a:lnTo>
                  <a:lnTo>
                    <a:pt x="22806" y="131832"/>
                  </a:lnTo>
                  <a:lnTo>
                    <a:pt x="21902" y="130596"/>
                  </a:lnTo>
                  <a:lnTo>
                    <a:pt x="21138" y="129614"/>
                  </a:lnTo>
                  <a:lnTo>
                    <a:pt x="20463" y="128841"/>
                  </a:lnTo>
                  <a:lnTo>
                    <a:pt x="19825" y="128237"/>
                  </a:lnTo>
                  <a:lnTo>
                    <a:pt x="19174" y="127757"/>
                  </a:lnTo>
                  <a:lnTo>
                    <a:pt x="18459" y="127359"/>
                  </a:lnTo>
                  <a:lnTo>
                    <a:pt x="17630" y="127001"/>
                  </a:lnTo>
                  <a:lnTo>
                    <a:pt x="16635" y="126639"/>
                  </a:lnTo>
                  <a:lnTo>
                    <a:pt x="15424" y="126231"/>
                  </a:lnTo>
                  <a:lnTo>
                    <a:pt x="14789" y="125298"/>
                  </a:lnTo>
                  <a:lnTo>
                    <a:pt x="14159" y="124361"/>
                  </a:lnTo>
                  <a:lnTo>
                    <a:pt x="13536" y="123420"/>
                  </a:lnTo>
                  <a:lnTo>
                    <a:pt x="12922" y="122472"/>
                  </a:lnTo>
                  <a:lnTo>
                    <a:pt x="12320" y="121518"/>
                  </a:lnTo>
                  <a:lnTo>
                    <a:pt x="11731" y="120555"/>
                  </a:lnTo>
                  <a:lnTo>
                    <a:pt x="10892" y="119375"/>
                  </a:lnTo>
                  <a:lnTo>
                    <a:pt x="10259" y="118546"/>
                  </a:lnTo>
                  <a:lnTo>
                    <a:pt x="9634" y="117848"/>
                  </a:lnTo>
                  <a:lnTo>
                    <a:pt x="8820" y="117060"/>
                  </a:lnTo>
                  <a:lnTo>
                    <a:pt x="7619" y="115961"/>
                  </a:lnTo>
                  <a:lnTo>
                    <a:pt x="6703" y="115103"/>
                  </a:lnTo>
                  <a:lnTo>
                    <a:pt x="5850" y="114274"/>
                  </a:lnTo>
                  <a:lnTo>
                    <a:pt x="5059" y="113463"/>
                  </a:lnTo>
                  <a:lnTo>
                    <a:pt x="4328" y="112662"/>
                  </a:lnTo>
                  <a:lnTo>
                    <a:pt x="3657" y="111859"/>
                  </a:lnTo>
                  <a:lnTo>
                    <a:pt x="3042" y="111046"/>
                  </a:lnTo>
                  <a:lnTo>
                    <a:pt x="2483" y="110212"/>
                  </a:lnTo>
                  <a:lnTo>
                    <a:pt x="1978" y="109348"/>
                  </a:lnTo>
                  <a:lnTo>
                    <a:pt x="1526" y="108443"/>
                  </a:lnTo>
                  <a:lnTo>
                    <a:pt x="1125" y="107488"/>
                  </a:lnTo>
                  <a:lnTo>
                    <a:pt x="774" y="106474"/>
                  </a:lnTo>
                  <a:lnTo>
                    <a:pt x="470" y="105390"/>
                  </a:lnTo>
                  <a:lnTo>
                    <a:pt x="214" y="104226"/>
                  </a:lnTo>
                  <a:lnTo>
                    <a:pt x="2" y="102972"/>
                  </a:lnTo>
                  <a:lnTo>
                    <a:pt x="0" y="101888"/>
                  </a:lnTo>
                  <a:lnTo>
                    <a:pt x="6" y="100807"/>
                  </a:lnTo>
                  <a:lnTo>
                    <a:pt x="18" y="99727"/>
                  </a:lnTo>
                  <a:lnTo>
                    <a:pt x="37" y="98648"/>
                  </a:lnTo>
                  <a:lnTo>
                    <a:pt x="63" y="97571"/>
                  </a:lnTo>
                  <a:lnTo>
                    <a:pt x="96" y="96495"/>
                  </a:lnTo>
                  <a:lnTo>
                    <a:pt x="137" y="95419"/>
                  </a:lnTo>
                  <a:lnTo>
                    <a:pt x="185" y="94342"/>
                  </a:lnTo>
                  <a:lnTo>
                    <a:pt x="241" y="93266"/>
                  </a:lnTo>
                  <a:lnTo>
                    <a:pt x="304" y="92188"/>
                  </a:lnTo>
                  <a:lnTo>
                    <a:pt x="375" y="91109"/>
                  </a:lnTo>
                  <a:lnTo>
                    <a:pt x="454" y="90028"/>
                  </a:lnTo>
                  <a:lnTo>
                    <a:pt x="526" y="88981"/>
                  </a:lnTo>
                  <a:lnTo>
                    <a:pt x="589" y="87934"/>
                  </a:lnTo>
                  <a:lnTo>
                    <a:pt x="644" y="86887"/>
                  </a:lnTo>
                  <a:lnTo>
                    <a:pt x="694" y="85841"/>
                  </a:lnTo>
                  <a:lnTo>
                    <a:pt x="738" y="84794"/>
                  </a:lnTo>
                  <a:lnTo>
                    <a:pt x="777" y="83746"/>
                  </a:lnTo>
                  <a:lnTo>
                    <a:pt x="813" y="82698"/>
                  </a:lnTo>
                  <a:lnTo>
                    <a:pt x="847" y="81649"/>
                  </a:lnTo>
                  <a:lnTo>
                    <a:pt x="944" y="79221"/>
                  </a:lnTo>
                  <a:lnTo>
                    <a:pt x="1033" y="77091"/>
                  </a:lnTo>
                  <a:lnTo>
                    <a:pt x="1118" y="75236"/>
                  </a:lnTo>
                  <a:lnTo>
                    <a:pt x="1204" y="73629"/>
                  </a:lnTo>
                  <a:lnTo>
                    <a:pt x="1296" y="72246"/>
                  </a:lnTo>
                  <a:lnTo>
                    <a:pt x="1398" y="71063"/>
                  </a:lnTo>
                  <a:lnTo>
                    <a:pt x="1515" y="70055"/>
                  </a:lnTo>
                  <a:lnTo>
                    <a:pt x="1650" y="69197"/>
                  </a:lnTo>
                  <a:lnTo>
                    <a:pt x="1810" y="68464"/>
                  </a:lnTo>
                  <a:lnTo>
                    <a:pt x="1998" y="67832"/>
                  </a:lnTo>
                  <a:lnTo>
                    <a:pt x="2219" y="67276"/>
                  </a:lnTo>
                  <a:lnTo>
                    <a:pt x="2478" y="66771"/>
                  </a:lnTo>
                  <a:lnTo>
                    <a:pt x="2779" y="66292"/>
                  </a:lnTo>
                  <a:lnTo>
                    <a:pt x="3127" y="65815"/>
                  </a:lnTo>
                  <a:lnTo>
                    <a:pt x="3527" y="65315"/>
                  </a:lnTo>
                  <a:lnTo>
                    <a:pt x="3982" y="64767"/>
                  </a:lnTo>
                  <a:lnTo>
                    <a:pt x="4995" y="63948"/>
                  </a:lnTo>
                  <a:lnTo>
                    <a:pt x="6023" y="63116"/>
                  </a:lnTo>
                  <a:lnTo>
                    <a:pt x="6479" y="62000"/>
                  </a:lnTo>
                  <a:lnTo>
                    <a:pt x="6931" y="60882"/>
                  </a:lnTo>
                  <a:lnTo>
                    <a:pt x="7380" y="59764"/>
                  </a:lnTo>
                  <a:lnTo>
                    <a:pt x="7826" y="58644"/>
                  </a:lnTo>
                  <a:lnTo>
                    <a:pt x="8269" y="57523"/>
                  </a:lnTo>
                  <a:lnTo>
                    <a:pt x="8709" y="56401"/>
                  </a:lnTo>
                  <a:lnTo>
                    <a:pt x="9567" y="55083"/>
                  </a:lnTo>
                  <a:lnTo>
                    <a:pt x="10201" y="54132"/>
                  </a:lnTo>
                  <a:lnTo>
                    <a:pt x="10723" y="53401"/>
                  </a:lnTo>
                  <a:lnTo>
                    <a:pt x="11246" y="52740"/>
                  </a:lnTo>
                  <a:lnTo>
                    <a:pt x="11880" y="51999"/>
                  </a:lnTo>
                  <a:lnTo>
                    <a:pt x="12738" y="51030"/>
                  </a:lnTo>
                  <a:lnTo>
                    <a:pt x="14071" y="51030"/>
                  </a:lnTo>
                  <a:lnTo>
                    <a:pt x="15424" y="51030"/>
                  </a:lnTo>
                  <a:lnTo>
                    <a:pt x="15562" y="50004"/>
                  </a:lnTo>
                  <a:lnTo>
                    <a:pt x="15701" y="48971"/>
                  </a:lnTo>
                  <a:lnTo>
                    <a:pt x="15843" y="47925"/>
                  </a:lnTo>
                  <a:lnTo>
                    <a:pt x="16179" y="46668"/>
                  </a:lnTo>
                  <a:lnTo>
                    <a:pt x="16509" y="45602"/>
                  </a:lnTo>
                  <a:lnTo>
                    <a:pt x="16858" y="44689"/>
                  </a:lnTo>
                  <a:lnTo>
                    <a:pt x="17251" y="43889"/>
                  </a:lnTo>
                  <a:lnTo>
                    <a:pt x="17715" y="43167"/>
                  </a:lnTo>
                  <a:lnTo>
                    <a:pt x="18275" y="42484"/>
                  </a:lnTo>
                  <a:lnTo>
                    <a:pt x="18958" y="41801"/>
                  </a:lnTo>
                  <a:lnTo>
                    <a:pt x="19789" y="41081"/>
                  </a:lnTo>
                  <a:lnTo>
                    <a:pt x="20795" y="40287"/>
                  </a:lnTo>
                  <a:lnTo>
                    <a:pt x="21765" y="39725"/>
                  </a:lnTo>
                  <a:lnTo>
                    <a:pt x="22736" y="39168"/>
                  </a:lnTo>
                  <a:lnTo>
                    <a:pt x="23710" y="38614"/>
                  </a:lnTo>
                  <a:lnTo>
                    <a:pt x="24686" y="38064"/>
                  </a:lnTo>
                  <a:lnTo>
                    <a:pt x="25663" y="37518"/>
                  </a:lnTo>
                  <a:lnTo>
                    <a:pt x="27345" y="36546"/>
                  </a:lnTo>
                  <a:lnTo>
                    <a:pt x="28575" y="35801"/>
                  </a:lnTo>
                  <a:lnTo>
                    <a:pt x="29455" y="35189"/>
                  </a:lnTo>
                  <a:lnTo>
                    <a:pt x="30089" y="34619"/>
                  </a:lnTo>
                  <a:lnTo>
                    <a:pt x="30579" y="33997"/>
                  </a:lnTo>
                  <a:lnTo>
                    <a:pt x="31028" y="33231"/>
                  </a:lnTo>
                  <a:lnTo>
                    <a:pt x="31538" y="32229"/>
                  </a:lnTo>
                  <a:lnTo>
                    <a:pt x="32728" y="31803"/>
                  </a:lnTo>
                  <a:lnTo>
                    <a:pt x="33628" y="31490"/>
                  </a:lnTo>
                  <a:lnTo>
                    <a:pt x="34414" y="31237"/>
                  </a:lnTo>
                  <a:lnTo>
                    <a:pt x="35260" y="30989"/>
                  </a:lnTo>
                  <a:lnTo>
                    <a:pt x="36342" y="30694"/>
                  </a:lnTo>
                  <a:lnTo>
                    <a:pt x="37834" y="30298"/>
                  </a:lnTo>
                  <a:lnTo>
                    <a:pt x="38930" y="29989"/>
                  </a:lnTo>
                  <a:lnTo>
                    <a:pt x="39986" y="29680"/>
                  </a:lnTo>
                  <a:lnTo>
                    <a:pt x="41010" y="29366"/>
                  </a:lnTo>
                  <a:lnTo>
                    <a:pt x="42008" y="29041"/>
                  </a:lnTo>
                  <a:lnTo>
                    <a:pt x="42987" y="28699"/>
                  </a:lnTo>
                  <a:lnTo>
                    <a:pt x="43952" y="28337"/>
                  </a:lnTo>
                  <a:lnTo>
                    <a:pt x="44912" y="27947"/>
                  </a:lnTo>
                  <a:lnTo>
                    <a:pt x="45873" y="27526"/>
                  </a:lnTo>
                  <a:lnTo>
                    <a:pt x="46842" y="27068"/>
                  </a:lnTo>
                  <a:lnTo>
                    <a:pt x="47824" y="26567"/>
                  </a:lnTo>
                  <a:lnTo>
                    <a:pt x="48828" y="26018"/>
                  </a:lnTo>
                  <a:lnTo>
                    <a:pt x="49858" y="25589"/>
                  </a:lnTo>
                  <a:lnTo>
                    <a:pt x="50892" y="25205"/>
                  </a:lnTo>
                  <a:lnTo>
                    <a:pt x="51931" y="24863"/>
                  </a:lnTo>
                  <a:lnTo>
                    <a:pt x="52973" y="24561"/>
                  </a:lnTo>
                  <a:lnTo>
                    <a:pt x="54020" y="24294"/>
                  </a:lnTo>
                  <a:lnTo>
                    <a:pt x="55071" y="24062"/>
                  </a:lnTo>
                  <a:lnTo>
                    <a:pt x="56126" y="23860"/>
                  </a:lnTo>
                  <a:lnTo>
                    <a:pt x="57186" y="23687"/>
                  </a:lnTo>
                  <a:lnTo>
                    <a:pt x="58250" y="23539"/>
                  </a:lnTo>
                  <a:lnTo>
                    <a:pt x="59318" y="23413"/>
                  </a:lnTo>
                  <a:lnTo>
                    <a:pt x="60391" y="23307"/>
                  </a:lnTo>
                  <a:lnTo>
                    <a:pt x="61468" y="23217"/>
                  </a:lnTo>
                  <a:lnTo>
                    <a:pt x="62550" y="23142"/>
                  </a:lnTo>
                  <a:lnTo>
                    <a:pt x="63637" y="23078"/>
                  </a:lnTo>
                  <a:lnTo>
                    <a:pt x="64728" y="23023"/>
                  </a:lnTo>
                  <a:lnTo>
                    <a:pt x="65823" y="22973"/>
                  </a:lnTo>
                  <a:lnTo>
                    <a:pt x="66924" y="22926"/>
                  </a:lnTo>
                  <a:lnTo>
                    <a:pt x="68029" y="22879"/>
                  </a:lnTo>
                  <a:lnTo>
                    <a:pt x="69139" y="22829"/>
                  </a:lnTo>
                  <a:lnTo>
                    <a:pt x="69139" y="21496"/>
                  </a:lnTo>
                  <a:lnTo>
                    <a:pt x="69139" y="20143"/>
                  </a:lnTo>
                  <a:lnTo>
                    <a:pt x="70203" y="20143"/>
                  </a:lnTo>
                  <a:lnTo>
                    <a:pt x="71269" y="20143"/>
                  </a:lnTo>
                  <a:lnTo>
                    <a:pt x="72341" y="20143"/>
                  </a:lnTo>
                  <a:lnTo>
                    <a:pt x="73421" y="20143"/>
                  </a:lnTo>
                  <a:lnTo>
                    <a:pt x="74510" y="20143"/>
                  </a:lnTo>
                  <a:lnTo>
                    <a:pt x="74510" y="18811"/>
                  </a:lnTo>
                  <a:lnTo>
                    <a:pt x="74510" y="17458"/>
                  </a:lnTo>
                  <a:lnTo>
                    <a:pt x="75474" y="16955"/>
                  </a:lnTo>
                  <a:lnTo>
                    <a:pt x="76446" y="16483"/>
                  </a:lnTo>
                  <a:lnTo>
                    <a:pt x="77425" y="16039"/>
                  </a:lnTo>
                  <a:lnTo>
                    <a:pt x="78412" y="15624"/>
                  </a:lnTo>
                  <a:lnTo>
                    <a:pt x="79406" y="15235"/>
                  </a:lnTo>
                  <a:lnTo>
                    <a:pt x="80406" y="14873"/>
                  </a:lnTo>
                  <a:lnTo>
                    <a:pt x="81413" y="14535"/>
                  </a:lnTo>
                  <a:lnTo>
                    <a:pt x="82427" y="14221"/>
                  </a:lnTo>
                  <a:lnTo>
                    <a:pt x="83446" y="13930"/>
                  </a:lnTo>
                  <a:lnTo>
                    <a:pt x="84470" y="13661"/>
                  </a:lnTo>
                  <a:lnTo>
                    <a:pt x="85500" y="13413"/>
                  </a:lnTo>
                  <a:lnTo>
                    <a:pt x="86535" y="13185"/>
                  </a:lnTo>
                  <a:lnTo>
                    <a:pt x="87574" y="12976"/>
                  </a:lnTo>
                  <a:lnTo>
                    <a:pt x="88618" y="12785"/>
                  </a:lnTo>
                  <a:lnTo>
                    <a:pt x="89665" y="12610"/>
                  </a:lnTo>
                  <a:lnTo>
                    <a:pt x="90717" y="12452"/>
                  </a:lnTo>
                  <a:lnTo>
                    <a:pt x="91771" y="12308"/>
                  </a:lnTo>
                  <a:lnTo>
                    <a:pt x="92829" y="12178"/>
                  </a:lnTo>
                  <a:lnTo>
                    <a:pt x="93890" y="12061"/>
                  </a:lnTo>
                  <a:lnTo>
                    <a:pt x="94953" y="11956"/>
                  </a:lnTo>
                  <a:lnTo>
                    <a:pt x="96019" y="11861"/>
                  </a:lnTo>
                  <a:lnTo>
                    <a:pt x="97086" y="11777"/>
                  </a:lnTo>
                  <a:lnTo>
                    <a:pt x="98155" y="11701"/>
                  </a:lnTo>
                  <a:lnTo>
                    <a:pt x="99225" y="11633"/>
                  </a:lnTo>
                  <a:lnTo>
                    <a:pt x="100296" y="11572"/>
                  </a:lnTo>
                  <a:lnTo>
                    <a:pt x="101368" y="11516"/>
                  </a:lnTo>
                  <a:lnTo>
                    <a:pt x="102440" y="11465"/>
                  </a:lnTo>
                  <a:lnTo>
                    <a:pt x="103512" y="11419"/>
                  </a:lnTo>
                  <a:lnTo>
                    <a:pt x="104584" y="11374"/>
                  </a:lnTo>
                  <a:lnTo>
                    <a:pt x="105656" y="11332"/>
                  </a:lnTo>
                  <a:lnTo>
                    <a:pt x="106726" y="11290"/>
                  </a:lnTo>
                  <a:lnTo>
                    <a:pt x="107796" y="11248"/>
                  </a:lnTo>
                  <a:lnTo>
                    <a:pt x="108864" y="11205"/>
                  </a:lnTo>
                  <a:lnTo>
                    <a:pt x="110573" y="11030"/>
                  </a:lnTo>
                  <a:lnTo>
                    <a:pt x="111855" y="10882"/>
                  </a:lnTo>
                  <a:lnTo>
                    <a:pt x="112846" y="10729"/>
                  </a:lnTo>
                  <a:lnTo>
                    <a:pt x="113681" y="10541"/>
                  </a:lnTo>
                  <a:lnTo>
                    <a:pt x="114495" y="10288"/>
                  </a:lnTo>
                  <a:lnTo>
                    <a:pt x="115425" y="9939"/>
                  </a:lnTo>
                  <a:lnTo>
                    <a:pt x="116604" y="9465"/>
                  </a:lnTo>
                  <a:lnTo>
                    <a:pt x="117562" y="9098"/>
                  </a:lnTo>
                  <a:lnTo>
                    <a:pt x="118527" y="8750"/>
                  </a:lnTo>
                  <a:lnTo>
                    <a:pt x="119499" y="8420"/>
                  </a:lnTo>
                  <a:lnTo>
                    <a:pt x="120479" y="8108"/>
                  </a:lnTo>
                  <a:lnTo>
                    <a:pt x="121466" y="7814"/>
                  </a:lnTo>
                  <a:lnTo>
                    <a:pt x="122459" y="7537"/>
                  </a:lnTo>
                  <a:lnTo>
                    <a:pt x="123459" y="7276"/>
                  </a:lnTo>
                  <a:lnTo>
                    <a:pt x="124465" y="7031"/>
                  </a:lnTo>
                  <a:lnTo>
                    <a:pt x="125476" y="6802"/>
                  </a:lnTo>
                  <a:lnTo>
                    <a:pt x="126494" y="6587"/>
                  </a:lnTo>
                  <a:lnTo>
                    <a:pt x="127517" y="6388"/>
                  </a:lnTo>
                  <a:lnTo>
                    <a:pt x="128544" y="6202"/>
                  </a:lnTo>
                  <a:lnTo>
                    <a:pt x="129577" y="6031"/>
                  </a:lnTo>
                  <a:lnTo>
                    <a:pt x="130614" y="5872"/>
                  </a:lnTo>
                  <a:lnTo>
                    <a:pt x="131655" y="5727"/>
                  </a:lnTo>
                  <a:lnTo>
                    <a:pt x="132700" y="5594"/>
                  </a:lnTo>
                  <a:lnTo>
                    <a:pt x="133748" y="5472"/>
                  </a:lnTo>
                  <a:lnTo>
                    <a:pt x="134800" y="5362"/>
                  </a:lnTo>
                  <a:lnTo>
                    <a:pt x="135856" y="5263"/>
                  </a:lnTo>
                  <a:lnTo>
                    <a:pt x="136913" y="5175"/>
                  </a:lnTo>
                  <a:lnTo>
                    <a:pt x="137974" y="5096"/>
                  </a:lnTo>
                  <a:lnTo>
                    <a:pt x="139037" y="5028"/>
                  </a:lnTo>
                  <a:lnTo>
                    <a:pt x="140101" y="4968"/>
                  </a:lnTo>
                  <a:lnTo>
                    <a:pt x="141168" y="4917"/>
                  </a:lnTo>
                  <a:lnTo>
                    <a:pt x="142236" y="4874"/>
                  </a:lnTo>
                  <a:lnTo>
                    <a:pt x="143305" y="4838"/>
                  </a:lnTo>
                  <a:lnTo>
                    <a:pt x="144374" y="4810"/>
                  </a:lnTo>
                  <a:lnTo>
                    <a:pt x="145445" y="4789"/>
                  </a:lnTo>
                  <a:lnTo>
                    <a:pt x="146516" y="4774"/>
                  </a:lnTo>
                  <a:lnTo>
                    <a:pt x="147586" y="4765"/>
                  </a:lnTo>
                  <a:lnTo>
                    <a:pt x="148657" y="4761"/>
                  </a:lnTo>
                  <a:lnTo>
                    <a:pt x="149727" y="4763"/>
                  </a:lnTo>
                  <a:lnTo>
                    <a:pt x="150796" y="4768"/>
                  </a:lnTo>
                  <a:lnTo>
                    <a:pt x="151865" y="4778"/>
                  </a:lnTo>
                  <a:lnTo>
                    <a:pt x="152931" y="4791"/>
                  </a:lnTo>
                  <a:lnTo>
                    <a:pt x="153997" y="4808"/>
                  </a:lnTo>
                  <a:lnTo>
                    <a:pt x="155060" y="4827"/>
                  </a:lnTo>
                  <a:lnTo>
                    <a:pt x="156121" y="4848"/>
                  </a:lnTo>
                  <a:lnTo>
                    <a:pt x="157180" y="4871"/>
                  </a:lnTo>
                  <a:lnTo>
                    <a:pt x="158236" y="4895"/>
                  </a:lnTo>
                  <a:lnTo>
                    <a:pt x="159289" y="4920"/>
                  </a:lnTo>
                  <a:lnTo>
                    <a:pt x="160339" y="4945"/>
                  </a:lnTo>
                  <a:lnTo>
                    <a:pt x="161385" y="4970"/>
                  </a:lnTo>
                  <a:lnTo>
                    <a:pt x="162427" y="4995"/>
                  </a:lnTo>
                  <a:lnTo>
                    <a:pt x="163466" y="5018"/>
                  </a:lnTo>
                  <a:lnTo>
                    <a:pt x="164499" y="5040"/>
                  </a:lnTo>
                  <a:lnTo>
                    <a:pt x="165529" y="5060"/>
                  </a:lnTo>
                  <a:lnTo>
                    <a:pt x="166553" y="5077"/>
                  </a:lnTo>
                  <a:lnTo>
                    <a:pt x="167572" y="5091"/>
                  </a:lnTo>
                  <a:lnTo>
                    <a:pt x="168585" y="5103"/>
                  </a:lnTo>
                  <a:lnTo>
                    <a:pt x="169593" y="5110"/>
                  </a:lnTo>
                  <a:lnTo>
                    <a:pt x="170690" y="5111"/>
                  </a:lnTo>
                  <a:lnTo>
                    <a:pt x="171786" y="5113"/>
                  </a:lnTo>
                  <a:lnTo>
                    <a:pt x="172882" y="5114"/>
                  </a:lnTo>
                  <a:lnTo>
                    <a:pt x="173978" y="5116"/>
                  </a:lnTo>
                  <a:lnTo>
                    <a:pt x="175075" y="5117"/>
                  </a:lnTo>
                  <a:lnTo>
                    <a:pt x="176171" y="5118"/>
                  </a:lnTo>
                  <a:lnTo>
                    <a:pt x="177267" y="5119"/>
                  </a:lnTo>
                  <a:lnTo>
                    <a:pt x="178364" y="5121"/>
                  </a:lnTo>
                  <a:lnTo>
                    <a:pt x="179405" y="5122"/>
                  </a:lnTo>
                  <a:lnTo>
                    <a:pt x="180446" y="5124"/>
                  </a:lnTo>
                  <a:lnTo>
                    <a:pt x="181487" y="5126"/>
                  </a:lnTo>
                  <a:lnTo>
                    <a:pt x="182528" y="5128"/>
                  </a:lnTo>
                  <a:lnTo>
                    <a:pt x="183569" y="5130"/>
                  </a:lnTo>
                  <a:lnTo>
                    <a:pt x="184610" y="5132"/>
                  </a:lnTo>
                  <a:lnTo>
                    <a:pt x="185651" y="5135"/>
                  </a:lnTo>
                  <a:lnTo>
                    <a:pt x="186692" y="5138"/>
                  </a:lnTo>
                  <a:lnTo>
                    <a:pt x="187733" y="5140"/>
                  </a:lnTo>
                  <a:lnTo>
                    <a:pt x="188774" y="5143"/>
                  </a:lnTo>
                  <a:lnTo>
                    <a:pt x="189815" y="5147"/>
                  </a:lnTo>
                  <a:lnTo>
                    <a:pt x="190856" y="5150"/>
                  </a:lnTo>
                  <a:lnTo>
                    <a:pt x="191897" y="5153"/>
                  </a:lnTo>
                  <a:lnTo>
                    <a:pt x="192938" y="5157"/>
                  </a:lnTo>
                  <a:lnTo>
                    <a:pt x="193979" y="5160"/>
                  </a:lnTo>
                  <a:lnTo>
                    <a:pt x="195020" y="5164"/>
                  </a:lnTo>
                  <a:lnTo>
                    <a:pt x="196061" y="5168"/>
                  </a:lnTo>
                  <a:lnTo>
                    <a:pt x="197102" y="5171"/>
                  </a:lnTo>
                  <a:lnTo>
                    <a:pt x="198142" y="5175"/>
                  </a:lnTo>
                  <a:lnTo>
                    <a:pt x="199183" y="5179"/>
                  </a:lnTo>
                  <a:lnTo>
                    <a:pt x="200224" y="5183"/>
                  </a:lnTo>
                  <a:lnTo>
                    <a:pt x="201265" y="5188"/>
                  </a:lnTo>
                  <a:lnTo>
                    <a:pt x="202331" y="5191"/>
                  </a:lnTo>
                  <a:lnTo>
                    <a:pt x="203396" y="5195"/>
                  </a:lnTo>
                  <a:lnTo>
                    <a:pt x="204462" y="5198"/>
                  </a:lnTo>
                  <a:lnTo>
                    <a:pt x="205528" y="5201"/>
                  </a:lnTo>
                  <a:lnTo>
                    <a:pt x="206593" y="5204"/>
                  </a:lnTo>
                  <a:lnTo>
                    <a:pt x="207659" y="5207"/>
                  </a:lnTo>
                  <a:lnTo>
                    <a:pt x="208724" y="5209"/>
                  </a:lnTo>
                  <a:lnTo>
                    <a:pt x="209790" y="5212"/>
                  </a:lnTo>
                  <a:lnTo>
                    <a:pt x="210856" y="5214"/>
                  </a:lnTo>
                  <a:lnTo>
                    <a:pt x="211921" y="5217"/>
                  </a:lnTo>
                  <a:lnTo>
                    <a:pt x="212987" y="5219"/>
                  </a:lnTo>
                  <a:lnTo>
                    <a:pt x="214053" y="5221"/>
                  </a:lnTo>
                  <a:lnTo>
                    <a:pt x="215118" y="5223"/>
                  </a:lnTo>
                  <a:lnTo>
                    <a:pt x="216184" y="5225"/>
                  </a:lnTo>
                  <a:lnTo>
                    <a:pt x="217250" y="5227"/>
                  </a:lnTo>
                  <a:lnTo>
                    <a:pt x="218315" y="5229"/>
                  </a:lnTo>
                  <a:lnTo>
                    <a:pt x="219381" y="5231"/>
                  </a:lnTo>
                  <a:lnTo>
                    <a:pt x="220447" y="5233"/>
                  </a:lnTo>
                  <a:lnTo>
                    <a:pt x="221512" y="5235"/>
                  </a:lnTo>
                  <a:lnTo>
                    <a:pt x="222578" y="5236"/>
                  </a:lnTo>
                  <a:lnTo>
                    <a:pt x="223644" y="5238"/>
                  </a:lnTo>
                  <a:lnTo>
                    <a:pt x="224709" y="5240"/>
                  </a:lnTo>
                  <a:lnTo>
                    <a:pt x="225751" y="5242"/>
                  </a:lnTo>
                  <a:lnTo>
                    <a:pt x="226794" y="5244"/>
                  </a:lnTo>
                  <a:lnTo>
                    <a:pt x="227836" y="5246"/>
                  </a:lnTo>
                  <a:lnTo>
                    <a:pt x="228878" y="5248"/>
                  </a:lnTo>
                  <a:lnTo>
                    <a:pt x="229921" y="5251"/>
                  </a:lnTo>
                  <a:lnTo>
                    <a:pt x="230963" y="5253"/>
                  </a:lnTo>
                  <a:lnTo>
                    <a:pt x="232005" y="5255"/>
                  </a:lnTo>
                  <a:lnTo>
                    <a:pt x="233048" y="5258"/>
                  </a:lnTo>
                  <a:lnTo>
                    <a:pt x="234090" y="5260"/>
                  </a:lnTo>
                  <a:lnTo>
                    <a:pt x="235132" y="5263"/>
                  </a:lnTo>
                  <a:lnTo>
                    <a:pt x="236175" y="5265"/>
                  </a:lnTo>
                  <a:lnTo>
                    <a:pt x="237217" y="5268"/>
                  </a:lnTo>
                  <a:lnTo>
                    <a:pt x="238259" y="5270"/>
                  </a:lnTo>
                  <a:lnTo>
                    <a:pt x="239302" y="5273"/>
                  </a:lnTo>
                  <a:lnTo>
                    <a:pt x="240344" y="5276"/>
                  </a:lnTo>
                  <a:lnTo>
                    <a:pt x="241386" y="5278"/>
                  </a:lnTo>
                  <a:lnTo>
                    <a:pt x="242429" y="5281"/>
                  </a:lnTo>
                  <a:lnTo>
                    <a:pt x="243471" y="5284"/>
                  </a:lnTo>
                  <a:lnTo>
                    <a:pt x="244513" y="5287"/>
                  </a:lnTo>
                  <a:lnTo>
                    <a:pt x="245556" y="5290"/>
                  </a:lnTo>
                  <a:lnTo>
                    <a:pt x="246598" y="5293"/>
                  </a:lnTo>
                  <a:lnTo>
                    <a:pt x="247640" y="5296"/>
                  </a:lnTo>
                  <a:lnTo>
                    <a:pt x="248683" y="5299"/>
                  </a:lnTo>
                  <a:lnTo>
                    <a:pt x="249725" y="5302"/>
                  </a:lnTo>
                  <a:lnTo>
                    <a:pt x="250767" y="5305"/>
                  </a:lnTo>
                  <a:lnTo>
                    <a:pt x="251810" y="5308"/>
                  </a:lnTo>
                  <a:lnTo>
                    <a:pt x="252852" y="5311"/>
                  </a:lnTo>
                  <a:lnTo>
                    <a:pt x="253894" y="5315"/>
                  </a:lnTo>
                  <a:lnTo>
                    <a:pt x="254936" y="5318"/>
                  </a:lnTo>
                  <a:lnTo>
                    <a:pt x="255979" y="5321"/>
                  </a:lnTo>
                  <a:lnTo>
                    <a:pt x="257021" y="5325"/>
                  </a:lnTo>
                  <a:lnTo>
                    <a:pt x="258063" y="5328"/>
                  </a:lnTo>
                  <a:lnTo>
                    <a:pt x="259106" y="5331"/>
                  </a:lnTo>
                  <a:lnTo>
                    <a:pt x="260148" y="5335"/>
                  </a:lnTo>
                  <a:lnTo>
                    <a:pt x="261190" y="5338"/>
                  </a:lnTo>
                  <a:lnTo>
                    <a:pt x="262233" y="5342"/>
                  </a:lnTo>
                  <a:lnTo>
                    <a:pt x="263275" y="5346"/>
                  </a:lnTo>
                  <a:lnTo>
                    <a:pt x="264317" y="5349"/>
                  </a:lnTo>
                  <a:lnTo>
                    <a:pt x="265360" y="5353"/>
                  </a:lnTo>
                  <a:lnTo>
                    <a:pt x="266402" y="5357"/>
                  </a:lnTo>
                  <a:lnTo>
                    <a:pt x="267444" y="5360"/>
                  </a:lnTo>
                  <a:lnTo>
                    <a:pt x="268487" y="5364"/>
                  </a:lnTo>
                  <a:lnTo>
                    <a:pt x="269529" y="5368"/>
                  </a:lnTo>
                  <a:lnTo>
                    <a:pt x="270571" y="5372"/>
                  </a:lnTo>
                  <a:lnTo>
                    <a:pt x="270571" y="6704"/>
                  </a:lnTo>
                  <a:lnTo>
                    <a:pt x="270571" y="8057"/>
                  </a:lnTo>
                  <a:lnTo>
                    <a:pt x="271654" y="8032"/>
                  </a:lnTo>
                  <a:lnTo>
                    <a:pt x="272736" y="8007"/>
                  </a:lnTo>
                  <a:lnTo>
                    <a:pt x="273819" y="7981"/>
                  </a:lnTo>
                  <a:lnTo>
                    <a:pt x="274901" y="7956"/>
                  </a:lnTo>
                  <a:lnTo>
                    <a:pt x="275983" y="7930"/>
                  </a:lnTo>
                  <a:lnTo>
                    <a:pt x="277066" y="7904"/>
                  </a:lnTo>
                  <a:lnTo>
                    <a:pt x="278148" y="7878"/>
                  </a:lnTo>
                  <a:lnTo>
                    <a:pt x="279230" y="7852"/>
                  </a:lnTo>
                  <a:lnTo>
                    <a:pt x="280313" y="7826"/>
                  </a:lnTo>
                  <a:lnTo>
                    <a:pt x="281395" y="7799"/>
                  </a:lnTo>
                  <a:lnTo>
                    <a:pt x="282477" y="7773"/>
                  </a:lnTo>
                  <a:lnTo>
                    <a:pt x="283560" y="7747"/>
                  </a:lnTo>
                  <a:lnTo>
                    <a:pt x="284642" y="7720"/>
                  </a:lnTo>
                  <a:lnTo>
                    <a:pt x="285724" y="7693"/>
                  </a:lnTo>
                  <a:lnTo>
                    <a:pt x="286807" y="7666"/>
                  </a:lnTo>
                  <a:lnTo>
                    <a:pt x="287889" y="7639"/>
                  </a:lnTo>
                  <a:lnTo>
                    <a:pt x="288971" y="7612"/>
                  </a:lnTo>
                  <a:lnTo>
                    <a:pt x="290054" y="7585"/>
                  </a:lnTo>
                  <a:lnTo>
                    <a:pt x="291136" y="7558"/>
                  </a:lnTo>
                  <a:lnTo>
                    <a:pt x="292300" y="7529"/>
                  </a:lnTo>
                  <a:lnTo>
                    <a:pt x="293463" y="7501"/>
                  </a:lnTo>
                  <a:lnTo>
                    <a:pt x="294627" y="7472"/>
                  </a:lnTo>
                  <a:lnTo>
                    <a:pt x="295791" y="7445"/>
                  </a:lnTo>
                  <a:lnTo>
                    <a:pt x="296954" y="7417"/>
                  </a:lnTo>
                  <a:lnTo>
                    <a:pt x="298118" y="7390"/>
                  </a:lnTo>
                  <a:lnTo>
                    <a:pt x="299239" y="7363"/>
                  </a:lnTo>
                  <a:lnTo>
                    <a:pt x="300360" y="7336"/>
                  </a:lnTo>
                  <a:lnTo>
                    <a:pt x="301482" y="7309"/>
                  </a:lnTo>
                  <a:lnTo>
                    <a:pt x="302603" y="7281"/>
                  </a:lnTo>
                  <a:lnTo>
                    <a:pt x="303724" y="7253"/>
                  </a:lnTo>
                  <a:lnTo>
                    <a:pt x="304845" y="7225"/>
                  </a:lnTo>
                  <a:lnTo>
                    <a:pt x="305966" y="7197"/>
                  </a:lnTo>
                  <a:lnTo>
                    <a:pt x="307087" y="7168"/>
                  </a:lnTo>
                  <a:lnTo>
                    <a:pt x="308208" y="7139"/>
                  </a:lnTo>
                  <a:lnTo>
                    <a:pt x="308981" y="7122"/>
                  </a:lnTo>
                  <a:lnTo>
                    <a:pt x="311313" y="7072"/>
                  </a:lnTo>
                  <a:lnTo>
                    <a:pt x="312396" y="7039"/>
                  </a:lnTo>
                  <a:lnTo>
                    <a:pt x="313476" y="7000"/>
                  </a:lnTo>
                  <a:lnTo>
                    <a:pt x="314554" y="6954"/>
                  </a:lnTo>
                  <a:lnTo>
                    <a:pt x="315631" y="6901"/>
                  </a:lnTo>
                  <a:lnTo>
                    <a:pt x="316706" y="6842"/>
                  </a:lnTo>
                  <a:lnTo>
                    <a:pt x="317780" y="6777"/>
                  </a:lnTo>
                  <a:lnTo>
                    <a:pt x="318853" y="6706"/>
                  </a:lnTo>
                  <a:lnTo>
                    <a:pt x="319925" y="6629"/>
                  </a:lnTo>
                  <a:lnTo>
                    <a:pt x="320997" y="6546"/>
                  </a:lnTo>
                  <a:lnTo>
                    <a:pt x="322068" y="6457"/>
                  </a:lnTo>
                  <a:lnTo>
                    <a:pt x="323139" y="6362"/>
                  </a:lnTo>
                  <a:lnTo>
                    <a:pt x="324211" y="6262"/>
                  </a:lnTo>
                  <a:lnTo>
                    <a:pt x="325283" y="6157"/>
                  </a:lnTo>
                  <a:lnTo>
                    <a:pt x="326355" y="6046"/>
                  </a:lnTo>
                  <a:lnTo>
                    <a:pt x="327429" y="5930"/>
                  </a:lnTo>
                  <a:lnTo>
                    <a:pt x="328503" y="5809"/>
                  </a:lnTo>
                  <a:lnTo>
                    <a:pt x="329579" y="5683"/>
                  </a:lnTo>
                  <a:lnTo>
                    <a:pt x="330656" y="5568"/>
                  </a:lnTo>
                  <a:lnTo>
                    <a:pt x="331732" y="5465"/>
                  </a:lnTo>
                  <a:lnTo>
                    <a:pt x="332809" y="5373"/>
                  </a:lnTo>
                  <a:lnTo>
                    <a:pt x="333885" y="5290"/>
                  </a:lnTo>
                  <a:lnTo>
                    <a:pt x="334962" y="5217"/>
                  </a:lnTo>
                  <a:lnTo>
                    <a:pt x="336039" y="5151"/>
                  </a:lnTo>
                  <a:lnTo>
                    <a:pt x="337117" y="5092"/>
                  </a:lnTo>
                  <a:lnTo>
                    <a:pt x="338196" y="5039"/>
                  </a:lnTo>
                  <a:lnTo>
                    <a:pt x="339277" y="4991"/>
                  </a:lnTo>
                  <a:lnTo>
                    <a:pt x="340360" y="4947"/>
                  </a:lnTo>
                  <a:lnTo>
                    <a:pt x="341426" y="4905"/>
                  </a:lnTo>
                  <a:lnTo>
                    <a:pt x="342497" y="4862"/>
                  </a:lnTo>
                  <a:lnTo>
                    <a:pt x="343576" y="4819"/>
                  </a:lnTo>
                  <a:lnTo>
                    <a:pt x="344666" y="4775"/>
                  </a:lnTo>
                  <a:lnTo>
                    <a:pt x="345772" y="4736"/>
                  </a:lnTo>
                  <a:lnTo>
                    <a:pt x="346881" y="4697"/>
                  </a:lnTo>
                  <a:lnTo>
                    <a:pt x="347999" y="4657"/>
                  </a:lnTo>
                  <a:lnTo>
                    <a:pt x="349130" y="4617"/>
                  </a:lnTo>
                  <a:lnTo>
                    <a:pt x="350276" y="4574"/>
                  </a:lnTo>
                  <a:lnTo>
                    <a:pt x="351426" y="4531"/>
                  </a:lnTo>
                  <a:lnTo>
                    <a:pt x="352585" y="4488"/>
                  </a:lnTo>
                  <a:lnTo>
                    <a:pt x="353756" y="4444"/>
                  </a:lnTo>
                  <a:lnTo>
                    <a:pt x="354825" y="4407"/>
                  </a:lnTo>
                  <a:lnTo>
                    <a:pt x="355894" y="4372"/>
                  </a:lnTo>
                  <a:lnTo>
                    <a:pt x="356963" y="4338"/>
                  </a:lnTo>
                  <a:lnTo>
                    <a:pt x="358031" y="4305"/>
                  </a:lnTo>
                  <a:lnTo>
                    <a:pt x="359100" y="4274"/>
                  </a:lnTo>
                  <a:lnTo>
                    <a:pt x="360169" y="4245"/>
                  </a:lnTo>
                  <a:lnTo>
                    <a:pt x="361237" y="4217"/>
                  </a:lnTo>
                  <a:lnTo>
                    <a:pt x="362306" y="4191"/>
                  </a:lnTo>
                  <a:lnTo>
                    <a:pt x="363374" y="4166"/>
                  </a:lnTo>
                  <a:lnTo>
                    <a:pt x="364442" y="4142"/>
                  </a:lnTo>
                  <a:lnTo>
                    <a:pt x="365511" y="4120"/>
                  </a:lnTo>
                  <a:lnTo>
                    <a:pt x="366579" y="4100"/>
                  </a:lnTo>
                  <a:lnTo>
                    <a:pt x="367647" y="4081"/>
                  </a:lnTo>
                  <a:lnTo>
                    <a:pt x="368715" y="4063"/>
                  </a:lnTo>
                  <a:lnTo>
                    <a:pt x="369784" y="4047"/>
                  </a:lnTo>
                  <a:lnTo>
                    <a:pt x="370852" y="4033"/>
                  </a:lnTo>
                  <a:lnTo>
                    <a:pt x="371920" y="4020"/>
                  </a:lnTo>
                  <a:lnTo>
                    <a:pt x="372988" y="4008"/>
                  </a:lnTo>
                  <a:lnTo>
                    <a:pt x="374057" y="3998"/>
                  </a:lnTo>
                  <a:lnTo>
                    <a:pt x="375125" y="3990"/>
                  </a:lnTo>
                  <a:lnTo>
                    <a:pt x="376193" y="3983"/>
                  </a:lnTo>
                  <a:lnTo>
                    <a:pt x="377262" y="3977"/>
                  </a:lnTo>
                  <a:lnTo>
                    <a:pt x="378330" y="3973"/>
                  </a:lnTo>
                  <a:lnTo>
                    <a:pt x="379398" y="3971"/>
                  </a:lnTo>
                  <a:lnTo>
                    <a:pt x="380467" y="3970"/>
                  </a:lnTo>
                  <a:lnTo>
                    <a:pt x="381536" y="3970"/>
                  </a:lnTo>
                  <a:lnTo>
                    <a:pt x="382604" y="3972"/>
                  </a:lnTo>
                  <a:lnTo>
                    <a:pt x="383673" y="3976"/>
                  </a:lnTo>
                  <a:lnTo>
                    <a:pt x="384742" y="3981"/>
                  </a:lnTo>
                  <a:lnTo>
                    <a:pt x="385811" y="3987"/>
                  </a:lnTo>
                  <a:lnTo>
                    <a:pt x="386880" y="3995"/>
                  </a:lnTo>
                  <a:lnTo>
                    <a:pt x="387949" y="4005"/>
                  </a:lnTo>
                  <a:lnTo>
                    <a:pt x="389018" y="4016"/>
                  </a:lnTo>
                  <a:lnTo>
                    <a:pt x="390088" y="4029"/>
                  </a:lnTo>
                  <a:lnTo>
                    <a:pt x="390088" y="2696"/>
                  </a:lnTo>
                  <a:lnTo>
                    <a:pt x="390088" y="1343"/>
                  </a:lnTo>
                  <a:lnTo>
                    <a:pt x="391197" y="1347"/>
                  </a:lnTo>
                  <a:lnTo>
                    <a:pt x="392322" y="1352"/>
                  </a:lnTo>
                  <a:lnTo>
                    <a:pt x="393365" y="1356"/>
                  </a:lnTo>
                  <a:lnTo>
                    <a:pt x="394407" y="1360"/>
                  </a:lnTo>
                  <a:lnTo>
                    <a:pt x="395450" y="1364"/>
                  </a:lnTo>
                  <a:lnTo>
                    <a:pt x="396492" y="1368"/>
                  </a:lnTo>
                  <a:lnTo>
                    <a:pt x="397535" y="1371"/>
                  </a:lnTo>
                  <a:lnTo>
                    <a:pt x="398577" y="1375"/>
                  </a:lnTo>
                  <a:lnTo>
                    <a:pt x="399620" y="1378"/>
                  </a:lnTo>
                  <a:lnTo>
                    <a:pt x="400663" y="1381"/>
                  </a:lnTo>
                  <a:lnTo>
                    <a:pt x="401705" y="1384"/>
                  </a:lnTo>
                  <a:lnTo>
                    <a:pt x="402748" y="1387"/>
                  </a:lnTo>
                  <a:lnTo>
                    <a:pt x="403790" y="1390"/>
                  </a:lnTo>
                  <a:lnTo>
                    <a:pt x="404833" y="1393"/>
                  </a:lnTo>
                  <a:lnTo>
                    <a:pt x="405875" y="1396"/>
                  </a:lnTo>
                  <a:lnTo>
                    <a:pt x="406918" y="1398"/>
                  </a:lnTo>
                  <a:lnTo>
                    <a:pt x="407960" y="1401"/>
                  </a:lnTo>
                  <a:lnTo>
                    <a:pt x="409003" y="1403"/>
                  </a:lnTo>
                  <a:lnTo>
                    <a:pt x="410046" y="1406"/>
                  </a:lnTo>
                  <a:lnTo>
                    <a:pt x="411088" y="1408"/>
                  </a:lnTo>
                  <a:lnTo>
                    <a:pt x="412131" y="1410"/>
                  </a:lnTo>
                  <a:lnTo>
                    <a:pt x="413174" y="1413"/>
                  </a:lnTo>
                  <a:lnTo>
                    <a:pt x="414216" y="1415"/>
                  </a:lnTo>
                  <a:lnTo>
                    <a:pt x="415259" y="1417"/>
                  </a:lnTo>
                  <a:lnTo>
                    <a:pt x="416330" y="1419"/>
                  </a:lnTo>
                  <a:lnTo>
                    <a:pt x="417401" y="1422"/>
                  </a:lnTo>
                  <a:lnTo>
                    <a:pt x="418472" y="1425"/>
                  </a:lnTo>
                  <a:lnTo>
                    <a:pt x="419544" y="1429"/>
                  </a:lnTo>
                  <a:lnTo>
                    <a:pt x="420615" y="1432"/>
                  </a:lnTo>
                  <a:lnTo>
                    <a:pt x="421686" y="1436"/>
                  </a:lnTo>
                  <a:lnTo>
                    <a:pt x="422758" y="1440"/>
                  </a:lnTo>
                  <a:lnTo>
                    <a:pt x="423829" y="1444"/>
                  </a:lnTo>
                  <a:lnTo>
                    <a:pt x="424946" y="1448"/>
                  </a:lnTo>
                  <a:lnTo>
                    <a:pt x="426063" y="1452"/>
                  </a:lnTo>
                  <a:lnTo>
                    <a:pt x="427181" y="1456"/>
                  </a:lnTo>
                  <a:lnTo>
                    <a:pt x="428298" y="1459"/>
                  </a:lnTo>
                  <a:lnTo>
                    <a:pt x="429415" y="1462"/>
                  </a:lnTo>
                  <a:lnTo>
                    <a:pt x="430532" y="1464"/>
                  </a:lnTo>
                  <a:lnTo>
                    <a:pt x="431649" y="1467"/>
                  </a:lnTo>
                  <a:lnTo>
                    <a:pt x="432767" y="1469"/>
                  </a:lnTo>
                  <a:lnTo>
                    <a:pt x="433884" y="1471"/>
                  </a:lnTo>
                  <a:lnTo>
                    <a:pt x="435001" y="1473"/>
                  </a:lnTo>
                  <a:lnTo>
                    <a:pt x="436118" y="1475"/>
                  </a:lnTo>
                  <a:lnTo>
                    <a:pt x="437405" y="1481"/>
                  </a:lnTo>
                  <a:lnTo>
                    <a:pt x="438701" y="1488"/>
                  </a:lnTo>
                  <a:lnTo>
                    <a:pt x="440014" y="1495"/>
                  </a:lnTo>
                  <a:lnTo>
                    <a:pt x="441198" y="1495"/>
                  </a:lnTo>
                  <a:lnTo>
                    <a:pt x="442390" y="1495"/>
                  </a:lnTo>
                  <a:lnTo>
                    <a:pt x="443598" y="1496"/>
                  </a:lnTo>
                  <a:lnTo>
                    <a:pt x="444646" y="1499"/>
                  </a:lnTo>
                  <a:lnTo>
                    <a:pt x="445701" y="1501"/>
                  </a:lnTo>
                  <a:lnTo>
                    <a:pt x="446770" y="1504"/>
                  </a:lnTo>
                  <a:lnTo>
                    <a:pt x="448181" y="1390"/>
                  </a:lnTo>
                  <a:lnTo>
                    <a:pt x="449042" y="1195"/>
                  </a:lnTo>
                  <a:lnTo>
                    <a:pt x="449704" y="779"/>
                  </a:lnTo>
                  <a:lnTo>
                    <a:pt x="450518" y="0"/>
                  </a:lnTo>
                  <a:close/>
                </a:path>
              </a:pathLst>
            </a:custGeom>
            <a:solidFill>
              <a:srgbClr val="BDAA9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egion 6 #556573"/>
            <p:cNvSpPr/>
            <p:nvPr/>
          </p:nvSpPr>
          <p:spPr>
            <a:xfrm>
              <a:off x="75201" y="96362"/>
              <a:ext cx="932145" cy="830502"/>
            </a:xfrm>
            <a:custGeom>
              <a:avLst/>
              <a:gdLst/>
              <a:ahLst/>
              <a:cxnLst/>
              <a:rect l="l" t="t" r="r" b="b"/>
              <a:pathLst>
                <a:path w="932145" h="830502">
                  <a:moveTo>
                    <a:pt x="352282" y="49"/>
                  </a:moveTo>
                  <a:lnTo>
                    <a:pt x="353419" y="56"/>
                  </a:lnTo>
                  <a:lnTo>
                    <a:pt x="354555" y="61"/>
                  </a:lnTo>
                  <a:lnTo>
                    <a:pt x="355692" y="66"/>
                  </a:lnTo>
                  <a:lnTo>
                    <a:pt x="356828" y="70"/>
                  </a:lnTo>
                  <a:lnTo>
                    <a:pt x="357965" y="72"/>
                  </a:lnTo>
                  <a:lnTo>
                    <a:pt x="359102" y="74"/>
                  </a:lnTo>
                  <a:lnTo>
                    <a:pt x="360238" y="75"/>
                  </a:lnTo>
                  <a:lnTo>
                    <a:pt x="361375" y="76"/>
                  </a:lnTo>
                  <a:lnTo>
                    <a:pt x="362512" y="76"/>
                  </a:lnTo>
                  <a:lnTo>
                    <a:pt x="363649" y="76"/>
                  </a:lnTo>
                  <a:lnTo>
                    <a:pt x="364857" y="79"/>
                  </a:lnTo>
                  <a:lnTo>
                    <a:pt x="366065" y="83"/>
                  </a:lnTo>
                  <a:lnTo>
                    <a:pt x="367273" y="87"/>
                  </a:lnTo>
                  <a:lnTo>
                    <a:pt x="368481" y="91"/>
                  </a:lnTo>
                  <a:lnTo>
                    <a:pt x="369689" y="95"/>
                  </a:lnTo>
                  <a:lnTo>
                    <a:pt x="370898" y="100"/>
                  </a:lnTo>
                  <a:lnTo>
                    <a:pt x="372028" y="101"/>
                  </a:lnTo>
                  <a:lnTo>
                    <a:pt x="373165" y="102"/>
                  </a:lnTo>
                  <a:lnTo>
                    <a:pt x="374318" y="104"/>
                  </a:lnTo>
                  <a:lnTo>
                    <a:pt x="375421" y="115"/>
                  </a:lnTo>
                  <a:lnTo>
                    <a:pt x="376496" y="134"/>
                  </a:lnTo>
                  <a:lnTo>
                    <a:pt x="377548" y="164"/>
                  </a:lnTo>
                  <a:lnTo>
                    <a:pt x="378580" y="209"/>
                  </a:lnTo>
                  <a:lnTo>
                    <a:pt x="379600" y="275"/>
                  </a:lnTo>
                  <a:lnTo>
                    <a:pt x="380610" y="366"/>
                  </a:lnTo>
                  <a:lnTo>
                    <a:pt x="381615" y="485"/>
                  </a:lnTo>
                  <a:lnTo>
                    <a:pt x="382622" y="638"/>
                  </a:lnTo>
                  <a:lnTo>
                    <a:pt x="383634" y="828"/>
                  </a:lnTo>
                  <a:lnTo>
                    <a:pt x="384656" y="1060"/>
                  </a:lnTo>
                  <a:lnTo>
                    <a:pt x="385693" y="1339"/>
                  </a:lnTo>
                  <a:lnTo>
                    <a:pt x="386750" y="1668"/>
                  </a:lnTo>
                  <a:lnTo>
                    <a:pt x="386750" y="3001"/>
                  </a:lnTo>
                  <a:lnTo>
                    <a:pt x="386750" y="4354"/>
                  </a:lnTo>
                  <a:lnTo>
                    <a:pt x="387838" y="4475"/>
                  </a:lnTo>
                  <a:lnTo>
                    <a:pt x="388926" y="4596"/>
                  </a:lnTo>
                  <a:lnTo>
                    <a:pt x="390016" y="4717"/>
                  </a:lnTo>
                  <a:lnTo>
                    <a:pt x="391107" y="4838"/>
                  </a:lnTo>
                  <a:lnTo>
                    <a:pt x="392200" y="4960"/>
                  </a:lnTo>
                  <a:lnTo>
                    <a:pt x="393296" y="5081"/>
                  </a:lnTo>
                  <a:lnTo>
                    <a:pt x="394396" y="5203"/>
                  </a:lnTo>
                  <a:lnTo>
                    <a:pt x="395499" y="5326"/>
                  </a:lnTo>
                  <a:lnTo>
                    <a:pt x="396606" y="5449"/>
                  </a:lnTo>
                  <a:lnTo>
                    <a:pt x="397718" y="5573"/>
                  </a:lnTo>
                  <a:lnTo>
                    <a:pt x="398836" y="5697"/>
                  </a:lnTo>
                  <a:lnTo>
                    <a:pt x="398836" y="7030"/>
                  </a:lnTo>
                  <a:lnTo>
                    <a:pt x="398836" y="8383"/>
                  </a:lnTo>
                  <a:lnTo>
                    <a:pt x="399924" y="8383"/>
                  </a:lnTo>
                  <a:lnTo>
                    <a:pt x="401012" y="8383"/>
                  </a:lnTo>
                  <a:lnTo>
                    <a:pt x="402102" y="8383"/>
                  </a:lnTo>
                  <a:lnTo>
                    <a:pt x="403193" y="8383"/>
                  </a:lnTo>
                  <a:lnTo>
                    <a:pt x="404286" y="8383"/>
                  </a:lnTo>
                  <a:lnTo>
                    <a:pt x="405382" y="8383"/>
                  </a:lnTo>
                  <a:lnTo>
                    <a:pt x="406481" y="8383"/>
                  </a:lnTo>
                  <a:lnTo>
                    <a:pt x="407585" y="8383"/>
                  </a:lnTo>
                  <a:lnTo>
                    <a:pt x="408692" y="8383"/>
                  </a:lnTo>
                  <a:lnTo>
                    <a:pt x="409804" y="8383"/>
                  </a:lnTo>
                  <a:lnTo>
                    <a:pt x="410922" y="8383"/>
                  </a:lnTo>
                  <a:lnTo>
                    <a:pt x="410922" y="9715"/>
                  </a:lnTo>
                  <a:lnTo>
                    <a:pt x="410922" y="11068"/>
                  </a:lnTo>
                  <a:lnTo>
                    <a:pt x="411956" y="11216"/>
                  </a:lnTo>
                  <a:lnTo>
                    <a:pt x="412991" y="11364"/>
                  </a:lnTo>
                  <a:lnTo>
                    <a:pt x="414028" y="11512"/>
                  </a:lnTo>
                  <a:lnTo>
                    <a:pt x="415066" y="11660"/>
                  </a:lnTo>
                  <a:lnTo>
                    <a:pt x="416108" y="11809"/>
                  </a:lnTo>
                  <a:lnTo>
                    <a:pt x="417154" y="11959"/>
                  </a:lnTo>
                  <a:lnTo>
                    <a:pt x="418205" y="12109"/>
                  </a:lnTo>
                  <a:lnTo>
                    <a:pt x="419260" y="12260"/>
                  </a:lnTo>
                  <a:lnTo>
                    <a:pt x="420322" y="12411"/>
                  </a:lnTo>
                  <a:lnTo>
                    <a:pt x="420322" y="13744"/>
                  </a:lnTo>
                  <a:lnTo>
                    <a:pt x="420322" y="15097"/>
                  </a:lnTo>
                  <a:lnTo>
                    <a:pt x="421541" y="15196"/>
                  </a:lnTo>
                  <a:lnTo>
                    <a:pt x="422777" y="15296"/>
                  </a:lnTo>
                  <a:lnTo>
                    <a:pt x="423852" y="15397"/>
                  </a:lnTo>
                  <a:lnTo>
                    <a:pt x="424934" y="15498"/>
                  </a:lnTo>
                  <a:lnTo>
                    <a:pt x="426030" y="15601"/>
                  </a:lnTo>
                  <a:lnTo>
                    <a:pt x="427090" y="15694"/>
                  </a:lnTo>
                  <a:lnTo>
                    <a:pt x="428158" y="15788"/>
                  </a:lnTo>
                  <a:lnTo>
                    <a:pt x="429240" y="15884"/>
                  </a:lnTo>
                  <a:lnTo>
                    <a:pt x="430431" y="16122"/>
                  </a:lnTo>
                  <a:lnTo>
                    <a:pt x="431553" y="16404"/>
                  </a:lnTo>
                  <a:lnTo>
                    <a:pt x="432623" y="16733"/>
                  </a:lnTo>
                  <a:lnTo>
                    <a:pt x="433658" y="17110"/>
                  </a:lnTo>
                  <a:lnTo>
                    <a:pt x="434674" y="17535"/>
                  </a:lnTo>
                  <a:lnTo>
                    <a:pt x="435688" y="18012"/>
                  </a:lnTo>
                  <a:lnTo>
                    <a:pt x="436718" y="18542"/>
                  </a:lnTo>
                  <a:lnTo>
                    <a:pt x="437780" y="19126"/>
                  </a:lnTo>
                  <a:lnTo>
                    <a:pt x="437780" y="20459"/>
                  </a:lnTo>
                  <a:lnTo>
                    <a:pt x="437780" y="21811"/>
                  </a:lnTo>
                  <a:lnTo>
                    <a:pt x="439107" y="21957"/>
                  </a:lnTo>
                  <a:lnTo>
                    <a:pt x="440455" y="22106"/>
                  </a:lnTo>
                  <a:lnTo>
                    <a:pt x="441552" y="22411"/>
                  </a:lnTo>
                  <a:lnTo>
                    <a:pt x="442623" y="22750"/>
                  </a:lnTo>
                  <a:lnTo>
                    <a:pt x="443670" y="23119"/>
                  </a:lnTo>
                  <a:lnTo>
                    <a:pt x="444697" y="23517"/>
                  </a:lnTo>
                  <a:lnTo>
                    <a:pt x="445706" y="23941"/>
                  </a:lnTo>
                  <a:lnTo>
                    <a:pt x="446700" y="24391"/>
                  </a:lnTo>
                  <a:lnTo>
                    <a:pt x="447681" y="24862"/>
                  </a:lnTo>
                  <a:lnTo>
                    <a:pt x="448652" y="25355"/>
                  </a:lnTo>
                  <a:lnTo>
                    <a:pt x="449616" y="25865"/>
                  </a:lnTo>
                  <a:lnTo>
                    <a:pt x="450576" y="26392"/>
                  </a:lnTo>
                  <a:lnTo>
                    <a:pt x="451534" y="26933"/>
                  </a:lnTo>
                  <a:lnTo>
                    <a:pt x="452494" y="27486"/>
                  </a:lnTo>
                  <a:lnTo>
                    <a:pt x="453457" y="28049"/>
                  </a:lnTo>
                  <a:lnTo>
                    <a:pt x="454426" y="28620"/>
                  </a:lnTo>
                  <a:lnTo>
                    <a:pt x="455405" y="29197"/>
                  </a:lnTo>
                  <a:lnTo>
                    <a:pt x="456357" y="29751"/>
                  </a:lnTo>
                  <a:lnTo>
                    <a:pt x="457310" y="30304"/>
                  </a:lnTo>
                  <a:lnTo>
                    <a:pt x="458263" y="30857"/>
                  </a:lnTo>
                  <a:lnTo>
                    <a:pt x="459216" y="31409"/>
                  </a:lnTo>
                  <a:lnTo>
                    <a:pt x="460169" y="31961"/>
                  </a:lnTo>
                  <a:lnTo>
                    <a:pt x="461123" y="32513"/>
                  </a:lnTo>
                  <a:lnTo>
                    <a:pt x="462381" y="33250"/>
                  </a:lnTo>
                  <a:lnTo>
                    <a:pt x="463657" y="33999"/>
                  </a:lnTo>
                  <a:lnTo>
                    <a:pt x="464655" y="34528"/>
                  </a:lnTo>
                  <a:lnTo>
                    <a:pt x="465441" y="34922"/>
                  </a:lnTo>
                  <a:lnTo>
                    <a:pt x="466194" y="35253"/>
                  </a:lnTo>
                  <a:lnTo>
                    <a:pt x="467088" y="35592"/>
                  </a:lnTo>
                  <a:lnTo>
                    <a:pt x="468301" y="36012"/>
                  </a:lnTo>
                  <a:lnTo>
                    <a:pt x="470009" y="36583"/>
                  </a:lnTo>
                  <a:lnTo>
                    <a:pt x="470009" y="37916"/>
                  </a:lnTo>
                  <a:lnTo>
                    <a:pt x="470009" y="39269"/>
                  </a:lnTo>
                  <a:lnTo>
                    <a:pt x="471201" y="39213"/>
                  </a:lnTo>
                  <a:lnTo>
                    <a:pt x="472402" y="39157"/>
                  </a:lnTo>
                  <a:lnTo>
                    <a:pt x="473617" y="39101"/>
                  </a:lnTo>
                  <a:lnTo>
                    <a:pt x="474804" y="39167"/>
                  </a:lnTo>
                  <a:lnTo>
                    <a:pt x="475908" y="39273"/>
                  </a:lnTo>
                  <a:lnTo>
                    <a:pt x="476944" y="39418"/>
                  </a:lnTo>
                  <a:lnTo>
                    <a:pt x="477930" y="39602"/>
                  </a:lnTo>
                  <a:lnTo>
                    <a:pt x="478881" y="39825"/>
                  </a:lnTo>
                  <a:lnTo>
                    <a:pt x="479814" y="40085"/>
                  </a:lnTo>
                  <a:lnTo>
                    <a:pt x="480746" y="40384"/>
                  </a:lnTo>
                  <a:lnTo>
                    <a:pt x="481692" y="40721"/>
                  </a:lnTo>
                  <a:lnTo>
                    <a:pt x="482669" y="41095"/>
                  </a:lnTo>
                  <a:lnTo>
                    <a:pt x="483693" y="41506"/>
                  </a:lnTo>
                  <a:lnTo>
                    <a:pt x="484781" y="41955"/>
                  </a:lnTo>
                  <a:lnTo>
                    <a:pt x="485822" y="42123"/>
                  </a:lnTo>
                  <a:lnTo>
                    <a:pt x="486864" y="42288"/>
                  </a:lnTo>
                  <a:lnTo>
                    <a:pt x="487907" y="42448"/>
                  </a:lnTo>
                  <a:lnTo>
                    <a:pt x="488951" y="42603"/>
                  </a:lnTo>
                  <a:lnTo>
                    <a:pt x="489996" y="42754"/>
                  </a:lnTo>
                  <a:lnTo>
                    <a:pt x="491041" y="42898"/>
                  </a:lnTo>
                  <a:lnTo>
                    <a:pt x="492087" y="43038"/>
                  </a:lnTo>
                  <a:lnTo>
                    <a:pt x="493133" y="43171"/>
                  </a:lnTo>
                  <a:lnTo>
                    <a:pt x="494181" y="43298"/>
                  </a:lnTo>
                  <a:lnTo>
                    <a:pt x="494181" y="44630"/>
                  </a:lnTo>
                  <a:lnTo>
                    <a:pt x="494181" y="45983"/>
                  </a:lnTo>
                  <a:lnTo>
                    <a:pt x="495451" y="46228"/>
                  </a:lnTo>
                  <a:lnTo>
                    <a:pt x="496740" y="46476"/>
                  </a:lnTo>
                  <a:lnTo>
                    <a:pt x="497891" y="46702"/>
                  </a:lnTo>
                  <a:lnTo>
                    <a:pt x="499050" y="46928"/>
                  </a:lnTo>
                  <a:lnTo>
                    <a:pt x="500224" y="47158"/>
                  </a:lnTo>
                  <a:lnTo>
                    <a:pt x="500724" y="47255"/>
                  </a:lnTo>
                  <a:lnTo>
                    <a:pt x="501605" y="47427"/>
                  </a:lnTo>
                  <a:lnTo>
                    <a:pt x="503623" y="47819"/>
                  </a:lnTo>
                  <a:lnTo>
                    <a:pt x="504647" y="48040"/>
                  </a:lnTo>
                  <a:lnTo>
                    <a:pt x="505671" y="48265"/>
                  </a:lnTo>
                  <a:lnTo>
                    <a:pt x="506692" y="48495"/>
                  </a:lnTo>
                  <a:lnTo>
                    <a:pt x="507713" y="48728"/>
                  </a:lnTo>
                  <a:lnTo>
                    <a:pt x="508732" y="48966"/>
                  </a:lnTo>
                  <a:lnTo>
                    <a:pt x="509751" y="49208"/>
                  </a:lnTo>
                  <a:lnTo>
                    <a:pt x="510768" y="49453"/>
                  </a:lnTo>
                  <a:lnTo>
                    <a:pt x="511784" y="49702"/>
                  </a:lnTo>
                  <a:lnTo>
                    <a:pt x="512799" y="49954"/>
                  </a:lnTo>
                  <a:lnTo>
                    <a:pt x="513813" y="50210"/>
                  </a:lnTo>
                  <a:lnTo>
                    <a:pt x="514826" y="50468"/>
                  </a:lnTo>
                  <a:lnTo>
                    <a:pt x="515839" y="50730"/>
                  </a:lnTo>
                  <a:lnTo>
                    <a:pt x="516850" y="50995"/>
                  </a:lnTo>
                  <a:lnTo>
                    <a:pt x="517861" y="51263"/>
                  </a:lnTo>
                  <a:lnTo>
                    <a:pt x="518872" y="51533"/>
                  </a:lnTo>
                  <a:lnTo>
                    <a:pt x="519882" y="51806"/>
                  </a:lnTo>
                  <a:lnTo>
                    <a:pt x="520891" y="52081"/>
                  </a:lnTo>
                  <a:lnTo>
                    <a:pt x="521900" y="52358"/>
                  </a:lnTo>
                  <a:lnTo>
                    <a:pt x="522909" y="52638"/>
                  </a:lnTo>
                  <a:lnTo>
                    <a:pt x="523917" y="52920"/>
                  </a:lnTo>
                  <a:lnTo>
                    <a:pt x="524925" y="53203"/>
                  </a:lnTo>
                  <a:lnTo>
                    <a:pt x="525933" y="53488"/>
                  </a:lnTo>
                  <a:lnTo>
                    <a:pt x="526941" y="53775"/>
                  </a:lnTo>
                  <a:lnTo>
                    <a:pt x="527945" y="54060"/>
                  </a:lnTo>
                  <a:lnTo>
                    <a:pt x="528950" y="54342"/>
                  </a:lnTo>
                  <a:lnTo>
                    <a:pt x="529955" y="54623"/>
                  </a:lnTo>
                  <a:lnTo>
                    <a:pt x="530960" y="54901"/>
                  </a:lnTo>
                  <a:lnTo>
                    <a:pt x="531965" y="55176"/>
                  </a:lnTo>
                  <a:lnTo>
                    <a:pt x="532970" y="55449"/>
                  </a:lnTo>
                  <a:lnTo>
                    <a:pt x="533975" y="55720"/>
                  </a:lnTo>
                  <a:lnTo>
                    <a:pt x="534980" y="55988"/>
                  </a:lnTo>
                  <a:lnTo>
                    <a:pt x="535986" y="56253"/>
                  </a:lnTo>
                  <a:lnTo>
                    <a:pt x="536992" y="56517"/>
                  </a:lnTo>
                  <a:lnTo>
                    <a:pt x="537998" y="56778"/>
                  </a:lnTo>
                  <a:lnTo>
                    <a:pt x="539005" y="57036"/>
                  </a:lnTo>
                  <a:lnTo>
                    <a:pt x="540012" y="57292"/>
                  </a:lnTo>
                  <a:lnTo>
                    <a:pt x="541019" y="57545"/>
                  </a:lnTo>
                  <a:lnTo>
                    <a:pt x="542027" y="57797"/>
                  </a:lnTo>
                  <a:lnTo>
                    <a:pt x="543036" y="58045"/>
                  </a:lnTo>
                  <a:lnTo>
                    <a:pt x="544045" y="58291"/>
                  </a:lnTo>
                  <a:lnTo>
                    <a:pt x="545055" y="58535"/>
                  </a:lnTo>
                  <a:lnTo>
                    <a:pt x="546065" y="58776"/>
                  </a:lnTo>
                  <a:lnTo>
                    <a:pt x="547076" y="59015"/>
                  </a:lnTo>
                  <a:lnTo>
                    <a:pt x="548088" y="59251"/>
                  </a:lnTo>
                  <a:lnTo>
                    <a:pt x="549101" y="59485"/>
                  </a:lnTo>
                  <a:lnTo>
                    <a:pt x="550114" y="59717"/>
                  </a:lnTo>
                  <a:lnTo>
                    <a:pt x="551128" y="59946"/>
                  </a:lnTo>
                  <a:lnTo>
                    <a:pt x="552143" y="60172"/>
                  </a:lnTo>
                  <a:lnTo>
                    <a:pt x="553159" y="60396"/>
                  </a:lnTo>
                  <a:lnTo>
                    <a:pt x="554176" y="60617"/>
                  </a:lnTo>
                  <a:lnTo>
                    <a:pt x="555194" y="60836"/>
                  </a:lnTo>
                  <a:lnTo>
                    <a:pt x="556213" y="61053"/>
                  </a:lnTo>
                  <a:lnTo>
                    <a:pt x="557233" y="61267"/>
                  </a:lnTo>
                  <a:lnTo>
                    <a:pt x="558254" y="61478"/>
                  </a:lnTo>
                  <a:lnTo>
                    <a:pt x="559277" y="61687"/>
                  </a:lnTo>
                  <a:lnTo>
                    <a:pt x="560300" y="61894"/>
                  </a:lnTo>
                  <a:lnTo>
                    <a:pt x="561325" y="62098"/>
                  </a:lnTo>
                  <a:lnTo>
                    <a:pt x="561325" y="63431"/>
                  </a:lnTo>
                  <a:lnTo>
                    <a:pt x="561325" y="64784"/>
                  </a:lnTo>
                  <a:lnTo>
                    <a:pt x="562741" y="64700"/>
                  </a:lnTo>
                  <a:lnTo>
                    <a:pt x="564179" y="64616"/>
                  </a:lnTo>
                  <a:lnTo>
                    <a:pt x="565355" y="64694"/>
                  </a:lnTo>
                  <a:lnTo>
                    <a:pt x="566487" y="64822"/>
                  </a:lnTo>
                  <a:lnTo>
                    <a:pt x="567583" y="64994"/>
                  </a:lnTo>
                  <a:lnTo>
                    <a:pt x="568652" y="65206"/>
                  </a:lnTo>
                  <a:lnTo>
                    <a:pt x="569702" y="65455"/>
                  </a:lnTo>
                  <a:lnTo>
                    <a:pt x="570742" y="65736"/>
                  </a:lnTo>
                  <a:lnTo>
                    <a:pt x="571781" y="66045"/>
                  </a:lnTo>
                  <a:lnTo>
                    <a:pt x="572827" y="66376"/>
                  </a:lnTo>
                  <a:lnTo>
                    <a:pt x="573889" y="66727"/>
                  </a:lnTo>
                  <a:lnTo>
                    <a:pt x="574976" y="67093"/>
                  </a:lnTo>
                  <a:lnTo>
                    <a:pt x="576097" y="67469"/>
                  </a:lnTo>
                  <a:lnTo>
                    <a:pt x="577170" y="67584"/>
                  </a:lnTo>
                  <a:lnTo>
                    <a:pt x="578243" y="67692"/>
                  </a:lnTo>
                  <a:lnTo>
                    <a:pt x="579318" y="67792"/>
                  </a:lnTo>
                  <a:lnTo>
                    <a:pt x="580393" y="67886"/>
                  </a:lnTo>
                  <a:lnTo>
                    <a:pt x="581468" y="67973"/>
                  </a:lnTo>
                  <a:lnTo>
                    <a:pt x="582751" y="68120"/>
                  </a:lnTo>
                  <a:lnTo>
                    <a:pt x="583862" y="68284"/>
                  </a:lnTo>
                  <a:lnTo>
                    <a:pt x="584844" y="68481"/>
                  </a:lnTo>
                  <a:lnTo>
                    <a:pt x="585740" y="68728"/>
                  </a:lnTo>
                  <a:lnTo>
                    <a:pt x="586593" y="69043"/>
                  </a:lnTo>
                  <a:lnTo>
                    <a:pt x="587448" y="69444"/>
                  </a:lnTo>
                  <a:lnTo>
                    <a:pt x="588346" y="69947"/>
                  </a:lnTo>
                  <a:lnTo>
                    <a:pt x="589332" y="70570"/>
                  </a:lnTo>
                  <a:lnTo>
                    <a:pt x="590448" y="71330"/>
                  </a:lnTo>
                  <a:lnTo>
                    <a:pt x="591374" y="71901"/>
                  </a:lnTo>
                  <a:lnTo>
                    <a:pt x="592306" y="72433"/>
                  </a:lnTo>
                  <a:lnTo>
                    <a:pt x="593246" y="72928"/>
                  </a:lnTo>
                  <a:lnTo>
                    <a:pt x="594192" y="73389"/>
                  </a:lnTo>
                  <a:lnTo>
                    <a:pt x="595146" y="73816"/>
                  </a:lnTo>
                  <a:lnTo>
                    <a:pt x="596106" y="74214"/>
                  </a:lnTo>
                  <a:lnTo>
                    <a:pt x="597073" y="74583"/>
                  </a:lnTo>
                  <a:lnTo>
                    <a:pt x="598047" y="74926"/>
                  </a:lnTo>
                  <a:lnTo>
                    <a:pt x="599028" y="75245"/>
                  </a:lnTo>
                  <a:lnTo>
                    <a:pt x="600015" y="75543"/>
                  </a:lnTo>
                  <a:lnTo>
                    <a:pt x="601009" y="75821"/>
                  </a:lnTo>
                  <a:lnTo>
                    <a:pt x="602009" y="76082"/>
                  </a:lnTo>
                  <a:lnTo>
                    <a:pt x="603015" y="76327"/>
                  </a:lnTo>
                  <a:lnTo>
                    <a:pt x="604029" y="76560"/>
                  </a:lnTo>
                  <a:lnTo>
                    <a:pt x="605048" y="76781"/>
                  </a:lnTo>
                  <a:lnTo>
                    <a:pt x="606073" y="76994"/>
                  </a:lnTo>
                  <a:lnTo>
                    <a:pt x="607105" y="77201"/>
                  </a:lnTo>
                  <a:lnTo>
                    <a:pt x="608143" y="77403"/>
                  </a:lnTo>
                  <a:lnTo>
                    <a:pt x="609187" y="77603"/>
                  </a:lnTo>
                  <a:lnTo>
                    <a:pt x="610237" y="77803"/>
                  </a:lnTo>
                  <a:lnTo>
                    <a:pt x="611293" y="78006"/>
                  </a:lnTo>
                  <a:lnTo>
                    <a:pt x="612355" y="78213"/>
                  </a:lnTo>
                  <a:lnTo>
                    <a:pt x="613574" y="78460"/>
                  </a:lnTo>
                  <a:lnTo>
                    <a:pt x="614803" y="78709"/>
                  </a:lnTo>
                  <a:lnTo>
                    <a:pt x="616048" y="78962"/>
                  </a:lnTo>
                  <a:lnTo>
                    <a:pt x="617115" y="79177"/>
                  </a:lnTo>
                  <a:lnTo>
                    <a:pt x="618183" y="79391"/>
                  </a:lnTo>
                  <a:lnTo>
                    <a:pt x="619251" y="79605"/>
                  </a:lnTo>
                  <a:lnTo>
                    <a:pt x="620319" y="79818"/>
                  </a:lnTo>
                  <a:lnTo>
                    <a:pt x="621387" y="80030"/>
                  </a:lnTo>
                  <a:lnTo>
                    <a:pt x="622455" y="80241"/>
                  </a:lnTo>
                  <a:lnTo>
                    <a:pt x="623524" y="80451"/>
                  </a:lnTo>
                  <a:lnTo>
                    <a:pt x="624593" y="80659"/>
                  </a:lnTo>
                  <a:lnTo>
                    <a:pt x="625663" y="80865"/>
                  </a:lnTo>
                  <a:lnTo>
                    <a:pt x="626732" y="81069"/>
                  </a:lnTo>
                  <a:lnTo>
                    <a:pt x="627803" y="81271"/>
                  </a:lnTo>
                  <a:lnTo>
                    <a:pt x="628873" y="81470"/>
                  </a:lnTo>
                  <a:lnTo>
                    <a:pt x="629966" y="81696"/>
                  </a:lnTo>
                  <a:lnTo>
                    <a:pt x="631043" y="81937"/>
                  </a:lnTo>
                  <a:lnTo>
                    <a:pt x="632105" y="82193"/>
                  </a:lnTo>
                  <a:lnTo>
                    <a:pt x="633154" y="82463"/>
                  </a:lnTo>
                  <a:lnTo>
                    <a:pt x="634192" y="82748"/>
                  </a:lnTo>
                  <a:lnTo>
                    <a:pt x="635219" y="83048"/>
                  </a:lnTo>
                  <a:lnTo>
                    <a:pt x="636237" y="83362"/>
                  </a:lnTo>
                  <a:lnTo>
                    <a:pt x="637248" y="83690"/>
                  </a:lnTo>
                  <a:lnTo>
                    <a:pt x="638252" y="84033"/>
                  </a:lnTo>
                  <a:lnTo>
                    <a:pt x="639251" y="84391"/>
                  </a:lnTo>
                  <a:lnTo>
                    <a:pt x="640248" y="84763"/>
                  </a:lnTo>
                  <a:lnTo>
                    <a:pt x="641242" y="85149"/>
                  </a:lnTo>
                  <a:lnTo>
                    <a:pt x="642235" y="85549"/>
                  </a:lnTo>
                  <a:lnTo>
                    <a:pt x="643230" y="85964"/>
                  </a:lnTo>
                  <a:lnTo>
                    <a:pt x="644226" y="86393"/>
                  </a:lnTo>
                  <a:lnTo>
                    <a:pt x="645226" y="86836"/>
                  </a:lnTo>
                  <a:lnTo>
                    <a:pt x="646231" y="87293"/>
                  </a:lnTo>
                  <a:lnTo>
                    <a:pt x="647243" y="87764"/>
                  </a:lnTo>
                  <a:lnTo>
                    <a:pt x="648271" y="88195"/>
                  </a:lnTo>
                  <a:lnTo>
                    <a:pt x="649295" y="88583"/>
                  </a:lnTo>
                  <a:lnTo>
                    <a:pt x="650318" y="88929"/>
                  </a:lnTo>
                  <a:lnTo>
                    <a:pt x="651345" y="89238"/>
                  </a:lnTo>
                  <a:lnTo>
                    <a:pt x="652379" y="89511"/>
                  </a:lnTo>
                  <a:lnTo>
                    <a:pt x="653425" y="89751"/>
                  </a:lnTo>
                  <a:lnTo>
                    <a:pt x="654486" y="89961"/>
                  </a:lnTo>
                  <a:lnTo>
                    <a:pt x="655566" y="90142"/>
                  </a:lnTo>
                  <a:lnTo>
                    <a:pt x="656670" y="90298"/>
                  </a:lnTo>
                  <a:lnTo>
                    <a:pt x="657037" y="89174"/>
                  </a:lnTo>
                  <a:lnTo>
                    <a:pt x="657410" y="88032"/>
                  </a:lnTo>
                  <a:lnTo>
                    <a:pt x="657741" y="87027"/>
                  </a:lnTo>
                  <a:lnTo>
                    <a:pt x="658075" y="86024"/>
                  </a:lnTo>
                  <a:lnTo>
                    <a:pt x="658410" y="85021"/>
                  </a:lnTo>
                  <a:lnTo>
                    <a:pt x="658747" y="84020"/>
                  </a:lnTo>
                  <a:lnTo>
                    <a:pt x="659086" y="83019"/>
                  </a:lnTo>
                  <a:lnTo>
                    <a:pt x="659428" y="82019"/>
                  </a:lnTo>
                  <a:lnTo>
                    <a:pt x="659771" y="81020"/>
                  </a:lnTo>
                  <a:lnTo>
                    <a:pt x="660117" y="80022"/>
                  </a:lnTo>
                  <a:lnTo>
                    <a:pt x="660465" y="79025"/>
                  </a:lnTo>
                  <a:lnTo>
                    <a:pt x="660816" y="78029"/>
                  </a:lnTo>
                  <a:lnTo>
                    <a:pt x="661170" y="77034"/>
                  </a:lnTo>
                  <a:lnTo>
                    <a:pt x="661526" y="76039"/>
                  </a:lnTo>
                  <a:lnTo>
                    <a:pt x="661886" y="75046"/>
                  </a:lnTo>
                  <a:lnTo>
                    <a:pt x="662248" y="74053"/>
                  </a:lnTo>
                  <a:lnTo>
                    <a:pt x="662614" y="73062"/>
                  </a:lnTo>
                  <a:lnTo>
                    <a:pt x="662983" y="72071"/>
                  </a:lnTo>
                  <a:lnTo>
                    <a:pt x="663355" y="71081"/>
                  </a:lnTo>
                  <a:lnTo>
                    <a:pt x="663731" y="70092"/>
                  </a:lnTo>
                  <a:lnTo>
                    <a:pt x="664120" y="69063"/>
                  </a:lnTo>
                  <a:lnTo>
                    <a:pt x="664505" y="68032"/>
                  </a:lnTo>
                  <a:lnTo>
                    <a:pt x="664888" y="66999"/>
                  </a:lnTo>
                  <a:lnTo>
                    <a:pt x="665266" y="65965"/>
                  </a:lnTo>
                  <a:lnTo>
                    <a:pt x="665640" y="64930"/>
                  </a:lnTo>
                  <a:lnTo>
                    <a:pt x="666004" y="63934"/>
                  </a:lnTo>
                  <a:lnTo>
                    <a:pt x="666374" y="62941"/>
                  </a:lnTo>
                  <a:lnTo>
                    <a:pt x="666750" y="61952"/>
                  </a:lnTo>
                  <a:lnTo>
                    <a:pt x="667131" y="60966"/>
                  </a:lnTo>
                  <a:lnTo>
                    <a:pt x="667518" y="59983"/>
                  </a:lnTo>
                  <a:lnTo>
                    <a:pt x="667911" y="59003"/>
                  </a:lnTo>
                  <a:lnTo>
                    <a:pt x="668309" y="58026"/>
                  </a:lnTo>
                  <a:lnTo>
                    <a:pt x="668712" y="57052"/>
                  </a:lnTo>
                  <a:lnTo>
                    <a:pt x="669120" y="56081"/>
                  </a:lnTo>
                  <a:lnTo>
                    <a:pt x="669534" y="55113"/>
                  </a:lnTo>
                  <a:lnTo>
                    <a:pt x="669952" y="54147"/>
                  </a:lnTo>
                  <a:lnTo>
                    <a:pt x="670375" y="53185"/>
                  </a:lnTo>
                  <a:lnTo>
                    <a:pt x="670803" y="52224"/>
                  </a:lnTo>
                  <a:lnTo>
                    <a:pt x="671235" y="51266"/>
                  </a:lnTo>
                  <a:lnTo>
                    <a:pt x="671672" y="50311"/>
                  </a:lnTo>
                  <a:lnTo>
                    <a:pt x="672113" y="49358"/>
                  </a:lnTo>
                  <a:lnTo>
                    <a:pt x="672559" y="48407"/>
                  </a:lnTo>
                  <a:lnTo>
                    <a:pt x="673009" y="47458"/>
                  </a:lnTo>
                  <a:lnTo>
                    <a:pt x="673462" y="46511"/>
                  </a:lnTo>
                  <a:lnTo>
                    <a:pt x="673920" y="45567"/>
                  </a:lnTo>
                  <a:lnTo>
                    <a:pt x="674381" y="44624"/>
                  </a:lnTo>
                  <a:lnTo>
                    <a:pt x="674846" y="43683"/>
                  </a:lnTo>
                  <a:lnTo>
                    <a:pt x="675315" y="42744"/>
                  </a:lnTo>
                  <a:lnTo>
                    <a:pt x="675787" y="41807"/>
                  </a:lnTo>
                  <a:lnTo>
                    <a:pt x="676262" y="40871"/>
                  </a:lnTo>
                  <a:lnTo>
                    <a:pt x="676740" y="39937"/>
                  </a:lnTo>
                  <a:lnTo>
                    <a:pt x="677222" y="39004"/>
                  </a:lnTo>
                  <a:lnTo>
                    <a:pt x="677707" y="38073"/>
                  </a:lnTo>
                  <a:lnTo>
                    <a:pt x="678194" y="37143"/>
                  </a:lnTo>
                  <a:lnTo>
                    <a:pt x="678685" y="36214"/>
                  </a:lnTo>
                  <a:lnTo>
                    <a:pt x="679178" y="35287"/>
                  </a:lnTo>
                  <a:lnTo>
                    <a:pt x="679673" y="34360"/>
                  </a:lnTo>
                  <a:lnTo>
                    <a:pt x="680171" y="33435"/>
                  </a:lnTo>
                  <a:lnTo>
                    <a:pt x="680671" y="32510"/>
                  </a:lnTo>
                  <a:lnTo>
                    <a:pt x="681174" y="31587"/>
                  </a:lnTo>
                  <a:lnTo>
                    <a:pt x="681679" y="30664"/>
                  </a:lnTo>
                  <a:lnTo>
                    <a:pt x="682185" y="29742"/>
                  </a:lnTo>
                  <a:lnTo>
                    <a:pt x="682694" y="28820"/>
                  </a:lnTo>
                  <a:lnTo>
                    <a:pt x="683204" y="27899"/>
                  </a:lnTo>
                  <a:lnTo>
                    <a:pt x="683716" y="26979"/>
                  </a:lnTo>
                  <a:lnTo>
                    <a:pt x="684229" y="26058"/>
                  </a:lnTo>
                  <a:lnTo>
                    <a:pt x="684744" y="25139"/>
                  </a:lnTo>
                  <a:lnTo>
                    <a:pt x="685260" y="24219"/>
                  </a:lnTo>
                  <a:lnTo>
                    <a:pt x="685777" y="23300"/>
                  </a:lnTo>
                  <a:lnTo>
                    <a:pt x="686295" y="22380"/>
                  </a:lnTo>
                  <a:lnTo>
                    <a:pt x="686814" y="21461"/>
                  </a:lnTo>
                  <a:lnTo>
                    <a:pt x="687335" y="20542"/>
                  </a:lnTo>
                  <a:lnTo>
                    <a:pt x="687855" y="19622"/>
                  </a:lnTo>
                  <a:lnTo>
                    <a:pt x="688377" y="18703"/>
                  </a:lnTo>
                  <a:lnTo>
                    <a:pt x="688899" y="17783"/>
                  </a:lnTo>
                  <a:lnTo>
                    <a:pt x="690232" y="17783"/>
                  </a:lnTo>
                  <a:lnTo>
                    <a:pt x="691585" y="17783"/>
                  </a:lnTo>
                  <a:lnTo>
                    <a:pt x="691806" y="16675"/>
                  </a:lnTo>
                  <a:lnTo>
                    <a:pt x="692028" y="15565"/>
                  </a:lnTo>
                  <a:lnTo>
                    <a:pt x="692251" y="14451"/>
                  </a:lnTo>
                  <a:lnTo>
                    <a:pt x="692475" y="13331"/>
                  </a:lnTo>
                  <a:lnTo>
                    <a:pt x="692700" y="12205"/>
                  </a:lnTo>
                  <a:lnTo>
                    <a:pt x="692928" y="11068"/>
                  </a:lnTo>
                  <a:lnTo>
                    <a:pt x="694036" y="11068"/>
                  </a:lnTo>
                  <a:lnTo>
                    <a:pt x="695146" y="11068"/>
                  </a:lnTo>
                  <a:lnTo>
                    <a:pt x="696260" y="11068"/>
                  </a:lnTo>
                  <a:lnTo>
                    <a:pt x="697379" y="11068"/>
                  </a:lnTo>
                  <a:lnTo>
                    <a:pt x="698506" y="11068"/>
                  </a:lnTo>
                  <a:lnTo>
                    <a:pt x="699642" y="11068"/>
                  </a:lnTo>
                  <a:lnTo>
                    <a:pt x="699642" y="12401"/>
                  </a:lnTo>
                  <a:lnTo>
                    <a:pt x="699642" y="13754"/>
                  </a:lnTo>
                  <a:lnTo>
                    <a:pt x="700706" y="14286"/>
                  </a:lnTo>
                  <a:lnTo>
                    <a:pt x="701773" y="14819"/>
                  </a:lnTo>
                  <a:lnTo>
                    <a:pt x="702844" y="15355"/>
                  </a:lnTo>
                  <a:lnTo>
                    <a:pt x="703924" y="15895"/>
                  </a:lnTo>
                  <a:lnTo>
                    <a:pt x="705014" y="16440"/>
                  </a:lnTo>
                  <a:lnTo>
                    <a:pt x="704902" y="17800"/>
                  </a:lnTo>
                  <a:lnTo>
                    <a:pt x="704795" y="18815"/>
                  </a:lnTo>
                  <a:lnTo>
                    <a:pt x="704656" y="19671"/>
                  </a:lnTo>
                  <a:lnTo>
                    <a:pt x="704447" y="20556"/>
                  </a:lnTo>
                  <a:lnTo>
                    <a:pt x="704131" y="21654"/>
                  </a:lnTo>
                  <a:lnTo>
                    <a:pt x="703671" y="23154"/>
                  </a:lnTo>
                  <a:lnTo>
                    <a:pt x="702551" y="23602"/>
                  </a:lnTo>
                  <a:lnTo>
                    <a:pt x="701432" y="24049"/>
                  </a:lnTo>
                  <a:lnTo>
                    <a:pt x="700313" y="24497"/>
                  </a:lnTo>
                  <a:lnTo>
                    <a:pt x="699194" y="24944"/>
                  </a:lnTo>
                  <a:lnTo>
                    <a:pt x="698075" y="25392"/>
                  </a:lnTo>
                  <a:lnTo>
                    <a:pt x="696956" y="25840"/>
                  </a:lnTo>
                  <a:lnTo>
                    <a:pt x="696725" y="26958"/>
                  </a:lnTo>
                  <a:lnTo>
                    <a:pt x="696497" y="28076"/>
                  </a:lnTo>
                  <a:lnTo>
                    <a:pt x="696273" y="29195"/>
                  </a:lnTo>
                  <a:lnTo>
                    <a:pt x="696051" y="30314"/>
                  </a:lnTo>
                  <a:lnTo>
                    <a:pt x="695831" y="31434"/>
                  </a:lnTo>
                  <a:lnTo>
                    <a:pt x="695613" y="32555"/>
                  </a:lnTo>
                  <a:lnTo>
                    <a:pt x="695130" y="33597"/>
                  </a:lnTo>
                  <a:lnTo>
                    <a:pt x="694643" y="34633"/>
                  </a:lnTo>
                  <a:lnTo>
                    <a:pt x="694152" y="35664"/>
                  </a:lnTo>
                  <a:lnTo>
                    <a:pt x="693656" y="36690"/>
                  </a:lnTo>
                  <a:lnTo>
                    <a:pt x="693155" y="37713"/>
                  </a:lnTo>
                  <a:lnTo>
                    <a:pt x="692647" y="38733"/>
                  </a:lnTo>
                  <a:lnTo>
                    <a:pt x="692133" y="39752"/>
                  </a:lnTo>
                  <a:lnTo>
                    <a:pt x="691611" y="40769"/>
                  </a:lnTo>
                  <a:lnTo>
                    <a:pt x="691081" y="41787"/>
                  </a:lnTo>
                  <a:lnTo>
                    <a:pt x="690583" y="42749"/>
                  </a:lnTo>
                  <a:lnTo>
                    <a:pt x="690087" y="43711"/>
                  </a:lnTo>
                  <a:lnTo>
                    <a:pt x="689594" y="44674"/>
                  </a:lnTo>
                  <a:lnTo>
                    <a:pt x="689104" y="45637"/>
                  </a:lnTo>
                  <a:lnTo>
                    <a:pt x="688617" y="46602"/>
                  </a:lnTo>
                  <a:lnTo>
                    <a:pt x="688135" y="47569"/>
                  </a:lnTo>
                  <a:lnTo>
                    <a:pt x="687657" y="48537"/>
                  </a:lnTo>
                  <a:lnTo>
                    <a:pt x="687184" y="49508"/>
                  </a:lnTo>
                  <a:lnTo>
                    <a:pt x="686717" y="50481"/>
                  </a:lnTo>
                  <a:lnTo>
                    <a:pt x="686256" y="51458"/>
                  </a:lnTo>
                  <a:lnTo>
                    <a:pt x="685802" y="52438"/>
                  </a:lnTo>
                  <a:lnTo>
                    <a:pt x="685355" y="53422"/>
                  </a:lnTo>
                  <a:lnTo>
                    <a:pt x="684916" y="54411"/>
                  </a:lnTo>
                  <a:lnTo>
                    <a:pt x="684485" y="55404"/>
                  </a:lnTo>
                  <a:lnTo>
                    <a:pt x="684062" y="56401"/>
                  </a:lnTo>
                  <a:lnTo>
                    <a:pt x="683499" y="57703"/>
                  </a:lnTo>
                  <a:lnTo>
                    <a:pt x="683038" y="58751"/>
                  </a:lnTo>
                  <a:lnTo>
                    <a:pt x="682641" y="59614"/>
                  </a:lnTo>
                  <a:lnTo>
                    <a:pt x="682271" y="60362"/>
                  </a:lnTo>
                  <a:lnTo>
                    <a:pt x="681889" y="61064"/>
                  </a:lnTo>
                  <a:lnTo>
                    <a:pt x="681458" y="61787"/>
                  </a:lnTo>
                  <a:lnTo>
                    <a:pt x="680941" y="62603"/>
                  </a:lnTo>
                  <a:lnTo>
                    <a:pt x="680301" y="63579"/>
                  </a:lnTo>
                  <a:lnTo>
                    <a:pt x="679499" y="64784"/>
                  </a:lnTo>
                  <a:lnTo>
                    <a:pt x="679139" y="65888"/>
                  </a:lnTo>
                  <a:lnTo>
                    <a:pt x="678788" y="66995"/>
                  </a:lnTo>
                  <a:lnTo>
                    <a:pt x="678443" y="68105"/>
                  </a:lnTo>
                  <a:lnTo>
                    <a:pt x="678105" y="69216"/>
                  </a:lnTo>
                  <a:lnTo>
                    <a:pt x="677773" y="70330"/>
                  </a:lnTo>
                  <a:lnTo>
                    <a:pt x="677448" y="71445"/>
                  </a:lnTo>
                  <a:lnTo>
                    <a:pt x="677128" y="72562"/>
                  </a:lnTo>
                  <a:lnTo>
                    <a:pt x="676813" y="73680"/>
                  </a:lnTo>
                  <a:lnTo>
                    <a:pt x="676532" y="74689"/>
                  </a:lnTo>
                  <a:lnTo>
                    <a:pt x="676249" y="75700"/>
                  </a:lnTo>
                  <a:lnTo>
                    <a:pt x="675965" y="76716"/>
                  </a:lnTo>
                  <a:lnTo>
                    <a:pt x="675679" y="77740"/>
                  </a:lnTo>
                  <a:lnTo>
                    <a:pt x="675391" y="78774"/>
                  </a:lnTo>
                  <a:lnTo>
                    <a:pt x="675121" y="79811"/>
                  </a:lnTo>
                  <a:lnTo>
                    <a:pt x="674855" y="80848"/>
                  </a:lnTo>
                  <a:lnTo>
                    <a:pt x="674595" y="81884"/>
                  </a:lnTo>
                  <a:lnTo>
                    <a:pt x="674340" y="82921"/>
                  </a:lnTo>
                  <a:lnTo>
                    <a:pt x="674090" y="83957"/>
                  </a:lnTo>
                  <a:lnTo>
                    <a:pt x="673846" y="84995"/>
                  </a:lnTo>
                  <a:lnTo>
                    <a:pt x="673606" y="86035"/>
                  </a:lnTo>
                  <a:lnTo>
                    <a:pt x="673372" y="87076"/>
                  </a:lnTo>
                  <a:lnTo>
                    <a:pt x="673142" y="88119"/>
                  </a:lnTo>
                  <a:lnTo>
                    <a:pt x="672918" y="89165"/>
                  </a:lnTo>
                  <a:lnTo>
                    <a:pt x="672700" y="90214"/>
                  </a:lnTo>
                  <a:lnTo>
                    <a:pt x="672441" y="91409"/>
                  </a:lnTo>
                  <a:lnTo>
                    <a:pt x="672169" y="92534"/>
                  </a:lnTo>
                  <a:lnTo>
                    <a:pt x="671878" y="93607"/>
                  </a:lnTo>
                  <a:lnTo>
                    <a:pt x="671563" y="94646"/>
                  </a:lnTo>
                  <a:lnTo>
                    <a:pt x="671219" y="95668"/>
                  </a:lnTo>
                  <a:lnTo>
                    <a:pt x="670839" y="96692"/>
                  </a:lnTo>
                  <a:lnTo>
                    <a:pt x="670417" y="97735"/>
                  </a:lnTo>
                  <a:lnTo>
                    <a:pt x="669949" y="98815"/>
                  </a:lnTo>
                  <a:lnTo>
                    <a:pt x="669427" y="99950"/>
                  </a:lnTo>
                  <a:lnTo>
                    <a:pt x="668988" y="100934"/>
                  </a:lnTo>
                  <a:lnTo>
                    <a:pt x="668589" y="101927"/>
                  </a:lnTo>
                  <a:lnTo>
                    <a:pt x="668228" y="102929"/>
                  </a:lnTo>
                  <a:lnTo>
                    <a:pt x="667902" y="103940"/>
                  </a:lnTo>
                  <a:lnTo>
                    <a:pt x="667609" y="104959"/>
                  </a:lnTo>
                  <a:lnTo>
                    <a:pt x="667346" y="105984"/>
                  </a:lnTo>
                  <a:lnTo>
                    <a:pt x="667110" y="107017"/>
                  </a:lnTo>
                  <a:lnTo>
                    <a:pt x="666898" y="108055"/>
                  </a:lnTo>
                  <a:lnTo>
                    <a:pt x="666709" y="109098"/>
                  </a:lnTo>
                  <a:lnTo>
                    <a:pt x="666539" y="110147"/>
                  </a:lnTo>
                  <a:lnTo>
                    <a:pt x="666385" y="111199"/>
                  </a:lnTo>
                  <a:lnTo>
                    <a:pt x="666246" y="112255"/>
                  </a:lnTo>
                  <a:lnTo>
                    <a:pt x="666117" y="113314"/>
                  </a:lnTo>
                  <a:lnTo>
                    <a:pt x="665997" y="114375"/>
                  </a:lnTo>
                  <a:lnTo>
                    <a:pt x="665884" y="115438"/>
                  </a:lnTo>
                  <a:lnTo>
                    <a:pt x="665773" y="116502"/>
                  </a:lnTo>
                  <a:lnTo>
                    <a:pt x="665663" y="117566"/>
                  </a:lnTo>
                  <a:lnTo>
                    <a:pt x="665551" y="118631"/>
                  </a:lnTo>
                  <a:lnTo>
                    <a:pt x="665435" y="119694"/>
                  </a:lnTo>
                  <a:lnTo>
                    <a:pt x="665196" y="121081"/>
                  </a:lnTo>
                  <a:lnTo>
                    <a:pt x="664984" y="122172"/>
                  </a:lnTo>
                  <a:lnTo>
                    <a:pt x="664758" y="123063"/>
                  </a:lnTo>
                  <a:lnTo>
                    <a:pt x="664480" y="123852"/>
                  </a:lnTo>
                  <a:lnTo>
                    <a:pt x="664109" y="124634"/>
                  </a:lnTo>
                  <a:lnTo>
                    <a:pt x="663605" y="125505"/>
                  </a:lnTo>
                  <a:lnTo>
                    <a:pt x="662929" y="126561"/>
                  </a:lnTo>
                  <a:lnTo>
                    <a:pt x="662041" y="127899"/>
                  </a:lnTo>
                  <a:lnTo>
                    <a:pt x="661695" y="128927"/>
                  </a:lnTo>
                  <a:lnTo>
                    <a:pt x="661361" y="129957"/>
                  </a:lnTo>
                  <a:lnTo>
                    <a:pt x="661038" y="130990"/>
                  </a:lnTo>
                  <a:lnTo>
                    <a:pt x="660726" y="132024"/>
                  </a:lnTo>
                  <a:lnTo>
                    <a:pt x="660425" y="133062"/>
                  </a:lnTo>
                  <a:lnTo>
                    <a:pt x="660134" y="134101"/>
                  </a:lnTo>
                  <a:lnTo>
                    <a:pt x="659853" y="135143"/>
                  </a:lnTo>
                  <a:lnTo>
                    <a:pt x="659582" y="136187"/>
                  </a:lnTo>
                  <a:lnTo>
                    <a:pt x="659320" y="137232"/>
                  </a:lnTo>
                  <a:lnTo>
                    <a:pt x="659067" y="138280"/>
                  </a:lnTo>
                  <a:lnTo>
                    <a:pt x="658822" y="139330"/>
                  </a:lnTo>
                  <a:lnTo>
                    <a:pt x="658585" y="140381"/>
                  </a:lnTo>
                  <a:lnTo>
                    <a:pt x="658356" y="141434"/>
                  </a:lnTo>
                  <a:lnTo>
                    <a:pt x="658134" y="142489"/>
                  </a:lnTo>
                  <a:lnTo>
                    <a:pt x="657919" y="143545"/>
                  </a:lnTo>
                  <a:lnTo>
                    <a:pt x="657711" y="144604"/>
                  </a:lnTo>
                  <a:lnTo>
                    <a:pt x="657509" y="145663"/>
                  </a:lnTo>
                  <a:lnTo>
                    <a:pt x="657312" y="146724"/>
                  </a:lnTo>
                  <a:lnTo>
                    <a:pt x="657121" y="147786"/>
                  </a:lnTo>
                  <a:lnTo>
                    <a:pt x="656935" y="148850"/>
                  </a:lnTo>
                  <a:lnTo>
                    <a:pt x="656754" y="149915"/>
                  </a:lnTo>
                  <a:lnTo>
                    <a:pt x="656577" y="150981"/>
                  </a:lnTo>
                  <a:lnTo>
                    <a:pt x="656404" y="152048"/>
                  </a:lnTo>
                  <a:lnTo>
                    <a:pt x="656234" y="153116"/>
                  </a:lnTo>
                  <a:lnTo>
                    <a:pt x="656068" y="154185"/>
                  </a:lnTo>
                  <a:lnTo>
                    <a:pt x="655904" y="155255"/>
                  </a:lnTo>
                  <a:lnTo>
                    <a:pt x="655658" y="156754"/>
                  </a:lnTo>
                  <a:lnTo>
                    <a:pt x="655472" y="157835"/>
                  </a:lnTo>
                  <a:lnTo>
                    <a:pt x="655312" y="158668"/>
                  </a:lnTo>
                  <a:lnTo>
                    <a:pt x="655143" y="159423"/>
                  </a:lnTo>
                  <a:lnTo>
                    <a:pt x="654928" y="160269"/>
                  </a:lnTo>
                  <a:lnTo>
                    <a:pt x="654633" y="161377"/>
                  </a:lnTo>
                  <a:lnTo>
                    <a:pt x="654408" y="162434"/>
                  </a:lnTo>
                  <a:lnTo>
                    <a:pt x="654223" y="163494"/>
                  </a:lnTo>
                  <a:lnTo>
                    <a:pt x="654074" y="164556"/>
                  </a:lnTo>
                  <a:lnTo>
                    <a:pt x="653957" y="165620"/>
                  </a:lnTo>
                  <a:lnTo>
                    <a:pt x="653869" y="166686"/>
                  </a:lnTo>
                  <a:lnTo>
                    <a:pt x="653805" y="167755"/>
                  </a:lnTo>
                  <a:lnTo>
                    <a:pt x="653762" y="168825"/>
                  </a:lnTo>
                  <a:lnTo>
                    <a:pt x="653735" y="169897"/>
                  </a:lnTo>
                  <a:lnTo>
                    <a:pt x="653721" y="170971"/>
                  </a:lnTo>
                  <a:lnTo>
                    <a:pt x="653715" y="172046"/>
                  </a:lnTo>
                  <a:lnTo>
                    <a:pt x="653714" y="173122"/>
                  </a:lnTo>
                  <a:lnTo>
                    <a:pt x="653714" y="174199"/>
                  </a:lnTo>
                  <a:lnTo>
                    <a:pt x="653711" y="175277"/>
                  </a:lnTo>
                  <a:lnTo>
                    <a:pt x="653703" y="176365"/>
                  </a:lnTo>
                  <a:lnTo>
                    <a:pt x="653696" y="177461"/>
                  </a:lnTo>
                  <a:lnTo>
                    <a:pt x="653689" y="178572"/>
                  </a:lnTo>
                  <a:lnTo>
                    <a:pt x="653682" y="179723"/>
                  </a:lnTo>
                  <a:lnTo>
                    <a:pt x="653677" y="180874"/>
                  </a:lnTo>
                  <a:lnTo>
                    <a:pt x="653672" y="182025"/>
                  </a:lnTo>
                  <a:lnTo>
                    <a:pt x="653668" y="183176"/>
                  </a:lnTo>
                  <a:lnTo>
                    <a:pt x="653665" y="184328"/>
                  </a:lnTo>
                  <a:lnTo>
                    <a:pt x="653662" y="185479"/>
                  </a:lnTo>
                  <a:lnTo>
                    <a:pt x="653657" y="186521"/>
                  </a:lnTo>
                  <a:lnTo>
                    <a:pt x="653650" y="187562"/>
                  </a:lnTo>
                  <a:lnTo>
                    <a:pt x="653643" y="188604"/>
                  </a:lnTo>
                  <a:lnTo>
                    <a:pt x="653634" y="189645"/>
                  </a:lnTo>
                  <a:lnTo>
                    <a:pt x="653624" y="190686"/>
                  </a:lnTo>
                  <a:lnTo>
                    <a:pt x="653613" y="191728"/>
                  </a:lnTo>
                  <a:lnTo>
                    <a:pt x="653601" y="192769"/>
                  </a:lnTo>
                  <a:lnTo>
                    <a:pt x="653589" y="193811"/>
                  </a:lnTo>
                  <a:lnTo>
                    <a:pt x="653576" y="194852"/>
                  </a:lnTo>
                  <a:lnTo>
                    <a:pt x="653564" y="195893"/>
                  </a:lnTo>
                  <a:lnTo>
                    <a:pt x="653548" y="198291"/>
                  </a:lnTo>
                  <a:lnTo>
                    <a:pt x="653534" y="200561"/>
                  </a:lnTo>
                  <a:lnTo>
                    <a:pt x="653523" y="202706"/>
                  </a:lnTo>
                  <a:lnTo>
                    <a:pt x="653515" y="204731"/>
                  </a:lnTo>
                  <a:lnTo>
                    <a:pt x="653511" y="206641"/>
                  </a:lnTo>
                  <a:lnTo>
                    <a:pt x="653511" y="208440"/>
                  </a:lnTo>
                  <a:lnTo>
                    <a:pt x="653517" y="210133"/>
                  </a:lnTo>
                  <a:lnTo>
                    <a:pt x="653529" y="211723"/>
                  </a:lnTo>
                  <a:lnTo>
                    <a:pt x="653549" y="213216"/>
                  </a:lnTo>
                  <a:lnTo>
                    <a:pt x="653576" y="214616"/>
                  </a:lnTo>
                  <a:lnTo>
                    <a:pt x="653611" y="215928"/>
                  </a:lnTo>
                  <a:lnTo>
                    <a:pt x="653656" y="217155"/>
                  </a:lnTo>
                  <a:lnTo>
                    <a:pt x="653712" y="218303"/>
                  </a:lnTo>
                  <a:lnTo>
                    <a:pt x="653778" y="219376"/>
                  </a:lnTo>
                  <a:lnTo>
                    <a:pt x="653856" y="220377"/>
                  </a:lnTo>
                  <a:lnTo>
                    <a:pt x="653946" y="221313"/>
                  </a:lnTo>
                  <a:lnTo>
                    <a:pt x="654049" y="222186"/>
                  </a:lnTo>
                  <a:lnTo>
                    <a:pt x="654167" y="223003"/>
                  </a:lnTo>
                  <a:lnTo>
                    <a:pt x="654299" y="223766"/>
                  </a:lnTo>
                  <a:lnTo>
                    <a:pt x="654447" y="224481"/>
                  </a:lnTo>
                  <a:lnTo>
                    <a:pt x="654611" y="225152"/>
                  </a:lnTo>
                  <a:lnTo>
                    <a:pt x="654792" y="225783"/>
                  </a:lnTo>
                  <a:lnTo>
                    <a:pt x="654991" y="226379"/>
                  </a:lnTo>
                  <a:lnTo>
                    <a:pt x="655209" y="226945"/>
                  </a:lnTo>
                  <a:lnTo>
                    <a:pt x="655446" y="227485"/>
                  </a:lnTo>
                  <a:lnTo>
                    <a:pt x="655704" y="228002"/>
                  </a:lnTo>
                  <a:lnTo>
                    <a:pt x="655982" y="228503"/>
                  </a:lnTo>
                  <a:lnTo>
                    <a:pt x="656282" y="228991"/>
                  </a:lnTo>
                  <a:lnTo>
                    <a:pt x="656604" y="229470"/>
                  </a:lnTo>
                  <a:lnTo>
                    <a:pt x="656950" y="229946"/>
                  </a:lnTo>
                  <a:lnTo>
                    <a:pt x="657320" y="230422"/>
                  </a:lnTo>
                  <a:lnTo>
                    <a:pt x="657715" y="230904"/>
                  </a:lnTo>
                  <a:lnTo>
                    <a:pt x="658135" y="231395"/>
                  </a:lnTo>
                  <a:lnTo>
                    <a:pt x="658582" y="231899"/>
                  </a:lnTo>
                  <a:lnTo>
                    <a:pt x="659055" y="232423"/>
                  </a:lnTo>
                  <a:lnTo>
                    <a:pt x="659557" y="232969"/>
                  </a:lnTo>
                  <a:lnTo>
                    <a:pt x="660087" y="233542"/>
                  </a:lnTo>
                  <a:lnTo>
                    <a:pt x="661057" y="234429"/>
                  </a:lnTo>
                  <a:lnTo>
                    <a:pt x="662041" y="235330"/>
                  </a:lnTo>
                  <a:lnTo>
                    <a:pt x="662583" y="236625"/>
                  </a:lnTo>
                  <a:lnTo>
                    <a:pt x="662975" y="237588"/>
                  </a:lnTo>
                  <a:lnTo>
                    <a:pt x="663280" y="238395"/>
                  </a:lnTo>
                  <a:lnTo>
                    <a:pt x="663562" y="239220"/>
                  </a:lnTo>
                  <a:lnTo>
                    <a:pt x="663883" y="240238"/>
                  </a:lnTo>
                  <a:lnTo>
                    <a:pt x="664307" y="241624"/>
                  </a:lnTo>
                  <a:lnTo>
                    <a:pt x="664645" y="242711"/>
                  </a:lnTo>
                  <a:lnTo>
                    <a:pt x="664985" y="243805"/>
                  </a:lnTo>
                  <a:lnTo>
                    <a:pt x="665330" y="244914"/>
                  </a:lnTo>
                  <a:lnTo>
                    <a:pt x="665697" y="246155"/>
                  </a:lnTo>
                  <a:lnTo>
                    <a:pt x="666070" y="247416"/>
                  </a:lnTo>
                  <a:lnTo>
                    <a:pt x="667403" y="247416"/>
                  </a:lnTo>
                  <a:lnTo>
                    <a:pt x="668756" y="247416"/>
                  </a:lnTo>
                  <a:lnTo>
                    <a:pt x="668756" y="248556"/>
                  </a:lnTo>
                  <a:lnTo>
                    <a:pt x="668756" y="249697"/>
                  </a:lnTo>
                  <a:lnTo>
                    <a:pt x="668756" y="250841"/>
                  </a:lnTo>
                  <a:lnTo>
                    <a:pt x="668756" y="251989"/>
                  </a:lnTo>
                  <a:lnTo>
                    <a:pt x="668756" y="253143"/>
                  </a:lnTo>
                  <a:lnTo>
                    <a:pt x="668756" y="254304"/>
                  </a:lnTo>
                  <a:lnTo>
                    <a:pt x="668756" y="255473"/>
                  </a:lnTo>
                  <a:lnTo>
                    <a:pt x="669820" y="255473"/>
                  </a:lnTo>
                  <a:lnTo>
                    <a:pt x="670886" y="255473"/>
                  </a:lnTo>
                  <a:lnTo>
                    <a:pt x="671958" y="255473"/>
                  </a:lnTo>
                  <a:lnTo>
                    <a:pt x="673037" y="255473"/>
                  </a:lnTo>
                  <a:lnTo>
                    <a:pt x="674127" y="255473"/>
                  </a:lnTo>
                  <a:lnTo>
                    <a:pt x="674246" y="254763"/>
                  </a:lnTo>
                  <a:lnTo>
                    <a:pt x="674604" y="252619"/>
                  </a:lnTo>
                  <a:lnTo>
                    <a:pt x="674850" y="251580"/>
                  </a:lnTo>
                  <a:lnTo>
                    <a:pt x="675115" y="250557"/>
                  </a:lnTo>
                  <a:lnTo>
                    <a:pt x="675399" y="249549"/>
                  </a:lnTo>
                  <a:lnTo>
                    <a:pt x="675700" y="248553"/>
                  </a:lnTo>
                  <a:lnTo>
                    <a:pt x="676017" y="247566"/>
                  </a:lnTo>
                  <a:lnTo>
                    <a:pt x="676349" y="246586"/>
                  </a:lnTo>
                  <a:lnTo>
                    <a:pt x="676694" y="245610"/>
                  </a:lnTo>
                  <a:lnTo>
                    <a:pt x="677051" y="244636"/>
                  </a:lnTo>
                  <a:lnTo>
                    <a:pt x="677419" y="243661"/>
                  </a:lnTo>
                  <a:lnTo>
                    <a:pt x="677797" y="242681"/>
                  </a:lnTo>
                  <a:lnTo>
                    <a:pt x="678182" y="241696"/>
                  </a:lnTo>
                  <a:lnTo>
                    <a:pt x="678575" y="240701"/>
                  </a:lnTo>
                  <a:lnTo>
                    <a:pt x="678939" y="239693"/>
                  </a:lnTo>
                  <a:lnTo>
                    <a:pt x="679293" y="238685"/>
                  </a:lnTo>
                  <a:lnTo>
                    <a:pt x="679635" y="237676"/>
                  </a:lnTo>
                  <a:lnTo>
                    <a:pt x="679967" y="236666"/>
                  </a:lnTo>
                  <a:lnTo>
                    <a:pt x="680288" y="235655"/>
                  </a:lnTo>
                  <a:lnTo>
                    <a:pt x="680599" y="234644"/>
                  </a:lnTo>
                  <a:lnTo>
                    <a:pt x="680901" y="233632"/>
                  </a:lnTo>
                  <a:lnTo>
                    <a:pt x="681194" y="232618"/>
                  </a:lnTo>
                  <a:lnTo>
                    <a:pt x="681478" y="231604"/>
                  </a:lnTo>
                  <a:lnTo>
                    <a:pt x="681754" y="230589"/>
                  </a:lnTo>
                  <a:lnTo>
                    <a:pt x="682021" y="229572"/>
                  </a:lnTo>
                  <a:lnTo>
                    <a:pt x="682281" y="228554"/>
                  </a:lnTo>
                  <a:lnTo>
                    <a:pt x="682534" y="227534"/>
                  </a:lnTo>
                  <a:lnTo>
                    <a:pt x="682779" y="226513"/>
                  </a:lnTo>
                  <a:lnTo>
                    <a:pt x="683018" y="225490"/>
                  </a:lnTo>
                  <a:lnTo>
                    <a:pt x="683250" y="224465"/>
                  </a:lnTo>
                  <a:lnTo>
                    <a:pt x="683477" y="223439"/>
                  </a:lnTo>
                  <a:lnTo>
                    <a:pt x="683698" y="222411"/>
                  </a:lnTo>
                  <a:lnTo>
                    <a:pt x="683914" y="221381"/>
                  </a:lnTo>
                  <a:lnTo>
                    <a:pt x="684125" y="220349"/>
                  </a:lnTo>
                  <a:lnTo>
                    <a:pt x="684332" y="219314"/>
                  </a:lnTo>
                  <a:lnTo>
                    <a:pt x="684534" y="218278"/>
                  </a:lnTo>
                  <a:lnTo>
                    <a:pt x="684733" y="217239"/>
                  </a:lnTo>
                  <a:lnTo>
                    <a:pt x="684929" y="216197"/>
                  </a:lnTo>
                  <a:lnTo>
                    <a:pt x="685121" y="215153"/>
                  </a:lnTo>
                  <a:lnTo>
                    <a:pt x="685311" y="214107"/>
                  </a:lnTo>
                  <a:lnTo>
                    <a:pt x="685498" y="213058"/>
                  </a:lnTo>
                  <a:lnTo>
                    <a:pt x="685684" y="212006"/>
                  </a:lnTo>
                  <a:lnTo>
                    <a:pt x="685868" y="210951"/>
                  </a:lnTo>
                  <a:lnTo>
                    <a:pt x="686072" y="209777"/>
                  </a:lnTo>
                  <a:lnTo>
                    <a:pt x="686278" y="208594"/>
                  </a:lnTo>
                  <a:lnTo>
                    <a:pt x="686486" y="207397"/>
                  </a:lnTo>
                  <a:lnTo>
                    <a:pt x="686662" y="206341"/>
                  </a:lnTo>
                  <a:lnTo>
                    <a:pt x="686838" y="205278"/>
                  </a:lnTo>
                  <a:lnTo>
                    <a:pt x="687018" y="204200"/>
                  </a:lnTo>
                  <a:lnTo>
                    <a:pt x="687350" y="202767"/>
                  </a:lnTo>
                  <a:lnTo>
                    <a:pt x="687657" y="201895"/>
                  </a:lnTo>
                  <a:lnTo>
                    <a:pt x="688114" y="201229"/>
                  </a:lnTo>
                  <a:lnTo>
                    <a:pt x="688899" y="200415"/>
                  </a:lnTo>
                  <a:lnTo>
                    <a:pt x="689974" y="200367"/>
                  </a:lnTo>
                  <a:lnTo>
                    <a:pt x="691049" y="200337"/>
                  </a:lnTo>
                  <a:lnTo>
                    <a:pt x="692122" y="200320"/>
                  </a:lnTo>
                  <a:lnTo>
                    <a:pt x="693195" y="200316"/>
                  </a:lnTo>
                  <a:lnTo>
                    <a:pt x="694268" y="200322"/>
                  </a:lnTo>
                  <a:lnTo>
                    <a:pt x="695341" y="200335"/>
                  </a:lnTo>
                  <a:lnTo>
                    <a:pt x="696415" y="200354"/>
                  </a:lnTo>
                  <a:lnTo>
                    <a:pt x="697489" y="200375"/>
                  </a:lnTo>
                  <a:lnTo>
                    <a:pt x="698565" y="200396"/>
                  </a:lnTo>
                  <a:lnTo>
                    <a:pt x="699642" y="200415"/>
                  </a:lnTo>
                  <a:lnTo>
                    <a:pt x="699655" y="201496"/>
                  </a:lnTo>
                  <a:lnTo>
                    <a:pt x="699667" y="202576"/>
                  </a:lnTo>
                  <a:lnTo>
                    <a:pt x="699679" y="203657"/>
                  </a:lnTo>
                  <a:lnTo>
                    <a:pt x="699689" y="204737"/>
                  </a:lnTo>
                  <a:lnTo>
                    <a:pt x="699699" y="205817"/>
                  </a:lnTo>
                  <a:lnTo>
                    <a:pt x="699708" y="206898"/>
                  </a:lnTo>
                  <a:lnTo>
                    <a:pt x="699717" y="207978"/>
                  </a:lnTo>
                  <a:lnTo>
                    <a:pt x="699725" y="209059"/>
                  </a:lnTo>
                  <a:lnTo>
                    <a:pt x="699731" y="209587"/>
                  </a:lnTo>
                  <a:lnTo>
                    <a:pt x="699737" y="210269"/>
                  </a:lnTo>
                  <a:lnTo>
                    <a:pt x="699750" y="211562"/>
                  </a:lnTo>
                  <a:lnTo>
                    <a:pt x="699774" y="213922"/>
                  </a:lnTo>
                  <a:lnTo>
                    <a:pt x="699699" y="215860"/>
                  </a:lnTo>
                  <a:lnTo>
                    <a:pt x="699584" y="217105"/>
                  </a:lnTo>
                  <a:lnTo>
                    <a:pt x="699360" y="217910"/>
                  </a:lnTo>
                  <a:lnTo>
                    <a:pt x="698955" y="218528"/>
                  </a:lnTo>
                  <a:lnTo>
                    <a:pt x="698299" y="219215"/>
                  </a:lnTo>
                  <a:lnTo>
                    <a:pt x="698044" y="220302"/>
                  </a:lnTo>
                  <a:lnTo>
                    <a:pt x="697800" y="221391"/>
                  </a:lnTo>
                  <a:lnTo>
                    <a:pt x="697567" y="222483"/>
                  </a:lnTo>
                  <a:lnTo>
                    <a:pt x="697342" y="223576"/>
                  </a:lnTo>
                  <a:lnTo>
                    <a:pt x="697124" y="224670"/>
                  </a:lnTo>
                  <a:lnTo>
                    <a:pt x="696881" y="225779"/>
                  </a:lnTo>
                  <a:lnTo>
                    <a:pt x="696623" y="226875"/>
                  </a:lnTo>
                  <a:lnTo>
                    <a:pt x="696351" y="227959"/>
                  </a:lnTo>
                  <a:lnTo>
                    <a:pt x="696064" y="229032"/>
                  </a:lnTo>
                  <a:lnTo>
                    <a:pt x="695764" y="230098"/>
                  </a:lnTo>
                  <a:lnTo>
                    <a:pt x="695450" y="231156"/>
                  </a:lnTo>
                  <a:lnTo>
                    <a:pt x="695122" y="232208"/>
                  </a:lnTo>
                  <a:lnTo>
                    <a:pt x="694781" y="233256"/>
                  </a:lnTo>
                  <a:lnTo>
                    <a:pt x="694428" y="234302"/>
                  </a:lnTo>
                  <a:lnTo>
                    <a:pt x="694062" y="235346"/>
                  </a:lnTo>
                  <a:lnTo>
                    <a:pt x="693683" y="236391"/>
                  </a:lnTo>
                  <a:lnTo>
                    <a:pt x="693293" y="237438"/>
                  </a:lnTo>
                  <a:lnTo>
                    <a:pt x="692890" y="238488"/>
                  </a:lnTo>
                  <a:lnTo>
                    <a:pt x="692476" y="239542"/>
                  </a:lnTo>
                  <a:lnTo>
                    <a:pt x="692127" y="240580"/>
                  </a:lnTo>
                  <a:lnTo>
                    <a:pt x="691815" y="241619"/>
                  </a:lnTo>
                  <a:lnTo>
                    <a:pt x="691536" y="242661"/>
                  </a:lnTo>
                  <a:lnTo>
                    <a:pt x="691289" y="243706"/>
                  </a:lnTo>
                  <a:lnTo>
                    <a:pt x="691068" y="244756"/>
                  </a:lnTo>
                  <a:lnTo>
                    <a:pt x="690870" y="245811"/>
                  </a:lnTo>
                  <a:lnTo>
                    <a:pt x="690692" y="246872"/>
                  </a:lnTo>
                  <a:lnTo>
                    <a:pt x="690530" y="247940"/>
                  </a:lnTo>
                  <a:lnTo>
                    <a:pt x="690381" y="249017"/>
                  </a:lnTo>
                  <a:lnTo>
                    <a:pt x="690242" y="250102"/>
                  </a:lnTo>
                  <a:lnTo>
                    <a:pt x="688909" y="250102"/>
                  </a:lnTo>
                  <a:lnTo>
                    <a:pt x="687556" y="250102"/>
                  </a:lnTo>
                  <a:lnTo>
                    <a:pt x="687382" y="251226"/>
                  </a:lnTo>
                  <a:lnTo>
                    <a:pt x="687204" y="252367"/>
                  </a:lnTo>
                  <a:lnTo>
                    <a:pt x="686832" y="253432"/>
                  </a:lnTo>
                  <a:lnTo>
                    <a:pt x="686419" y="254432"/>
                  </a:lnTo>
                  <a:lnTo>
                    <a:pt x="685967" y="255377"/>
                  </a:lnTo>
                  <a:lnTo>
                    <a:pt x="685476" y="256277"/>
                  </a:lnTo>
                  <a:lnTo>
                    <a:pt x="684949" y="257143"/>
                  </a:lnTo>
                  <a:lnTo>
                    <a:pt x="684387" y="257984"/>
                  </a:lnTo>
                  <a:lnTo>
                    <a:pt x="683791" y="258811"/>
                  </a:lnTo>
                  <a:lnTo>
                    <a:pt x="683162" y="259635"/>
                  </a:lnTo>
                  <a:lnTo>
                    <a:pt x="682502" y="260465"/>
                  </a:lnTo>
                  <a:lnTo>
                    <a:pt x="681812" y="261313"/>
                  </a:lnTo>
                  <a:lnTo>
                    <a:pt x="681093" y="262188"/>
                  </a:lnTo>
                  <a:lnTo>
                    <a:pt x="680400" y="263039"/>
                  </a:lnTo>
                  <a:lnTo>
                    <a:pt x="679705" y="263895"/>
                  </a:lnTo>
                  <a:lnTo>
                    <a:pt x="679005" y="264757"/>
                  </a:lnTo>
                  <a:lnTo>
                    <a:pt x="678297" y="265628"/>
                  </a:lnTo>
                  <a:lnTo>
                    <a:pt x="677242" y="266848"/>
                  </a:lnTo>
                  <a:lnTo>
                    <a:pt x="676432" y="267769"/>
                  </a:lnTo>
                  <a:lnTo>
                    <a:pt x="675767" y="268494"/>
                  </a:lnTo>
                  <a:lnTo>
                    <a:pt x="675145" y="269126"/>
                  </a:lnTo>
                  <a:lnTo>
                    <a:pt x="674467" y="269766"/>
                  </a:lnTo>
                  <a:lnTo>
                    <a:pt x="673631" y="270518"/>
                  </a:lnTo>
                  <a:lnTo>
                    <a:pt x="672537" y="271483"/>
                  </a:lnTo>
                  <a:lnTo>
                    <a:pt x="671738" y="272457"/>
                  </a:lnTo>
                  <a:lnTo>
                    <a:pt x="671067" y="273402"/>
                  </a:lnTo>
                  <a:lnTo>
                    <a:pt x="670509" y="274329"/>
                  </a:lnTo>
                  <a:lnTo>
                    <a:pt x="670050" y="275252"/>
                  </a:lnTo>
                  <a:lnTo>
                    <a:pt x="669677" y="276184"/>
                  </a:lnTo>
                  <a:lnTo>
                    <a:pt x="669374" y="277137"/>
                  </a:lnTo>
                  <a:lnTo>
                    <a:pt x="669128" y="278124"/>
                  </a:lnTo>
                  <a:lnTo>
                    <a:pt x="668924" y="279158"/>
                  </a:lnTo>
                  <a:lnTo>
                    <a:pt x="668747" y="280251"/>
                  </a:lnTo>
                  <a:lnTo>
                    <a:pt x="668584" y="281416"/>
                  </a:lnTo>
                  <a:lnTo>
                    <a:pt x="668420" y="282666"/>
                  </a:lnTo>
                  <a:lnTo>
                    <a:pt x="668354" y="283142"/>
                  </a:lnTo>
                  <a:lnTo>
                    <a:pt x="668268" y="283757"/>
                  </a:lnTo>
                  <a:lnTo>
                    <a:pt x="668107" y="284923"/>
                  </a:lnTo>
                  <a:lnTo>
                    <a:pt x="667812" y="287051"/>
                  </a:lnTo>
                  <a:lnTo>
                    <a:pt x="667680" y="288153"/>
                  </a:lnTo>
                  <a:lnTo>
                    <a:pt x="667547" y="289263"/>
                  </a:lnTo>
                  <a:lnTo>
                    <a:pt x="667413" y="290388"/>
                  </a:lnTo>
                  <a:lnTo>
                    <a:pt x="666080" y="290388"/>
                  </a:lnTo>
                  <a:lnTo>
                    <a:pt x="664727" y="290388"/>
                  </a:lnTo>
                  <a:lnTo>
                    <a:pt x="664477" y="291679"/>
                  </a:lnTo>
                  <a:lnTo>
                    <a:pt x="664223" y="292989"/>
                  </a:lnTo>
                  <a:lnTo>
                    <a:pt x="664133" y="293436"/>
                  </a:lnTo>
                  <a:lnTo>
                    <a:pt x="664015" y="294013"/>
                  </a:lnTo>
                  <a:lnTo>
                    <a:pt x="663792" y="295107"/>
                  </a:lnTo>
                  <a:lnTo>
                    <a:pt x="663384" y="297102"/>
                  </a:lnTo>
                  <a:lnTo>
                    <a:pt x="663160" y="298472"/>
                  </a:lnTo>
                  <a:lnTo>
                    <a:pt x="662933" y="299861"/>
                  </a:lnTo>
                  <a:lnTo>
                    <a:pt x="662711" y="301003"/>
                  </a:lnTo>
                  <a:lnTo>
                    <a:pt x="662472" y="302109"/>
                  </a:lnTo>
                  <a:lnTo>
                    <a:pt x="662213" y="303182"/>
                  </a:lnTo>
                  <a:lnTo>
                    <a:pt x="661934" y="304225"/>
                  </a:lnTo>
                  <a:lnTo>
                    <a:pt x="661635" y="305242"/>
                  </a:lnTo>
                  <a:lnTo>
                    <a:pt x="661314" y="306236"/>
                  </a:lnTo>
                  <a:lnTo>
                    <a:pt x="660971" y="307210"/>
                  </a:lnTo>
                  <a:lnTo>
                    <a:pt x="660604" y="308167"/>
                  </a:lnTo>
                  <a:lnTo>
                    <a:pt x="660214" y="309111"/>
                  </a:lnTo>
                  <a:lnTo>
                    <a:pt x="659798" y="310044"/>
                  </a:lnTo>
                  <a:lnTo>
                    <a:pt x="659357" y="310970"/>
                  </a:lnTo>
                  <a:lnTo>
                    <a:pt x="658889" y="311892"/>
                  </a:lnTo>
                  <a:lnTo>
                    <a:pt x="658393" y="312813"/>
                  </a:lnTo>
                  <a:lnTo>
                    <a:pt x="657869" y="313737"/>
                  </a:lnTo>
                  <a:lnTo>
                    <a:pt x="657316" y="314666"/>
                  </a:lnTo>
                  <a:lnTo>
                    <a:pt x="656733" y="315604"/>
                  </a:lnTo>
                  <a:lnTo>
                    <a:pt x="656119" y="316553"/>
                  </a:lnTo>
                  <a:lnTo>
                    <a:pt x="655473" y="317518"/>
                  </a:lnTo>
                  <a:lnTo>
                    <a:pt x="654905" y="318498"/>
                  </a:lnTo>
                  <a:lnTo>
                    <a:pt x="654416" y="319467"/>
                  </a:lnTo>
                  <a:lnTo>
                    <a:pt x="653999" y="320434"/>
                  </a:lnTo>
                  <a:lnTo>
                    <a:pt x="653647" y="321406"/>
                  </a:lnTo>
                  <a:lnTo>
                    <a:pt x="653354" y="322394"/>
                  </a:lnTo>
                  <a:lnTo>
                    <a:pt x="653113" y="323403"/>
                  </a:lnTo>
                  <a:lnTo>
                    <a:pt x="652918" y="324443"/>
                  </a:lnTo>
                  <a:lnTo>
                    <a:pt x="652763" y="325521"/>
                  </a:lnTo>
                  <a:lnTo>
                    <a:pt x="652641" y="326646"/>
                  </a:lnTo>
                  <a:lnTo>
                    <a:pt x="651308" y="326646"/>
                  </a:lnTo>
                  <a:lnTo>
                    <a:pt x="649955" y="326646"/>
                  </a:lnTo>
                  <a:lnTo>
                    <a:pt x="649705" y="327314"/>
                  </a:lnTo>
                  <a:lnTo>
                    <a:pt x="648948" y="329332"/>
                  </a:lnTo>
                  <a:lnTo>
                    <a:pt x="648522" y="330340"/>
                  </a:lnTo>
                  <a:lnTo>
                    <a:pt x="648088" y="331342"/>
                  </a:lnTo>
                  <a:lnTo>
                    <a:pt x="647646" y="332341"/>
                  </a:lnTo>
                  <a:lnTo>
                    <a:pt x="647195" y="333334"/>
                  </a:lnTo>
                  <a:lnTo>
                    <a:pt x="646738" y="334324"/>
                  </a:lnTo>
                  <a:lnTo>
                    <a:pt x="646274" y="335311"/>
                  </a:lnTo>
                  <a:lnTo>
                    <a:pt x="645805" y="336294"/>
                  </a:lnTo>
                  <a:lnTo>
                    <a:pt x="645329" y="337275"/>
                  </a:lnTo>
                  <a:lnTo>
                    <a:pt x="644849" y="338254"/>
                  </a:lnTo>
                  <a:lnTo>
                    <a:pt x="644365" y="339231"/>
                  </a:lnTo>
                  <a:lnTo>
                    <a:pt x="643877" y="340206"/>
                  </a:lnTo>
                  <a:lnTo>
                    <a:pt x="643386" y="341181"/>
                  </a:lnTo>
                  <a:lnTo>
                    <a:pt x="642892" y="342155"/>
                  </a:lnTo>
                  <a:lnTo>
                    <a:pt x="642396" y="343129"/>
                  </a:lnTo>
                  <a:lnTo>
                    <a:pt x="641898" y="344103"/>
                  </a:lnTo>
                  <a:lnTo>
                    <a:pt x="640565" y="344103"/>
                  </a:lnTo>
                  <a:lnTo>
                    <a:pt x="639212" y="344103"/>
                  </a:lnTo>
                  <a:lnTo>
                    <a:pt x="638879" y="345296"/>
                  </a:lnTo>
                  <a:lnTo>
                    <a:pt x="638544" y="346496"/>
                  </a:lnTo>
                  <a:lnTo>
                    <a:pt x="638205" y="347712"/>
                  </a:lnTo>
                  <a:lnTo>
                    <a:pt x="637755" y="348840"/>
                  </a:lnTo>
                  <a:lnTo>
                    <a:pt x="637287" y="349894"/>
                  </a:lnTo>
                  <a:lnTo>
                    <a:pt x="636798" y="350886"/>
                  </a:lnTo>
                  <a:lnTo>
                    <a:pt x="636287" y="351826"/>
                  </a:lnTo>
                  <a:lnTo>
                    <a:pt x="635752" y="352727"/>
                  </a:lnTo>
                  <a:lnTo>
                    <a:pt x="635190" y="353600"/>
                  </a:lnTo>
                  <a:lnTo>
                    <a:pt x="634599" y="354455"/>
                  </a:lnTo>
                  <a:lnTo>
                    <a:pt x="633979" y="355305"/>
                  </a:lnTo>
                  <a:lnTo>
                    <a:pt x="633326" y="356160"/>
                  </a:lnTo>
                  <a:lnTo>
                    <a:pt x="632639" y="357033"/>
                  </a:lnTo>
                  <a:lnTo>
                    <a:pt x="631916" y="357934"/>
                  </a:lnTo>
                  <a:lnTo>
                    <a:pt x="631155" y="358875"/>
                  </a:lnTo>
                  <a:lnTo>
                    <a:pt x="630632" y="359838"/>
                  </a:lnTo>
                  <a:lnTo>
                    <a:pt x="630120" y="360803"/>
                  </a:lnTo>
                  <a:lnTo>
                    <a:pt x="629616" y="361771"/>
                  </a:lnTo>
                  <a:lnTo>
                    <a:pt x="629121" y="362742"/>
                  </a:lnTo>
                  <a:lnTo>
                    <a:pt x="628632" y="363716"/>
                  </a:lnTo>
                  <a:lnTo>
                    <a:pt x="628149" y="364693"/>
                  </a:lnTo>
                  <a:lnTo>
                    <a:pt x="627671" y="365673"/>
                  </a:lnTo>
                  <a:lnTo>
                    <a:pt x="627197" y="366655"/>
                  </a:lnTo>
                  <a:lnTo>
                    <a:pt x="626725" y="367640"/>
                  </a:lnTo>
                  <a:lnTo>
                    <a:pt x="626254" y="368628"/>
                  </a:lnTo>
                  <a:lnTo>
                    <a:pt x="625783" y="369618"/>
                  </a:lnTo>
                  <a:lnTo>
                    <a:pt x="626847" y="369707"/>
                  </a:lnTo>
                  <a:lnTo>
                    <a:pt x="627911" y="369795"/>
                  </a:lnTo>
                  <a:lnTo>
                    <a:pt x="628975" y="369884"/>
                  </a:lnTo>
                  <a:lnTo>
                    <a:pt x="630041" y="369973"/>
                  </a:lnTo>
                  <a:lnTo>
                    <a:pt x="631107" y="370062"/>
                  </a:lnTo>
                  <a:lnTo>
                    <a:pt x="632175" y="370151"/>
                  </a:lnTo>
                  <a:lnTo>
                    <a:pt x="633245" y="370240"/>
                  </a:lnTo>
                  <a:lnTo>
                    <a:pt x="634316" y="370329"/>
                  </a:lnTo>
                  <a:lnTo>
                    <a:pt x="635390" y="370419"/>
                  </a:lnTo>
                  <a:lnTo>
                    <a:pt x="636467" y="370508"/>
                  </a:lnTo>
                  <a:lnTo>
                    <a:pt x="637546" y="370598"/>
                  </a:lnTo>
                  <a:lnTo>
                    <a:pt x="638629" y="370689"/>
                  </a:lnTo>
                  <a:lnTo>
                    <a:pt x="639715" y="370779"/>
                  </a:lnTo>
                  <a:lnTo>
                    <a:pt x="640804" y="370870"/>
                  </a:lnTo>
                  <a:lnTo>
                    <a:pt x="641898" y="370961"/>
                  </a:lnTo>
                  <a:lnTo>
                    <a:pt x="641898" y="372294"/>
                  </a:lnTo>
                  <a:lnTo>
                    <a:pt x="641898" y="373647"/>
                  </a:lnTo>
                  <a:lnTo>
                    <a:pt x="642353" y="373628"/>
                  </a:lnTo>
                  <a:lnTo>
                    <a:pt x="642942" y="373605"/>
                  </a:lnTo>
                  <a:lnTo>
                    <a:pt x="644058" y="373560"/>
                  </a:lnTo>
                  <a:lnTo>
                    <a:pt x="646095" y="373479"/>
                  </a:lnTo>
                  <a:lnTo>
                    <a:pt x="647253" y="373531"/>
                  </a:lnTo>
                  <a:lnTo>
                    <a:pt x="648355" y="373612"/>
                  </a:lnTo>
                  <a:lnTo>
                    <a:pt x="649409" y="373720"/>
                  </a:lnTo>
                  <a:lnTo>
                    <a:pt x="650425" y="373856"/>
                  </a:lnTo>
                  <a:lnTo>
                    <a:pt x="651411" y="374020"/>
                  </a:lnTo>
                  <a:lnTo>
                    <a:pt x="652377" y="374212"/>
                  </a:lnTo>
                  <a:lnTo>
                    <a:pt x="653332" y="374432"/>
                  </a:lnTo>
                  <a:lnTo>
                    <a:pt x="654286" y="374679"/>
                  </a:lnTo>
                  <a:lnTo>
                    <a:pt x="655248" y="374955"/>
                  </a:lnTo>
                  <a:lnTo>
                    <a:pt x="656226" y="375258"/>
                  </a:lnTo>
                  <a:lnTo>
                    <a:pt x="657231" y="375588"/>
                  </a:lnTo>
                  <a:lnTo>
                    <a:pt x="658271" y="375947"/>
                  </a:lnTo>
                  <a:lnTo>
                    <a:pt x="659355" y="376333"/>
                  </a:lnTo>
                  <a:lnTo>
                    <a:pt x="660409" y="376609"/>
                  </a:lnTo>
                  <a:lnTo>
                    <a:pt x="661462" y="376874"/>
                  </a:lnTo>
                  <a:lnTo>
                    <a:pt x="662515" y="377127"/>
                  </a:lnTo>
                  <a:lnTo>
                    <a:pt x="663568" y="377368"/>
                  </a:lnTo>
                  <a:lnTo>
                    <a:pt x="664622" y="377599"/>
                  </a:lnTo>
                  <a:lnTo>
                    <a:pt x="665676" y="377819"/>
                  </a:lnTo>
                  <a:lnTo>
                    <a:pt x="666730" y="378029"/>
                  </a:lnTo>
                  <a:lnTo>
                    <a:pt x="667786" y="378229"/>
                  </a:lnTo>
                  <a:lnTo>
                    <a:pt x="668842" y="378419"/>
                  </a:lnTo>
                  <a:lnTo>
                    <a:pt x="669899" y="378601"/>
                  </a:lnTo>
                  <a:lnTo>
                    <a:pt x="670957" y="378773"/>
                  </a:lnTo>
                  <a:lnTo>
                    <a:pt x="672016" y="378937"/>
                  </a:lnTo>
                  <a:lnTo>
                    <a:pt x="673077" y="379092"/>
                  </a:lnTo>
                  <a:lnTo>
                    <a:pt x="674139" y="379240"/>
                  </a:lnTo>
                  <a:lnTo>
                    <a:pt x="675203" y="379380"/>
                  </a:lnTo>
                  <a:lnTo>
                    <a:pt x="676268" y="379513"/>
                  </a:lnTo>
                  <a:lnTo>
                    <a:pt x="677335" y="379639"/>
                  </a:lnTo>
                  <a:lnTo>
                    <a:pt x="678405" y="379759"/>
                  </a:lnTo>
                  <a:lnTo>
                    <a:pt x="679476" y="379873"/>
                  </a:lnTo>
                  <a:lnTo>
                    <a:pt x="680550" y="379981"/>
                  </a:lnTo>
                  <a:lnTo>
                    <a:pt x="681626" y="380083"/>
                  </a:lnTo>
                  <a:lnTo>
                    <a:pt x="682705" y="380180"/>
                  </a:lnTo>
                  <a:lnTo>
                    <a:pt x="683786" y="380273"/>
                  </a:lnTo>
                  <a:lnTo>
                    <a:pt x="684870" y="380361"/>
                  </a:lnTo>
                  <a:lnTo>
                    <a:pt x="684870" y="381694"/>
                  </a:lnTo>
                  <a:lnTo>
                    <a:pt x="684870" y="383047"/>
                  </a:lnTo>
                  <a:lnTo>
                    <a:pt x="685451" y="383010"/>
                  </a:lnTo>
                  <a:lnTo>
                    <a:pt x="686473" y="382944"/>
                  </a:lnTo>
                  <a:lnTo>
                    <a:pt x="688814" y="382795"/>
                  </a:lnTo>
                  <a:lnTo>
                    <a:pt x="689943" y="382813"/>
                  </a:lnTo>
                  <a:lnTo>
                    <a:pt x="691045" y="382876"/>
                  </a:lnTo>
                  <a:lnTo>
                    <a:pt x="692123" y="382980"/>
                  </a:lnTo>
                  <a:lnTo>
                    <a:pt x="693181" y="383122"/>
                  </a:lnTo>
                  <a:lnTo>
                    <a:pt x="694223" y="383301"/>
                  </a:lnTo>
                  <a:lnTo>
                    <a:pt x="695253" y="383514"/>
                  </a:lnTo>
                  <a:lnTo>
                    <a:pt x="696273" y="383757"/>
                  </a:lnTo>
                  <a:lnTo>
                    <a:pt x="697288" y="384028"/>
                  </a:lnTo>
                  <a:lnTo>
                    <a:pt x="698301" y="384324"/>
                  </a:lnTo>
                  <a:lnTo>
                    <a:pt x="699315" y="384643"/>
                  </a:lnTo>
                  <a:lnTo>
                    <a:pt x="700335" y="384981"/>
                  </a:lnTo>
                  <a:lnTo>
                    <a:pt x="701364" y="385337"/>
                  </a:lnTo>
                  <a:lnTo>
                    <a:pt x="702404" y="385707"/>
                  </a:lnTo>
                  <a:lnTo>
                    <a:pt x="703461" y="386089"/>
                  </a:lnTo>
                  <a:lnTo>
                    <a:pt x="704541" y="386439"/>
                  </a:lnTo>
                  <a:lnTo>
                    <a:pt x="705621" y="386756"/>
                  </a:lnTo>
                  <a:lnTo>
                    <a:pt x="706703" y="387042"/>
                  </a:lnTo>
                  <a:lnTo>
                    <a:pt x="707787" y="387300"/>
                  </a:lnTo>
                  <a:lnTo>
                    <a:pt x="708875" y="387533"/>
                  </a:lnTo>
                  <a:lnTo>
                    <a:pt x="709968" y="387743"/>
                  </a:lnTo>
                  <a:lnTo>
                    <a:pt x="711067" y="387934"/>
                  </a:lnTo>
                  <a:lnTo>
                    <a:pt x="712173" y="388108"/>
                  </a:lnTo>
                  <a:lnTo>
                    <a:pt x="713289" y="388269"/>
                  </a:lnTo>
                  <a:lnTo>
                    <a:pt x="714414" y="388419"/>
                  </a:lnTo>
                  <a:lnTo>
                    <a:pt x="714414" y="389751"/>
                  </a:lnTo>
                  <a:lnTo>
                    <a:pt x="714414" y="391104"/>
                  </a:lnTo>
                  <a:lnTo>
                    <a:pt x="715507" y="391142"/>
                  </a:lnTo>
                  <a:lnTo>
                    <a:pt x="716605" y="391180"/>
                  </a:lnTo>
                  <a:lnTo>
                    <a:pt x="717712" y="391218"/>
                  </a:lnTo>
                  <a:lnTo>
                    <a:pt x="718830" y="391256"/>
                  </a:lnTo>
                  <a:lnTo>
                    <a:pt x="719995" y="391309"/>
                  </a:lnTo>
                  <a:lnTo>
                    <a:pt x="721159" y="391362"/>
                  </a:lnTo>
                  <a:lnTo>
                    <a:pt x="722324" y="391416"/>
                  </a:lnTo>
                  <a:lnTo>
                    <a:pt x="723489" y="391469"/>
                  </a:lnTo>
                  <a:lnTo>
                    <a:pt x="724653" y="391523"/>
                  </a:lnTo>
                  <a:lnTo>
                    <a:pt x="726093" y="391569"/>
                  </a:lnTo>
                  <a:lnTo>
                    <a:pt x="727554" y="391616"/>
                  </a:lnTo>
                  <a:lnTo>
                    <a:pt x="728735" y="391689"/>
                  </a:lnTo>
                  <a:lnTo>
                    <a:pt x="729870" y="391789"/>
                  </a:lnTo>
                  <a:lnTo>
                    <a:pt x="730964" y="391916"/>
                  </a:lnTo>
                  <a:lnTo>
                    <a:pt x="732024" y="392070"/>
                  </a:lnTo>
                  <a:lnTo>
                    <a:pt x="733053" y="392254"/>
                  </a:lnTo>
                  <a:lnTo>
                    <a:pt x="734058" y="392468"/>
                  </a:lnTo>
                  <a:lnTo>
                    <a:pt x="735044" y="392713"/>
                  </a:lnTo>
                  <a:lnTo>
                    <a:pt x="736017" y="392990"/>
                  </a:lnTo>
                  <a:lnTo>
                    <a:pt x="736981" y="393300"/>
                  </a:lnTo>
                  <a:lnTo>
                    <a:pt x="737943" y="393644"/>
                  </a:lnTo>
                  <a:lnTo>
                    <a:pt x="738907" y="394023"/>
                  </a:lnTo>
                  <a:lnTo>
                    <a:pt x="739879" y="394438"/>
                  </a:lnTo>
                  <a:lnTo>
                    <a:pt x="740865" y="394890"/>
                  </a:lnTo>
                  <a:lnTo>
                    <a:pt x="741870" y="395379"/>
                  </a:lnTo>
                  <a:lnTo>
                    <a:pt x="742899" y="395908"/>
                  </a:lnTo>
                  <a:lnTo>
                    <a:pt x="743957" y="396476"/>
                  </a:lnTo>
                  <a:lnTo>
                    <a:pt x="745370" y="396766"/>
                  </a:lnTo>
                  <a:lnTo>
                    <a:pt x="746356" y="396950"/>
                  </a:lnTo>
                  <a:lnTo>
                    <a:pt x="747172" y="397065"/>
                  </a:lnTo>
                  <a:lnTo>
                    <a:pt x="748077" y="397146"/>
                  </a:lnTo>
                  <a:lnTo>
                    <a:pt x="749329" y="397231"/>
                  </a:lnTo>
                  <a:lnTo>
                    <a:pt x="750425" y="397349"/>
                  </a:lnTo>
                  <a:lnTo>
                    <a:pt x="751497" y="397495"/>
                  </a:lnTo>
                  <a:lnTo>
                    <a:pt x="752549" y="397667"/>
                  </a:lnTo>
                  <a:lnTo>
                    <a:pt x="753585" y="397864"/>
                  </a:lnTo>
                  <a:lnTo>
                    <a:pt x="754608" y="398083"/>
                  </a:lnTo>
                  <a:lnTo>
                    <a:pt x="755621" y="398325"/>
                  </a:lnTo>
                  <a:lnTo>
                    <a:pt x="756629" y="398586"/>
                  </a:lnTo>
                  <a:lnTo>
                    <a:pt x="757635" y="398867"/>
                  </a:lnTo>
                  <a:lnTo>
                    <a:pt x="758642" y="399165"/>
                  </a:lnTo>
                  <a:lnTo>
                    <a:pt x="759654" y="399479"/>
                  </a:lnTo>
                  <a:lnTo>
                    <a:pt x="760675" y="399808"/>
                  </a:lnTo>
                  <a:lnTo>
                    <a:pt x="761708" y="400150"/>
                  </a:lnTo>
                  <a:lnTo>
                    <a:pt x="762757" y="400504"/>
                  </a:lnTo>
                  <a:lnTo>
                    <a:pt x="763793" y="400712"/>
                  </a:lnTo>
                  <a:lnTo>
                    <a:pt x="764830" y="400916"/>
                  </a:lnTo>
                  <a:lnTo>
                    <a:pt x="765866" y="401117"/>
                  </a:lnTo>
                  <a:lnTo>
                    <a:pt x="766903" y="401314"/>
                  </a:lnTo>
                  <a:lnTo>
                    <a:pt x="767941" y="401508"/>
                  </a:lnTo>
                  <a:lnTo>
                    <a:pt x="768979" y="401698"/>
                  </a:lnTo>
                  <a:lnTo>
                    <a:pt x="770017" y="401886"/>
                  </a:lnTo>
                  <a:lnTo>
                    <a:pt x="771057" y="402072"/>
                  </a:lnTo>
                  <a:lnTo>
                    <a:pt x="772097" y="402254"/>
                  </a:lnTo>
                  <a:lnTo>
                    <a:pt x="773138" y="402434"/>
                  </a:lnTo>
                  <a:lnTo>
                    <a:pt x="774278" y="402722"/>
                  </a:lnTo>
                  <a:lnTo>
                    <a:pt x="775169" y="402977"/>
                  </a:lnTo>
                  <a:lnTo>
                    <a:pt x="775935" y="403261"/>
                  </a:lnTo>
                  <a:lnTo>
                    <a:pt x="776698" y="403632"/>
                  </a:lnTo>
                  <a:lnTo>
                    <a:pt x="777583" y="404151"/>
                  </a:lnTo>
                  <a:lnTo>
                    <a:pt x="778714" y="404879"/>
                  </a:lnTo>
                  <a:lnTo>
                    <a:pt x="780215" y="405876"/>
                  </a:lnTo>
                  <a:lnTo>
                    <a:pt x="781298" y="406213"/>
                  </a:lnTo>
                  <a:lnTo>
                    <a:pt x="782385" y="406541"/>
                  </a:lnTo>
                  <a:lnTo>
                    <a:pt x="783474" y="406860"/>
                  </a:lnTo>
                  <a:lnTo>
                    <a:pt x="784565" y="407172"/>
                  </a:lnTo>
                  <a:lnTo>
                    <a:pt x="785659" y="407475"/>
                  </a:lnTo>
                  <a:lnTo>
                    <a:pt x="786755" y="407770"/>
                  </a:lnTo>
                  <a:lnTo>
                    <a:pt x="787852" y="408058"/>
                  </a:lnTo>
                  <a:lnTo>
                    <a:pt x="788291" y="408173"/>
                  </a:lnTo>
                  <a:lnTo>
                    <a:pt x="788858" y="408322"/>
                  </a:lnTo>
                  <a:lnTo>
                    <a:pt x="789934" y="408603"/>
                  </a:lnTo>
                  <a:lnTo>
                    <a:pt x="791897" y="409118"/>
                  </a:lnTo>
                  <a:lnTo>
                    <a:pt x="792351" y="409234"/>
                  </a:lnTo>
                  <a:lnTo>
                    <a:pt x="793152" y="409438"/>
                  </a:lnTo>
                  <a:lnTo>
                    <a:pt x="794987" y="409905"/>
                  </a:lnTo>
                  <a:lnTo>
                    <a:pt x="794987" y="411237"/>
                  </a:lnTo>
                  <a:lnTo>
                    <a:pt x="794987" y="412590"/>
                  </a:lnTo>
                  <a:lnTo>
                    <a:pt x="796050" y="412723"/>
                  </a:lnTo>
                  <a:lnTo>
                    <a:pt x="797115" y="412856"/>
                  </a:lnTo>
                  <a:lnTo>
                    <a:pt x="798180" y="412990"/>
                  </a:lnTo>
                  <a:lnTo>
                    <a:pt x="799248" y="413123"/>
                  </a:lnTo>
                  <a:lnTo>
                    <a:pt x="800318" y="413257"/>
                  </a:lnTo>
                  <a:lnTo>
                    <a:pt x="801391" y="413391"/>
                  </a:lnTo>
                  <a:lnTo>
                    <a:pt x="802468" y="413526"/>
                  </a:lnTo>
                  <a:lnTo>
                    <a:pt x="803550" y="413661"/>
                  </a:lnTo>
                  <a:lnTo>
                    <a:pt x="804637" y="413797"/>
                  </a:lnTo>
                  <a:lnTo>
                    <a:pt x="805730" y="413933"/>
                  </a:lnTo>
                  <a:lnTo>
                    <a:pt x="805730" y="415266"/>
                  </a:lnTo>
                  <a:lnTo>
                    <a:pt x="805730" y="416619"/>
                  </a:lnTo>
                  <a:lnTo>
                    <a:pt x="807174" y="416866"/>
                  </a:lnTo>
                  <a:lnTo>
                    <a:pt x="808641" y="417117"/>
                  </a:lnTo>
                  <a:lnTo>
                    <a:pt x="809686" y="417361"/>
                  </a:lnTo>
                  <a:lnTo>
                    <a:pt x="810711" y="417623"/>
                  </a:lnTo>
                  <a:lnTo>
                    <a:pt x="811719" y="417903"/>
                  </a:lnTo>
                  <a:lnTo>
                    <a:pt x="812714" y="418201"/>
                  </a:lnTo>
                  <a:lnTo>
                    <a:pt x="813699" y="418515"/>
                  </a:lnTo>
                  <a:lnTo>
                    <a:pt x="814677" y="418846"/>
                  </a:lnTo>
                  <a:lnTo>
                    <a:pt x="815651" y="419193"/>
                  </a:lnTo>
                  <a:lnTo>
                    <a:pt x="816625" y="419556"/>
                  </a:lnTo>
                  <a:lnTo>
                    <a:pt x="817602" y="419933"/>
                  </a:lnTo>
                  <a:lnTo>
                    <a:pt x="818585" y="420325"/>
                  </a:lnTo>
                  <a:lnTo>
                    <a:pt x="819578" y="420731"/>
                  </a:lnTo>
                  <a:lnTo>
                    <a:pt x="820106" y="420948"/>
                  </a:lnTo>
                  <a:lnTo>
                    <a:pt x="821038" y="421330"/>
                  </a:lnTo>
                  <a:lnTo>
                    <a:pt x="823171" y="422205"/>
                  </a:lnTo>
                  <a:lnTo>
                    <a:pt x="824512" y="422765"/>
                  </a:lnTo>
                  <a:lnTo>
                    <a:pt x="825873" y="423333"/>
                  </a:lnTo>
                  <a:lnTo>
                    <a:pt x="825873" y="424666"/>
                  </a:lnTo>
                  <a:lnTo>
                    <a:pt x="825873" y="426019"/>
                  </a:lnTo>
                  <a:lnTo>
                    <a:pt x="827008" y="426577"/>
                  </a:lnTo>
                  <a:lnTo>
                    <a:pt x="828160" y="427142"/>
                  </a:lnTo>
                  <a:lnTo>
                    <a:pt x="829118" y="427631"/>
                  </a:lnTo>
                  <a:lnTo>
                    <a:pt x="830072" y="428125"/>
                  </a:lnTo>
                  <a:lnTo>
                    <a:pt x="831023" y="428625"/>
                  </a:lnTo>
                  <a:lnTo>
                    <a:pt x="831972" y="429129"/>
                  </a:lnTo>
                  <a:lnTo>
                    <a:pt x="832917" y="429638"/>
                  </a:lnTo>
                  <a:lnTo>
                    <a:pt x="833861" y="430150"/>
                  </a:lnTo>
                  <a:lnTo>
                    <a:pt x="834803" y="430666"/>
                  </a:lnTo>
                  <a:lnTo>
                    <a:pt x="835744" y="431185"/>
                  </a:lnTo>
                  <a:lnTo>
                    <a:pt x="836684" y="431706"/>
                  </a:lnTo>
                  <a:lnTo>
                    <a:pt x="837623" y="432230"/>
                  </a:lnTo>
                  <a:lnTo>
                    <a:pt x="838697" y="432830"/>
                  </a:lnTo>
                  <a:lnTo>
                    <a:pt x="839779" y="433433"/>
                  </a:lnTo>
                  <a:lnTo>
                    <a:pt x="840876" y="434044"/>
                  </a:lnTo>
                  <a:lnTo>
                    <a:pt x="842093" y="434727"/>
                  </a:lnTo>
                  <a:lnTo>
                    <a:pt x="843330" y="435419"/>
                  </a:lnTo>
                  <a:lnTo>
                    <a:pt x="843330" y="436752"/>
                  </a:lnTo>
                  <a:lnTo>
                    <a:pt x="843330" y="438105"/>
                  </a:lnTo>
                  <a:lnTo>
                    <a:pt x="844328" y="438438"/>
                  </a:lnTo>
                  <a:lnTo>
                    <a:pt x="845330" y="438772"/>
                  </a:lnTo>
                  <a:lnTo>
                    <a:pt x="846339" y="439108"/>
                  </a:lnTo>
                  <a:lnTo>
                    <a:pt x="847359" y="439448"/>
                  </a:lnTo>
                  <a:lnTo>
                    <a:pt x="848479" y="440407"/>
                  </a:lnTo>
                  <a:lnTo>
                    <a:pt x="849248" y="441095"/>
                  </a:lnTo>
                  <a:lnTo>
                    <a:pt x="849860" y="441708"/>
                  </a:lnTo>
                  <a:lnTo>
                    <a:pt x="850509" y="442437"/>
                  </a:lnTo>
                  <a:lnTo>
                    <a:pt x="851388" y="443477"/>
                  </a:lnTo>
                  <a:lnTo>
                    <a:pt x="851388" y="444810"/>
                  </a:lnTo>
                  <a:lnTo>
                    <a:pt x="851388" y="446162"/>
                  </a:lnTo>
                  <a:lnTo>
                    <a:pt x="852721" y="446162"/>
                  </a:lnTo>
                  <a:lnTo>
                    <a:pt x="854074" y="446162"/>
                  </a:lnTo>
                  <a:lnTo>
                    <a:pt x="854074" y="447495"/>
                  </a:lnTo>
                  <a:lnTo>
                    <a:pt x="854074" y="448848"/>
                  </a:lnTo>
                  <a:lnTo>
                    <a:pt x="854670" y="448959"/>
                  </a:lnTo>
                  <a:lnTo>
                    <a:pt x="856471" y="449294"/>
                  </a:lnTo>
                  <a:lnTo>
                    <a:pt x="857480" y="449632"/>
                  </a:lnTo>
                  <a:lnTo>
                    <a:pt x="858465" y="450025"/>
                  </a:lnTo>
                  <a:lnTo>
                    <a:pt x="859426" y="450472"/>
                  </a:lnTo>
                  <a:lnTo>
                    <a:pt x="860364" y="450968"/>
                  </a:lnTo>
                  <a:lnTo>
                    <a:pt x="861280" y="451510"/>
                  </a:lnTo>
                  <a:lnTo>
                    <a:pt x="862174" y="452096"/>
                  </a:lnTo>
                  <a:lnTo>
                    <a:pt x="863047" y="452721"/>
                  </a:lnTo>
                  <a:lnTo>
                    <a:pt x="863901" y="453383"/>
                  </a:lnTo>
                  <a:lnTo>
                    <a:pt x="864736" y="454079"/>
                  </a:lnTo>
                  <a:lnTo>
                    <a:pt x="865552" y="454804"/>
                  </a:lnTo>
                  <a:lnTo>
                    <a:pt x="866352" y="455556"/>
                  </a:lnTo>
                  <a:lnTo>
                    <a:pt x="867135" y="456332"/>
                  </a:lnTo>
                  <a:lnTo>
                    <a:pt x="867903" y="457129"/>
                  </a:lnTo>
                  <a:lnTo>
                    <a:pt x="868655" y="457942"/>
                  </a:lnTo>
                  <a:lnTo>
                    <a:pt x="869394" y="458770"/>
                  </a:lnTo>
                  <a:lnTo>
                    <a:pt x="870120" y="459608"/>
                  </a:lnTo>
                  <a:lnTo>
                    <a:pt x="870834" y="460453"/>
                  </a:lnTo>
                  <a:lnTo>
                    <a:pt x="871536" y="461303"/>
                  </a:lnTo>
                  <a:lnTo>
                    <a:pt x="872228" y="462153"/>
                  </a:lnTo>
                  <a:lnTo>
                    <a:pt x="872911" y="463002"/>
                  </a:lnTo>
                  <a:lnTo>
                    <a:pt x="873584" y="463844"/>
                  </a:lnTo>
                  <a:lnTo>
                    <a:pt x="874249" y="464678"/>
                  </a:lnTo>
                  <a:lnTo>
                    <a:pt x="874908" y="465499"/>
                  </a:lnTo>
                  <a:lnTo>
                    <a:pt x="875560" y="466306"/>
                  </a:lnTo>
                  <a:lnTo>
                    <a:pt x="876892" y="466972"/>
                  </a:lnTo>
                  <a:lnTo>
                    <a:pt x="878245" y="467649"/>
                  </a:lnTo>
                  <a:lnTo>
                    <a:pt x="878245" y="468981"/>
                  </a:lnTo>
                  <a:lnTo>
                    <a:pt x="878245" y="470334"/>
                  </a:lnTo>
                  <a:lnTo>
                    <a:pt x="879578" y="470334"/>
                  </a:lnTo>
                  <a:lnTo>
                    <a:pt x="880931" y="470334"/>
                  </a:lnTo>
                  <a:lnTo>
                    <a:pt x="880931" y="471667"/>
                  </a:lnTo>
                  <a:lnTo>
                    <a:pt x="880931" y="473020"/>
                  </a:lnTo>
                  <a:lnTo>
                    <a:pt x="882264" y="473020"/>
                  </a:lnTo>
                  <a:lnTo>
                    <a:pt x="883617" y="473020"/>
                  </a:lnTo>
                  <a:lnTo>
                    <a:pt x="884160" y="474032"/>
                  </a:lnTo>
                  <a:lnTo>
                    <a:pt x="884704" y="475043"/>
                  </a:lnTo>
                  <a:lnTo>
                    <a:pt x="885247" y="476055"/>
                  </a:lnTo>
                  <a:lnTo>
                    <a:pt x="885790" y="477066"/>
                  </a:lnTo>
                  <a:lnTo>
                    <a:pt x="886333" y="478078"/>
                  </a:lnTo>
                  <a:lnTo>
                    <a:pt x="886877" y="479089"/>
                  </a:lnTo>
                  <a:lnTo>
                    <a:pt x="887420" y="480101"/>
                  </a:lnTo>
                  <a:lnTo>
                    <a:pt x="888012" y="480968"/>
                  </a:lnTo>
                  <a:lnTo>
                    <a:pt x="888511" y="481638"/>
                  </a:lnTo>
                  <a:lnTo>
                    <a:pt x="889013" y="482199"/>
                  </a:lnTo>
                  <a:lnTo>
                    <a:pt x="889617" y="482739"/>
                  </a:lnTo>
                  <a:lnTo>
                    <a:pt x="890420" y="483345"/>
                  </a:lnTo>
                  <a:lnTo>
                    <a:pt x="891521" y="484105"/>
                  </a:lnTo>
                  <a:lnTo>
                    <a:pt x="893017" y="485106"/>
                  </a:lnTo>
                  <a:lnTo>
                    <a:pt x="893360" y="486671"/>
                  </a:lnTo>
                  <a:lnTo>
                    <a:pt x="893613" y="487863"/>
                  </a:lnTo>
                  <a:lnTo>
                    <a:pt x="893801" y="488823"/>
                  </a:lnTo>
                  <a:lnTo>
                    <a:pt x="893945" y="489693"/>
                  </a:lnTo>
                  <a:lnTo>
                    <a:pt x="894071" y="490612"/>
                  </a:lnTo>
                  <a:lnTo>
                    <a:pt x="894202" y="491722"/>
                  </a:lnTo>
                  <a:lnTo>
                    <a:pt x="894360" y="493163"/>
                  </a:lnTo>
                  <a:lnTo>
                    <a:pt x="895693" y="493163"/>
                  </a:lnTo>
                  <a:lnTo>
                    <a:pt x="897046" y="493163"/>
                  </a:lnTo>
                  <a:lnTo>
                    <a:pt x="897046" y="494496"/>
                  </a:lnTo>
                  <a:lnTo>
                    <a:pt x="897046" y="495849"/>
                  </a:lnTo>
                  <a:lnTo>
                    <a:pt x="898377" y="495849"/>
                  </a:lnTo>
                  <a:lnTo>
                    <a:pt x="899717" y="495849"/>
                  </a:lnTo>
                  <a:lnTo>
                    <a:pt x="901074" y="495849"/>
                  </a:lnTo>
                  <a:lnTo>
                    <a:pt x="901381" y="496872"/>
                  </a:lnTo>
                  <a:lnTo>
                    <a:pt x="901688" y="497895"/>
                  </a:lnTo>
                  <a:lnTo>
                    <a:pt x="901995" y="498919"/>
                  </a:lnTo>
                  <a:lnTo>
                    <a:pt x="902303" y="499944"/>
                  </a:lnTo>
                  <a:lnTo>
                    <a:pt x="902611" y="500970"/>
                  </a:lnTo>
                  <a:lnTo>
                    <a:pt x="902919" y="501998"/>
                  </a:lnTo>
                  <a:lnTo>
                    <a:pt x="903228" y="503029"/>
                  </a:lnTo>
                  <a:lnTo>
                    <a:pt x="903538" y="504062"/>
                  </a:lnTo>
                  <a:lnTo>
                    <a:pt x="903849" y="505098"/>
                  </a:lnTo>
                  <a:lnTo>
                    <a:pt x="904161" y="506137"/>
                  </a:lnTo>
                  <a:lnTo>
                    <a:pt x="904474" y="507180"/>
                  </a:lnTo>
                  <a:lnTo>
                    <a:pt x="904788" y="508227"/>
                  </a:lnTo>
                  <a:lnTo>
                    <a:pt x="905103" y="509278"/>
                  </a:lnTo>
                  <a:lnTo>
                    <a:pt x="906436" y="509278"/>
                  </a:lnTo>
                  <a:lnTo>
                    <a:pt x="907789" y="509278"/>
                  </a:lnTo>
                  <a:lnTo>
                    <a:pt x="907979" y="510418"/>
                  </a:lnTo>
                  <a:lnTo>
                    <a:pt x="908169" y="511559"/>
                  </a:lnTo>
                  <a:lnTo>
                    <a:pt x="908360" y="512703"/>
                  </a:lnTo>
                  <a:lnTo>
                    <a:pt x="908551" y="513851"/>
                  </a:lnTo>
                  <a:lnTo>
                    <a:pt x="908743" y="515005"/>
                  </a:lnTo>
                  <a:lnTo>
                    <a:pt x="908937" y="516166"/>
                  </a:lnTo>
                  <a:lnTo>
                    <a:pt x="909132" y="517335"/>
                  </a:lnTo>
                  <a:lnTo>
                    <a:pt x="910465" y="517335"/>
                  </a:lnTo>
                  <a:lnTo>
                    <a:pt x="911817" y="517335"/>
                  </a:lnTo>
                  <a:lnTo>
                    <a:pt x="912014" y="517945"/>
                  </a:lnTo>
                  <a:lnTo>
                    <a:pt x="912604" y="519790"/>
                  </a:lnTo>
                  <a:lnTo>
                    <a:pt x="912760" y="520269"/>
                  </a:lnTo>
                  <a:lnTo>
                    <a:pt x="913035" y="521112"/>
                  </a:lnTo>
                  <a:lnTo>
                    <a:pt x="913664" y="523043"/>
                  </a:lnTo>
                  <a:lnTo>
                    <a:pt x="914007" y="524103"/>
                  </a:lnTo>
                  <a:lnTo>
                    <a:pt x="914352" y="525171"/>
                  </a:lnTo>
                  <a:lnTo>
                    <a:pt x="914702" y="526252"/>
                  </a:lnTo>
                  <a:lnTo>
                    <a:pt x="915071" y="527239"/>
                  </a:lnTo>
                  <a:lnTo>
                    <a:pt x="915456" y="528210"/>
                  </a:lnTo>
                  <a:lnTo>
                    <a:pt x="915858" y="529165"/>
                  </a:lnTo>
                  <a:lnTo>
                    <a:pt x="916273" y="530111"/>
                  </a:lnTo>
                  <a:lnTo>
                    <a:pt x="916703" y="531048"/>
                  </a:lnTo>
                  <a:lnTo>
                    <a:pt x="917144" y="531982"/>
                  </a:lnTo>
                  <a:lnTo>
                    <a:pt x="917597" y="532915"/>
                  </a:lnTo>
                  <a:lnTo>
                    <a:pt x="918060" y="533851"/>
                  </a:lnTo>
                  <a:lnTo>
                    <a:pt x="918532" y="534793"/>
                  </a:lnTo>
                  <a:lnTo>
                    <a:pt x="918844" y="535889"/>
                  </a:lnTo>
                  <a:lnTo>
                    <a:pt x="919156" y="536986"/>
                  </a:lnTo>
                  <a:lnTo>
                    <a:pt x="919465" y="538083"/>
                  </a:lnTo>
                  <a:lnTo>
                    <a:pt x="919772" y="539181"/>
                  </a:lnTo>
                  <a:lnTo>
                    <a:pt x="920074" y="540281"/>
                  </a:lnTo>
                  <a:lnTo>
                    <a:pt x="920373" y="541381"/>
                  </a:lnTo>
                  <a:lnTo>
                    <a:pt x="920710" y="542468"/>
                  </a:lnTo>
                  <a:lnTo>
                    <a:pt x="921063" y="543547"/>
                  </a:lnTo>
                  <a:lnTo>
                    <a:pt x="921430" y="544620"/>
                  </a:lnTo>
                  <a:lnTo>
                    <a:pt x="921809" y="545686"/>
                  </a:lnTo>
                  <a:lnTo>
                    <a:pt x="922198" y="546749"/>
                  </a:lnTo>
                  <a:lnTo>
                    <a:pt x="922596" y="547809"/>
                  </a:lnTo>
                  <a:lnTo>
                    <a:pt x="923000" y="548869"/>
                  </a:lnTo>
                  <a:lnTo>
                    <a:pt x="923408" y="549929"/>
                  </a:lnTo>
                  <a:lnTo>
                    <a:pt x="923819" y="550991"/>
                  </a:lnTo>
                  <a:lnTo>
                    <a:pt x="924185" y="552004"/>
                  </a:lnTo>
                  <a:lnTo>
                    <a:pt x="924540" y="553017"/>
                  </a:lnTo>
                  <a:lnTo>
                    <a:pt x="924884" y="554032"/>
                  </a:lnTo>
                  <a:lnTo>
                    <a:pt x="925218" y="555047"/>
                  </a:lnTo>
                  <a:lnTo>
                    <a:pt x="925542" y="556063"/>
                  </a:lnTo>
                  <a:lnTo>
                    <a:pt x="925856" y="557079"/>
                  </a:lnTo>
                  <a:lnTo>
                    <a:pt x="926160" y="558097"/>
                  </a:lnTo>
                  <a:lnTo>
                    <a:pt x="926454" y="559115"/>
                  </a:lnTo>
                  <a:lnTo>
                    <a:pt x="926738" y="560134"/>
                  </a:lnTo>
                  <a:lnTo>
                    <a:pt x="927013" y="561153"/>
                  </a:lnTo>
                  <a:lnTo>
                    <a:pt x="927279" y="562174"/>
                  </a:lnTo>
                  <a:lnTo>
                    <a:pt x="927535" y="563195"/>
                  </a:lnTo>
                  <a:lnTo>
                    <a:pt x="927783" y="564217"/>
                  </a:lnTo>
                  <a:lnTo>
                    <a:pt x="928022" y="565240"/>
                  </a:lnTo>
                  <a:lnTo>
                    <a:pt x="928251" y="566264"/>
                  </a:lnTo>
                  <a:lnTo>
                    <a:pt x="928473" y="567288"/>
                  </a:lnTo>
                  <a:lnTo>
                    <a:pt x="928686" y="568313"/>
                  </a:lnTo>
                  <a:lnTo>
                    <a:pt x="928891" y="569340"/>
                  </a:lnTo>
                  <a:lnTo>
                    <a:pt x="929087" y="570366"/>
                  </a:lnTo>
                  <a:lnTo>
                    <a:pt x="929276" y="571394"/>
                  </a:lnTo>
                  <a:lnTo>
                    <a:pt x="929457" y="572423"/>
                  </a:lnTo>
                  <a:lnTo>
                    <a:pt x="929631" y="573452"/>
                  </a:lnTo>
                  <a:lnTo>
                    <a:pt x="929797" y="574482"/>
                  </a:lnTo>
                  <a:lnTo>
                    <a:pt x="929956" y="575513"/>
                  </a:lnTo>
                  <a:lnTo>
                    <a:pt x="930107" y="576545"/>
                  </a:lnTo>
                  <a:lnTo>
                    <a:pt x="930252" y="577578"/>
                  </a:lnTo>
                  <a:lnTo>
                    <a:pt x="930390" y="578612"/>
                  </a:lnTo>
                  <a:lnTo>
                    <a:pt x="930521" y="579646"/>
                  </a:lnTo>
                  <a:lnTo>
                    <a:pt x="930645" y="580681"/>
                  </a:lnTo>
                  <a:lnTo>
                    <a:pt x="930764" y="581718"/>
                  </a:lnTo>
                  <a:lnTo>
                    <a:pt x="930876" y="582755"/>
                  </a:lnTo>
                  <a:lnTo>
                    <a:pt x="930982" y="583793"/>
                  </a:lnTo>
                  <a:lnTo>
                    <a:pt x="931082" y="584831"/>
                  </a:lnTo>
                  <a:lnTo>
                    <a:pt x="931177" y="585871"/>
                  </a:lnTo>
                  <a:lnTo>
                    <a:pt x="931265" y="586912"/>
                  </a:lnTo>
                  <a:lnTo>
                    <a:pt x="931349" y="587953"/>
                  </a:lnTo>
                  <a:lnTo>
                    <a:pt x="931427" y="588996"/>
                  </a:lnTo>
                  <a:lnTo>
                    <a:pt x="931500" y="590039"/>
                  </a:lnTo>
                  <a:lnTo>
                    <a:pt x="931568" y="591083"/>
                  </a:lnTo>
                  <a:lnTo>
                    <a:pt x="931632" y="592129"/>
                  </a:lnTo>
                  <a:lnTo>
                    <a:pt x="931690" y="593175"/>
                  </a:lnTo>
                  <a:lnTo>
                    <a:pt x="931745" y="594222"/>
                  </a:lnTo>
                  <a:lnTo>
                    <a:pt x="931794" y="595270"/>
                  </a:lnTo>
                  <a:lnTo>
                    <a:pt x="931840" y="596319"/>
                  </a:lnTo>
                  <a:lnTo>
                    <a:pt x="931882" y="597369"/>
                  </a:lnTo>
                  <a:lnTo>
                    <a:pt x="931920" y="598419"/>
                  </a:lnTo>
                  <a:lnTo>
                    <a:pt x="931954" y="599471"/>
                  </a:lnTo>
                  <a:lnTo>
                    <a:pt x="931985" y="600524"/>
                  </a:lnTo>
                  <a:lnTo>
                    <a:pt x="932012" y="601578"/>
                  </a:lnTo>
                  <a:lnTo>
                    <a:pt x="932036" y="602632"/>
                  </a:lnTo>
                  <a:lnTo>
                    <a:pt x="932057" y="603688"/>
                  </a:lnTo>
                  <a:lnTo>
                    <a:pt x="932075" y="604745"/>
                  </a:lnTo>
                  <a:lnTo>
                    <a:pt x="932090" y="605802"/>
                  </a:lnTo>
                  <a:lnTo>
                    <a:pt x="932103" y="606861"/>
                  </a:lnTo>
                  <a:lnTo>
                    <a:pt x="932113" y="607920"/>
                  </a:lnTo>
                  <a:lnTo>
                    <a:pt x="932121" y="608981"/>
                  </a:lnTo>
                  <a:lnTo>
                    <a:pt x="932127" y="610043"/>
                  </a:lnTo>
                  <a:lnTo>
                    <a:pt x="932130" y="611105"/>
                  </a:lnTo>
                  <a:lnTo>
                    <a:pt x="932132" y="612169"/>
                  </a:lnTo>
                  <a:lnTo>
                    <a:pt x="932132" y="613233"/>
                  </a:lnTo>
                  <a:lnTo>
                    <a:pt x="932131" y="614299"/>
                  </a:lnTo>
                  <a:lnTo>
                    <a:pt x="932129" y="615366"/>
                  </a:lnTo>
                  <a:lnTo>
                    <a:pt x="932133" y="616639"/>
                  </a:lnTo>
                  <a:lnTo>
                    <a:pt x="932137" y="617916"/>
                  </a:lnTo>
                  <a:lnTo>
                    <a:pt x="932141" y="619204"/>
                  </a:lnTo>
                  <a:lnTo>
                    <a:pt x="932145" y="620506"/>
                  </a:lnTo>
                  <a:lnTo>
                    <a:pt x="932143" y="621586"/>
                  </a:lnTo>
                  <a:lnTo>
                    <a:pt x="932138" y="622661"/>
                  </a:lnTo>
                  <a:lnTo>
                    <a:pt x="932131" y="623732"/>
                  </a:lnTo>
                  <a:lnTo>
                    <a:pt x="932121" y="624799"/>
                  </a:lnTo>
                  <a:lnTo>
                    <a:pt x="932109" y="625862"/>
                  </a:lnTo>
                  <a:lnTo>
                    <a:pt x="932093" y="626921"/>
                  </a:lnTo>
                  <a:lnTo>
                    <a:pt x="932074" y="627977"/>
                  </a:lnTo>
                  <a:lnTo>
                    <a:pt x="932051" y="629029"/>
                  </a:lnTo>
                  <a:lnTo>
                    <a:pt x="932024" y="630078"/>
                  </a:lnTo>
                  <a:lnTo>
                    <a:pt x="931993" y="631123"/>
                  </a:lnTo>
                  <a:lnTo>
                    <a:pt x="931959" y="632166"/>
                  </a:lnTo>
                  <a:lnTo>
                    <a:pt x="931919" y="633206"/>
                  </a:lnTo>
                  <a:lnTo>
                    <a:pt x="931875" y="634243"/>
                  </a:lnTo>
                  <a:lnTo>
                    <a:pt x="931826" y="635277"/>
                  </a:lnTo>
                  <a:lnTo>
                    <a:pt x="931772" y="636309"/>
                  </a:lnTo>
                  <a:lnTo>
                    <a:pt x="931712" y="637339"/>
                  </a:lnTo>
                  <a:lnTo>
                    <a:pt x="931647" y="638367"/>
                  </a:lnTo>
                  <a:lnTo>
                    <a:pt x="931576" y="639392"/>
                  </a:lnTo>
                  <a:lnTo>
                    <a:pt x="931499" y="640416"/>
                  </a:lnTo>
                  <a:lnTo>
                    <a:pt x="931415" y="641438"/>
                  </a:lnTo>
                  <a:lnTo>
                    <a:pt x="931326" y="642459"/>
                  </a:lnTo>
                  <a:lnTo>
                    <a:pt x="931229" y="643478"/>
                  </a:lnTo>
                  <a:lnTo>
                    <a:pt x="931126" y="644495"/>
                  </a:lnTo>
                  <a:lnTo>
                    <a:pt x="931015" y="645512"/>
                  </a:lnTo>
                  <a:lnTo>
                    <a:pt x="930898" y="646528"/>
                  </a:lnTo>
                  <a:lnTo>
                    <a:pt x="930772" y="647542"/>
                  </a:lnTo>
                  <a:lnTo>
                    <a:pt x="930639" y="648556"/>
                  </a:lnTo>
                  <a:lnTo>
                    <a:pt x="930498" y="649570"/>
                  </a:lnTo>
                  <a:lnTo>
                    <a:pt x="930348" y="650583"/>
                  </a:lnTo>
                  <a:lnTo>
                    <a:pt x="930191" y="651596"/>
                  </a:lnTo>
                  <a:lnTo>
                    <a:pt x="930024" y="652608"/>
                  </a:lnTo>
                  <a:lnTo>
                    <a:pt x="929849" y="653621"/>
                  </a:lnTo>
                  <a:lnTo>
                    <a:pt x="929664" y="654634"/>
                  </a:lnTo>
                  <a:lnTo>
                    <a:pt x="929470" y="655647"/>
                  </a:lnTo>
                  <a:lnTo>
                    <a:pt x="929267" y="656661"/>
                  </a:lnTo>
                  <a:lnTo>
                    <a:pt x="929054" y="657675"/>
                  </a:lnTo>
                  <a:lnTo>
                    <a:pt x="928830" y="658690"/>
                  </a:lnTo>
                  <a:lnTo>
                    <a:pt x="928597" y="659706"/>
                  </a:lnTo>
                  <a:lnTo>
                    <a:pt x="928353" y="660723"/>
                  </a:lnTo>
                  <a:lnTo>
                    <a:pt x="928099" y="661741"/>
                  </a:lnTo>
                  <a:lnTo>
                    <a:pt x="927834" y="662761"/>
                  </a:lnTo>
                  <a:lnTo>
                    <a:pt x="927557" y="663781"/>
                  </a:lnTo>
                  <a:lnTo>
                    <a:pt x="927269" y="664804"/>
                  </a:lnTo>
                  <a:lnTo>
                    <a:pt x="926970" y="665828"/>
                  </a:lnTo>
                  <a:lnTo>
                    <a:pt x="926659" y="666854"/>
                  </a:lnTo>
                  <a:lnTo>
                    <a:pt x="926336" y="667883"/>
                  </a:lnTo>
                  <a:lnTo>
                    <a:pt x="926001" y="668913"/>
                  </a:lnTo>
                  <a:lnTo>
                    <a:pt x="925642" y="670038"/>
                  </a:lnTo>
                  <a:lnTo>
                    <a:pt x="925283" y="671164"/>
                  </a:lnTo>
                  <a:lnTo>
                    <a:pt x="924924" y="672289"/>
                  </a:lnTo>
                  <a:lnTo>
                    <a:pt x="924565" y="673415"/>
                  </a:lnTo>
                  <a:lnTo>
                    <a:pt x="924206" y="674540"/>
                  </a:lnTo>
                  <a:lnTo>
                    <a:pt x="923848" y="675666"/>
                  </a:lnTo>
                  <a:lnTo>
                    <a:pt x="923488" y="676792"/>
                  </a:lnTo>
                  <a:lnTo>
                    <a:pt x="923314" y="677332"/>
                  </a:lnTo>
                  <a:lnTo>
                    <a:pt x="923005" y="678283"/>
                  </a:lnTo>
                  <a:lnTo>
                    <a:pt x="922299" y="680462"/>
                  </a:lnTo>
                  <a:lnTo>
                    <a:pt x="921963" y="681522"/>
                  </a:lnTo>
                  <a:lnTo>
                    <a:pt x="921633" y="682584"/>
                  </a:lnTo>
                  <a:lnTo>
                    <a:pt x="921307" y="683646"/>
                  </a:lnTo>
                  <a:lnTo>
                    <a:pt x="920985" y="684710"/>
                  </a:lnTo>
                  <a:lnTo>
                    <a:pt x="920668" y="685774"/>
                  </a:lnTo>
                  <a:lnTo>
                    <a:pt x="920354" y="686839"/>
                  </a:lnTo>
                  <a:lnTo>
                    <a:pt x="920043" y="687906"/>
                  </a:lnTo>
                  <a:lnTo>
                    <a:pt x="919736" y="688973"/>
                  </a:lnTo>
                  <a:lnTo>
                    <a:pt x="919432" y="690042"/>
                  </a:lnTo>
                  <a:lnTo>
                    <a:pt x="919130" y="691111"/>
                  </a:lnTo>
                  <a:lnTo>
                    <a:pt x="918830" y="692181"/>
                  </a:lnTo>
                  <a:lnTo>
                    <a:pt x="918532" y="693253"/>
                  </a:lnTo>
                  <a:lnTo>
                    <a:pt x="917199" y="693253"/>
                  </a:lnTo>
                  <a:lnTo>
                    <a:pt x="915846" y="693253"/>
                  </a:lnTo>
                  <a:lnTo>
                    <a:pt x="915612" y="694671"/>
                  </a:lnTo>
                  <a:lnTo>
                    <a:pt x="915373" y="696112"/>
                  </a:lnTo>
                  <a:lnTo>
                    <a:pt x="915140" y="697109"/>
                  </a:lnTo>
                  <a:lnTo>
                    <a:pt x="914890" y="698107"/>
                  </a:lnTo>
                  <a:lnTo>
                    <a:pt x="914624" y="699105"/>
                  </a:lnTo>
                  <a:lnTo>
                    <a:pt x="914343" y="700104"/>
                  </a:lnTo>
                  <a:lnTo>
                    <a:pt x="914046" y="701102"/>
                  </a:lnTo>
                  <a:lnTo>
                    <a:pt x="913735" y="702100"/>
                  </a:lnTo>
                  <a:lnTo>
                    <a:pt x="913411" y="703097"/>
                  </a:lnTo>
                  <a:lnTo>
                    <a:pt x="913072" y="704093"/>
                  </a:lnTo>
                  <a:lnTo>
                    <a:pt x="912721" y="705088"/>
                  </a:lnTo>
                  <a:lnTo>
                    <a:pt x="912358" y="706080"/>
                  </a:lnTo>
                  <a:lnTo>
                    <a:pt x="911982" y="707070"/>
                  </a:lnTo>
                  <a:lnTo>
                    <a:pt x="911595" y="708058"/>
                  </a:lnTo>
                  <a:lnTo>
                    <a:pt x="911197" y="709043"/>
                  </a:lnTo>
                  <a:lnTo>
                    <a:pt x="910789" y="710025"/>
                  </a:lnTo>
                  <a:lnTo>
                    <a:pt x="910371" y="711003"/>
                  </a:lnTo>
                  <a:lnTo>
                    <a:pt x="909943" y="711977"/>
                  </a:lnTo>
                  <a:lnTo>
                    <a:pt x="909507" y="712947"/>
                  </a:lnTo>
                  <a:lnTo>
                    <a:pt x="909062" y="713913"/>
                  </a:lnTo>
                  <a:lnTo>
                    <a:pt x="908609" y="714874"/>
                  </a:lnTo>
                  <a:lnTo>
                    <a:pt x="908149" y="715829"/>
                  </a:lnTo>
                  <a:lnTo>
                    <a:pt x="907682" y="716779"/>
                  </a:lnTo>
                  <a:lnTo>
                    <a:pt x="907209" y="717723"/>
                  </a:lnTo>
                  <a:lnTo>
                    <a:pt x="906730" y="718661"/>
                  </a:lnTo>
                  <a:lnTo>
                    <a:pt x="906245" y="719592"/>
                  </a:lnTo>
                  <a:lnTo>
                    <a:pt x="905756" y="720517"/>
                  </a:lnTo>
                  <a:lnTo>
                    <a:pt x="905262" y="721434"/>
                  </a:lnTo>
                  <a:lnTo>
                    <a:pt x="904765" y="722344"/>
                  </a:lnTo>
                  <a:lnTo>
                    <a:pt x="904264" y="723246"/>
                  </a:lnTo>
                  <a:lnTo>
                    <a:pt x="903760" y="724139"/>
                  </a:lnTo>
                  <a:lnTo>
                    <a:pt x="902427" y="724806"/>
                  </a:lnTo>
                  <a:lnTo>
                    <a:pt x="901074" y="725482"/>
                  </a:lnTo>
                  <a:lnTo>
                    <a:pt x="900549" y="726478"/>
                  </a:lnTo>
                  <a:lnTo>
                    <a:pt x="900030" y="727478"/>
                  </a:lnTo>
                  <a:lnTo>
                    <a:pt x="899517" y="728480"/>
                  </a:lnTo>
                  <a:lnTo>
                    <a:pt x="899010" y="729486"/>
                  </a:lnTo>
                  <a:lnTo>
                    <a:pt x="898509" y="730494"/>
                  </a:lnTo>
                  <a:lnTo>
                    <a:pt x="898014" y="731506"/>
                  </a:lnTo>
                  <a:lnTo>
                    <a:pt x="897527" y="732521"/>
                  </a:lnTo>
                  <a:lnTo>
                    <a:pt x="897046" y="733539"/>
                  </a:lnTo>
                  <a:lnTo>
                    <a:pt x="895713" y="733539"/>
                  </a:lnTo>
                  <a:lnTo>
                    <a:pt x="894360" y="733539"/>
                  </a:lnTo>
                  <a:lnTo>
                    <a:pt x="894138" y="734648"/>
                  </a:lnTo>
                  <a:lnTo>
                    <a:pt x="893916" y="735758"/>
                  </a:lnTo>
                  <a:lnTo>
                    <a:pt x="893694" y="736871"/>
                  </a:lnTo>
                  <a:lnTo>
                    <a:pt x="893470" y="737991"/>
                  </a:lnTo>
                  <a:lnTo>
                    <a:pt x="893244" y="739118"/>
                  </a:lnTo>
                  <a:lnTo>
                    <a:pt x="893017" y="740254"/>
                  </a:lnTo>
                  <a:lnTo>
                    <a:pt x="891684" y="740254"/>
                  </a:lnTo>
                  <a:lnTo>
                    <a:pt x="890331" y="740254"/>
                  </a:lnTo>
                  <a:lnTo>
                    <a:pt x="889831" y="741670"/>
                  </a:lnTo>
                  <a:lnTo>
                    <a:pt x="889324" y="743107"/>
                  </a:lnTo>
                  <a:lnTo>
                    <a:pt x="888877" y="744109"/>
                  </a:lnTo>
                  <a:lnTo>
                    <a:pt x="888416" y="745087"/>
                  </a:lnTo>
                  <a:lnTo>
                    <a:pt x="887940" y="746046"/>
                  </a:lnTo>
                  <a:lnTo>
                    <a:pt x="887450" y="746986"/>
                  </a:lnTo>
                  <a:lnTo>
                    <a:pt x="886944" y="747911"/>
                  </a:lnTo>
                  <a:lnTo>
                    <a:pt x="886422" y="748822"/>
                  </a:lnTo>
                  <a:lnTo>
                    <a:pt x="885883" y="749722"/>
                  </a:lnTo>
                  <a:lnTo>
                    <a:pt x="885328" y="750614"/>
                  </a:lnTo>
                  <a:lnTo>
                    <a:pt x="884755" y="751500"/>
                  </a:lnTo>
                  <a:lnTo>
                    <a:pt x="884163" y="752381"/>
                  </a:lnTo>
                  <a:lnTo>
                    <a:pt x="883553" y="753261"/>
                  </a:lnTo>
                  <a:lnTo>
                    <a:pt x="882923" y="754142"/>
                  </a:lnTo>
                  <a:lnTo>
                    <a:pt x="882274" y="755026"/>
                  </a:lnTo>
                  <a:lnTo>
                    <a:pt x="880941" y="755026"/>
                  </a:lnTo>
                  <a:lnTo>
                    <a:pt x="879588" y="755026"/>
                  </a:lnTo>
                  <a:lnTo>
                    <a:pt x="879256" y="756023"/>
                  </a:lnTo>
                  <a:lnTo>
                    <a:pt x="878922" y="757025"/>
                  </a:lnTo>
                  <a:lnTo>
                    <a:pt x="878586" y="758034"/>
                  </a:lnTo>
                  <a:lnTo>
                    <a:pt x="878245" y="759054"/>
                  </a:lnTo>
                  <a:lnTo>
                    <a:pt x="876913" y="759054"/>
                  </a:lnTo>
                  <a:lnTo>
                    <a:pt x="875560" y="759054"/>
                  </a:lnTo>
                  <a:lnTo>
                    <a:pt x="875560" y="760387"/>
                  </a:lnTo>
                  <a:lnTo>
                    <a:pt x="875560" y="761740"/>
                  </a:lnTo>
                  <a:lnTo>
                    <a:pt x="874227" y="761740"/>
                  </a:lnTo>
                  <a:lnTo>
                    <a:pt x="872874" y="761740"/>
                  </a:lnTo>
                  <a:lnTo>
                    <a:pt x="872541" y="762738"/>
                  </a:lnTo>
                  <a:lnTo>
                    <a:pt x="872207" y="763739"/>
                  </a:lnTo>
                  <a:lnTo>
                    <a:pt x="871871" y="764748"/>
                  </a:lnTo>
                  <a:lnTo>
                    <a:pt x="871531" y="765769"/>
                  </a:lnTo>
                  <a:lnTo>
                    <a:pt x="870198" y="765769"/>
                  </a:lnTo>
                  <a:lnTo>
                    <a:pt x="868845" y="765769"/>
                  </a:lnTo>
                  <a:lnTo>
                    <a:pt x="868845" y="767101"/>
                  </a:lnTo>
                  <a:lnTo>
                    <a:pt x="868845" y="768454"/>
                  </a:lnTo>
                  <a:lnTo>
                    <a:pt x="867938" y="769343"/>
                  </a:lnTo>
                  <a:lnTo>
                    <a:pt x="867261" y="769984"/>
                  </a:lnTo>
                  <a:lnTo>
                    <a:pt x="866610" y="770558"/>
                  </a:lnTo>
                  <a:lnTo>
                    <a:pt x="865780" y="771246"/>
                  </a:lnTo>
                  <a:lnTo>
                    <a:pt x="864564" y="772231"/>
                  </a:lnTo>
                  <a:lnTo>
                    <a:pt x="863712" y="772937"/>
                  </a:lnTo>
                  <a:lnTo>
                    <a:pt x="862870" y="773646"/>
                  </a:lnTo>
                  <a:lnTo>
                    <a:pt x="862036" y="774359"/>
                  </a:lnTo>
                  <a:lnTo>
                    <a:pt x="861211" y="775077"/>
                  </a:lnTo>
                  <a:lnTo>
                    <a:pt x="860395" y="775801"/>
                  </a:lnTo>
                  <a:lnTo>
                    <a:pt x="859588" y="776534"/>
                  </a:lnTo>
                  <a:lnTo>
                    <a:pt x="858788" y="777276"/>
                  </a:lnTo>
                  <a:lnTo>
                    <a:pt x="857997" y="778030"/>
                  </a:lnTo>
                  <a:lnTo>
                    <a:pt x="857213" y="778796"/>
                  </a:lnTo>
                  <a:lnTo>
                    <a:pt x="856437" y="779577"/>
                  </a:lnTo>
                  <a:lnTo>
                    <a:pt x="855668" y="780372"/>
                  </a:lnTo>
                  <a:lnTo>
                    <a:pt x="854418" y="781575"/>
                  </a:lnTo>
                  <a:lnTo>
                    <a:pt x="853501" y="782381"/>
                  </a:lnTo>
                  <a:lnTo>
                    <a:pt x="852762" y="782869"/>
                  </a:lnTo>
                  <a:lnTo>
                    <a:pt x="852044" y="783120"/>
                  </a:lnTo>
                  <a:lnTo>
                    <a:pt x="851190" y="783213"/>
                  </a:lnTo>
                  <a:lnTo>
                    <a:pt x="850045" y="783226"/>
                  </a:lnTo>
                  <a:lnTo>
                    <a:pt x="850045" y="784559"/>
                  </a:lnTo>
                  <a:lnTo>
                    <a:pt x="850045" y="785912"/>
                  </a:lnTo>
                  <a:lnTo>
                    <a:pt x="848446" y="787004"/>
                  </a:lnTo>
                  <a:lnTo>
                    <a:pt x="847143" y="787878"/>
                  </a:lnTo>
                  <a:lnTo>
                    <a:pt x="846081" y="788559"/>
                  </a:lnTo>
                  <a:lnTo>
                    <a:pt x="845204" y="789070"/>
                  </a:lnTo>
                  <a:lnTo>
                    <a:pt x="844453" y="789437"/>
                  </a:lnTo>
                  <a:lnTo>
                    <a:pt x="843775" y="789683"/>
                  </a:lnTo>
                  <a:lnTo>
                    <a:pt x="843111" y="789832"/>
                  </a:lnTo>
                  <a:lnTo>
                    <a:pt x="842405" y="789908"/>
                  </a:lnTo>
                  <a:lnTo>
                    <a:pt x="841602" y="789936"/>
                  </a:lnTo>
                  <a:lnTo>
                    <a:pt x="840645" y="789941"/>
                  </a:lnTo>
                  <a:lnTo>
                    <a:pt x="840645" y="791271"/>
                  </a:lnTo>
                  <a:lnTo>
                    <a:pt x="840645" y="792611"/>
                  </a:lnTo>
                  <a:lnTo>
                    <a:pt x="840645" y="793969"/>
                  </a:lnTo>
                  <a:lnTo>
                    <a:pt x="839630" y="794701"/>
                  </a:lnTo>
                  <a:lnTo>
                    <a:pt x="838686" y="795354"/>
                  </a:lnTo>
                  <a:lnTo>
                    <a:pt x="837793" y="795930"/>
                  </a:lnTo>
                  <a:lnTo>
                    <a:pt x="836928" y="796430"/>
                  </a:lnTo>
                  <a:lnTo>
                    <a:pt x="836071" y="796858"/>
                  </a:lnTo>
                  <a:lnTo>
                    <a:pt x="835201" y="797214"/>
                  </a:lnTo>
                  <a:lnTo>
                    <a:pt x="834296" y="797502"/>
                  </a:lnTo>
                  <a:lnTo>
                    <a:pt x="833334" y="797722"/>
                  </a:lnTo>
                  <a:lnTo>
                    <a:pt x="832296" y="797876"/>
                  </a:lnTo>
                  <a:lnTo>
                    <a:pt x="831159" y="797968"/>
                  </a:lnTo>
                  <a:lnTo>
                    <a:pt x="829902" y="797998"/>
                  </a:lnTo>
                  <a:lnTo>
                    <a:pt x="829902" y="799331"/>
                  </a:lnTo>
                  <a:lnTo>
                    <a:pt x="829902" y="800684"/>
                  </a:lnTo>
                  <a:lnTo>
                    <a:pt x="828762" y="800874"/>
                  </a:lnTo>
                  <a:lnTo>
                    <a:pt x="827621" y="801064"/>
                  </a:lnTo>
                  <a:lnTo>
                    <a:pt x="826477" y="801254"/>
                  </a:lnTo>
                  <a:lnTo>
                    <a:pt x="825328" y="801446"/>
                  </a:lnTo>
                  <a:lnTo>
                    <a:pt x="824175" y="801638"/>
                  </a:lnTo>
                  <a:lnTo>
                    <a:pt x="823014" y="801832"/>
                  </a:lnTo>
                  <a:lnTo>
                    <a:pt x="821844" y="802026"/>
                  </a:lnTo>
                  <a:lnTo>
                    <a:pt x="821844" y="803359"/>
                  </a:lnTo>
                  <a:lnTo>
                    <a:pt x="821844" y="804712"/>
                  </a:lnTo>
                  <a:lnTo>
                    <a:pt x="820513" y="804712"/>
                  </a:lnTo>
                  <a:lnTo>
                    <a:pt x="819173" y="804712"/>
                  </a:lnTo>
                  <a:lnTo>
                    <a:pt x="817816" y="804712"/>
                  </a:lnTo>
                  <a:lnTo>
                    <a:pt x="817816" y="806045"/>
                  </a:lnTo>
                  <a:lnTo>
                    <a:pt x="817816" y="807398"/>
                  </a:lnTo>
                  <a:lnTo>
                    <a:pt x="816918" y="807971"/>
                  </a:lnTo>
                  <a:lnTo>
                    <a:pt x="816014" y="808525"/>
                  </a:lnTo>
                  <a:lnTo>
                    <a:pt x="815104" y="809062"/>
                  </a:lnTo>
                  <a:lnTo>
                    <a:pt x="814187" y="809581"/>
                  </a:lnTo>
                  <a:lnTo>
                    <a:pt x="813264" y="810083"/>
                  </a:lnTo>
                  <a:lnTo>
                    <a:pt x="812335" y="810569"/>
                  </a:lnTo>
                  <a:lnTo>
                    <a:pt x="811401" y="811039"/>
                  </a:lnTo>
                  <a:lnTo>
                    <a:pt x="810461" y="811493"/>
                  </a:lnTo>
                  <a:lnTo>
                    <a:pt x="809515" y="811933"/>
                  </a:lnTo>
                  <a:lnTo>
                    <a:pt x="808564" y="812359"/>
                  </a:lnTo>
                  <a:lnTo>
                    <a:pt x="807608" y="812771"/>
                  </a:lnTo>
                  <a:lnTo>
                    <a:pt x="806647" y="813170"/>
                  </a:lnTo>
                  <a:lnTo>
                    <a:pt x="805681" y="813557"/>
                  </a:lnTo>
                  <a:lnTo>
                    <a:pt x="804710" y="813931"/>
                  </a:lnTo>
                  <a:lnTo>
                    <a:pt x="803735" y="814295"/>
                  </a:lnTo>
                  <a:lnTo>
                    <a:pt x="802756" y="814647"/>
                  </a:lnTo>
                  <a:lnTo>
                    <a:pt x="801772" y="814988"/>
                  </a:lnTo>
                  <a:lnTo>
                    <a:pt x="800784" y="815320"/>
                  </a:lnTo>
                  <a:lnTo>
                    <a:pt x="799793" y="815643"/>
                  </a:lnTo>
                  <a:lnTo>
                    <a:pt x="798797" y="815957"/>
                  </a:lnTo>
                  <a:lnTo>
                    <a:pt x="797798" y="816262"/>
                  </a:lnTo>
                  <a:lnTo>
                    <a:pt x="796796" y="816560"/>
                  </a:lnTo>
                  <a:lnTo>
                    <a:pt x="795790" y="816851"/>
                  </a:lnTo>
                  <a:lnTo>
                    <a:pt x="794781" y="817135"/>
                  </a:lnTo>
                  <a:lnTo>
                    <a:pt x="793770" y="817413"/>
                  </a:lnTo>
                  <a:lnTo>
                    <a:pt x="792755" y="817685"/>
                  </a:lnTo>
                  <a:lnTo>
                    <a:pt x="791738" y="817953"/>
                  </a:lnTo>
                  <a:lnTo>
                    <a:pt x="790718" y="818216"/>
                  </a:lnTo>
                  <a:lnTo>
                    <a:pt x="789696" y="818475"/>
                  </a:lnTo>
                  <a:lnTo>
                    <a:pt x="788671" y="818731"/>
                  </a:lnTo>
                  <a:lnTo>
                    <a:pt x="787645" y="818984"/>
                  </a:lnTo>
                  <a:lnTo>
                    <a:pt x="786617" y="819235"/>
                  </a:lnTo>
                  <a:lnTo>
                    <a:pt x="785586" y="819484"/>
                  </a:lnTo>
                  <a:lnTo>
                    <a:pt x="785586" y="820817"/>
                  </a:lnTo>
                  <a:lnTo>
                    <a:pt x="785586" y="822170"/>
                  </a:lnTo>
                  <a:lnTo>
                    <a:pt x="784434" y="822317"/>
                  </a:lnTo>
                  <a:lnTo>
                    <a:pt x="783274" y="822465"/>
                  </a:lnTo>
                  <a:lnTo>
                    <a:pt x="782098" y="822616"/>
                  </a:lnTo>
                  <a:lnTo>
                    <a:pt x="780059" y="822898"/>
                  </a:lnTo>
                  <a:lnTo>
                    <a:pt x="778240" y="823153"/>
                  </a:lnTo>
                  <a:lnTo>
                    <a:pt x="776622" y="823383"/>
                  </a:lnTo>
                  <a:lnTo>
                    <a:pt x="775185" y="823593"/>
                  </a:lnTo>
                  <a:lnTo>
                    <a:pt x="773910" y="823787"/>
                  </a:lnTo>
                  <a:lnTo>
                    <a:pt x="772778" y="823971"/>
                  </a:lnTo>
                  <a:lnTo>
                    <a:pt x="771769" y="824149"/>
                  </a:lnTo>
                  <a:lnTo>
                    <a:pt x="770864" y="824324"/>
                  </a:lnTo>
                  <a:lnTo>
                    <a:pt x="770043" y="824502"/>
                  </a:lnTo>
                  <a:lnTo>
                    <a:pt x="769288" y="824687"/>
                  </a:lnTo>
                  <a:lnTo>
                    <a:pt x="768578" y="824884"/>
                  </a:lnTo>
                  <a:lnTo>
                    <a:pt x="767894" y="825096"/>
                  </a:lnTo>
                  <a:lnTo>
                    <a:pt x="767218" y="825329"/>
                  </a:lnTo>
                  <a:lnTo>
                    <a:pt x="766529" y="825586"/>
                  </a:lnTo>
                  <a:lnTo>
                    <a:pt x="765808" y="825873"/>
                  </a:lnTo>
                  <a:lnTo>
                    <a:pt x="765036" y="826193"/>
                  </a:lnTo>
                  <a:lnTo>
                    <a:pt x="764194" y="826552"/>
                  </a:lnTo>
                  <a:lnTo>
                    <a:pt x="763261" y="826953"/>
                  </a:lnTo>
                  <a:lnTo>
                    <a:pt x="762287" y="827350"/>
                  </a:lnTo>
                  <a:lnTo>
                    <a:pt x="761301" y="827717"/>
                  </a:lnTo>
                  <a:lnTo>
                    <a:pt x="760305" y="828055"/>
                  </a:lnTo>
                  <a:lnTo>
                    <a:pt x="759298" y="828365"/>
                  </a:lnTo>
                  <a:lnTo>
                    <a:pt x="758282" y="828649"/>
                  </a:lnTo>
                  <a:lnTo>
                    <a:pt x="757257" y="828907"/>
                  </a:lnTo>
                  <a:lnTo>
                    <a:pt x="756224" y="829141"/>
                  </a:lnTo>
                  <a:lnTo>
                    <a:pt x="755183" y="829352"/>
                  </a:lnTo>
                  <a:lnTo>
                    <a:pt x="754135" y="829540"/>
                  </a:lnTo>
                  <a:lnTo>
                    <a:pt x="753080" y="829708"/>
                  </a:lnTo>
                  <a:lnTo>
                    <a:pt x="752020" y="829856"/>
                  </a:lnTo>
                  <a:lnTo>
                    <a:pt x="750954" y="829985"/>
                  </a:lnTo>
                  <a:lnTo>
                    <a:pt x="749884" y="830097"/>
                  </a:lnTo>
                  <a:lnTo>
                    <a:pt x="748810" y="830192"/>
                  </a:lnTo>
                  <a:lnTo>
                    <a:pt x="747732" y="830272"/>
                  </a:lnTo>
                  <a:lnTo>
                    <a:pt x="746651" y="830338"/>
                  </a:lnTo>
                  <a:lnTo>
                    <a:pt x="745568" y="830391"/>
                  </a:lnTo>
                  <a:lnTo>
                    <a:pt x="744484" y="830432"/>
                  </a:lnTo>
                  <a:lnTo>
                    <a:pt x="743398" y="830463"/>
                  </a:lnTo>
                  <a:lnTo>
                    <a:pt x="742312" y="830484"/>
                  </a:lnTo>
                  <a:lnTo>
                    <a:pt x="741227" y="830496"/>
                  </a:lnTo>
                  <a:lnTo>
                    <a:pt x="740142" y="830502"/>
                  </a:lnTo>
                  <a:lnTo>
                    <a:pt x="739059" y="830501"/>
                  </a:lnTo>
                  <a:lnTo>
                    <a:pt x="737977" y="830495"/>
                  </a:lnTo>
                  <a:lnTo>
                    <a:pt x="736899" y="830485"/>
                  </a:lnTo>
                  <a:lnTo>
                    <a:pt x="735823" y="830473"/>
                  </a:lnTo>
                  <a:lnTo>
                    <a:pt x="734752" y="830459"/>
                  </a:lnTo>
                  <a:lnTo>
                    <a:pt x="733685" y="830445"/>
                  </a:lnTo>
                  <a:lnTo>
                    <a:pt x="732623" y="830431"/>
                  </a:lnTo>
                  <a:lnTo>
                    <a:pt x="731567" y="830419"/>
                  </a:lnTo>
                  <a:lnTo>
                    <a:pt x="730517" y="830410"/>
                  </a:lnTo>
                  <a:lnTo>
                    <a:pt x="729474" y="830406"/>
                  </a:lnTo>
                  <a:lnTo>
                    <a:pt x="728154" y="830407"/>
                  </a:lnTo>
                  <a:lnTo>
                    <a:pt x="726825" y="830408"/>
                  </a:lnTo>
                  <a:lnTo>
                    <a:pt x="725479" y="830410"/>
                  </a:lnTo>
                  <a:lnTo>
                    <a:pt x="724295" y="830409"/>
                  </a:lnTo>
                  <a:lnTo>
                    <a:pt x="723110" y="830409"/>
                  </a:lnTo>
                  <a:lnTo>
                    <a:pt x="721926" y="830408"/>
                  </a:lnTo>
                  <a:lnTo>
                    <a:pt x="720741" y="830407"/>
                  </a:lnTo>
                  <a:lnTo>
                    <a:pt x="719557" y="830406"/>
                  </a:lnTo>
                  <a:lnTo>
                    <a:pt x="718373" y="830404"/>
                  </a:lnTo>
                  <a:lnTo>
                    <a:pt x="717188" y="830402"/>
                  </a:lnTo>
                  <a:lnTo>
                    <a:pt x="716139" y="830400"/>
                  </a:lnTo>
                  <a:lnTo>
                    <a:pt x="715091" y="830399"/>
                  </a:lnTo>
                  <a:lnTo>
                    <a:pt x="714042" y="830399"/>
                  </a:lnTo>
                  <a:lnTo>
                    <a:pt x="712993" y="830399"/>
                  </a:lnTo>
                  <a:lnTo>
                    <a:pt x="711944" y="830399"/>
                  </a:lnTo>
                  <a:lnTo>
                    <a:pt x="710895" y="830400"/>
                  </a:lnTo>
                  <a:lnTo>
                    <a:pt x="709846" y="830401"/>
                  </a:lnTo>
                  <a:lnTo>
                    <a:pt x="708797" y="830403"/>
                  </a:lnTo>
                  <a:lnTo>
                    <a:pt x="707748" y="830405"/>
                  </a:lnTo>
                  <a:lnTo>
                    <a:pt x="706699" y="830407"/>
                  </a:lnTo>
                  <a:lnTo>
                    <a:pt x="705650" y="830409"/>
                  </a:lnTo>
                  <a:lnTo>
                    <a:pt x="704601" y="830411"/>
                  </a:lnTo>
                  <a:lnTo>
                    <a:pt x="703443" y="830410"/>
                  </a:lnTo>
                  <a:lnTo>
                    <a:pt x="702284" y="830410"/>
                  </a:lnTo>
                  <a:lnTo>
                    <a:pt x="701125" y="830409"/>
                  </a:lnTo>
                  <a:lnTo>
                    <a:pt x="699966" y="830408"/>
                  </a:lnTo>
                  <a:lnTo>
                    <a:pt x="698807" y="830408"/>
                  </a:lnTo>
                  <a:lnTo>
                    <a:pt x="697648" y="830407"/>
                  </a:lnTo>
                  <a:lnTo>
                    <a:pt x="696489" y="830406"/>
                  </a:lnTo>
                  <a:lnTo>
                    <a:pt x="695252" y="830408"/>
                  </a:lnTo>
                  <a:lnTo>
                    <a:pt x="694007" y="830411"/>
                  </a:lnTo>
                  <a:lnTo>
                    <a:pt x="692745" y="830414"/>
                  </a:lnTo>
                  <a:lnTo>
                    <a:pt x="691693" y="830407"/>
                  </a:lnTo>
                  <a:lnTo>
                    <a:pt x="690643" y="830394"/>
                  </a:lnTo>
                  <a:lnTo>
                    <a:pt x="689595" y="830376"/>
                  </a:lnTo>
                  <a:lnTo>
                    <a:pt x="688548" y="830351"/>
                  </a:lnTo>
                  <a:lnTo>
                    <a:pt x="687503" y="830321"/>
                  </a:lnTo>
                  <a:lnTo>
                    <a:pt x="686458" y="830286"/>
                  </a:lnTo>
                  <a:lnTo>
                    <a:pt x="685415" y="830245"/>
                  </a:lnTo>
                  <a:lnTo>
                    <a:pt x="684372" y="830198"/>
                  </a:lnTo>
                  <a:lnTo>
                    <a:pt x="683331" y="830146"/>
                  </a:lnTo>
                  <a:lnTo>
                    <a:pt x="682290" y="830088"/>
                  </a:lnTo>
                  <a:lnTo>
                    <a:pt x="681249" y="830026"/>
                  </a:lnTo>
                  <a:lnTo>
                    <a:pt x="680209" y="829958"/>
                  </a:lnTo>
                  <a:lnTo>
                    <a:pt x="679169" y="829885"/>
                  </a:lnTo>
                  <a:lnTo>
                    <a:pt x="678130" y="829806"/>
                  </a:lnTo>
                  <a:lnTo>
                    <a:pt x="677090" y="829723"/>
                  </a:lnTo>
                  <a:lnTo>
                    <a:pt x="676050" y="829635"/>
                  </a:lnTo>
                  <a:lnTo>
                    <a:pt x="675010" y="829542"/>
                  </a:lnTo>
                  <a:lnTo>
                    <a:pt x="673969" y="829444"/>
                  </a:lnTo>
                  <a:lnTo>
                    <a:pt x="672928" y="829341"/>
                  </a:lnTo>
                  <a:lnTo>
                    <a:pt x="671886" y="829234"/>
                  </a:lnTo>
                  <a:lnTo>
                    <a:pt x="670844" y="829122"/>
                  </a:lnTo>
                  <a:lnTo>
                    <a:pt x="669800" y="829005"/>
                  </a:lnTo>
                  <a:lnTo>
                    <a:pt x="668756" y="828884"/>
                  </a:lnTo>
                  <a:lnTo>
                    <a:pt x="668756" y="827551"/>
                  </a:lnTo>
                  <a:lnTo>
                    <a:pt x="668756" y="826198"/>
                  </a:lnTo>
                  <a:lnTo>
                    <a:pt x="667730" y="826032"/>
                  </a:lnTo>
                  <a:lnTo>
                    <a:pt x="666697" y="825864"/>
                  </a:lnTo>
                  <a:lnTo>
                    <a:pt x="665650" y="825695"/>
                  </a:lnTo>
                  <a:lnTo>
                    <a:pt x="664424" y="825487"/>
                  </a:lnTo>
                  <a:lnTo>
                    <a:pt x="663193" y="825278"/>
                  </a:lnTo>
                  <a:lnTo>
                    <a:pt x="661953" y="825068"/>
                  </a:lnTo>
                  <a:lnTo>
                    <a:pt x="660698" y="824855"/>
                  </a:lnTo>
                  <a:lnTo>
                    <a:pt x="660171" y="824775"/>
                  </a:lnTo>
                  <a:lnTo>
                    <a:pt x="659240" y="824634"/>
                  </a:lnTo>
                  <a:lnTo>
                    <a:pt x="657110" y="824310"/>
                  </a:lnTo>
                  <a:lnTo>
                    <a:pt x="656539" y="824217"/>
                  </a:lnTo>
                  <a:lnTo>
                    <a:pt x="655533" y="824054"/>
                  </a:lnTo>
                  <a:lnTo>
                    <a:pt x="653228" y="823680"/>
                  </a:lnTo>
                  <a:lnTo>
                    <a:pt x="652007" y="823490"/>
                  </a:lnTo>
                  <a:lnTo>
                    <a:pt x="650777" y="823297"/>
                  </a:lnTo>
                  <a:lnTo>
                    <a:pt x="649531" y="823103"/>
                  </a:lnTo>
                  <a:lnTo>
                    <a:pt x="648187" y="822752"/>
                  </a:lnTo>
                  <a:lnTo>
                    <a:pt x="647168" y="822467"/>
                  </a:lnTo>
                  <a:lnTo>
                    <a:pt x="646356" y="822198"/>
                  </a:lnTo>
                  <a:lnTo>
                    <a:pt x="645634" y="821897"/>
                  </a:lnTo>
                  <a:lnTo>
                    <a:pt x="644885" y="821515"/>
                  </a:lnTo>
                  <a:lnTo>
                    <a:pt x="643991" y="821003"/>
                  </a:lnTo>
                  <a:lnTo>
                    <a:pt x="642837" y="820312"/>
                  </a:lnTo>
                  <a:lnTo>
                    <a:pt x="641879" y="819757"/>
                  </a:lnTo>
                  <a:lnTo>
                    <a:pt x="640912" y="819231"/>
                  </a:lnTo>
                  <a:lnTo>
                    <a:pt x="639935" y="818732"/>
                  </a:lnTo>
                  <a:lnTo>
                    <a:pt x="638949" y="818258"/>
                  </a:lnTo>
                  <a:lnTo>
                    <a:pt x="637954" y="817807"/>
                  </a:lnTo>
                  <a:lnTo>
                    <a:pt x="636952" y="817377"/>
                  </a:lnTo>
                  <a:lnTo>
                    <a:pt x="635943" y="816966"/>
                  </a:lnTo>
                  <a:lnTo>
                    <a:pt x="634927" y="816572"/>
                  </a:lnTo>
                  <a:lnTo>
                    <a:pt x="633905" y="816193"/>
                  </a:lnTo>
                  <a:lnTo>
                    <a:pt x="632877" y="815826"/>
                  </a:lnTo>
                  <a:lnTo>
                    <a:pt x="631845" y="815470"/>
                  </a:lnTo>
                  <a:lnTo>
                    <a:pt x="630808" y="815123"/>
                  </a:lnTo>
                  <a:lnTo>
                    <a:pt x="629767" y="814782"/>
                  </a:lnTo>
                  <a:lnTo>
                    <a:pt x="628722" y="814446"/>
                  </a:lnTo>
                  <a:lnTo>
                    <a:pt x="627675" y="814112"/>
                  </a:lnTo>
                  <a:lnTo>
                    <a:pt x="626626" y="813779"/>
                  </a:lnTo>
                  <a:lnTo>
                    <a:pt x="625576" y="813444"/>
                  </a:lnTo>
                  <a:lnTo>
                    <a:pt x="624524" y="813105"/>
                  </a:lnTo>
                  <a:lnTo>
                    <a:pt x="623537" y="812772"/>
                  </a:lnTo>
                  <a:lnTo>
                    <a:pt x="622542" y="812437"/>
                  </a:lnTo>
                  <a:lnTo>
                    <a:pt x="621535" y="812098"/>
                  </a:lnTo>
                  <a:lnTo>
                    <a:pt x="620862" y="811879"/>
                  </a:lnTo>
                  <a:lnTo>
                    <a:pt x="618830" y="811217"/>
                  </a:lnTo>
                  <a:lnTo>
                    <a:pt x="617833" y="810715"/>
                  </a:lnTo>
                  <a:lnTo>
                    <a:pt x="616931" y="810178"/>
                  </a:lnTo>
                  <a:lnTo>
                    <a:pt x="616103" y="809603"/>
                  </a:lnTo>
                  <a:lnTo>
                    <a:pt x="615328" y="808988"/>
                  </a:lnTo>
                  <a:lnTo>
                    <a:pt x="614587" y="808329"/>
                  </a:lnTo>
                  <a:lnTo>
                    <a:pt x="613857" y="807623"/>
                  </a:lnTo>
                  <a:lnTo>
                    <a:pt x="613120" y="806866"/>
                  </a:lnTo>
                  <a:lnTo>
                    <a:pt x="612355" y="806055"/>
                  </a:lnTo>
                  <a:lnTo>
                    <a:pt x="611139" y="805425"/>
                  </a:lnTo>
                  <a:lnTo>
                    <a:pt x="610274" y="804992"/>
                  </a:lnTo>
                  <a:lnTo>
                    <a:pt x="609521" y="804648"/>
                  </a:lnTo>
                  <a:lnTo>
                    <a:pt x="608643" y="804283"/>
                  </a:lnTo>
                  <a:lnTo>
                    <a:pt x="607402" y="803788"/>
                  </a:lnTo>
                  <a:lnTo>
                    <a:pt x="606920" y="803598"/>
                  </a:lnTo>
                  <a:lnTo>
                    <a:pt x="606296" y="803351"/>
                  </a:lnTo>
                  <a:lnTo>
                    <a:pt x="605113" y="802882"/>
                  </a:lnTo>
                  <a:lnTo>
                    <a:pt x="602954" y="802026"/>
                  </a:lnTo>
                  <a:lnTo>
                    <a:pt x="602954" y="800694"/>
                  </a:lnTo>
                  <a:lnTo>
                    <a:pt x="602954" y="799341"/>
                  </a:lnTo>
                  <a:lnTo>
                    <a:pt x="601984" y="798949"/>
                  </a:lnTo>
                  <a:lnTo>
                    <a:pt x="601014" y="798561"/>
                  </a:lnTo>
                  <a:lnTo>
                    <a:pt x="600044" y="798178"/>
                  </a:lnTo>
                  <a:lnTo>
                    <a:pt x="599073" y="797799"/>
                  </a:lnTo>
                  <a:lnTo>
                    <a:pt x="598102" y="797425"/>
                  </a:lnTo>
                  <a:lnTo>
                    <a:pt x="597128" y="797057"/>
                  </a:lnTo>
                  <a:lnTo>
                    <a:pt x="596152" y="796695"/>
                  </a:lnTo>
                  <a:lnTo>
                    <a:pt x="595173" y="796339"/>
                  </a:lnTo>
                  <a:lnTo>
                    <a:pt x="594190" y="795990"/>
                  </a:lnTo>
                  <a:lnTo>
                    <a:pt x="593203" y="795647"/>
                  </a:lnTo>
                  <a:lnTo>
                    <a:pt x="592211" y="795312"/>
                  </a:lnTo>
                  <a:lnTo>
                    <a:pt x="592211" y="793979"/>
                  </a:lnTo>
                  <a:lnTo>
                    <a:pt x="592211" y="792626"/>
                  </a:lnTo>
                  <a:lnTo>
                    <a:pt x="591103" y="792183"/>
                  </a:lnTo>
                  <a:lnTo>
                    <a:pt x="589993" y="791739"/>
                  </a:lnTo>
                  <a:lnTo>
                    <a:pt x="588879" y="791293"/>
                  </a:lnTo>
                  <a:lnTo>
                    <a:pt x="587760" y="790846"/>
                  </a:lnTo>
                  <a:lnTo>
                    <a:pt x="586633" y="790395"/>
                  </a:lnTo>
                  <a:lnTo>
                    <a:pt x="585497" y="789941"/>
                  </a:lnTo>
                  <a:lnTo>
                    <a:pt x="585497" y="788608"/>
                  </a:lnTo>
                  <a:lnTo>
                    <a:pt x="585497" y="787255"/>
                  </a:lnTo>
                  <a:lnTo>
                    <a:pt x="584460" y="786727"/>
                  </a:lnTo>
                  <a:lnTo>
                    <a:pt x="583435" y="786222"/>
                  </a:lnTo>
                  <a:lnTo>
                    <a:pt x="582415" y="785739"/>
                  </a:lnTo>
                  <a:lnTo>
                    <a:pt x="581395" y="785277"/>
                  </a:lnTo>
                  <a:lnTo>
                    <a:pt x="580370" y="784834"/>
                  </a:lnTo>
                  <a:lnTo>
                    <a:pt x="579332" y="784408"/>
                  </a:lnTo>
                  <a:lnTo>
                    <a:pt x="578278" y="784000"/>
                  </a:lnTo>
                  <a:lnTo>
                    <a:pt x="577202" y="783606"/>
                  </a:lnTo>
                  <a:lnTo>
                    <a:pt x="576097" y="783226"/>
                  </a:lnTo>
                  <a:lnTo>
                    <a:pt x="576097" y="781893"/>
                  </a:lnTo>
                  <a:lnTo>
                    <a:pt x="576097" y="780540"/>
                  </a:lnTo>
                  <a:lnTo>
                    <a:pt x="574889" y="779999"/>
                  </a:lnTo>
                  <a:lnTo>
                    <a:pt x="573662" y="779449"/>
                  </a:lnTo>
                  <a:lnTo>
                    <a:pt x="572608" y="778855"/>
                  </a:lnTo>
                  <a:lnTo>
                    <a:pt x="571636" y="778258"/>
                  </a:lnTo>
                  <a:lnTo>
                    <a:pt x="570731" y="777644"/>
                  </a:lnTo>
                  <a:lnTo>
                    <a:pt x="569878" y="776999"/>
                  </a:lnTo>
                  <a:lnTo>
                    <a:pt x="569063" y="776309"/>
                  </a:lnTo>
                  <a:lnTo>
                    <a:pt x="568271" y="775559"/>
                  </a:lnTo>
                  <a:lnTo>
                    <a:pt x="567487" y="774736"/>
                  </a:lnTo>
                  <a:lnTo>
                    <a:pt x="566697" y="773826"/>
                  </a:lnTo>
                  <a:lnTo>
                    <a:pt x="566697" y="772493"/>
                  </a:lnTo>
                  <a:lnTo>
                    <a:pt x="566697" y="771140"/>
                  </a:lnTo>
                  <a:lnTo>
                    <a:pt x="565633" y="771140"/>
                  </a:lnTo>
                  <a:lnTo>
                    <a:pt x="564566" y="771140"/>
                  </a:lnTo>
                  <a:lnTo>
                    <a:pt x="563494" y="771140"/>
                  </a:lnTo>
                  <a:lnTo>
                    <a:pt x="562415" y="771140"/>
                  </a:lnTo>
                  <a:lnTo>
                    <a:pt x="561325" y="771140"/>
                  </a:lnTo>
                  <a:lnTo>
                    <a:pt x="561325" y="769807"/>
                  </a:lnTo>
                  <a:lnTo>
                    <a:pt x="561325" y="768454"/>
                  </a:lnTo>
                  <a:lnTo>
                    <a:pt x="559992" y="768454"/>
                  </a:lnTo>
                  <a:lnTo>
                    <a:pt x="558639" y="768454"/>
                  </a:lnTo>
                  <a:lnTo>
                    <a:pt x="558418" y="767346"/>
                  </a:lnTo>
                  <a:lnTo>
                    <a:pt x="558196" y="766236"/>
                  </a:lnTo>
                  <a:lnTo>
                    <a:pt x="557973" y="765122"/>
                  </a:lnTo>
                  <a:lnTo>
                    <a:pt x="557749" y="764003"/>
                  </a:lnTo>
                  <a:lnTo>
                    <a:pt x="557524" y="762876"/>
                  </a:lnTo>
                  <a:lnTo>
                    <a:pt x="557296" y="761740"/>
                  </a:lnTo>
                  <a:lnTo>
                    <a:pt x="555965" y="761740"/>
                  </a:lnTo>
                  <a:lnTo>
                    <a:pt x="554626" y="761740"/>
                  </a:lnTo>
                  <a:lnTo>
                    <a:pt x="553268" y="761740"/>
                  </a:lnTo>
                  <a:lnTo>
                    <a:pt x="552609" y="760852"/>
                  </a:lnTo>
                  <a:lnTo>
                    <a:pt x="551969" y="759966"/>
                  </a:lnTo>
                  <a:lnTo>
                    <a:pt x="551347" y="759079"/>
                  </a:lnTo>
                  <a:lnTo>
                    <a:pt x="550742" y="758190"/>
                  </a:lnTo>
                  <a:lnTo>
                    <a:pt x="550156" y="757295"/>
                  </a:lnTo>
                  <a:lnTo>
                    <a:pt x="549588" y="756391"/>
                  </a:lnTo>
                  <a:lnTo>
                    <a:pt x="549037" y="755478"/>
                  </a:lnTo>
                  <a:lnTo>
                    <a:pt x="548505" y="754551"/>
                  </a:lnTo>
                  <a:lnTo>
                    <a:pt x="547990" y="753608"/>
                  </a:lnTo>
                  <a:lnTo>
                    <a:pt x="547493" y="752647"/>
                  </a:lnTo>
                  <a:lnTo>
                    <a:pt x="547014" y="751666"/>
                  </a:lnTo>
                  <a:lnTo>
                    <a:pt x="546553" y="750661"/>
                  </a:lnTo>
                  <a:lnTo>
                    <a:pt x="545876" y="749504"/>
                  </a:lnTo>
                  <a:lnTo>
                    <a:pt x="545323" y="748733"/>
                  </a:lnTo>
                  <a:lnTo>
                    <a:pt x="544698" y="748171"/>
                  </a:lnTo>
                  <a:lnTo>
                    <a:pt x="543803" y="747642"/>
                  </a:lnTo>
                  <a:lnTo>
                    <a:pt x="542440" y="746968"/>
                  </a:lnTo>
                  <a:lnTo>
                    <a:pt x="541163" y="746290"/>
                  </a:lnTo>
                  <a:lnTo>
                    <a:pt x="540336" y="745733"/>
                  </a:lnTo>
                  <a:lnTo>
                    <a:pt x="539788" y="745095"/>
                  </a:lnTo>
                  <a:lnTo>
                    <a:pt x="539344" y="744175"/>
                  </a:lnTo>
                  <a:lnTo>
                    <a:pt x="538832" y="742772"/>
                  </a:lnTo>
                  <a:lnTo>
                    <a:pt x="538665" y="741522"/>
                  </a:lnTo>
                  <a:lnTo>
                    <a:pt x="538496" y="740254"/>
                  </a:lnTo>
                  <a:lnTo>
                    <a:pt x="537163" y="740254"/>
                  </a:lnTo>
                  <a:lnTo>
                    <a:pt x="535810" y="740254"/>
                  </a:lnTo>
                  <a:lnTo>
                    <a:pt x="534807" y="738248"/>
                  </a:lnTo>
                  <a:lnTo>
                    <a:pt x="533980" y="736591"/>
                  </a:lnTo>
                  <a:lnTo>
                    <a:pt x="533302" y="735233"/>
                  </a:lnTo>
                  <a:lnTo>
                    <a:pt x="532751" y="734124"/>
                  </a:lnTo>
                  <a:lnTo>
                    <a:pt x="532301" y="733212"/>
                  </a:lnTo>
                  <a:lnTo>
                    <a:pt x="531928" y="732449"/>
                  </a:lnTo>
                  <a:lnTo>
                    <a:pt x="531607" y="731784"/>
                  </a:lnTo>
                  <a:lnTo>
                    <a:pt x="531314" y="731165"/>
                  </a:lnTo>
                  <a:lnTo>
                    <a:pt x="531024" y="730544"/>
                  </a:lnTo>
                  <a:lnTo>
                    <a:pt x="530712" y="729869"/>
                  </a:lnTo>
                  <a:lnTo>
                    <a:pt x="530354" y="729090"/>
                  </a:lnTo>
                  <a:lnTo>
                    <a:pt x="529719" y="727974"/>
                  </a:lnTo>
                  <a:lnTo>
                    <a:pt x="529196" y="727228"/>
                  </a:lnTo>
                  <a:lnTo>
                    <a:pt x="528596" y="726680"/>
                  </a:lnTo>
                  <a:lnTo>
                    <a:pt x="527731" y="726156"/>
                  </a:lnTo>
                  <a:lnTo>
                    <a:pt x="526410" y="725482"/>
                  </a:lnTo>
                  <a:lnTo>
                    <a:pt x="525761" y="724369"/>
                  </a:lnTo>
                  <a:lnTo>
                    <a:pt x="525218" y="723358"/>
                  </a:lnTo>
                  <a:lnTo>
                    <a:pt x="524774" y="722412"/>
                  </a:lnTo>
                  <a:lnTo>
                    <a:pt x="524420" y="721494"/>
                  </a:lnTo>
                  <a:lnTo>
                    <a:pt x="524148" y="720570"/>
                  </a:lnTo>
                  <a:lnTo>
                    <a:pt x="523951" y="719603"/>
                  </a:lnTo>
                  <a:lnTo>
                    <a:pt x="523820" y="718557"/>
                  </a:lnTo>
                  <a:lnTo>
                    <a:pt x="523747" y="717395"/>
                  </a:lnTo>
                  <a:lnTo>
                    <a:pt x="523724" y="716082"/>
                  </a:lnTo>
                  <a:lnTo>
                    <a:pt x="522392" y="716082"/>
                  </a:lnTo>
                  <a:lnTo>
                    <a:pt x="521039" y="716082"/>
                  </a:lnTo>
                  <a:lnTo>
                    <a:pt x="520632" y="715059"/>
                  </a:lnTo>
                  <a:lnTo>
                    <a:pt x="520227" y="714036"/>
                  </a:lnTo>
                  <a:lnTo>
                    <a:pt x="519825" y="713012"/>
                  </a:lnTo>
                  <a:lnTo>
                    <a:pt x="519424" y="711987"/>
                  </a:lnTo>
                  <a:lnTo>
                    <a:pt x="519024" y="710962"/>
                  </a:lnTo>
                  <a:lnTo>
                    <a:pt x="518462" y="709533"/>
                  </a:lnTo>
                  <a:lnTo>
                    <a:pt x="517891" y="708082"/>
                  </a:lnTo>
                  <a:lnTo>
                    <a:pt x="517520" y="706908"/>
                  </a:lnTo>
                  <a:lnTo>
                    <a:pt x="517271" y="706003"/>
                  </a:lnTo>
                  <a:lnTo>
                    <a:pt x="517120" y="705178"/>
                  </a:lnTo>
                  <a:lnTo>
                    <a:pt x="517043" y="704247"/>
                  </a:lnTo>
                  <a:lnTo>
                    <a:pt x="517014" y="703020"/>
                  </a:lnTo>
                  <a:lnTo>
                    <a:pt x="517010" y="701310"/>
                  </a:lnTo>
                  <a:lnTo>
                    <a:pt x="515677" y="701310"/>
                  </a:lnTo>
                  <a:lnTo>
                    <a:pt x="514324" y="701310"/>
                  </a:lnTo>
                  <a:lnTo>
                    <a:pt x="513974" y="700303"/>
                  </a:lnTo>
                  <a:lnTo>
                    <a:pt x="513624" y="699295"/>
                  </a:lnTo>
                  <a:lnTo>
                    <a:pt x="513275" y="698288"/>
                  </a:lnTo>
                  <a:lnTo>
                    <a:pt x="512925" y="697280"/>
                  </a:lnTo>
                  <a:lnTo>
                    <a:pt x="512575" y="696273"/>
                  </a:lnTo>
                  <a:lnTo>
                    <a:pt x="512226" y="695265"/>
                  </a:lnTo>
                  <a:lnTo>
                    <a:pt x="511876" y="694258"/>
                  </a:lnTo>
                  <a:lnTo>
                    <a:pt x="511527" y="693250"/>
                  </a:lnTo>
                  <a:lnTo>
                    <a:pt x="511178" y="692242"/>
                  </a:lnTo>
                  <a:lnTo>
                    <a:pt x="510828" y="691235"/>
                  </a:lnTo>
                  <a:lnTo>
                    <a:pt x="510479" y="690227"/>
                  </a:lnTo>
                  <a:lnTo>
                    <a:pt x="510130" y="689219"/>
                  </a:lnTo>
                  <a:lnTo>
                    <a:pt x="509781" y="688211"/>
                  </a:lnTo>
                  <a:lnTo>
                    <a:pt x="509432" y="687203"/>
                  </a:lnTo>
                  <a:lnTo>
                    <a:pt x="509083" y="686195"/>
                  </a:lnTo>
                  <a:lnTo>
                    <a:pt x="508734" y="685188"/>
                  </a:lnTo>
                  <a:lnTo>
                    <a:pt x="508355" y="684093"/>
                  </a:lnTo>
                  <a:lnTo>
                    <a:pt x="507975" y="682998"/>
                  </a:lnTo>
                  <a:lnTo>
                    <a:pt x="507595" y="681903"/>
                  </a:lnTo>
                  <a:lnTo>
                    <a:pt x="507215" y="680809"/>
                  </a:lnTo>
                  <a:lnTo>
                    <a:pt x="506835" y="679714"/>
                  </a:lnTo>
                  <a:lnTo>
                    <a:pt x="506492" y="678725"/>
                  </a:lnTo>
                  <a:lnTo>
                    <a:pt x="506149" y="677737"/>
                  </a:lnTo>
                  <a:lnTo>
                    <a:pt x="505806" y="676748"/>
                  </a:lnTo>
                  <a:lnTo>
                    <a:pt x="505464" y="675759"/>
                  </a:lnTo>
                  <a:lnTo>
                    <a:pt x="505121" y="674770"/>
                  </a:lnTo>
                  <a:lnTo>
                    <a:pt x="504779" y="673781"/>
                  </a:lnTo>
                  <a:lnTo>
                    <a:pt x="504437" y="672792"/>
                  </a:lnTo>
                  <a:lnTo>
                    <a:pt x="504095" y="671803"/>
                  </a:lnTo>
                  <a:lnTo>
                    <a:pt x="503683" y="670616"/>
                  </a:lnTo>
                  <a:lnTo>
                    <a:pt x="503270" y="669424"/>
                  </a:lnTo>
                  <a:lnTo>
                    <a:pt x="502854" y="668223"/>
                  </a:lnTo>
                  <a:lnTo>
                    <a:pt x="502433" y="667009"/>
                  </a:lnTo>
                  <a:lnTo>
                    <a:pt x="502106" y="666012"/>
                  </a:lnTo>
                  <a:lnTo>
                    <a:pt x="501784" y="665014"/>
                  </a:lnTo>
                  <a:lnTo>
                    <a:pt x="501467" y="664015"/>
                  </a:lnTo>
                  <a:lnTo>
                    <a:pt x="501156" y="663016"/>
                  </a:lnTo>
                  <a:lnTo>
                    <a:pt x="500848" y="662015"/>
                  </a:lnTo>
                  <a:lnTo>
                    <a:pt x="500544" y="661013"/>
                  </a:lnTo>
                  <a:lnTo>
                    <a:pt x="500244" y="660011"/>
                  </a:lnTo>
                  <a:lnTo>
                    <a:pt x="499947" y="659007"/>
                  </a:lnTo>
                  <a:lnTo>
                    <a:pt x="499653" y="658003"/>
                  </a:lnTo>
                  <a:lnTo>
                    <a:pt x="499361" y="656998"/>
                  </a:lnTo>
                  <a:lnTo>
                    <a:pt x="499071" y="655991"/>
                  </a:lnTo>
                  <a:lnTo>
                    <a:pt x="498783" y="654984"/>
                  </a:lnTo>
                  <a:lnTo>
                    <a:pt x="498496" y="653976"/>
                  </a:lnTo>
                  <a:lnTo>
                    <a:pt x="498210" y="652966"/>
                  </a:lnTo>
                  <a:lnTo>
                    <a:pt x="497823" y="651902"/>
                  </a:lnTo>
                  <a:lnTo>
                    <a:pt x="497432" y="650840"/>
                  </a:lnTo>
                  <a:lnTo>
                    <a:pt x="497039" y="649778"/>
                  </a:lnTo>
                  <a:lnTo>
                    <a:pt x="496642" y="648718"/>
                  </a:lnTo>
                  <a:lnTo>
                    <a:pt x="496242" y="647658"/>
                  </a:lnTo>
                  <a:lnTo>
                    <a:pt x="495838" y="646601"/>
                  </a:lnTo>
                  <a:lnTo>
                    <a:pt x="495431" y="645544"/>
                  </a:lnTo>
                  <a:lnTo>
                    <a:pt x="495020" y="644489"/>
                  </a:lnTo>
                  <a:lnTo>
                    <a:pt x="494827" y="643991"/>
                  </a:lnTo>
                  <a:lnTo>
                    <a:pt x="494577" y="643347"/>
                  </a:lnTo>
                  <a:lnTo>
                    <a:pt x="494102" y="642126"/>
                  </a:lnTo>
                  <a:lnTo>
                    <a:pt x="493237" y="639899"/>
                  </a:lnTo>
                  <a:lnTo>
                    <a:pt x="492827" y="638870"/>
                  </a:lnTo>
                  <a:lnTo>
                    <a:pt x="492416" y="637843"/>
                  </a:lnTo>
                  <a:lnTo>
                    <a:pt x="492002" y="636816"/>
                  </a:lnTo>
                  <a:lnTo>
                    <a:pt x="491587" y="635791"/>
                  </a:lnTo>
                  <a:lnTo>
                    <a:pt x="491170" y="634766"/>
                  </a:lnTo>
                  <a:lnTo>
                    <a:pt x="490751" y="633742"/>
                  </a:lnTo>
                  <a:lnTo>
                    <a:pt x="490332" y="632718"/>
                  </a:lnTo>
                  <a:lnTo>
                    <a:pt x="489910" y="631695"/>
                  </a:lnTo>
                  <a:lnTo>
                    <a:pt x="489488" y="630672"/>
                  </a:lnTo>
                  <a:lnTo>
                    <a:pt x="489065" y="629649"/>
                  </a:lnTo>
                  <a:lnTo>
                    <a:pt x="488641" y="628627"/>
                  </a:lnTo>
                  <a:lnTo>
                    <a:pt x="488241" y="627622"/>
                  </a:lnTo>
                  <a:lnTo>
                    <a:pt x="487854" y="626616"/>
                  </a:lnTo>
                  <a:lnTo>
                    <a:pt x="487480" y="625608"/>
                  </a:lnTo>
                  <a:lnTo>
                    <a:pt x="487117" y="624599"/>
                  </a:lnTo>
                  <a:lnTo>
                    <a:pt x="486765" y="623587"/>
                  </a:lnTo>
                  <a:lnTo>
                    <a:pt x="486424" y="622572"/>
                  </a:lnTo>
                  <a:lnTo>
                    <a:pt x="486093" y="621556"/>
                  </a:lnTo>
                  <a:lnTo>
                    <a:pt x="485770" y="620537"/>
                  </a:lnTo>
                  <a:lnTo>
                    <a:pt x="485457" y="619516"/>
                  </a:lnTo>
                  <a:lnTo>
                    <a:pt x="485152" y="618492"/>
                  </a:lnTo>
                  <a:lnTo>
                    <a:pt x="484853" y="617465"/>
                  </a:lnTo>
                  <a:lnTo>
                    <a:pt x="484562" y="616436"/>
                  </a:lnTo>
                  <a:lnTo>
                    <a:pt x="484277" y="615404"/>
                  </a:lnTo>
                  <a:lnTo>
                    <a:pt x="483997" y="614369"/>
                  </a:lnTo>
                  <a:lnTo>
                    <a:pt x="483721" y="613331"/>
                  </a:lnTo>
                  <a:lnTo>
                    <a:pt x="483450" y="612290"/>
                  </a:lnTo>
                  <a:lnTo>
                    <a:pt x="483183" y="611246"/>
                  </a:lnTo>
                  <a:lnTo>
                    <a:pt x="482918" y="610198"/>
                  </a:lnTo>
                  <a:lnTo>
                    <a:pt x="482421" y="608507"/>
                  </a:lnTo>
                  <a:lnTo>
                    <a:pt x="482030" y="607502"/>
                  </a:lnTo>
                  <a:lnTo>
                    <a:pt x="481541" y="606787"/>
                  </a:lnTo>
                  <a:lnTo>
                    <a:pt x="480752" y="605966"/>
                  </a:lnTo>
                  <a:lnTo>
                    <a:pt x="480729" y="604847"/>
                  </a:lnTo>
                  <a:lnTo>
                    <a:pt x="480715" y="603728"/>
                  </a:lnTo>
                  <a:lnTo>
                    <a:pt x="480710" y="602608"/>
                  </a:lnTo>
                  <a:lnTo>
                    <a:pt x="480714" y="601489"/>
                  </a:lnTo>
                  <a:lnTo>
                    <a:pt x="480728" y="600370"/>
                  </a:lnTo>
                  <a:lnTo>
                    <a:pt x="480752" y="599251"/>
                  </a:lnTo>
                  <a:lnTo>
                    <a:pt x="479419" y="599251"/>
                  </a:lnTo>
                  <a:lnTo>
                    <a:pt x="478066" y="599251"/>
                  </a:lnTo>
                  <a:lnTo>
                    <a:pt x="477883" y="598237"/>
                  </a:lnTo>
                  <a:lnTo>
                    <a:pt x="477700" y="597221"/>
                  </a:lnTo>
                  <a:lnTo>
                    <a:pt x="477516" y="596199"/>
                  </a:lnTo>
                  <a:lnTo>
                    <a:pt x="477330" y="595170"/>
                  </a:lnTo>
                  <a:lnTo>
                    <a:pt x="477142" y="594131"/>
                  </a:lnTo>
                  <a:lnTo>
                    <a:pt x="476895" y="593060"/>
                  </a:lnTo>
                  <a:lnTo>
                    <a:pt x="476628" y="592005"/>
                  </a:lnTo>
                  <a:lnTo>
                    <a:pt x="476343" y="590962"/>
                  </a:lnTo>
                  <a:lnTo>
                    <a:pt x="476041" y="589932"/>
                  </a:lnTo>
                  <a:lnTo>
                    <a:pt x="475722" y="588912"/>
                  </a:lnTo>
                  <a:lnTo>
                    <a:pt x="475387" y="587902"/>
                  </a:lnTo>
                  <a:lnTo>
                    <a:pt x="475037" y="586900"/>
                  </a:lnTo>
                  <a:lnTo>
                    <a:pt x="474672" y="585906"/>
                  </a:lnTo>
                  <a:lnTo>
                    <a:pt x="474294" y="584917"/>
                  </a:lnTo>
                  <a:lnTo>
                    <a:pt x="473903" y="583933"/>
                  </a:lnTo>
                  <a:lnTo>
                    <a:pt x="473500" y="582952"/>
                  </a:lnTo>
                  <a:lnTo>
                    <a:pt x="473086" y="581973"/>
                  </a:lnTo>
                  <a:lnTo>
                    <a:pt x="472661" y="580995"/>
                  </a:lnTo>
                  <a:lnTo>
                    <a:pt x="472226" y="580017"/>
                  </a:lnTo>
                  <a:lnTo>
                    <a:pt x="471782" y="579037"/>
                  </a:lnTo>
                  <a:lnTo>
                    <a:pt x="471329" y="578054"/>
                  </a:lnTo>
                  <a:lnTo>
                    <a:pt x="470869" y="577068"/>
                  </a:lnTo>
                  <a:lnTo>
                    <a:pt x="470402" y="576076"/>
                  </a:lnTo>
                  <a:lnTo>
                    <a:pt x="469955" y="575117"/>
                  </a:lnTo>
                  <a:lnTo>
                    <a:pt x="469516" y="574159"/>
                  </a:lnTo>
                  <a:lnTo>
                    <a:pt x="469084" y="573199"/>
                  </a:lnTo>
                  <a:lnTo>
                    <a:pt x="468661" y="572238"/>
                  </a:lnTo>
                  <a:lnTo>
                    <a:pt x="468245" y="571277"/>
                  </a:lnTo>
                  <a:lnTo>
                    <a:pt x="467836" y="570314"/>
                  </a:lnTo>
                  <a:lnTo>
                    <a:pt x="467435" y="569350"/>
                  </a:lnTo>
                  <a:lnTo>
                    <a:pt x="467040" y="568385"/>
                  </a:lnTo>
                  <a:lnTo>
                    <a:pt x="466653" y="567418"/>
                  </a:lnTo>
                  <a:lnTo>
                    <a:pt x="466272" y="566451"/>
                  </a:lnTo>
                  <a:lnTo>
                    <a:pt x="465897" y="565481"/>
                  </a:lnTo>
                  <a:lnTo>
                    <a:pt x="465529" y="564511"/>
                  </a:lnTo>
                  <a:lnTo>
                    <a:pt x="465167" y="563538"/>
                  </a:lnTo>
                  <a:lnTo>
                    <a:pt x="464811" y="562564"/>
                  </a:lnTo>
                  <a:lnTo>
                    <a:pt x="464460" y="561588"/>
                  </a:lnTo>
                  <a:lnTo>
                    <a:pt x="464115" y="560610"/>
                  </a:lnTo>
                  <a:lnTo>
                    <a:pt x="463776" y="559630"/>
                  </a:lnTo>
                  <a:lnTo>
                    <a:pt x="463441" y="558649"/>
                  </a:lnTo>
                  <a:lnTo>
                    <a:pt x="463112" y="557665"/>
                  </a:lnTo>
                  <a:lnTo>
                    <a:pt x="462787" y="556678"/>
                  </a:lnTo>
                  <a:lnTo>
                    <a:pt x="462467" y="555690"/>
                  </a:lnTo>
                  <a:lnTo>
                    <a:pt x="462151" y="554699"/>
                  </a:lnTo>
                  <a:lnTo>
                    <a:pt x="461839" y="553706"/>
                  </a:lnTo>
                  <a:lnTo>
                    <a:pt x="461531" y="552710"/>
                  </a:lnTo>
                  <a:lnTo>
                    <a:pt x="461228" y="551712"/>
                  </a:lnTo>
                  <a:lnTo>
                    <a:pt x="460927" y="550711"/>
                  </a:lnTo>
                  <a:lnTo>
                    <a:pt x="460631" y="549707"/>
                  </a:lnTo>
                  <a:lnTo>
                    <a:pt x="460337" y="548701"/>
                  </a:lnTo>
                  <a:lnTo>
                    <a:pt x="460047" y="547691"/>
                  </a:lnTo>
                  <a:lnTo>
                    <a:pt x="459759" y="546679"/>
                  </a:lnTo>
                  <a:lnTo>
                    <a:pt x="459474" y="545663"/>
                  </a:lnTo>
                  <a:lnTo>
                    <a:pt x="459192" y="544644"/>
                  </a:lnTo>
                  <a:lnTo>
                    <a:pt x="458899" y="543621"/>
                  </a:lnTo>
                  <a:lnTo>
                    <a:pt x="458600" y="542602"/>
                  </a:lnTo>
                  <a:lnTo>
                    <a:pt x="458296" y="541586"/>
                  </a:lnTo>
                  <a:lnTo>
                    <a:pt x="457986" y="540574"/>
                  </a:lnTo>
                  <a:lnTo>
                    <a:pt x="457671" y="539564"/>
                  </a:lnTo>
                  <a:lnTo>
                    <a:pt x="457349" y="538557"/>
                  </a:lnTo>
                  <a:lnTo>
                    <a:pt x="457023" y="537551"/>
                  </a:lnTo>
                  <a:lnTo>
                    <a:pt x="456690" y="536546"/>
                  </a:lnTo>
                  <a:lnTo>
                    <a:pt x="456351" y="535542"/>
                  </a:lnTo>
                  <a:lnTo>
                    <a:pt x="456007" y="534538"/>
                  </a:lnTo>
                  <a:lnTo>
                    <a:pt x="455656" y="533533"/>
                  </a:lnTo>
                  <a:lnTo>
                    <a:pt x="455304" y="532475"/>
                  </a:lnTo>
                  <a:lnTo>
                    <a:pt x="454976" y="531424"/>
                  </a:lnTo>
                  <a:lnTo>
                    <a:pt x="454673" y="530377"/>
                  </a:lnTo>
                  <a:lnTo>
                    <a:pt x="454392" y="529333"/>
                  </a:lnTo>
                  <a:lnTo>
                    <a:pt x="454132" y="528290"/>
                  </a:lnTo>
                  <a:lnTo>
                    <a:pt x="453892" y="527246"/>
                  </a:lnTo>
                  <a:lnTo>
                    <a:pt x="453672" y="526200"/>
                  </a:lnTo>
                  <a:lnTo>
                    <a:pt x="453469" y="525151"/>
                  </a:lnTo>
                  <a:lnTo>
                    <a:pt x="453282" y="524095"/>
                  </a:lnTo>
                  <a:lnTo>
                    <a:pt x="453111" y="523033"/>
                  </a:lnTo>
                  <a:lnTo>
                    <a:pt x="452953" y="521962"/>
                  </a:lnTo>
                  <a:lnTo>
                    <a:pt x="452808" y="520880"/>
                  </a:lnTo>
                  <a:lnTo>
                    <a:pt x="452675" y="519786"/>
                  </a:lnTo>
                  <a:lnTo>
                    <a:pt x="452552" y="518678"/>
                  </a:lnTo>
                  <a:lnTo>
                    <a:pt x="451219" y="518678"/>
                  </a:lnTo>
                  <a:lnTo>
                    <a:pt x="449866" y="518678"/>
                  </a:lnTo>
                  <a:lnTo>
                    <a:pt x="449459" y="517521"/>
                  </a:lnTo>
                  <a:lnTo>
                    <a:pt x="449055" y="516363"/>
                  </a:lnTo>
                  <a:lnTo>
                    <a:pt x="448653" y="515204"/>
                  </a:lnTo>
                  <a:lnTo>
                    <a:pt x="448251" y="514046"/>
                  </a:lnTo>
                  <a:lnTo>
                    <a:pt x="447851" y="512886"/>
                  </a:lnTo>
                  <a:lnTo>
                    <a:pt x="447477" y="511810"/>
                  </a:lnTo>
                  <a:lnTo>
                    <a:pt x="447100" y="510727"/>
                  </a:lnTo>
                  <a:lnTo>
                    <a:pt x="446718" y="509630"/>
                  </a:lnTo>
                  <a:lnTo>
                    <a:pt x="446347" y="508331"/>
                  </a:lnTo>
                  <a:lnTo>
                    <a:pt x="446098" y="507343"/>
                  </a:lnTo>
                  <a:lnTo>
                    <a:pt x="445947" y="506468"/>
                  </a:lnTo>
                  <a:lnTo>
                    <a:pt x="445870" y="505511"/>
                  </a:lnTo>
                  <a:lnTo>
                    <a:pt x="445841" y="504275"/>
                  </a:lnTo>
                  <a:lnTo>
                    <a:pt x="445837" y="502564"/>
                  </a:lnTo>
                  <a:lnTo>
                    <a:pt x="444689" y="502978"/>
                  </a:lnTo>
                  <a:lnTo>
                    <a:pt x="443523" y="503397"/>
                  </a:lnTo>
                  <a:lnTo>
                    <a:pt x="442457" y="503763"/>
                  </a:lnTo>
                  <a:lnTo>
                    <a:pt x="441397" y="504114"/>
                  </a:lnTo>
                  <a:lnTo>
                    <a:pt x="440343" y="504450"/>
                  </a:lnTo>
                  <a:lnTo>
                    <a:pt x="439293" y="504771"/>
                  </a:lnTo>
                  <a:lnTo>
                    <a:pt x="438246" y="505078"/>
                  </a:lnTo>
                  <a:lnTo>
                    <a:pt x="437201" y="505371"/>
                  </a:lnTo>
                  <a:lnTo>
                    <a:pt x="436157" y="505651"/>
                  </a:lnTo>
                  <a:lnTo>
                    <a:pt x="435112" y="505918"/>
                  </a:lnTo>
                  <a:lnTo>
                    <a:pt x="434066" y="506171"/>
                  </a:lnTo>
                  <a:lnTo>
                    <a:pt x="433016" y="506413"/>
                  </a:lnTo>
                  <a:lnTo>
                    <a:pt x="431961" y="506642"/>
                  </a:lnTo>
                  <a:lnTo>
                    <a:pt x="430901" y="506859"/>
                  </a:lnTo>
                  <a:lnTo>
                    <a:pt x="429834" y="507065"/>
                  </a:lnTo>
                  <a:lnTo>
                    <a:pt x="428759" y="507260"/>
                  </a:lnTo>
                  <a:lnTo>
                    <a:pt x="427674" y="507444"/>
                  </a:lnTo>
                  <a:lnTo>
                    <a:pt x="426579" y="507618"/>
                  </a:lnTo>
                  <a:lnTo>
                    <a:pt x="425472" y="507781"/>
                  </a:lnTo>
                  <a:lnTo>
                    <a:pt x="424351" y="507935"/>
                  </a:lnTo>
                  <a:lnTo>
                    <a:pt x="423343" y="508268"/>
                  </a:lnTo>
                  <a:lnTo>
                    <a:pt x="422335" y="508601"/>
                  </a:lnTo>
                  <a:lnTo>
                    <a:pt x="421328" y="508935"/>
                  </a:lnTo>
                  <a:lnTo>
                    <a:pt x="420320" y="509271"/>
                  </a:lnTo>
                  <a:lnTo>
                    <a:pt x="419313" y="509607"/>
                  </a:lnTo>
                  <a:lnTo>
                    <a:pt x="418306" y="509944"/>
                  </a:lnTo>
                  <a:lnTo>
                    <a:pt x="417300" y="510282"/>
                  </a:lnTo>
                  <a:lnTo>
                    <a:pt x="416294" y="510621"/>
                  </a:lnTo>
                  <a:lnTo>
                    <a:pt x="415225" y="510910"/>
                  </a:lnTo>
                  <a:lnTo>
                    <a:pt x="414163" y="511192"/>
                  </a:lnTo>
                  <a:lnTo>
                    <a:pt x="413106" y="511467"/>
                  </a:lnTo>
                  <a:lnTo>
                    <a:pt x="412053" y="511733"/>
                  </a:lnTo>
                  <a:lnTo>
                    <a:pt x="411005" y="511990"/>
                  </a:lnTo>
                  <a:lnTo>
                    <a:pt x="409960" y="512239"/>
                  </a:lnTo>
                  <a:lnTo>
                    <a:pt x="408919" y="512478"/>
                  </a:lnTo>
                  <a:lnTo>
                    <a:pt x="407879" y="512708"/>
                  </a:lnTo>
                  <a:lnTo>
                    <a:pt x="406842" y="512927"/>
                  </a:lnTo>
                  <a:lnTo>
                    <a:pt x="405806" y="513136"/>
                  </a:lnTo>
                  <a:lnTo>
                    <a:pt x="404771" y="513334"/>
                  </a:lnTo>
                  <a:lnTo>
                    <a:pt x="403736" y="513520"/>
                  </a:lnTo>
                  <a:lnTo>
                    <a:pt x="402700" y="513695"/>
                  </a:lnTo>
                  <a:lnTo>
                    <a:pt x="401664" y="513858"/>
                  </a:lnTo>
                  <a:lnTo>
                    <a:pt x="400626" y="514009"/>
                  </a:lnTo>
                  <a:lnTo>
                    <a:pt x="399587" y="514146"/>
                  </a:lnTo>
                  <a:lnTo>
                    <a:pt x="398544" y="514271"/>
                  </a:lnTo>
                  <a:lnTo>
                    <a:pt x="397499" y="514381"/>
                  </a:lnTo>
                  <a:lnTo>
                    <a:pt x="396450" y="514478"/>
                  </a:lnTo>
                  <a:lnTo>
                    <a:pt x="395397" y="514560"/>
                  </a:lnTo>
                  <a:lnTo>
                    <a:pt x="394338" y="514627"/>
                  </a:lnTo>
                  <a:lnTo>
                    <a:pt x="393275" y="514679"/>
                  </a:lnTo>
                  <a:lnTo>
                    <a:pt x="392206" y="514716"/>
                  </a:lnTo>
                  <a:lnTo>
                    <a:pt x="391130" y="514736"/>
                  </a:lnTo>
                  <a:lnTo>
                    <a:pt x="390047" y="514740"/>
                  </a:lnTo>
                  <a:lnTo>
                    <a:pt x="388956" y="514727"/>
                  </a:lnTo>
                  <a:lnTo>
                    <a:pt x="387858" y="514697"/>
                  </a:lnTo>
                  <a:lnTo>
                    <a:pt x="386750" y="514650"/>
                  </a:lnTo>
                  <a:lnTo>
                    <a:pt x="386750" y="515982"/>
                  </a:lnTo>
                  <a:lnTo>
                    <a:pt x="386750" y="517335"/>
                  </a:lnTo>
                  <a:lnTo>
                    <a:pt x="385419" y="517362"/>
                  </a:lnTo>
                  <a:lnTo>
                    <a:pt x="384090" y="517387"/>
                  </a:lnTo>
                  <a:lnTo>
                    <a:pt x="382762" y="517412"/>
                  </a:lnTo>
                  <a:lnTo>
                    <a:pt x="381435" y="517435"/>
                  </a:lnTo>
                  <a:lnTo>
                    <a:pt x="380110" y="517458"/>
                  </a:lnTo>
                  <a:lnTo>
                    <a:pt x="378787" y="517479"/>
                  </a:lnTo>
                  <a:lnTo>
                    <a:pt x="377464" y="517499"/>
                  </a:lnTo>
                  <a:lnTo>
                    <a:pt x="376143" y="517517"/>
                  </a:lnTo>
                  <a:lnTo>
                    <a:pt x="374823" y="517534"/>
                  </a:lnTo>
                  <a:lnTo>
                    <a:pt x="373505" y="517548"/>
                  </a:lnTo>
                  <a:lnTo>
                    <a:pt x="372188" y="517562"/>
                  </a:lnTo>
                  <a:lnTo>
                    <a:pt x="370871" y="517573"/>
                  </a:lnTo>
                  <a:lnTo>
                    <a:pt x="369556" y="517582"/>
                  </a:lnTo>
                  <a:lnTo>
                    <a:pt x="368242" y="517589"/>
                  </a:lnTo>
                  <a:lnTo>
                    <a:pt x="366929" y="517593"/>
                  </a:lnTo>
                  <a:lnTo>
                    <a:pt x="365617" y="517595"/>
                  </a:lnTo>
                  <a:lnTo>
                    <a:pt x="364306" y="517595"/>
                  </a:lnTo>
                  <a:lnTo>
                    <a:pt x="362996" y="517592"/>
                  </a:lnTo>
                  <a:lnTo>
                    <a:pt x="361686" y="517586"/>
                  </a:lnTo>
                  <a:lnTo>
                    <a:pt x="360378" y="517577"/>
                  </a:lnTo>
                  <a:lnTo>
                    <a:pt x="359070" y="517565"/>
                  </a:lnTo>
                  <a:lnTo>
                    <a:pt x="357763" y="517550"/>
                  </a:lnTo>
                  <a:lnTo>
                    <a:pt x="356456" y="517532"/>
                  </a:lnTo>
                  <a:lnTo>
                    <a:pt x="355151" y="517511"/>
                  </a:lnTo>
                  <a:lnTo>
                    <a:pt x="353846" y="517486"/>
                  </a:lnTo>
                  <a:lnTo>
                    <a:pt x="352541" y="517458"/>
                  </a:lnTo>
                  <a:lnTo>
                    <a:pt x="351237" y="517425"/>
                  </a:lnTo>
                  <a:lnTo>
                    <a:pt x="349934" y="517389"/>
                  </a:lnTo>
                  <a:lnTo>
                    <a:pt x="348631" y="517349"/>
                  </a:lnTo>
                  <a:lnTo>
                    <a:pt x="347328" y="517305"/>
                  </a:lnTo>
                  <a:lnTo>
                    <a:pt x="346026" y="517257"/>
                  </a:lnTo>
                  <a:lnTo>
                    <a:pt x="344724" y="517205"/>
                  </a:lnTo>
                  <a:lnTo>
                    <a:pt x="343422" y="517148"/>
                  </a:lnTo>
                  <a:lnTo>
                    <a:pt x="342121" y="517087"/>
                  </a:lnTo>
                  <a:lnTo>
                    <a:pt x="340820" y="517021"/>
                  </a:lnTo>
                  <a:lnTo>
                    <a:pt x="339519" y="516950"/>
                  </a:lnTo>
                  <a:lnTo>
                    <a:pt x="338218" y="516875"/>
                  </a:lnTo>
                  <a:lnTo>
                    <a:pt x="336918" y="516794"/>
                  </a:lnTo>
                  <a:lnTo>
                    <a:pt x="335617" y="516708"/>
                  </a:lnTo>
                  <a:lnTo>
                    <a:pt x="334316" y="516618"/>
                  </a:lnTo>
                  <a:lnTo>
                    <a:pt x="333016" y="516522"/>
                  </a:lnTo>
                  <a:lnTo>
                    <a:pt x="331715" y="516420"/>
                  </a:lnTo>
                  <a:lnTo>
                    <a:pt x="330414" y="516313"/>
                  </a:lnTo>
                  <a:lnTo>
                    <a:pt x="329113" y="516200"/>
                  </a:lnTo>
                  <a:lnTo>
                    <a:pt x="327812" y="516082"/>
                  </a:lnTo>
                  <a:lnTo>
                    <a:pt x="326510" y="515957"/>
                  </a:lnTo>
                  <a:lnTo>
                    <a:pt x="325209" y="515827"/>
                  </a:lnTo>
                  <a:lnTo>
                    <a:pt x="323907" y="515690"/>
                  </a:lnTo>
                  <a:lnTo>
                    <a:pt x="322604" y="515547"/>
                  </a:lnTo>
                  <a:lnTo>
                    <a:pt x="321302" y="515398"/>
                  </a:lnTo>
                  <a:lnTo>
                    <a:pt x="319998" y="515243"/>
                  </a:lnTo>
                  <a:lnTo>
                    <a:pt x="318695" y="515080"/>
                  </a:lnTo>
                  <a:lnTo>
                    <a:pt x="317391" y="514911"/>
                  </a:lnTo>
                  <a:lnTo>
                    <a:pt x="316086" y="514736"/>
                  </a:lnTo>
                  <a:lnTo>
                    <a:pt x="314781" y="514553"/>
                  </a:lnTo>
                  <a:lnTo>
                    <a:pt x="313475" y="514363"/>
                  </a:lnTo>
                  <a:lnTo>
                    <a:pt x="312168" y="514166"/>
                  </a:lnTo>
                  <a:lnTo>
                    <a:pt x="310861" y="513962"/>
                  </a:lnTo>
                  <a:lnTo>
                    <a:pt x="309553" y="513751"/>
                  </a:lnTo>
                  <a:lnTo>
                    <a:pt x="308244" y="513531"/>
                  </a:lnTo>
                  <a:lnTo>
                    <a:pt x="306934" y="513305"/>
                  </a:lnTo>
                  <a:lnTo>
                    <a:pt x="305624" y="513070"/>
                  </a:lnTo>
                  <a:lnTo>
                    <a:pt x="304312" y="512828"/>
                  </a:lnTo>
                  <a:lnTo>
                    <a:pt x="303000" y="512577"/>
                  </a:lnTo>
                  <a:lnTo>
                    <a:pt x="301945" y="512400"/>
                  </a:lnTo>
                  <a:lnTo>
                    <a:pt x="300890" y="512232"/>
                  </a:lnTo>
                  <a:lnTo>
                    <a:pt x="299834" y="512074"/>
                  </a:lnTo>
                  <a:lnTo>
                    <a:pt x="298777" y="511925"/>
                  </a:lnTo>
                  <a:lnTo>
                    <a:pt x="297719" y="511784"/>
                  </a:lnTo>
                  <a:lnTo>
                    <a:pt x="296660" y="511651"/>
                  </a:lnTo>
                  <a:lnTo>
                    <a:pt x="295601" y="511526"/>
                  </a:lnTo>
                  <a:lnTo>
                    <a:pt x="294541" y="511407"/>
                  </a:lnTo>
                  <a:lnTo>
                    <a:pt x="293480" y="511294"/>
                  </a:lnTo>
                  <a:lnTo>
                    <a:pt x="292418" y="511186"/>
                  </a:lnTo>
                  <a:lnTo>
                    <a:pt x="291356" y="511083"/>
                  </a:lnTo>
                  <a:lnTo>
                    <a:pt x="290293" y="510985"/>
                  </a:lnTo>
                  <a:lnTo>
                    <a:pt x="289229" y="510890"/>
                  </a:lnTo>
                  <a:lnTo>
                    <a:pt x="288165" y="510798"/>
                  </a:lnTo>
                  <a:lnTo>
                    <a:pt x="287100" y="510708"/>
                  </a:lnTo>
                  <a:lnTo>
                    <a:pt x="286034" y="510621"/>
                  </a:lnTo>
                  <a:lnTo>
                    <a:pt x="286034" y="509288"/>
                  </a:lnTo>
                  <a:lnTo>
                    <a:pt x="286034" y="507935"/>
                  </a:lnTo>
                  <a:lnTo>
                    <a:pt x="284618" y="507685"/>
                  </a:lnTo>
                  <a:lnTo>
                    <a:pt x="283180" y="507432"/>
                  </a:lnTo>
                  <a:lnTo>
                    <a:pt x="281740" y="507117"/>
                  </a:lnTo>
                  <a:lnTo>
                    <a:pt x="280639" y="506867"/>
                  </a:lnTo>
                  <a:lnTo>
                    <a:pt x="279743" y="506643"/>
                  </a:lnTo>
                  <a:lnTo>
                    <a:pt x="278919" y="506408"/>
                  </a:lnTo>
                  <a:lnTo>
                    <a:pt x="278033" y="506122"/>
                  </a:lnTo>
                  <a:lnTo>
                    <a:pt x="276952" y="505749"/>
                  </a:lnTo>
                  <a:lnTo>
                    <a:pt x="275542" y="505249"/>
                  </a:lnTo>
                  <a:lnTo>
                    <a:pt x="274464" y="504925"/>
                  </a:lnTo>
                  <a:lnTo>
                    <a:pt x="273395" y="504630"/>
                  </a:lnTo>
                  <a:lnTo>
                    <a:pt x="272332" y="504362"/>
                  </a:lnTo>
                  <a:lnTo>
                    <a:pt x="271274" y="504118"/>
                  </a:lnTo>
                  <a:lnTo>
                    <a:pt x="270219" y="503898"/>
                  </a:lnTo>
                  <a:lnTo>
                    <a:pt x="269165" y="503698"/>
                  </a:lnTo>
                  <a:lnTo>
                    <a:pt x="268110" y="503516"/>
                  </a:lnTo>
                  <a:lnTo>
                    <a:pt x="267051" y="503350"/>
                  </a:lnTo>
                  <a:lnTo>
                    <a:pt x="265987" y="503197"/>
                  </a:lnTo>
                  <a:lnTo>
                    <a:pt x="264916" y="503056"/>
                  </a:lnTo>
                  <a:lnTo>
                    <a:pt x="263836" y="502925"/>
                  </a:lnTo>
                  <a:lnTo>
                    <a:pt x="262744" y="502800"/>
                  </a:lnTo>
                  <a:lnTo>
                    <a:pt x="261639" y="502681"/>
                  </a:lnTo>
                  <a:lnTo>
                    <a:pt x="260519" y="502564"/>
                  </a:lnTo>
                  <a:lnTo>
                    <a:pt x="260519" y="501231"/>
                  </a:lnTo>
                  <a:lnTo>
                    <a:pt x="260519" y="499878"/>
                  </a:lnTo>
                  <a:lnTo>
                    <a:pt x="259456" y="499789"/>
                  </a:lnTo>
                  <a:lnTo>
                    <a:pt x="258392" y="499700"/>
                  </a:lnTo>
                  <a:lnTo>
                    <a:pt x="257327" y="499612"/>
                  </a:lnTo>
                  <a:lnTo>
                    <a:pt x="256262" y="499523"/>
                  </a:lnTo>
                  <a:lnTo>
                    <a:pt x="255195" y="499434"/>
                  </a:lnTo>
                  <a:lnTo>
                    <a:pt x="254128" y="499345"/>
                  </a:lnTo>
                  <a:lnTo>
                    <a:pt x="253058" y="499256"/>
                  </a:lnTo>
                  <a:lnTo>
                    <a:pt x="251986" y="499167"/>
                  </a:lnTo>
                  <a:lnTo>
                    <a:pt x="250912" y="499077"/>
                  </a:lnTo>
                  <a:lnTo>
                    <a:pt x="249836" y="498988"/>
                  </a:lnTo>
                  <a:lnTo>
                    <a:pt x="248757" y="498898"/>
                  </a:lnTo>
                  <a:lnTo>
                    <a:pt x="247674" y="498807"/>
                  </a:lnTo>
                  <a:lnTo>
                    <a:pt x="246588" y="498717"/>
                  </a:lnTo>
                  <a:lnTo>
                    <a:pt x="245498" y="498626"/>
                  </a:lnTo>
                  <a:lnTo>
                    <a:pt x="244405" y="498535"/>
                  </a:lnTo>
                  <a:lnTo>
                    <a:pt x="244405" y="497202"/>
                  </a:lnTo>
                  <a:lnTo>
                    <a:pt x="244405" y="495849"/>
                  </a:lnTo>
                  <a:lnTo>
                    <a:pt x="243341" y="495849"/>
                  </a:lnTo>
                  <a:lnTo>
                    <a:pt x="242274" y="495849"/>
                  </a:lnTo>
                  <a:lnTo>
                    <a:pt x="241202" y="495849"/>
                  </a:lnTo>
                  <a:lnTo>
                    <a:pt x="240123" y="495849"/>
                  </a:lnTo>
                  <a:lnTo>
                    <a:pt x="239033" y="495849"/>
                  </a:lnTo>
                  <a:lnTo>
                    <a:pt x="239033" y="494516"/>
                  </a:lnTo>
                  <a:lnTo>
                    <a:pt x="239033" y="493163"/>
                  </a:lnTo>
                  <a:lnTo>
                    <a:pt x="237924" y="493026"/>
                  </a:lnTo>
                  <a:lnTo>
                    <a:pt x="236807" y="492888"/>
                  </a:lnTo>
                  <a:lnTo>
                    <a:pt x="235676" y="492748"/>
                  </a:lnTo>
                  <a:lnTo>
                    <a:pt x="234587" y="492522"/>
                  </a:lnTo>
                  <a:lnTo>
                    <a:pt x="233515" y="492277"/>
                  </a:lnTo>
                  <a:lnTo>
                    <a:pt x="232457" y="492014"/>
                  </a:lnTo>
                  <a:lnTo>
                    <a:pt x="231412" y="491734"/>
                  </a:lnTo>
                  <a:lnTo>
                    <a:pt x="230377" y="491437"/>
                  </a:lnTo>
                  <a:lnTo>
                    <a:pt x="229352" y="491124"/>
                  </a:lnTo>
                  <a:lnTo>
                    <a:pt x="228334" y="490796"/>
                  </a:lnTo>
                  <a:lnTo>
                    <a:pt x="227321" y="490454"/>
                  </a:lnTo>
                  <a:lnTo>
                    <a:pt x="226312" y="490097"/>
                  </a:lnTo>
                  <a:lnTo>
                    <a:pt x="225305" y="489728"/>
                  </a:lnTo>
                  <a:lnTo>
                    <a:pt x="224298" y="489346"/>
                  </a:lnTo>
                  <a:lnTo>
                    <a:pt x="223289" y="488952"/>
                  </a:lnTo>
                  <a:lnTo>
                    <a:pt x="222276" y="488547"/>
                  </a:lnTo>
                  <a:lnTo>
                    <a:pt x="221258" y="488132"/>
                  </a:lnTo>
                  <a:lnTo>
                    <a:pt x="220233" y="487707"/>
                  </a:lnTo>
                  <a:lnTo>
                    <a:pt x="219239" y="487296"/>
                  </a:lnTo>
                  <a:lnTo>
                    <a:pt x="218239" y="486883"/>
                  </a:lnTo>
                  <a:lnTo>
                    <a:pt x="217226" y="486464"/>
                  </a:lnTo>
                  <a:lnTo>
                    <a:pt x="216251" y="486045"/>
                  </a:lnTo>
                  <a:lnTo>
                    <a:pt x="215280" y="485620"/>
                  </a:lnTo>
                  <a:lnTo>
                    <a:pt x="214315" y="485189"/>
                  </a:lnTo>
                  <a:lnTo>
                    <a:pt x="213353" y="484752"/>
                  </a:lnTo>
                  <a:lnTo>
                    <a:pt x="212396" y="484308"/>
                  </a:lnTo>
                  <a:lnTo>
                    <a:pt x="211443" y="483860"/>
                  </a:lnTo>
                  <a:lnTo>
                    <a:pt x="210494" y="483405"/>
                  </a:lnTo>
                  <a:lnTo>
                    <a:pt x="209549" y="482945"/>
                  </a:lnTo>
                  <a:lnTo>
                    <a:pt x="208607" y="482480"/>
                  </a:lnTo>
                  <a:lnTo>
                    <a:pt x="207668" y="482009"/>
                  </a:lnTo>
                  <a:lnTo>
                    <a:pt x="206733" y="481533"/>
                  </a:lnTo>
                  <a:lnTo>
                    <a:pt x="205801" y="481053"/>
                  </a:lnTo>
                  <a:lnTo>
                    <a:pt x="204872" y="480567"/>
                  </a:lnTo>
                  <a:lnTo>
                    <a:pt x="203945" y="480076"/>
                  </a:lnTo>
                  <a:lnTo>
                    <a:pt x="203021" y="479581"/>
                  </a:lnTo>
                  <a:lnTo>
                    <a:pt x="202099" y="479081"/>
                  </a:lnTo>
                  <a:lnTo>
                    <a:pt x="201180" y="478577"/>
                  </a:lnTo>
                  <a:lnTo>
                    <a:pt x="200262" y="478069"/>
                  </a:lnTo>
                  <a:lnTo>
                    <a:pt x="199346" y="477556"/>
                  </a:lnTo>
                  <a:lnTo>
                    <a:pt x="198432" y="477040"/>
                  </a:lnTo>
                  <a:lnTo>
                    <a:pt x="197520" y="476519"/>
                  </a:lnTo>
                  <a:lnTo>
                    <a:pt x="196609" y="475995"/>
                  </a:lnTo>
                  <a:lnTo>
                    <a:pt x="195699" y="475467"/>
                  </a:lnTo>
                  <a:lnTo>
                    <a:pt x="194790" y="474935"/>
                  </a:lnTo>
                  <a:lnTo>
                    <a:pt x="193881" y="474400"/>
                  </a:lnTo>
                  <a:lnTo>
                    <a:pt x="192974" y="473861"/>
                  </a:lnTo>
                  <a:lnTo>
                    <a:pt x="192067" y="473320"/>
                  </a:lnTo>
                  <a:lnTo>
                    <a:pt x="191160" y="472775"/>
                  </a:lnTo>
                  <a:lnTo>
                    <a:pt x="190253" y="472228"/>
                  </a:lnTo>
                  <a:lnTo>
                    <a:pt x="189346" y="471677"/>
                  </a:lnTo>
                  <a:lnTo>
                    <a:pt x="188385" y="471142"/>
                  </a:lnTo>
                  <a:lnTo>
                    <a:pt x="187420" y="470605"/>
                  </a:lnTo>
                  <a:lnTo>
                    <a:pt x="186448" y="470063"/>
                  </a:lnTo>
                  <a:lnTo>
                    <a:pt x="185464" y="469515"/>
                  </a:lnTo>
                  <a:lnTo>
                    <a:pt x="184528" y="468899"/>
                  </a:lnTo>
                  <a:lnTo>
                    <a:pt x="183587" y="468278"/>
                  </a:lnTo>
                  <a:lnTo>
                    <a:pt x="182632" y="467649"/>
                  </a:lnTo>
                  <a:lnTo>
                    <a:pt x="182632" y="466316"/>
                  </a:lnTo>
                  <a:lnTo>
                    <a:pt x="182632" y="464963"/>
                  </a:lnTo>
                  <a:lnTo>
                    <a:pt x="181986" y="464767"/>
                  </a:lnTo>
                  <a:lnTo>
                    <a:pt x="180035" y="464176"/>
                  </a:lnTo>
                  <a:lnTo>
                    <a:pt x="179541" y="464020"/>
                  </a:lnTo>
                  <a:lnTo>
                    <a:pt x="178669" y="463746"/>
                  </a:lnTo>
                  <a:lnTo>
                    <a:pt x="176672" y="463116"/>
                  </a:lnTo>
                  <a:lnTo>
                    <a:pt x="175565" y="462773"/>
                  </a:lnTo>
                  <a:lnTo>
                    <a:pt x="174451" y="462427"/>
                  </a:lnTo>
                  <a:lnTo>
                    <a:pt x="173320" y="462077"/>
                  </a:lnTo>
                  <a:lnTo>
                    <a:pt x="171956" y="461498"/>
                  </a:lnTo>
                  <a:lnTo>
                    <a:pt x="171059" y="461009"/>
                  </a:lnTo>
                  <a:lnTo>
                    <a:pt x="170434" y="460427"/>
                  </a:lnTo>
                  <a:lnTo>
                    <a:pt x="169881" y="459568"/>
                  </a:lnTo>
                  <a:lnTo>
                    <a:pt x="169203" y="458248"/>
                  </a:lnTo>
                  <a:lnTo>
                    <a:pt x="168205" y="457916"/>
                  </a:lnTo>
                  <a:lnTo>
                    <a:pt x="167204" y="457582"/>
                  </a:lnTo>
                  <a:lnTo>
                    <a:pt x="166195" y="457246"/>
                  </a:lnTo>
                  <a:lnTo>
                    <a:pt x="165175" y="456906"/>
                  </a:lnTo>
                  <a:lnTo>
                    <a:pt x="165175" y="455573"/>
                  </a:lnTo>
                  <a:lnTo>
                    <a:pt x="165175" y="454220"/>
                  </a:lnTo>
                  <a:lnTo>
                    <a:pt x="164644" y="454083"/>
                  </a:lnTo>
                  <a:lnTo>
                    <a:pt x="163708" y="453844"/>
                  </a:lnTo>
                  <a:lnTo>
                    <a:pt x="161565" y="453296"/>
                  </a:lnTo>
                  <a:lnTo>
                    <a:pt x="160419" y="452816"/>
                  </a:lnTo>
                  <a:lnTo>
                    <a:pt x="159367" y="452321"/>
                  </a:lnTo>
                  <a:lnTo>
                    <a:pt x="158397" y="451808"/>
                  </a:lnTo>
                  <a:lnTo>
                    <a:pt x="157496" y="451272"/>
                  </a:lnTo>
                  <a:lnTo>
                    <a:pt x="156651" y="450711"/>
                  </a:lnTo>
                  <a:lnTo>
                    <a:pt x="155850" y="450120"/>
                  </a:lnTo>
                  <a:lnTo>
                    <a:pt x="155080" y="449495"/>
                  </a:lnTo>
                  <a:lnTo>
                    <a:pt x="154329" y="448833"/>
                  </a:lnTo>
                  <a:lnTo>
                    <a:pt x="153583" y="448129"/>
                  </a:lnTo>
                  <a:lnTo>
                    <a:pt x="152830" y="447379"/>
                  </a:lnTo>
                  <a:lnTo>
                    <a:pt x="152057" y="446580"/>
                  </a:lnTo>
                  <a:lnTo>
                    <a:pt x="151253" y="445728"/>
                  </a:lnTo>
                  <a:lnTo>
                    <a:pt x="150403" y="444820"/>
                  </a:lnTo>
                  <a:lnTo>
                    <a:pt x="149619" y="444092"/>
                  </a:lnTo>
                  <a:lnTo>
                    <a:pt x="148832" y="443368"/>
                  </a:lnTo>
                  <a:lnTo>
                    <a:pt x="148043" y="442646"/>
                  </a:lnTo>
                  <a:lnTo>
                    <a:pt x="147252" y="441926"/>
                  </a:lnTo>
                  <a:lnTo>
                    <a:pt x="146458" y="441209"/>
                  </a:lnTo>
                  <a:lnTo>
                    <a:pt x="145662" y="440495"/>
                  </a:lnTo>
                  <a:lnTo>
                    <a:pt x="144863" y="439784"/>
                  </a:lnTo>
                  <a:lnTo>
                    <a:pt x="143972" y="438987"/>
                  </a:lnTo>
                  <a:lnTo>
                    <a:pt x="143076" y="438184"/>
                  </a:lnTo>
                  <a:lnTo>
                    <a:pt x="142167" y="437371"/>
                  </a:lnTo>
                  <a:lnTo>
                    <a:pt x="141227" y="436644"/>
                  </a:lnTo>
                  <a:lnTo>
                    <a:pt x="140480" y="436099"/>
                  </a:lnTo>
                  <a:lnTo>
                    <a:pt x="139810" y="435678"/>
                  </a:lnTo>
                  <a:lnTo>
                    <a:pt x="139105" y="435322"/>
                  </a:lnTo>
                  <a:lnTo>
                    <a:pt x="138250" y="434976"/>
                  </a:lnTo>
                  <a:lnTo>
                    <a:pt x="137130" y="434579"/>
                  </a:lnTo>
                  <a:lnTo>
                    <a:pt x="135631" y="434077"/>
                  </a:lnTo>
                  <a:lnTo>
                    <a:pt x="135631" y="432744"/>
                  </a:lnTo>
                  <a:lnTo>
                    <a:pt x="135631" y="431391"/>
                  </a:lnTo>
                  <a:lnTo>
                    <a:pt x="135174" y="431254"/>
                  </a:lnTo>
                  <a:lnTo>
                    <a:pt x="134369" y="431015"/>
                  </a:lnTo>
                  <a:lnTo>
                    <a:pt x="132525" y="430467"/>
                  </a:lnTo>
                  <a:lnTo>
                    <a:pt x="131395" y="429873"/>
                  </a:lnTo>
                  <a:lnTo>
                    <a:pt x="130430" y="429275"/>
                  </a:lnTo>
                  <a:lnTo>
                    <a:pt x="129602" y="428662"/>
                  </a:lnTo>
                  <a:lnTo>
                    <a:pt x="128887" y="428026"/>
                  </a:lnTo>
                  <a:lnTo>
                    <a:pt x="128259" y="427353"/>
                  </a:lnTo>
                  <a:lnTo>
                    <a:pt x="127692" y="426635"/>
                  </a:lnTo>
                  <a:lnTo>
                    <a:pt x="127162" y="425861"/>
                  </a:lnTo>
                  <a:lnTo>
                    <a:pt x="126641" y="425020"/>
                  </a:lnTo>
                  <a:lnTo>
                    <a:pt x="126106" y="424101"/>
                  </a:lnTo>
                  <a:lnTo>
                    <a:pt x="125530" y="423095"/>
                  </a:lnTo>
                  <a:lnTo>
                    <a:pt x="124888" y="421991"/>
                  </a:lnTo>
                  <a:lnTo>
                    <a:pt x="124095" y="421260"/>
                  </a:lnTo>
                  <a:lnTo>
                    <a:pt x="123296" y="420541"/>
                  </a:lnTo>
                  <a:lnTo>
                    <a:pt x="122491" y="419832"/>
                  </a:lnTo>
                  <a:lnTo>
                    <a:pt x="121679" y="419133"/>
                  </a:lnTo>
                  <a:lnTo>
                    <a:pt x="120861" y="418441"/>
                  </a:lnTo>
                  <a:lnTo>
                    <a:pt x="120038" y="417755"/>
                  </a:lnTo>
                  <a:lnTo>
                    <a:pt x="119209" y="417074"/>
                  </a:lnTo>
                  <a:lnTo>
                    <a:pt x="118374" y="416397"/>
                  </a:lnTo>
                  <a:lnTo>
                    <a:pt x="117533" y="415722"/>
                  </a:lnTo>
                  <a:lnTo>
                    <a:pt x="116524" y="414828"/>
                  </a:lnTo>
                  <a:lnTo>
                    <a:pt x="115844" y="414148"/>
                  </a:lnTo>
                  <a:lnTo>
                    <a:pt x="115329" y="413468"/>
                  </a:lnTo>
                  <a:lnTo>
                    <a:pt x="114817" y="412572"/>
                  </a:lnTo>
                  <a:lnTo>
                    <a:pt x="114145" y="411248"/>
                  </a:lnTo>
                  <a:lnTo>
                    <a:pt x="113147" y="410915"/>
                  </a:lnTo>
                  <a:lnTo>
                    <a:pt x="112146" y="410581"/>
                  </a:lnTo>
                  <a:lnTo>
                    <a:pt x="111137" y="410245"/>
                  </a:lnTo>
                  <a:lnTo>
                    <a:pt x="110116" y="409905"/>
                  </a:lnTo>
                  <a:lnTo>
                    <a:pt x="109557" y="408841"/>
                  </a:lnTo>
                  <a:lnTo>
                    <a:pt x="109009" y="407772"/>
                  </a:lnTo>
                  <a:lnTo>
                    <a:pt x="108473" y="406698"/>
                  </a:lnTo>
                  <a:lnTo>
                    <a:pt x="107947" y="405618"/>
                  </a:lnTo>
                  <a:lnTo>
                    <a:pt x="107431" y="404533"/>
                  </a:lnTo>
                  <a:lnTo>
                    <a:pt x="106888" y="403990"/>
                  </a:lnTo>
                  <a:lnTo>
                    <a:pt x="105248" y="402351"/>
                  </a:lnTo>
                  <a:lnTo>
                    <a:pt x="104789" y="401891"/>
                  </a:lnTo>
                  <a:lnTo>
                    <a:pt x="103402" y="400504"/>
                  </a:lnTo>
                  <a:lnTo>
                    <a:pt x="103402" y="399172"/>
                  </a:lnTo>
                  <a:lnTo>
                    <a:pt x="103402" y="397819"/>
                  </a:lnTo>
                  <a:lnTo>
                    <a:pt x="102069" y="397819"/>
                  </a:lnTo>
                  <a:lnTo>
                    <a:pt x="100716" y="397819"/>
                  </a:lnTo>
                  <a:lnTo>
                    <a:pt x="99953" y="397090"/>
                  </a:lnTo>
                  <a:lnTo>
                    <a:pt x="99195" y="396356"/>
                  </a:lnTo>
                  <a:lnTo>
                    <a:pt x="98441" y="395618"/>
                  </a:lnTo>
                  <a:lnTo>
                    <a:pt x="97691" y="394876"/>
                  </a:lnTo>
                  <a:lnTo>
                    <a:pt x="96945" y="394130"/>
                  </a:lnTo>
                  <a:lnTo>
                    <a:pt x="96203" y="393379"/>
                  </a:lnTo>
                  <a:lnTo>
                    <a:pt x="95465" y="392625"/>
                  </a:lnTo>
                  <a:lnTo>
                    <a:pt x="94732" y="391866"/>
                  </a:lnTo>
                  <a:lnTo>
                    <a:pt x="94002" y="391104"/>
                  </a:lnTo>
                  <a:lnTo>
                    <a:pt x="93114" y="390217"/>
                  </a:lnTo>
                  <a:lnTo>
                    <a:pt x="92221" y="389324"/>
                  </a:lnTo>
                  <a:lnTo>
                    <a:pt x="91316" y="388419"/>
                  </a:lnTo>
                  <a:lnTo>
                    <a:pt x="91316" y="387355"/>
                  </a:lnTo>
                  <a:lnTo>
                    <a:pt x="91316" y="386288"/>
                  </a:lnTo>
                  <a:lnTo>
                    <a:pt x="91316" y="385216"/>
                  </a:lnTo>
                  <a:lnTo>
                    <a:pt x="91316" y="384137"/>
                  </a:lnTo>
                  <a:lnTo>
                    <a:pt x="91316" y="383047"/>
                  </a:lnTo>
                  <a:lnTo>
                    <a:pt x="90318" y="382714"/>
                  </a:lnTo>
                  <a:lnTo>
                    <a:pt x="89317" y="382381"/>
                  </a:lnTo>
                  <a:lnTo>
                    <a:pt x="88308" y="382044"/>
                  </a:lnTo>
                  <a:lnTo>
                    <a:pt x="87287" y="381704"/>
                  </a:lnTo>
                  <a:lnTo>
                    <a:pt x="86704" y="380705"/>
                  </a:lnTo>
                  <a:lnTo>
                    <a:pt x="86124" y="379705"/>
                  </a:lnTo>
                  <a:lnTo>
                    <a:pt x="85546" y="378703"/>
                  </a:lnTo>
                  <a:lnTo>
                    <a:pt x="84974" y="377698"/>
                  </a:lnTo>
                  <a:lnTo>
                    <a:pt x="84408" y="376690"/>
                  </a:lnTo>
                  <a:lnTo>
                    <a:pt x="83850" y="375677"/>
                  </a:lnTo>
                  <a:lnTo>
                    <a:pt x="83300" y="374659"/>
                  </a:lnTo>
                  <a:lnTo>
                    <a:pt x="82705" y="373655"/>
                  </a:lnTo>
                  <a:lnTo>
                    <a:pt x="82230" y="372909"/>
                  </a:lnTo>
                  <a:lnTo>
                    <a:pt x="81764" y="372284"/>
                  </a:lnTo>
                  <a:lnTo>
                    <a:pt x="81196" y="371645"/>
                  </a:lnTo>
                  <a:lnTo>
                    <a:pt x="80416" y="370858"/>
                  </a:lnTo>
                  <a:lnTo>
                    <a:pt x="79313" y="369786"/>
                  </a:lnTo>
                  <a:lnTo>
                    <a:pt x="78597" y="369026"/>
                  </a:lnTo>
                  <a:lnTo>
                    <a:pt x="77903" y="368245"/>
                  </a:lnTo>
                  <a:lnTo>
                    <a:pt x="77231" y="367445"/>
                  </a:lnTo>
                  <a:lnTo>
                    <a:pt x="76580" y="366627"/>
                  </a:lnTo>
                  <a:lnTo>
                    <a:pt x="75951" y="365791"/>
                  </a:lnTo>
                  <a:lnTo>
                    <a:pt x="75342" y="364939"/>
                  </a:lnTo>
                  <a:lnTo>
                    <a:pt x="74754" y="364071"/>
                  </a:lnTo>
                  <a:lnTo>
                    <a:pt x="74187" y="363189"/>
                  </a:lnTo>
                  <a:lnTo>
                    <a:pt x="73639" y="362292"/>
                  </a:lnTo>
                  <a:lnTo>
                    <a:pt x="73111" y="361384"/>
                  </a:lnTo>
                  <a:lnTo>
                    <a:pt x="72602" y="360463"/>
                  </a:lnTo>
                  <a:lnTo>
                    <a:pt x="72111" y="359532"/>
                  </a:lnTo>
                  <a:lnTo>
                    <a:pt x="71639" y="358590"/>
                  </a:lnTo>
                  <a:lnTo>
                    <a:pt x="71185" y="357640"/>
                  </a:lnTo>
                  <a:lnTo>
                    <a:pt x="70749" y="356682"/>
                  </a:lnTo>
                  <a:lnTo>
                    <a:pt x="70331" y="355717"/>
                  </a:lnTo>
                  <a:lnTo>
                    <a:pt x="69929" y="354745"/>
                  </a:lnTo>
                  <a:lnTo>
                    <a:pt x="69545" y="353769"/>
                  </a:lnTo>
                  <a:lnTo>
                    <a:pt x="69176" y="352788"/>
                  </a:lnTo>
                  <a:lnTo>
                    <a:pt x="68824" y="351804"/>
                  </a:lnTo>
                  <a:lnTo>
                    <a:pt x="68487" y="350818"/>
                  </a:lnTo>
                  <a:lnTo>
                    <a:pt x="67489" y="350485"/>
                  </a:lnTo>
                  <a:lnTo>
                    <a:pt x="66488" y="350151"/>
                  </a:lnTo>
                  <a:lnTo>
                    <a:pt x="65479" y="349815"/>
                  </a:lnTo>
                  <a:lnTo>
                    <a:pt x="64458" y="349475"/>
                  </a:lnTo>
                  <a:lnTo>
                    <a:pt x="63926" y="348270"/>
                  </a:lnTo>
                  <a:lnTo>
                    <a:pt x="63522" y="347334"/>
                  </a:lnTo>
                  <a:lnTo>
                    <a:pt x="63198" y="346540"/>
                  </a:lnTo>
                  <a:lnTo>
                    <a:pt x="62908" y="345761"/>
                  </a:lnTo>
                  <a:lnTo>
                    <a:pt x="62606" y="344872"/>
                  </a:lnTo>
                  <a:lnTo>
                    <a:pt x="62243" y="343746"/>
                  </a:lnTo>
                  <a:lnTo>
                    <a:pt x="61773" y="342257"/>
                  </a:lnTo>
                  <a:lnTo>
                    <a:pt x="61404" y="341117"/>
                  </a:lnTo>
                  <a:lnTo>
                    <a:pt x="61038" y="340051"/>
                  </a:lnTo>
                  <a:lnTo>
                    <a:pt x="60669" y="339050"/>
                  </a:lnTo>
                  <a:lnTo>
                    <a:pt x="60288" y="338105"/>
                  </a:lnTo>
                  <a:lnTo>
                    <a:pt x="59887" y="337207"/>
                  </a:lnTo>
                  <a:lnTo>
                    <a:pt x="59460" y="336348"/>
                  </a:lnTo>
                  <a:lnTo>
                    <a:pt x="58997" y="335519"/>
                  </a:lnTo>
                  <a:lnTo>
                    <a:pt x="58492" y="334711"/>
                  </a:lnTo>
                  <a:lnTo>
                    <a:pt x="57937" y="333914"/>
                  </a:lnTo>
                  <a:lnTo>
                    <a:pt x="57323" y="333122"/>
                  </a:lnTo>
                  <a:lnTo>
                    <a:pt x="56644" y="332323"/>
                  </a:lnTo>
                  <a:lnTo>
                    <a:pt x="55892" y="331510"/>
                  </a:lnTo>
                  <a:lnTo>
                    <a:pt x="55058" y="330675"/>
                  </a:lnTo>
                  <a:lnTo>
                    <a:pt x="54531" y="329701"/>
                  </a:lnTo>
                  <a:lnTo>
                    <a:pt x="54010" y="328723"/>
                  </a:lnTo>
                  <a:lnTo>
                    <a:pt x="53497" y="327742"/>
                  </a:lnTo>
                  <a:lnTo>
                    <a:pt x="52991" y="326757"/>
                  </a:lnTo>
                  <a:lnTo>
                    <a:pt x="52491" y="325769"/>
                  </a:lnTo>
                  <a:lnTo>
                    <a:pt x="51998" y="324777"/>
                  </a:lnTo>
                  <a:lnTo>
                    <a:pt x="51511" y="323782"/>
                  </a:lnTo>
                  <a:lnTo>
                    <a:pt x="51030" y="322785"/>
                  </a:lnTo>
                  <a:lnTo>
                    <a:pt x="50543" y="321776"/>
                  </a:lnTo>
                  <a:lnTo>
                    <a:pt x="50056" y="320773"/>
                  </a:lnTo>
                  <a:lnTo>
                    <a:pt x="49568" y="319776"/>
                  </a:lnTo>
                  <a:lnTo>
                    <a:pt x="49076" y="318784"/>
                  </a:lnTo>
                  <a:lnTo>
                    <a:pt x="48578" y="317798"/>
                  </a:lnTo>
                  <a:lnTo>
                    <a:pt x="48073" y="316818"/>
                  </a:lnTo>
                  <a:lnTo>
                    <a:pt x="47558" y="315842"/>
                  </a:lnTo>
                  <a:lnTo>
                    <a:pt x="47033" y="314872"/>
                  </a:lnTo>
                  <a:lnTo>
                    <a:pt x="46494" y="313906"/>
                  </a:lnTo>
                  <a:lnTo>
                    <a:pt x="45941" y="312945"/>
                  </a:lnTo>
                  <a:lnTo>
                    <a:pt x="45371" y="311988"/>
                  </a:lnTo>
                  <a:lnTo>
                    <a:pt x="44782" y="311035"/>
                  </a:lnTo>
                  <a:lnTo>
                    <a:pt x="44161" y="309891"/>
                  </a:lnTo>
                  <a:lnTo>
                    <a:pt x="43648" y="308831"/>
                  </a:lnTo>
                  <a:lnTo>
                    <a:pt x="43232" y="307822"/>
                  </a:lnTo>
                  <a:lnTo>
                    <a:pt x="42902" y="306827"/>
                  </a:lnTo>
                  <a:lnTo>
                    <a:pt x="42647" y="305813"/>
                  </a:lnTo>
                  <a:lnTo>
                    <a:pt x="42455" y="304745"/>
                  </a:lnTo>
                  <a:lnTo>
                    <a:pt x="42315" y="303587"/>
                  </a:lnTo>
                  <a:lnTo>
                    <a:pt x="42216" y="302306"/>
                  </a:lnTo>
                  <a:lnTo>
                    <a:pt x="42038" y="300752"/>
                  </a:lnTo>
                  <a:lnTo>
                    <a:pt x="41876" y="299507"/>
                  </a:lnTo>
                  <a:lnTo>
                    <a:pt x="41704" y="298495"/>
                  </a:lnTo>
                  <a:lnTo>
                    <a:pt x="41494" y="297641"/>
                  </a:lnTo>
                  <a:lnTo>
                    <a:pt x="41220" y="296869"/>
                  </a:lnTo>
                  <a:lnTo>
                    <a:pt x="40855" y="296102"/>
                  </a:lnTo>
                  <a:lnTo>
                    <a:pt x="40372" y="295264"/>
                  </a:lnTo>
                  <a:lnTo>
                    <a:pt x="39744" y="294280"/>
                  </a:lnTo>
                  <a:lnTo>
                    <a:pt x="38944" y="293074"/>
                  </a:lnTo>
                  <a:lnTo>
                    <a:pt x="38724" y="292014"/>
                  </a:lnTo>
                  <a:lnTo>
                    <a:pt x="38511" y="290954"/>
                  </a:lnTo>
                  <a:lnTo>
                    <a:pt x="38303" y="289894"/>
                  </a:lnTo>
                  <a:lnTo>
                    <a:pt x="38100" y="288835"/>
                  </a:lnTo>
                  <a:lnTo>
                    <a:pt x="37903" y="287774"/>
                  </a:lnTo>
                  <a:lnTo>
                    <a:pt x="37709" y="286714"/>
                  </a:lnTo>
                  <a:lnTo>
                    <a:pt x="37520" y="285653"/>
                  </a:lnTo>
                  <a:lnTo>
                    <a:pt x="37335" y="284591"/>
                  </a:lnTo>
                  <a:lnTo>
                    <a:pt x="37153" y="283528"/>
                  </a:lnTo>
                  <a:lnTo>
                    <a:pt x="36974" y="282464"/>
                  </a:lnTo>
                  <a:lnTo>
                    <a:pt x="36798" y="281399"/>
                  </a:lnTo>
                  <a:lnTo>
                    <a:pt x="36624" y="280333"/>
                  </a:lnTo>
                  <a:lnTo>
                    <a:pt x="36453" y="279265"/>
                  </a:lnTo>
                  <a:lnTo>
                    <a:pt x="36136" y="277421"/>
                  </a:lnTo>
                  <a:lnTo>
                    <a:pt x="35863" y="275898"/>
                  </a:lnTo>
                  <a:lnTo>
                    <a:pt x="35614" y="274649"/>
                  </a:lnTo>
                  <a:lnTo>
                    <a:pt x="35371" y="273626"/>
                  </a:lnTo>
                  <a:lnTo>
                    <a:pt x="35115" y="272784"/>
                  </a:lnTo>
                  <a:lnTo>
                    <a:pt x="34826" y="272076"/>
                  </a:lnTo>
                  <a:lnTo>
                    <a:pt x="34486" y="271454"/>
                  </a:lnTo>
                  <a:lnTo>
                    <a:pt x="34075" y="270872"/>
                  </a:lnTo>
                  <a:lnTo>
                    <a:pt x="33575" y="270284"/>
                  </a:lnTo>
                  <a:lnTo>
                    <a:pt x="32966" y="269643"/>
                  </a:lnTo>
                  <a:lnTo>
                    <a:pt x="32229" y="268902"/>
                  </a:lnTo>
                  <a:lnTo>
                    <a:pt x="32229" y="267838"/>
                  </a:lnTo>
                  <a:lnTo>
                    <a:pt x="32229" y="266771"/>
                  </a:lnTo>
                  <a:lnTo>
                    <a:pt x="32229" y="265700"/>
                  </a:lnTo>
                  <a:lnTo>
                    <a:pt x="32229" y="264620"/>
                  </a:lnTo>
                  <a:lnTo>
                    <a:pt x="32229" y="263530"/>
                  </a:lnTo>
                  <a:lnTo>
                    <a:pt x="30896" y="263530"/>
                  </a:lnTo>
                  <a:lnTo>
                    <a:pt x="29543" y="263530"/>
                  </a:lnTo>
                  <a:lnTo>
                    <a:pt x="29211" y="262533"/>
                  </a:lnTo>
                  <a:lnTo>
                    <a:pt x="28877" y="261531"/>
                  </a:lnTo>
                  <a:lnTo>
                    <a:pt x="28541" y="260522"/>
                  </a:lnTo>
                  <a:lnTo>
                    <a:pt x="28200" y="259502"/>
                  </a:lnTo>
                  <a:lnTo>
                    <a:pt x="27764" y="259211"/>
                  </a:lnTo>
                  <a:lnTo>
                    <a:pt x="27198" y="258834"/>
                  </a:lnTo>
                  <a:lnTo>
                    <a:pt x="26127" y="258119"/>
                  </a:lnTo>
                  <a:lnTo>
                    <a:pt x="24172" y="256816"/>
                  </a:lnTo>
                  <a:lnTo>
                    <a:pt x="23582" y="255812"/>
                  </a:lnTo>
                  <a:lnTo>
                    <a:pt x="23058" y="254821"/>
                  </a:lnTo>
                  <a:lnTo>
                    <a:pt x="22594" y="253837"/>
                  </a:lnTo>
                  <a:lnTo>
                    <a:pt x="22185" y="252853"/>
                  </a:lnTo>
                  <a:lnTo>
                    <a:pt x="21827" y="251864"/>
                  </a:lnTo>
                  <a:lnTo>
                    <a:pt x="21513" y="250864"/>
                  </a:lnTo>
                  <a:lnTo>
                    <a:pt x="21239" y="249846"/>
                  </a:lnTo>
                  <a:lnTo>
                    <a:pt x="20999" y="248805"/>
                  </a:lnTo>
                  <a:lnTo>
                    <a:pt x="20789" y="247734"/>
                  </a:lnTo>
                  <a:lnTo>
                    <a:pt x="20604" y="246627"/>
                  </a:lnTo>
                  <a:lnTo>
                    <a:pt x="20437" y="245479"/>
                  </a:lnTo>
                  <a:lnTo>
                    <a:pt x="20276" y="244363"/>
                  </a:lnTo>
                  <a:lnTo>
                    <a:pt x="20113" y="243239"/>
                  </a:lnTo>
                  <a:lnTo>
                    <a:pt x="19948" y="242099"/>
                  </a:lnTo>
                  <a:lnTo>
                    <a:pt x="19789" y="240931"/>
                  </a:lnTo>
                  <a:lnTo>
                    <a:pt x="19630" y="239763"/>
                  </a:lnTo>
                  <a:lnTo>
                    <a:pt x="19471" y="238595"/>
                  </a:lnTo>
                  <a:lnTo>
                    <a:pt x="19312" y="237427"/>
                  </a:lnTo>
                  <a:lnTo>
                    <a:pt x="19154" y="236259"/>
                  </a:lnTo>
                  <a:lnTo>
                    <a:pt x="18995" y="235091"/>
                  </a:lnTo>
                  <a:lnTo>
                    <a:pt x="18834" y="233976"/>
                  </a:lnTo>
                  <a:lnTo>
                    <a:pt x="18671" y="232853"/>
                  </a:lnTo>
                  <a:lnTo>
                    <a:pt x="18506" y="231715"/>
                  </a:lnTo>
                  <a:lnTo>
                    <a:pt x="18300" y="230191"/>
                  </a:lnTo>
                  <a:lnTo>
                    <a:pt x="18090" y="228644"/>
                  </a:lnTo>
                  <a:lnTo>
                    <a:pt x="17848" y="227627"/>
                  </a:lnTo>
                  <a:lnTo>
                    <a:pt x="17625" y="226825"/>
                  </a:lnTo>
                  <a:lnTo>
                    <a:pt x="17364" y="226119"/>
                  </a:lnTo>
                  <a:lnTo>
                    <a:pt x="17006" y="225392"/>
                  </a:lnTo>
                  <a:lnTo>
                    <a:pt x="16493" y="224525"/>
                  </a:lnTo>
                  <a:lnTo>
                    <a:pt x="15768" y="223401"/>
                  </a:lnTo>
                  <a:lnTo>
                    <a:pt x="14772" y="221901"/>
                  </a:lnTo>
                  <a:lnTo>
                    <a:pt x="14718" y="220790"/>
                  </a:lnTo>
                  <a:lnTo>
                    <a:pt x="14673" y="219687"/>
                  </a:lnTo>
                  <a:lnTo>
                    <a:pt x="14635" y="218588"/>
                  </a:lnTo>
                  <a:lnTo>
                    <a:pt x="14606" y="217493"/>
                  </a:lnTo>
                  <a:lnTo>
                    <a:pt x="14585" y="216400"/>
                  </a:lnTo>
                  <a:lnTo>
                    <a:pt x="14571" y="215308"/>
                  </a:lnTo>
                  <a:lnTo>
                    <a:pt x="14567" y="214213"/>
                  </a:lnTo>
                  <a:lnTo>
                    <a:pt x="14570" y="213116"/>
                  </a:lnTo>
                  <a:lnTo>
                    <a:pt x="14583" y="212014"/>
                  </a:lnTo>
                  <a:lnTo>
                    <a:pt x="14604" y="210905"/>
                  </a:lnTo>
                  <a:lnTo>
                    <a:pt x="14613" y="210148"/>
                  </a:lnTo>
                  <a:lnTo>
                    <a:pt x="14640" y="207856"/>
                  </a:lnTo>
                  <a:lnTo>
                    <a:pt x="14655" y="206793"/>
                  </a:lnTo>
                  <a:lnTo>
                    <a:pt x="14671" y="205730"/>
                  </a:lnTo>
                  <a:lnTo>
                    <a:pt x="14689" y="204667"/>
                  </a:lnTo>
                  <a:lnTo>
                    <a:pt x="14709" y="203604"/>
                  </a:lnTo>
                  <a:lnTo>
                    <a:pt x="14729" y="202541"/>
                  </a:lnTo>
                  <a:lnTo>
                    <a:pt x="14750" y="201478"/>
                  </a:lnTo>
                  <a:lnTo>
                    <a:pt x="14772" y="200415"/>
                  </a:lnTo>
                  <a:lnTo>
                    <a:pt x="15825" y="200102"/>
                  </a:lnTo>
                  <a:lnTo>
                    <a:pt x="16873" y="199838"/>
                  </a:lnTo>
                  <a:lnTo>
                    <a:pt x="17917" y="199619"/>
                  </a:lnTo>
                  <a:lnTo>
                    <a:pt x="18958" y="199441"/>
                  </a:lnTo>
                  <a:lnTo>
                    <a:pt x="19997" y="199300"/>
                  </a:lnTo>
                  <a:lnTo>
                    <a:pt x="21037" y="199192"/>
                  </a:lnTo>
                  <a:lnTo>
                    <a:pt x="22078" y="199114"/>
                  </a:lnTo>
                  <a:lnTo>
                    <a:pt x="23123" y="199062"/>
                  </a:lnTo>
                  <a:lnTo>
                    <a:pt x="24172" y="199031"/>
                  </a:lnTo>
                  <a:lnTo>
                    <a:pt x="25228" y="199019"/>
                  </a:lnTo>
                  <a:lnTo>
                    <a:pt x="26292" y="199020"/>
                  </a:lnTo>
                  <a:lnTo>
                    <a:pt x="27364" y="199032"/>
                  </a:lnTo>
                  <a:lnTo>
                    <a:pt x="28448" y="199051"/>
                  </a:lnTo>
                  <a:lnTo>
                    <a:pt x="29543" y="199072"/>
                  </a:lnTo>
                  <a:lnTo>
                    <a:pt x="29573" y="200189"/>
                  </a:lnTo>
                  <a:lnTo>
                    <a:pt x="29602" y="201324"/>
                  </a:lnTo>
                  <a:lnTo>
                    <a:pt x="29668" y="203541"/>
                  </a:lnTo>
                  <a:lnTo>
                    <a:pt x="29730" y="205628"/>
                  </a:lnTo>
                  <a:lnTo>
                    <a:pt x="29790" y="207593"/>
                  </a:lnTo>
                  <a:lnTo>
                    <a:pt x="29847" y="209439"/>
                  </a:lnTo>
                  <a:lnTo>
                    <a:pt x="29904" y="211172"/>
                  </a:lnTo>
                  <a:lnTo>
                    <a:pt x="29960" y="212798"/>
                  </a:lnTo>
                  <a:lnTo>
                    <a:pt x="30016" y="214323"/>
                  </a:lnTo>
                  <a:lnTo>
                    <a:pt x="30073" y="215750"/>
                  </a:lnTo>
                  <a:lnTo>
                    <a:pt x="30131" y="217087"/>
                  </a:lnTo>
                  <a:lnTo>
                    <a:pt x="30191" y="218338"/>
                  </a:lnTo>
                  <a:lnTo>
                    <a:pt x="30255" y="219509"/>
                  </a:lnTo>
                  <a:lnTo>
                    <a:pt x="30322" y="220605"/>
                  </a:lnTo>
                  <a:lnTo>
                    <a:pt x="30393" y="221632"/>
                  </a:lnTo>
                  <a:lnTo>
                    <a:pt x="30469" y="222594"/>
                  </a:lnTo>
                  <a:lnTo>
                    <a:pt x="30551" y="223498"/>
                  </a:lnTo>
                  <a:lnTo>
                    <a:pt x="30639" y="224348"/>
                  </a:lnTo>
                  <a:lnTo>
                    <a:pt x="30734" y="225151"/>
                  </a:lnTo>
                  <a:lnTo>
                    <a:pt x="30837" y="225911"/>
                  </a:lnTo>
                  <a:lnTo>
                    <a:pt x="30948" y="226635"/>
                  </a:lnTo>
                  <a:lnTo>
                    <a:pt x="31068" y="227326"/>
                  </a:lnTo>
                  <a:lnTo>
                    <a:pt x="31198" y="227991"/>
                  </a:lnTo>
                  <a:lnTo>
                    <a:pt x="31338" y="228636"/>
                  </a:lnTo>
                  <a:lnTo>
                    <a:pt x="31490" y="229265"/>
                  </a:lnTo>
                  <a:lnTo>
                    <a:pt x="31653" y="229884"/>
                  </a:lnTo>
                  <a:lnTo>
                    <a:pt x="31828" y="230498"/>
                  </a:lnTo>
                  <a:lnTo>
                    <a:pt x="32017" y="231113"/>
                  </a:lnTo>
                  <a:lnTo>
                    <a:pt x="32219" y="231734"/>
                  </a:lnTo>
                  <a:lnTo>
                    <a:pt x="32436" y="232367"/>
                  </a:lnTo>
                  <a:lnTo>
                    <a:pt x="32669" y="233017"/>
                  </a:lnTo>
                  <a:lnTo>
                    <a:pt x="32917" y="233689"/>
                  </a:lnTo>
                  <a:lnTo>
                    <a:pt x="33181" y="234389"/>
                  </a:lnTo>
                  <a:lnTo>
                    <a:pt x="33463" y="235122"/>
                  </a:lnTo>
                  <a:lnTo>
                    <a:pt x="33763" y="235893"/>
                  </a:lnTo>
                  <a:lnTo>
                    <a:pt x="34081" y="236709"/>
                  </a:lnTo>
                  <a:lnTo>
                    <a:pt x="34380" y="237766"/>
                  </a:lnTo>
                  <a:lnTo>
                    <a:pt x="34610" y="238800"/>
                  </a:lnTo>
                  <a:lnTo>
                    <a:pt x="34776" y="239820"/>
                  </a:lnTo>
                  <a:lnTo>
                    <a:pt x="34889" y="240834"/>
                  </a:lnTo>
                  <a:lnTo>
                    <a:pt x="34955" y="241849"/>
                  </a:lnTo>
                  <a:lnTo>
                    <a:pt x="34983" y="242872"/>
                  </a:lnTo>
                  <a:lnTo>
                    <a:pt x="34980" y="243912"/>
                  </a:lnTo>
                  <a:lnTo>
                    <a:pt x="34955" y="244976"/>
                  </a:lnTo>
                  <a:lnTo>
                    <a:pt x="34915" y="246073"/>
                  </a:lnTo>
                  <a:lnTo>
                    <a:pt x="36246" y="246073"/>
                  </a:lnTo>
                  <a:lnTo>
                    <a:pt x="37586" y="246073"/>
                  </a:lnTo>
                  <a:lnTo>
                    <a:pt x="38944" y="246073"/>
                  </a:lnTo>
                  <a:lnTo>
                    <a:pt x="39006" y="245530"/>
                  </a:lnTo>
                  <a:lnTo>
                    <a:pt x="39195" y="243891"/>
                  </a:lnTo>
                  <a:lnTo>
                    <a:pt x="39608" y="242699"/>
                  </a:lnTo>
                  <a:lnTo>
                    <a:pt x="39964" y="241779"/>
                  </a:lnTo>
                  <a:lnTo>
                    <a:pt x="40337" y="241011"/>
                  </a:lnTo>
                  <a:lnTo>
                    <a:pt x="40804" y="240277"/>
                  </a:lnTo>
                  <a:lnTo>
                    <a:pt x="41440" y="239456"/>
                  </a:lnTo>
                  <a:lnTo>
                    <a:pt x="42320" y="238430"/>
                  </a:lnTo>
                  <a:lnTo>
                    <a:pt x="43521" y="237080"/>
                  </a:lnTo>
                  <a:lnTo>
                    <a:pt x="44164" y="236295"/>
                  </a:lnTo>
                  <a:lnTo>
                    <a:pt x="44778" y="235489"/>
                  </a:lnTo>
                  <a:lnTo>
                    <a:pt x="45364" y="234664"/>
                  </a:lnTo>
                  <a:lnTo>
                    <a:pt x="45923" y="233819"/>
                  </a:lnTo>
                  <a:lnTo>
                    <a:pt x="46455" y="232955"/>
                  </a:lnTo>
                  <a:lnTo>
                    <a:pt x="46961" y="232073"/>
                  </a:lnTo>
                  <a:lnTo>
                    <a:pt x="47442" y="231175"/>
                  </a:lnTo>
                  <a:lnTo>
                    <a:pt x="47898" y="230260"/>
                  </a:lnTo>
                  <a:lnTo>
                    <a:pt x="48330" y="229329"/>
                  </a:lnTo>
                  <a:lnTo>
                    <a:pt x="48738" y="228382"/>
                  </a:lnTo>
                  <a:lnTo>
                    <a:pt x="49124" y="227422"/>
                  </a:lnTo>
                  <a:lnTo>
                    <a:pt x="49488" y="226448"/>
                  </a:lnTo>
                  <a:lnTo>
                    <a:pt x="49830" y="225461"/>
                  </a:lnTo>
                  <a:lnTo>
                    <a:pt x="50152" y="224462"/>
                  </a:lnTo>
                  <a:lnTo>
                    <a:pt x="50453" y="223451"/>
                  </a:lnTo>
                  <a:lnTo>
                    <a:pt x="50735" y="222429"/>
                  </a:lnTo>
                  <a:lnTo>
                    <a:pt x="50998" y="221397"/>
                  </a:lnTo>
                  <a:lnTo>
                    <a:pt x="51243" y="220356"/>
                  </a:lnTo>
                  <a:lnTo>
                    <a:pt x="51471" y="219306"/>
                  </a:lnTo>
                  <a:lnTo>
                    <a:pt x="51681" y="218248"/>
                  </a:lnTo>
                  <a:lnTo>
                    <a:pt x="51875" y="217183"/>
                  </a:lnTo>
                  <a:lnTo>
                    <a:pt x="52054" y="216111"/>
                  </a:lnTo>
                  <a:lnTo>
                    <a:pt x="52218" y="215034"/>
                  </a:lnTo>
                  <a:lnTo>
                    <a:pt x="52367" y="213951"/>
                  </a:lnTo>
                  <a:lnTo>
                    <a:pt x="52503" y="212864"/>
                  </a:lnTo>
                  <a:lnTo>
                    <a:pt x="52626" y="211773"/>
                  </a:lnTo>
                  <a:lnTo>
                    <a:pt x="52737" y="210679"/>
                  </a:lnTo>
                  <a:lnTo>
                    <a:pt x="52836" y="209583"/>
                  </a:lnTo>
                  <a:lnTo>
                    <a:pt x="52924" y="208485"/>
                  </a:lnTo>
                  <a:lnTo>
                    <a:pt x="53001" y="207386"/>
                  </a:lnTo>
                  <a:lnTo>
                    <a:pt x="53069" y="206287"/>
                  </a:lnTo>
                  <a:lnTo>
                    <a:pt x="53128" y="205189"/>
                  </a:lnTo>
                  <a:lnTo>
                    <a:pt x="53178" y="204092"/>
                  </a:lnTo>
                  <a:lnTo>
                    <a:pt x="53221" y="202996"/>
                  </a:lnTo>
                  <a:lnTo>
                    <a:pt x="53257" y="201904"/>
                  </a:lnTo>
                  <a:lnTo>
                    <a:pt x="53286" y="200815"/>
                  </a:lnTo>
                  <a:lnTo>
                    <a:pt x="53309" y="199729"/>
                  </a:lnTo>
                  <a:lnTo>
                    <a:pt x="53327" y="198649"/>
                  </a:lnTo>
                  <a:lnTo>
                    <a:pt x="53341" y="197574"/>
                  </a:lnTo>
                  <a:lnTo>
                    <a:pt x="53350" y="196505"/>
                  </a:lnTo>
                  <a:lnTo>
                    <a:pt x="53357" y="195443"/>
                  </a:lnTo>
                  <a:lnTo>
                    <a:pt x="53361" y="194389"/>
                  </a:lnTo>
                  <a:lnTo>
                    <a:pt x="53363" y="193343"/>
                  </a:lnTo>
                  <a:lnTo>
                    <a:pt x="53364" y="192306"/>
                  </a:lnTo>
                  <a:lnTo>
                    <a:pt x="53364" y="191279"/>
                  </a:lnTo>
                  <a:lnTo>
                    <a:pt x="53365" y="190263"/>
                  </a:lnTo>
                  <a:lnTo>
                    <a:pt x="53366" y="189257"/>
                  </a:lnTo>
                  <a:lnTo>
                    <a:pt x="53368" y="188263"/>
                  </a:lnTo>
                  <a:lnTo>
                    <a:pt x="53372" y="187282"/>
                  </a:lnTo>
                  <a:lnTo>
                    <a:pt x="53380" y="186315"/>
                  </a:lnTo>
                  <a:lnTo>
                    <a:pt x="53399" y="185231"/>
                  </a:lnTo>
                  <a:lnTo>
                    <a:pt x="53418" y="184148"/>
                  </a:lnTo>
                  <a:lnTo>
                    <a:pt x="53438" y="183064"/>
                  </a:lnTo>
                  <a:lnTo>
                    <a:pt x="53458" y="181981"/>
                  </a:lnTo>
                  <a:lnTo>
                    <a:pt x="53479" y="180898"/>
                  </a:lnTo>
                  <a:lnTo>
                    <a:pt x="53500" y="179815"/>
                  </a:lnTo>
                  <a:lnTo>
                    <a:pt x="53520" y="178771"/>
                  </a:lnTo>
                  <a:lnTo>
                    <a:pt x="53538" y="177727"/>
                  </a:lnTo>
                  <a:lnTo>
                    <a:pt x="53556" y="176683"/>
                  </a:lnTo>
                  <a:lnTo>
                    <a:pt x="53573" y="175639"/>
                  </a:lnTo>
                  <a:lnTo>
                    <a:pt x="53589" y="174596"/>
                  </a:lnTo>
                  <a:lnTo>
                    <a:pt x="53604" y="173552"/>
                  </a:lnTo>
                  <a:lnTo>
                    <a:pt x="53619" y="172508"/>
                  </a:lnTo>
                  <a:lnTo>
                    <a:pt x="53633" y="171464"/>
                  </a:lnTo>
                  <a:lnTo>
                    <a:pt x="53646" y="170420"/>
                  </a:lnTo>
                  <a:lnTo>
                    <a:pt x="53659" y="169376"/>
                  </a:lnTo>
                  <a:lnTo>
                    <a:pt x="53672" y="168333"/>
                  </a:lnTo>
                  <a:lnTo>
                    <a:pt x="53683" y="167289"/>
                  </a:lnTo>
                  <a:lnTo>
                    <a:pt x="53694" y="166245"/>
                  </a:lnTo>
                  <a:lnTo>
                    <a:pt x="53705" y="165201"/>
                  </a:lnTo>
                  <a:lnTo>
                    <a:pt x="53715" y="164157"/>
                  </a:lnTo>
                  <a:lnTo>
                    <a:pt x="52382" y="164157"/>
                  </a:lnTo>
                  <a:lnTo>
                    <a:pt x="51030" y="164157"/>
                  </a:lnTo>
                  <a:lnTo>
                    <a:pt x="50746" y="163137"/>
                  </a:lnTo>
                  <a:lnTo>
                    <a:pt x="50463" y="162116"/>
                  </a:lnTo>
                  <a:lnTo>
                    <a:pt x="50182" y="161096"/>
                  </a:lnTo>
                  <a:lnTo>
                    <a:pt x="49901" y="160075"/>
                  </a:lnTo>
                  <a:lnTo>
                    <a:pt x="49620" y="159054"/>
                  </a:lnTo>
                  <a:lnTo>
                    <a:pt x="49341" y="158033"/>
                  </a:lnTo>
                  <a:lnTo>
                    <a:pt x="49062" y="157011"/>
                  </a:lnTo>
                  <a:lnTo>
                    <a:pt x="48783" y="155990"/>
                  </a:lnTo>
                  <a:lnTo>
                    <a:pt x="48505" y="154969"/>
                  </a:lnTo>
                  <a:lnTo>
                    <a:pt x="48227" y="153947"/>
                  </a:lnTo>
                  <a:lnTo>
                    <a:pt x="47950" y="152925"/>
                  </a:lnTo>
                  <a:lnTo>
                    <a:pt x="47672" y="151903"/>
                  </a:lnTo>
                  <a:lnTo>
                    <a:pt x="47352" y="150752"/>
                  </a:lnTo>
                  <a:lnTo>
                    <a:pt x="47029" y="149594"/>
                  </a:lnTo>
                  <a:lnTo>
                    <a:pt x="46701" y="148420"/>
                  </a:lnTo>
                  <a:lnTo>
                    <a:pt x="46417" y="147351"/>
                  </a:lnTo>
                  <a:lnTo>
                    <a:pt x="46144" y="146296"/>
                  </a:lnTo>
                  <a:lnTo>
                    <a:pt x="45883" y="145252"/>
                  </a:lnTo>
                  <a:lnTo>
                    <a:pt x="45637" y="144216"/>
                  </a:lnTo>
                  <a:lnTo>
                    <a:pt x="45406" y="143187"/>
                  </a:lnTo>
                  <a:lnTo>
                    <a:pt x="45191" y="142163"/>
                  </a:lnTo>
                  <a:lnTo>
                    <a:pt x="44994" y="141141"/>
                  </a:lnTo>
                  <a:lnTo>
                    <a:pt x="44817" y="140119"/>
                  </a:lnTo>
                  <a:lnTo>
                    <a:pt x="44661" y="139096"/>
                  </a:lnTo>
                  <a:lnTo>
                    <a:pt x="44526" y="138068"/>
                  </a:lnTo>
                  <a:lnTo>
                    <a:pt x="44415" y="137034"/>
                  </a:lnTo>
                  <a:lnTo>
                    <a:pt x="44329" y="135992"/>
                  </a:lnTo>
                  <a:lnTo>
                    <a:pt x="44268" y="134940"/>
                  </a:lnTo>
                  <a:lnTo>
                    <a:pt x="44236" y="133875"/>
                  </a:lnTo>
                  <a:lnTo>
                    <a:pt x="44232" y="132796"/>
                  </a:lnTo>
                  <a:lnTo>
                    <a:pt x="44258" y="131700"/>
                  </a:lnTo>
                  <a:lnTo>
                    <a:pt x="44315" y="130585"/>
                  </a:lnTo>
                  <a:lnTo>
                    <a:pt x="43317" y="130252"/>
                  </a:lnTo>
                  <a:lnTo>
                    <a:pt x="42316" y="129919"/>
                  </a:lnTo>
                  <a:lnTo>
                    <a:pt x="41307" y="129582"/>
                  </a:lnTo>
                  <a:lnTo>
                    <a:pt x="40286" y="129242"/>
                  </a:lnTo>
                  <a:lnTo>
                    <a:pt x="39921" y="128249"/>
                  </a:lnTo>
                  <a:lnTo>
                    <a:pt x="39574" y="127251"/>
                  </a:lnTo>
                  <a:lnTo>
                    <a:pt x="39246" y="126247"/>
                  </a:lnTo>
                  <a:lnTo>
                    <a:pt x="38934" y="125238"/>
                  </a:lnTo>
                  <a:lnTo>
                    <a:pt x="38640" y="124224"/>
                  </a:lnTo>
                  <a:lnTo>
                    <a:pt x="38362" y="123205"/>
                  </a:lnTo>
                  <a:lnTo>
                    <a:pt x="38100" y="122182"/>
                  </a:lnTo>
                  <a:lnTo>
                    <a:pt x="37853" y="121154"/>
                  </a:lnTo>
                  <a:lnTo>
                    <a:pt x="37621" y="120122"/>
                  </a:lnTo>
                  <a:lnTo>
                    <a:pt x="37403" y="119087"/>
                  </a:lnTo>
                  <a:lnTo>
                    <a:pt x="37198" y="118048"/>
                  </a:lnTo>
                  <a:lnTo>
                    <a:pt x="37007" y="117006"/>
                  </a:lnTo>
                  <a:lnTo>
                    <a:pt x="36828" y="115960"/>
                  </a:lnTo>
                  <a:lnTo>
                    <a:pt x="36661" y="114912"/>
                  </a:lnTo>
                  <a:lnTo>
                    <a:pt x="36506" y="113861"/>
                  </a:lnTo>
                  <a:lnTo>
                    <a:pt x="36362" y="112808"/>
                  </a:lnTo>
                  <a:lnTo>
                    <a:pt x="36227" y="111753"/>
                  </a:lnTo>
                  <a:lnTo>
                    <a:pt x="36103" y="110697"/>
                  </a:lnTo>
                  <a:lnTo>
                    <a:pt x="35988" y="109638"/>
                  </a:lnTo>
                  <a:lnTo>
                    <a:pt x="35882" y="108578"/>
                  </a:lnTo>
                  <a:lnTo>
                    <a:pt x="35783" y="107518"/>
                  </a:lnTo>
                  <a:lnTo>
                    <a:pt x="35693" y="106456"/>
                  </a:lnTo>
                  <a:lnTo>
                    <a:pt x="35609" y="105394"/>
                  </a:lnTo>
                  <a:lnTo>
                    <a:pt x="35532" y="104331"/>
                  </a:lnTo>
                  <a:lnTo>
                    <a:pt x="35461" y="103268"/>
                  </a:lnTo>
                  <a:lnTo>
                    <a:pt x="35395" y="102206"/>
                  </a:lnTo>
                  <a:lnTo>
                    <a:pt x="35334" y="101143"/>
                  </a:lnTo>
                  <a:lnTo>
                    <a:pt x="35278" y="100082"/>
                  </a:lnTo>
                  <a:lnTo>
                    <a:pt x="35225" y="99021"/>
                  </a:lnTo>
                  <a:lnTo>
                    <a:pt x="35175" y="97962"/>
                  </a:lnTo>
                  <a:lnTo>
                    <a:pt x="35128" y="96903"/>
                  </a:lnTo>
                  <a:lnTo>
                    <a:pt x="35084" y="95847"/>
                  </a:lnTo>
                  <a:lnTo>
                    <a:pt x="35041" y="94792"/>
                  </a:lnTo>
                  <a:lnTo>
                    <a:pt x="34998" y="93739"/>
                  </a:lnTo>
                  <a:lnTo>
                    <a:pt x="34957" y="92689"/>
                  </a:lnTo>
                  <a:lnTo>
                    <a:pt x="34915" y="91641"/>
                  </a:lnTo>
                  <a:lnTo>
                    <a:pt x="33582" y="91641"/>
                  </a:lnTo>
                  <a:lnTo>
                    <a:pt x="32229" y="91641"/>
                  </a:lnTo>
                  <a:lnTo>
                    <a:pt x="31704" y="90660"/>
                  </a:lnTo>
                  <a:lnTo>
                    <a:pt x="31218" y="89683"/>
                  </a:lnTo>
                  <a:lnTo>
                    <a:pt x="30769" y="88707"/>
                  </a:lnTo>
                  <a:lnTo>
                    <a:pt x="30354" y="87731"/>
                  </a:lnTo>
                  <a:lnTo>
                    <a:pt x="29969" y="86752"/>
                  </a:lnTo>
                  <a:lnTo>
                    <a:pt x="29611" y="85769"/>
                  </a:lnTo>
                  <a:lnTo>
                    <a:pt x="29277" y="84777"/>
                  </a:lnTo>
                  <a:lnTo>
                    <a:pt x="28965" y="83777"/>
                  </a:lnTo>
                  <a:lnTo>
                    <a:pt x="28671" y="82764"/>
                  </a:lnTo>
                  <a:lnTo>
                    <a:pt x="28391" y="81737"/>
                  </a:lnTo>
                  <a:lnTo>
                    <a:pt x="28124" y="80694"/>
                  </a:lnTo>
                  <a:lnTo>
                    <a:pt x="27865" y="79632"/>
                  </a:lnTo>
                  <a:lnTo>
                    <a:pt x="27612" y="78548"/>
                  </a:lnTo>
                  <a:lnTo>
                    <a:pt x="27100" y="76439"/>
                  </a:lnTo>
                  <a:lnTo>
                    <a:pt x="26627" y="74502"/>
                  </a:lnTo>
                  <a:lnTo>
                    <a:pt x="26190" y="72729"/>
                  </a:lnTo>
                  <a:lnTo>
                    <a:pt x="25784" y="71109"/>
                  </a:lnTo>
                  <a:lnTo>
                    <a:pt x="25406" y="69632"/>
                  </a:lnTo>
                  <a:lnTo>
                    <a:pt x="25049" y="68288"/>
                  </a:lnTo>
                  <a:lnTo>
                    <a:pt x="24711" y="67067"/>
                  </a:lnTo>
                  <a:lnTo>
                    <a:pt x="24387" y="65959"/>
                  </a:lnTo>
                  <a:lnTo>
                    <a:pt x="24071" y="64954"/>
                  </a:lnTo>
                  <a:lnTo>
                    <a:pt x="23761" y="64041"/>
                  </a:lnTo>
                  <a:lnTo>
                    <a:pt x="23451" y="63212"/>
                  </a:lnTo>
                  <a:lnTo>
                    <a:pt x="23137" y="62455"/>
                  </a:lnTo>
                  <a:lnTo>
                    <a:pt x="22815" y="61761"/>
                  </a:lnTo>
                  <a:lnTo>
                    <a:pt x="22480" y="61119"/>
                  </a:lnTo>
                  <a:lnTo>
                    <a:pt x="22128" y="60520"/>
                  </a:lnTo>
                  <a:lnTo>
                    <a:pt x="21754" y="59953"/>
                  </a:lnTo>
                  <a:lnTo>
                    <a:pt x="21354" y="59409"/>
                  </a:lnTo>
                  <a:lnTo>
                    <a:pt x="20924" y="58877"/>
                  </a:lnTo>
                  <a:lnTo>
                    <a:pt x="20459" y="58348"/>
                  </a:lnTo>
                  <a:lnTo>
                    <a:pt x="19955" y="57811"/>
                  </a:lnTo>
                  <a:lnTo>
                    <a:pt x="19407" y="57256"/>
                  </a:lnTo>
                  <a:lnTo>
                    <a:pt x="18811" y="56673"/>
                  </a:lnTo>
                  <a:lnTo>
                    <a:pt x="18163" y="56052"/>
                  </a:lnTo>
                  <a:lnTo>
                    <a:pt x="17457" y="55384"/>
                  </a:lnTo>
                  <a:lnTo>
                    <a:pt x="16901" y="54428"/>
                  </a:lnTo>
                  <a:lnTo>
                    <a:pt x="16400" y="53487"/>
                  </a:lnTo>
                  <a:lnTo>
                    <a:pt x="15948" y="52554"/>
                  </a:lnTo>
                  <a:lnTo>
                    <a:pt x="15538" y="51621"/>
                  </a:lnTo>
                  <a:lnTo>
                    <a:pt x="15164" y="50682"/>
                  </a:lnTo>
                  <a:lnTo>
                    <a:pt x="14819" y="49730"/>
                  </a:lnTo>
                  <a:lnTo>
                    <a:pt x="14496" y="48757"/>
                  </a:lnTo>
                  <a:lnTo>
                    <a:pt x="14189" y="47758"/>
                  </a:lnTo>
                  <a:lnTo>
                    <a:pt x="13892" y="46723"/>
                  </a:lnTo>
                  <a:lnTo>
                    <a:pt x="13597" y="45648"/>
                  </a:lnTo>
                  <a:lnTo>
                    <a:pt x="13276" y="44613"/>
                  </a:lnTo>
                  <a:lnTo>
                    <a:pt x="12941" y="43602"/>
                  </a:lnTo>
                  <a:lnTo>
                    <a:pt x="12593" y="42611"/>
                  </a:lnTo>
                  <a:lnTo>
                    <a:pt x="12232" y="41639"/>
                  </a:lnTo>
                  <a:lnTo>
                    <a:pt x="11856" y="40681"/>
                  </a:lnTo>
                  <a:lnTo>
                    <a:pt x="11465" y="39736"/>
                  </a:lnTo>
                  <a:lnTo>
                    <a:pt x="11060" y="38800"/>
                  </a:lnTo>
                  <a:lnTo>
                    <a:pt x="10640" y="37871"/>
                  </a:lnTo>
                  <a:lnTo>
                    <a:pt x="10205" y="36946"/>
                  </a:lnTo>
                  <a:lnTo>
                    <a:pt x="9755" y="36022"/>
                  </a:lnTo>
                  <a:lnTo>
                    <a:pt x="9289" y="35096"/>
                  </a:lnTo>
                  <a:lnTo>
                    <a:pt x="8807" y="34166"/>
                  </a:lnTo>
                  <a:lnTo>
                    <a:pt x="8309" y="33229"/>
                  </a:lnTo>
                  <a:lnTo>
                    <a:pt x="7795" y="32282"/>
                  </a:lnTo>
                  <a:lnTo>
                    <a:pt x="7340" y="31247"/>
                  </a:lnTo>
                  <a:lnTo>
                    <a:pt x="7035" y="30435"/>
                  </a:lnTo>
                  <a:lnTo>
                    <a:pt x="6849" y="29667"/>
                  </a:lnTo>
                  <a:lnTo>
                    <a:pt x="6754" y="28764"/>
                  </a:lnTo>
                  <a:lnTo>
                    <a:pt x="6719" y="27549"/>
                  </a:lnTo>
                  <a:lnTo>
                    <a:pt x="6714" y="25840"/>
                  </a:lnTo>
                  <a:lnTo>
                    <a:pt x="5423" y="25382"/>
                  </a:lnTo>
                  <a:lnTo>
                    <a:pt x="4112" y="24916"/>
                  </a:lnTo>
                  <a:lnTo>
                    <a:pt x="2939" y="24159"/>
                  </a:lnTo>
                  <a:lnTo>
                    <a:pt x="2114" y="23558"/>
                  </a:lnTo>
                  <a:lnTo>
                    <a:pt x="1521" y="22976"/>
                  </a:lnTo>
                  <a:lnTo>
                    <a:pt x="1048" y="22275"/>
                  </a:lnTo>
                  <a:lnTo>
                    <a:pt x="579" y="21317"/>
                  </a:lnTo>
                  <a:lnTo>
                    <a:pt x="0" y="19965"/>
                  </a:lnTo>
                  <a:lnTo>
                    <a:pt x="8" y="18651"/>
                  </a:lnTo>
                  <a:lnTo>
                    <a:pt x="61" y="17652"/>
                  </a:lnTo>
                  <a:lnTo>
                    <a:pt x="205" y="16853"/>
                  </a:lnTo>
                  <a:lnTo>
                    <a:pt x="485" y="16138"/>
                  </a:lnTo>
                  <a:lnTo>
                    <a:pt x="948" y="15390"/>
                  </a:lnTo>
                  <a:lnTo>
                    <a:pt x="1638" y="14494"/>
                  </a:lnTo>
                  <a:lnTo>
                    <a:pt x="2601" y="13334"/>
                  </a:lnTo>
                  <a:lnTo>
                    <a:pt x="3517" y="12585"/>
                  </a:lnTo>
                  <a:lnTo>
                    <a:pt x="4438" y="11832"/>
                  </a:lnTo>
                  <a:lnTo>
                    <a:pt x="5371" y="11068"/>
                  </a:lnTo>
                  <a:lnTo>
                    <a:pt x="6407" y="11552"/>
                  </a:lnTo>
                  <a:lnTo>
                    <a:pt x="7400" y="12065"/>
                  </a:lnTo>
                  <a:lnTo>
                    <a:pt x="8354" y="12609"/>
                  </a:lnTo>
                  <a:lnTo>
                    <a:pt x="9268" y="13181"/>
                  </a:lnTo>
                  <a:lnTo>
                    <a:pt x="10145" y="13781"/>
                  </a:lnTo>
                  <a:lnTo>
                    <a:pt x="10986" y="14409"/>
                  </a:lnTo>
                  <a:lnTo>
                    <a:pt x="11792" y="15063"/>
                  </a:lnTo>
                  <a:lnTo>
                    <a:pt x="12565" y="15743"/>
                  </a:lnTo>
                  <a:lnTo>
                    <a:pt x="13307" y="16448"/>
                  </a:lnTo>
                  <a:lnTo>
                    <a:pt x="14018" y="17177"/>
                  </a:lnTo>
                  <a:lnTo>
                    <a:pt x="14700" y="17930"/>
                  </a:lnTo>
                  <a:lnTo>
                    <a:pt x="15354" y="18706"/>
                  </a:lnTo>
                  <a:lnTo>
                    <a:pt x="15982" y="19504"/>
                  </a:lnTo>
                  <a:lnTo>
                    <a:pt x="16586" y="20323"/>
                  </a:lnTo>
                  <a:lnTo>
                    <a:pt x="17166" y="21162"/>
                  </a:lnTo>
                  <a:lnTo>
                    <a:pt x="17725" y="22021"/>
                  </a:lnTo>
                  <a:lnTo>
                    <a:pt x="18263" y="22899"/>
                  </a:lnTo>
                  <a:lnTo>
                    <a:pt x="18782" y="23795"/>
                  </a:lnTo>
                  <a:lnTo>
                    <a:pt x="19283" y="24709"/>
                  </a:lnTo>
                  <a:lnTo>
                    <a:pt x="19768" y="25640"/>
                  </a:lnTo>
                  <a:lnTo>
                    <a:pt x="20239" y="26586"/>
                  </a:lnTo>
                  <a:lnTo>
                    <a:pt x="20696" y="27547"/>
                  </a:lnTo>
                  <a:lnTo>
                    <a:pt x="21141" y="28523"/>
                  </a:lnTo>
                  <a:lnTo>
                    <a:pt x="21575" y="29512"/>
                  </a:lnTo>
                  <a:lnTo>
                    <a:pt x="22000" y="30515"/>
                  </a:lnTo>
                  <a:lnTo>
                    <a:pt x="22418" y="31529"/>
                  </a:lnTo>
                  <a:lnTo>
                    <a:pt x="22829" y="32555"/>
                  </a:lnTo>
                  <a:lnTo>
                    <a:pt x="23753" y="33694"/>
                  </a:lnTo>
                  <a:lnTo>
                    <a:pt x="24692" y="34852"/>
                  </a:lnTo>
                  <a:lnTo>
                    <a:pt x="25316" y="35772"/>
                  </a:lnTo>
                  <a:lnTo>
                    <a:pt x="25899" y="36702"/>
                  </a:lnTo>
                  <a:lnTo>
                    <a:pt x="26446" y="37640"/>
                  </a:lnTo>
                  <a:lnTo>
                    <a:pt x="26960" y="38588"/>
                  </a:lnTo>
                  <a:lnTo>
                    <a:pt x="27444" y="39544"/>
                  </a:lnTo>
                  <a:lnTo>
                    <a:pt x="27901" y="40511"/>
                  </a:lnTo>
                  <a:lnTo>
                    <a:pt x="28337" y="41486"/>
                  </a:lnTo>
                  <a:lnTo>
                    <a:pt x="28753" y="42471"/>
                  </a:lnTo>
                  <a:lnTo>
                    <a:pt x="29154" y="43466"/>
                  </a:lnTo>
                  <a:lnTo>
                    <a:pt x="29543" y="44470"/>
                  </a:lnTo>
                  <a:lnTo>
                    <a:pt x="29924" y="45484"/>
                  </a:lnTo>
                  <a:lnTo>
                    <a:pt x="30301" y="46508"/>
                  </a:lnTo>
                  <a:lnTo>
                    <a:pt x="30676" y="47541"/>
                  </a:lnTo>
                  <a:lnTo>
                    <a:pt x="31054" y="48585"/>
                  </a:lnTo>
                  <a:lnTo>
                    <a:pt x="31588" y="50005"/>
                  </a:lnTo>
                  <a:lnTo>
                    <a:pt x="32130" y="51446"/>
                  </a:lnTo>
                  <a:lnTo>
                    <a:pt x="32510" y="52485"/>
                  </a:lnTo>
                  <a:lnTo>
                    <a:pt x="32880" y="53520"/>
                  </a:lnTo>
                  <a:lnTo>
                    <a:pt x="33240" y="54553"/>
                  </a:lnTo>
                  <a:lnTo>
                    <a:pt x="33589" y="55584"/>
                  </a:lnTo>
                  <a:lnTo>
                    <a:pt x="33925" y="56615"/>
                  </a:lnTo>
                  <a:lnTo>
                    <a:pt x="34248" y="57647"/>
                  </a:lnTo>
                  <a:lnTo>
                    <a:pt x="34557" y="58683"/>
                  </a:lnTo>
                  <a:lnTo>
                    <a:pt x="34852" y="59722"/>
                  </a:lnTo>
                  <a:lnTo>
                    <a:pt x="35131" y="60767"/>
                  </a:lnTo>
                  <a:lnTo>
                    <a:pt x="35393" y="61820"/>
                  </a:lnTo>
                  <a:lnTo>
                    <a:pt x="35637" y="62880"/>
                  </a:lnTo>
                  <a:lnTo>
                    <a:pt x="35864" y="63951"/>
                  </a:lnTo>
                  <a:lnTo>
                    <a:pt x="36071" y="65032"/>
                  </a:lnTo>
                  <a:lnTo>
                    <a:pt x="36258" y="66127"/>
                  </a:lnTo>
                  <a:lnTo>
                    <a:pt x="37591" y="66127"/>
                  </a:lnTo>
                  <a:lnTo>
                    <a:pt x="38944" y="66127"/>
                  </a:lnTo>
                  <a:lnTo>
                    <a:pt x="39064" y="67214"/>
                  </a:lnTo>
                  <a:lnTo>
                    <a:pt x="39185" y="68303"/>
                  </a:lnTo>
                  <a:lnTo>
                    <a:pt x="39306" y="69392"/>
                  </a:lnTo>
                  <a:lnTo>
                    <a:pt x="39428" y="70483"/>
                  </a:lnTo>
                  <a:lnTo>
                    <a:pt x="39549" y="71577"/>
                  </a:lnTo>
                  <a:lnTo>
                    <a:pt x="39671" y="72673"/>
                  </a:lnTo>
                  <a:lnTo>
                    <a:pt x="39793" y="73772"/>
                  </a:lnTo>
                  <a:lnTo>
                    <a:pt x="39916" y="74875"/>
                  </a:lnTo>
                  <a:lnTo>
                    <a:pt x="40039" y="75982"/>
                  </a:lnTo>
                  <a:lnTo>
                    <a:pt x="40162" y="77095"/>
                  </a:lnTo>
                  <a:lnTo>
                    <a:pt x="40286" y="78213"/>
                  </a:lnTo>
                  <a:lnTo>
                    <a:pt x="41619" y="78213"/>
                  </a:lnTo>
                  <a:lnTo>
                    <a:pt x="42972" y="78213"/>
                  </a:lnTo>
                  <a:lnTo>
                    <a:pt x="43177" y="79235"/>
                  </a:lnTo>
                  <a:lnTo>
                    <a:pt x="43381" y="80258"/>
                  </a:lnTo>
                  <a:lnTo>
                    <a:pt x="43586" y="81282"/>
                  </a:lnTo>
                  <a:lnTo>
                    <a:pt x="43791" y="82307"/>
                  </a:lnTo>
                  <a:lnTo>
                    <a:pt x="43996" y="83333"/>
                  </a:lnTo>
                  <a:lnTo>
                    <a:pt x="44202" y="84362"/>
                  </a:lnTo>
                  <a:lnTo>
                    <a:pt x="44408" y="85392"/>
                  </a:lnTo>
                  <a:lnTo>
                    <a:pt x="44615" y="86425"/>
                  </a:lnTo>
                  <a:lnTo>
                    <a:pt x="44822" y="87461"/>
                  </a:lnTo>
                  <a:lnTo>
                    <a:pt x="45030" y="88500"/>
                  </a:lnTo>
                  <a:lnTo>
                    <a:pt x="45238" y="89543"/>
                  </a:lnTo>
                  <a:lnTo>
                    <a:pt x="45448" y="90590"/>
                  </a:lnTo>
                  <a:lnTo>
                    <a:pt x="45658" y="91641"/>
                  </a:lnTo>
                  <a:lnTo>
                    <a:pt x="46788" y="91142"/>
                  </a:lnTo>
                  <a:lnTo>
                    <a:pt x="47921" y="90642"/>
                  </a:lnTo>
                  <a:lnTo>
                    <a:pt x="49060" y="90140"/>
                  </a:lnTo>
                  <a:lnTo>
                    <a:pt x="50207" y="89634"/>
                  </a:lnTo>
                  <a:lnTo>
                    <a:pt x="51365" y="89123"/>
                  </a:lnTo>
                  <a:lnTo>
                    <a:pt x="52406" y="88715"/>
                  </a:lnTo>
                  <a:lnTo>
                    <a:pt x="53442" y="88330"/>
                  </a:lnTo>
                  <a:lnTo>
                    <a:pt x="54475" y="87967"/>
                  </a:lnTo>
                  <a:lnTo>
                    <a:pt x="55506" y="87625"/>
                  </a:lnTo>
                  <a:lnTo>
                    <a:pt x="56536" y="87303"/>
                  </a:lnTo>
                  <a:lnTo>
                    <a:pt x="57566" y="87000"/>
                  </a:lnTo>
                  <a:lnTo>
                    <a:pt x="58595" y="86714"/>
                  </a:lnTo>
                  <a:lnTo>
                    <a:pt x="59627" y="86445"/>
                  </a:lnTo>
                  <a:lnTo>
                    <a:pt x="60660" y="86192"/>
                  </a:lnTo>
                  <a:lnTo>
                    <a:pt x="61696" y="85952"/>
                  </a:lnTo>
                  <a:lnTo>
                    <a:pt x="62737" y="85726"/>
                  </a:lnTo>
                  <a:lnTo>
                    <a:pt x="63782" y="85512"/>
                  </a:lnTo>
                  <a:lnTo>
                    <a:pt x="64832" y="85309"/>
                  </a:lnTo>
                  <a:lnTo>
                    <a:pt x="65890" y="85116"/>
                  </a:lnTo>
                  <a:lnTo>
                    <a:pt x="66954" y="84932"/>
                  </a:lnTo>
                  <a:lnTo>
                    <a:pt x="68027" y="84756"/>
                  </a:lnTo>
                  <a:lnTo>
                    <a:pt x="69109" y="84586"/>
                  </a:lnTo>
                  <a:lnTo>
                    <a:pt x="70201" y="84421"/>
                  </a:lnTo>
                  <a:lnTo>
                    <a:pt x="71304" y="84261"/>
                  </a:lnTo>
                  <a:lnTo>
                    <a:pt x="72379" y="84063"/>
                  </a:lnTo>
                  <a:lnTo>
                    <a:pt x="73440" y="83844"/>
                  </a:lnTo>
                  <a:lnTo>
                    <a:pt x="74489" y="83606"/>
                  </a:lnTo>
                  <a:lnTo>
                    <a:pt x="75528" y="83350"/>
                  </a:lnTo>
                  <a:lnTo>
                    <a:pt x="76558" y="83075"/>
                  </a:lnTo>
                  <a:lnTo>
                    <a:pt x="77581" y="82784"/>
                  </a:lnTo>
                  <a:lnTo>
                    <a:pt x="78599" y="82477"/>
                  </a:lnTo>
                  <a:lnTo>
                    <a:pt x="79613" y="82154"/>
                  </a:lnTo>
                  <a:lnTo>
                    <a:pt x="80625" y="81817"/>
                  </a:lnTo>
                  <a:lnTo>
                    <a:pt x="81636" y="81467"/>
                  </a:lnTo>
                  <a:lnTo>
                    <a:pt x="82649" y="81104"/>
                  </a:lnTo>
                  <a:lnTo>
                    <a:pt x="83665" y="80729"/>
                  </a:lnTo>
                  <a:lnTo>
                    <a:pt x="84685" y="80342"/>
                  </a:lnTo>
                  <a:lnTo>
                    <a:pt x="85664" y="80051"/>
                  </a:lnTo>
                  <a:lnTo>
                    <a:pt x="86464" y="79842"/>
                  </a:lnTo>
                  <a:lnTo>
                    <a:pt x="87225" y="79702"/>
                  </a:lnTo>
                  <a:lnTo>
                    <a:pt x="88085" y="79617"/>
                  </a:lnTo>
                  <a:lnTo>
                    <a:pt x="89184" y="79574"/>
                  </a:lnTo>
                  <a:lnTo>
                    <a:pt x="90662" y="79558"/>
                  </a:lnTo>
                  <a:lnTo>
                    <a:pt x="92659" y="79555"/>
                  </a:lnTo>
                  <a:lnTo>
                    <a:pt x="92659" y="78223"/>
                  </a:lnTo>
                  <a:lnTo>
                    <a:pt x="92659" y="76870"/>
                  </a:lnTo>
                  <a:lnTo>
                    <a:pt x="93949" y="76534"/>
                  </a:lnTo>
                  <a:lnTo>
                    <a:pt x="95260" y="76194"/>
                  </a:lnTo>
                  <a:lnTo>
                    <a:pt x="96344" y="75912"/>
                  </a:lnTo>
                  <a:lnTo>
                    <a:pt x="97427" y="75631"/>
                  </a:lnTo>
                  <a:lnTo>
                    <a:pt x="98511" y="75349"/>
                  </a:lnTo>
                  <a:lnTo>
                    <a:pt x="99594" y="75067"/>
                  </a:lnTo>
                  <a:lnTo>
                    <a:pt x="100678" y="74785"/>
                  </a:lnTo>
                  <a:lnTo>
                    <a:pt x="101761" y="74503"/>
                  </a:lnTo>
                  <a:lnTo>
                    <a:pt x="102845" y="74220"/>
                  </a:lnTo>
                  <a:lnTo>
                    <a:pt x="103928" y="73938"/>
                  </a:lnTo>
                  <a:lnTo>
                    <a:pt x="105011" y="73656"/>
                  </a:lnTo>
                  <a:lnTo>
                    <a:pt x="106095" y="73374"/>
                  </a:lnTo>
                  <a:lnTo>
                    <a:pt x="107178" y="73092"/>
                  </a:lnTo>
                  <a:lnTo>
                    <a:pt x="108191" y="72829"/>
                  </a:lnTo>
                  <a:lnTo>
                    <a:pt x="109208" y="72565"/>
                  </a:lnTo>
                  <a:lnTo>
                    <a:pt x="110232" y="72299"/>
                  </a:lnTo>
                  <a:lnTo>
                    <a:pt x="111267" y="72030"/>
                  </a:lnTo>
                  <a:lnTo>
                    <a:pt x="112278" y="71766"/>
                  </a:lnTo>
                  <a:lnTo>
                    <a:pt x="113290" y="71502"/>
                  </a:lnTo>
                  <a:lnTo>
                    <a:pt x="114300" y="71237"/>
                  </a:lnTo>
                  <a:lnTo>
                    <a:pt x="115311" y="70972"/>
                  </a:lnTo>
                  <a:lnTo>
                    <a:pt x="116321" y="70706"/>
                  </a:lnTo>
                  <a:lnTo>
                    <a:pt x="117331" y="70439"/>
                  </a:lnTo>
                  <a:lnTo>
                    <a:pt x="118341" y="70171"/>
                  </a:lnTo>
                  <a:lnTo>
                    <a:pt x="119351" y="69902"/>
                  </a:lnTo>
                  <a:lnTo>
                    <a:pt x="120360" y="69633"/>
                  </a:lnTo>
                  <a:lnTo>
                    <a:pt x="121369" y="69362"/>
                  </a:lnTo>
                  <a:lnTo>
                    <a:pt x="122378" y="69091"/>
                  </a:lnTo>
                  <a:lnTo>
                    <a:pt x="123386" y="68818"/>
                  </a:lnTo>
                  <a:lnTo>
                    <a:pt x="124395" y="68545"/>
                  </a:lnTo>
                  <a:lnTo>
                    <a:pt x="125403" y="68270"/>
                  </a:lnTo>
                  <a:lnTo>
                    <a:pt x="126410" y="67995"/>
                  </a:lnTo>
                  <a:lnTo>
                    <a:pt x="127418" y="67718"/>
                  </a:lnTo>
                  <a:lnTo>
                    <a:pt x="128425" y="67440"/>
                  </a:lnTo>
                  <a:lnTo>
                    <a:pt x="129432" y="67160"/>
                  </a:lnTo>
                  <a:lnTo>
                    <a:pt x="130439" y="66880"/>
                  </a:lnTo>
                  <a:lnTo>
                    <a:pt x="131445" y="66598"/>
                  </a:lnTo>
                  <a:lnTo>
                    <a:pt x="132516" y="66310"/>
                  </a:lnTo>
                  <a:lnTo>
                    <a:pt x="133583" y="66033"/>
                  </a:lnTo>
                  <a:lnTo>
                    <a:pt x="134646" y="65769"/>
                  </a:lnTo>
                  <a:lnTo>
                    <a:pt x="135707" y="65517"/>
                  </a:lnTo>
                  <a:lnTo>
                    <a:pt x="136767" y="65277"/>
                  </a:lnTo>
                  <a:lnTo>
                    <a:pt x="137827" y="65050"/>
                  </a:lnTo>
                  <a:lnTo>
                    <a:pt x="138889" y="64835"/>
                  </a:lnTo>
                  <a:lnTo>
                    <a:pt x="139953" y="64633"/>
                  </a:lnTo>
                  <a:lnTo>
                    <a:pt x="141021" y="64443"/>
                  </a:lnTo>
                  <a:lnTo>
                    <a:pt x="142094" y="64267"/>
                  </a:lnTo>
                  <a:lnTo>
                    <a:pt x="143173" y="64103"/>
                  </a:lnTo>
                  <a:lnTo>
                    <a:pt x="144259" y="63953"/>
                  </a:lnTo>
                  <a:lnTo>
                    <a:pt x="145354" y="63816"/>
                  </a:lnTo>
                  <a:lnTo>
                    <a:pt x="146457" y="63692"/>
                  </a:lnTo>
                  <a:lnTo>
                    <a:pt x="147533" y="63533"/>
                  </a:lnTo>
                  <a:lnTo>
                    <a:pt x="148602" y="63360"/>
                  </a:lnTo>
                  <a:lnTo>
                    <a:pt x="149665" y="63174"/>
                  </a:lnTo>
                  <a:lnTo>
                    <a:pt x="150722" y="62974"/>
                  </a:lnTo>
                  <a:lnTo>
                    <a:pt x="151774" y="62762"/>
                  </a:lnTo>
                  <a:lnTo>
                    <a:pt x="152821" y="62539"/>
                  </a:lnTo>
                  <a:lnTo>
                    <a:pt x="153862" y="62303"/>
                  </a:lnTo>
                  <a:lnTo>
                    <a:pt x="154900" y="62057"/>
                  </a:lnTo>
                  <a:lnTo>
                    <a:pt x="155933" y="61801"/>
                  </a:lnTo>
                  <a:lnTo>
                    <a:pt x="156963" y="61534"/>
                  </a:lnTo>
                  <a:lnTo>
                    <a:pt x="157990" y="61258"/>
                  </a:lnTo>
                  <a:lnTo>
                    <a:pt x="159013" y="60973"/>
                  </a:lnTo>
                  <a:lnTo>
                    <a:pt x="160034" y="60680"/>
                  </a:lnTo>
                  <a:lnTo>
                    <a:pt x="161053" y="60379"/>
                  </a:lnTo>
                  <a:lnTo>
                    <a:pt x="162070" y="60071"/>
                  </a:lnTo>
                  <a:lnTo>
                    <a:pt x="163085" y="59755"/>
                  </a:lnTo>
                  <a:lnTo>
                    <a:pt x="164100" y="59434"/>
                  </a:lnTo>
                  <a:lnTo>
                    <a:pt x="165113" y="59106"/>
                  </a:lnTo>
                  <a:lnTo>
                    <a:pt x="166126" y="58773"/>
                  </a:lnTo>
                  <a:lnTo>
                    <a:pt x="167139" y="58436"/>
                  </a:lnTo>
                  <a:lnTo>
                    <a:pt x="168153" y="58094"/>
                  </a:lnTo>
                  <a:lnTo>
                    <a:pt x="169167" y="57748"/>
                  </a:lnTo>
                  <a:lnTo>
                    <a:pt x="170182" y="57399"/>
                  </a:lnTo>
                  <a:lnTo>
                    <a:pt x="171199" y="57048"/>
                  </a:lnTo>
                  <a:lnTo>
                    <a:pt x="172217" y="56694"/>
                  </a:lnTo>
                  <a:lnTo>
                    <a:pt x="173238" y="56338"/>
                  </a:lnTo>
                  <a:lnTo>
                    <a:pt x="174261" y="55981"/>
                  </a:lnTo>
                  <a:lnTo>
                    <a:pt x="175295" y="55626"/>
                  </a:lnTo>
                  <a:lnTo>
                    <a:pt x="176330" y="55278"/>
                  </a:lnTo>
                  <a:lnTo>
                    <a:pt x="177366" y="54939"/>
                  </a:lnTo>
                  <a:lnTo>
                    <a:pt x="178403" y="54607"/>
                  </a:lnTo>
                  <a:lnTo>
                    <a:pt x="179441" y="54283"/>
                  </a:lnTo>
                  <a:lnTo>
                    <a:pt x="180481" y="53967"/>
                  </a:lnTo>
                  <a:lnTo>
                    <a:pt x="181523" y="53658"/>
                  </a:lnTo>
                  <a:lnTo>
                    <a:pt x="182567" y="53355"/>
                  </a:lnTo>
                  <a:lnTo>
                    <a:pt x="183615" y="53060"/>
                  </a:lnTo>
                  <a:lnTo>
                    <a:pt x="184665" y="52771"/>
                  </a:lnTo>
                  <a:lnTo>
                    <a:pt x="185718" y="52488"/>
                  </a:lnTo>
                  <a:lnTo>
                    <a:pt x="186775" y="52212"/>
                  </a:lnTo>
                  <a:lnTo>
                    <a:pt x="187836" y="51942"/>
                  </a:lnTo>
                  <a:lnTo>
                    <a:pt x="188895" y="51659"/>
                  </a:lnTo>
                  <a:lnTo>
                    <a:pt x="189947" y="51363"/>
                  </a:lnTo>
                  <a:lnTo>
                    <a:pt x="190991" y="51053"/>
                  </a:lnTo>
                  <a:lnTo>
                    <a:pt x="192029" y="50731"/>
                  </a:lnTo>
                  <a:lnTo>
                    <a:pt x="193060" y="50396"/>
                  </a:lnTo>
                  <a:lnTo>
                    <a:pt x="194085" y="50050"/>
                  </a:lnTo>
                  <a:lnTo>
                    <a:pt x="195105" y="49693"/>
                  </a:lnTo>
                  <a:lnTo>
                    <a:pt x="196121" y="49326"/>
                  </a:lnTo>
                  <a:lnTo>
                    <a:pt x="197133" y="48950"/>
                  </a:lnTo>
                  <a:lnTo>
                    <a:pt x="198142" y="48565"/>
                  </a:lnTo>
                  <a:lnTo>
                    <a:pt x="199148" y="48173"/>
                  </a:lnTo>
                  <a:lnTo>
                    <a:pt x="200153" y="47772"/>
                  </a:lnTo>
                  <a:lnTo>
                    <a:pt x="201155" y="47366"/>
                  </a:lnTo>
                  <a:lnTo>
                    <a:pt x="202157" y="46953"/>
                  </a:lnTo>
                  <a:lnTo>
                    <a:pt x="203159" y="46535"/>
                  </a:lnTo>
                  <a:lnTo>
                    <a:pt x="204161" y="46113"/>
                  </a:lnTo>
                  <a:lnTo>
                    <a:pt x="205164" y="45686"/>
                  </a:lnTo>
                  <a:lnTo>
                    <a:pt x="206169" y="45257"/>
                  </a:lnTo>
                  <a:lnTo>
                    <a:pt x="207176" y="44824"/>
                  </a:lnTo>
                  <a:lnTo>
                    <a:pt x="208177" y="44416"/>
                  </a:lnTo>
                  <a:lnTo>
                    <a:pt x="209177" y="44025"/>
                  </a:lnTo>
                  <a:lnTo>
                    <a:pt x="210176" y="43653"/>
                  </a:lnTo>
                  <a:lnTo>
                    <a:pt x="211174" y="43299"/>
                  </a:lnTo>
                  <a:lnTo>
                    <a:pt x="212172" y="42961"/>
                  </a:lnTo>
                  <a:lnTo>
                    <a:pt x="213171" y="42640"/>
                  </a:lnTo>
                  <a:lnTo>
                    <a:pt x="214171" y="42334"/>
                  </a:lnTo>
                  <a:lnTo>
                    <a:pt x="215172" y="42044"/>
                  </a:lnTo>
                  <a:lnTo>
                    <a:pt x="216175" y="41769"/>
                  </a:lnTo>
                  <a:lnTo>
                    <a:pt x="217181" y="41507"/>
                  </a:lnTo>
                  <a:lnTo>
                    <a:pt x="218190" y="41260"/>
                  </a:lnTo>
                  <a:lnTo>
                    <a:pt x="219202" y="41025"/>
                  </a:lnTo>
                  <a:lnTo>
                    <a:pt x="220219" y="40803"/>
                  </a:lnTo>
                  <a:lnTo>
                    <a:pt x="221240" y="40592"/>
                  </a:lnTo>
                  <a:lnTo>
                    <a:pt x="222266" y="40393"/>
                  </a:lnTo>
                  <a:lnTo>
                    <a:pt x="223298" y="40205"/>
                  </a:lnTo>
                  <a:lnTo>
                    <a:pt x="224335" y="40027"/>
                  </a:lnTo>
                  <a:lnTo>
                    <a:pt x="225380" y="39858"/>
                  </a:lnTo>
                  <a:lnTo>
                    <a:pt x="226431" y="39699"/>
                  </a:lnTo>
                  <a:lnTo>
                    <a:pt x="227490" y="39548"/>
                  </a:lnTo>
                  <a:lnTo>
                    <a:pt x="228557" y="39405"/>
                  </a:lnTo>
                  <a:lnTo>
                    <a:pt x="229633" y="39269"/>
                  </a:lnTo>
                  <a:lnTo>
                    <a:pt x="229633" y="37936"/>
                  </a:lnTo>
                  <a:lnTo>
                    <a:pt x="229633" y="36583"/>
                  </a:lnTo>
                  <a:lnTo>
                    <a:pt x="231044" y="36216"/>
                  </a:lnTo>
                  <a:lnTo>
                    <a:pt x="232476" y="35843"/>
                  </a:lnTo>
                  <a:lnTo>
                    <a:pt x="233699" y="35505"/>
                  </a:lnTo>
                  <a:lnTo>
                    <a:pt x="234931" y="35165"/>
                  </a:lnTo>
                  <a:lnTo>
                    <a:pt x="236179" y="34820"/>
                  </a:lnTo>
                  <a:lnTo>
                    <a:pt x="237396" y="34493"/>
                  </a:lnTo>
                  <a:lnTo>
                    <a:pt x="238621" y="34163"/>
                  </a:lnTo>
                  <a:lnTo>
                    <a:pt x="239862" y="33829"/>
                  </a:lnTo>
                  <a:lnTo>
                    <a:pt x="241054" y="33345"/>
                  </a:lnTo>
                  <a:lnTo>
                    <a:pt x="241958" y="32925"/>
                  </a:lnTo>
                  <a:lnTo>
                    <a:pt x="242676" y="32475"/>
                  </a:lnTo>
                  <a:lnTo>
                    <a:pt x="243311" y="31903"/>
                  </a:lnTo>
                  <a:lnTo>
                    <a:pt x="243966" y="31116"/>
                  </a:lnTo>
                  <a:lnTo>
                    <a:pt x="244744" y="30021"/>
                  </a:lnTo>
                  <a:lnTo>
                    <a:pt x="245748" y="28526"/>
                  </a:lnTo>
                  <a:lnTo>
                    <a:pt x="246812" y="28526"/>
                  </a:lnTo>
                  <a:lnTo>
                    <a:pt x="247878" y="28526"/>
                  </a:lnTo>
                  <a:lnTo>
                    <a:pt x="248950" y="28526"/>
                  </a:lnTo>
                  <a:lnTo>
                    <a:pt x="250029" y="28526"/>
                  </a:lnTo>
                  <a:lnTo>
                    <a:pt x="251119" y="28526"/>
                  </a:lnTo>
                  <a:lnTo>
                    <a:pt x="251119" y="27193"/>
                  </a:lnTo>
                  <a:lnTo>
                    <a:pt x="251119" y="25840"/>
                  </a:lnTo>
                  <a:lnTo>
                    <a:pt x="251609" y="25706"/>
                  </a:lnTo>
                  <a:lnTo>
                    <a:pt x="252057" y="25584"/>
                  </a:lnTo>
                  <a:lnTo>
                    <a:pt x="252496" y="25465"/>
                  </a:lnTo>
                  <a:lnTo>
                    <a:pt x="252956" y="25339"/>
                  </a:lnTo>
                  <a:lnTo>
                    <a:pt x="253471" y="25199"/>
                  </a:lnTo>
                  <a:lnTo>
                    <a:pt x="254073" y="25035"/>
                  </a:lnTo>
                  <a:lnTo>
                    <a:pt x="254794" y="24838"/>
                  </a:lnTo>
                  <a:lnTo>
                    <a:pt x="255666" y="24600"/>
                  </a:lnTo>
                  <a:lnTo>
                    <a:pt x="256722" y="24312"/>
                  </a:lnTo>
                  <a:lnTo>
                    <a:pt x="257995" y="23965"/>
                  </a:lnTo>
                  <a:lnTo>
                    <a:pt x="259515" y="23550"/>
                  </a:lnTo>
                  <a:lnTo>
                    <a:pt x="261317" y="23059"/>
                  </a:lnTo>
                  <a:lnTo>
                    <a:pt x="263431" y="22482"/>
                  </a:lnTo>
                  <a:lnTo>
                    <a:pt x="265891" y="21811"/>
                  </a:lnTo>
                  <a:lnTo>
                    <a:pt x="265891" y="20479"/>
                  </a:lnTo>
                  <a:lnTo>
                    <a:pt x="265891" y="19126"/>
                  </a:lnTo>
                  <a:lnTo>
                    <a:pt x="266951" y="18731"/>
                  </a:lnTo>
                  <a:lnTo>
                    <a:pt x="268015" y="18334"/>
                  </a:lnTo>
                  <a:lnTo>
                    <a:pt x="269087" y="17934"/>
                  </a:lnTo>
                  <a:lnTo>
                    <a:pt x="270171" y="17530"/>
                  </a:lnTo>
                  <a:lnTo>
                    <a:pt x="271229" y="17135"/>
                  </a:lnTo>
                  <a:lnTo>
                    <a:pt x="272287" y="16737"/>
                  </a:lnTo>
                  <a:lnTo>
                    <a:pt x="273343" y="16337"/>
                  </a:lnTo>
                  <a:lnTo>
                    <a:pt x="274399" y="15935"/>
                  </a:lnTo>
                  <a:lnTo>
                    <a:pt x="275453" y="15531"/>
                  </a:lnTo>
                  <a:lnTo>
                    <a:pt x="276507" y="15125"/>
                  </a:lnTo>
                  <a:lnTo>
                    <a:pt x="277560" y="14716"/>
                  </a:lnTo>
                  <a:lnTo>
                    <a:pt x="278612" y="14305"/>
                  </a:lnTo>
                  <a:lnTo>
                    <a:pt x="279664" y="13892"/>
                  </a:lnTo>
                  <a:lnTo>
                    <a:pt x="280715" y="13476"/>
                  </a:lnTo>
                  <a:lnTo>
                    <a:pt x="281720" y="13081"/>
                  </a:lnTo>
                  <a:lnTo>
                    <a:pt x="282724" y="12690"/>
                  </a:lnTo>
                  <a:lnTo>
                    <a:pt x="283728" y="12304"/>
                  </a:lnTo>
                  <a:lnTo>
                    <a:pt x="284731" y="11923"/>
                  </a:lnTo>
                  <a:lnTo>
                    <a:pt x="285734" y="11546"/>
                  </a:lnTo>
                  <a:lnTo>
                    <a:pt x="286738" y="11174"/>
                  </a:lnTo>
                  <a:lnTo>
                    <a:pt x="287741" y="10806"/>
                  </a:lnTo>
                  <a:lnTo>
                    <a:pt x="288745" y="10444"/>
                  </a:lnTo>
                  <a:lnTo>
                    <a:pt x="289750" y="10087"/>
                  </a:lnTo>
                  <a:lnTo>
                    <a:pt x="290756" y="9735"/>
                  </a:lnTo>
                  <a:lnTo>
                    <a:pt x="291763" y="9388"/>
                  </a:lnTo>
                  <a:lnTo>
                    <a:pt x="292772" y="9046"/>
                  </a:lnTo>
                  <a:lnTo>
                    <a:pt x="293782" y="8710"/>
                  </a:lnTo>
                  <a:lnTo>
                    <a:pt x="294794" y="8379"/>
                  </a:lnTo>
                  <a:lnTo>
                    <a:pt x="295808" y="8054"/>
                  </a:lnTo>
                  <a:lnTo>
                    <a:pt x="296824" y="7734"/>
                  </a:lnTo>
                  <a:lnTo>
                    <a:pt x="297843" y="7421"/>
                  </a:lnTo>
                  <a:lnTo>
                    <a:pt x="298865" y="7113"/>
                  </a:lnTo>
                  <a:lnTo>
                    <a:pt x="299890" y="6811"/>
                  </a:lnTo>
                  <a:lnTo>
                    <a:pt x="300918" y="6515"/>
                  </a:lnTo>
                  <a:lnTo>
                    <a:pt x="301949" y="6226"/>
                  </a:lnTo>
                  <a:lnTo>
                    <a:pt x="302985" y="5942"/>
                  </a:lnTo>
                  <a:lnTo>
                    <a:pt x="304024" y="5665"/>
                  </a:lnTo>
                  <a:lnTo>
                    <a:pt x="305067" y="5394"/>
                  </a:lnTo>
                  <a:lnTo>
                    <a:pt x="306114" y="5130"/>
                  </a:lnTo>
                  <a:lnTo>
                    <a:pt x="307724" y="4660"/>
                  </a:lnTo>
                  <a:lnTo>
                    <a:pt x="308687" y="4283"/>
                  </a:lnTo>
                  <a:lnTo>
                    <a:pt x="309387" y="3800"/>
                  </a:lnTo>
                  <a:lnTo>
                    <a:pt x="310206" y="3011"/>
                  </a:lnTo>
                  <a:lnTo>
                    <a:pt x="311245" y="2768"/>
                  </a:lnTo>
                  <a:lnTo>
                    <a:pt x="312285" y="2538"/>
                  </a:lnTo>
                  <a:lnTo>
                    <a:pt x="313325" y="2321"/>
                  </a:lnTo>
                  <a:lnTo>
                    <a:pt x="314367" y="2117"/>
                  </a:lnTo>
                  <a:lnTo>
                    <a:pt x="315409" y="1924"/>
                  </a:lnTo>
                  <a:lnTo>
                    <a:pt x="316452" y="1743"/>
                  </a:lnTo>
                  <a:lnTo>
                    <a:pt x="317496" y="1574"/>
                  </a:lnTo>
                  <a:lnTo>
                    <a:pt x="318541" y="1415"/>
                  </a:lnTo>
                  <a:lnTo>
                    <a:pt x="319587" y="1268"/>
                  </a:lnTo>
                  <a:lnTo>
                    <a:pt x="320633" y="1130"/>
                  </a:lnTo>
                  <a:lnTo>
                    <a:pt x="321680" y="1003"/>
                  </a:lnTo>
                  <a:lnTo>
                    <a:pt x="322728" y="885"/>
                  </a:lnTo>
                  <a:lnTo>
                    <a:pt x="323776" y="776"/>
                  </a:lnTo>
                  <a:lnTo>
                    <a:pt x="324826" y="677"/>
                  </a:lnTo>
                  <a:lnTo>
                    <a:pt x="325875" y="585"/>
                  </a:lnTo>
                  <a:lnTo>
                    <a:pt x="326926" y="502"/>
                  </a:lnTo>
                  <a:lnTo>
                    <a:pt x="327977" y="427"/>
                  </a:lnTo>
                  <a:lnTo>
                    <a:pt x="329029" y="360"/>
                  </a:lnTo>
                  <a:lnTo>
                    <a:pt x="330081" y="299"/>
                  </a:lnTo>
                  <a:lnTo>
                    <a:pt x="331134" y="245"/>
                  </a:lnTo>
                  <a:lnTo>
                    <a:pt x="332187" y="198"/>
                  </a:lnTo>
                  <a:lnTo>
                    <a:pt x="333241" y="157"/>
                  </a:lnTo>
                  <a:lnTo>
                    <a:pt x="334296" y="121"/>
                  </a:lnTo>
                  <a:lnTo>
                    <a:pt x="335351" y="91"/>
                  </a:lnTo>
                  <a:lnTo>
                    <a:pt x="336406" y="66"/>
                  </a:lnTo>
                  <a:lnTo>
                    <a:pt x="337462" y="45"/>
                  </a:lnTo>
                  <a:lnTo>
                    <a:pt x="338519" y="29"/>
                  </a:lnTo>
                  <a:lnTo>
                    <a:pt x="339575" y="17"/>
                  </a:lnTo>
                  <a:lnTo>
                    <a:pt x="340632" y="8"/>
                  </a:lnTo>
                  <a:lnTo>
                    <a:pt x="341690" y="3"/>
                  </a:lnTo>
                  <a:lnTo>
                    <a:pt x="342748" y="0"/>
                  </a:lnTo>
                  <a:lnTo>
                    <a:pt x="343806" y="0"/>
                  </a:lnTo>
                  <a:lnTo>
                    <a:pt x="344865" y="2"/>
                  </a:lnTo>
                  <a:lnTo>
                    <a:pt x="345924" y="6"/>
                  </a:lnTo>
                  <a:lnTo>
                    <a:pt x="346983" y="12"/>
                  </a:lnTo>
                  <a:lnTo>
                    <a:pt x="348042" y="18"/>
                  </a:lnTo>
                  <a:lnTo>
                    <a:pt x="349102" y="26"/>
                  </a:lnTo>
                  <a:lnTo>
                    <a:pt x="350162" y="33"/>
                  </a:lnTo>
                  <a:lnTo>
                    <a:pt x="351222" y="41"/>
                  </a:lnTo>
                  <a:lnTo>
                    <a:pt x="352282" y="49"/>
                  </a:lnTo>
                  <a:close/>
                  <a:moveTo>
                    <a:pt x="295434" y="19126"/>
                  </a:moveTo>
                  <a:lnTo>
                    <a:pt x="294386" y="19451"/>
                  </a:lnTo>
                  <a:lnTo>
                    <a:pt x="293337" y="19774"/>
                  </a:lnTo>
                  <a:lnTo>
                    <a:pt x="292289" y="20097"/>
                  </a:lnTo>
                  <a:lnTo>
                    <a:pt x="291239" y="20418"/>
                  </a:lnTo>
                  <a:lnTo>
                    <a:pt x="290189" y="20737"/>
                  </a:lnTo>
                  <a:lnTo>
                    <a:pt x="289139" y="21055"/>
                  </a:lnTo>
                  <a:lnTo>
                    <a:pt x="288075" y="21420"/>
                  </a:lnTo>
                  <a:lnTo>
                    <a:pt x="287059" y="21806"/>
                  </a:lnTo>
                  <a:lnTo>
                    <a:pt x="286086" y="22215"/>
                  </a:lnTo>
                  <a:lnTo>
                    <a:pt x="285149" y="22647"/>
                  </a:lnTo>
                  <a:lnTo>
                    <a:pt x="284245" y="23105"/>
                  </a:lnTo>
                  <a:lnTo>
                    <a:pt x="283367" y="23588"/>
                  </a:lnTo>
                  <a:lnTo>
                    <a:pt x="282509" y="24099"/>
                  </a:lnTo>
                  <a:lnTo>
                    <a:pt x="281667" y="24638"/>
                  </a:lnTo>
                  <a:lnTo>
                    <a:pt x="280835" y="25206"/>
                  </a:lnTo>
                  <a:lnTo>
                    <a:pt x="280007" y="25805"/>
                  </a:lnTo>
                  <a:lnTo>
                    <a:pt x="279179" y="26435"/>
                  </a:lnTo>
                  <a:lnTo>
                    <a:pt x="278344" y="27098"/>
                  </a:lnTo>
                  <a:lnTo>
                    <a:pt x="277498" y="27794"/>
                  </a:lnTo>
                  <a:lnTo>
                    <a:pt x="276634" y="28526"/>
                  </a:lnTo>
                  <a:lnTo>
                    <a:pt x="275100" y="29020"/>
                  </a:lnTo>
                  <a:lnTo>
                    <a:pt x="274054" y="29337"/>
                  </a:lnTo>
                  <a:lnTo>
                    <a:pt x="273237" y="29541"/>
                  </a:lnTo>
                  <a:lnTo>
                    <a:pt x="272393" y="29697"/>
                  </a:lnTo>
                  <a:lnTo>
                    <a:pt x="271262" y="29869"/>
                  </a:lnTo>
                  <a:lnTo>
                    <a:pt x="271262" y="31202"/>
                  </a:lnTo>
                  <a:lnTo>
                    <a:pt x="271262" y="32555"/>
                  </a:lnTo>
                  <a:lnTo>
                    <a:pt x="270181" y="32638"/>
                  </a:lnTo>
                  <a:lnTo>
                    <a:pt x="269092" y="32721"/>
                  </a:lnTo>
                  <a:lnTo>
                    <a:pt x="267988" y="32806"/>
                  </a:lnTo>
                  <a:lnTo>
                    <a:pt x="266837" y="33082"/>
                  </a:lnTo>
                  <a:lnTo>
                    <a:pt x="265766" y="33370"/>
                  </a:lnTo>
                  <a:lnTo>
                    <a:pt x="264761" y="33672"/>
                  </a:lnTo>
                  <a:lnTo>
                    <a:pt x="263807" y="33994"/>
                  </a:lnTo>
                  <a:lnTo>
                    <a:pt x="262889" y="34340"/>
                  </a:lnTo>
                  <a:lnTo>
                    <a:pt x="261993" y="34715"/>
                  </a:lnTo>
                  <a:lnTo>
                    <a:pt x="261104" y="35122"/>
                  </a:lnTo>
                  <a:lnTo>
                    <a:pt x="260208" y="35567"/>
                  </a:lnTo>
                  <a:lnTo>
                    <a:pt x="259290" y="36053"/>
                  </a:lnTo>
                  <a:lnTo>
                    <a:pt x="258336" y="36586"/>
                  </a:lnTo>
                  <a:lnTo>
                    <a:pt x="257330" y="37170"/>
                  </a:lnTo>
                  <a:lnTo>
                    <a:pt x="256347" y="37733"/>
                  </a:lnTo>
                  <a:lnTo>
                    <a:pt x="255375" y="38262"/>
                  </a:lnTo>
                  <a:lnTo>
                    <a:pt x="254410" y="38759"/>
                  </a:lnTo>
                  <a:lnTo>
                    <a:pt x="253450" y="39225"/>
                  </a:lnTo>
                  <a:lnTo>
                    <a:pt x="252494" y="39663"/>
                  </a:lnTo>
                  <a:lnTo>
                    <a:pt x="251538" y="40073"/>
                  </a:lnTo>
                  <a:lnTo>
                    <a:pt x="250581" y="40458"/>
                  </a:lnTo>
                  <a:lnTo>
                    <a:pt x="249619" y="40819"/>
                  </a:lnTo>
                  <a:lnTo>
                    <a:pt x="248650" y="41158"/>
                  </a:lnTo>
                  <a:lnTo>
                    <a:pt x="247673" y="41478"/>
                  </a:lnTo>
                  <a:lnTo>
                    <a:pt x="246684" y="41779"/>
                  </a:lnTo>
                  <a:lnTo>
                    <a:pt x="245681" y="42063"/>
                  </a:lnTo>
                  <a:lnTo>
                    <a:pt x="244662" y="42333"/>
                  </a:lnTo>
                  <a:lnTo>
                    <a:pt x="243625" y="42589"/>
                  </a:lnTo>
                  <a:lnTo>
                    <a:pt x="242566" y="42834"/>
                  </a:lnTo>
                  <a:lnTo>
                    <a:pt x="241484" y="43070"/>
                  </a:lnTo>
                  <a:lnTo>
                    <a:pt x="240376" y="43298"/>
                  </a:lnTo>
                  <a:lnTo>
                    <a:pt x="240376" y="44630"/>
                  </a:lnTo>
                  <a:lnTo>
                    <a:pt x="240376" y="45983"/>
                  </a:lnTo>
                  <a:lnTo>
                    <a:pt x="239233" y="46046"/>
                  </a:lnTo>
                  <a:lnTo>
                    <a:pt x="238085" y="46108"/>
                  </a:lnTo>
                  <a:lnTo>
                    <a:pt x="236929" y="46171"/>
                  </a:lnTo>
                  <a:lnTo>
                    <a:pt x="235759" y="46234"/>
                  </a:lnTo>
                  <a:lnTo>
                    <a:pt x="234655" y="46389"/>
                  </a:lnTo>
                  <a:lnTo>
                    <a:pt x="233590" y="46582"/>
                  </a:lnTo>
                  <a:lnTo>
                    <a:pt x="232559" y="46810"/>
                  </a:lnTo>
                  <a:lnTo>
                    <a:pt x="231558" y="47074"/>
                  </a:lnTo>
                  <a:lnTo>
                    <a:pt x="230584" y="47372"/>
                  </a:lnTo>
                  <a:lnTo>
                    <a:pt x="229633" y="47701"/>
                  </a:lnTo>
                  <a:lnTo>
                    <a:pt x="228700" y="48060"/>
                  </a:lnTo>
                  <a:lnTo>
                    <a:pt x="227781" y="48449"/>
                  </a:lnTo>
                  <a:lnTo>
                    <a:pt x="226872" y="48865"/>
                  </a:lnTo>
                  <a:lnTo>
                    <a:pt x="225970" y="49307"/>
                  </a:lnTo>
                  <a:lnTo>
                    <a:pt x="225070" y="49774"/>
                  </a:lnTo>
                  <a:lnTo>
                    <a:pt x="224167" y="50264"/>
                  </a:lnTo>
                  <a:lnTo>
                    <a:pt x="223259" y="50776"/>
                  </a:lnTo>
                  <a:lnTo>
                    <a:pt x="222341" y="51307"/>
                  </a:lnTo>
                  <a:lnTo>
                    <a:pt x="221409" y="51858"/>
                  </a:lnTo>
                  <a:lnTo>
                    <a:pt x="220458" y="52425"/>
                  </a:lnTo>
                  <a:lnTo>
                    <a:pt x="219473" y="52948"/>
                  </a:lnTo>
                  <a:lnTo>
                    <a:pt x="218482" y="53426"/>
                  </a:lnTo>
                  <a:lnTo>
                    <a:pt x="217486" y="53865"/>
                  </a:lnTo>
                  <a:lnTo>
                    <a:pt x="216484" y="54269"/>
                  </a:lnTo>
                  <a:lnTo>
                    <a:pt x="215475" y="54641"/>
                  </a:lnTo>
                  <a:lnTo>
                    <a:pt x="214458" y="54987"/>
                  </a:lnTo>
                  <a:lnTo>
                    <a:pt x="213432" y="55309"/>
                  </a:lnTo>
                  <a:lnTo>
                    <a:pt x="212397" y="55613"/>
                  </a:lnTo>
                  <a:lnTo>
                    <a:pt x="211352" y="55903"/>
                  </a:lnTo>
                  <a:lnTo>
                    <a:pt x="210295" y="56182"/>
                  </a:lnTo>
                  <a:lnTo>
                    <a:pt x="209227" y="56455"/>
                  </a:lnTo>
                  <a:lnTo>
                    <a:pt x="208147" y="56726"/>
                  </a:lnTo>
                  <a:lnTo>
                    <a:pt x="207157" y="57140"/>
                  </a:lnTo>
                  <a:lnTo>
                    <a:pt x="206161" y="57557"/>
                  </a:lnTo>
                  <a:lnTo>
                    <a:pt x="205152" y="57979"/>
                  </a:lnTo>
                  <a:lnTo>
                    <a:pt x="204104" y="58371"/>
                  </a:lnTo>
                  <a:lnTo>
                    <a:pt x="203053" y="58742"/>
                  </a:lnTo>
                  <a:lnTo>
                    <a:pt x="201999" y="59093"/>
                  </a:lnTo>
                  <a:lnTo>
                    <a:pt x="200941" y="59426"/>
                  </a:lnTo>
                  <a:lnTo>
                    <a:pt x="199881" y="59744"/>
                  </a:lnTo>
                  <a:lnTo>
                    <a:pt x="198817" y="60047"/>
                  </a:lnTo>
                  <a:lnTo>
                    <a:pt x="197750" y="60338"/>
                  </a:lnTo>
                  <a:lnTo>
                    <a:pt x="196679" y="60619"/>
                  </a:lnTo>
                  <a:lnTo>
                    <a:pt x="195605" y="60891"/>
                  </a:lnTo>
                  <a:lnTo>
                    <a:pt x="194528" y="61156"/>
                  </a:lnTo>
                  <a:lnTo>
                    <a:pt x="193448" y="61417"/>
                  </a:lnTo>
                  <a:lnTo>
                    <a:pt x="192364" y="61674"/>
                  </a:lnTo>
                  <a:lnTo>
                    <a:pt x="191276" y="61930"/>
                  </a:lnTo>
                  <a:lnTo>
                    <a:pt x="190241" y="62183"/>
                  </a:lnTo>
                  <a:lnTo>
                    <a:pt x="189207" y="62439"/>
                  </a:lnTo>
                  <a:lnTo>
                    <a:pt x="188176" y="62700"/>
                  </a:lnTo>
                  <a:lnTo>
                    <a:pt x="187146" y="62964"/>
                  </a:lnTo>
                  <a:lnTo>
                    <a:pt x="186118" y="63233"/>
                  </a:lnTo>
                  <a:lnTo>
                    <a:pt x="185092" y="63506"/>
                  </a:lnTo>
                  <a:lnTo>
                    <a:pt x="184068" y="63782"/>
                  </a:lnTo>
                  <a:lnTo>
                    <a:pt x="183046" y="64063"/>
                  </a:lnTo>
                  <a:lnTo>
                    <a:pt x="182025" y="64348"/>
                  </a:lnTo>
                  <a:lnTo>
                    <a:pt x="181005" y="64637"/>
                  </a:lnTo>
                  <a:lnTo>
                    <a:pt x="179987" y="64930"/>
                  </a:lnTo>
                  <a:lnTo>
                    <a:pt x="178971" y="65227"/>
                  </a:lnTo>
                  <a:lnTo>
                    <a:pt x="177955" y="65528"/>
                  </a:lnTo>
                  <a:lnTo>
                    <a:pt x="176941" y="65833"/>
                  </a:lnTo>
                  <a:lnTo>
                    <a:pt x="175928" y="66141"/>
                  </a:lnTo>
                  <a:lnTo>
                    <a:pt x="174916" y="66454"/>
                  </a:lnTo>
                  <a:lnTo>
                    <a:pt x="173905" y="66771"/>
                  </a:lnTo>
                  <a:lnTo>
                    <a:pt x="172895" y="67092"/>
                  </a:lnTo>
                  <a:lnTo>
                    <a:pt x="171886" y="67416"/>
                  </a:lnTo>
                  <a:lnTo>
                    <a:pt x="170877" y="67745"/>
                  </a:lnTo>
                  <a:lnTo>
                    <a:pt x="169869" y="68078"/>
                  </a:lnTo>
                  <a:lnTo>
                    <a:pt x="168862" y="68414"/>
                  </a:lnTo>
                  <a:lnTo>
                    <a:pt x="167855" y="68755"/>
                  </a:lnTo>
                  <a:lnTo>
                    <a:pt x="166849" y="69099"/>
                  </a:lnTo>
                  <a:lnTo>
                    <a:pt x="165843" y="69447"/>
                  </a:lnTo>
                  <a:lnTo>
                    <a:pt x="164837" y="69799"/>
                  </a:lnTo>
                  <a:lnTo>
                    <a:pt x="163832" y="70155"/>
                  </a:lnTo>
                  <a:lnTo>
                    <a:pt x="163832" y="71488"/>
                  </a:lnTo>
                  <a:lnTo>
                    <a:pt x="163832" y="72841"/>
                  </a:lnTo>
                  <a:lnTo>
                    <a:pt x="162397" y="72818"/>
                  </a:lnTo>
                  <a:lnTo>
                    <a:pt x="160942" y="72794"/>
                  </a:lnTo>
                  <a:lnTo>
                    <a:pt x="159706" y="72782"/>
                  </a:lnTo>
                  <a:lnTo>
                    <a:pt x="158461" y="72769"/>
                  </a:lnTo>
                  <a:lnTo>
                    <a:pt x="157201" y="72756"/>
                  </a:lnTo>
                  <a:lnTo>
                    <a:pt x="155969" y="72741"/>
                  </a:lnTo>
                  <a:lnTo>
                    <a:pt x="154728" y="72725"/>
                  </a:lnTo>
                  <a:lnTo>
                    <a:pt x="153471" y="72709"/>
                  </a:lnTo>
                  <a:lnTo>
                    <a:pt x="151676" y="72806"/>
                  </a:lnTo>
                  <a:lnTo>
                    <a:pt x="150619" y="72992"/>
                  </a:lnTo>
                  <a:lnTo>
                    <a:pt x="149884" y="73405"/>
                  </a:lnTo>
                  <a:lnTo>
                    <a:pt x="149060" y="74184"/>
                  </a:lnTo>
                  <a:lnTo>
                    <a:pt x="148009" y="74350"/>
                  </a:lnTo>
                  <a:lnTo>
                    <a:pt x="146958" y="74511"/>
                  </a:lnTo>
                  <a:lnTo>
                    <a:pt x="145906" y="74667"/>
                  </a:lnTo>
                  <a:lnTo>
                    <a:pt x="144854" y="74819"/>
                  </a:lnTo>
                  <a:lnTo>
                    <a:pt x="143802" y="74967"/>
                  </a:lnTo>
                  <a:lnTo>
                    <a:pt x="142749" y="75111"/>
                  </a:lnTo>
                  <a:lnTo>
                    <a:pt x="141695" y="75252"/>
                  </a:lnTo>
                  <a:lnTo>
                    <a:pt x="140642" y="75391"/>
                  </a:lnTo>
                  <a:lnTo>
                    <a:pt x="139588" y="75528"/>
                  </a:lnTo>
                  <a:lnTo>
                    <a:pt x="138533" y="75664"/>
                  </a:lnTo>
                  <a:lnTo>
                    <a:pt x="137478" y="75800"/>
                  </a:lnTo>
                  <a:lnTo>
                    <a:pt x="136423" y="75935"/>
                  </a:lnTo>
                  <a:lnTo>
                    <a:pt x="135336" y="76158"/>
                  </a:lnTo>
                  <a:lnTo>
                    <a:pt x="134268" y="76400"/>
                  </a:lnTo>
                  <a:lnTo>
                    <a:pt x="133218" y="76660"/>
                  </a:lnTo>
                  <a:lnTo>
                    <a:pt x="132183" y="76938"/>
                  </a:lnTo>
                  <a:lnTo>
                    <a:pt x="131159" y="77234"/>
                  </a:lnTo>
                  <a:lnTo>
                    <a:pt x="130142" y="77547"/>
                  </a:lnTo>
                  <a:lnTo>
                    <a:pt x="129131" y="77876"/>
                  </a:lnTo>
                  <a:lnTo>
                    <a:pt x="128122" y="78221"/>
                  </a:lnTo>
                  <a:lnTo>
                    <a:pt x="127112" y="78581"/>
                  </a:lnTo>
                  <a:lnTo>
                    <a:pt x="126098" y="78956"/>
                  </a:lnTo>
                  <a:lnTo>
                    <a:pt x="125077" y="79346"/>
                  </a:lnTo>
                  <a:lnTo>
                    <a:pt x="124045" y="79749"/>
                  </a:lnTo>
                  <a:lnTo>
                    <a:pt x="123061" y="80098"/>
                  </a:lnTo>
                  <a:lnTo>
                    <a:pt x="122075" y="80436"/>
                  </a:lnTo>
                  <a:lnTo>
                    <a:pt x="121085" y="80765"/>
                  </a:lnTo>
                  <a:lnTo>
                    <a:pt x="120092" y="81086"/>
                  </a:lnTo>
                  <a:lnTo>
                    <a:pt x="119097" y="81397"/>
                  </a:lnTo>
                  <a:lnTo>
                    <a:pt x="118099" y="81702"/>
                  </a:lnTo>
                  <a:lnTo>
                    <a:pt x="117099" y="81999"/>
                  </a:lnTo>
                  <a:lnTo>
                    <a:pt x="116097" y="82290"/>
                  </a:lnTo>
                  <a:lnTo>
                    <a:pt x="115093" y="82574"/>
                  </a:lnTo>
                  <a:lnTo>
                    <a:pt x="114087" y="82854"/>
                  </a:lnTo>
                  <a:lnTo>
                    <a:pt x="113081" y="83129"/>
                  </a:lnTo>
                  <a:lnTo>
                    <a:pt x="112072" y="83400"/>
                  </a:lnTo>
                  <a:lnTo>
                    <a:pt x="111063" y="83668"/>
                  </a:lnTo>
                  <a:lnTo>
                    <a:pt x="110054" y="83933"/>
                  </a:lnTo>
                  <a:lnTo>
                    <a:pt x="109043" y="84197"/>
                  </a:lnTo>
                  <a:lnTo>
                    <a:pt x="108033" y="84458"/>
                  </a:lnTo>
                  <a:lnTo>
                    <a:pt x="107022" y="84719"/>
                  </a:lnTo>
                  <a:lnTo>
                    <a:pt x="106011" y="84980"/>
                  </a:lnTo>
                  <a:lnTo>
                    <a:pt x="105001" y="85241"/>
                  </a:lnTo>
                  <a:lnTo>
                    <a:pt x="103991" y="85503"/>
                  </a:lnTo>
                  <a:lnTo>
                    <a:pt x="102982" y="85766"/>
                  </a:lnTo>
                  <a:lnTo>
                    <a:pt x="101939" y="86042"/>
                  </a:lnTo>
                  <a:lnTo>
                    <a:pt x="100896" y="86318"/>
                  </a:lnTo>
                  <a:lnTo>
                    <a:pt x="99854" y="86594"/>
                  </a:lnTo>
                  <a:lnTo>
                    <a:pt x="98811" y="86870"/>
                  </a:lnTo>
                  <a:lnTo>
                    <a:pt x="97768" y="87146"/>
                  </a:lnTo>
                  <a:lnTo>
                    <a:pt x="96725" y="87422"/>
                  </a:lnTo>
                  <a:lnTo>
                    <a:pt x="95683" y="87699"/>
                  </a:lnTo>
                  <a:lnTo>
                    <a:pt x="94640" y="87975"/>
                  </a:lnTo>
                  <a:lnTo>
                    <a:pt x="93598" y="88252"/>
                  </a:lnTo>
                  <a:lnTo>
                    <a:pt x="92567" y="88523"/>
                  </a:lnTo>
                  <a:lnTo>
                    <a:pt x="91533" y="88795"/>
                  </a:lnTo>
                  <a:lnTo>
                    <a:pt x="90490" y="89069"/>
                  </a:lnTo>
                  <a:lnTo>
                    <a:pt x="89436" y="89346"/>
                  </a:lnTo>
                  <a:lnTo>
                    <a:pt x="88354" y="89647"/>
                  </a:lnTo>
                  <a:lnTo>
                    <a:pt x="87274" y="89958"/>
                  </a:lnTo>
                  <a:lnTo>
                    <a:pt x="86198" y="90278"/>
                  </a:lnTo>
                  <a:lnTo>
                    <a:pt x="85124" y="90607"/>
                  </a:lnTo>
                  <a:lnTo>
                    <a:pt x="84052" y="90945"/>
                  </a:lnTo>
                  <a:lnTo>
                    <a:pt x="82983" y="91290"/>
                  </a:lnTo>
                  <a:lnTo>
                    <a:pt x="81916" y="91641"/>
                  </a:lnTo>
                  <a:lnTo>
                    <a:pt x="81916" y="92974"/>
                  </a:lnTo>
                  <a:lnTo>
                    <a:pt x="81916" y="94327"/>
                  </a:lnTo>
                  <a:lnTo>
                    <a:pt x="80648" y="94452"/>
                  </a:lnTo>
                  <a:lnTo>
                    <a:pt x="79375" y="94577"/>
                  </a:lnTo>
                  <a:lnTo>
                    <a:pt x="78093" y="94703"/>
                  </a:lnTo>
                  <a:lnTo>
                    <a:pt x="76795" y="94831"/>
                  </a:lnTo>
                  <a:lnTo>
                    <a:pt x="74639" y="95080"/>
                  </a:lnTo>
                  <a:lnTo>
                    <a:pt x="72652" y="95310"/>
                  </a:lnTo>
                  <a:lnTo>
                    <a:pt x="70825" y="95523"/>
                  </a:lnTo>
                  <a:lnTo>
                    <a:pt x="69148" y="95723"/>
                  </a:lnTo>
                  <a:lnTo>
                    <a:pt x="67609" y="95910"/>
                  </a:lnTo>
                  <a:lnTo>
                    <a:pt x="66201" y="96086"/>
                  </a:lnTo>
                  <a:lnTo>
                    <a:pt x="64912" y="96255"/>
                  </a:lnTo>
                  <a:lnTo>
                    <a:pt x="63733" y="96417"/>
                  </a:lnTo>
                  <a:lnTo>
                    <a:pt x="62654" y="96576"/>
                  </a:lnTo>
                  <a:lnTo>
                    <a:pt x="61664" y="96733"/>
                  </a:lnTo>
                  <a:lnTo>
                    <a:pt x="60753" y="96890"/>
                  </a:lnTo>
                  <a:lnTo>
                    <a:pt x="59913" y="97049"/>
                  </a:lnTo>
                  <a:lnTo>
                    <a:pt x="59132" y="97213"/>
                  </a:lnTo>
                  <a:lnTo>
                    <a:pt x="58400" y="97383"/>
                  </a:lnTo>
                  <a:lnTo>
                    <a:pt x="57709" y="97562"/>
                  </a:lnTo>
                  <a:lnTo>
                    <a:pt x="57047" y="97751"/>
                  </a:lnTo>
                  <a:lnTo>
                    <a:pt x="56405" y="97954"/>
                  </a:lnTo>
                  <a:lnTo>
                    <a:pt x="55772" y="98171"/>
                  </a:lnTo>
                  <a:lnTo>
                    <a:pt x="55139" y="98405"/>
                  </a:lnTo>
                  <a:lnTo>
                    <a:pt x="54496" y="98659"/>
                  </a:lnTo>
                  <a:lnTo>
                    <a:pt x="53833" y="98933"/>
                  </a:lnTo>
                  <a:lnTo>
                    <a:pt x="53139" y="99231"/>
                  </a:lnTo>
                  <a:lnTo>
                    <a:pt x="52405" y="99554"/>
                  </a:lnTo>
                  <a:lnTo>
                    <a:pt x="51621" y="99905"/>
                  </a:lnTo>
                  <a:lnTo>
                    <a:pt x="50777" y="100286"/>
                  </a:lnTo>
                  <a:lnTo>
                    <a:pt x="50137" y="101252"/>
                  </a:lnTo>
                  <a:lnTo>
                    <a:pt x="49583" y="102215"/>
                  </a:lnTo>
                  <a:lnTo>
                    <a:pt x="49109" y="103176"/>
                  </a:lnTo>
                  <a:lnTo>
                    <a:pt x="48712" y="104137"/>
                  </a:lnTo>
                  <a:lnTo>
                    <a:pt x="48386" y="105099"/>
                  </a:lnTo>
                  <a:lnTo>
                    <a:pt x="48125" y="106064"/>
                  </a:lnTo>
                  <a:lnTo>
                    <a:pt x="47926" y="107034"/>
                  </a:lnTo>
                  <a:lnTo>
                    <a:pt x="47783" y="108011"/>
                  </a:lnTo>
                  <a:lnTo>
                    <a:pt x="47691" y="108996"/>
                  </a:lnTo>
                  <a:lnTo>
                    <a:pt x="47645" y="109991"/>
                  </a:lnTo>
                  <a:lnTo>
                    <a:pt x="47641" y="110997"/>
                  </a:lnTo>
                  <a:lnTo>
                    <a:pt x="47672" y="112016"/>
                  </a:lnTo>
                  <a:lnTo>
                    <a:pt x="47735" y="113050"/>
                  </a:lnTo>
                  <a:lnTo>
                    <a:pt x="47824" y="114100"/>
                  </a:lnTo>
                  <a:lnTo>
                    <a:pt x="47935" y="115168"/>
                  </a:lnTo>
                  <a:lnTo>
                    <a:pt x="48061" y="116257"/>
                  </a:lnTo>
                  <a:lnTo>
                    <a:pt x="48199" y="117366"/>
                  </a:lnTo>
                  <a:lnTo>
                    <a:pt x="48344" y="118499"/>
                  </a:lnTo>
                  <a:lnTo>
                    <a:pt x="48527" y="119516"/>
                  </a:lnTo>
                  <a:lnTo>
                    <a:pt x="48713" y="120537"/>
                  </a:lnTo>
                  <a:lnTo>
                    <a:pt x="48903" y="121561"/>
                  </a:lnTo>
                  <a:lnTo>
                    <a:pt x="49096" y="122588"/>
                  </a:lnTo>
                  <a:lnTo>
                    <a:pt x="49294" y="123616"/>
                  </a:lnTo>
                  <a:lnTo>
                    <a:pt x="49498" y="124645"/>
                  </a:lnTo>
                  <a:lnTo>
                    <a:pt x="49708" y="125675"/>
                  </a:lnTo>
                  <a:lnTo>
                    <a:pt x="49925" y="126704"/>
                  </a:lnTo>
                  <a:lnTo>
                    <a:pt x="50151" y="127732"/>
                  </a:lnTo>
                  <a:lnTo>
                    <a:pt x="50386" y="128760"/>
                  </a:lnTo>
                  <a:lnTo>
                    <a:pt x="50631" y="129784"/>
                  </a:lnTo>
                  <a:lnTo>
                    <a:pt x="50886" y="130806"/>
                  </a:lnTo>
                  <a:lnTo>
                    <a:pt x="51153" y="131825"/>
                  </a:lnTo>
                  <a:lnTo>
                    <a:pt x="51432" y="132839"/>
                  </a:lnTo>
                  <a:lnTo>
                    <a:pt x="51725" y="133849"/>
                  </a:lnTo>
                  <a:lnTo>
                    <a:pt x="52031" y="134853"/>
                  </a:lnTo>
                  <a:lnTo>
                    <a:pt x="52353" y="135852"/>
                  </a:lnTo>
                  <a:lnTo>
                    <a:pt x="52690" y="136843"/>
                  </a:lnTo>
                  <a:lnTo>
                    <a:pt x="53043" y="137827"/>
                  </a:lnTo>
                  <a:lnTo>
                    <a:pt x="53415" y="138803"/>
                  </a:lnTo>
                  <a:lnTo>
                    <a:pt x="53804" y="139771"/>
                  </a:lnTo>
                  <a:lnTo>
                    <a:pt x="54212" y="140729"/>
                  </a:lnTo>
                  <a:lnTo>
                    <a:pt x="54640" y="141677"/>
                  </a:lnTo>
                  <a:lnTo>
                    <a:pt x="55089" y="142614"/>
                  </a:lnTo>
                  <a:lnTo>
                    <a:pt x="55560" y="143541"/>
                  </a:lnTo>
                  <a:lnTo>
                    <a:pt x="56053" y="144455"/>
                  </a:lnTo>
                  <a:lnTo>
                    <a:pt x="56569" y="145357"/>
                  </a:lnTo>
                  <a:lnTo>
                    <a:pt x="57031" y="146240"/>
                  </a:lnTo>
                  <a:lnTo>
                    <a:pt x="57477" y="147149"/>
                  </a:lnTo>
                  <a:lnTo>
                    <a:pt x="57906" y="148082"/>
                  </a:lnTo>
                  <a:lnTo>
                    <a:pt x="58320" y="149039"/>
                  </a:lnTo>
                  <a:lnTo>
                    <a:pt x="58717" y="150019"/>
                  </a:lnTo>
                  <a:lnTo>
                    <a:pt x="59098" y="151021"/>
                  </a:lnTo>
                  <a:lnTo>
                    <a:pt x="59464" y="152044"/>
                  </a:lnTo>
                  <a:lnTo>
                    <a:pt x="59815" y="153088"/>
                  </a:lnTo>
                  <a:lnTo>
                    <a:pt x="60150" y="154151"/>
                  </a:lnTo>
                  <a:lnTo>
                    <a:pt x="60470" y="155233"/>
                  </a:lnTo>
                  <a:lnTo>
                    <a:pt x="60775" y="156334"/>
                  </a:lnTo>
                  <a:lnTo>
                    <a:pt x="61066" y="157452"/>
                  </a:lnTo>
                  <a:lnTo>
                    <a:pt x="61342" y="158586"/>
                  </a:lnTo>
                  <a:lnTo>
                    <a:pt x="61603" y="159736"/>
                  </a:lnTo>
                  <a:lnTo>
                    <a:pt x="61850" y="160901"/>
                  </a:lnTo>
                  <a:lnTo>
                    <a:pt x="62083" y="162080"/>
                  </a:lnTo>
                  <a:lnTo>
                    <a:pt x="62303" y="163273"/>
                  </a:lnTo>
                  <a:lnTo>
                    <a:pt x="62508" y="164478"/>
                  </a:lnTo>
                  <a:lnTo>
                    <a:pt x="62700" y="165695"/>
                  </a:lnTo>
                  <a:lnTo>
                    <a:pt x="62879" y="166923"/>
                  </a:lnTo>
                  <a:lnTo>
                    <a:pt x="63045" y="168161"/>
                  </a:lnTo>
                  <a:lnTo>
                    <a:pt x="63197" y="169409"/>
                  </a:lnTo>
                  <a:lnTo>
                    <a:pt x="63337" y="170665"/>
                  </a:lnTo>
                  <a:lnTo>
                    <a:pt x="63464" y="171930"/>
                  </a:lnTo>
                  <a:lnTo>
                    <a:pt x="63578" y="173201"/>
                  </a:lnTo>
                  <a:lnTo>
                    <a:pt x="63681" y="174478"/>
                  </a:lnTo>
                  <a:lnTo>
                    <a:pt x="63771" y="175761"/>
                  </a:lnTo>
                  <a:lnTo>
                    <a:pt x="63849" y="177049"/>
                  </a:lnTo>
                  <a:lnTo>
                    <a:pt x="63915" y="178340"/>
                  </a:lnTo>
                  <a:lnTo>
                    <a:pt x="63970" y="179635"/>
                  </a:lnTo>
                  <a:lnTo>
                    <a:pt x="64013" y="180932"/>
                  </a:lnTo>
                  <a:lnTo>
                    <a:pt x="64045" y="182230"/>
                  </a:lnTo>
                  <a:lnTo>
                    <a:pt x="64066" y="183529"/>
                  </a:lnTo>
                  <a:lnTo>
                    <a:pt x="64076" y="184828"/>
                  </a:lnTo>
                  <a:lnTo>
                    <a:pt x="64075" y="186127"/>
                  </a:lnTo>
                  <a:lnTo>
                    <a:pt x="64064" y="187423"/>
                  </a:lnTo>
                  <a:lnTo>
                    <a:pt x="64042" y="188717"/>
                  </a:lnTo>
                  <a:lnTo>
                    <a:pt x="64010" y="190008"/>
                  </a:lnTo>
                  <a:lnTo>
                    <a:pt x="63968" y="191295"/>
                  </a:lnTo>
                  <a:lnTo>
                    <a:pt x="63916" y="192577"/>
                  </a:lnTo>
                  <a:lnTo>
                    <a:pt x="63854" y="193854"/>
                  </a:lnTo>
                  <a:lnTo>
                    <a:pt x="63783" y="195124"/>
                  </a:lnTo>
                  <a:lnTo>
                    <a:pt x="63702" y="196387"/>
                  </a:lnTo>
                  <a:lnTo>
                    <a:pt x="63613" y="197642"/>
                  </a:lnTo>
                  <a:lnTo>
                    <a:pt x="63514" y="198888"/>
                  </a:lnTo>
                  <a:lnTo>
                    <a:pt x="63406" y="200124"/>
                  </a:lnTo>
                  <a:lnTo>
                    <a:pt x="63290" y="201350"/>
                  </a:lnTo>
                  <a:lnTo>
                    <a:pt x="63165" y="202566"/>
                  </a:lnTo>
                  <a:lnTo>
                    <a:pt x="63032" y="203769"/>
                  </a:lnTo>
                  <a:lnTo>
                    <a:pt x="62891" y="204959"/>
                  </a:lnTo>
                  <a:lnTo>
                    <a:pt x="62742" y="206136"/>
                  </a:lnTo>
                  <a:lnTo>
                    <a:pt x="62585" y="207298"/>
                  </a:lnTo>
                  <a:lnTo>
                    <a:pt x="62420" y="208446"/>
                  </a:lnTo>
                  <a:lnTo>
                    <a:pt x="62248" y="209578"/>
                  </a:lnTo>
                  <a:lnTo>
                    <a:pt x="62069" y="210692"/>
                  </a:lnTo>
                  <a:lnTo>
                    <a:pt x="61883" y="211790"/>
                  </a:lnTo>
                  <a:lnTo>
                    <a:pt x="61690" y="212869"/>
                  </a:lnTo>
                  <a:lnTo>
                    <a:pt x="61489" y="213929"/>
                  </a:lnTo>
                  <a:lnTo>
                    <a:pt x="61283" y="214969"/>
                  </a:lnTo>
                  <a:lnTo>
                    <a:pt x="61070" y="215989"/>
                  </a:lnTo>
                  <a:lnTo>
                    <a:pt x="60851" y="216987"/>
                  </a:lnTo>
                  <a:lnTo>
                    <a:pt x="60625" y="217963"/>
                  </a:lnTo>
                  <a:lnTo>
                    <a:pt x="60394" y="218916"/>
                  </a:lnTo>
                  <a:lnTo>
                    <a:pt x="60157" y="219845"/>
                  </a:lnTo>
                  <a:lnTo>
                    <a:pt x="59838" y="220825"/>
                  </a:lnTo>
                  <a:lnTo>
                    <a:pt x="59511" y="221805"/>
                  </a:lnTo>
                  <a:lnTo>
                    <a:pt x="59174" y="222784"/>
                  </a:lnTo>
                  <a:lnTo>
                    <a:pt x="58828" y="223763"/>
                  </a:lnTo>
                  <a:lnTo>
                    <a:pt x="58473" y="224740"/>
                  </a:lnTo>
                  <a:lnTo>
                    <a:pt x="58108" y="225715"/>
                  </a:lnTo>
                  <a:lnTo>
                    <a:pt x="57733" y="226688"/>
                  </a:lnTo>
                  <a:lnTo>
                    <a:pt x="57349" y="227658"/>
                  </a:lnTo>
                  <a:lnTo>
                    <a:pt x="56954" y="228625"/>
                  </a:lnTo>
                  <a:lnTo>
                    <a:pt x="56549" y="229589"/>
                  </a:lnTo>
                  <a:lnTo>
                    <a:pt x="56133" y="230549"/>
                  </a:lnTo>
                  <a:lnTo>
                    <a:pt x="55707" y="231504"/>
                  </a:lnTo>
                  <a:lnTo>
                    <a:pt x="55270" y="232454"/>
                  </a:lnTo>
                  <a:lnTo>
                    <a:pt x="54821" y="233400"/>
                  </a:lnTo>
                  <a:lnTo>
                    <a:pt x="54362" y="234339"/>
                  </a:lnTo>
                  <a:lnTo>
                    <a:pt x="53891" y="235273"/>
                  </a:lnTo>
                  <a:lnTo>
                    <a:pt x="53408" y="236200"/>
                  </a:lnTo>
                  <a:lnTo>
                    <a:pt x="52913" y="237120"/>
                  </a:lnTo>
                  <a:lnTo>
                    <a:pt x="52407" y="238033"/>
                  </a:lnTo>
                  <a:lnTo>
                    <a:pt x="51888" y="238938"/>
                  </a:lnTo>
                  <a:lnTo>
                    <a:pt x="51357" y="239834"/>
                  </a:lnTo>
                  <a:lnTo>
                    <a:pt x="50813" y="240723"/>
                  </a:lnTo>
                  <a:lnTo>
                    <a:pt x="50256" y="241601"/>
                  </a:lnTo>
                  <a:lnTo>
                    <a:pt x="49687" y="242471"/>
                  </a:lnTo>
                  <a:lnTo>
                    <a:pt x="49104" y="243330"/>
                  </a:lnTo>
                  <a:lnTo>
                    <a:pt x="48508" y="244180"/>
                  </a:lnTo>
                  <a:lnTo>
                    <a:pt x="47899" y="245018"/>
                  </a:lnTo>
                  <a:lnTo>
                    <a:pt x="47276" y="245845"/>
                  </a:lnTo>
                  <a:lnTo>
                    <a:pt x="46639" y="246661"/>
                  </a:lnTo>
                  <a:lnTo>
                    <a:pt x="45988" y="247464"/>
                  </a:lnTo>
                  <a:lnTo>
                    <a:pt x="45322" y="248255"/>
                  </a:lnTo>
                  <a:lnTo>
                    <a:pt x="44865" y="249180"/>
                  </a:lnTo>
                  <a:lnTo>
                    <a:pt x="44446" y="250116"/>
                  </a:lnTo>
                  <a:lnTo>
                    <a:pt x="44065" y="251061"/>
                  </a:lnTo>
                  <a:lnTo>
                    <a:pt x="43721" y="252016"/>
                  </a:lnTo>
                  <a:lnTo>
                    <a:pt x="43413" y="252980"/>
                  </a:lnTo>
                  <a:lnTo>
                    <a:pt x="43139" y="253953"/>
                  </a:lnTo>
                  <a:lnTo>
                    <a:pt x="42900" y="254934"/>
                  </a:lnTo>
                  <a:lnTo>
                    <a:pt x="42693" y="255923"/>
                  </a:lnTo>
                  <a:lnTo>
                    <a:pt x="42518" y="256919"/>
                  </a:lnTo>
                  <a:lnTo>
                    <a:pt x="42373" y="257923"/>
                  </a:lnTo>
                  <a:lnTo>
                    <a:pt x="42259" y="258932"/>
                  </a:lnTo>
                  <a:lnTo>
                    <a:pt x="42174" y="259948"/>
                  </a:lnTo>
                  <a:lnTo>
                    <a:pt x="42116" y="260970"/>
                  </a:lnTo>
                  <a:lnTo>
                    <a:pt x="42086" y="261997"/>
                  </a:lnTo>
                  <a:lnTo>
                    <a:pt x="42082" y="263028"/>
                  </a:lnTo>
                  <a:lnTo>
                    <a:pt x="42102" y="264065"/>
                  </a:lnTo>
                  <a:lnTo>
                    <a:pt x="42147" y="265105"/>
                  </a:lnTo>
                  <a:lnTo>
                    <a:pt x="42215" y="266148"/>
                  </a:lnTo>
                  <a:lnTo>
                    <a:pt x="42305" y="267195"/>
                  </a:lnTo>
                  <a:lnTo>
                    <a:pt x="42416" y="268245"/>
                  </a:lnTo>
                  <a:lnTo>
                    <a:pt x="42547" y="269296"/>
                  </a:lnTo>
                  <a:lnTo>
                    <a:pt x="42698" y="270350"/>
                  </a:lnTo>
                  <a:lnTo>
                    <a:pt x="42867" y="271405"/>
                  </a:lnTo>
                  <a:lnTo>
                    <a:pt x="43053" y="272461"/>
                  </a:lnTo>
                  <a:lnTo>
                    <a:pt x="43255" y="273517"/>
                  </a:lnTo>
                  <a:lnTo>
                    <a:pt x="43472" y="274574"/>
                  </a:lnTo>
                  <a:lnTo>
                    <a:pt x="43704" y="275631"/>
                  </a:lnTo>
                  <a:lnTo>
                    <a:pt x="43949" y="276686"/>
                  </a:lnTo>
                  <a:lnTo>
                    <a:pt x="44207" y="277741"/>
                  </a:lnTo>
                  <a:lnTo>
                    <a:pt x="44476" y="278794"/>
                  </a:lnTo>
                  <a:lnTo>
                    <a:pt x="44755" y="279845"/>
                  </a:lnTo>
                  <a:lnTo>
                    <a:pt x="45044" y="280893"/>
                  </a:lnTo>
                  <a:lnTo>
                    <a:pt x="45341" y="281939"/>
                  </a:lnTo>
                  <a:lnTo>
                    <a:pt x="45646" y="282982"/>
                  </a:lnTo>
                  <a:lnTo>
                    <a:pt x="45957" y="284020"/>
                  </a:lnTo>
                  <a:lnTo>
                    <a:pt x="46274" y="285055"/>
                  </a:lnTo>
                  <a:lnTo>
                    <a:pt x="46595" y="286085"/>
                  </a:lnTo>
                  <a:lnTo>
                    <a:pt x="46921" y="287110"/>
                  </a:lnTo>
                  <a:lnTo>
                    <a:pt x="47248" y="288130"/>
                  </a:lnTo>
                  <a:lnTo>
                    <a:pt x="47577" y="289144"/>
                  </a:lnTo>
                  <a:lnTo>
                    <a:pt x="47907" y="290151"/>
                  </a:lnTo>
                  <a:lnTo>
                    <a:pt x="48237" y="291152"/>
                  </a:lnTo>
                  <a:lnTo>
                    <a:pt x="48565" y="292146"/>
                  </a:lnTo>
                  <a:lnTo>
                    <a:pt x="48892" y="293132"/>
                  </a:lnTo>
                  <a:lnTo>
                    <a:pt x="49214" y="294110"/>
                  </a:lnTo>
                  <a:lnTo>
                    <a:pt x="49533" y="295080"/>
                  </a:lnTo>
                  <a:lnTo>
                    <a:pt x="49847" y="296041"/>
                  </a:lnTo>
                  <a:lnTo>
                    <a:pt x="50154" y="296993"/>
                  </a:lnTo>
                  <a:lnTo>
                    <a:pt x="50454" y="297935"/>
                  </a:lnTo>
                  <a:lnTo>
                    <a:pt x="50746" y="298867"/>
                  </a:lnTo>
                  <a:lnTo>
                    <a:pt x="51030" y="299788"/>
                  </a:lnTo>
                  <a:lnTo>
                    <a:pt x="52362" y="299788"/>
                  </a:lnTo>
                  <a:lnTo>
                    <a:pt x="53715" y="299788"/>
                  </a:lnTo>
                  <a:lnTo>
                    <a:pt x="53799" y="300869"/>
                  </a:lnTo>
                  <a:lnTo>
                    <a:pt x="53882" y="301958"/>
                  </a:lnTo>
                  <a:lnTo>
                    <a:pt x="53966" y="303061"/>
                  </a:lnTo>
                  <a:lnTo>
                    <a:pt x="54243" y="304187"/>
                  </a:lnTo>
                  <a:lnTo>
                    <a:pt x="54546" y="305272"/>
                  </a:lnTo>
                  <a:lnTo>
                    <a:pt x="54876" y="306319"/>
                  </a:lnTo>
                  <a:lnTo>
                    <a:pt x="55232" y="307334"/>
                  </a:lnTo>
                  <a:lnTo>
                    <a:pt x="55614" y="308323"/>
                  </a:lnTo>
                  <a:lnTo>
                    <a:pt x="56020" y="309292"/>
                  </a:lnTo>
                  <a:lnTo>
                    <a:pt x="56450" y="310245"/>
                  </a:lnTo>
                  <a:lnTo>
                    <a:pt x="56903" y="311188"/>
                  </a:lnTo>
                  <a:lnTo>
                    <a:pt x="57380" y="312127"/>
                  </a:lnTo>
                  <a:lnTo>
                    <a:pt x="57878" y="313066"/>
                  </a:lnTo>
                  <a:lnTo>
                    <a:pt x="58397" y="314012"/>
                  </a:lnTo>
                  <a:lnTo>
                    <a:pt x="58938" y="314969"/>
                  </a:lnTo>
                  <a:lnTo>
                    <a:pt x="59498" y="315944"/>
                  </a:lnTo>
                  <a:lnTo>
                    <a:pt x="60078" y="316941"/>
                  </a:lnTo>
                  <a:lnTo>
                    <a:pt x="60590" y="317865"/>
                  </a:lnTo>
                  <a:lnTo>
                    <a:pt x="61084" y="318795"/>
                  </a:lnTo>
                  <a:lnTo>
                    <a:pt x="61561" y="319731"/>
                  </a:lnTo>
                  <a:lnTo>
                    <a:pt x="62023" y="320672"/>
                  </a:lnTo>
                  <a:lnTo>
                    <a:pt x="62472" y="321619"/>
                  </a:lnTo>
                  <a:lnTo>
                    <a:pt x="62909" y="322570"/>
                  </a:lnTo>
                  <a:lnTo>
                    <a:pt x="63337" y="323525"/>
                  </a:lnTo>
                  <a:lnTo>
                    <a:pt x="63757" y="324485"/>
                  </a:lnTo>
                  <a:lnTo>
                    <a:pt x="64171" y="325448"/>
                  </a:lnTo>
                  <a:lnTo>
                    <a:pt x="64581" y="326415"/>
                  </a:lnTo>
                  <a:lnTo>
                    <a:pt x="64988" y="327384"/>
                  </a:lnTo>
                  <a:lnTo>
                    <a:pt x="65394" y="328357"/>
                  </a:lnTo>
                  <a:lnTo>
                    <a:pt x="65801" y="329332"/>
                  </a:lnTo>
                  <a:lnTo>
                    <a:pt x="66260" y="330329"/>
                  </a:lnTo>
                  <a:lnTo>
                    <a:pt x="66726" y="331319"/>
                  </a:lnTo>
                  <a:lnTo>
                    <a:pt x="67201" y="332300"/>
                  </a:lnTo>
                  <a:lnTo>
                    <a:pt x="67684" y="333274"/>
                  </a:lnTo>
                  <a:lnTo>
                    <a:pt x="68174" y="334240"/>
                  </a:lnTo>
                  <a:lnTo>
                    <a:pt x="68673" y="335200"/>
                  </a:lnTo>
                  <a:lnTo>
                    <a:pt x="69180" y="336154"/>
                  </a:lnTo>
                  <a:lnTo>
                    <a:pt x="69695" y="337101"/>
                  </a:lnTo>
                  <a:lnTo>
                    <a:pt x="70218" y="338043"/>
                  </a:lnTo>
                  <a:lnTo>
                    <a:pt x="70749" y="338980"/>
                  </a:lnTo>
                  <a:lnTo>
                    <a:pt x="71287" y="339912"/>
                  </a:lnTo>
                  <a:lnTo>
                    <a:pt x="71834" y="340840"/>
                  </a:lnTo>
                  <a:lnTo>
                    <a:pt x="72389" y="341764"/>
                  </a:lnTo>
                  <a:lnTo>
                    <a:pt x="72951" y="342685"/>
                  </a:lnTo>
                  <a:lnTo>
                    <a:pt x="73522" y="343602"/>
                  </a:lnTo>
                  <a:lnTo>
                    <a:pt x="74100" y="344517"/>
                  </a:lnTo>
                  <a:lnTo>
                    <a:pt x="74687" y="345430"/>
                  </a:lnTo>
                  <a:lnTo>
                    <a:pt x="75281" y="346340"/>
                  </a:lnTo>
                  <a:lnTo>
                    <a:pt x="75883" y="347250"/>
                  </a:lnTo>
                  <a:lnTo>
                    <a:pt x="76493" y="348158"/>
                  </a:lnTo>
                  <a:lnTo>
                    <a:pt x="77111" y="349065"/>
                  </a:lnTo>
                  <a:lnTo>
                    <a:pt x="77698" y="349926"/>
                  </a:lnTo>
                  <a:lnTo>
                    <a:pt x="78281" y="350790"/>
                  </a:lnTo>
                  <a:lnTo>
                    <a:pt x="78861" y="351655"/>
                  </a:lnTo>
                  <a:lnTo>
                    <a:pt x="79438" y="352522"/>
                  </a:lnTo>
                  <a:lnTo>
                    <a:pt x="80012" y="353390"/>
                  </a:lnTo>
                  <a:lnTo>
                    <a:pt x="80584" y="354260"/>
                  </a:lnTo>
                  <a:lnTo>
                    <a:pt x="81155" y="355131"/>
                  </a:lnTo>
                  <a:lnTo>
                    <a:pt x="81724" y="356003"/>
                  </a:lnTo>
                  <a:lnTo>
                    <a:pt x="82292" y="356876"/>
                  </a:lnTo>
                  <a:lnTo>
                    <a:pt x="82859" y="357749"/>
                  </a:lnTo>
                  <a:lnTo>
                    <a:pt x="83427" y="358623"/>
                  </a:lnTo>
                  <a:lnTo>
                    <a:pt x="84063" y="359567"/>
                  </a:lnTo>
                  <a:lnTo>
                    <a:pt x="84707" y="360486"/>
                  </a:lnTo>
                  <a:lnTo>
                    <a:pt x="85359" y="361383"/>
                  </a:lnTo>
                  <a:lnTo>
                    <a:pt x="86020" y="362260"/>
                  </a:lnTo>
                  <a:lnTo>
                    <a:pt x="86693" y="363119"/>
                  </a:lnTo>
                  <a:lnTo>
                    <a:pt x="87379" y="363963"/>
                  </a:lnTo>
                  <a:lnTo>
                    <a:pt x="88078" y="364793"/>
                  </a:lnTo>
                  <a:lnTo>
                    <a:pt x="88794" y="365612"/>
                  </a:lnTo>
                  <a:lnTo>
                    <a:pt x="89526" y="366422"/>
                  </a:lnTo>
                  <a:lnTo>
                    <a:pt x="90277" y="367225"/>
                  </a:lnTo>
                  <a:lnTo>
                    <a:pt x="91049" y="368024"/>
                  </a:lnTo>
                  <a:lnTo>
                    <a:pt x="91842" y="368821"/>
                  </a:lnTo>
                  <a:lnTo>
                    <a:pt x="92659" y="369618"/>
                  </a:lnTo>
                  <a:lnTo>
                    <a:pt x="92804" y="370055"/>
                  </a:lnTo>
                  <a:lnTo>
                    <a:pt x="92993" y="370620"/>
                  </a:lnTo>
                  <a:lnTo>
                    <a:pt x="93350" y="371692"/>
                  </a:lnTo>
                  <a:lnTo>
                    <a:pt x="94002" y="373647"/>
                  </a:lnTo>
                  <a:lnTo>
                    <a:pt x="95335" y="373647"/>
                  </a:lnTo>
                  <a:lnTo>
                    <a:pt x="96688" y="373647"/>
                  </a:lnTo>
                  <a:lnTo>
                    <a:pt x="96917" y="374377"/>
                  </a:lnTo>
                  <a:lnTo>
                    <a:pt x="97610" y="376584"/>
                  </a:lnTo>
                  <a:lnTo>
                    <a:pt x="98111" y="377599"/>
                  </a:lnTo>
                  <a:lnTo>
                    <a:pt x="98634" y="378549"/>
                  </a:lnTo>
                  <a:lnTo>
                    <a:pt x="99181" y="379442"/>
                  </a:lnTo>
                  <a:lnTo>
                    <a:pt x="99751" y="380286"/>
                  </a:lnTo>
                  <a:lnTo>
                    <a:pt x="100345" y="381090"/>
                  </a:lnTo>
                  <a:lnTo>
                    <a:pt x="100966" y="381863"/>
                  </a:lnTo>
                  <a:lnTo>
                    <a:pt x="101612" y="382612"/>
                  </a:lnTo>
                  <a:lnTo>
                    <a:pt x="102285" y="383345"/>
                  </a:lnTo>
                  <a:lnTo>
                    <a:pt x="102987" y="384072"/>
                  </a:lnTo>
                  <a:lnTo>
                    <a:pt x="103717" y="384800"/>
                  </a:lnTo>
                  <a:lnTo>
                    <a:pt x="104477" y="385537"/>
                  </a:lnTo>
                  <a:lnTo>
                    <a:pt x="105267" y="386293"/>
                  </a:lnTo>
                  <a:lnTo>
                    <a:pt x="106088" y="387076"/>
                  </a:lnTo>
                  <a:lnTo>
                    <a:pt x="106801" y="387893"/>
                  </a:lnTo>
                  <a:lnTo>
                    <a:pt x="107503" y="388705"/>
                  </a:lnTo>
                  <a:lnTo>
                    <a:pt x="108192" y="389512"/>
                  </a:lnTo>
                  <a:lnTo>
                    <a:pt x="108869" y="390319"/>
                  </a:lnTo>
                  <a:lnTo>
                    <a:pt x="109534" y="391127"/>
                  </a:lnTo>
                  <a:lnTo>
                    <a:pt x="110185" y="391939"/>
                  </a:lnTo>
                  <a:lnTo>
                    <a:pt x="110824" y="392759"/>
                  </a:lnTo>
                  <a:lnTo>
                    <a:pt x="111448" y="393587"/>
                  </a:lnTo>
                  <a:lnTo>
                    <a:pt x="112060" y="394428"/>
                  </a:lnTo>
                  <a:lnTo>
                    <a:pt x="112657" y="395284"/>
                  </a:lnTo>
                  <a:lnTo>
                    <a:pt x="113240" y="396158"/>
                  </a:lnTo>
                  <a:lnTo>
                    <a:pt x="113808" y="397051"/>
                  </a:lnTo>
                  <a:lnTo>
                    <a:pt x="114361" y="397967"/>
                  </a:lnTo>
                  <a:lnTo>
                    <a:pt x="114900" y="398909"/>
                  </a:lnTo>
                  <a:lnTo>
                    <a:pt x="115864" y="400348"/>
                  </a:lnTo>
                  <a:lnTo>
                    <a:pt x="116591" y="401250"/>
                  </a:lnTo>
                  <a:lnTo>
                    <a:pt x="117305" y="401786"/>
                  </a:lnTo>
                  <a:lnTo>
                    <a:pt x="118233" y="402124"/>
                  </a:lnTo>
                  <a:lnTo>
                    <a:pt x="119600" y="402434"/>
                  </a:lnTo>
                  <a:lnTo>
                    <a:pt x="120891" y="402810"/>
                  </a:lnTo>
                  <a:lnTo>
                    <a:pt x="122202" y="403190"/>
                  </a:lnTo>
                  <a:lnTo>
                    <a:pt x="122555" y="404191"/>
                  </a:lnTo>
                  <a:lnTo>
                    <a:pt x="122903" y="405194"/>
                  </a:lnTo>
                  <a:lnTo>
                    <a:pt x="123245" y="406199"/>
                  </a:lnTo>
                  <a:lnTo>
                    <a:pt x="123583" y="407206"/>
                  </a:lnTo>
                  <a:lnTo>
                    <a:pt x="123916" y="408214"/>
                  </a:lnTo>
                  <a:lnTo>
                    <a:pt x="124244" y="409224"/>
                  </a:lnTo>
                  <a:lnTo>
                    <a:pt x="124568" y="410235"/>
                  </a:lnTo>
                  <a:lnTo>
                    <a:pt x="124888" y="411248"/>
                  </a:lnTo>
                  <a:lnTo>
                    <a:pt x="125859" y="412435"/>
                  </a:lnTo>
                  <a:lnTo>
                    <a:pt x="126606" y="413325"/>
                  </a:lnTo>
                  <a:lnTo>
                    <a:pt x="127222" y="414014"/>
                  </a:lnTo>
                  <a:lnTo>
                    <a:pt x="127801" y="414593"/>
                  </a:lnTo>
                  <a:lnTo>
                    <a:pt x="128438" y="415158"/>
                  </a:lnTo>
                  <a:lnTo>
                    <a:pt x="129226" y="415802"/>
                  </a:lnTo>
                  <a:lnTo>
                    <a:pt x="130260" y="416619"/>
                  </a:lnTo>
                  <a:lnTo>
                    <a:pt x="131591" y="416619"/>
                  </a:lnTo>
                  <a:lnTo>
                    <a:pt x="132930" y="416619"/>
                  </a:lnTo>
                  <a:lnTo>
                    <a:pt x="134288" y="416619"/>
                  </a:lnTo>
                  <a:lnTo>
                    <a:pt x="134496" y="417910"/>
                  </a:lnTo>
                  <a:lnTo>
                    <a:pt x="134707" y="419220"/>
                  </a:lnTo>
                  <a:lnTo>
                    <a:pt x="134938" y="419910"/>
                  </a:lnTo>
                  <a:lnTo>
                    <a:pt x="135631" y="421991"/>
                  </a:lnTo>
                  <a:lnTo>
                    <a:pt x="136629" y="422323"/>
                  </a:lnTo>
                  <a:lnTo>
                    <a:pt x="137630" y="422657"/>
                  </a:lnTo>
                  <a:lnTo>
                    <a:pt x="138639" y="422993"/>
                  </a:lnTo>
                  <a:lnTo>
                    <a:pt x="139660" y="423333"/>
                  </a:lnTo>
                  <a:lnTo>
                    <a:pt x="140326" y="424666"/>
                  </a:lnTo>
                  <a:lnTo>
                    <a:pt x="141003" y="426019"/>
                  </a:lnTo>
                  <a:lnTo>
                    <a:pt x="141961" y="426597"/>
                  </a:lnTo>
                  <a:lnTo>
                    <a:pt x="142919" y="427173"/>
                  </a:lnTo>
                  <a:lnTo>
                    <a:pt x="143878" y="427749"/>
                  </a:lnTo>
                  <a:lnTo>
                    <a:pt x="144837" y="428325"/>
                  </a:lnTo>
                  <a:lnTo>
                    <a:pt x="145797" y="428900"/>
                  </a:lnTo>
                  <a:lnTo>
                    <a:pt x="146757" y="429474"/>
                  </a:lnTo>
                  <a:lnTo>
                    <a:pt x="147717" y="430048"/>
                  </a:lnTo>
                  <a:lnTo>
                    <a:pt x="148559" y="430775"/>
                  </a:lnTo>
                  <a:lnTo>
                    <a:pt x="149396" y="431507"/>
                  </a:lnTo>
                  <a:lnTo>
                    <a:pt x="150228" y="432245"/>
                  </a:lnTo>
                  <a:lnTo>
                    <a:pt x="151055" y="432989"/>
                  </a:lnTo>
                  <a:lnTo>
                    <a:pt x="151877" y="433738"/>
                  </a:lnTo>
                  <a:lnTo>
                    <a:pt x="152695" y="434492"/>
                  </a:lnTo>
                  <a:lnTo>
                    <a:pt x="153508" y="435252"/>
                  </a:lnTo>
                  <a:lnTo>
                    <a:pt x="154330" y="435991"/>
                  </a:lnTo>
                  <a:lnTo>
                    <a:pt x="155154" y="436713"/>
                  </a:lnTo>
                  <a:lnTo>
                    <a:pt x="155979" y="437419"/>
                  </a:lnTo>
                  <a:lnTo>
                    <a:pt x="156808" y="438110"/>
                  </a:lnTo>
                  <a:lnTo>
                    <a:pt x="157640" y="438785"/>
                  </a:lnTo>
                  <a:lnTo>
                    <a:pt x="158476" y="439447"/>
                  </a:lnTo>
                  <a:lnTo>
                    <a:pt x="159319" y="440095"/>
                  </a:lnTo>
                  <a:lnTo>
                    <a:pt x="160168" y="440732"/>
                  </a:lnTo>
                  <a:lnTo>
                    <a:pt x="161024" y="441356"/>
                  </a:lnTo>
                  <a:lnTo>
                    <a:pt x="161888" y="441971"/>
                  </a:lnTo>
                  <a:lnTo>
                    <a:pt x="162762" y="442575"/>
                  </a:lnTo>
                  <a:lnTo>
                    <a:pt x="163647" y="443170"/>
                  </a:lnTo>
                  <a:lnTo>
                    <a:pt x="164542" y="443758"/>
                  </a:lnTo>
                  <a:lnTo>
                    <a:pt x="165449" y="444338"/>
                  </a:lnTo>
                  <a:lnTo>
                    <a:pt x="166370" y="444911"/>
                  </a:lnTo>
                  <a:lnTo>
                    <a:pt x="167304" y="445479"/>
                  </a:lnTo>
                  <a:lnTo>
                    <a:pt x="168254" y="446042"/>
                  </a:lnTo>
                  <a:lnTo>
                    <a:pt x="169233" y="446672"/>
                  </a:lnTo>
                  <a:lnTo>
                    <a:pt x="169973" y="447180"/>
                  </a:lnTo>
                  <a:lnTo>
                    <a:pt x="170616" y="447689"/>
                  </a:lnTo>
                  <a:lnTo>
                    <a:pt x="171307" y="448321"/>
                  </a:lnTo>
                  <a:lnTo>
                    <a:pt x="172187" y="449198"/>
                  </a:lnTo>
                  <a:lnTo>
                    <a:pt x="173400" y="450442"/>
                  </a:lnTo>
                  <a:lnTo>
                    <a:pt x="174477" y="451473"/>
                  </a:lnTo>
                  <a:lnTo>
                    <a:pt x="175302" y="452199"/>
                  </a:lnTo>
                  <a:lnTo>
                    <a:pt x="176044" y="452719"/>
                  </a:lnTo>
                  <a:lnTo>
                    <a:pt x="176869" y="453135"/>
                  </a:lnTo>
                  <a:lnTo>
                    <a:pt x="177946" y="453546"/>
                  </a:lnTo>
                  <a:lnTo>
                    <a:pt x="179443" y="454052"/>
                  </a:lnTo>
                  <a:lnTo>
                    <a:pt x="180474" y="454411"/>
                  </a:lnTo>
                  <a:lnTo>
                    <a:pt x="181489" y="454794"/>
                  </a:lnTo>
                  <a:lnTo>
                    <a:pt x="182488" y="455199"/>
                  </a:lnTo>
                  <a:lnTo>
                    <a:pt x="183473" y="455626"/>
                  </a:lnTo>
                  <a:lnTo>
                    <a:pt x="184444" y="456072"/>
                  </a:lnTo>
                  <a:lnTo>
                    <a:pt x="185404" y="456537"/>
                  </a:lnTo>
                  <a:lnTo>
                    <a:pt x="186354" y="457019"/>
                  </a:lnTo>
                  <a:lnTo>
                    <a:pt x="187295" y="457516"/>
                  </a:lnTo>
                  <a:lnTo>
                    <a:pt x="188227" y="458027"/>
                  </a:lnTo>
                  <a:lnTo>
                    <a:pt x="189153" y="458552"/>
                  </a:lnTo>
                  <a:lnTo>
                    <a:pt x="190074" y="459087"/>
                  </a:lnTo>
                  <a:lnTo>
                    <a:pt x="190991" y="459633"/>
                  </a:lnTo>
                  <a:lnTo>
                    <a:pt x="191905" y="460188"/>
                  </a:lnTo>
                  <a:lnTo>
                    <a:pt x="192818" y="460750"/>
                  </a:lnTo>
                  <a:lnTo>
                    <a:pt x="193730" y="461317"/>
                  </a:lnTo>
                  <a:lnTo>
                    <a:pt x="194644" y="461890"/>
                  </a:lnTo>
                  <a:lnTo>
                    <a:pt x="195560" y="462465"/>
                  </a:lnTo>
                  <a:lnTo>
                    <a:pt x="196479" y="463042"/>
                  </a:lnTo>
                  <a:lnTo>
                    <a:pt x="197404" y="463620"/>
                  </a:lnTo>
                  <a:lnTo>
                    <a:pt x="198317" y="464178"/>
                  </a:lnTo>
                  <a:lnTo>
                    <a:pt x="199231" y="464733"/>
                  </a:lnTo>
                  <a:lnTo>
                    <a:pt x="200144" y="465285"/>
                  </a:lnTo>
                  <a:lnTo>
                    <a:pt x="201059" y="465834"/>
                  </a:lnTo>
                  <a:lnTo>
                    <a:pt x="201974" y="466379"/>
                  </a:lnTo>
                  <a:lnTo>
                    <a:pt x="202890" y="466921"/>
                  </a:lnTo>
                  <a:lnTo>
                    <a:pt x="203806" y="467459"/>
                  </a:lnTo>
                  <a:lnTo>
                    <a:pt x="204724" y="467994"/>
                  </a:lnTo>
                  <a:lnTo>
                    <a:pt x="205643" y="468526"/>
                  </a:lnTo>
                  <a:lnTo>
                    <a:pt x="206563" y="469055"/>
                  </a:lnTo>
                  <a:lnTo>
                    <a:pt x="207484" y="469580"/>
                  </a:lnTo>
                  <a:lnTo>
                    <a:pt x="208408" y="470101"/>
                  </a:lnTo>
                  <a:lnTo>
                    <a:pt x="209333" y="470620"/>
                  </a:lnTo>
                  <a:lnTo>
                    <a:pt x="210259" y="471135"/>
                  </a:lnTo>
                  <a:lnTo>
                    <a:pt x="211188" y="471647"/>
                  </a:lnTo>
                  <a:lnTo>
                    <a:pt x="212119" y="472155"/>
                  </a:lnTo>
                  <a:lnTo>
                    <a:pt x="213052" y="472660"/>
                  </a:lnTo>
                  <a:lnTo>
                    <a:pt x="213988" y="473161"/>
                  </a:lnTo>
                  <a:lnTo>
                    <a:pt x="214926" y="473659"/>
                  </a:lnTo>
                  <a:lnTo>
                    <a:pt x="215867" y="474154"/>
                  </a:lnTo>
                  <a:lnTo>
                    <a:pt x="216810" y="474645"/>
                  </a:lnTo>
                  <a:lnTo>
                    <a:pt x="217757" y="475133"/>
                  </a:lnTo>
                  <a:lnTo>
                    <a:pt x="218707" y="475617"/>
                  </a:lnTo>
                  <a:lnTo>
                    <a:pt x="219660" y="476098"/>
                  </a:lnTo>
                  <a:lnTo>
                    <a:pt x="220616" y="476575"/>
                  </a:lnTo>
                  <a:lnTo>
                    <a:pt x="221576" y="477049"/>
                  </a:lnTo>
                  <a:lnTo>
                    <a:pt x="222242" y="477715"/>
                  </a:lnTo>
                  <a:lnTo>
                    <a:pt x="222919" y="478392"/>
                  </a:lnTo>
                  <a:lnTo>
                    <a:pt x="224022" y="478572"/>
                  </a:lnTo>
                  <a:lnTo>
                    <a:pt x="225126" y="478747"/>
                  </a:lnTo>
                  <a:lnTo>
                    <a:pt x="226230" y="478917"/>
                  </a:lnTo>
                  <a:lnTo>
                    <a:pt x="227336" y="479082"/>
                  </a:lnTo>
                  <a:lnTo>
                    <a:pt x="228442" y="479242"/>
                  </a:lnTo>
                  <a:lnTo>
                    <a:pt x="229548" y="479399"/>
                  </a:lnTo>
                  <a:lnTo>
                    <a:pt x="230686" y="479606"/>
                  </a:lnTo>
                  <a:lnTo>
                    <a:pt x="231794" y="479834"/>
                  </a:lnTo>
                  <a:lnTo>
                    <a:pt x="232876" y="480082"/>
                  </a:lnTo>
                  <a:lnTo>
                    <a:pt x="233934" y="480352"/>
                  </a:lnTo>
                  <a:lnTo>
                    <a:pt x="234971" y="480641"/>
                  </a:lnTo>
                  <a:lnTo>
                    <a:pt x="235989" y="480951"/>
                  </a:lnTo>
                  <a:lnTo>
                    <a:pt x="236992" y="481282"/>
                  </a:lnTo>
                  <a:lnTo>
                    <a:pt x="237982" y="481633"/>
                  </a:lnTo>
                  <a:lnTo>
                    <a:pt x="238961" y="482003"/>
                  </a:lnTo>
                  <a:lnTo>
                    <a:pt x="239933" y="482394"/>
                  </a:lnTo>
                  <a:lnTo>
                    <a:pt x="240901" y="482804"/>
                  </a:lnTo>
                  <a:lnTo>
                    <a:pt x="241866" y="483235"/>
                  </a:lnTo>
                  <a:lnTo>
                    <a:pt x="242833" y="483684"/>
                  </a:lnTo>
                  <a:lnTo>
                    <a:pt x="243803" y="484154"/>
                  </a:lnTo>
                  <a:lnTo>
                    <a:pt x="244779" y="484642"/>
                  </a:lnTo>
                  <a:lnTo>
                    <a:pt x="245764" y="485150"/>
                  </a:lnTo>
                  <a:lnTo>
                    <a:pt x="246761" y="485677"/>
                  </a:lnTo>
                  <a:lnTo>
                    <a:pt x="247773" y="486223"/>
                  </a:lnTo>
                  <a:lnTo>
                    <a:pt x="248818" y="486691"/>
                  </a:lnTo>
                  <a:lnTo>
                    <a:pt x="249861" y="487114"/>
                  </a:lnTo>
                  <a:lnTo>
                    <a:pt x="250905" y="487497"/>
                  </a:lnTo>
                  <a:lnTo>
                    <a:pt x="251951" y="487844"/>
                  </a:lnTo>
                  <a:lnTo>
                    <a:pt x="253000" y="488156"/>
                  </a:lnTo>
                  <a:lnTo>
                    <a:pt x="254054" y="488439"/>
                  </a:lnTo>
                  <a:lnTo>
                    <a:pt x="255114" y="488695"/>
                  </a:lnTo>
                  <a:lnTo>
                    <a:pt x="256181" y="488928"/>
                  </a:lnTo>
                  <a:lnTo>
                    <a:pt x="257258" y="489141"/>
                  </a:lnTo>
                  <a:lnTo>
                    <a:pt x="258346" y="489338"/>
                  </a:lnTo>
                  <a:lnTo>
                    <a:pt x="259446" y="489522"/>
                  </a:lnTo>
                  <a:lnTo>
                    <a:pt x="260560" y="489696"/>
                  </a:lnTo>
                  <a:lnTo>
                    <a:pt x="261689" y="489864"/>
                  </a:lnTo>
                  <a:lnTo>
                    <a:pt x="262759" y="490099"/>
                  </a:lnTo>
                  <a:lnTo>
                    <a:pt x="263600" y="490317"/>
                  </a:lnTo>
                  <a:lnTo>
                    <a:pt x="264332" y="490575"/>
                  </a:lnTo>
                  <a:lnTo>
                    <a:pt x="265075" y="490930"/>
                  </a:lnTo>
                  <a:lnTo>
                    <a:pt x="265949" y="491442"/>
                  </a:lnTo>
                  <a:lnTo>
                    <a:pt x="267077" y="492167"/>
                  </a:lnTo>
                  <a:lnTo>
                    <a:pt x="268577" y="493163"/>
                  </a:lnTo>
                  <a:lnTo>
                    <a:pt x="269879" y="493347"/>
                  </a:lnTo>
                  <a:lnTo>
                    <a:pt x="270911" y="493489"/>
                  </a:lnTo>
                  <a:lnTo>
                    <a:pt x="271770" y="493599"/>
                  </a:lnTo>
                  <a:lnTo>
                    <a:pt x="272554" y="493685"/>
                  </a:lnTo>
                  <a:lnTo>
                    <a:pt x="273360" y="493759"/>
                  </a:lnTo>
                  <a:lnTo>
                    <a:pt x="274286" y="493830"/>
                  </a:lnTo>
                  <a:lnTo>
                    <a:pt x="275428" y="493908"/>
                  </a:lnTo>
                  <a:lnTo>
                    <a:pt x="276885" y="494003"/>
                  </a:lnTo>
                  <a:lnTo>
                    <a:pt x="277980" y="494078"/>
                  </a:lnTo>
                  <a:lnTo>
                    <a:pt x="279080" y="494153"/>
                  </a:lnTo>
                  <a:lnTo>
                    <a:pt x="280187" y="494229"/>
                  </a:lnTo>
                  <a:lnTo>
                    <a:pt x="281307" y="494306"/>
                  </a:lnTo>
                  <a:lnTo>
                    <a:pt x="282425" y="494372"/>
                  </a:lnTo>
                  <a:lnTo>
                    <a:pt x="283551" y="494439"/>
                  </a:lnTo>
                  <a:lnTo>
                    <a:pt x="284691" y="494506"/>
                  </a:lnTo>
                  <a:lnTo>
                    <a:pt x="284691" y="495839"/>
                  </a:lnTo>
                  <a:lnTo>
                    <a:pt x="284691" y="497192"/>
                  </a:lnTo>
                  <a:lnTo>
                    <a:pt x="285740" y="497440"/>
                  </a:lnTo>
                  <a:lnTo>
                    <a:pt x="286789" y="497688"/>
                  </a:lnTo>
                  <a:lnTo>
                    <a:pt x="287838" y="497935"/>
                  </a:lnTo>
                  <a:lnTo>
                    <a:pt x="288886" y="498183"/>
                  </a:lnTo>
                  <a:lnTo>
                    <a:pt x="289935" y="498430"/>
                  </a:lnTo>
                  <a:lnTo>
                    <a:pt x="290984" y="498677"/>
                  </a:lnTo>
                  <a:lnTo>
                    <a:pt x="292034" y="498923"/>
                  </a:lnTo>
                  <a:lnTo>
                    <a:pt x="293083" y="499170"/>
                  </a:lnTo>
                  <a:lnTo>
                    <a:pt x="294132" y="499416"/>
                  </a:lnTo>
                  <a:lnTo>
                    <a:pt x="295181" y="499662"/>
                  </a:lnTo>
                  <a:lnTo>
                    <a:pt x="296230" y="499908"/>
                  </a:lnTo>
                  <a:lnTo>
                    <a:pt x="297280" y="500154"/>
                  </a:lnTo>
                  <a:lnTo>
                    <a:pt x="298329" y="500399"/>
                  </a:lnTo>
                  <a:lnTo>
                    <a:pt x="299378" y="500645"/>
                  </a:lnTo>
                  <a:lnTo>
                    <a:pt x="300428" y="500891"/>
                  </a:lnTo>
                  <a:lnTo>
                    <a:pt x="301477" y="501136"/>
                  </a:lnTo>
                  <a:lnTo>
                    <a:pt x="302659" y="501416"/>
                  </a:lnTo>
                  <a:lnTo>
                    <a:pt x="303846" y="501697"/>
                  </a:lnTo>
                  <a:lnTo>
                    <a:pt x="305042" y="501981"/>
                  </a:lnTo>
                  <a:lnTo>
                    <a:pt x="306251" y="502267"/>
                  </a:lnTo>
                  <a:lnTo>
                    <a:pt x="307407" y="502537"/>
                  </a:lnTo>
                  <a:lnTo>
                    <a:pt x="308567" y="502807"/>
                  </a:lnTo>
                  <a:lnTo>
                    <a:pt x="309737" y="503080"/>
                  </a:lnTo>
                  <a:lnTo>
                    <a:pt x="310919" y="503356"/>
                  </a:lnTo>
                  <a:lnTo>
                    <a:pt x="311975" y="503604"/>
                  </a:lnTo>
                  <a:lnTo>
                    <a:pt x="313035" y="503853"/>
                  </a:lnTo>
                  <a:lnTo>
                    <a:pt x="314102" y="504104"/>
                  </a:lnTo>
                  <a:lnTo>
                    <a:pt x="315181" y="504358"/>
                  </a:lnTo>
                  <a:lnTo>
                    <a:pt x="316231" y="504564"/>
                  </a:lnTo>
                  <a:lnTo>
                    <a:pt x="317277" y="504760"/>
                  </a:lnTo>
                  <a:lnTo>
                    <a:pt x="318322" y="504945"/>
                  </a:lnTo>
                  <a:lnTo>
                    <a:pt x="319365" y="505120"/>
                  </a:lnTo>
                  <a:lnTo>
                    <a:pt x="320405" y="505285"/>
                  </a:lnTo>
                  <a:lnTo>
                    <a:pt x="321445" y="505441"/>
                  </a:lnTo>
                  <a:lnTo>
                    <a:pt x="322483" y="505586"/>
                  </a:lnTo>
                  <a:lnTo>
                    <a:pt x="323520" y="505723"/>
                  </a:lnTo>
                  <a:lnTo>
                    <a:pt x="324557" y="505850"/>
                  </a:lnTo>
                  <a:lnTo>
                    <a:pt x="325593" y="505968"/>
                  </a:lnTo>
                  <a:lnTo>
                    <a:pt x="326629" y="506077"/>
                  </a:lnTo>
                  <a:lnTo>
                    <a:pt x="327665" y="506178"/>
                  </a:lnTo>
                  <a:lnTo>
                    <a:pt x="328702" y="506271"/>
                  </a:lnTo>
                  <a:lnTo>
                    <a:pt x="329739" y="506356"/>
                  </a:lnTo>
                  <a:lnTo>
                    <a:pt x="330777" y="506432"/>
                  </a:lnTo>
                  <a:lnTo>
                    <a:pt x="331816" y="506501"/>
                  </a:lnTo>
                  <a:lnTo>
                    <a:pt x="332857" y="506563"/>
                  </a:lnTo>
                  <a:lnTo>
                    <a:pt x="333900" y="506617"/>
                  </a:lnTo>
                  <a:lnTo>
                    <a:pt x="334945" y="506665"/>
                  </a:lnTo>
                  <a:lnTo>
                    <a:pt x="335992" y="506705"/>
                  </a:lnTo>
                  <a:lnTo>
                    <a:pt x="337041" y="506739"/>
                  </a:lnTo>
                  <a:lnTo>
                    <a:pt x="338093" y="506767"/>
                  </a:lnTo>
                  <a:lnTo>
                    <a:pt x="339149" y="506788"/>
                  </a:lnTo>
                  <a:lnTo>
                    <a:pt x="340207" y="506804"/>
                  </a:lnTo>
                  <a:lnTo>
                    <a:pt x="341270" y="506814"/>
                  </a:lnTo>
                  <a:lnTo>
                    <a:pt x="342336" y="506818"/>
                  </a:lnTo>
                  <a:lnTo>
                    <a:pt x="342831" y="506819"/>
                  </a:lnTo>
                  <a:lnTo>
                    <a:pt x="343705" y="506823"/>
                  </a:lnTo>
                  <a:lnTo>
                    <a:pt x="345706" y="506831"/>
                  </a:lnTo>
                  <a:lnTo>
                    <a:pt x="346876" y="506834"/>
                  </a:lnTo>
                  <a:lnTo>
                    <a:pt x="348046" y="506837"/>
                  </a:lnTo>
                  <a:lnTo>
                    <a:pt x="349215" y="506838"/>
                  </a:lnTo>
                  <a:lnTo>
                    <a:pt x="350385" y="506840"/>
                  </a:lnTo>
                  <a:lnTo>
                    <a:pt x="351555" y="506840"/>
                  </a:lnTo>
                  <a:lnTo>
                    <a:pt x="352724" y="506841"/>
                  </a:lnTo>
                  <a:lnTo>
                    <a:pt x="353785" y="506842"/>
                  </a:lnTo>
                  <a:lnTo>
                    <a:pt x="354846" y="506845"/>
                  </a:lnTo>
                  <a:lnTo>
                    <a:pt x="355907" y="506848"/>
                  </a:lnTo>
                  <a:lnTo>
                    <a:pt x="356967" y="506853"/>
                  </a:lnTo>
                  <a:lnTo>
                    <a:pt x="358028" y="506858"/>
                  </a:lnTo>
                  <a:lnTo>
                    <a:pt x="359089" y="506864"/>
                  </a:lnTo>
                  <a:lnTo>
                    <a:pt x="360149" y="506871"/>
                  </a:lnTo>
                  <a:lnTo>
                    <a:pt x="361210" y="506878"/>
                  </a:lnTo>
                  <a:lnTo>
                    <a:pt x="362271" y="506885"/>
                  </a:lnTo>
                  <a:lnTo>
                    <a:pt x="363332" y="506893"/>
                  </a:lnTo>
                  <a:lnTo>
                    <a:pt x="364397" y="506896"/>
                  </a:lnTo>
                  <a:lnTo>
                    <a:pt x="365459" y="506897"/>
                  </a:lnTo>
                  <a:lnTo>
                    <a:pt x="366518" y="506897"/>
                  </a:lnTo>
                  <a:lnTo>
                    <a:pt x="367574" y="506894"/>
                  </a:lnTo>
                  <a:lnTo>
                    <a:pt x="368628" y="506889"/>
                  </a:lnTo>
                  <a:lnTo>
                    <a:pt x="369679" y="506880"/>
                  </a:lnTo>
                  <a:lnTo>
                    <a:pt x="370729" y="506868"/>
                  </a:lnTo>
                  <a:lnTo>
                    <a:pt x="371776" y="506851"/>
                  </a:lnTo>
                  <a:lnTo>
                    <a:pt x="372822" y="506830"/>
                  </a:lnTo>
                  <a:lnTo>
                    <a:pt x="373865" y="506804"/>
                  </a:lnTo>
                  <a:lnTo>
                    <a:pt x="374908" y="506772"/>
                  </a:lnTo>
                  <a:lnTo>
                    <a:pt x="375949" y="506735"/>
                  </a:lnTo>
                  <a:lnTo>
                    <a:pt x="376989" y="506691"/>
                  </a:lnTo>
                  <a:lnTo>
                    <a:pt x="378027" y="506640"/>
                  </a:lnTo>
                  <a:lnTo>
                    <a:pt x="379065" y="506582"/>
                  </a:lnTo>
                  <a:lnTo>
                    <a:pt x="380103" y="506516"/>
                  </a:lnTo>
                  <a:lnTo>
                    <a:pt x="381140" y="506442"/>
                  </a:lnTo>
                  <a:lnTo>
                    <a:pt x="382176" y="506359"/>
                  </a:lnTo>
                  <a:lnTo>
                    <a:pt x="383213" y="506267"/>
                  </a:lnTo>
                  <a:lnTo>
                    <a:pt x="384249" y="506166"/>
                  </a:lnTo>
                  <a:lnTo>
                    <a:pt x="385286" y="506054"/>
                  </a:lnTo>
                  <a:lnTo>
                    <a:pt x="386323" y="505932"/>
                  </a:lnTo>
                  <a:lnTo>
                    <a:pt x="387361" y="505800"/>
                  </a:lnTo>
                  <a:lnTo>
                    <a:pt x="388399" y="505655"/>
                  </a:lnTo>
                  <a:lnTo>
                    <a:pt x="389438" y="505499"/>
                  </a:lnTo>
                  <a:lnTo>
                    <a:pt x="390478" y="505331"/>
                  </a:lnTo>
                  <a:lnTo>
                    <a:pt x="391520" y="505150"/>
                  </a:lnTo>
                  <a:lnTo>
                    <a:pt x="392563" y="504955"/>
                  </a:lnTo>
                  <a:lnTo>
                    <a:pt x="393607" y="504748"/>
                  </a:lnTo>
                  <a:lnTo>
                    <a:pt x="394653" y="504526"/>
                  </a:lnTo>
                  <a:lnTo>
                    <a:pt x="395707" y="504311"/>
                  </a:lnTo>
                  <a:lnTo>
                    <a:pt x="396758" y="504127"/>
                  </a:lnTo>
                  <a:lnTo>
                    <a:pt x="397808" y="503971"/>
                  </a:lnTo>
                  <a:lnTo>
                    <a:pt x="398856" y="503839"/>
                  </a:lnTo>
                  <a:lnTo>
                    <a:pt x="399906" y="503729"/>
                  </a:lnTo>
                  <a:lnTo>
                    <a:pt x="400958" y="503638"/>
                  </a:lnTo>
                  <a:lnTo>
                    <a:pt x="402013" y="503562"/>
                  </a:lnTo>
                  <a:lnTo>
                    <a:pt x="403074" y="503500"/>
                  </a:lnTo>
                  <a:lnTo>
                    <a:pt x="404140" y="503448"/>
                  </a:lnTo>
                  <a:lnTo>
                    <a:pt x="405215" y="503403"/>
                  </a:lnTo>
                  <a:lnTo>
                    <a:pt x="406251" y="503322"/>
                  </a:lnTo>
                  <a:lnTo>
                    <a:pt x="407286" y="503230"/>
                  </a:lnTo>
                  <a:lnTo>
                    <a:pt x="408321" y="503126"/>
                  </a:lnTo>
                  <a:lnTo>
                    <a:pt x="409355" y="503011"/>
                  </a:lnTo>
                  <a:lnTo>
                    <a:pt x="410388" y="502884"/>
                  </a:lnTo>
                  <a:lnTo>
                    <a:pt x="411420" y="502746"/>
                  </a:lnTo>
                  <a:lnTo>
                    <a:pt x="412452" y="502596"/>
                  </a:lnTo>
                  <a:lnTo>
                    <a:pt x="413482" y="502436"/>
                  </a:lnTo>
                  <a:lnTo>
                    <a:pt x="414512" y="502265"/>
                  </a:lnTo>
                  <a:lnTo>
                    <a:pt x="415539" y="502084"/>
                  </a:lnTo>
                  <a:lnTo>
                    <a:pt x="416566" y="501892"/>
                  </a:lnTo>
                  <a:lnTo>
                    <a:pt x="417591" y="501689"/>
                  </a:lnTo>
                  <a:lnTo>
                    <a:pt x="418614" y="501476"/>
                  </a:lnTo>
                  <a:lnTo>
                    <a:pt x="419635" y="501253"/>
                  </a:lnTo>
                  <a:lnTo>
                    <a:pt x="420655" y="501021"/>
                  </a:lnTo>
                  <a:lnTo>
                    <a:pt x="421672" y="500778"/>
                  </a:lnTo>
                  <a:lnTo>
                    <a:pt x="422687" y="500526"/>
                  </a:lnTo>
                  <a:lnTo>
                    <a:pt x="423700" y="500264"/>
                  </a:lnTo>
                  <a:lnTo>
                    <a:pt x="424711" y="499993"/>
                  </a:lnTo>
                  <a:lnTo>
                    <a:pt x="425719" y="499713"/>
                  </a:lnTo>
                  <a:lnTo>
                    <a:pt x="426725" y="499424"/>
                  </a:lnTo>
                  <a:lnTo>
                    <a:pt x="427728" y="499126"/>
                  </a:lnTo>
                  <a:lnTo>
                    <a:pt x="428728" y="498819"/>
                  </a:lnTo>
                  <a:lnTo>
                    <a:pt x="429725" y="498503"/>
                  </a:lnTo>
                  <a:lnTo>
                    <a:pt x="430719" y="498179"/>
                  </a:lnTo>
                  <a:lnTo>
                    <a:pt x="431710" y="497847"/>
                  </a:lnTo>
                  <a:lnTo>
                    <a:pt x="432697" y="497507"/>
                  </a:lnTo>
                  <a:lnTo>
                    <a:pt x="433682" y="497158"/>
                  </a:lnTo>
                  <a:lnTo>
                    <a:pt x="434662" y="496802"/>
                  </a:lnTo>
                  <a:lnTo>
                    <a:pt x="435639" y="496438"/>
                  </a:lnTo>
                  <a:lnTo>
                    <a:pt x="436613" y="496066"/>
                  </a:lnTo>
                  <a:lnTo>
                    <a:pt x="437582" y="495687"/>
                  </a:lnTo>
                  <a:lnTo>
                    <a:pt x="438547" y="495300"/>
                  </a:lnTo>
                  <a:lnTo>
                    <a:pt x="439509" y="494907"/>
                  </a:lnTo>
                  <a:lnTo>
                    <a:pt x="440466" y="494506"/>
                  </a:lnTo>
                  <a:lnTo>
                    <a:pt x="440566" y="493305"/>
                  </a:lnTo>
                  <a:lnTo>
                    <a:pt x="440613" y="492143"/>
                  </a:lnTo>
                  <a:lnTo>
                    <a:pt x="440608" y="491018"/>
                  </a:lnTo>
                  <a:lnTo>
                    <a:pt x="440554" y="489925"/>
                  </a:lnTo>
                  <a:lnTo>
                    <a:pt x="440454" y="488858"/>
                  </a:lnTo>
                  <a:lnTo>
                    <a:pt x="440309" y="487814"/>
                  </a:lnTo>
                  <a:lnTo>
                    <a:pt x="440123" y="486789"/>
                  </a:lnTo>
                  <a:lnTo>
                    <a:pt x="439898" y="485778"/>
                  </a:lnTo>
                  <a:lnTo>
                    <a:pt x="439637" y="484776"/>
                  </a:lnTo>
                  <a:lnTo>
                    <a:pt x="439342" y="483779"/>
                  </a:lnTo>
                  <a:lnTo>
                    <a:pt x="439016" y="482782"/>
                  </a:lnTo>
                  <a:lnTo>
                    <a:pt x="438661" y="481782"/>
                  </a:lnTo>
                  <a:lnTo>
                    <a:pt x="438279" y="480774"/>
                  </a:lnTo>
                  <a:lnTo>
                    <a:pt x="437874" y="479753"/>
                  </a:lnTo>
                  <a:lnTo>
                    <a:pt x="437448" y="478715"/>
                  </a:lnTo>
                  <a:lnTo>
                    <a:pt x="437003" y="477656"/>
                  </a:lnTo>
                  <a:lnTo>
                    <a:pt x="436542" y="476571"/>
                  </a:lnTo>
                  <a:lnTo>
                    <a:pt x="436128" y="475534"/>
                  </a:lnTo>
                  <a:lnTo>
                    <a:pt x="435730" y="474495"/>
                  </a:lnTo>
                  <a:lnTo>
                    <a:pt x="435348" y="473453"/>
                  </a:lnTo>
                  <a:lnTo>
                    <a:pt x="434978" y="472408"/>
                  </a:lnTo>
                  <a:lnTo>
                    <a:pt x="434620" y="471361"/>
                  </a:lnTo>
                  <a:lnTo>
                    <a:pt x="434273" y="470310"/>
                  </a:lnTo>
                  <a:lnTo>
                    <a:pt x="433935" y="469257"/>
                  </a:lnTo>
                  <a:lnTo>
                    <a:pt x="433605" y="468201"/>
                  </a:lnTo>
                  <a:lnTo>
                    <a:pt x="433282" y="467142"/>
                  </a:lnTo>
                  <a:lnTo>
                    <a:pt x="432964" y="466080"/>
                  </a:lnTo>
                  <a:lnTo>
                    <a:pt x="432649" y="465015"/>
                  </a:lnTo>
                  <a:lnTo>
                    <a:pt x="432337" y="463946"/>
                  </a:lnTo>
                  <a:lnTo>
                    <a:pt x="432026" y="462875"/>
                  </a:lnTo>
                  <a:lnTo>
                    <a:pt x="431725" y="461855"/>
                  </a:lnTo>
                  <a:lnTo>
                    <a:pt x="431419" y="460839"/>
                  </a:lnTo>
                  <a:lnTo>
                    <a:pt x="431109" y="459826"/>
                  </a:lnTo>
                  <a:lnTo>
                    <a:pt x="430794" y="458817"/>
                  </a:lnTo>
                  <a:lnTo>
                    <a:pt x="430474" y="457810"/>
                  </a:lnTo>
                  <a:lnTo>
                    <a:pt x="430150" y="456807"/>
                  </a:lnTo>
                  <a:lnTo>
                    <a:pt x="429820" y="455806"/>
                  </a:lnTo>
                  <a:lnTo>
                    <a:pt x="429486" y="454807"/>
                  </a:lnTo>
                  <a:lnTo>
                    <a:pt x="429147" y="453812"/>
                  </a:lnTo>
                  <a:lnTo>
                    <a:pt x="428802" y="452818"/>
                  </a:lnTo>
                  <a:lnTo>
                    <a:pt x="428453" y="451827"/>
                  </a:lnTo>
                  <a:lnTo>
                    <a:pt x="428099" y="450838"/>
                  </a:lnTo>
                  <a:lnTo>
                    <a:pt x="427739" y="449851"/>
                  </a:lnTo>
                  <a:lnTo>
                    <a:pt x="427375" y="448866"/>
                  </a:lnTo>
                  <a:lnTo>
                    <a:pt x="427005" y="447882"/>
                  </a:lnTo>
                  <a:lnTo>
                    <a:pt x="426629" y="446900"/>
                  </a:lnTo>
                  <a:lnTo>
                    <a:pt x="426249" y="445919"/>
                  </a:lnTo>
                  <a:lnTo>
                    <a:pt x="425863" y="444939"/>
                  </a:lnTo>
                  <a:lnTo>
                    <a:pt x="425472" y="443961"/>
                  </a:lnTo>
                  <a:lnTo>
                    <a:pt x="425075" y="442983"/>
                  </a:lnTo>
                  <a:lnTo>
                    <a:pt x="424673" y="442007"/>
                  </a:lnTo>
                  <a:lnTo>
                    <a:pt x="424265" y="441031"/>
                  </a:lnTo>
                  <a:lnTo>
                    <a:pt x="423852" y="440055"/>
                  </a:lnTo>
                  <a:lnTo>
                    <a:pt x="423433" y="439080"/>
                  </a:lnTo>
                  <a:lnTo>
                    <a:pt x="423008" y="438105"/>
                  </a:lnTo>
                  <a:lnTo>
                    <a:pt x="422573" y="437087"/>
                  </a:lnTo>
                  <a:lnTo>
                    <a:pt x="422144" y="436072"/>
                  </a:lnTo>
                  <a:lnTo>
                    <a:pt x="421723" y="435059"/>
                  </a:lnTo>
                  <a:lnTo>
                    <a:pt x="421311" y="434047"/>
                  </a:lnTo>
                  <a:lnTo>
                    <a:pt x="420906" y="433037"/>
                  </a:lnTo>
                  <a:lnTo>
                    <a:pt x="420509" y="432027"/>
                  </a:lnTo>
                  <a:lnTo>
                    <a:pt x="420122" y="431017"/>
                  </a:lnTo>
                  <a:lnTo>
                    <a:pt x="419743" y="430006"/>
                  </a:lnTo>
                  <a:lnTo>
                    <a:pt x="419373" y="428994"/>
                  </a:lnTo>
                  <a:lnTo>
                    <a:pt x="419013" y="427979"/>
                  </a:lnTo>
                  <a:lnTo>
                    <a:pt x="418663" y="426963"/>
                  </a:lnTo>
                  <a:lnTo>
                    <a:pt x="418323" y="425943"/>
                  </a:lnTo>
                  <a:lnTo>
                    <a:pt x="417993" y="424919"/>
                  </a:lnTo>
                  <a:lnTo>
                    <a:pt x="417674" y="423890"/>
                  </a:lnTo>
                  <a:lnTo>
                    <a:pt x="417366" y="422857"/>
                  </a:lnTo>
                  <a:lnTo>
                    <a:pt x="417069" y="421818"/>
                  </a:lnTo>
                  <a:lnTo>
                    <a:pt x="416783" y="420773"/>
                  </a:lnTo>
                  <a:lnTo>
                    <a:pt x="416509" y="419721"/>
                  </a:lnTo>
                  <a:lnTo>
                    <a:pt x="416248" y="418662"/>
                  </a:lnTo>
                  <a:lnTo>
                    <a:pt x="415998" y="417595"/>
                  </a:lnTo>
                  <a:lnTo>
                    <a:pt x="415762" y="416519"/>
                  </a:lnTo>
                  <a:lnTo>
                    <a:pt x="415538" y="415433"/>
                  </a:lnTo>
                  <a:lnTo>
                    <a:pt x="415316" y="414397"/>
                  </a:lnTo>
                  <a:lnTo>
                    <a:pt x="415081" y="413366"/>
                  </a:lnTo>
                  <a:lnTo>
                    <a:pt x="414835" y="412339"/>
                  </a:lnTo>
                  <a:lnTo>
                    <a:pt x="414577" y="411315"/>
                  </a:lnTo>
                  <a:lnTo>
                    <a:pt x="414310" y="410295"/>
                  </a:lnTo>
                  <a:lnTo>
                    <a:pt x="414034" y="409278"/>
                  </a:lnTo>
                  <a:lnTo>
                    <a:pt x="413751" y="408262"/>
                  </a:lnTo>
                  <a:lnTo>
                    <a:pt x="413461" y="407247"/>
                  </a:lnTo>
                  <a:lnTo>
                    <a:pt x="413167" y="406234"/>
                  </a:lnTo>
                  <a:lnTo>
                    <a:pt x="412868" y="405220"/>
                  </a:lnTo>
                  <a:lnTo>
                    <a:pt x="412567" y="404206"/>
                  </a:lnTo>
                  <a:lnTo>
                    <a:pt x="412265" y="403190"/>
                  </a:lnTo>
                  <a:lnTo>
                    <a:pt x="410932" y="403190"/>
                  </a:lnTo>
                  <a:lnTo>
                    <a:pt x="409579" y="403190"/>
                  </a:lnTo>
                  <a:lnTo>
                    <a:pt x="409746" y="401899"/>
                  </a:lnTo>
                  <a:lnTo>
                    <a:pt x="409915" y="400588"/>
                  </a:lnTo>
                  <a:lnTo>
                    <a:pt x="409798" y="399463"/>
                  </a:lnTo>
                  <a:lnTo>
                    <a:pt x="409636" y="398387"/>
                  </a:lnTo>
                  <a:lnTo>
                    <a:pt x="409432" y="397352"/>
                  </a:lnTo>
                  <a:lnTo>
                    <a:pt x="409188" y="396350"/>
                  </a:lnTo>
                  <a:lnTo>
                    <a:pt x="408908" y="395376"/>
                  </a:lnTo>
                  <a:lnTo>
                    <a:pt x="408593" y="394421"/>
                  </a:lnTo>
                  <a:lnTo>
                    <a:pt x="408247" y="393478"/>
                  </a:lnTo>
                  <a:lnTo>
                    <a:pt x="407872" y="392541"/>
                  </a:lnTo>
                  <a:lnTo>
                    <a:pt x="407470" y="391602"/>
                  </a:lnTo>
                  <a:lnTo>
                    <a:pt x="407044" y="390654"/>
                  </a:lnTo>
                  <a:lnTo>
                    <a:pt x="406597" y="389690"/>
                  </a:lnTo>
                  <a:lnTo>
                    <a:pt x="406132" y="388702"/>
                  </a:lnTo>
                  <a:lnTo>
                    <a:pt x="405650" y="387684"/>
                  </a:lnTo>
                  <a:lnTo>
                    <a:pt x="405225" y="386685"/>
                  </a:lnTo>
                  <a:lnTo>
                    <a:pt x="404821" y="385683"/>
                  </a:lnTo>
                  <a:lnTo>
                    <a:pt x="404438" y="384677"/>
                  </a:lnTo>
                  <a:lnTo>
                    <a:pt x="404071" y="383668"/>
                  </a:lnTo>
                  <a:lnTo>
                    <a:pt x="403721" y="382655"/>
                  </a:lnTo>
                  <a:lnTo>
                    <a:pt x="403384" y="381639"/>
                  </a:lnTo>
                  <a:lnTo>
                    <a:pt x="403059" y="380619"/>
                  </a:lnTo>
                  <a:lnTo>
                    <a:pt x="402744" y="379595"/>
                  </a:lnTo>
                  <a:lnTo>
                    <a:pt x="402436" y="378567"/>
                  </a:lnTo>
                  <a:lnTo>
                    <a:pt x="402135" y="377536"/>
                  </a:lnTo>
                  <a:lnTo>
                    <a:pt x="401837" y="376501"/>
                  </a:lnTo>
                  <a:lnTo>
                    <a:pt x="401540" y="375461"/>
                  </a:lnTo>
                  <a:lnTo>
                    <a:pt x="401244" y="374418"/>
                  </a:lnTo>
                  <a:lnTo>
                    <a:pt x="400925" y="373401"/>
                  </a:lnTo>
                  <a:lnTo>
                    <a:pt x="400595" y="372389"/>
                  </a:lnTo>
                  <a:lnTo>
                    <a:pt x="400254" y="371382"/>
                  </a:lnTo>
                  <a:lnTo>
                    <a:pt x="399905" y="370378"/>
                  </a:lnTo>
                  <a:lnTo>
                    <a:pt x="399547" y="369377"/>
                  </a:lnTo>
                  <a:lnTo>
                    <a:pt x="399180" y="368380"/>
                  </a:lnTo>
                  <a:lnTo>
                    <a:pt x="398807" y="367385"/>
                  </a:lnTo>
                  <a:lnTo>
                    <a:pt x="398426" y="366393"/>
                  </a:lnTo>
                  <a:lnTo>
                    <a:pt x="398040" y="365403"/>
                  </a:lnTo>
                  <a:lnTo>
                    <a:pt x="397648" y="364416"/>
                  </a:lnTo>
                  <a:lnTo>
                    <a:pt x="397251" y="363430"/>
                  </a:lnTo>
                  <a:lnTo>
                    <a:pt x="396850" y="362445"/>
                  </a:lnTo>
                  <a:lnTo>
                    <a:pt x="396446" y="361461"/>
                  </a:lnTo>
                  <a:lnTo>
                    <a:pt x="396039" y="360479"/>
                  </a:lnTo>
                  <a:lnTo>
                    <a:pt x="395630" y="359496"/>
                  </a:lnTo>
                  <a:lnTo>
                    <a:pt x="395219" y="358514"/>
                  </a:lnTo>
                  <a:lnTo>
                    <a:pt x="394808" y="357532"/>
                  </a:lnTo>
                  <a:lnTo>
                    <a:pt x="393475" y="357532"/>
                  </a:lnTo>
                  <a:lnTo>
                    <a:pt x="392122" y="357532"/>
                  </a:lnTo>
                  <a:lnTo>
                    <a:pt x="392046" y="356262"/>
                  </a:lnTo>
                  <a:lnTo>
                    <a:pt x="391970" y="354973"/>
                  </a:lnTo>
                  <a:lnTo>
                    <a:pt x="391878" y="353845"/>
                  </a:lnTo>
                  <a:lnTo>
                    <a:pt x="391775" y="352737"/>
                  </a:lnTo>
                  <a:lnTo>
                    <a:pt x="391660" y="351647"/>
                  </a:lnTo>
                  <a:lnTo>
                    <a:pt x="391533" y="350573"/>
                  </a:lnTo>
                  <a:lnTo>
                    <a:pt x="391392" y="349513"/>
                  </a:lnTo>
                  <a:lnTo>
                    <a:pt x="391236" y="348465"/>
                  </a:lnTo>
                  <a:lnTo>
                    <a:pt x="391064" y="347428"/>
                  </a:lnTo>
                  <a:lnTo>
                    <a:pt x="390874" y="346399"/>
                  </a:lnTo>
                  <a:lnTo>
                    <a:pt x="390666" y="345377"/>
                  </a:lnTo>
                  <a:lnTo>
                    <a:pt x="390439" y="344359"/>
                  </a:lnTo>
                  <a:lnTo>
                    <a:pt x="390190" y="343345"/>
                  </a:lnTo>
                  <a:lnTo>
                    <a:pt x="389920" y="342332"/>
                  </a:lnTo>
                  <a:lnTo>
                    <a:pt x="389627" y="341318"/>
                  </a:lnTo>
                  <a:lnTo>
                    <a:pt x="389310" y="340301"/>
                  </a:lnTo>
                  <a:lnTo>
                    <a:pt x="388968" y="339280"/>
                  </a:lnTo>
                  <a:lnTo>
                    <a:pt x="388600" y="338253"/>
                  </a:lnTo>
                  <a:lnTo>
                    <a:pt x="388204" y="337218"/>
                  </a:lnTo>
                  <a:lnTo>
                    <a:pt x="387779" y="336172"/>
                  </a:lnTo>
                  <a:lnTo>
                    <a:pt x="387432" y="335186"/>
                  </a:lnTo>
                  <a:lnTo>
                    <a:pt x="387108" y="334194"/>
                  </a:lnTo>
                  <a:lnTo>
                    <a:pt x="386806" y="333197"/>
                  </a:lnTo>
                  <a:lnTo>
                    <a:pt x="386524" y="332194"/>
                  </a:lnTo>
                  <a:lnTo>
                    <a:pt x="386260" y="331187"/>
                  </a:lnTo>
                  <a:lnTo>
                    <a:pt x="386013" y="330176"/>
                  </a:lnTo>
                  <a:lnTo>
                    <a:pt x="385780" y="329161"/>
                  </a:lnTo>
                  <a:lnTo>
                    <a:pt x="385561" y="328143"/>
                  </a:lnTo>
                  <a:lnTo>
                    <a:pt x="385352" y="327122"/>
                  </a:lnTo>
                  <a:lnTo>
                    <a:pt x="385154" y="326099"/>
                  </a:lnTo>
                  <a:lnTo>
                    <a:pt x="384963" y="325073"/>
                  </a:lnTo>
                  <a:lnTo>
                    <a:pt x="384778" y="324046"/>
                  </a:lnTo>
                  <a:lnTo>
                    <a:pt x="384597" y="323018"/>
                  </a:lnTo>
                  <a:lnTo>
                    <a:pt x="384420" y="321989"/>
                  </a:lnTo>
                  <a:lnTo>
                    <a:pt x="384242" y="320960"/>
                  </a:lnTo>
                  <a:lnTo>
                    <a:pt x="384064" y="319931"/>
                  </a:lnTo>
                  <a:lnTo>
                    <a:pt x="382732" y="319931"/>
                  </a:lnTo>
                  <a:lnTo>
                    <a:pt x="381379" y="319931"/>
                  </a:lnTo>
                  <a:lnTo>
                    <a:pt x="381379" y="318601"/>
                  </a:lnTo>
                  <a:lnTo>
                    <a:pt x="381379" y="317261"/>
                  </a:lnTo>
                  <a:lnTo>
                    <a:pt x="381379" y="315903"/>
                  </a:lnTo>
                  <a:lnTo>
                    <a:pt x="382712" y="316569"/>
                  </a:lnTo>
                  <a:lnTo>
                    <a:pt x="384064" y="317246"/>
                  </a:lnTo>
                  <a:lnTo>
                    <a:pt x="385143" y="317395"/>
                  </a:lnTo>
                  <a:lnTo>
                    <a:pt x="386223" y="317540"/>
                  </a:lnTo>
                  <a:lnTo>
                    <a:pt x="387303" y="317681"/>
                  </a:lnTo>
                  <a:lnTo>
                    <a:pt x="388384" y="317818"/>
                  </a:lnTo>
                  <a:lnTo>
                    <a:pt x="389464" y="317952"/>
                  </a:lnTo>
                  <a:lnTo>
                    <a:pt x="390546" y="318083"/>
                  </a:lnTo>
                  <a:lnTo>
                    <a:pt x="391627" y="318211"/>
                  </a:lnTo>
                  <a:lnTo>
                    <a:pt x="392709" y="318336"/>
                  </a:lnTo>
                  <a:lnTo>
                    <a:pt x="393750" y="318468"/>
                  </a:lnTo>
                  <a:lnTo>
                    <a:pt x="394790" y="318605"/>
                  </a:lnTo>
                  <a:lnTo>
                    <a:pt x="395829" y="318745"/>
                  </a:lnTo>
                  <a:lnTo>
                    <a:pt x="396867" y="318890"/>
                  </a:lnTo>
                  <a:lnTo>
                    <a:pt x="397905" y="319039"/>
                  </a:lnTo>
                  <a:lnTo>
                    <a:pt x="398942" y="319193"/>
                  </a:lnTo>
                  <a:lnTo>
                    <a:pt x="399978" y="319350"/>
                  </a:lnTo>
                  <a:lnTo>
                    <a:pt x="401014" y="319511"/>
                  </a:lnTo>
                  <a:lnTo>
                    <a:pt x="402048" y="319676"/>
                  </a:lnTo>
                  <a:lnTo>
                    <a:pt x="403082" y="319845"/>
                  </a:lnTo>
                  <a:lnTo>
                    <a:pt x="404116" y="320018"/>
                  </a:lnTo>
                  <a:lnTo>
                    <a:pt x="405148" y="320194"/>
                  </a:lnTo>
                  <a:lnTo>
                    <a:pt x="406180" y="320374"/>
                  </a:lnTo>
                  <a:lnTo>
                    <a:pt x="407211" y="320558"/>
                  </a:lnTo>
                  <a:lnTo>
                    <a:pt x="408242" y="320744"/>
                  </a:lnTo>
                  <a:lnTo>
                    <a:pt x="409271" y="320935"/>
                  </a:lnTo>
                  <a:lnTo>
                    <a:pt x="410301" y="321128"/>
                  </a:lnTo>
                  <a:lnTo>
                    <a:pt x="411329" y="321325"/>
                  </a:lnTo>
                  <a:lnTo>
                    <a:pt x="412357" y="321525"/>
                  </a:lnTo>
                  <a:lnTo>
                    <a:pt x="413384" y="321729"/>
                  </a:lnTo>
                  <a:lnTo>
                    <a:pt x="414411" y="321935"/>
                  </a:lnTo>
                  <a:lnTo>
                    <a:pt x="415437" y="322144"/>
                  </a:lnTo>
                  <a:lnTo>
                    <a:pt x="416463" y="322356"/>
                  </a:lnTo>
                  <a:lnTo>
                    <a:pt x="417488" y="322571"/>
                  </a:lnTo>
                  <a:lnTo>
                    <a:pt x="418512" y="322789"/>
                  </a:lnTo>
                  <a:lnTo>
                    <a:pt x="419536" y="323009"/>
                  </a:lnTo>
                  <a:lnTo>
                    <a:pt x="420559" y="323232"/>
                  </a:lnTo>
                  <a:lnTo>
                    <a:pt x="421582" y="323458"/>
                  </a:lnTo>
                  <a:lnTo>
                    <a:pt x="422605" y="323686"/>
                  </a:lnTo>
                  <a:lnTo>
                    <a:pt x="423627" y="323916"/>
                  </a:lnTo>
                  <a:lnTo>
                    <a:pt x="424648" y="324149"/>
                  </a:lnTo>
                  <a:lnTo>
                    <a:pt x="425669" y="324384"/>
                  </a:lnTo>
                  <a:lnTo>
                    <a:pt x="426689" y="324621"/>
                  </a:lnTo>
                  <a:lnTo>
                    <a:pt x="427710" y="324861"/>
                  </a:lnTo>
                  <a:lnTo>
                    <a:pt x="428729" y="325102"/>
                  </a:lnTo>
                  <a:lnTo>
                    <a:pt x="429748" y="325346"/>
                  </a:lnTo>
                  <a:lnTo>
                    <a:pt x="430767" y="325591"/>
                  </a:lnTo>
                  <a:lnTo>
                    <a:pt x="431786" y="325838"/>
                  </a:lnTo>
                  <a:lnTo>
                    <a:pt x="432804" y="326087"/>
                  </a:lnTo>
                  <a:lnTo>
                    <a:pt x="433821" y="326338"/>
                  </a:lnTo>
                  <a:lnTo>
                    <a:pt x="434839" y="326590"/>
                  </a:lnTo>
                  <a:lnTo>
                    <a:pt x="435856" y="326844"/>
                  </a:lnTo>
                  <a:lnTo>
                    <a:pt x="436872" y="327099"/>
                  </a:lnTo>
                  <a:lnTo>
                    <a:pt x="437889" y="327356"/>
                  </a:lnTo>
                  <a:lnTo>
                    <a:pt x="438905" y="327614"/>
                  </a:lnTo>
                  <a:lnTo>
                    <a:pt x="439920" y="327874"/>
                  </a:lnTo>
                  <a:lnTo>
                    <a:pt x="440936" y="328134"/>
                  </a:lnTo>
                  <a:lnTo>
                    <a:pt x="441951" y="328396"/>
                  </a:lnTo>
                  <a:lnTo>
                    <a:pt x="442966" y="328659"/>
                  </a:lnTo>
                  <a:lnTo>
                    <a:pt x="444007" y="328922"/>
                  </a:lnTo>
                  <a:lnTo>
                    <a:pt x="445049" y="329179"/>
                  </a:lnTo>
                  <a:lnTo>
                    <a:pt x="446091" y="329431"/>
                  </a:lnTo>
                  <a:lnTo>
                    <a:pt x="447134" y="329678"/>
                  </a:lnTo>
                  <a:lnTo>
                    <a:pt x="448178" y="329920"/>
                  </a:lnTo>
                  <a:lnTo>
                    <a:pt x="449223" y="330158"/>
                  </a:lnTo>
                  <a:lnTo>
                    <a:pt x="450268" y="330391"/>
                  </a:lnTo>
                  <a:lnTo>
                    <a:pt x="451314" y="330621"/>
                  </a:lnTo>
                  <a:lnTo>
                    <a:pt x="452361" y="330846"/>
                  </a:lnTo>
                  <a:lnTo>
                    <a:pt x="453408" y="331069"/>
                  </a:lnTo>
                  <a:lnTo>
                    <a:pt x="454456" y="331288"/>
                  </a:lnTo>
                  <a:lnTo>
                    <a:pt x="455505" y="331504"/>
                  </a:lnTo>
                  <a:lnTo>
                    <a:pt x="456555" y="331718"/>
                  </a:lnTo>
                  <a:lnTo>
                    <a:pt x="457605" y="331929"/>
                  </a:lnTo>
                  <a:lnTo>
                    <a:pt x="458656" y="332138"/>
                  </a:lnTo>
                  <a:lnTo>
                    <a:pt x="459707" y="332345"/>
                  </a:lnTo>
                  <a:lnTo>
                    <a:pt x="460759" y="332550"/>
                  </a:lnTo>
                  <a:lnTo>
                    <a:pt x="461812" y="332754"/>
                  </a:lnTo>
                  <a:lnTo>
                    <a:pt x="462865" y="332957"/>
                  </a:lnTo>
                  <a:lnTo>
                    <a:pt x="463919" y="333159"/>
                  </a:lnTo>
                  <a:lnTo>
                    <a:pt x="464973" y="333360"/>
                  </a:lnTo>
                  <a:lnTo>
                    <a:pt x="466018" y="333563"/>
                  </a:lnTo>
                  <a:lnTo>
                    <a:pt x="467058" y="333770"/>
                  </a:lnTo>
                  <a:lnTo>
                    <a:pt x="468093" y="333982"/>
                  </a:lnTo>
                  <a:lnTo>
                    <a:pt x="469122" y="334199"/>
                  </a:lnTo>
                  <a:lnTo>
                    <a:pt x="470148" y="334422"/>
                  </a:lnTo>
                  <a:lnTo>
                    <a:pt x="471169" y="334650"/>
                  </a:lnTo>
                  <a:lnTo>
                    <a:pt x="472186" y="334884"/>
                  </a:lnTo>
                  <a:lnTo>
                    <a:pt x="473200" y="335123"/>
                  </a:lnTo>
                  <a:lnTo>
                    <a:pt x="474211" y="335369"/>
                  </a:lnTo>
                  <a:lnTo>
                    <a:pt x="475219" y="335620"/>
                  </a:lnTo>
                  <a:lnTo>
                    <a:pt x="476224" y="335878"/>
                  </a:lnTo>
                  <a:lnTo>
                    <a:pt x="477227" y="336143"/>
                  </a:lnTo>
                  <a:lnTo>
                    <a:pt x="478228" y="336414"/>
                  </a:lnTo>
                  <a:lnTo>
                    <a:pt x="479227" y="336692"/>
                  </a:lnTo>
                  <a:lnTo>
                    <a:pt x="480225" y="336976"/>
                  </a:lnTo>
                  <a:lnTo>
                    <a:pt x="481222" y="337268"/>
                  </a:lnTo>
                  <a:lnTo>
                    <a:pt x="482219" y="337567"/>
                  </a:lnTo>
                  <a:lnTo>
                    <a:pt x="483215" y="337873"/>
                  </a:lnTo>
                  <a:lnTo>
                    <a:pt x="484211" y="338187"/>
                  </a:lnTo>
                  <a:lnTo>
                    <a:pt x="485207" y="338509"/>
                  </a:lnTo>
                  <a:lnTo>
                    <a:pt x="486204" y="338838"/>
                  </a:lnTo>
                  <a:lnTo>
                    <a:pt x="487202" y="339175"/>
                  </a:lnTo>
                  <a:lnTo>
                    <a:pt x="488201" y="339521"/>
                  </a:lnTo>
                  <a:lnTo>
                    <a:pt x="489202" y="339875"/>
                  </a:lnTo>
                  <a:lnTo>
                    <a:pt x="490205" y="340237"/>
                  </a:lnTo>
                  <a:lnTo>
                    <a:pt x="491248" y="340536"/>
                  </a:lnTo>
                  <a:lnTo>
                    <a:pt x="492293" y="340814"/>
                  </a:lnTo>
                  <a:lnTo>
                    <a:pt x="493340" y="341072"/>
                  </a:lnTo>
                  <a:lnTo>
                    <a:pt x="494389" y="341312"/>
                  </a:lnTo>
                  <a:lnTo>
                    <a:pt x="495440" y="341535"/>
                  </a:lnTo>
                  <a:lnTo>
                    <a:pt x="496493" y="341743"/>
                  </a:lnTo>
                  <a:lnTo>
                    <a:pt x="497547" y="341935"/>
                  </a:lnTo>
                  <a:lnTo>
                    <a:pt x="498604" y="342115"/>
                  </a:lnTo>
                  <a:lnTo>
                    <a:pt x="499663" y="342283"/>
                  </a:lnTo>
                  <a:lnTo>
                    <a:pt x="500723" y="342439"/>
                  </a:lnTo>
                  <a:lnTo>
                    <a:pt x="501786" y="342587"/>
                  </a:lnTo>
                  <a:lnTo>
                    <a:pt x="502850" y="342726"/>
                  </a:lnTo>
                  <a:lnTo>
                    <a:pt x="503916" y="342858"/>
                  </a:lnTo>
                  <a:lnTo>
                    <a:pt x="504984" y="342984"/>
                  </a:lnTo>
                  <a:lnTo>
                    <a:pt x="506054" y="343106"/>
                  </a:lnTo>
                  <a:lnTo>
                    <a:pt x="507126" y="343225"/>
                  </a:lnTo>
                  <a:lnTo>
                    <a:pt x="508200" y="343341"/>
                  </a:lnTo>
                  <a:lnTo>
                    <a:pt x="509276" y="343457"/>
                  </a:lnTo>
                  <a:lnTo>
                    <a:pt x="510353" y="343573"/>
                  </a:lnTo>
                  <a:lnTo>
                    <a:pt x="512302" y="343843"/>
                  </a:lnTo>
                  <a:lnTo>
                    <a:pt x="513552" y="344075"/>
                  </a:lnTo>
                  <a:lnTo>
                    <a:pt x="514360" y="344359"/>
                  </a:lnTo>
                  <a:lnTo>
                    <a:pt x="514980" y="344787"/>
                  </a:lnTo>
                  <a:lnTo>
                    <a:pt x="515667" y="345446"/>
                  </a:lnTo>
                  <a:lnTo>
                    <a:pt x="516707" y="345688"/>
                  </a:lnTo>
                  <a:lnTo>
                    <a:pt x="517746" y="345928"/>
                  </a:lnTo>
                  <a:lnTo>
                    <a:pt x="518787" y="346167"/>
                  </a:lnTo>
                  <a:lnTo>
                    <a:pt x="519827" y="346403"/>
                  </a:lnTo>
                  <a:lnTo>
                    <a:pt x="520869" y="346637"/>
                  </a:lnTo>
                  <a:lnTo>
                    <a:pt x="521911" y="346868"/>
                  </a:lnTo>
                  <a:lnTo>
                    <a:pt x="522953" y="347095"/>
                  </a:lnTo>
                  <a:lnTo>
                    <a:pt x="523997" y="347318"/>
                  </a:lnTo>
                  <a:lnTo>
                    <a:pt x="525041" y="347547"/>
                  </a:lnTo>
                  <a:lnTo>
                    <a:pt x="526084" y="347779"/>
                  </a:lnTo>
                  <a:lnTo>
                    <a:pt x="527126" y="348014"/>
                  </a:lnTo>
                  <a:lnTo>
                    <a:pt x="528167" y="348253"/>
                  </a:lnTo>
                  <a:lnTo>
                    <a:pt x="529208" y="348495"/>
                  </a:lnTo>
                  <a:lnTo>
                    <a:pt x="530248" y="348739"/>
                  </a:lnTo>
                  <a:lnTo>
                    <a:pt x="531287" y="348984"/>
                  </a:lnTo>
                  <a:lnTo>
                    <a:pt x="532326" y="349232"/>
                  </a:lnTo>
                  <a:lnTo>
                    <a:pt x="533365" y="349480"/>
                  </a:lnTo>
                  <a:lnTo>
                    <a:pt x="534404" y="349730"/>
                  </a:lnTo>
                  <a:lnTo>
                    <a:pt x="535443" y="349980"/>
                  </a:lnTo>
                  <a:lnTo>
                    <a:pt x="536482" y="350230"/>
                  </a:lnTo>
                  <a:lnTo>
                    <a:pt x="537549" y="350476"/>
                  </a:lnTo>
                  <a:lnTo>
                    <a:pt x="538613" y="350717"/>
                  </a:lnTo>
                  <a:lnTo>
                    <a:pt x="539674" y="350950"/>
                  </a:lnTo>
                  <a:lnTo>
                    <a:pt x="540734" y="351176"/>
                  </a:lnTo>
                  <a:lnTo>
                    <a:pt x="541792" y="351394"/>
                  </a:lnTo>
                  <a:lnTo>
                    <a:pt x="542850" y="351601"/>
                  </a:lnTo>
                  <a:lnTo>
                    <a:pt x="543909" y="351799"/>
                  </a:lnTo>
                  <a:lnTo>
                    <a:pt x="544969" y="351986"/>
                  </a:lnTo>
                  <a:lnTo>
                    <a:pt x="546033" y="352161"/>
                  </a:lnTo>
                  <a:lnTo>
                    <a:pt x="547100" y="352324"/>
                  </a:lnTo>
                  <a:lnTo>
                    <a:pt x="548171" y="352473"/>
                  </a:lnTo>
                  <a:lnTo>
                    <a:pt x="549248" y="352608"/>
                  </a:lnTo>
                  <a:lnTo>
                    <a:pt x="550331" y="352728"/>
                  </a:lnTo>
                  <a:lnTo>
                    <a:pt x="551421" y="352832"/>
                  </a:lnTo>
                  <a:lnTo>
                    <a:pt x="552483" y="352941"/>
                  </a:lnTo>
                  <a:lnTo>
                    <a:pt x="553535" y="353069"/>
                  </a:lnTo>
                  <a:lnTo>
                    <a:pt x="554579" y="353216"/>
                  </a:lnTo>
                  <a:lnTo>
                    <a:pt x="555615" y="353380"/>
                  </a:lnTo>
                  <a:lnTo>
                    <a:pt x="556644" y="353561"/>
                  </a:lnTo>
                  <a:lnTo>
                    <a:pt x="557668" y="353757"/>
                  </a:lnTo>
                  <a:lnTo>
                    <a:pt x="558687" y="353968"/>
                  </a:lnTo>
                  <a:lnTo>
                    <a:pt x="559703" y="354192"/>
                  </a:lnTo>
                  <a:lnTo>
                    <a:pt x="560716" y="354428"/>
                  </a:lnTo>
                  <a:lnTo>
                    <a:pt x="561728" y="354675"/>
                  </a:lnTo>
                  <a:lnTo>
                    <a:pt x="562740" y="354933"/>
                  </a:lnTo>
                  <a:lnTo>
                    <a:pt x="563752" y="355199"/>
                  </a:lnTo>
                  <a:lnTo>
                    <a:pt x="564766" y="355474"/>
                  </a:lnTo>
                  <a:lnTo>
                    <a:pt x="565783" y="355756"/>
                  </a:lnTo>
                  <a:lnTo>
                    <a:pt x="566804" y="356043"/>
                  </a:lnTo>
                  <a:lnTo>
                    <a:pt x="567830" y="356336"/>
                  </a:lnTo>
                  <a:lnTo>
                    <a:pt x="568902" y="356636"/>
                  </a:lnTo>
                  <a:lnTo>
                    <a:pt x="569975" y="356934"/>
                  </a:lnTo>
                  <a:lnTo>
                    <a:pt x="571048" y="357227"/>
                  </a:lnTo>
                  <a:lnTo>
                    <a:pt x="572122" y="357518"/>
                  </a:lnTo>
                  <a:lnTo>
                    <a:pt x="573196" y="357806"/>
                  </a:lnTo>
                  <a:lnTo>
                    <a:pt x="574272" y="358092"/>
                  </a:lnTo>
                  <a:lnTo>
                    <a:pt x="575348" y="358374"/>
                  </a:lnTo>
                  <a:lnTo>
                    <a:pt x="576424" y="358655"/>
                  </a:lnTo>
                  <a:lnTo>
                    <a:pt x="577501" y="358933"/>
                  </a:lnTo>
                  <a:lnTo>
                    <a:pt x="578579" y="359210"/>
                  </a:lnTo>
                  <a:lnTo>
                    <a:pt x="579657" y="359485"/>
                  </a:lnTo>
                  <a:lnTo>
                    <a:pt x="580735" y="359758"/>
                  </a:lnTo>
                  <a:lnTo>
                    <a:pt x="581815" y="360030"/>
                  </a:lnTo>
                  <a:lnTo>
                    <a:pt x="582894" y="360301"/>
                  </a:lnTo>
                  <a:lnTo>
                    <a:pt x="584275" y="360648"/>
                  </a:lnTo>
                  <a:lnTo>
                    <a:pt x="585676" y="361000"/>
                  </a:lnTo>
                  <a:lnTo>
                    <a:pt x="586725" y="361258"/>
                  </a:lnTo>
                  <a:lnTo>
                    <a:pt x="587775" y="361513"/>
                  </a:lnTo>
                  <a:lnTo>
                    <a:pt x="588826" y="361763"/>
                  </a:lnTo>
                  <a:lnTo>
                    <a:pt x="589877" y="362010"/>
                  </a:lnTo>
                  <a:lnTo>
                    <a:pt x="590928" y="362253"/>
                  </a:lnTo>
                  <a:lnTo>
                    <a:pt x="591980" y="362493"/>
                  </a:lnTo>
                  <a:lnTo>
                    <a:pt x="593032" y="362728"/>
                  </a:lnTo>
                  <a:lnTo>
                    <a:pt x="594085" y="362960"/>
                  </a:lnTo>
                  <a:lnTo>
                    <a:pt x="595139" y="363187"/>
                  </a:lnTo>
                  <a:lnTo>
                    <a:pt x="596194" y="363411"/>
                  </a:lnTo>
                  <a:lnTo>
                    <a:pt x="597249" y="363631"/>
                  </a:lnTo>
                  <a:lnTo>
                    <a:pt x="598306" y="363847"/>
                  </a:lnTo>
                  <a:lnTo>
                    <a:pt x="599364" y="364059"/>
                  </a:lnTo>
                  <a:lnTo>
                    <a:pt x="600422" y="364267"/>
                  </a:lnTo>
                  <a:lnTo>
                    <a:pt x="601482" y="364471"/>
                  </a:lnTo>
                  <a:lnTo>
                    <a:pt x="602543" y="364671"/>
                  </a:lnTo>
                  <a:lnTo>
                    <a:pt x="603606" y="364867"/>
                  </a:lnTo>
                  <a:lnTo>
                    <a:pt x="604669" y="365059"/>
                  </a:lnTo>
                  <a:lnTo>
                    <a:pt x="606028" y="365387"/>
                  </a:lnTo>
                  <a:lnTo>
                    <a:pt x="606862" y="365691"/>
                  </a:lnTo>
                  <a:lnTo>
                    <a:pt x="607513" y="366148"/>
                  </a:lnTo>
                  <a:lnTo>
                    <a:pt x="608326" y="366932"/>
                  </a:lnTo>
                  <a:lnTo>
                    <a:pt x="609370" y="366949"/>
                  </a:lnTo>
                  <a:lnTo>
                    <a:pt x="610415" y="366961"/>
                  </a:lnTo>
                  <a:lnTo>
                    <a:pt x="611459" y="366969"/>
                  </a:lnTo>
                  <a:lnTo>
                    <a:pt x="612504" y="366974"/>
                  </a:lnTo>
                  <a:lnTo>
                    <a:pt x="613548" y="366974"/>
                  </a:lnTo>
                  <a:lnTo>
                    <a:pt x="614593" y="366970"/>
                  </a:lnTo>
                  <a:lnTo>
                    <a:pt x="615637" y="366961"/>
                  </a:lnTo>
                  <a:lnTo>
                    <a:pt x="616682" y="366949"/>
                  </a:lnTo>
                  <a:lnTo>
                    <a:pt x="617726" y="366932"/>
                  </a:lnTo>
                  <a:lnTo>
                    <a:pt x="618215" y="365592"/>
                  </a:lnTo>
                  <a:lnTo>
                    <a:pt x="618712" y="364230"/>
                  </a:lnTo>
                  <a:lnTo>
                    <a:pt x="619119" y="363174"/>
                  </a:lnTo>
                  <a:lnTo>
                    <a:pt x="619530" y="362145"/>
                  </a:lnTo>
                  <a:lnTo>
                    <a:pt x="619944" y="361142"/>
                  </a:lnTo>
                  <a:lnTo>
                    <a:pt x="620364" y="360162"/>
                  </a:lnTo>
                  <a:lnTo>
                    <a:pt x="620792" y="359204"/>
                  </a:lnTo>
                  <a:lnTo>
                    <a:pt x="621228" y="358265"/>
                  </a:lnTo>
                  <a:lnTo>
                    <a:pt x="621676" y="357343"/>
                  </a:lnTo>
                  <a:lnTo>
                    <a:pt x="622135" y="356435"/>
                  </a:lnTo>
                  <a:lnTo>
                    <a:pt x="622609" y="355540"/>
                  </a:lnTo>
                  <a:lnTo>
                    <a:pt x="623098" y="354656"/>
                  </a:lnTo>
                  <a:lnTo>
                    <a:pt x="623604" y="353779"/>
                  </a:lnTo>
                  <a:lnTo>
                    <a:pt x="624129" y="352908"/>
                  </a:lnTo>
                  <a:lnTo>
                    <a:pt x="624675" y="352041"/>
                  </a:lnTo>
                  <a:lnTo>
                    <a:pt x="625243" y="351175"/>
                  </a:lnTo>
                  <a:lnTo>
                    <a:pt x="625834" y="350308"/>
                  </a:lnTo>
                  <a:lnTo>
                    <a:pt x="626451" y="349439"/>
                  </a:lnTo>
                  <a:lnTo>
                    <a:pt x="627094" y="348564"/>
                  </a:lnTo>
                  <a:lnTo>
                    <a:pt x="627767" y="347681"/>
                  </a:lnTo>
                  <a:lnTo>
                    <a:pt x="628469" y="346789"/>
                  </a:lnTo>
                  <a:lnTo>
                    <a:pt x="628609" y="345184"/>
                  </a:lnTo>
                  <a:lnTo>
                    <a:pt x="628693" y="344022"/>
                  </a:lnTo>
                  <a:lnTo>
                    <a:pt x="628721" y="343117"/>
                  </a:lnTo>
                  <a:lnTo>
                    <a:pt x="628693" y="342281"/>
                  </a:lnTo>
                  <a:lnTo>
                    <a:pt x="628609" y="341330"/>
                  </a:lnTo>
                  <a:lnTo>
                    <a:pt x="628469" y="340075"/>
                  </a:lnTo>
                  <a:lnTo>
                    <a:pt x="629467" y="339742"/>
                  </a:lnTo>
                  <a:lnTo>
                    <a:pt x="630468" y="339408"/>
                  </a:lnTo>
                  <a:lnTo>
                    <a:pt x="631477" y="339072"/>
                  </a:lnTo>
                  <a:lnTo>
                    <a:pt x="632498" y="338732"/>
                  </a:lnTo>
                  <a:lnTo>
                    <a:pt x="632498" y="337668"/>
                  </a:lnTo>
                  <a:lnTo>
                    <a:pt x="632498" y="336601"/>
                  </a:lnTo>
                  <a:lnTo>
                    <a:pt x="632498" y="335530"/>
                  </a:lnTo>
                  <a:lnTo>
                    <a:pt x="632498" y="334450"/>
                  </a:lnTo>
                  <a:lnTo>
                    <a:pt x="632498" y="333360"/>
                  </a:lnTo>
                  <a:lnTo>
                    <a:pt x="633562" y="332828"/>
                  </a:lnTo>
                  <a:lnTo>
                    <a:pt x="634628" y="332295"/>
                  </a:lnTo>
                  <a:lnTo>
                    <a:pt x="635700" y="331759"/>
                  </a:lnTo>
                  <a:lnTo>
                    <a:pt x="636780" y="331219"/>
                  </a:lnTo>
                  <a:lnTo>
                    <a:pt x="637869" y="330675"/>
                  </a:lnTo>
                  <a:lnTo>
                    <a:pt x="637869" y="329344"/>
                  </a:lnTo>
                  <a:lnTo>
                    <a:pt x="637869" y="328004"/>
                  </a:lnTo>
                  <a:lnTo>
                    <a:pt x="637869" y="326646"/>
                  </a:lnTo>
                  <a:lnTo>
                    <a:pt x="638867" y="326313"/>
                  </a:lnTo>
                  <a:lnTo>
                    <a:pt x="639869" y="325979"/>
                  </a:lnTo>
                  <a:lnTo>
                    <a:pt x="640878" y="325643"/>
                  </a:lnTo>
                  <a:lnTo>
                    <a:pt x="641898" y="325303"/>
                  </a:lnTo>
                  <a:lnTo>
                    <a:pt x="642565" y="324073"/>
                  </a:lnTo>
                  <a:lnTo>
                    <a:pt x="643052" y="323143"/>
                  </a:lnTo>
                  <a:lnTo>
                    <a:pt x="643441" y="322335"/>
                  </a:lnTo>
                  <a:lnTo>
                    <a:pt x="643814" y="321468"/>
                  </a:lnTo>
                  <a:lnTo>
                    <a:pt x="644251" y="320362"/>
                  </a:lnTo>
                  <a:lnTo>
                    <a:pt x="644835" y="318840"/>
                  </a:lnTo>
                  <a:lnTo>
                    <a:pt x="645298" y="317667"/>
                  </a:lnTo>
                  <a:lnTo>
                    <a:pt x="645764" y="316486"/>
                  </a:lnTo>
                  <a:lnTo>
                    <a:pt x="646236" y="315289"/>
                  </a:lnTo>
                  <a:lnTo>
                    <a:pt x="646577" y="314151"/>
                  </a:lnTo>
                  <a:lnTo>
                    <a:pt x="646833" y="313231"/>
                  </a:lnTo>
                  <a:lnTo>
                    <a:pt x="647017" y="312425"/>
                  </a:lnTo>
                  <a:lnTo>
                    <a:pt x="647140" y="311630"/>
                  </a:lnTo>
                  <a:lnTo>
                    <a:pt x="647215" y="310743"/>
                  </a:lnTo>
                  <a:lnTo>
                    <a:pt x="647253" y="309661"/>
                  </a:lnTo>
                  <a:lnTo>
                    <a:pt x="647268" y="308282"/>
                  </a:lnTo>
                  <a:lnTo>
                    <a:pt x="647270" y="306503"/>
                  </a:lnTo>
                  <a:lnTo>
                    <a:pt x="648602" y="306503"/>
                  </a:lnTo>
                  <a:lnTo>
                    <a:pt x="649955" y="306503"/>
                  </a:lnTo>
                  <a:lnTo>
                    <a:pt x="650076" y="305415"/>
                  </a:lnTo>
                  <a:lnTo>
                    <a:pt x="650197" y="304326"/>
                  </a:lnTo>
                  <a:lnTo>
                    <a:pt x="650318" y="303237"/>
                  </a:lnTo>
                  <a:lnTo>
                    <a:pt x="650439" y="302146"/>
                  </a:lnTo>
                  <a:lnTo>
                    <a:pt x="650561" y="301053"/>
                  </a:lnTo>
                  <a:lnTo>
                    <a:pt x="650683" y="299957"/>
                  </a:lnTo>
                  <a:lnTo>
                    <a:pt x="650805" y="298857"/>
                  </a:lnTo>
                  <a:lnTo>
                    <a:pt x="650927" y="297754"/>
                  </a:lnTo>
                  <a:lnTo>
                    <a:pt x="651050" y="296647"/>
                  </a:lnTo>
                  <a:lnTo>
                    <a:pt x="651174" y="295534"/>
                  </a:lnTo>
                  <a:lnTo>
                    <a:pt x="651298" y="294417"/>
                  </a:lnTo>
                  <a:lnTo>
                    <a:pt x="652631" y="294417"/>
                  </a:lnTo>
                  <a:lnTo>
                    <a:pt x="653984" y="294417"/>
                  </a:lnTo>
                  <a:lnTo>
                    <a:pt x="654307" y="293377"/>
                  </a:lnTo>
                  <a:lnTo>
                    <a:pt x="654628" y="292341"/>
                  </a:lnTo>
                  <a:lnTo>
                    <a:pt x="654947" y="291310"/>
                  </a:lnTo>
                  <a:lnTo>
                    <a:pt x="655262" y="290282"/>
                  </a:lnTo>
                  <a:lnTo>
                    <a:pt x="655573" y="289257"/>
                  </a:lnTo>
                  <a:lnTo>
                    <a:pt x="655881" y="288236"/>
                  </a:lnTo>
                  <a:lnTo>
                    <a:pt x="656184" y="287217"/>
                  </a:lnTo>
                  <a:lnTo>
                    <a:pt x="656482" y="286201"/>
                  </a:lnTo>
                  <a:lnTo>
                    <a:pt x="656774" y="285187"/>
                  </a:lnTo>
                  <a:lnTo>
                    <a:pt x="657061" y="284174"/>
                  </a:lnTo>
                  <a:lnTo>
                    <a:pt x="657341" y="283163"/>
                  </a:lnTo>
                  <a:lnTo>
                    <a:pt x="657614" y="282153"/>
                  </a:lnTo>
                  <a:lnTo>
                    <a:pt x="657880" y="281144"/>
                  </a:lnTo>
                  <a:lnTo>
                    <a:pt x="658138" y="280135"/>
                  </a:lnTo>
                  <a:lnTo>
                    <a:pt x="658388" y="279127"/>
                  </a:lnTo>
                  <a:lnTo>
                    <a:pt x="658629" y="278118"/>
                  </a:lnTo>
                  <a:lnTo>
                    <a:pt x="658861" y="277109"/>
                  </a:lnTo>
                  <a:lnTo>
                    <a:pt x="659083" y="276099"/>
                  </a:lnTo>
                  <a:lnTo>
                    <a:pt x="659295" y="275088"/>
                  </a:lnTo>
                  <a:lnTo>
                    <a:pt x="659497" y="274075"/>
                  </a:lnTo>
                  <a:lnTo>
                    <a:pt x="659687" y="273061"/>
                  </a:lnTo>
                  <a:lnTo>
                    <a:pt x="659866" y="272044"/>
                  </a:lnTo>
                  <a:lnTo>
                    <a:pt x="660033" y="271025"/>
                  </a:lnTo>
                  <a:lnTo>
                    <a:pt x="660188" y="270004"/>
                  </a:lnTo>
                  <a:lnTo>
                    <a:pt x="660329" y="268979"/>
                  </a:lnTo>
                  <a:lnTo>
                    <a:pt x="660458" y="267951"/>
                  </a:lnTo>
                  <a:lnTo>
                    <a:pt x="660572" y="266919"/>
                  </a:lnTo>
                  <a:lnTo>
                    <a:pt x="660672" y="265883"/>
                  </a:lnTo>
                  <a:lnTo>
                    <a:pt x="660758" y="264843"/>
                  </a:lnTo>
                  <a:lnTo>
                    <a:pt x="660828" y="263798"/>
                  </a:lnTo>
                  <a:lnTo>
                    <a:pt x="660883" y="262748"/>
                  </a:lnTo>
                  <a:lnTo>
                    <a:pt x="660921" y="261693"/>
                  </a:lnTo>
                  <a:lnTo>
                    <a:pt x="660943" y="260632"/>
                  </a:lnTo>
                  <a:lnTo>
                    <a:pt x="660947" y="259565"/>
                  </a:lnTo>
                  <a:lnTo>
                    <a:pt x="660934" y="258492"/>
                  </a:lnTo>
                  <a:lnTo>
                    <a:pt x="660904" y="257412"/>
                  </a:lnTo>
                  <a:lnTo>
                    <a:pt x="660854" y="256326"/>
                  </a:lnTo>
                  <a:lnTo>
                    <a:pt x="660786" y="255232"/>
                  </a:lnTo>
                  <a:lnTo>
                    <a:pt x="660698" y="254130"/>
                  </a:lnTo>
                  <a:lnTo>
                    <a:pt x="659366" y="254130"/>
                  </a:lnTo>
                  <a:lnTo>
                    <a:pt x="658013" y="254130"/>
                  </a:lnTo>
                  <a:lnTo>
                    <a:pt x="657743" y="253029"/>
                  </a:lnTo>
                  <a:lnTo>
                    <a:pt x="657471" y="251923"/>
                  </a:lnTo>
                  <a:lnTo>
                    <a:pt x="657198" y="250808"/>
                  </a:lnTo>
                  <a:lnTo>
                    <a:pt x="656921" y="249681"/>
                  </a:lnTo>
                  <a:lnTo>
                    <a:pt x="656325" y="247842"/>
                  </a:lnTo>
                  <a:lnTo>
                    <a:pt x="655861" y="246487"/>
                  </a:lnTo>
                  <a:lnTo>
                    <a:pt x="655466" y="245495"/>
                  </a:lnTo>
                  <a:lnTo>
                    <a:pt x="655076" y="244744"/>
                  </a:lnTo>
                  <a:lnTo>
                    <a:pt x="654630" y="244111"/>
                  </a:lnTo>
                  <a:lnTo>
                    <a:pt x="654063" y="243476"/>
                  </a:lnTo>
                  <a:lnTo>
                    <a:pt x="653313" y="242716"/>
                  </a:lnTo>
                  <a:lnTo>
                    <a:pt x="652571" y="241903"/>
                  </a:lnTo>
                  <a:lnTo>
                    <a:pt x="651934" y="241061"/>
                  </a:lnTo>
                  <a:lnTo>
                    <a:pt x="651387" y="240189"/>
                  </a:lnTo>
                  <a:lnTo>
                    <a:pt x="650920" y="239291"/>
                  </a:lnTo>
                  <a:lnTo>
                    <a:pt x="650520" y="238367"/>
                  </a:lnTo>
                  <a:lnTo>
                    <a:pt x="650176" y="237418"/>
                  </a:lnTo>
                  <a:lnTo>
                    <a:pt x="649876" y="236447"/>
                  </a:lnTo>
                  <a:lnTo>
                    <a:pt x="649607" y="235455"/>
                  </a:lnTo>
                  <a:lnTo>
                    <a:pt x="649359" y="234442"/>
                  </a:lnTo>
                  <a:lnTo>
                    <a:pt x="649118" y="233412"/>
                  </a:lnTo>
                  <a:lnTo>
                    <a:pt x="648873" y="232364"/>
                  </a:lnTo>
                  <a:lnTo>
                    <a:pt x="648612" y="231301"/>
                  </a:lnTo>
                  <a:lnTo>
                    <a:pt x="647946" y="229968"/>
                  </a:lnTo>
                  <a:lnTo>
                    <a:pt x="647270" y="228615"/>
                  </a:lnTo>
                  <a:lnTo>
                    <a:pt x="645937" y="228615"/>
                  </a:lnTo>
                  <a:lnTo>
                    <a:pt x="644584" y="228615"/>
                  </a:lnTo>
                  <a:lnTo>
                    <a:pt x="644242" y="227526"/>
                  </a:lnTo>
                  <a:lnTo>
                    <a:pt x="643944" y="226443"/>
                  </a:lnTo>
                  <a:lnTo>
                    <a:pt x="643686" y="225364"/>
                  </a:lnTo>
                  <a:lnTo>
                    <a:pt x="643464" y="224289"/>
                  </a:lnTo>
                  <a:lnTo>
                    <a:pt x="643275" y="223214"/>
                  </a:lnTo>
                  <a:lnTo>
                    <a:pt x="643114" y="222139"/>
                  </a:lnTo>
                  <a:lnTo>
                    <a:pt x="642978" y="221061"/>
                  </a:lnTo>
                  <a:lnTo>
                    <a:pt x="642864" y="219978"/>
                  </a:lnTo>
                  <a:lnTo>
                    <a:pt x="642768" y="218889"/>
                  </a:lnTo>
                  <a:lnTo>
                    <a:pt x="642685" y="217791"/>
                  </a:lnTo>
                  <a:lnTo>
                    <a:pt x="642613" y="216684"/>
                  </a:lnTo>
                  <a:lnTo>
                    <a:pt x="642547" y="215564"/>
                  </a:lnTo>
                  <a:lnTo>
                    <a:pt x="642485" y="214431"/>
                  </a:lnTo>
                  <a:lnTo>
                    <a:pt x="642402" y="212917"/>
                  </a:lnTo>
                  <a:lnTo>
                    <a:pt x="642318" y="211381"/>
                  </a:lnTo>
                  <a:lnTo>
                    <a:pt x="642267" y="210340"/>
                  </a:lnTo>
                  <a:lnTo>
                    <a:pt x="642216" y="209298"/>
                  </a:lnTo>
                  <a:lnTo>
                    <a:pt x="642167" y="208257"/>
                  </a:lnTo>
                  <a:lnTo>
                    <a:pt x="642119" y="207215"/>
                  </a:lnTo>
                  <a:lnTo>
                    <a:pt x="642072" y="206174"/>
                  </a:lnTo>
                  <a:lnTo>
                    <a:pt x="642028" y="205132"/>
                  </a:lnTo>
                  <a:lnTo>
                    <a:pt x="641985" y="204091"/>
                  </a:lnTo>
                  <a:lnTo>
                    <a:pt x="641944" y="203049"/>
                  </a:lnTo>
                  <a:lnTo>
                    <a:pt x="641906" y="202008"/>
                  </a:lnTo>
                  <a:lnTo>
                    <a:pt x="641870" y="200966"/>
                  </a:lnTo>
                  <a:lnTo>
                    <a:pt x="641836" y="199925"/>
                  </a:lnTo>
                  <a:lnTo>
                    <a:pt x="641805" y="198883"/>
                  </a:lnTo>
                  <a:lnTo>
                    <a:pt x="641777" y="197842"/>
                  </a:lnTo>
                  <a:lnTo>
                    <a:pt x="641753" y="196801"/>
                  </a:lnTo>
                  <a:lnTo>
                    <a:pt x="641731" y="195760"/>
                  </a:lnTo>
                  <a:lnTo>
                    <a:pt x="641712" y="194719"/>
                  </a:lnTo>
                  <a:lnTo>
                    <a:pt x="641698" y="193678"/>
                  </a:lnTo>
                  <a:lnTo>
                    <a:pt x="641686" y="192638"/>
                  </a:lnTo>
                  <a:lnTo>
                    <a:pt x="641679" y="191597"/>
                  </a:lnTo>
                  <a:lnTo>
                    <a:pt x="641676" y="190557"/>
                  </a:lnTo>
                  <a:lnTo>
                    <a:pt x="641677" y="189518"/>
                  </a:lnTo>
                  <a:lnTo>
                    <a:pt x="641682" y="188478"/>
                  </a:lnTo>
                  <a:lnTo>
                    <a:pt x="641691" y="187439"/>
                  </a:lnTo>
                  <a:lnTo>
                    <a:pt x="641705" y="186400"/>
                  </a:lnTo>
                  <a:lnTo>
                    <a:pt x="641724" y="185361"/>
                  </a:lnTo>
                  <a:lnTo>
                    <a:pt x="641748" y="184323"/>
                  </a:lnTo>
                  <a:lnTo>
                    <a:pt x="641778" y="183285"/>
                  </a:lnTo>
                  <a:lnTo>
                    <a:pt x="641812" y="182248"/>
                  </a:lnTo>
                  <a:lnTo>
                    <a:pt x="641852" y="181210"/>
                  </a:lnTo>
                  <a:lnTo>
                    <a:pt x="641897" y="180174"/>
                  </a:lnTo>
                  <a:lnTo>
                    <a:pt x="641948" y="179138"/>
                  </a:lnTo>
                  <a:lnTo>
                    <a:pt x="642005" y="178102"/>
                  </a:lnTo>
                  <a:lnTo>
                    <a:pt x="642069" y="177067"/>
                  </a:lnTo>
                  <a:lnTo>
                    <a:pt x="642138" y="176032"/>
                  </a:lnTo>
                  <a:lnTo>
                    <a:pt x="642214" y="174998"/>
                  </a:lnTo>
                  <a:lnTo>
                    <a:pt x="642296" y="173964"/>
                  </a:lnTo>
                  <a:lnTo>
                    <a:pt x="642385" y="172931"/>
                  </a:lnTo>
                  <a:lnTo>
                    <a:pt x="642481" y="171898"/>
                  </a:lnTo>
                  <a:lnTo>
                    <a:pt x="642584" y="170866"/>
                  </a:lnTo>
                  <a:lnTo>
                    <a:pt x="642694" y="169835"/>
                  </a:lnTo>
                  <a:lnTo>
                    <a:pt x="642812" y="168804"/>
                  </a:lnTo>
                  <a:lnTo>
                    <a:pt x="642937" y="167774"/>
                  </a:lnTo>
                  <a:lnTo>
                    <a:pt x="643070" y="166745"/>
                  </a:lnTo>
                  <a:lnTo>
                    <a:pt x="643211" y="165716"/>
                  </a:lnTo>
                  <a:lnTo>
                    <a:pt x="643359" y="164688"/>
                  </a:lnTo>
                  <a:lnTo>
                    <a:pt x="643516" y="163661"/>
                  </a:lnTo>
                  <a:lnTo>
                    <a:pt x="643682" y="162635"/>
                  </a:lnTo>
                  <a:lnTo>
                    <a:pt x="643855" y="161609"/>
                  </a:lnTo>
                  <a:lnTo>
                    <a:pt x="644038" y="160584"/>
                  </a:lnTo>
                  <a:lnTo>
                    <a:pt x="644229" y="159560"/>
                  </a:lnTo>
                  <a:lnTo>
                    <a:pt x="644429" y="158537"/>
                  </a:lnTo>
                  <a:lnTo>
                    <a:pt x="644638" y="157515"/>
                  </a:lnTo>
                  <a:lnTo>
                    <a:pt x="644857" y="156493"/>
                  </a:lnTo>
                  <a:lnTo>
                    <a:pt x="645085" y="155473"/>
                  </a:lnTo>
                  <a:lnTo>
                    <a:pt x="645322" y="154453"/>
                  </a:lnTo>
                  <a:lnTo>
                    <a:pt x="645570" y="153434"/>
                  </a:lnTo>
                  <a:lnTo>
                    <a:pt x="645827" y="152416"/>
                  </a:lnTo>
                  <a:lnTo>
                    <a:pt x="646095" y="151400"/>
                  </a:lnTo>
                  <a:lnTo>
                    <a:pt x="646365" y="150259"/>
                  </a:lnTo>
                  <a:lnTo>
                    <a:pt x="646597" y="149150"/>
                  </a:lnTo>
                  <a:lnTo>
                    <a:pt x="646794" y="148067"/>
                  </a:lnTo>
                  <a:lnTo>
                    <a:pt x="646957" y="147004"/>
                  </a:lnTo>
                  <a:lnTo>
                    <a:pt x="647089" y="145954"/>
                  </a:lnTo>
                  <a:lnTo>
                    <a:pt x="647192" y="144912"/>
                  </a:lnTo>
                  <a:lnTo>
                    <a:pt x="647267" y="143871"/>
                  </a:lnTo>
                  <a:lnTo>
                    <a:pt x="647318" y="142825"/>
                  </a:lnTo>
                  <a:lnTo>
                    <a:pt x="647346" y="141767"/>
                  </a:lnTo>
                  <a:lnTo>
                    <a:pt x="647352" y="140692"/>
                  </a:lnTo>
                  <a:lnTo>
                    <a:pt x="647341" y="139593"/>
                  </a:lnTo>
                  <a:lnTo>
                    <a:pt x="647312" y="138465"/>
                  </a:lnTo>
                  <a:lnTo>
                    <a:pt x="647270" y="137299"/>
                  </a:lnTo>
                  <a:lnTo>
                    <a:pt x="648334" y="137033"/>
                  </a:lnTo>
                  <a:lnTo>
                    <a:pt x="649400" y="136767"/>
                  </a:lnTo>
                  <a:lnTo>
                    <a:pt x="650472" y="136499"/>
                  </a:lnTo>
                  <a:lnTo>
                    <a:pt x="651551" y="136229"/>
                  </a:lnTo>
                  <a:lnTo>
                    <a:pt x="652641" y="135957"/>
                  </a:lnTo>
                  <a:lnTo>
                    <a:pt x="652909" y="134569"/>
                  </a:lnTo>
                  <a:lnTo>
                    <a:pt x="653181" y="133161"/>
                  </a:lnTo>
                  <a:lnTo>
                    <a:pt x="653419" y="131949"/>
                  </a:lnTo>
                  <a:lnTo>
                    <a:pt x="653658" y="130730"/>
                  </a:lnTo>
                  <a:lnTo>
                    <a:pt x="653899" y="129493"/>
                  </a:lnTo>
                  <a:lnTo>
                    <a:pt x="654134" y="128293"/>
                  </a:lnTo>
                  <a:lnTo>
                    <a:pt x="654370" y="127084"/>
                  </a:lnTo>
                  <a:lnTo>
                    <a:pt x="654608" y="125858"/>
                  </a:lnTo>
                  <a:lnTo>
                    <a:pt x="654878" y="124613"/>
                  </a:lnTo>
                  <a:lnTo>
                    <a:pt x="655096" y="123647"/>
                  </a:lnTo>
                  <a:lnTo>
                    <a:pt x="655298" y="122832"/>
                  </a:lnTo>
                  <a:lnTo>
                    <a:pt x="655521" y="122038"/>
                  </a:lnTo>
                  <a:lnTo>
                    <a:pt x="655799" y="121137"/>
                  </a:lnTo>
                  <a:lnTo>
                    <a:pt x="656170" y="120000"/>
                  </a:lnTo>
                  <a:lnTo>
                    <a:pt x="656670" y="118499"/>
                  </a:lnTo>
                  <a:lnTo>
                    <a:pt x="656813" y="117360"/>
                  </a:lnTo>
                  <a:lnTo>
                    <a:pt x="656935" y="116231"/>
                  </a:lnTo>
                  <a:lnTo>
                    <a:pt x="657033" y="115111"/>
                  </a:lnTo>
                  <a:lnTo>
                    <a:pt x="657108" y="113997"/>
                  </a:lnTo>
                  <a:lnTo>
                    <a:pt x="657157" y="112888"/>
                  </a:lnTo>
                  <a:lnTo>
                    <a:pt x="657179" y="111781"/>
                  </a:lnTo>
                  <a:lnTo>
                    <a:pt x="657173" y="110674"/>
                  </a:lnTo>
                  <a:lnTo>
                    <a:pt x="657137" y="109565"/>
                  </a:lnTo>
                  <a:lnTo>
                    <a:pt x="657070" y="108453"/>
                  </a:lnTo>
                  <a:lnTo>
                    <a:pt x="656971" y="107334"/>
                  </a:lnTo>
                  <a:lnTo>
                    <a:pt x="656838" y="106207"/>
                  </a:lnTo>
                  <a:lnTo>
                    <a:pt x="656670" y="105070"/>
                  </a:lnTo>
                  <a:lnTo>
                    <a:pt x="655856" y="104108"/>
                  </a:lnTo>
                  <a:lnTo>
                    <a:pt x="655047" y="103226"/>
                  </a:lnTo>
                  <a:lnTo>
                    <a:pt x="654237" y="102420"/>
                  </a:lnTo>
                  <a:lnTo>
                    <a:pt x="653423" y="101686"/>
                  </a:lnTo>
                  <a:lnTo>
                    <a:pt x="652603" y="101018"/>
                  </a:lnTo>
                  <a:lnTo>
                    <a:pt x="651772" y="100413"/>
                  </a:lnTo>
                  <a:lnTo>
                    <a:pt x="650928" y="99864"/>
                  </a:lnTo>
                  <a:lnTo>
                    <a:pt x="650067" y="99369"/>
                  </a:lnTo>
                  <a:lnTo>
                    <a:pt x="649185" y="98921"/>
                  </a:lnTo>
                  <a:lnTo>
                    <a:pt x="648279" y="98516"/>
                  </a:lnTo>
                  <a:lnTo>
                    <a:pt x="647346" y="98150"/>
                  </a:lnTo>
                  <a:lnTo>
                    <a:pt x="646383" y="97819"/>
                  </a:lnTo>
                  <a:lnTo>
                    <a:pt x="645385" y="97516"/>
                  </a:lnTo>
                  <a:lnTo>
                    <a:pt x="644350" y="97238"/>
                  </a:lnTo>
                  <a:lnTo>
                    <a:pt x="643275" y="96980"/>
                  </a:lnTo>
                  <a:lnTo>
                    <a:pt x="642155" y="96737"/>
                  </a:lnTo>
                  <a:lnTo>
                    <a:pt x="640987" y="96505"/>
                  </a:lnTo>
                  <a:lnTo>
                    <a:pt x="639768" y="96278"/>
                  </a:lnTo>
                  <a:lnTo>
                    <a:pt x="638727" y="96076"/>
                  </a:lnTo>
                  <a:lnTo>
                    <a:pt x="637690" y="95860"/>
                  </a:lnTo>
                  <a:lnTo>
                    <a:pt x="636655" y="95630"/>
                  </a:lnTo>
                  <a:lnTo>
                    <a:pt x="635623" y="95389"/>
                  </a:lnTo>
                  <a:lnTo>
                    <a:pt x="634595" y="95136"/>
                  </a:lnTo>
                  <a:lnTo>
                    <a:pt x="633569" y="94872"/>
                  </a:lnTo>
                  <a:lnTo>
                    <a:pt x="632545" y="94597"/>
                  </a:lnTo>
                  <a:lnTo>
                    <a:pt x="631525" y="94312"/>
                  </a:lnTo>
                  <a:lnTo>
                    <a:pt x="630506" y="94018"/>
                  </a:lnTo>
                  <a:lnTo>
                    <a:pt x="629491" y="93715"/>
                  </a:lnTo>
                  <a:lnTo>
                    <a:pt x="628477" y="93403"/>
                  </a:lnTo>
                  <a:lnTo>
                    <a:pt x="627466" y="93084"/>
                  </a:lnTo>
                  <a:lnTo>
                    <a:pt x="626456" y="92758"/>
                  </a:lnTo>
                  <a:lnTo>
                    <a:pt x="625449" y="92426"/>
                  </a:lnTo>
                  <a:lnTo>
                    <a:pt x="624443" y="92087"/>
                  </a:lnTo>
                  <a:lnTo>
                    <a:pt x="623440" y="91743"/>
                  </a:lnTo>
                  <a:lnTo>
                    <a:pt x="622437" y="91395"/>
                  </a:lnTo>
                  <a:lnTo>
                    <a:pt x="621437" y="91042"/>
                  </a:lnTo>
                  <a:lnTo>
                    <a:pt x="620438" y="90686"/>
                  </a:lnTo>
                  <a:lnTo>
                    <a:pt x="619440" y="90327"/>
                  </a:lnTo>
                  <a:lnTo>
                    <a:pt x="618443" y="89965"/>
                  </a:lnTo>
                  <a:lnTo>
                    <a:pt x="617448" y="89601"/>
                  </a:lnTo>
                  <a:lnTo>
                    <a:pt x="616453" y="89236"/>
                  </a:lnTo>
                  <a:lnTo>
                    <a:pt x="615459" y="88871"/>
                  </a:lnTo>
                  <a:lnTo>
                    <a:pt x="614440" y="88500"/>
                  </a:lnTo>
                  <a:lnTo>
                    <a:pt x="613425" y="88136"/>
                  </a:lnTo>
                  <a:lnTo>
                    <a:pt x="612412" y="87779"/>
                  </a:lnTo>
                  <a:lnTo>
                    <a:pt x="611401" y="87430"/>
                  </a:lnTo>
                  <a:lnTo>
                    <a:pt x="610392" y="87089"/>
                  </a:lnTo>
                  <a:lnTo>
                    <a:pt x="609384" y="86757"/>
                  </a:lnTo>
                  <a:lnTo>
                    <a:pt x="608376" y="86432"/>
                  </a:lnTo>
                  <a:lnTo>
                    <a:pt x="607368" y="86117"/>
                  </a:lnTo>
                  <a:lnTo>
                    <a:pt x="606360" y="85810"/>
                  </a:lnTo>
                  <a:lnTo>
                    <a:pt x="605350" y="85512"/>
                  </a:lnTo>
                  <a:lnTo>
                    <a:pt x="604339" y="85224"/>
                  </a:lnTo>
                  <a:lnTo>
                    <a:pt x="603326" y="84945"/>
                  </a:lnTo>
                  <a:lnTo>
                    <a:pt x="602309" y="84676"/>
                  </a:lnTo>
                  <a:lnTo>
                    <a:pt x="601290" y="84417"/>
                  </a:lnTo>
                  <a:lnTo>
                    <a:pt x="600267" y="84169"/>
                  </a:lnTo>
                  <a:lnTo>
                    <a:pt x="599239" y="83931"/>
                  </a:lnTo>
                  <a:lnTo>
                    <a:pt x="598206" y="83703"/>
                  </a:lnTo>
                  <a:lnTo>
                    <a:pt x="597168" y="83487"/>
                  </a:lnTo>
                  <a:lnTo>
                    <a:pt x="596124" y="83281"/>
                  </a:lnTo>
                  <a:lnTo>
                    <a:pt x="595073" y="83088"/>
                  </a:lnTo>
                  <a:lnTo>
                    <a:pt x="594015" y="82905"/>
                  </a:lnTo>
                  <a:lnTo>
                    <a:pt x="592949" y="82735"/>
                  </a:lnTo>
                  <a:lnTo>
                    <a:pt x="591876" y="82577"/>
                  </a:lnTo>
                  <a:lnTo>
                    <a:pt x="590831" y="82406"/>
                  </a:lnTo>
                  <a:lnTo>
                    <a:pt x="589792" y="82225"/>
                  </a:lnTo>
                  <a:lnTo>
                    <a:pt x="588757" y="82033"/>
                  </a:lnTo>
                  <a:lnTo>
                    <a:pt x="587727" y="81832"/>
                  </a:lnTo>
                  <a:lnTo>
                    <a:pt x="586700" y="81622"/>
                  </a:lnTo>
                  <a:lnTo>
                    <a:pt x="585678" y="81403"/>
                  </a:lnTo>
                  <a:lnTo>
                    <a:pt x="584658" y="81175"/>
                  </a:lnTo>
                  <a:lnTo>
                    <a:pt x="583642" y="80938"/>
                  </a:lnTo>
                  <a:lnTo>
                    <a:pt x="582628" y="80694"/>
                  </a:lnTo>
                  <a:lnTo>
                    <a:pt x="581617" y="80442"/>
                  </a:lnTo>
                  <a:lnTo>
                    <a:pt x="580608" y="80183"/>
                  </a:lnTo>
                  <a:lnTo>
                    <a:pt x="579600" y="79917"/>
                  </a:lnTo>
                  <a:lnTo>
                    <a:pt x="578594" y="79645"/>
                  </a:lnTo>
                  <a:lnTo>
                    <a:pt x="577589" y="79366"/>
                  </a:lnTo>
                  <a:lnTo>
                    <a:pt x="576585" y="79082"/>
                  </a:lnTo>
                  <a:lnTo>
                    <a:pt x="575581" y="78791"/>
                  </a:lnTo>
                  <a:lnTo>
                    <a:pt x="574578" y="78496"/>
                  </a:lnTo>
                  <a:lnTo>
                    <a:pt x="573574" y="78196"/>
                  </a:lnTo>
                  <a:lnTo>
                    <a:pt x="572569" y="77891"/>
                  </a:lnTo>
                  <a:lnTo>
                    <a:pt x="571564" y="77582"/>
                  </a:lnTo>
                  <a:lnTo>
                    <a:pt x="570558" y="77269"/>
                  </a:lnTo>
                  <a:lnTo>
                    <a:pt x="569550" y="76953"/>
                  </a:lnTo>
                  <a:lnTo>
                    <a:pt x="568463" y="76613"/>
                  </a:lnTo>
                  <a:lnTo>
                    <a:pt x="567369" y="76271"/>
                  </a:lnTo>
                  <a:lnTo>
                    <a:pt x="566260" y="75924"/>
                  </a:lnTo>
                  <a:lnTo>
                    <a:pt x="565197" y="75577"/>
                  </a:lnTo>
                  <a:lnTo>
                    <a:pt x="564147" y="75227"/>
                  </a:lnTo>
                  <a:lnTo>
                    <a:pt x="563108" y="74872"/>
                  </a:lnTo>
                  <a:lnTo>
                    <a:pt x="562079" y="74511"/>
                  </a:lnTo>
                  <a:lnTo>
                    <a:pt x="561059" y="74140"/>
                  </a:lnTo>
                  <a:lnTo>
                    <a:pt x="560046" y="73760"/>
                  </a:lnTo>
                  <a:lnTo>
                    <a:pt x="559039" y="73367"/>
                  </a:lnTo>
                  <a:lnTo>
                    <a:pt x="558036" y="72960"/>
                  </a:lnTo>
                  <a:lnTo>
                    <a:pt x="557037" y="72537"/>
                  </a:lnTo>
                  <a:lnTo>
                    <a:pt x="556039" y="72097"/>
                  </a:lnTo>
                  <a:lnTo>
                    <a:pt x="555041" y="71638"/>
                  </a:lnTo>
                  <a:lnTo>
                    <a:pt x="554043" y="71157"/>
                  </a:lnTo>
                  <a:lnTo>
                    <a:pt x="553042" y="70653"/>
                  </a:lnTo>
                  <a:lnTo>
                    <a:pt x="551994" y="70169"/>
                  </a:lnTo>
                  <a:lnTo>
                    <a:pt x="550969" y="69741"/>
                  </a:lnTo>
                  <a:lnTo>
                    <a:pt x="549962" y="69364"/>
                  </a:lnTo>
                  <a:lnTo>
                    <a:pt x="548965" y="69033"/>
                  </a:lnTo>
                  <a:lnTo>
                    <a:pt x="547973" y="68744"/>
                  </a:lnTo>
                  <a:lnTo>
                    <a:pt x="546978" y="68492"/>
                  </a:lnTo>
                  <a:lnTo>
                    <a:pt x="545974" y="68271"/>
                  </a:lnTo>
                  <a:lnTo>
                    <a:pt x="544955" y="68077"/>
                  </a:lnTo>
                  <a:lnTo>
                    <a:pt x="543914" y="67905"/>
                  </a:lnTo>
                  <a:lnTo>
                    <a:pt x="542845" y="67749"/>
                  </a:lnTo>
                  <a:lnTo>
                    <a:pt x="541740" y="67606"/>
                  </a:lnTo>
                  <a:lnTo>
                    <a:pt x="540594" y="67469"/>
                  </a:lnTo>
                  <a:lnTo>
                    <a:pt x="539453" y="67328"/>
                  </a:lnTo>
                  <a:lnTo>
                    <a:pt x="538343" y="67170"/>
                  </a:lnTo>
                  <a:lnTo>
                    <a:pt x="537261" y="66994"/>
                  </a:lnTo>
                  <a:lnTo>
                    <a:pt x="536202" y="66799"/>
                  </a:lnTo>
                  <a:lnTo>
                    <a:pt x="535162" y="66585"/>
                  </a:lnTo>
                  <a:lnTo>
                    <a:pt x="534139" y="66350"/>
                  </a:lnTo>
                  <a:lnTo>
                    <a:pt x="533128" y="66093"/>
                  </a:lnTo>
                  <a:lnTo>
                    <a:pt x="532125" y="65814"/>
                  </a:lnTo>
                  <a:lnTo>
                    <a:pt x="531127" y="65511"/>
                  </a:lnTo>
                  <a:lnTo>
                    <a:pt x="530130" y="65183"/>
                  </a:lnTo>
                  <a:lnTo>
                    <a:pt x="529130" y="64829"/>
                  </a:lnTo>
                  <a:lnTo>
                    <a:pt x="528123" y="64448"/>
                  </a:lnTo>
                  <a:lnTo>
                    <a:pt x="527106" y="64039"/>
                  </a:lnTo>
                  <a:lnTo>
                    <a:pt x="526076" y="63601"/>
                  </a:lnTo>
                  <a:lnTo>
                    <a:pt x="525027" y="63133"/>
                  </a:lnTo>
                  <a:lnTo>
                    <a:pt x="524035" y="62760"/>
                  </a:lnTo>
                  <a:lnTo>
                    <a:pt x="523036" y="62413"/>
                  </a:lnTo>
                  <a:lnTo>
                    <a:pt x="522030" y="62089"/>
                  </a:lnTo>
                  <a:lnTo>
                    <a:pt x="521019" y="61788"/>
                  </a:lnTo>
                  <a:lnTo>
                    <a:pt x="520002" y="61507"/>
                  </a:lnTo>
                  <a:lnTo>
                    <a:pt x="518981" y="61244"/>
                  </a:lnTo>
                  <a:lnTo>
                    <a:pt x="517955" y="60997"/>
                  </a:lnTo>
                  <a:lnTo>
                    <a:pt x="516925" y="60763"/>
                  </a:lnTo>
                  <a:lnTo>
                    <a:pt x="515892" y="60542"/>
                  </a:lnTo>
                  <a:lnTo>
                    <a:pt x="514857" y="60331"/>
                  </a:lnTo>
                  <a:lnTo>
                    <a:pt x="513819" y="60127"/>
                  </a:lnTo>
                  <a:lnTo>
                    <a:pt x="512780" y="59930"/>
                  </a:lnTo>
                  <a:lnTo>
                    <a:pt x="511739" y="59737"/>
                  </a:lnTo>
                  <a:lnTo>
                    <a:pt x="510698" y="59545"/>
                  </a:lnTo>
                  <a:lnTo>
                    <a:pt x="509657" y="59353"/>
                  </a:lnTo>
                  <a:lnTo>
                    <a:pt x="508617" y="59160"/>
                  </a:lnTo>
                  <a:lnTo>
                    <a:pt x="507411" y="58922"/>
                  </a:lnTo>
                  <a:lnTo>
                    <a:pt x="506197" y="58682"/>
                  </a:lnTo>
                  <a:lnTo>
                    <a:pt x="504966" y="58439"/>
                  </a:lnTo>
                  <a:lnTo>
                    <a:pt x="503077" y="58073"/>
                  </a:lnTo>
                  <a:lnTo>
                    <a:pt x="501466" y="57764"/>
                  </a:lnTo>
                  <a:lnTo>
                    <a:pt x="500095" y="57506"/>
                  </a:lnTo>
                  <a:lnTo>
                    <a:pt x="498927" y="57295"/>
                  </a:lnTo>
                  <a:lnTo>
                    <a:pt x="497926" y="57125"/>
                  </a:lnTo>
                  <a:lnTo>
                    <a:pt x="497054" y="56994"/>
                  </a:lnTo>
                  <a:lnTo>
                    <a:pt x="496276" y="56895"/>
                  </a:lnTo>
                  <a:lnTo>
                    <a:pt x="495553" y="56824"/>
                  </a:lnTo>
                  <a:lnTo>
                    <a:pt x="494850" y="56776"/>
                  </a:lnTo>
                  <a:lnTo>
                    <a:pt x="494129" y="56747"/>
                  </a:lnTo>
                  <a:lnTo>
                    <a:pt x="493355" y="56733"/>
                  </a:lnTo>
                  <a:lnTo>
                    <a:pt x="492489" y="56727"/>
                  </a:lnTo>
                  <a:lnTo>
                    <a:pt x="491495" y="56726"/>
                  </a:lnTo>
                  <a:lnTo>
                    <a:pt x="491495" y="55394"/>
                  </a:lnTo>
                  <a:lnTo>
                    <a:pt x="491495" y="54041"/>
                  </a:lnTo>
                  <a:lnTo>
                    <a:pt x="490969" y="53889"/>
                  </a:lnTo>
                  <a:lnTo>
                    <a:pt x="490040" y="53621"/>
                  </a:lnTo>
                  <a:lnTo>
                    <a:pt x="487912" y="53007"/>
                  </a:lnTo>
                  <a:lnTo>
                    <a:pt x="486742" y="52660"/>
                  </a:lnTo>
                  <a:lnTo>
                    <a:pt x="485567" y="52312"/>
                  </a:lnTo>
                  <a:lnTo>
                    <a:pt x="484383" y="51961"/>
                  </a:lnTo>
                  <a:lnTo>
                    <a:pt x="483185" y="51606"/>
                  </a:lnTo>
                  <a:lnTo>
                    <a:pt x="482679" y="51458"/>
                  </a:lnTo>
                  <a:lnTo>
                    <a:pt x="482023" y="51266"/>
                  </a:lnTo>
                  <a:lnTo>
                    <a:pt x="480780" y="50902"/>
                  </a:lnTo>
                  <a:lnTo>
                    <a:pt x="478512" y="50238"/>
                  </a:lnTo>
                  <a:lnTo>
                    <a:pt x="477484" y="49863"/>
                  </a:lnTo>
                  <a:lnTo>
                    <a:pt x="476491" y="49472"/>
                  </a:lnTo>
                  <a:lnTo>
                    <a:pt x="475527" y="49066"/>
                  </a:lnTo>
                  <a:lnTo>
                    <a:pt x="474587" y="48644"/>
                  </a:lnTo>
                  <a:lnTo>
                    <a:pt x="473667" y="48205"/>
                  </a:lnTo>
                  <a:lnTo>
                    <a:pt x="472760" y="47749"/>
                  </a:lnTo>
                  <a:lnTo>
                    <a:pt x="471862" y="47276"/>
                  </a:lnTo>
                  <a:lnTo>
                    <a:pt x="470968" y="46786"/>
                  </a:lnTo>
                  <a:lnTo>
                    <a:pt x="470072" y="46277"/>
                  </a:lnTo>
                  <a:lnTo>
                    <a:pt x="469170" y="45750"/>
                  </a:lnTo>
                  <a:lnTo>
                    <a:pt x="468255" y="45205"/>
                  </a:lnTo>
                  <a:lnTo>
                    <a:pt x="467323" y="44640"/>
                  </a:lnTo>
                  <a:lnTo>
                    <a:pt x="466310" y="44310"/>
                  </a:lnTo>
                  <a:lnTo>
                    <a:pt x="465297" y="43993"/>
                  </a:lnTo>
                  <a:lnTo>
                    <a:pt x="464282" y="43688"/>
                  </a:lnTo>
                  <a:lnTo>
                    <a:pt x="463265" y="43392"/>
                  </a:lnTo>
                  <a:lnTo>
                    <a:pt x="462247" y="43105"/>
                  </a:lnTo>
                  <a:lnTo>
                    <a:pt x="461226" y="42825"/>
                  </a:lnTo>
                  <a:lnTo>
                    <a:pt x="460204" y="42551"/>
                  </a:lnTo>
                  <a:lnTo>
                    <a:pt x="459179" y="42280"/>
                  </a:lnTo>
                  <a:lnTo>
                    <a:pt x="458151" y="42012"/>
                  </a:lnTo>
                  <a:lnTo>
                    <a:pt x="457120" y="41745"/>
                  </a:lnTo>
                  <a:lnTo>
                    <a:pt x="455998" y="41319"/>
                  </a:lnTo>
                  <a:lnTo>
                    <a:pt x="454956" y="40861"/>
                  </a:lnTo>
                  <a:lnTo>
                    <a:pt x="453979" y="40369"/>
                  </a:lnTo>
                  <a:lnTo>
                    <a:pt x="453048" y="39840"/>
                  </a:lnTo>
                  <a:lnTo>
                    <a:pt x="452148" y="39273"/>
                  </a:lnTo>
                  <a:lnTo>
                    <a:pt x="451262" y="38666"/>
                  </a:lnTo>
                  <a:lnTo>
                    <a:pt x="450374" y="38017"/>
                  </a:lnTo>
                  <a:lnTo>
                    <a:pt x="449466" y="37323"/>
                  </a:lnTo>
                  <a:lnTo>
                    <a:pt x="448523" y="36583"/>
                  </a:lnTo>
                  <a:lnTo>
                    <a:pt x="447603" y="36064"/>
                  </a:lnTo>
                  <a:lnTo>
                    <a:pt x="446679" y="35555"/>
                  </a:lnTo>
                  <a:lnTo>
                    <a:pt x="445751" y="35055"/>
                  </a:lnTo>
                  <a:lnTo>
                    <a:pt x="444821" y="34565"/>
                  </a:lnTo>
                  <a:lnTo>
                    <a:pt x="443886" y="34084"/>
                  </a:lnTo>
                  <a:lnTo>
                    <a:pt x="442949" y="33611"/>
                  </a:lnTo>
                  <a:lnTo>
                    <a:pt x="442008" y="33147"/>
                  </a:lnTo>
                  <a:lnTo>
                    <a:pt x="441064" y="32691"/>
                  </a:lnTo>
                  <a:lnTo>
                    <a:pt x="440117" y="32243"/>
                  </a:lnTo>
                  <a:lnTo>
                    <a:pt x="439167" y="31802"/>
                  </a:lnTo>
                  <a:lnTo>
                    <a:pt x="438214" y="31368"/>
                  </a:lnTo>
                  <a:lnTo>
                    <a:pt x="437258" y="30941"/>
                  </a:lnTo>
                  <a:lnTo>
                    <a:pt x="436300" y="30521"/>
                  </a:lnTo>
                  <a:lnTo>
                    <a:pt x="435338" y="30107"/>
                  </a:lnTo>
                  <a:lnTo>
                    <a:pt x="434375" y="29698"/>
                  </a:lnTo>
                  <a:lnTo>
                    <a:pt x="433408" y="29296"/>
                  </a:lnTo>
                  <a:lnTo>
                    <a:pt x="432439" y="28898"/>
                  </a:lnTo>
                  <a:lnTo>
                    <a:pt x="431468" y="28506"/>
                  </a:lnTo>
                  <a:lnTo>
                    <a:pt x="430494" y="28118"/>
                  </a:lnTo>
                  <a:lnTo>
                    <a:pt x="429518" y="27734"/>
                  </a:lnTo>
                  <a:lnTo>
                    <a:pt x="428540" y="27354"/>
                  </a:lnTo>
                  <a:lnTo>
                    <a:pt x="427560" y="26978"/>
                  </a:lnTo>
                  <a:lnTo>
                    <a:pt x="426577" y="26605"/>
                  </a:lnTo>
                  <a:lnTo>
                    <a:pt x="425593" y="26235"/>
                  </a:lnTo>
                  <a:lnTo>
                    <a:pt x="424607" y="25868"/>
                  </a:lnTo>
                  <a:lnTo>
                    <a:pt x="423619" y="25504"/>
                  </a:lnTo>
                  <a:lnTo>
                    <a:pt x="422630" y="25141"/>
                  </a:lnTo>
                  <a:lnTo>
                    <a:pt x="421638" y="24781"/>
                  </a:lnTo>
                  <a:lnTo>
                    <a:pt x="420311" y="24240"/>
                  </a:lnTo>
                  <a:lnTo>
                    <a:pt x="419271" y="23807"/>
                  </a:lnTo>
                  <a:lnTo>
                    <a:pt x="418433" y="23438"/>
                  </a:lnTo>
                  <a:lnTo>
                    <a:pt x="417708" y="23088"/>
                  </a:lnTo>
                  <a:lnTo>
                    <a:pt x="417010" y="22714"/>
                  </a:lnTo>
                  <a:lnTo>
                    <a:pt x="416252" y="22270"/>
                  </a:lnTo>
                  <a:lnTo>
                    <a:pt x="415346" y="21713"/>
                  </a:lnTo>
                  <a:lnTo>
                    <a:pt x="414205" y="20998"/>
                  </a:lnTo>
                  <a:lnTo>
                    <a:pt x="413135" y="20419"/>
                  </a:lnTo>
                  <a:lnTo>
                    <a:pt x="412115" y="19930"/>
                  </a:lnTo>
                  <a:lnTo>
                    <a:pt x="411128" y="19524"/>
                  </a:lnTo>
                  <a:lnTo>
                    <a:pt x="410159" y="19190"/>
                  </a:lnTo>
                  <a:lnTo>
                    <a:pt x="409190" y="18920"/>
                  </a:lnTo>
                  <a:lnTo>
                    <a:pt x="408206" y="18704"/>
                  </a:lnTo>
                  <a:lnTo>
                    <a:pt x="407190" y="18533"/>
                  </a:lnTo>
                  <a:lnTo>
                    <a:pt x="406126" y="18399"/>
                  </a:lnTo>
                  <a:lnTo>
                    <a:pt x="404997" y="18291"/>
                  </a:lnTo>
                  <a:lnTo>
                    <a:pt x="403787" y="18202"/>
                  </a:lnTo>
                  <a:lnTo>
                    <a:pt x="402600" y="18114"/>
                  </a:lnTo>
                  <a:lnTo>
                    <a:pt x="401406" y="18025"/>
                  </a:lnTo>
                  <a:lnTo>
                    <a:pt x="400195" y="17935"/>
                  </a:lnTo>
                  <a:lnTo>
                    <a:pt x="398854" y="17859"/>
                  </a:lnTo>
                  <a:lnTo>
                    <a:pt x="397493" y="17783"/>
                  </a:lnTo>
                  <a:lnTo>
                    <a:pt x="397493" y="16450"/>
                  </a:lnTo>
                  <a:lnTo>
                    <a:pt x="397493" y="15097"/>
                  </a:lnTo>
                  <a:lnTo>
                    <a:pt x="396435" y="14985"/>
                  </a:lnTo>
                  <a:lnTo>
                    <a:pt x="395378" y="14877"/>
                  </a:lnTo>
                  <a:lnTo>
                    <a:pt x="394322" y="14775"/>
                  </a:lnTo>
                  <a:lnTo>
                    <a:pt x="393266" y="14677"/>
                  </a:lnTo>
                  <a:lnTo>
                    <a:pt x="392212" y="14583"/>
                  </a:lnTo>
                  <a:lnTo>
                    <a:pt x="391158" y="14495"/>
                  </a:lnTo>
                  <a:lnTo>
                    <a:pt x="390105" y="14411"/>
                  </a:lnTo>
                  <a:lnTo>
                    <a:pt x="389053" y="14332"/>
                  </a:lnTo>
                  <a:lnTo>
                    <a:pt x="388001" y="14258"/>
                  </a:lnTo>
                  <a:lnTo>
                    <a:pt x="386949" y="14189"/>
                  </a:lnTo>
                  <a:lnTo>
                    <a:pt x="385897" y="14124"/>
                  </a:lnTo>
                  <a:lnTo>
                    <a:pt x="384846" y="14065"/>
                  </a:lnTo>
                  <a:lnTo>
                    <a:pt x="383794" y="14010"/>
                  </a:lnTo>
                  <a:lnTo>
                    <a:pt x="382743" y="13959"/>
                  </a:lnTo>
                  <a:lnTo>
                    <a:pt x="381691" y="13914"/>
                  </a:lnTo>
                  <a:lnTo>
                    <a:pt x="380639" y="13873"/>
                  </a:lnTo>
                  <a:lnTo>
                    <a:pt x="379586" y="13837"/>
                  </a:lnTo>
                  <a:lnTo>
                    <a:pt x="378533" y="13806"/>
                  </a:lnTo>
                  <a:lnTo>
                    <a:pt x="377479" y="13779"/>
                  </a:lnTo>
                  <a:lnTo>
                    <a:pt x="376425" y="13757"/>
                  </a:lnTo>
                  <a:lnTo>
                    <a:pt x="375370" y="13740"/>
                  </a:lnTo>
                  <a:lnTo>
                    <a:pt x="374313" y="13728"/>
                  </a:lnTo>
                  <a:lnTo>
                    <a:pt x="373256" y="13721"/>
                  </a:lnTo>
                  <a:lnTo>
                    <a:pt x="372198" y="13718"/>
                  </a:lnTo>
                  <a:lnTo>
                    <a:pt x="371138" y="13720"/>
                  </a:lnTo>
                  <a:lnTo>
                    <a:pt x="370077" y="13727"/>
                  </a:lnTo>
                  <a:lnTo>
                    <a:pt x="369014" y="13738"/>
                  </a:lnTo>
                  <a:lnTo>
                    <a:pt x="367950" y="13754"/>
                  </a:lnTo>
                  <a:lnTo>
                    <a:pt x="367950" y="12421"/>
                  </a:lnTo>
                  <a:lnTo>
                    <a:pt x="367950" y="11068"/>
                  </a:lnTo>
                  <a:lnTo>
                    <a:pt x="365593" y="11024"/>
                  </a:lnTo>
                  <a:lnTo>
                    <a:pt x="363309" y="10980"/>
                  </a:lnTo>
                  <a:lnTo>
                    <a:pt x="361097" y="10939"/>
                  </a:lnTo>
                  <a:lnTo>
                    <a:pt x="358955" y="10899"/>
                  </a:lnTo>
                  <a:lnTo>
                    <a:pt x="356881" y="10862"/>
                  </a:lnTo>
                  <a:lnTo>
                    <a:pt x="354873" y="10827"/>
                  </a:lnTo>
                  <a:lnTo>
                    <a:pt x="352931" y="10795"/>
                  </a:lnTo>
                  <a:lnTo>
                    <a:pt x="351051" y="10765"/>
                  </a:lnTo>
                  <a:lnTo>
                    <a:pt x="349233" y="10738"/>
                  </a:lnTo>
                  <a:lnTo>
                    <a:pt x="347475" y="10715"/>
                  </a:lnTo>
                  <a:lnTo>
                    <a:pt x="345775" y="10694"/>
                  </a:lnTo>
                  <a:lnTo>
                    <a:pt x="344131" y="10677"/>
                  </a:lnTo>
                  <a:lnTo>
                    <a:pt x="342543" y="10664"/>
                  </a:lnTo>
                  <a:lnTo>
                    <a:pt x="341008" y="10654"/>
                  </a:lnTo>
                  <a:lnTo>
                    <a:pt x="339524" y="10649"/>
                  </a:lnTo>
                  <a:lnTo>
                    <a:pt x="338090" y="10647"/>
                  </a:lnTo>
                  <a:lnTo>
                    <a:pt x="336704" y="10650"/>
                  </a:lnTo>
                  <a:lnTo>
                    <a:pt x="335366" y="10658"/>
                  </a:lnTo>
                  <a:lnTo>
                    <a:pt x="334072" y="10670"/>
                  </a:lnTo>
                  <a:lnTo>
                    <a:pt x="332821" y="10688"/>
                  </a:lnTo>
                  <a:lnTo>
                    <a:pt x="331612" y="10710"/>
                  </a:lnTo>
                  <a:lnTo>
                    <a:pt x="330442" y="10738"/>
                  </a:lnTo>
                  <a:lnTo>
                    <a:pt x="329312" y="10771"/>
                  </a:lnTo>
                  <a:lnTo>
                    <a:pt x="328217" y="10810"/>
                  </a:lnTo>
                  <a:lnTo>
                    <a:pt x="327158" y="10854"/>
                  </a:lnTo>
                  <a:lnTo>
                    <a:pt x="326132" y="10905"/>
                  </a:lnTo>
                  <a:lnTo>
                    <a:pt x="325138" y="10962"/>
                  </a:lnTo>
                  <a:lnTo>
                    <a:pt x="324174" y="11025"/>
                  </a:lnTo>
                  <a:lnTo>
                    <a:pt x="323238" y="11095"/>
                  </a:lnTo>
                  <a:lnTo>
                    <a:pt x="322328" y="11172"/>
                  </a:lnTo>
                  <a:lnTo>
                    <a:pt x="321444" y="11256"/>
                  </a:lnTo>
                  <a:lnTo>
                    <a:pt x="320583" y="11346"/>
                  </a:lnTo>
                  <a:lnTo>
                    <a:pt x="319744" y="11444"/>
                  </a:lnTo>
                  <a:lnTo>
                    <a:pt x="318925" y="11550"/>
                  </a:lnTo>
                  <a:lnTo>
                    <a:pt x="318124" y="11663"/>
                  </a:lnTo>
                  <a:lnTo>
                    <a:pt x="317340" y="11785"/>
                  </a:lnTo>
                  <a:lnTo>
                    <a:pt x="316571" y="11914"/>
                  </a:lnTo>
                  <a:lnTo>
                    <a:pt x="315815" y="12051"/>
                  </a:lnTo>
                  <a:lnTo>
                    <a:pt x="315071" y="12197"/>
                  </a:lnTo>
                  <a:lnTo>
                    <a:pt x="314337" y="12352"/>
                  </a:lnTo>
                  <a:lnTo>
                    <a:pt x="313612" y="12515"/>
                  </a:lnTo>
                  <a:lnTo>
                    <a:pt x="312893" y="12688"/>
                  </a:lnTo>
                  <a:lnTo>
                    <a:pt x="312180" y="12869"/>
                  </a:lnTo>
                  <a:lnTo>
                    <a:pt x="311470" y="13060"/>
                  </a:lnTo>
                  <a:lnTo>
                    <a:pt x="310761" y="13260"/>
                  </a:lnTo>
                  <a:lnTo>
                    <a:pt x="310053" y="13471"/>
                  </a:lnTo>
                  <a:lnTo>
                    <a:pt x="309343" y="13691"/>
                  </a:lnTo>
                  <a:lnTo>
                    <a:pt x="308631" y="13921"/>
                  </a:lnTo>
                  <a:lnTo>
                    <a:pt x="307913" y="14161"/>
                  </a:lnTo>
                  <a:lnTo>
                    <a:pt x="307188" y="14412"/>
                  </a:lnTo>
                  <a:lnTo>
                    <a:pt x="306456" y="14673"/>
                  </a:lnTo>
                  <a:lnTo>
                    <a:pt x="305714" y="14946"/>
                  </a:lnTo>
                  <a:lnTo>
                    <a:pt x="304960" y="15229"/>
                  </a:lnTo>
                  <a:lnTo>
                    <a:pt x="304193" y="15524"/>
                  </a:lnTo>
                  <a:lnTo>
                    <a:pt x="303411" y="15830"/>
                  </a:lnTo>
                  <a:lnTo>
                    <a:pt x="302613" y="16147"/>
                  </a:lnTo>
                  <a:lnTo>
                    <a:pt x="301796" y="16476"/>
                  </a:lnTo>
                  <a:lnTo>
                    <a:pt x="300960" y="16818"/>
                  </a:lnTo>
                  <a:lnTo>
                    <a:pt x="300102" y="17171"/>
                  </a:lnTo>
                  <a:lnTo>
                    <a:pt x="299222" y="17536"/>
                  </a:lnTo>
                  <a:lnTo>
                    <a:pt x="298316" y="17915"/>
                  </a:lnTo>
                  <a:lnTo>
                    <a:pt x="297384" y="18305"/>
                  </a:lnTo>
                  <a:lnTo>
                    <a:pt x="296424" y="18709"/>
                  </a:lnTo>
                  <a:lnTo>
                    <a:pt x="295434" y="19126"/>
                  </a:lnTo>
                  <a:close/>
                  <a:moveTo>
                    <a:pt x="621755" y="373647"/>
                  </a:moveTo>
                  <a:lnTo>
                    <a:pt x="621197" y="374615"/>
                  </a:lnTo>
                  <a:lnTo>
                    <a:pt x="620635" y="375590"/>
                  </a:lnTo>
                  <a:lnTo>
                    <a:pt x="620065" y="376578"/>
                  </a:lnTo>
                  <a:lnTo>
                    <a:pt x="619483" y="377507"/>
                  </a:lnTo>
                  <a:lnTo>
                    <a:pt x="618893" y="378422"/>
                  </a:lnTo>
                  <a:lnTo>
                    <a:pt x="618295" y="379326"/>
                  </a:lnTo>
                  <a:lnTo>
                    <a:pt x="617689" y="380219"/>
                  </a:lnTo>
                  <a:lnTo>
                    <a:pt x="617075" y="381104"/>
                  </a:lnTo>
                  <a:lnTo>
                    <a:pt x="616452" y="381980"/>
                  </a:lnTo>
                  <a:lnTo>
                    <a:pt x="615821" y="382851"/>
                  </a:lnTo>
                  <a:lnTo>
                    <a:pt x="615180" y="383717"/>
                  </a:lnTo>
                  <a:lnTo>
                    <a:pt x="614530" y="384579"/>
                  </a:lnTo>
                  <a:lnTo>
                    <a:pt x="613871" y="385439"/>
                  </a:lnTo>
                  <a:lnTo>
                    <a:pt x="613202" y="386299"/>
                  </a:lnTo>
                  <a:lnTo>
                    <a:pt x="612522" y="387159"/>
                  </a:lnTo>
                  <a:lnTo>
                    <a:pt x="611860" y="388002"/>
                  </a:lnTo>
                  <a:lnTo>
                    <a:pt x="611195" y="388849"/>
                  </a:lnTo>
                  <a:lnTo>
                    <a:pt x="610525" y="389701"/>
                  </a:lnTo>
                  <a:lnTo>
                    <a:pt x="609847" y="390563"/>
                  </a:lnTo>
                  <a:lnTo>
                    <a:pt x="609106" y="391378"/>
                  </a:lnTo>
                  <a:lnTo>
                    <a:pt x="608356" y="392163"/>
                  </a:lnTo>
                  <a:lnTo>
                    <a:pt x="607597" y="392923"/>
                  </a:lnTo>
                  <a:lnTo>
                    <a:pt x="606829" y="393660"/>
                  </a:lnTo>
                  <a:lnTo>
                    <a:pt x="606050" y="394379"/>
                  </a:lnTo>
                  <a:lnTo>
                    <a:pt x="605260" y="395082"/>
                  </a:lnTo>
                  <a:lnTo>
                    <a:pt x="604459" y="395773"/>
                  </a:lnTo>
                  <a:lnTo>
                    <a:pt x="603646" y="396455"/>
                  </a:lnTo>
                  <a:lnTo>
                    <a:pt x="602822" y="397131"/>
                  </a:lnTo>
                  <a:lnTo>
                    <a:pt x="601984" y="397805"/>
                  </a:lnTo>
                  <a:lnTo>
                    <a:pt x="601133" y="398481"/>
                  </a:lnTo>
                  <a:lnTo>
                    <a:pt x="600269" y="399162"/>
                  </a:lnTo>
                  <a:lnTo>
                    <a:pt x="599440" y="400065"/>
                  </a:lnTo>
                  <a:lnTo>
                    <a:pt x="598623" y="400978"/>
                  </a:lnTo>
                  <a:lnTo>
                    <a:pt x="597817" y="401901"/>
                  </a:lnTo>
                  <a:lnTo>
                    <a:pt x="597023" y="402834"/>
                  </a:lnTo>
                  <a:lnTo>
                    <a:pt x="596240" y="403777"/>
                  </a:lnTo>
                  <a:lnTo>
                    <a:pt x="595547" y="404583"/>
                  </a:lnTo>
                  <a:lnTo>
                    <a:pt x="594849" y="405384"/>
                  </a:lnTo>
                  <a:lnTo>
                    <a:pt x="594148" y="406180"/>
                  </a:lnTo>
                  <a:lnTo>
                    <a:pt x="593442" y="406972"/>
                  </a:lnTo>
                  <a:lnTo>
                    <a:pt x="592732" y="407759"/>
                  </a:lnTo>
                  <a:lnTo>
                    <a:pt x="592018" y="408543"/>
                  </a:lnTo>
                  <a:lnTo>
                    <a:pt x="591301" y="409322"/>
                  </a:lnTo>
                  <a:lnTo>
                    <a:pt x="590581" y="410098"/>
                  </a:lnTo>
                  <a:lnTo>
                    <a:pt x="589857" y="410870"/>
                  </a:lnTo>
                  <a:lnTo>
                    <a:pt x="589130" y="411640"/>
                  </a:lnTo>
                  <a:lnTo>
                    <a:pt x="588400" y="412406"/>
                  </a:lnTo>
                  <a:lnTo>
                    <a:pt x="587667" y="413170"/>
                  </a:lnTo>
                  <a:lnTo>
                    <a:pt x="586931" y="413932"/>
                  </a:lnTo>
                  <a:lnTo>
                    <a:pt x="586193" y="414692"/>
                  </a:lnTo>
                  <a:lnTo>
                    <a:pt x="585453" y="415449"/>
                  </a:lnTo>
                  <a:lnTo>
                    <a:pt x="584710" y="416206"/>
                  </a:lnTo>
                  <a:lnTo>
                    <a:pt x="583965" y="416961"/>
                  </a:lnTo>
                  <a:lnTo>
                    <a:pt x="583218" y="417715"/>
                  </a:lnTo>
                  <a:lnTo>
                    <a:pt x="582470" y="418468"/>
                  </a:lnTo>
                  <a:lnTo>
                    <a:pt x="581719" y="419220"/>
                  </a:lnTo>
                  <a:lnTo>
                    <a:pt x="580946" y="420000"/>
                  </a:lnTo>
                  <a:lnTo>
                    <a:pt x="580167" y="420785"/>
                  </a:lnTo>
                  <a:lnTo>
                    <a:pt x="579377" y="421581"/>
                  </a:lnTo>
                  <a:lnTo>
                    <a:pt x="577848" y="423104"/>
                  </a:lnTo>
                  <a:lnTo>
                    <a:pt x="576604" y="424333"/>
                  </a:lnTo>
                  <a:lnTo>
                    <a:pt x="575595" y="425311"/>
                  </a:lnTo>
                  <a:lnTo>
                    <a:pt x="574768" y="426079"/>
                  </a:lnTo>
                  <a:lnTo>
                    <a:pt x="574071" y="426682"/>
                  </a:lnTo>
                  <a:lnTo>
                    <a:pt x="573452" y="427162"/>
                  </a:lnTo>
                  <a:lnTo>
                    <a:pt x="572861" y="427562"/>
                  </a:lnTo>
                  <a:lnTo>
                    <a:pt x="572243" y="427923"/>
                  </a:lnTo>
                  <a:lnTo>
                    <a:pt x="571549" y="428290"/>
                  </a:lnTo>
                  <a:lnTo>
                    <a:pt x="570725" y="428705"/>
                  </a:lnTo>
                  <a:lnTo>
                    <a:pt x="570725" y="430038"/>
                  </a:lnTo>
                  <a:lnTo>
                    <a:pt x="570725" y="431391"/>
                  </a:lnTo>
                  <a:lnTo>
                    <a:pt x="569727" y="431668"/>
                  </a:lnTo>
                  <a:lnTo>
                    <a:pt x="568722" y="431947"/>
                  </a:lnTo>
                  <a:lnTo>
                    <a:pt x="567704" y="432230"/>
                  </a:lnTo>
                  <a:lnTo>
                    <a:pt x="566480" y="432847"/>
                  </a:lnTo>
                  <a:lnTo>
                    <a:pt x="565529" y="433359"/>
                  </a:lnTo>
                  <a:lnTo>
                    <a:pt x="564780" y="433834"/>
                  </a:lnTo>
                  <a:lnTo>
                    <a:pt x="564158" y="434339"/>
                  </a:lnTo>
                  <a:lnTo>
                    <a:pt x="563591" y="434942"/>
                  </a:lnTo>
                  <a:lnTo>
                    <a:pt x="563006" y="435712"/>
                  </a:lnTo>
                  <a:lnTo>
                    <a:pt x="562331" y="436715"/>
                  </a:lnTo>
                  <a:lnTo>
                    <a:pt x="561493" y="438021"/>
                  </a:lnTo>
                  <a:lnTo>
                    <a:pt x="560721" y="439083"/>
                  </a:lnTo>
                  <a:lnTo>
                    <a:pt x="559970" y="440017"/>
                  </a:lnTo>
                  <a:lnTo>
                    <a:pt x="559231" y="440837"/>
                  </a:lnTo>
                  <a:lnTo>
                    <a:pt x="558493" y="441555"/>
                  </a:lnTo>
                  <a:lnTo>
                    <a:pt x="557749" y="442185"/>
                  </a:lnTo>
                  <a:lnTo>
                    <a:pt x="556989" y="442741"/>
                  </a:lnTo>
                  <a:lnTo>
                    <a:pt x="556204" y="443237"/>
                  </a:lnTo>
                  <a:lnTo>
                    <a:pt x="555385" y="443686"/>
                  </a:lnTo>
                  <a:lnTo>
                    <a:pt x="554522" y="444102"/>
                  </a:lnTo>
                  <a:lnTo>
                    <a:pt x="553607" y="444499"/>
                  </a:lnTo>
                  <a:lnTo>
                    <a:pt x="552630" y="444890"/>
                  </a:lnTo>
                  <a:lnTo>
                    <a:pt x="551583" y="445288"/>
                  </a:lnTo>
                  <a:lnTo>
                    <a:pt x="550455" y="445708"/>
                  </a:lnTo>
                  <a:lnTo>
                    <a:pt x="549239" y="446162"/>
                  </a:lnTo>
                  <a:lnTo>
                    <a:pt x="548905" y="446831"/>
                  </a:lnTo>
                  <a:lnTo>
                    <a:pt x="547896" y="448848"/>
                  </a:lnTo>
                  <a:lnTo>
                    <a:pt x="546605" y="449473"/>
                  </a:lnTo>
                  <a:lnTo>
                    <a:pt x="545294" y="450107"/>
                  </a:lnTo>
                  <a:lnTo>
                    <a:pt x="544261" y="450647"/>
                  </a:lnTo>
                  <a:lnTo>
                    <a:pt x="543471" y="451108"/>
                  </a:lnTo>
                  <a:lnTo>
                    <a:pt x="542830" y="451585"/>
                  </a:lnTo>
                  <a:lnTo>
                    <a:pt x="542242" y="452173"/>
                  </a:lnTo>
                  <a:lnTo>
                    <a:pt x="541610" y="452969"/>
                  </a:lnTo>
                  <a:lnTo>
                    <a:pt x="540841" y="454067"/>
                  </a:lnTo>
                  <a:lnTo>
                    <a:pt x="539839" y="455563"/>
                  </a:lnTo>
                  <a:lnTo>
                    <a:pt x="538908" y="456132"/>
                  </a:lnTo>
                  <a:lnTo>
                    <a:pt x="537978" y="456692"/>
                  </a:lnTo>
                  <a:lnTo>
                    <a:pt x="537047" y="457244"/>
                  </a:lnTo>
                  <a:lnTo>
                    <a:pt x="536114" y="457787"/>
                  </a:lnTo>
                  <a:lnTo>
                    <a:pt x="535180" y="458324"/>
                  </a:lnTo>
                  <a:lnTo>
                    <a:pt x="534241" y="458855"/>
                  </a:lnTo>
                  <a:lnTo>
                    <a:pt x="533299" y="459380"/>
                  </a:lnTo>
                  <a:lnTo>
                    <a:pt x="532352" y="459901"/>
                  </a:lnTo>
                  <a:lnTo>
                    <a:pt x="531399" y="460419"/>
                  </a:lnTo>
                  <a:lnTo>
                    <a:pt x="530439" y="460934"/>
                  </a:lnTo>
                  <a:lnTo>
                    <a:pt x="529442" y="461480"/>
                  </a:lnTo>
                  <a:lnTo>
                    <a:pt x="528445" y="462025"/>
                  </a:lnTo>
                  <a:lnTo>
                    <a:pt x="527449" y="462570"/>
                  </a:lnTo>
                  <a:lnTo>
                    <a:pt x="526452" y="463116"/>
                  </a:lnTo>
                  <a:lnTo>
                    <a:pt x="525455" y="463661"/>
                  </a:lnTo>
                  <a:lnTo>
                    <a:pt x="524458" y="464207"/>
                  </a:lnTo>
                  <a:lnTo>
                    <a:pt x="523461" y="464753"/>
                  </a:lnTo>
                  <a:lnTo>
                    <a:pt x="522465" y="465299"/>
                  </a:lnTo>
                  <a:lnTo>
                    <a:pt x="521494" y="465826"/>
                  </a:lnTo>
                  <a:lnTo>
                    <a:pt x="520523" y="466354"/>
                  </a:lnTo>
                  <a:lnTo>
                    <a:pt x="519552" y="466882"/>
                  </a:lnTo>
                  <a:lnTo>
                    <a:pt x="518581" y="467409"/>
                  </a:lnTo>
                  <a:lnTo>
                    <a:pt x="517610" y="467937"/>
                  </a:lnTo>
                  <a:lnTo>
                    <a:pt x="516638" y="468464"/>
                  </a:lnTo>
                  <a:lnTo>
                    <a:pt x="515667" y="468991"/>
                  </a:lnTo>
                  <a:lnTo>
                    <a:pt x="515667" y="470324"/>
                  </a:lnTo>
                  <a:lnTo>
                    <a:pt x="515667" y="471677"/>
                  </a:lnTo>
                  <a:lnTo>
                    <a:pt x="514425" y="472068"/>
                  </a:lnTo>
                  <a:lnTo>
                    <a:pt x="513165" y="472464"/>
                  </a:lnTo>
                  <a:lnTo>
                    <a:pt x="512682" y="472620"/>
                  </a:lnTo>
                  <a:lnTo>
                    <a:pt x="511829" y="472894"/>
                  </a:lnTo>
                  <a:lnTo>
                    <a:pt x="509875" y="473524"/>
                  </a:lnTo>
                  <a:lnTo>
                    <a:pt x="509396" y="473676"/>
                  </a:lnTo>
                  <a:lnTo>
                    <a:pt x="508552" y="473945"/>
                  </a:lnTo>
                  <a:lnTo>
                    <a:pt x="506619" y="474562"/>
                  </a:lnTo>
                  <a:lnTo>
                    <a:pt x="505482" y="474993"/>
                  </a:lnTo>
                  <a:lnTo>
                    <a:pt x="504594" y="475352"/>
                  </a:lnTo>
                  <a:lnTo>
                    <a:pt x="503831" y="475704"/>
                  </a:lnTo>
                  <a:lnTo>
                    <a:pt x="503068" y="476117"/>
                  </a:lnTo>
                  <a:lnTo>
                    <a:pt x="502184" y="476658"/>
                  </a:lnTo>
                  <a:lnTo>
                    <a:pt x="501053" y="477394"/>
                  </a:lnTo>
                  <a:lnTo>
                    <a:pt x="499552" y="478392"/>
                  </a:lnTo>
                  <a:lnTo>
                    <a:pt x="499552" y="479724"/>
                  </a:lnTo>
                  <a:lnTo>
                    <a:pt x="499552" y="481077"/>
                  </a:lnTo>
                  <a:lnTo>
                    <a:pt x="498306" y="481421"/>
                  </a:lnTo>
                  <a:lnTo>
                    <a:pt x="497040" y="481769"/>
                  </a:lnTo>
                  <a:lnTo>
                    <a:pt x="495998" y="482071"/>
                  </a:lnTo>
                  <a:lnTo>
                    <a:pt x="494963" y="482380"/>
                  </a:lnTo>
                  <a:lnTo>
                    <a:pt x="493932" y="482694"/>
                  </a:lnTo>
                  <a:lnTo>
                    <a:pt x="492907" y="483016"/>
                  </a:lnTo>
                  <a:lnTo>
                    <a:pt x="491887" y="483343"/>
                  </a:lnTo>
                  <a:lnTo>
                    <a:pt x="490871" y="483678"/>
                  </a:lnTo>
                  <a:lnTo>
                    <a:pt x="489860" y="484019"/>
                  </a:lnTo>
                  <a:lnTo>
                    <a:pt x="488853" y="484367"/>
                  </a:lnTo>
                  <a:lnTo>
                    <a:pt x="487849" y="484723"/>
                  </a:lnTo>
                  <a:lnTo>
                    <a:pt x="486850" y="485085"/>
                  </a:lnTo>
                  <a:lnTo>
                    <a:pt x="485853" y="485454"/>
                  </a:lnTo>
                  <a:lnTo>
                    <a:pt x="484859" y="485831"/>
                  </a:lnTo>
                  <a:lnTo>
                    <a:pt x="483868" y="486214"/>
                  </a:lnTo>
                  <a:lnTo>
                    <a:pt x="482879" y="486606"/>
                  </a:lnTo>
                  <a:lnTo>
                    <a:pt x="481892" y="487005"/>
                  </a:lnTo>
                  <a:lnTo>
                    <a:pt x="480907" y="487411"/>
                  </a:lnTo>
                  <a:lnTo>
                    <a:pt x="479923" y="487825"/>
                  </a:lnTo>
                  <a:lnTo>
                    <a:pt x="478941" y="488247"/>
                  </a:lnTo>
                  <a:lnTo>
                    <a:pt x="477960" y="488677"/>
                  </a:lnTo>
                  <a:lnTo>
                    <a:pt x="476979" y="489115"/>
                  </a:lnTo>
                  <a:lnTo>
                    <a:pt x="475998" y="489561"/>
                  </a:lnTo>
                  <a:lnTo>
                    <a:pt x="475018" y="490015"/>
                  </a:lnTo>
                  <a:lnTo>
                    <a:pt x="474038" y="490478"/>
                  </a:lnTo>
                  <a:lnTo>
                    <a:pt x="474038" y="491810"/>
                  </a:lnTo>
                  <a:lnTo>
                    <a:pt x="474038" y="493163"/>
                  </a:lnTo>
                  <a:lnTo>
                    <a:pt x="472819" y="493431"/>
                  </a:lnTo>
                  <a:lnTo>
                    <a:pt x="471583" y="493703"/>
                  </a:lnTo>
                  <a:lnTo>
                    <a:pt x="471104" y="493809"/>
                  </a:lnTo>
                  <a:lnTo>
                    <a:pt x="470261" y="493995"/>
                  </a:lnTo>
                  <a:lnTo>
                    <a:pt x="468330" y="494422"/>
                  </a:lnTo>
                  <a:lnTo>
                    <a:pt x="467859" y="494526"/>
                  </a:lnTo>
                  <a:lnTo>
                    <a:pt x="467026" y="494710"/>
                  </a:lnTo>
                  <a:lnTo>
                    <a:pt x="465120" y="495131"/>
                  </a:lnTo>
                  <a:lnTo>
                    <a:pt x="464049" y="495375"/>
                  </a:lnTo>
                  <a:lnTo>
                    <a:pt x="462979" y="495624"/>
                  </a:lnTo>
                  <a:lnTo>
                    <a:pt x="461911" y="495877"/>
                  </a:lnTo>
                  <a:lnTo>
                    <a:pt x="460843" y="496133"/>
                  </a:lnTo>
                  <a:lnTo>
                    <a:pt x="459777" y="496392"/>
                  </a:lnTo>
                  <a:lnTo>
                    <a:pt x="458711" y="496656"/>
                  </a:lnTo>
                  <a:lnTo>
                    <a:pt x="457645" y="496922"/>
                  </a:lnTo>
                  <a:lnTo>
                    <a:pt x="456580" y="497192"/>
                  </a:lnTo>
                  <a:lnTo>
                    <a:pt x="456580" y="498525"/>
                  </a:lnTo>
                  <a:lnTo>
                    <a:pt x="456580" y="499878"/>
                  </a:lnTo>
                  <a:lnTo>
                    <a:pt x="455472" y="499878"/>
                  </a:lnTo>
                  <a:lnTo>
                    <a:pt x="454362" y="499878"/>
                  </a:lnTo>
                  <a:lnTo>
                    <a:pt x="453248" y="499878"/>
                  </a:lnTo>
                  <a:lnTo>
                    <a:pt x="452129" y="499878"/>
                  </a:lnTo>
                  <a:lnTo>
                    <a:pt x="451002" y="499878"/>
                  </a:lnTo>
                  <a:lnTo>
                    <a:pt x="449866" y="499878"/>
                  </a:lnTo>
                  <a:lnTo>
                    <a:pt x="449813" y="501044"/>
                  </a:lnTo>
                  <a:lnTo>
                    <a:pt x="449794" y="502166"/>
                  </a:lnTo>
                  <a:lnTo>
                    <a:pt x="449808" y="503249"/>
                  </a:lnTo>
                  <a:lnTo>
                    <a:pt x="449857" y="504299"/>
                  </a:lnTo>
                  <a:lnTo>
                    <a:pt x="449940" y="505321"/>
                  </a:lnTo>
                  <a:lnTo>
                    <a:pt x="450056" y="506321"/>
                  </a:lnTo>
                  <a:lnTo>
                    <a:pt x="450208" y="507303"/>
                  </a:lnTo>
                  <a:lnTo>
                    <a:pt x="450393" y="508273"/>
                  </a:lnTo>
                  <a:lnTo>
                    <a:pt x="450613" y="509236"/>
                  </a:lnTo>
                  <a:lnTo>
                    <a:pt x="450869" y="510198"/>
                  </a:lnTo>
                  <a:lnTo>
                    <a:pt x="451159" y="511164"/>
                  </a:lnTo>
                  <a:lnTo>
                    <a:pt x="451484" y="512140"/>
                  </a:lnTo>
                  <a:lnTo>
                    <a:pt x="451844" y="513130"/>
                  </a:lnTo>
                  <a:lnTo>
                    <a:pt x="452240" y="514141"/>
                  </a:lnTo>
                  <a:lnTo>
                    <a:pt x="452671" y="515177"/>
                  </a:lnTo>
                  <a:lnTo>
                    <a:pt x="453138" y="516244"/>
                  </a:lnTo>
                  <a:lnTo>
                    <a:pt x="453926" y="518028"/>
                  </a:lnTo>
                  <a:lnTo>
                    <a:pt x="454588" y="519531"/>
                  </a:lnTo>
                  <a:lnTo>
                    <a:pt x="455140" y="520793"/>
                  </a:lnTo>
                  <a:lnTo>
                    <a:pt x="455599" y="521855"/>
                  </a:lnTo>
                  <a:lnTo>
                    <a:pt x="455982" y="522757"/>
                  </a:lnTo>
                  <a:lnTo>
                    <a:pt x="456306" y="523542"/>
                  </a:lnTo>
                  <a:lnTo>
                    <a:pt x="456586" y="524250"/>
                  </a:lnTo>
                  <a:lnTo>
                    <a:pt x="456840" y="524923"/>
                  </a:lnTo>
                  <a:lnTo>
                    <a:pt x="457084" y="525601"/>
                  </a:lnTo>
                  <a:lnTo>
                    <a:pt x="457335" y="526325"/>
                  </a:lnTo>
                  <a:lnTo>
                    <a:pt x="457609" y="527137"/>
                  </a:lnTo>
                  <a:lnTo>
                    <a:pt x="457923" y="528078"/>
                  </a:lnTo>
                  <a:lnTo>
                    <a:pt x="459256" y="528078"/>
                  </a:lnTo>
                  <a:lnTo>
                    <a:pt x="460609" y="528078"/>
                  </a:lnTo>
                  <a:lnTo>
                    <a:pt x="460609" y="529142"/>
                  </a:lnTo>
                  <a:lnTo>
                    <a:pt x="460609" y="530209"/>
                  </a:lnTo>
                  <a:lnTo>
                    <a:pt x="460609" y="531281"/>
                  </a:lnTo>
                  <a:lnTo>
                    <a:pt x="460609" y="532360"/>
                  </a:lnTo>
                  <a:lnTo>
                    <a:pt x="460609" y="533450"/>
                  </a:lnTo>
                  <a:lnTo>
                    <a:pt x="461942" y="533450"/>
                  </a:lnTo>
                  <a:lnTo>
                    <a:pt x="463295" y="533450"/>
                  </a:lnTo>
                  <a:lnTo>
                    <a:pt x="463183" y="534670"/>
                  </a:lnTo>
                  <a:lnTo>
                    <a:pt x="463072" y="535898"/>
                  </a:lnTo>
                  <a:lnTo>
                    <a:pt x="462959" y="537143"/>
                  </a:lnTo>
                  <a:lnTo>
                    <a:pt x="462974" y="538192"/>
                  </a:lnTo>
                  <a:lnTo>
                    <a:pt x="463022" y="539242"/>
                  </a:lnTo>
                  <a:lnTo>
                    <a:pt x="463102" y="540290"/>
                  </a:lnTo>
                  <a:lnTo>
                    <a:pt x="463212" y="541338"/>
                  </a:lnTo>
                  <a:lnTo>
                    <a:pt x="463353" y="542385"/>
                  </a:lnTo>
                  <a:lnTo>
                    <a:pt x="463521" y="543430"/>
                  </a:lnTo>
                  <a:lnTo>
                    <a:pt x="463717" y="544473"/>
                  </a:lnTo>
                  <a:lnTo>
                    <a:pt x="463938" y="545513"/>
                  </a:lnTo>
                  <a:lnTo>
                    <a:pt x="464184" y="546550"/>
                  </a:lnTo>
                  <a:lnTo>
                    <a:pt x="464453" y="547584"/>
                  </a:lnTo>
                  <a:lnTo>
                    <a:pt x="464744" y="548614"/>
                  </a:lnTo>
                  <a:lnTo>
                    <a:pt x="465057" y="549640"/>
                  </a:lnTo>
                  <a:lnTo>
                    <a:pt x="465389" y="550661"/>
                  </a:lnTo>
                  <a:lnTo>
                    <a:pt x="465739" y="551678"/>
                  </a:lnTo>
                  <a:lnTo>
                    <a:pt x="466106" y="552688"/>
                  </a:lnTo>
                  <a:lnTo>
                    <a:pt x="466490" y="553693"/>
                  </a:lnTo>
                  <a:lnTo>
                    <a:pt x="466888" y="554692"/>
                  </a:lnTo>
                  <a:lnTo>
                    <a:pt x="467300" y="555684"/>
                  </a:lnTo>
                  <a:lnTo>
                    <a:pt x="467724" y="556669"/>
                  </a:lnTo>
                  <a:lnTo>
                    <a:pt x="468159" y="557646"/>
                  </a:lnTo>
                  <a:lnTo>
                    <a:pt x="468604" y="558616"/>
                  </a:lnTo>
                  <a:lnTo>
                    <a:pt x="469057" y="559577"/>
                  </a:lnTo>
                  <a:lnTo>
                    <a:pt x="469518" y="560529"/>
                  </a:lnTo>
                  <a:lnTo>
                    <a:pt x="469984" y="561472"/>
                  </a:lnTo>
                  <a:lnTo>
                    <a:pt x="470456" y="562405"/>
                  </a:lnTo>
                  <a:lnTo>
                    <a:pt x="470932" y="563329"/>
                  </a:lnTo>
                  <a:lnTo>
                    <a:pt x="471434" y="564421"/>
                  </a:lnTo>
                  <a:lnTo>
                    <a:pt x="471861" y="565437"/>
                  </a:lnTo>
                  <a:lnTo>
                    <a:pt x="472221" y="566402"/>
                  </a:lnTo>
                  <a:lnTo>
                    <a:pt x="472522" y="567339"/>
                  </a:lnTo>
                  <a:lnTo>
                    <a:pt x="472774" y="568274"/>
                  </a:lnTo>
                  <a:lnTo>
                    <a:pt x="472983" y="569231"/>
                  </a:lnTo>
                  <a:lnTo>
                    <a:pt x="473160" y="570234"/>
                  </a:lnTo>
                  <a:lnTo>
                    <a:pt x="473313" y="571308"/>
                  </a:lnTo>
                  <a:lnTo>
                    <a:pt x="473449" y="572477"/>
                  </a:lnTo>
                  <a:lnTo>
                    <a:pt x="473588" y="573617"/>
                  </a:lnTo>
                  <a:lnTo>
                    <a:pt x="473746" y="574699"/>
                  </a:lnTo>
                  <a:lnTo>
                    <a:pt x="473923" y="575733"/>
                  </a:lnTo>
                  <a:lnTo>
                    <a:pt x="474122" y="576728"/>
                  </a:lnTo>
                  <a:lnTo>
                    <a:pt x="474344" y="577694"/>
                  </a:lnTo>
                  <a:lnTo>
                    <a:pt x="474592" y="578641"/>
                  </a:lnTo>
                  <a:lnTo>
                    <a:pt x="474868" y="579580"/>
                  </a:lnTo>
                  <a:lnTo>
                    <a:pt x="475173" y="580519"/>
                  </a:lnTo>
                  <a:lnTo>
                    <a:pt x="475509" y="581468"/>
                  </a:lnTo>
                  <a:lnTo>
                    <a:pt x="475878" y="582438"/>
                  </a:lnTo>
                  <a:lnTo>
                    <a:pt x="476282" y="583439"/>
                  </a:lnTo>
                  <a:lnTo>
                    <a:pt x="476723" y="584479"/>
                  </a:lnTo>
                  <a:lnTo>
                    <a:pt x="476968" y="585594"/>
                  </a:lnTo>
                  <a:lnTo>
                    <a:pt x="477206" y="586710"/>
                  </a:lnTo>
                  <a:lnTo>
                    <a:pt x="477436" y="587829"/>
                  </a:lnTo>
                  <a:lnTo>
                    <a:pt x="477657" y="588948"/>
                  </a:lnTo>
                  <a:lnTo>
                    <a:pt x="477867" y="590070"/>
                  </a:lnTo>
                  <a:lnTo>
                    <a:pt x="478066" y="591194"/>
                  </a:lnTo>
                  <a:lnTo>
                    <a:pt x="479399" y="591194"/>
                  </a:lnTo>
                  <a:lnTo>
                    <a:pt x="480752" y="591194"/>
                  </a:lnTo>
                  <a:lnTo>
                    <a:pt x="480973" y="592412"/>
                  </a:lnTo>
                  <a:lnTo>
                    <a:pt x="481198" y="593649"/>
                  </a:lnTo>
                  <a:lnTo>
                    <a:pt x="481411" y="594723"/>
                  </a:lnTo>
                  <a:lnTo>
                    <a:pt x="481626" y="595804"/>
                  </a:lnTo>
                  <a:lnTo>
                    <a:pt x="481842" y="596901"/>
                  </a:lnTo>
                  <a:lnTo>
                    <a:pt x="482046" y="597962"/>
                  </a:lnTo>
                  <a:lnTo>
                    <a:pt x="482250" y="599029"/>
                  </a:lnTo>
                  <a:lnTo>
                    <a:pt x="482458" y="600111"/>
                  </a:lnTo>
                  <a:lnTo>
                    <a:pt x="482880" y="601458"/>
                  </a:lnTo>
                  <a:lnTo>
                    <a:pt x="483221" y="602437"/>
                  </a:lnTo>
                  <a:lnTo>
                    <a:pt x="483564" y="603209"/>
                  </a:lnTo>
                  <a:lnTo>
                    <a:pt x="483990" y="603933"/>
                  </a:lnTo>
                  <a:lnTo>
                    <a:pt x="484583" y="604770"/>
                  </a:lnTo>
                  <a:lnTo>
                    <a:pt x="485425" y="605881"/>
                  </a:lnTo>
                  <a:lnTo>
                    <a:pt x="486128" y="606895"/>
                  </a:lnTo>
                  <a:lnTo>
                    <a:pt x="486730" y="607890"/>
                  </a:lnTo>
                  <a:lnTo>
                    <a:pt x="487244" y="608874"/>
                  </a:lnTo>
                  <a:lnTo>
                    <a:pt x="487684" y="609860"/>
                  </a:lnTo>
                  <a:lnTo>
                    <a:pt x="488061" y="610857"/>
                  </a:lnTo>
                  <a:lnTo>
                    <a:pt x="488391" y="611875"/>
                  </a:lnTo>
                  <a:lnTo>
                    <a:pt x="488684" y="612926"/>
                  </a:lnTo>
                  <a:lnTo>
                    <a:pt x="488955" y="614019"/>
                  </a:lnTo>
                  <a:lnTo>
                    <a:pt x="489216" y="615164"/>
                  </a:lnTo>
                  <a:lnTo>
                    <a:pt x="489481" y="616373"/>
                  </a:lnTo>
                  <a:lnTo>
                    <a:pt x="489728" y="617420"/>
                  </a:lnTo>
                  <a:lnTo>
                    <a:pt x="489982" y="618459"/>
                  </a:lnTo>
                  <a:lnTo>
                    <a:pt x="490242" y="619491"/>
                  </a:lnTo>
                  <a:lnTo>
                    <a:pt x="490511" y="620516"/>
                  </a:lnTo>
                  <a:lnTo>
                    <a:pt x="490786" y="621535"/>
                  </a:lnTo>
                  <a:lnTo>
                    <a:pt x="491069" y="622549"/>
                  </a:lnTo>
                  <a:lnTo>
                    <a:pt x="491360" y="623558"/>
                  </a:lnTo>
                  <a:lnTo>
                    <a:pt x="491659" y="624563"/>
                  </a:lnTo>
                  <a:lnTo>
                    <a:pt x="491966" y="625563"/>
                  </a:lnTo>
                  <a:lnTo>
                    <a:pt x="492281" y="626561"/>
                  </a:lnTo>
                  <a:lnTo>
                    <a:pt x="492605" y="627557"/>
                  </a:lnTo>
                  <a:lnTo>
                    <a:pt x="492937" y="628551"/>
                  </a:lnTo>
                  <a:lnTo>
                    <a:pt x="493278" y="629543"/>
                  </a:lnTo>
                  <a:lnTo>
                    <a:pt x="493629" y="630535"/>
                  </a:lnTo>
                  <a:lnTo>
                    <a:pt x="493989" y="631528"/>
                  </a:lnTo>
                  <a:lnTo>
                    <a:pt x="494358" y="632520"/>
                  </a:lnTo>
                  <a:lnTo>
                    <a:pt x="494736" y="633514"/>
                  </a:lnTo>
                  <a:lnTo>
                    <a:pt x="495125" y="634510"/>
                  </a:lnTo>
                  <a:lnTo>
                    <a:pt x="495524" y="635509"/>
                  </a:lnTo>
                  <a:lnTo>
                    <a:pt x="496190" y="635509"/>
                  </a:lnTo>
                  <a:lnTo>
                    <a:pt x="496867" y="635509"/>
                  </a:lnTo>
                  <a:lnTo>
                    <a:pt x="496894" y="634175"/>
                  </a:lnTo>
                  <a:lnTo>
                    <a:pt x="496920" y="632832"/>
                  </a:lnTo>
                  <a:lnTo>
                    <a:pt x="496947" y="631471"/>
                  </a:lnTo>
                  <a:lnTo>
                    <a:pt x="496970" y="630394"/>
                  </a:lnTo>
                  <a:lnTo>
                    <a:pt x="496992" y="629316"/>
                  </a:lnTo>
                  <a:lnTo>
                    <a:pt x="497016" y="628239"/>
                  </a:lnTo>
                  <a:lnTo>
                    <a:pt x="497039" y="627161"/>
                  </a:lnTo>
                  <a:lnTo>
                    <a:pt x="497064" y="626084"/>
                  </a:lnTo>
                  <a:lnTo>
                    <a:pt x="497088" y="625007"/>
                  </a:lnTo>
                  <a:lnTo>
                    <a:pt x="497113" y="623929"/>
                  </a:lnTo>
                  <a:lnTo>
                    <a:pt x="497138" y="622852"/>
                  </a:lnTo>
                  <a:lnTo>
                    <a:pt x="497163" y="621774"/>
                  </a:lnTo>
                  <a:lnTo>
                    <a:pt x="497189" y="620697"/>
                  </a:lnTo>
                  <a:lnTo>
                    <a:pt x="497214" y="619619"/>
                  </a:lnTo>
                  <a:lnTo>
                    <a:pt x="497240" y="618542"/>
                  </a:lnTo>
                  <a:lnTo>
                    <a:pt x="497266" y="617464"/>
                  </a:lnTo>
                  <a:lnTo>
                    <a:pt x="497292" y="616386"/>
                  </a:lnTo>
                  <a:lnTo>
                    <a:pt x="497318" y="615307"/>
                  </a:lnTo>
                  <a:lnTo>
                    <a:pt x="497342" y="614227"/>
                  </a:lnTo>
                  <a:lnTo>
                    <a:pt x="497366" y="613146"/>
                  </a:lnTo>
                  <a:lnTo>
                    <a:pt x="497389" y="612066"/>
                  </a:lnTo>
                  <a:lnTo>
                    <a:pt x="497412" y="610986"/>
                  </a:lnTo>
                  <a:lnTo>
                    <a:pt x="497433" y="609906"/>
                  </a:lnTo>
                  <a:lnTo>
                    <a:pt x="497455" y="608840"/>
                  </a:lnTo>
                  <a:lnTo>
                    <a:pt x="497477" y="607775"/>
                  </a:lnTo>
                  <a:lnTo>
                    <a:pt x="497501" y="606710"/>
                  </a:lnTo>
                  <a:lnTo>
                    <a:pt x="497525" y="605646"/>
                  </a:lnTo>
                  <a:lnTo>
                    <a:pt x="497552" y="604583"/>
                  </a:lnTo>
                  <a:lnTo>
                    <a:pt x="497580" y="603521"/>
                  </a:lnTo>
                  <a:lnTo>
                    <a:pt x="497611" y="602460"/>
                  </a:lnTo>
                  <a:lnTo>
                    <a:pt x="497644" y="601399"/>
                  </a:lnTo>
                  <a:lnTo>
                    <a:pt x="497680" y="600339"/>
                  </a:lnTo>
                  <a:lnTo>
                    <a:pt x="497720" y="599280"/>
                  </a:lnTo>
                  <a:lnTo>
                    <a:pt x="497763" y="598222"/>
                  </a:lnTo>
                  <a:lnTo>
                    <a:pt x="497810" y="597165"/>
                  </a:lnTo>
                  <a:lnTo>
                    <a:pt x="497861" y="596108"/>
                  </a:lnTo>
                  <a:lnTo>
                    <a:pt x="497917" y="595053"/>
                  </a:lnTo>
                  <a:lnTo>
                    <a:pt x="497977" y="593999"/>
                  </a:lnTo>
                  <a:lnTo>
                    <a:pt x="498043" y="592945"/>
                  </a:lnTo>
                  <a:lnTo>
                    <a:pt x="498114" y="591893"/>
                  </a:lnTo>
                  <a:lnTo>
                    <a:pt x="498191" y="590841"/>
                  </a:lnTo>
                  <a:lnTo>
                    <a:pt x="498274" y="589791"/>
                  </a:lnTo>
                  <a:lnTo>
                    <a:pt x="498363" y="588742"/>
                  </a:lnTo>
                  <a:lnTo>
                    <a:pt x="498459" y="587694"/>
                  </a:lnTo>
                  <a:lnTo>
                    <a:pt x="498562" y="586647"/>
                  </a:lnTo>
                  <a:lnTo>
                    <a:pt x="498672" y="585601"/>
                  </a:lnTo>
                  <a:lnTo>
                    <a:pt x="498790" y="584556"/>
                  </a:lnTo>
                  <a:lnTo>
                    <a:pt x="498916" y="583513"/>
                  </a:lnTo>
                  <a:lnTo>
                    <a:pt x="499050" y="582471"/>
                  </a:lnTo>
                  <a:lnTo>
                    <a:pt x="499193" y="581430"/>
                  </a:lnTo>
                  <a:lnTo>
                    <a:pt x="499345" y="580390"/>
                  </a:lnTo>
                  <a:lnTo>
                    <a:pt x="499506" y="579352"/>
                  </a:lnTo>
                  <a:lnTo>
                    <a:pt x="499676" y="578315"/>
                  </a:lnTo>
                  <a:lnTo>
                    <a:pt x="499856" y="577279"/>
                  </a:lnTo>
                  <a:lnTo>
                    <a:pt x="500047" y="576245"/>
                  </a:lnTo>
                  <a:lnTo>
                    <a:pt x="500248" y="575212"/>
                  </a:lnTo>
                  <a:lnTo>
                    <a:pt x="500459" y="574181"/>
                  </a:lnTo>
                  <a:lnTo>
                    <a:pt x="500682" y="573151"/>
                  </a:lnTo>
                  <a:lnTo>
                    <a:pt x="500916" y="572122"/>
                  </a:lnTo>
                  <a:lnTo>
                    <a:pt x="501162" y="571095"/>
                  </a:lnTo>
                  <a:lnTo>
                    <a:pt x="501420" y="570070"/>
                  </a:lnTo>
                  <a:lnTo>
                    <a:pt x="501690" y="569046"/>
                  </a:lnTo>
                  <a:lnTo>
                    <a:pt x="501973" y="568023"/>
                  </a:lnTo>
                  <a:lnTo>
                    <a:pt x="502268" y="567002"/>
                  </a:lnTo>
                  <a:lnTo>
                    <a:pt x="502578" y="565983"/>
                  </a:lnTo>
                  <a:lnTo>
                    <a:pt x="502900" y="564966"/>
                  </a:lnTo>
                  <a:lnTo>
                    <a:pt x="503237" y="563950"/>
                  </a:lnTo>
                  <a:lnTo>
                    <a:pt x="503588" y="562936"/>
                  </a:lnTo>
                  <a:lnTo>
                    <a:pt x="503953" y="561923"/>
                  </a:lnTo>
                  <a:lnTo>
                    <a:pt x="504277" y="560894"/>
                  </a:lnTo>
                  <a:lnTo>
                    <a:pt x="504578" y="559862"/>
                  </a:lnTo>
                  <a:lnTo>
                    <a:pt x="504856" y="558827"/>
                  </a:lnTo>
                  <a:lnTo>
                    <a:pt x="505115" y="557788"/>
                  </a:lnTo>
                  <a:lnTo>
                    <a:pt x="505357" y="556746"/>
                  </a:lnTo>
                  <a:lnTo>
                    <a:pt x="505583" y="555702"/>
                  </a:lnTo>
                  <a:lnTo>
                    <a:pt x="505795" y="554654"/>
                  </a:lnTo>
                  <a:lnTo>
                    <a:pt x="505996" y="553603"/>
                  </a:lnTo>
                  <a:lnTo>
                    <a:pt x="506188" y="552550"/>
                  </a:lnTo>
                  <a:lnTo>
                    <a:pt x="506372" y="551494"/>
                  </a:lnTo>
                  <a:lnTo>
                    <a:pt x="506551" y="550435"/>
                  </a:lnTo>
                  <a:lnTo>
                    <a:pt x="506727" y="549374"/>
                  </a:lnTo>
                  <a:lnTo>
                    <a:pt x="506902" y="548310"/>
                  </a:lnTo>
                  <a:lnTo>
                    <a:pt x="507213" y="547129"/>
                  </a:lnTo>
                  <a:lnTo>
                    <a:pt x="507500" y="546258"/>
                  </a:lnTo>
                  <a:lnTo>
                    <a:pt x="507857" y="545547"/>
                  </a:lnTo>
                  <a:lnTo>
                    <a:pt x="508379" y="544843"/>
                  </a:lnTo>
                  <a:lnTo>
                    <a:pt x="509161" y="543994"/>
                  </a:lnTo>
                  <a:lnTo>
                    <a:pt x="510295" y="542850"/>
                  </a:lnTo>
                  <a:lnTo>
                    <a:pt x="510682" y="541780"/>
                  </a:lnTo>
                  <a:lnTo>
                    <a:pt x="511058" y="540707"/>
                  </a:lnTo>
                  <a:lnTo>
                    <a:pt x="511425" y="539630"/>
                  </a:lnTo>
                  <a:lnTo>
                    <a:pt x="511783" y="538550"/>
                  </a:lnTo>
                  <a:lnTo>
                    <a:pt x="512134" y="537468"/>
                  </a:lnTo>
                  <a:lnTo>
                    <a:pt x="512477" y="536383"/>
                  </a:lnTo>
                  <a:lnTo>
                    <a:pt x="512813" y="535296"/>
                  </a:lnTo>
                  <a:lnTo>
                    <a:pt x="513141" y="534278"/>
                  </a:lnTo>
                  <a:lnTo>
                    <a:pt x="513472" y="533268"/>
                  </a:lnTo>
                  <a:lnTo>
                    <a:pt x="513809" y="532268"/>
                  </a:lnTo>
                  <a:lnTo>
                    <a:pt x="514151" y="531275"/>
                  </a:lnTo>
                  <a:lnTo>
                    <a:pt x="514501" y="530289"/>
                  </a:lnTo>
                  <a:lnTo>
                    <a:pt x="514860" y="529311"/>
                  </a:lnTo>
                  <a:lnTo>
                    <a:pt x="515228" y="528338"/>
                  </a:lnTo>
                  <a:lnTo>
                    <a:pt x="515608" y="527370"/>
                  </a:lnTo>
                  <a:lnTo>
                    <a:pt x="516000" y="526408"/>
                  </a:lnTo>
                  <a:lnTo>
                    <a:pt x="516406" y="525449"/>
                  </a:lnTo>
                  <a:lnTo>
                    <a:pt x="516828" y="524493"/>
                  </a:lnTo>
                  <a:lnTo>
                    <a:pt x="517265" y="523541"/>
                  </a:lnTo>
                  <a:lnTo>
                    <a:pt x="517720" y="522590"/>
                  </a:lnTo>
                  <a:lnTo>
                    <a:pt x="518194" y="521641"/>
                  </a:lnTo>
                  <a:lnTo>
                    <a:pt x="518689" y="520692"/>
                  </a:lnTo>
                  <a:lnTo>
                    <a:pt x="519325" y="519413"/>
                  </a:lnTo>
                  <a:lnTo>
                    <a:pt x="519835" y="518356"/>
                  </a:lnTo>
                  <a:lnTo>
                    <a:pt x="520232" y="517459"/>
                  </a:lnTo>
                  <a:lnTo>
                    <a:pt x="520531" y="516664"/>
                  </a:lnTo>
                  <a:lnTo>
                    <a:pt x="520745" y="515908"/>
                  </a:lnTo>
                  <a:lnTo>
                    <a:pt x="520888" y="515133"/>
                  </a:lnTo>
                  <a:lnTo>
                    <a:pt x="520975" y="514277"/>
                  </a:lnTo>
                  <a:lnTo>
                    <a:pt x="521020" y="513280"/>
                  </a:lnTo>
                  <a:lnTo>
                    <a:pt x="521036" y="512081"/>
                  </a:lnTo>
                  <a:lnTo>
                    <a:pt x="521039" y="510621"/>
                  </a:lnTo>
                  <a:lnTo>
                    <a:pt x="522371" y="510621"/>
                  </a:lnTo>
                  <a:lnTo>
                    <a:pt x="523724" y="510621"/>
                  </a:lnTo>
                  <a:lnTo>
                    <a:pt x="524335" y="509687"/>
                  </a:lnTo>
                  <a:lnTo>
                    <a:pt x="524934" y="508746"/>
                  </a:lnTo>
                  <a:lnTo>
                    <a:pt x="525523" y="507798"/>
                  </a:lnTo>
                  <a:lnTo>
                    <a:pt x="526103" y="506844"/>
                  </a:lnTo>
                  <a:lnTo>
                    <a:pt x="526673" y="505886"/>
                  </a:lnTo>
                  <a:lnTo>
                    <a:pt x="527236" y="504922"/>
                  </a:lnTo>
                  <a:lnTo>
                    <a:pt x="527791" y="503954"/>
                  </a:lnTo>
                  <a:lnTo>
                    <a:pt x="528340" y="502983"/>
                  </a:lnTo>
                  <a:lnTo>
                    <a:pt x="528941" y="501919"/>
                  </a:lnTo>
                  <a:lnTo>
                    <a:pt x="529545" y="500851"/>
                  </a:lnTo>
                  <a:lnTo>
                    <a:pt x="530154" y="499775"/>
                  </a:lnTo>
                  <a:lnTo>
                    <a:pt x="530769" y="498687"/>
                  </a:lnTo>
                  <a:lnTo>
                    <a:pt x="531353" y="497651"/>
                  </a:lnTo>
                  <a:lnTo>
                    <a:pt x="531938" y="496612"/>
                  </a:lnTo>
                  <a:lnTo>
                    <a:pt x="532528" y="495565"/>
                  </a:lnTo>
                  <a:lnTo>
                    <a:pt x="533124" y="494506"/>
                  </a:lnTo>
                  <a:lnTo>
                    <a:pt x="533714" y="493501"/>
                  </a:lnTo>
                  <a:lnTo>
                    <a:pt x="534302" y="492517"/>
                  </a:lnTo>
                  <a:lnTo>
                    <a:pt x="534892" y="491552"/>
                  </a:lnTo>
                  <a:lnTo>
                    <a:pt x="535487" y="490602"/>
                  </a:lnTo>
                  <a:lnTo>
                    <a:pt x="536091" y="489666"/>
                  </a:lnTo>
                  <a:lnTo>
                    <a:pt x="536708" y="488741"/>
                  </a:lnTo>
                  <a:lnTo>
                    <a:pt x="537339" y="487824"/>
                  </a:lnTo>
                  <a:lnTo>
                    <a:pt x="537990" y="486912"/>
                  </a:lnTo>
                  <a:lnTo>
                    <a:pt x="538663" y="486003"/>
                  </a:lnTo>
                  <a:lnTo>
                    <a:pt x="539362" y="485094"/>
                  </a:lnTo>
                  <a:lnTo>
                    <a:pt x="540090" y="484182"/>
                  </a:lnTo>
                  <a:lnTo>
                    <a:pt x="541116" y="482862"/>
                  </a:lnTo>
                  <a:lnTo>
                    <a:pt x="541803" y="481898"/>
                  </a:lnTo>
                  <a:lnTo>
                    <a:pt x="542220" y="481130"/>
                  </a:lnTo>
                  <a:lnTo>
                    <a:pt x="542435" y="480397"/>
                  </a:lnTo>
                  <a:lnTo>
                    <a:pt x="542513" y="479538"/>
                  </a:lnTo>
                  <a:lnTo>
                    <a:pt x="542525" y="478392"/>
                  </a:lnTo>
                  <a:lnTo>
                    <a:pt x="543857" y="478392"/>
                  </a:lnTo>
                  <a:lnTo>
                    <a:pt x="545210" y="478392"/>
                  </a:lnTo>
                  <a:lnTo>
                    <a:pt x="546006" y="477473"/>
                  </a:lnTo>
                  <a:lnTo>
                    <a:pt x="546620" y="476756"/>
                  </a:lnTo>
                  <a:lnTo>
                    <a:pt x="547132" y="476139"/>
                  </a:lnTo>
                  <a:lnTo>
                    <a:pt x="547621" y="475523"/>
                  </a:lnTo>
                  <a:lnTo>
                    <a:pt x="548166" y="474809"/>
                  </a:lnTo>
                  <a:lnTo>
                    <a:pt x="548847" y="473896"/>
                  </a:lnTo>
                  <a:lnTo>
                    <a:pt x="549743" y="472684"/>
                  </a:lnTo>
                  <a:lnTo>
                    <a:pt x="550419" y="471778"/>
                  </a:lnTo>
                  <a:lnTo>
                    <a:pt x="551092" y="470887"/>
                  </a:lnTo>
                  <a:lnTo>
                    <a:pt x="551768" y="470010"/>
                  </a:lnTo>
                  <a:lnTo>
                    <a:pt x="552447" y="469147"/>
                  </a:lnTo>
                  <a:lnTo>
                    <a:pt x="553135" y="468295"/>
                  </a:lnTo>
                  <a:lnTo>
                    <a:pt x="553833" y="467455"/>
                  </a:lnTo>
                  <a:lnTo>
                    <a:pt x="554545" y="466625"/>
                  </a:lnTo>
                  <a:lnTo>
                    <a:pt x="555275" y="465805"/>
                  </a:lnTo>
                  <a:lnTo>
                    <a:pt x="556026" y="464993"/>
                  </a:lnTo>
                  <a:lnTo>
                    <a:pt x="556800" y="464188"/>
                  </a:lnTo>
                  <a:lnTo>
                    <a:pt x="557601" y="463389"/>
                  </a:lnTo>
                  <a:lnTo>
                    <a:pt x="558763" y="462170"/>
                  </a:lnTo>
                  <a:lnTo>
                    <a:pt x="559468" y="461293"/>
                  </a:lnTo>
                  <a:lnTo>
                    <a:pt x="559830" y="460511"/>
                  </a:lnTo>
                  <a:lnTo>
                    <a:pt x="559963" y="459579"/>
                  </a:lnTo>
                  <a:lnTo>
                    <a:pt x="559982" y="458248"/>
                  </a:lnTo>
                  <a:lnTo>
                    <a:pt x="561315" y="458248"/>
                  </a:lnTo>
                  <a:lnTo>
                    <a:pt x="562668" y="458248"/>
                  </a:lnTo>
                  <a:lnTo>
                    <a:pt x="562668" y="456916"/>
                  </a:lnTo>
                  <a:lnTo>
                    <a:pt x="562668" y="455563"/>
                  </a:lnTo>
                  <a:lnTo>
                    <a:pt x="563842" y="455036"/>
                  </a:lnTo>
                  <a:lnTo>
                    <a:pt x="565034" y="454503"/>
                  </a:lnTo>
                  <a:lnTo>
                    <a:pt x="566067" y="453918"/>
                  </a:lnTo>
                  <a:lnTo>
                    <a:pt x="567043" y="453313"/>
                  </a:lnTo>
                  <a:lnTo>
                    <a:pt x="567972" y="452687"/>
                  </a:lnTo>
                  <a:lnTo>
                    <a:pt x="568864" y="452038"/>
                  </a:lnTo>
                  <a:lnTo>
                    <a:pt x="569731" y="451362"/>
                  </a:lnTo>
                  <a:lnTo>
                    <a:pt x="570583" y="450657"/>
                  </a:lnTo>
                  <a:lnTo>
                    <a:pt x="571431" y="449921"/>
                  </a:lnTo>
                  <a:lnTo>
                    <a:pt x="572286" y="449151"/>
                  </a:lnTo>
                  <a:lnTo>
                    <a:pt x="573159" y="448345"/>
                  </a:lnTo>
                  <a:lnTo>
                    <a:pt x="573993" y="447606"/>
                  </a:lnTo>
                  <a:lnTo>
                    <a:pt x="574827" y="446892"/>
                  </a:lnTo>
                  <a:lnTo>
                    <a:pt x="575663" y="446199"/>
                  </a:lnTo>
                  <a:lnTo>
                    <a:pt x="576500" y="445528"/>
                  </a:lnTo>
                  <a:lnTo>
                    <a:pt x="577342" y="444876"/>
                  </a:lnTo>
                  <a:lnTo>
                    <a:pt x="578188" y="444243"/>
                  </a:lnTo>
                  <a:lnTo>
                    <a:pt x="579040" y="443626"/>
                  </a:lnTo>
                  <a:lnTo>
                    <a:pt x="579900" y="443025"/>
                  </a:lnTo>
                  <a:lnTo>
                    <a:pt x="580768" y="442439"/>
                  </a:lnTo>
                  <a:lnTo>
                    <a:pt x="581646" y="441865"/>
                  </a:lnTo>
                  <a:lnTo>
                    <a:pt x="582536" y="441304"/>
                  </a:lnTo>
                  <a:lnTo>
                    <a:pt x="583438" y="440752"/>
                  </a:lnTo>
                  <a:lnTo>
                    <a:pt x="584354" y="440210"/>
                  </a:lnTo>
                  <a:lnTo>
                    <a:pt x="585286" y="439676"/>
                  </a:lnTo>
                  <a:lnTo>
                    <a:pt x="586233" y="439147"/>
                  </a:lnTo>
                  <a:lnTo>
                    <a:pt x="587198" y="438624"/>
                  </a:lnTo>
                  <a:lnTo>
                    <a:pt x="588183" y="438105"/>
                  </a:lnTo>
                  <a:lnTo>
                    <a:pt x="588183" y="436772"/>
                  </a:lnTo>
                  <a:lnTo>
                    <a:pt x="588183" y="435419"/>
                  </a:lnTo>
                  <a:lnTo>
                    <a:pt x="589216" y="434903"/>
                  </a:lnTo>
                  <a:lnTo>
                    <a:pt x="590250" y="434388"/>
                  </a:lnTo>
                  <a:lnTo>
                    <a:pt x="591284" y="433876"/>
                  </a:lnTo>
                  <a:lnTo>
                    <a:pt x="592320" y="433368"/>
                  </a:lnTo>
                  <a:lnTo>
                    <a:pt x="593358" y="432865"/>
                  </a:lnTo>
                  <a:lnTo>
                    <a:pt x="594398" y="432367"/>
                  </a:lnTo>
                  <a:lnTo>
                    <a:pt x="595443" y="431875"/>
                  </a:lnTo>
                  <a:lnTo>
                    <a:pt x="596491" y="431391"/>
                  </a:lnTo>
                  <a:lnTo>
                    <a:pt x="597690" y="430714"/>
                  </a:lnTo>
                  <a:lnTo>
                    <a:pt x="598486" y="430166"/>
                  </a:lnTo>
                  <a:lnTo>
                    <a:pt x="599060" y="429554"/>
                  </a:lnTo>
                  <a:lnTo>
                    <a:pt x="599594" y="428684"/>
                  </a:lnTo>
                  <a:lnTo>
                    <a:pt x="600269" y="427362"/>
                  </a:lnTo>
                  <a:lnTo>
                    <a:pt x="601265" y="426837"/>
                  </a:lnTo>
                  <a:lnTo>
                    <a:pt x="602264" y="426318"/>
                  </a:lnTo>
                  <a:lnTo>
                    <a:pt x="603267" y="425805"/>
                  </a:lnTo>
                  <a:lnTo>
                    <a:pt x="604272" y="425297"/>
                  </a:lnTo>
                  <a:lnTo>
                    <a:pt x="605281" y="424797"/>
                  </a:lnTo>
                  <a:lnTo>
                    <a:pt x="606293" y="424302"/>
                  </a:lnTo>
                  <a:lnTo>
                    <a:pt x="607308" y="423814"/>
                  </a:lnTo>
                  <a:lnTo>
                    <a:pt x="608326" y="423333"/>
                  </a:lnTo>
                  <a:lnTo>
                    <a:pt x="608326" y="422001"/>
                  </a:lnTo>
                  <a:lnTo>
                    <a:pt x="608326" y="420648"/>
                  </a:lnTo>
                  <a:lnTo>
                    <a:pt x="609601" y="420703"/>
                  </a:lnTo>
                  <a:lnTo>
                    <a:pt x="610885" y="420759"/>
                  </a:lnTo>
                  <a:lnTo>
                    <a:pt x="612187" y="420816"/>
                  </a:lnTo>
                  <a:lnTo>
                    <a:pt x="613748" y="420746"/>
                  </a:lnTo>
                  <a:lnTo>
                    <a:pt x="614917" y="420646"/>
                  </a:lnTo>
                  <a:lnTo>
                    <a:pt x="615812" y="420468"/>
                  </a:lnTo>
                  <a:lnTo>
                    <a:pt x="616554" y="420160"/>
                  </a:lnTo>
                  <a:lnTo>
                    <a:pt x="617264" y="419673"/>
                  </a:lnTo>
                  <a:lnTo>
                    <a:pt x="618062" y="418957"/>
                  </a:lnTo>
                  <a:lnTo>
                    <a:pt x="619069" y="417962"/>
                  </a:lnTo>
                  <a:lnTo>
                    <a:pt x="620108" y="417502"/>
                  </a:lnTo>
                  <a:lnTo>
                    <a:pt x="621149" y="417045"/>
                  </a:lnTo>
                  <a:lnTo>
                    <a:pt x="622191" y="416592"/>
                  </a:lnTo>
                  <a:lnTo>
                    <a:pt x="623234" y="416141"/>
                  </a:lnTo>
                  <a:lnTo>
                    <a:pt x="624278" y="415694"/>
                  </a:lnTo>
                  <a:lnTo>
                    <a:pt x="625324" y="415249"/>
                  </a:lnTo>
                  <a:lnTo>
                    <a:pt x="626371" y="414807"/>
                  </a:lnTo>
                  <a:lnTo>
                    <a:pt x="627420" y="414369"/>
                  </a:lnTo>
                  <a:lnTo>
                    <a:pt x="628469" y="413933"/>
                  </a:lnTo>
                  <a:lnTo>
                    <a:pt x="629384" y="413434"/>
                  </a:lnTo>
                  <a:lnTo>
                    <a:pt x="630305" y="412931"/>
                  </a:lnTo>
                  <a:lnTo>
                    <a:pt x="631238" y="412423"/>
                  </a:lnTo>
                  <a:lnTo>
                    <a:pt x="632279" y="411985"/>
                  </a:lnTo>
                  <a:lnTo>
                    <a:pt x="633319" y="411608"/>
                  </a:lnTo>
                  <a:lnTo>
                    <a:pt x="634362" y="411284"/>
                  </a:lnTo>
                  <a:lnTo>
                    <a:pt x="635409" y="411007"/>
                  </a:lnTo>
                  <a:lnTo>
                    <a:pt x="636462" y="410768"/>
                  </a:lnTo>
                  <a:lnTo>
                    <a:pt x="637523" y="410561"/>
                  </a:lnTo>
                  <a:lnTo>
                    <a:pt x="638596" y="410378"/>
                  </a:lnTo>
                  <a:lnTo>
                    <a:pt x="639681" y="410213"/>
                  </a:lnTo>
                  <a:lnTo>
                    <a:pt x="640781" y="410057"/>
                  </a:lnTo>
                  <a:lnTo>
                    <a:pt x="641898" y="409905"/>
                  </a:lnTo>
                  <a:lnTo>
                    <a:pt x="641898" y="408572"/>
                  </a:lnTo>
                  <a:lnTo>
                    <a:pt x="641898" y="407219"/>
                  </a:lnTo>
                  <a:lnTo>
                    <a:pt x="642929" y="407136"/>
                  </a:lnTo>
                  <a:lnTo>
                    <a:pt x="643962" y="407053"/>
                  </a:lnTo>
                  <a:lnTo>
                    <a:pt x="645000" y="406969"/>
                  </a:lnTo>
                  <a:lnTo>
                    <a:pt x="646046" y="406884"/>
                  </a:lnTo>
                  <a:lnTo>
                    <a:pt x="647102" y="406799"/>
                  </a:lnTo>
                  <a:lnTo>
                    <a:pt x="648199" y="406668"/>
                  </a:lnTo>
                  <a:lnTo>
                    <a:pt x="649285" y="406521"/>
                  </a:lnTo>
                  <a:lnTo>
                    <a:pt x="650362" y="406357"/>
                  </a:lnTo>
                  <a:lnTo>
                    <a:pt x="651430" y="406177"/>
                  </a:lnTo>
                  <a:lnTo>
                    <a:pt x="652491" y="405982"/>
                  </a:lnTo>
                  <a:lnTo>
                    <a:pt x="653545" y="405771"/>
                  </a:lnTo>
                  <a:lnTo>
                    <a:pt x="654594" y="405546"/>
                  </a:lnTo>
                  <a:lnTo>
                    <a:pt x="655639" y="405306"/>
                  </a:lnTo>
                  <a:lnTo>
                    <a:pt x="656681" y="405053"/>
                  </a:lnTo>
                  <a:lnTo>
                    <a:pt x="657721" y="404787"/>
                  </a:lnTo>
                  <a:lnTo>
                    <a:pt x="658760" y="404508"/>
                  </a:lnTo>
                  <a:lnTo>
                    <a:pt x="659799" y="404218"/>
                  </a:lnTo>
                  <a:lnTo>
                    <a:pt x="660840" y="403915"/>
                  </a:lnTo>
                  <a:lnTo>
                    <a:pt x="661883" y="403602"/>
                  </a:lnTo>
                  <a:lnTo>
                    <a:pt x="662930" y="403277"/>
                  </a:lnTo>
                  <a:lnTo>
                    <a:pt x="663982" y="402943"/>
                  </a:lnTo>
                  <a:lnTo>
                    <a:pt x="665002" y="402622"/>
                  </a:lnTo>
                  <a:lnTo>
                    <a:pt x="666024" y="402310"/>
                  </a:lnTo>
                  <a:lnTo>
                    <a:pt x="667046" y="402008"/>
                  </a:lnTo>
                  <a:lnTo>
                    <a:pt x="668069" y="401716"/>
                  </a:lnTo>
                  <a:lnTo>
                    <a:pt x="669093" y="401432"/>
                  </a:lnTo>
                  <a:lnTo>
                    <a:pt x="670117" y="401157"/>
                  </a:lnTo>
                  <a:lnTo>
                    <a:pt x="671143" y="400891"/>
                  </a:lnTo>
                  <a:lnTo>
                    <a:pt x="672169" y="400633"/>
                  </a:lnTo>
                  <a:lnTo>
                    <a:pt x="673197" y="400384"/>
                  </a:lnTo>
                  <a:lnTo>
                    <a:pt x="674225" y="400143"/>
                  </a:lnTo>
                  <a:lnTo>
                    <a:pt x="675254" y="399910"/>
                  </a:lnTo>
                  <a:lnTo>
                    <a:pt x="676283" y="399685"/>
                  </a:lnTo>
                  <a:lnTo>
                    <a:pt x="677314" y="399468"/>
                  </a:lnTo>
                  <a:lnTo>
                    <a:pt x="678345" y="399258"/>
                  </a:lnTo>
                  <a:lnTo>
                    <a:pt x="679377" y="399055"/>
                  </a:lnTo>
                  <a:lnTo>
                    <a:pt x="680411" y="398860"/>
                  </a:lnTo>
                  <a:lnTo>
                    <a:pt x="681444" y="398671"/>
                  </a:lnTo>
                  <a:lnTo>
                    <a:pt x="682479" y="398490"/>
                  </a:lnTo>
                  <a:lnTo>
                    <a:pt x="683515" y="398315"/>
                  </a:lnTo>
                  <a:lnTo>
                    <a:pt x="684551" y="398146"/>
                  </a:lnTo>
                  <a:lnTo>
                    <a:pt x="685588" y="397983"/>
                  </a:lnTo>
                  <a:lnTo>
                    <a:pt x="686627" y="397827"/>
                  </a:lnTo>
                  <a:lnTo>
                    <a:pt x="687666" y="397677"/>
                  </a:lnTo>
                  <a:lnTo>
                    <a:pt x="688705" y="397532"/>
                  </a:lnTo>
                  <a:lnTo>
                    <a:pt x="689746" y="397392"/>
                  </a:lnTo>
                  <a:lnTo>
                    <a:pt x="690787" y="397259"/>
                  </a:lnTo>
                  <a:lnTo>
                    <a:pt x="691830" y="397130"/>
                  </a:lnTo>
                  <a:lnTo>
                    <a:pt x="692873" y="397006"/>
                  </a:lnTo>
                  <a:lnTo>
                    <a:pt x="693917" y="396887"/>
                  </a:lnTo>
                  <a:lnTo>
                    <a:pt x="694962" y="396773"/>
                  </a:lnTo>
                  <a:lnTo>
                    <a:pt x="696008" y="396663"/>
                  </a:lnTo>
                  <a:lnTo>
                    <a:pt x="697054" y="396558"/>
                  </a:lnTo>
                  <a:lnTo>
                    <a:pt x="698102" y="396456"/>
                  </a:lnTo>
                  <a:lnTo>
                    <a:pt x="699150" y="396359"/>
                  </a:lnTo>
                  <a:lnTo>
                    <a:pt x="700199" y="396265"/>
                  </a:lnTo>
                  <a:lnTo>
                    <a:pt x="701249" y="396175"/>
                  </a:lnTo>
                  <a:lnTo>
                    <a:pt x="702300" y="396088"/>
                  </a:lnTo>
                  <a:lnTo>
                    <a:pt x="703351" y="396005"/>
                  </a:lnTo>
                  <a:lnTo>
                    <a:pt x="704404" y="395925"/>
                  </a:lnTo>
                  <a:lnTo>
                    <a:pt x="705457" y="395847"/>
                  </a:lnTo>
                  <a:lnTo>
                    <a:pt x="706511" y="395772"/>
                  </a:lnTo>
                  <a:lnTo>
                    <a:pt x="707566" y="395700"/>
                  </a:lnTo>
                  <a:lnTo>
                    <a:pt x="708622" y="395630"/>
                  </a:lnTo>
                  <a:lnTo>
                    <a:pt x="709679" y="395562"/>
                  </a:lnTo>
                  <a:lnTo>
                    <a:pt x="710736" y="395496"/>
                  </a:lnTo>
                  <a:lnTo>
                    <a:pt x="711795" y="395432"/>
                  </a:lnTo>
                  <a:lnTo>
                    <a:pt x="712854" y="395370"/>
                  </a:lnTo>
                  <a:lnTo>
                    <a:pt x="713914" y="395309"/>
                  </a:lnTo>
                  <a:lnTo>
                    <a:pt x="714975" y="395249"/>
                  </a:lnTo>
                  <a:lnTo>
                    <a:pt x="716037" y="395191"/>
                  </a:lnTo>
                  <a:lnTo>
                    <a:pt x="717099" y="395133"/>
                  </a:lnTo>
                  <a:lnTo>
                    <a:pt x="716160" y="394638"/>
                  </a:lnTo>
                  <a:lnTo>
                    <a:pt x="715215" y="394165"/>
                  </a:lnTo>
                  <a:lnTo>
                    <a:pt x="714263" y="393713"/>
                  </a:lnTo>
                  <a:lnTo>
                    <a:pt x="713305" y="393283"/>
                  </a:lnTo>
                  <a:lnTo>
                    <a:pt x="712342" y="392873"/>
                  </a:lnTo>
                  <a:lnTo>
                    <a:pt x="711373" y="392483"/>
                  </a:lnTo>
                  <a:lnTo>
                    <a:pt x="710399" y="392112"/>
                  </a:lnTo>
                  <a:lnTo>
                    <a:pt x="709419" y="391760"/>
                  </a:lnTo>
                  <a:lnTo>
                    <a:pt x="708435" y="391426"/>
                  </a:lnTo>
                  <a:lnTo>
                    <a:pt x="707445" y="391110"/>
                  </a:lnTo>
                  <a:lnTo>
                    <a:pt x="706452" y="390811"/>
                  </a:lnTo>
                  <a:lnTo>
                    <a:pt x="705453" y="390529"/>
                  </a:lnTo>
                  <a:lnTo>
                    <a:pt x="704451" y="390262"/>
                  </a:lnTo>
                  <a:lnTo>
                    <a:pt x="703444" y="390012"/>
                  </a:lnTo>
                  <a:lnTo>
                    <a:pt x="702434" y="389776"/>
                  </a:lnTo>
                  <a:lnTo>
                    <a:pt x="701420" y="389554"/>
                  </a:lnTo>
                  <a:lnTo>
                    <a:pt x="700403" y="389346"/>
                  </a:lnTo>
                  <a:lnTo>
                    <a:pt x="699382" y="389152"/>
                  </a:lnTo>
                  <a:lnTo>
                    <a:pt x="698359" y="388970"/>
                  </a:lnTo>
                  <a:lnTo>
                    <a:pt x="697332" y="388801"/>
                  </a:lnTo>
                  <a:lnTo>
                    <a:pt x="696303" y="388643"/>
                  </a:lnTo>
                  <a:lnTo>
                    <a:pt x="695272" y="388496"/>
                  </a:lnTo>
                  <a:lnTo>
                    <a:pt x="694238" y="388360"/>
                  </a:lnTo>
                  <a:lnTo>
                    <a:pt x="693202" y="388233"/>
                  </a:lnTo>
                  <a:lnTo>
                    <a:pt x="692165" y="388116"/>
                  </a:lnTo>
                  <a:lnTo>
                    <a:pt x="691125" y="388008"/>
                  </a:lnTo>
                  <a:lnTo>
                    <a:pt x="690085" y="387908"/>
                  </a:lnTo>
                  <a:lnTo>
                    <a:pt x="689043" y="387816"/>
                  </a:lnTo>
                  <a:lnTo>
                    <a:pt x="687999" y="387732"/>
                  </a:lnTo>
                  <a:lnTo>
                    <a:pt x="686956" y="387653"/>
                  </a:lnTo>
                  <a:lnTo>
                    <a:pt x="685911" y="387581"/>
                  </a:lnTo>
                  <a:lnTo>
                    <a:pt x="684866" y="387515"/>
                  </a:lnTo>
                  <a:lnTo>
                    <a:pt x="683820" y="387453"/>
                  </a:lnTo>
                  <a:lnTo>
                    <a:pt x="682775" y="387396"/>
                  </a:lnTo>
                  <a:lnTo>
                    <a:pt x="681729" y="387343"/>
                  </a:lnTo>
                  <a:lnTo>
                    <a:pt x="680684" y="387294"/>
                  </a:lnTo>
                  <a:lnTo>
                    <a:pt x="679640" y="387247"/>
                  </a:lnTo>
                  <a:lnTo>
                    <a:pt x="678596" y="387202"/>
                  </a:lnTo>
                  <a:lnTo>
                    <a:pt x="677553" y="387159"/>
                  </a:lnTo>
                  <a:lnTo>
                    <a:pt x="676511" y="387117"/>
                  </a:lnTo>
                  <a:lnTo>
                    <a:pt x="675470" y="387076"/>
                  </a:lnTo>
                  <a:lnTo>
                    <a:pt x="675470" y="385743"/>
                  </a:lnTo>
                  <a:lnTo>
                    <a:pt x="675470" y="384390"/>
                  </a:lnTo>
                  <a:lnTo>
                    <a:pt x="674327" y="384244"/>
                  </a:lnTo>
                  <a:lnTo>
                    <a:pt x="673179" y="384098"/>
                  </a:lnTo>
                  <a:lnTo>
                    <a:pt x="672023" y="383951"/>
                  </a:lnTo>
                  <a:lnTo>
                    <a:pt x="670853" y="383802"/>
                  </a:lnTo>
                  <a:lnTo>
                    <a:pt x="668832" y="383478"/>
                  </a:lnTo>
                  <a:lnTo>
                    <a:pt x="667437" y="383221"/>
                  </a:lnTo>
                  <a:lnTo>
                    <a:pt x="666500" y="382973"/>
                  </a:lnTo>
                  <a:lnTo>
                    <a:pt x="665849" y="382677"/>
                  </a:lnTo>
                  <a:lnTo>
                    <a:pt x="665315" y="382273"/>
                  </a:lnTo>
                  <a:lnTo>
                    <a:pt x="664727" y="381704"/>
                  </a:lnTo>
                  <a:lnTo>
                    <a:pt x="663605" y="381562"/>
                  </a:lnTo>
                  <a:lnTo>
                    <a:pt x="662481" y="381434"/>
                  </a:lnTo>
                  <a:lnTo>
                    <a:pt x="661356" y="381318"/>
                  </a:lnTo>
                  <a:lnTo>
                    <a:pt x="660230" y="381213"/>
                  </a:lnTo>
                  <a:lnTo>
                    <a:pt x="659103" y="381116"/>
                  </a:lnTo>
                  <a:lnTo>
                    <a:pt x="657963" y="380997"/>
                  </a:lnTo>
                  <a:lnTo>
                    <a:pt x="656868" y="380867"/>
                  </a:lnTo>
                  <a:lnTo>
                    <a:pt x="655809" y="380721"/>
                  </a:lnTo>
                  <a:lnTo>
                    <a:pt x="654774" y="380556"/>
                  </a:lnTo>
                  <a:lnTo>
                    <a:pt x="653754" y="380367"/>
                  </a:lnTo>
                  <a:lnTo>
                    <a:pt x="652740" y="380150"/>
                  </a:lnTo>
                  <a:lnTo>
                    <a:pt x="651720" y="379903"/>
                  </a:lnTo>
                  <a:lnTo>
                    <a:pt x="650685" y="379620"/>
                  </a:lnTo>
                  <a:lnTo>
                    <a:pt x="649624" y="379298"/>
                  </a:lnTo>
                  <a:lnTo>
                    <a:pt x="648528" y="378934"/>
                  </a:lnTo>
                  <a:lnTo>
                    <a:pt x="647445" y="378611"/>
                  </a:lnTo>
                  <a:lnTo>
                    <a:pt x="646384" y="378340"/>
                  </a:lnTo>
                  <a:lnTo>
                    <a:pt x="645343" y="378117"/>
                  </a:lnTo>
                  <a:lnTo>
                    <a:pt x="644315" y="377938"/>
                  </a:lnTo>
                  <a:lnTo>
                    <a:pt x="643298" y="377798"/>
                  </a:lnTo>
                  <a:lnTo>
                    <a:pt x="642285" y="377695"/>
                  </a:lnTo>
                  <a:lnTo>
                    <a:pt x="641274" y="377623"/>
                  </a:lnTo>
                  <a:lnTo>
                    <a:pt x="640259" y="377579"/>
                  </a:lnTo>
                  <a:lnTo>
                    <a:pt x="639235" y="377559"/>
                  </a:lnTo>
                  <a:lnTo>
                    <a:pt x="638199" y="377558"/>
                  </a:lnTo>
                  <a:lnTo>
                    <a:pt x="637147" y="377574"/>
                  </a:lnTo>
                  <a:lnTo>
                    <a:pt x="636072" y="377601"/>
                  </a:lnTo>
                  <a:lnTo>
                    <a:pt x="634972" y="377636"/>
                  </a:lnTo>
                  <a:lnTo>
                    <a:pt x="633841" y="377675"/>
                  </a:lnTo>
                  <a:lnTo>
                    <a:pt x="633841" y="376343"/>
                  </a:lnTo>
                  <a:lnTo>
                    <a:pt x="633841" y="374990"/>
                  </a:lnTo>
                  <a:lnTo>
                    <a:pt x="632753" y="374869"/>
                  </a:lnTo>
                  <a:lnTo>
                    <a:pt x="631665" y="374748"/>
                  </a:lnTo>
                  <a:lnTo>
                    <a:pt x="630575" y="374627"/>
                  </a:lnTo>
                  <a:lnTo>
                    <a:pt x="629484" y="374506"/>
                  </a:lnTo>
                  <a:lnTo>
                    <a:pt x="628391" y="374384"/>
                  </a:lnTo>
                  <a:lnTo>
                    <a:pt x="627295" y="374262"/>
                  </a:lnTo>
                  <a:lnTo>
                    <a:pt x="626195" y="374140"/>
                  </a:lnTo>
                  <a:lnTo>
                    <a:pt x="625092" y="374018"/>
                  </a:lnTo>
                  <a:lnTo>
                    <a:pt x="623985" y="373895"/>
                  </a:lnTo>
                  <a:lnTo>
                    <a:pt x="622873" y="373771"/>
                  </a:lnTo>
                  <a:lnTo>
                    <a:pt x="621755" y="373647"/>
                  </a:lnTo>
                  <a:close/>
                  <a:moveTo>
                    <a:pt x="687556" y="401847"/>
                  </a:moveTo>
                  <a:lnTo>
                    <a:pt x="686348" y="401927"/>
                  </a:lnTo>
                  <a:lnTo>
                    <a:pt x="685140" y="402000"/>
                  </a:lnTo>
                  <a:lnTo>
                    <a:pt x="683931" y="402066"/>
                  </a:lnTo>
                  <a:lnTo>
                    <a:pt x="682722" y="402127"/>
                  </a:lnTo>
                  <a:lnTo>
                    <a:pt x="681513" y="402183"/>
                  </a:lnTo>
                  <a:lnTo>
                    <a:pt x="680472" y="402276"/>
                  </a:lnTo>
                  <a:lnTo>
                    <a:pt x="679431" y="402378"/>
                  </a:lnTo>
                  <a:lnTo>
                    <a:pt x="678389" y="402491"/>
                  </a:lnTo>
                  <a:lnTo>
                    <a:pt x="677347" y="402613"/>
                  </a:lnTo>
                  <a:lnTo>
                    <a:pt x="676306" y="402746"/>
                  </a:lnTo>
                  <a:lnTo>
                    <a:pt x="675264" y="402888"/>
                  </a:lnTo>
                  <a:lnTo>
                    <a:pt x="674223" y="403039"/>
                  </a:lnTo>
                  <a:lnTo>
                    <a:pt x="673182" y="403200"/>
                  </a:lnTo>
                  <a:lnTo>
                    <a:pt x="672142" y="403370"/>
                  </a:lnTo>
                  <a:lnTo>
                    <a:pt x="671102" y="403549"/>
                  </a:lnTo>
                  <a:lnTo>
                    <a:pt x="670062" y="403737"/>
                  </a:lnTo>
                  <a:lnTo>
                    <a:pt x="669023" y="403933"/>
                  </a:lnTo>
                  <a:lnTo>
                    <a:pt x="667985" y="404139"/>
                  </a:lnTo>
                  <a:lnTo>
                    <a:pt x="666948" y="404352"/>
                  </a:lnTo>
                  <a:lnTo>
                    <a:pt x="665912" y="404575"/>
                  </a:lnTo>
                  <a:lnTo>
                    <a:pt x="664877" y="404805"/>
                  </a:lnTo>
                  <a:lnTo>
                    <a:pt x="663843" y="405044"/>
                  </a:lnTo>
                  <a:lnTo>
                    <a:pt x="662810" y="405290"/>
                  </a:lnTo>
                  <a:lnTo>
                    <a:pt x="661779" y="405544"/>
                  </a:lnTo>
                  <a:lnTo>
                    <a:pt x="660749" y="405806"/>
                  </a:lnTo>
                  <a:lnTo>
                    <a:pt x="659721" y="406076"/>
                  </a:lnTo>
                  <a:lnTo>
                    <a:pt x="658694" y="406353"/>
                  </a:lnTo>
                  <a:lnTo>
                    <a:pt x="657669" y="406637"/>
                  </a:lnTo>
                  <a:lnTo>
                    <a:pt x="656646" y="406928"/>
                  </a:lnTo>
                  <a:lnTo>
                    <a:pt x="655625" y="407227"/>
                  </a:lnTo>
                  <a:lnTo>
                    <a:pt x="654606" y="407532"/>
                  </a:lnTo>
                  <a:lnTo>
                    <a:pt x="653589" y="407844"/>
                  </a:lnTo>
                  <a:lnTo>
                    <a:pt x="652574" y="408162"/>
                  </a:lnTo>
                  <a:lnTo>
                    <a:pt x="651562" y="408487"/>
                  </a:lnTo>
                  <a:lnTo>
                    <a:pt x="650552" y="408818"/>
                  </a:lnTo>
                  <a:lnTo>
                    <a:pt x="649544" y="409155"/>
                  </a:lnTo>
                  <a:lnTo>
                    <a:pt x="648539" y="409499"/>
                  </a:lnTo>
                  <a:lnTo>
                    <a:pt x="647537" y="409848"/>
                  </a:lnTo>
                  <a:lnTo>
                    <a:pt x="646537" y="410203"/>
                  </a:lnTo>
                  <a:lnTo>
                    <a:pt x="645541" y="410563"/>
                  </a:lnTo>
                  <a:lnTo>
                    <a:pt x="644547" y="410929"/>
                  </a:lnTo>
                  <a:lnTo>
                    <a:pt x="643557" y="411300"/>
                  </a:lnTo>
                  <a:lnTo>
                    <a:pt x="642569" y="411677"/>
                  </a:lnTo>
                  <a:lnTo>
                    <a:pt x="641585" y="412059"/>
                  </a:lnTo>
                  <a:lnTo>
                    <a:pt x="640604" y="412445"/>
                  </a:lnTo>
                  <a:lnTo>
                    <a:pt x="639627" y="412836"/>
                  </a:lnTo>
                  <a:lnTo>
                    <a:pt x="638653" y="413232"/>
                  </a:lnTo>
                  <a:lnTo>
                    <a:pt x="637683" y="413632"/>
                  </a:lnTo>
                  <a:lnTo>
                    <a:pt x="636717" y="414037"/>
                  </a:lnTo>
                  <a:lnTo>
                    <a:pt x="635754" y="414446"/>
                  </a:lnTo>
                  <a:lnTo>
                    <a:pt x="634795" y="414859"/>
                  </a:lnTo>
                  <a:lnTo>
                    <a:pt x="633841" y="415276"/>
                  </a:lnTo>
                  <a:lnTo>
                    <a:pt x="632822" y="415674"/>
                  </a:lnTo>
                  <a:lnTo>
                    <a:pt x="631804" y="416070"/>
                  </a:lnTo>
                  <a:lnTo>
                    <a:pt x="630785" y="416466"/>
                  </a:lnTo>
                  <a:lnTo>
                    <a:pt x="629766" y="416862"/>
                  </a:lnTo>
                  <a:lnTo>
                    <a:pt x="628746" y="417257"/>
                  </a:lnTo>
                  <a:lnTo>
                    <a:pt x="627726" y="417651"/>
                  </a:lnTo>
                  <a:lnTo>
                    <a:pt x="626706" y="418045"/>
                  </a:lnTo>
                  <a:lnTo>
                    <a:pt x="625722" y="418442"/>
                  </a:lnTo>
                  <a:lnTo>
                    <a:pt x="624746" y="418840"/>
                  </a:lnTo>
                  <a:lnTo>
                    <a:pt x="623778" y="419243"/>
                  </a:lnTo>
                  <a:lnTo>
                    <a:pt x="622817" y="419652"/>
                  </a:lnTo>
                  <a:lnTo>
                    <a:pt x="621865" y="420071"/>
                  </a:lnTo>
                  <a:lnTo>
                    <a:pt x="620921" y="420501"/>
                  </a:lnTo>
                  <a:lnTo>
                    <a:pt x="619985" y="420946"/>
                  </a:lnTo>
                  <a:lnTo>
                    <a:pt x="619059" y="421408"/>
                  </a:lnTo>
                  <a:lnTo>
                    <a:pt x="618141" y="421890"/>
                  </a:lnTo>
                  <a:lnTo>
                    <a:pt x="617233" y="422393"/>
                  </a:lnTo>
                  <a:lnTo>
                    <a:pt x="616334" y="422921"/>
                  </a:lnTo>
                  <a:lnTo>
                    <a:pt x="615445" y="423475"/>
                  </a:lnTo>
                  <a:lnTo>
                    <a:pt x="614566" y="424060"/>
                  </a:lnTo>
                  <a:lnTo>
                    <a:pt x="613697" y="424676"/>
                  </a:lnTo>
                  <a:lnTo>
                    <a:pt x="613697" y="426009"/>
                  </a:lnTo>
                  <a:lnTo>
                    <a:pt x="613697" y="427362"/>
                  </a:lnTo>
                  <a:lnTo>
                    <a:pt x="612239" y="427612"/>
                  </a:lnTo>
                  <a:lnTo>
                    <a:pt x="610759" y="427866"/>
                  </a:lnTo>
                  <a:lnTo>
                    <a:pt x="609656" y="428125"/>
                  </a:lnTo>
                  <a:lnTo>
                    <a:pt x="608576" y="428406"/>
                  </a:lnTo>
                  <a:lnTo>
                    <a:pt x="607514" y="428708"/>
                  </a:lnTo>
                  <a:lnTo>
                    <a:pt x="606467" y="429032"/>
                  </a:lnTo>
                  <a:lnTo>
                    <a:pt x="605430" y="429376"/>
                  </a:lnTo>
                  <a:lnTo>
                    <a:pt x="604400" y="429740"/>
                  </a:lnTo>
                  <a:lnTo>
                    <a:pt x="603373" y="430125"/>
                  </a:lnTo>
                  <a:lnTo>
                    <a:pt x="602345" y="430528"/>
                  </a:lnTo>
                  <a:lnTo>
                    <a:pt x="601311" y="430950"/>
                  </a:lnTo>
                  <a:lnTo>
                    <a:pt x="600269" y="431391"/>
                  </a:lnTo>
                  <a:lnTo>
                    <a:pt x="600269" y="432724"/>
                  </a:lnTo>
                  <a:lnTo>
                    <a:pt x="600269" y="434077"/>
                  </a:lnTo>
                  <a:lnTo>
                    <a:pt x="599265" y="434610"/>
                  </a:lnTo>
                  <a:lnTo>
                    <a:pt x="598291" y="435111"/>
                  </a:lnTo>
                  <a:lnTo>
                    <a:pt x="597331" y="435575"/>
                  </a:lnTo>
                  <a:lnTo>
                    <a:pt x="596370" y="435997"/>
                  </a:lnTo>
                  <a:lnTo>
                    <a:pt x="595393" y="436373"/>
                  </a:lnTo>
                  <a:lnTo>
                    <a:pt x="594385" y="436699"/>
                  </a:lnTo>
                  <a:lnTo>
                    <a:pt x="593329" y="436970"/>
                  </a:lnTo>
                  <a:lnTo>
                    <a:pt x="592211" y="437181"/>
                  </a:lnTo>
                  <a:lnTo>
                    <a:pt x="591087" y="437640"/>
                  </a:lnTo>
                  <a:lnTo>
                    <a:pt x="590090" y="438188"/>
                  </a:lnTo>
                  <a:lnTo>
                    <a:pt x="589199" y="438818"/>
                  </a:lnTo>
                  <a:lnTo>
                    <a:pt x="588393" y="439521"/>
                  </a:lnTo>
                  <a:lnTo>
                    <a:pt x="587651" y="440289"/>
                  </a:lnTo>
                  <a:lnTo>
                    <a:pt x="586952" y="441114"/>
                  </a:lnTo>
                  <a:lnTo>
                    <a:pt x="586274" y="441988"/>
                  </a:lnTo>
                  <a:lnTo>
                    <a:pt x="585595" y="442902"/>
                  </a:lnTo>
                  <a:lnTo>
                    <a:pt x="584896" y="443849"/>
                  </a:lnTo>
                  <a:lnTo>
                    <a:pt x="584154" y="444820"/>
                  </a:lnTo>
                  <a:lnTo>
                    <a:pt x="583210" y="445419"/>
                  </a:lnTo>
                  <a:lnTo>
                    <a:pt x="582260" y="446011"/>
                  </a:lnTo>
                  <a:lnTo>
                    <a:pt x="581306" y="446594"/>
                  </a:lnTo>
                  <a:lnTo>
                    <a:pt x="580346" y="447170"/>
                  </a:lnTo>
                  <a:lnTo>
                    <a:pt x="579382" y="447737"/>
                  </a:lnTo>
                  <a:lnTo>
                    <a:pt x="578413" y="448297"/>
                  </a:lnTo>
                  <a:lnTo>
                    <a:pt x="577440" y="448848"/>
                  </a:lnTo>
                  <a:lnTo>
                    <a:pt x="575800" y="450098"/>
                  </a:lnTo>
                  <a:lnTo>
                    <a:pt x="574403" y="451166"/>
                  </a:lnTo>
                  <a:lnTo>
                    <a:pt x="573221" y="452078"/>
                  </a:lnTo>
                  <a:lnTo>
                    <a:pt x="572222" y="452859"/>
                  </a:lnTo>
                  <a:lnTo>
                    <a:pt x="571379" y="453535"/>
                  </a:lnTo>
                  <a:lnTo>
                    <a:pt x="570662" y="454132"/>
                  </a:lnTo>
                  <a:lnTo>
                    <a:pt x="570041" y="454675"/>
                  </a:lnTo>
                  <a:lnTo>
                    <a:pt x="569487" y="455191"/>
                  </a:lnTo>
                  <a:lnTo>
                    <a:pt x="568970" y="455704"/>
                  </a:lnTo>
                  <a:lnTo>
                    <a:pt x="568463" y="456241"/>
                  </a:lnTo>
                  <a:lnTo>
                    <a:pt x="567934" y="456827"/>
                  </a:lnTo>
                  <a:lnTo>
                    <a:pt x="567355" y="457487"/>
                  </a:lnTo>
                  <a:lnTo>
                    <a:pt x="566697" y="458248"/>
                  </a:lnTo>
                  <a:lnTo>
                    <a:pt x="566697" y="459581"/>
                  </a:lnTo>
                  <a:lnTo>
                    <a:pt x="566697" y="460934"/>
                  </a:lnTo>
                  <a:lnTo>
                    <a:pt x="565364" y="460934"/>
                  </a:lnTo>
                  <a:lnTo>
                    <a:pt x="564011" y="460934"/>
                  </a:lnTo>
                  <a:lnTo>
                    <a:pt x="563678" y="461932"/>
                  </a:lnTo>
                  <a:lnTo>
                    <a:pt x="563344" y="462933"/>
                  </a:lnTo>
                  <a:lnTo>
                    <a:pt x="563008" y="463942"/>
                  </a:lnTo>
                  <a:lnTo>
                    <a:pt x="562668" y="464963"/>
                  </a:lnTo>
                  <a:lnTo>
                    <a:pt x="561922" y="465709"/>
                  </a:lnTo>
                  <a:lnTo>
                    <a:pt x="561176" y="466455"/>
                  </a:lnTo>
                  <a:lnTo>
                    <a:pt x="560430" y="467200"/>
                  </a:lnTo>
                  <a:lnTo>
                    <a:pt x="559684" y="467947"/>
                  </a:lnTo>
                  <a:lnTo>
                    <a:pt x="558938" y="468693"/>
                  </a:lnTo>
                  <a:lnTo>
                    <a:pt x="558192" y="469439"/>
                  </a:lnTo>
                  <a:lnTo>
                    <a:pt x="557446" y="470185"/>
                  </a:lnTo>
                  <a:lnTo>
                    <a:pt x="556700" y="470931"/>
                  </a:lnTo>
                  <a:lnTo>
                    <a:pt x="555954" y="471677"/>
                  </a:lnTo>
                  <a:lnTo>
                    <a:pt x="555954" y="473010"/>
                  </a:lnTo>
                  <a:lnTo>
                    <a:pt x="555954" y="474363"/>
                  </a:lnTo>
                  <a:lnTo>
                    <a:pt x="555485" y="474480"/>
                  </a:lnTo>
                  <a:lnTo>
                    <a:pt x="554972" y="474608"/>
                  </a:lnTo>
                  <a:lnTo>
                    <a:pt x="554155" y="474813"/>
                  </a:lnTo>
                  <a:lnTo>
                    <a:pt x="552778" y="475157"/>
                  </a:lnTo>
                  <a:lnTo>
                    <a:pt x="550582" y="475706"/>
                  </a:lnTo>
                  <a:lnTo>
                    <a:pt x="550582" y="477039"/>
                  </a:lnTo>
                  <a:lnTo>
                    <a:pt x="550582" y="478392"/>
                  </a:lnTo>
                  <a:lnTo>
                    <a:pt x="549249" y="478392"/>
                  </a:lnTo>
                  <a:lnTo>
                    <a:pt x="547896" y="478392"/>
                  </a:lnTo>
                  <a:lnTo>
                    <a:pt x="547639" y="478952"/>
                  </a:lnTo>
                  <a:lnTo>
                    <a:pt x="546862" y="480646"/>
                  </a:lnTo>
                  <a:lnTo>
                    <a:pt x="546400" y="481621"/>
                  </a:lnTo>
                  <a:lnTo>
                    <a:pt x="545934" y="482601"/>
                  </a:lnTo>
                  <a:lnTo>
                    <a:pt x="545462" y="483595"/>
                  </a:lnTo>
                  <a:lnTo>
                    <a:pt x="545010" y="484562"/>
                  </a:lnTo>
                  <a:lnTo>
                    <a:pt x="544555" y="485535"/>
                  </a:lnTo>
                  <a:lnTo>
                    <a:pt x="544093" y="486521"/>
                  </a:lnTo>
                  <a:lnTo>
                    <a:pt x="543501" y="487497"/>
                  </a:lnTo>
                  <a:lnTo>
                    <a:pt x="543002" y="488245"/>
                  </a:lnTo>
                  <a:lnTo>
                    <a:pt x="542500" y="488859"/>
                  </a:lnTo>
                  <a:lnTo>
                    <a:pt x="541896" y="489430"/>
                  </a:lnTo>
                  <a:lnTo>
                    <a:pt x="541093" y="490053"/>
                  </a:lnTo>
                  <a:lnTo>
                    <a:pt x="539992" y="490818"/>
                  </a:lnTo>
                  <a:lnTo>
                    <a:pt x="538496" y="491820"/>
                  </a:lnTo>
                  <a:lnTo>
                    <a:pt x="538496" y="493153"/>
                  </a:lnTo>
                  <a:lnTo>
                    <a:pt x="538496" y="494506"/>
                  </a:lnTo>
                  <a:lnTo>
                    <a:pt x="537163" y="494506"/>
                  </a:lnTo>
                  <a:lnTo>
                    <a:pt x="535810" y="494506"/>
                  </a:lnTo>
                  <a:lnTo>
                    <a:pt x="535177" y="495426"/>
                  </a:lnTo>
                  <a:lnTo>
                    <a:pt x="534554" y="496345"/>
                  </a:lnTo>
                  <a:lnTo>
                    <a:pt x="533941" y="497264"/>
                  </a:lnTo>
                  <a:lnTo>
                    <a:pt x="533337" y="498186"/>
                  </a:lnTo>
                  <a:lnTo>
                    <a:pt x="532741" y="499110"/>
                  </a:lnTo>
                  <a:lnTo>
                    <a:pt x="532152" y="500039"/>
                  </a:lnTo>
                  <a:lnTo>
                    <a:pt x="531570" y="500973"/>
                  </a:lnTo>
                  <a:lnTo>
                    <a:pt x="530992" y="501915"/>
                  </a:lnTo>
                  <a:lnTo>
                    <a:pt x="530420" y="502864"/>
                  </a:lnTo>
                  <a:lnTo>
                    <a:pt x="529851" y="503822"/>
                  </a:lnTo>
                  <a:lnTo>
                    <a:pt x="529306" y="504741"/>
                  </a:lnTo>
                  <a:lnTo>
                    <a:pt x="528756" y="505666"/>
                  </a:lnTo>
                  <a:lnTo>
                    <a:pt x="528199" y="506604"/>
                  </a:lnTo>
                  <a:lnTo>
                    <a:pt x="527648" y="507556"/>
                  </a:lnTo>
                  <a:lnTo>
                    <a:pt x="527103" y="508507"/>
                  </a:lnTo>
                  <a:lnTo>
                    <a:pt x="526564" y="509458"/>
                  </a:lnTo>
                  <a:lnTo>
                    <a:pt x="526033" y="510411"/>
                  </a:lnTo>
                  <a:lnTo>
                    <a:pt x="525513" y="511365"/>
                  </a:lnTo>
                  <a:lnTo>
                    <a:pt x="525005" y="512322"/>
                  </a:lnTo>
                  <a:lnTo>
                    <a:pt x="524509" y="513282"/>
                  </a:lnTo>
                  <a:lnTo>
                    <a:pt x="524029" y="514246"/>
                  </a:lnTo>
                  <a:lnTo>
                    <a:pt x="523565" y="515215"/>
                  </a:lnTo>
                  <a:lnTo>
                    <a:pt x="523119" y="516188"/>
                  </a:lnTo>
                  <a:lnTo>
                    <a:pt x="522693" y="517168"/>
                  </a:lnTo>
                  <a:lnTo>
                    <a:pt x="522289" y="518154"/>
                  </a:lnTo>
                  <a:lnTo>
                    <a:pt x="521907" y="519148"/>
                  </a:lnTo>
                  <a:lnTo>
                    <a:pt x="521551" y="520150"/>
                  </a:lnTo>
                  <a:lnTo>
                    <a:pt x="521220" y="521161"/>
                  </a:lnTo>
                  <a:lnTo>
                    <a:pt x="520917" y="522181"/>
                  </a:lnTo>
                  <a:lnTo>
                    <a:pt x="520644" y="523211"/>
                  </a:lnTo>
                  <a:lnTo>
                    <a:pt x="520402" y="524252"/>
                  </a:lnTo>
                  <a:lnTo>
                    <a:pt x="520193" y="525304"/>
                  </a:lnTo>
                  <a:lnTo>
                    <a:pt x="520018" y="526369"/>
                  </a:lnTo>
                  <a:lnTo>
                    <a:pt x="519880" y="527447"/>
                  </a:lnTo>
                  <a:lnTo>
                    <a:pt x="519779" y="528538"/>
                  </a:lnTo>
                  <a:lnTo>
                    <a:pt x="519717" y="529643"/>
                  </a:lnTo>
                  <a:lnTo>
                    <a:pt x="519696" y="530764"/>
                  </a:lnTo>
                  <a:lnTo>
                    <a:pt x="518363" y="530764"/>
                  </a:lnTo>
                  <a:lnTo>
                    <a:pt x="517010" y="530764"/>
                  </a:lnTo>
                  <a:lnTo>
                    <a:pt x="516467" y="531734"/>
                  </a:lnTo>
                  <a:lnTo>
                    <a:pt x="515969" y="532701"/>
                  </a:lnTo>
                  <a:lnTo>
                    <a:pt x="515513" y="533668"/>
                  </a:lnTo>
                  <a:lnTo>
                    <a:pt x="515095" y="534638"/>
                  </a:lnTo>
                  <a:lnTo>
                    <a:pt x="514711" y="535614"/>
                  </a:lnTo>
                  <a:lnTo>
                    <a:pt x="514357" y="536598"/>
                  </a:lnTo>
                  <a:lnTo>
                    <a:pt x="514028" y="537595"/>
                  </a:lnTo>
                  <a:lnTo>
                    <a:pt x="513722" y="538606"/>
                  </a:lnTo>
                  <a:lnTo>
                    <a:pt x="513434" y="539635"/>
                  </a:lnTo>
                  <a:lnTo>
                    <a:pt x="513160" y="540685"/>
                  </a:lnTo>
                  <a:lnTo>
                    <a:pt x="512897" y="541758"/>
                  </a:lnTo>
                  <a:lnTo>
                    <a:pt x="512360" y="543922"/>
                  </a:lnTo>
                  <a:lnTo>
                    <a:pt x="511961" y="545411"/>
                  </a:lnTo>
                  <a:lnTo>
                    <a:pt x="511628" y="546407"/>
                  </a:lnTo>
                  <a:lnTo>
                    <a:pt x="511287" y="547087"/>
                  </a:lnTo>
                  <a:lnTo>
                    <a:pt x="510867" y="547632"/>
                  </a:lnTo>
                  <a:lnTo>
                    <a:pt x="510295" y="548222"/>
                  </a:lnTo>
                  <a:lnTo>
                    <a:pt x="510089" y="549289"/>
                  </a:lnTo>
                  <a:lnTo>
                    <a:pt x="509886" y="550356"/>
                  </a:lnTo>
                  <a:lnTo>
                    <a:pt x="509686" y="551422"/>
                  </a:lnTo>
                  <a:lnTo>
                    <a:pt x="509489" y="552489"/>
                  </a:lnTo>
                  <a:lnTo>
                    <a:pt x="509295" y="553555"/>
                  </a:lnTo>
                  <a:lnTo>
                    <a:pt x="509105" y="554622"/>
                  </a:lnTo>
                  <a:lnTo>
                    <a:pt x="508917" y="555690"/>
                  </a:lnTo>
                  <a:lnTo>
                    <a:pt x="508733" y="556759"/>
                  </a:lnTo>
                  <a:lnTo>
                    <a:pt x="508551" y="557828"/>
                  </a:lnTo>
                  <a:lnTo>
                    <a:pt x="508373" y="558899"/>
                  </a:lnTo>
                  <a:lnTo>
                    <a:pt x="508197" y="559972"/>
                  </a:lnTo>
                  <a:lnTo>
                    <a:pt x="508011" y="561063"/>
                  </a:lnTo>
                  <a:lnTo>
                    <a:pt x="507823" y="562163"/>
                  </a:lnTo>
                  <a:lnTo>
                    <a:pt x="507634" y="563277"/>
                  </a:lnTo>
                  <a:lnTo>
                    <a:pt x="507460" y="564339"/>
                  </a:lnTo>
                  <a:lnTo>
                    <a:pt x="507291" y="565396"/>
                  </a:lnTo>
                  <a:lnTo>
                    <a:pt x="507129" y="566449"/>
                  </a:lnTo>
                  <a:lnTo>
                    <a:pt x="506975" y="567498"/>
                  </a:lnTo>
                  <a:lnTo>
                    <a:pt x="506832" y="568544"/>
                  </a:lnTo>
                  <a:lnTo>
                    <a:pt x="506699" y="569589"/>
                  </a:lnTo>
                  <a:lnTo>
                    <a:pt x="506579" y="570634"/>
                  </a:lnTo>
                  <a:lnTo>
                    <a:pt x="506474" y="571680"/>
                  </a:lnTo>
                  <a:lnTo>
                    <a:pt x="506385" y="572727"/>
                  </a:lnTo>
                  <a:lnTo>
                    <a:pt x="506313" y="573778"/>
                  </a:lnTo>
                  <a:lnTo>
                    <a:pt x="506260" y="574832"/>
                  </a:lnTo>
                  <a:lnTo>
                    <a:pt x="506227" y="575891"/>
                  </a:lnTo>
                  <a:lnTo>
                    <a:pt x="506216" y="576956"/>
                  </a:lnTo>
                  <a:lnTo>
                    <a:pt x="506229" y="578028"/>
                  </a:lnTo>
                  <a:lnTo>
                    <a:pt x="506267" y="579108"/>
                  </a:lnTo>
                  <a:lnTo>
                    <a:pt x="504934" y="579108"/>
                  </a:lnTo>
                  <a:lnTo>
                    <a:pt x="503581" y="579108"/>
                  </a:lnTo>
                  <a:lnTo>
                    <a:pt x="503194" y="580332"/>
                  </a:lnTo>
                  <a:lnTo>
                    <a:pt x="502876" y="581474"/>
                  </a:lnTo>
                  <a:lnTo>
                    <a:pt x="502622" y="582558"/>
                  </a:lnTo>
                  <a:lnTo>
                    <a:pt x="502425" y="583610"/>
                  </a:lnTo>
                  <a:lnTo>
                    <a:pt x="502279" y="584654"/>
                  </a:lnTo>
                  <a:lnTo>
                    <a:pt x="502176" y="585716"/>
                  </a:lnTo>
                  <a:lnTo>
                    <a:pt x="502111" y="586821"/>
                  </a:lnTo>
                  <a:lnTo>
                    <a:pt x="502076" y="587994"/>
                  </a:lnTo>
                  <a:lnTo>
                    <a:pt x="502065" y="589260"/>
                  </a:lnTo>
                  <a:lnTo>
                    <a:pt x="502060" y="590498"/>
                  </a:lnTo>
                  <a:lnTo>
                    <a:pt x="502056" y="591745"/>
                  </a:lnTo>
                  <a:lnTo>
                    <a:pt x="502052" y="593009"/>
                  </a:lnTo>
                  <a:lnTo>
                    <a:pt x="502054" y="594345"/>
                  </a:lnTo>
                  <a:lnTo>
                    <a:pt x="502057" y="595690"/>
                  </a:lnTo>
                  <a:lnTo>
                    <a:pt x="502060" y="597053"/>
                  </a:lnTo>
                  <a:lnTo>
                    <a:pt x="502059" y="598086"/>
                  </a:lnTo>
                  <a:lnTo>
                    <a:pt x="502058" y="599123"/>
                  </a:lnTo>
                  <a:lnTo>
                    <a:pt x="502057" y="600167"/>
                  </a:lnTo>
                  <a:lnTo>
                    <a:pt x="502056" y="601222"/>
                  </a:lnTo>
                  <a:lnTo>
                    <a:pt x="502056" y="602315"/>
                  </a:lnTo>
                  <a:lnTo>
                    <a:pt x="502056" y="603408"/>
                  </a:lnTo>
                  <a:lnTo>
                    <a:pt x="502056" y="604501"/>
                  </a:lnTo>
                  <a:lnTo>
                    <a:pt x="502057" y="605593"/>
                  </a:lnTo>
                  <a:lnTo>
                    <a:pt x="502058" y="606686"/>
                  </a:lnTo>
                  <a:lnTo>
                    <a:pt x="502060" y="607779"/>
                  </a:lnTo>
                  <a:lnTo>
                    <a:pt x="502061" y="608871"/>
                  </a:lnTo>
                  <a:lnTo>
                    <a:pt x="502064" y="609963"/>
                  </a:lnTo>
                  <a:lnTo>
                    <a:pt x="502065" y="611075"/>
                  </a:lnTo>
                  <a:lnTo>
                    <a:pt x="502066" y="612187"/>
                  </a:lnTo>
                  <a:lnTo>
                    <a:pt x="502066" y="613299"/>
                  </a:lnTo>
                  <a:lnTo>
                    <a:pt x="502066" y="614411"/>
                  </a:lnTo>
                  <a:lnTo>
                    <a:pt x="502066" y="615522"/>
                  </a:lnTo>
                  <a:lnTo>
                    <a:pt x="502065" y="616634"/>
                  </a:lnTo>
                  <a:lnTo>
                    <a:pt x="502064" y="617746"/>
                  </a:lnTo>
                  <a:lnTo>
                    <a:pt x="502062" y="618858"/>
                  </a:lnTo>
                  <a:lnTo>
                    <a:pt x="502061" y="619969"/>
                  </a:lnTo>
                  <a:lnTo>
                    <a:pt x="502059" y="621081"/>
                  </a:lnTo>
                  <a:lnTo>
                    <a:pt x="502056" y="622193"/>
                  </a:lnTo>
                  <a:lnTo>
                    <a:pt x="502054" y="623305"/>
                  </a:lnTo>
                  <a:lnTo>
                    <a:pt x="502055" y="624367"/>
                  </a:lnTo>
                  <a:lnTo>
                    <a:pt x="502055" y="625429"/>
                  </a:lnTo>
                  <a:lnTo>
                    <a:pt x="502056" y="626491"/>
                  </a:lnTo>
                  <a:lnTo>
                    <a:pt x="502056" y="627552"/>
                  </a:lnTo>
                  <a:lnTo>
                    <a:pt x="502057" y="628614"/>
                  </a:lnTo>
                  <a:lnTo>
                    <a:pt x="502058" y="629676"/>
                  </a:lnTo>
                  <a:lnTo>
                    <a:pt x="502059" y="630738"/>
                  </a:lnTo>
                  <a:lnTo>
                    <a:pt x="502060" y="631800"/>
                  </a:lnTo>
                  <a:lnTo>
                    <a:pt x="502057" y="633128"/>
                  </a:lnTo>
                  <a:lnTo>
                    <a:pt x="502054" y="634464"/>
                  </a:lnTo>
                  <a:lnTo>
                    <a:pt x="502052" y="635819"/>
                  </a:lnTo>
                  <a:lnTo>
                    <a:pt x="502057" y="636930"/>
                  </a:lnTo>
                  <a:lnTo>
                    <a:pt x="502068" y="638035"/>
                  </a:lnTo>
                  <a:lnTo>
                    <a:pt x="502084" y="639133"/>
                  </a:lnTo>
                  <a:lnTo>
                    <a:pt x="502108" y="640226"/>
                  </a:lnTo>
                  <a:lnTo>
                    <a:pt x="502140" y="641315"/>
                  </a:lnTo>
                  <a:lnTo>
                    <a:pt x="502181" y="642401"/>
                  </a:lnTo>
                  <a:lnTo>
                    <a:pt x="502233" y="643483"/>
                  </a:lnTo>
                  <a:lnTo>
                    <a:pt x="502296" y="644563"/>
                  </a:lnTo>
                  <a:lnTo>
                    <a:pt x="502372" y="645642"/>
                  </a:lnTo>
                  <a:lnTo>
                    <a:pt x="502462" y="646720"/>
                  </a:lnTo>
                  <a:lnTo>
                    <a:pt x="502568" y="647799"/>
                  </a:lnTo>
                  <a:lnTo>
                    <a:pt x="502689" y="648877"/>
                  </a:lnTo>
                  <a:lnTo>
                    <a:pt x="502828" y="649958"/>
                  </a:lnTo>
                  <a:lnTo>
                    <a:pt x="502986" y="651041"/>
                  </a:lnTo>
                  <a:lnTo>
                    <a:pt x="503163" y="652126"/>
                  </a:lnTo>
                  <a:lnTo>
                    <a:pt x="503361" y="653216"/>
                  </a:lnTo>
                  <a:lnTo>
                    <a:pt x="503581" y="654309"/>
                  </a:lnTo>
                  <a:lnTo>
                    <a:pt x="504914" y="654309"/>
                  </a:lnTo>
                  <a:lnTo>
                    <a:pt x="506267" y="654309"/>
                  </a:lnTo>
                  <a:lnTo>
                    <a:pt x="506295" y="655514"/>
                  </a:lnTo>
                  <a:lnTo>
                    <a:pt x="506325" y="656737"/>
                  </a:lnTo>
                  <a:lnTo>
                    <a:pt x="506392" y="657820"/>
                  </a:lnTo>
                  <a:lnTo>
                    <a:pt x="506474" y="658898"/>
                  </a:lnTo>
                  <a:lnTo>
                    <a:pt x="506570" y="659970"/>
                  </a:lnTo>
                  <a:lnTo>
                    <a:pt x="506681" y="661037"/>
                  </a:lnTo>
                  <a:lnTo>
                    <a:pt x="506805" y="662100"/>
                  </a:lnTo>
                  <a:lnTo>
                    <a:pt x="506942" y="663158"/>
                  </a:lnTo>
                  <a:lnTo>
                    <a:pt x="507092" y="664211"/>
                  </a:lnTo>
                  <a:lnTo>
                    <a:pt x="507253" y="665261"/>
                  </a:lnTo>
                  <a:lnTo>
                    <a:pt x="507427" y="666306"/>
                  </a:lnTo>
                  <a:lnTo>
                    <a:pt x="507612" y="667349"/>
                  </a:lnTo>
                  <a:lnTo>
                    <a:pt x="507808" y="668387"/>
                  </a:lnTo>
                  <a:lnTo>
                    <a:pt x="508014" y="669423"/>
                  </a:lnTo>
                  <a:lnTo>
                    <a:pt x="508231" y="670456"/>
                  </a:lnTo>
                  <a:lnTo>
                    <a:pt x="508457" y="671486"/>
                  </a:lnTo>
                  <a:lnTo>
                    <a:pt x="508692" y="672514"/>
                  </a:lnTo>
                  <a:lnTo>
                    <a:pt x="508936" y="673540"/>
                  </a:lnTo>
                  <a:lnTo>
                    <a:pt x="509188" y="674563"/>
                  </a:lnTo>
                  <a:lnTo>
                    <a:pt x="509448" y="675585"/>
                  </a:lnTo>
                  <a:lnTo>
                    <a:pt x="509716" y="676606"/>
                  </a:lnTo>
                  <a:lnTo>
                    <a:pt x="509990" y="677626"/>
                  </a:lnTo>
                  <a:lnTo>
                    <a:pt x="510271" y="678644"/>
                  </a:lnTo>
                  <a:lnTo>
                    <a:pt x="510559" y="679662"/>
                  </a:lnTo>
                  <a:lnTo>
                    <a:pt x="510852" y="680680"/>
                  </a:lnTo>
                  <a:lnTo>
                    <a:pt x="511150" y="681697"/>
                  </a:lnTo>
                  <a:lnTo>
                    <a:pt x="511453" y="682714"/>
                  </a:lnTo>
                  <a:lnTo>
                    <a:pt x="511760" y="683732"/>
                  </a:lnTo>
                  <a:lnTo>
                    <a:pt x="512071" y="684750"/>
                  </a:lnTo>
                  <a:lnTo>
                    <a:pt x="512386" y="685768"/>
                  </a:lnTo>
                  <a:lnTo>
                    <a:pt x="512704" y="686788"/>
                  </a:lnTo>
                  <a:lnTo>
                    <a:pt x="513024" y="687809"/>
                  </a:lnTo>
                  <a:lnTo>
                    <a:pt x="513347" y="688832"/>
                  </a:lnTo>
                  <a:lnTo>
                    <a:pt x="513672" y="689856"/>
                  </a:lnTo>
                  <a:lnTo>
                    <a:pt x="513997" y="690882"/>
                  </a:lnTo>
                  <a:lnTo>
                    <a:pt x="514324" y="691910"/>
                  </a:lnTo>
                  <a:lnTo>
                    <a:pt x="515657" y="691910"/>
                  </a:lnTo>
                  <a:lnTo>
                    <a:pt x="517010" y="691910"/>
                  </a:lnTo>
                  <a:lnTo>
                    <a:pt x="517257" y="693042"/>
                  </a:lnTo>
                  <a:lnTo>
                    <a:pt x="517508" y="694192"/>
                  </a:lnTo>
                  <a:lnTo>
                    <a:pt x="517792" y="695193"/>
                  </a:lnTo>
                  <a:lnTo>
                    <a:pt x="518093" y="696191"/>
                  </a:lnTo>
                  <a:lnTo>
                    <a:pt x="518411" y="697185"/>
                  </a:lnTo>
                  <a:lnTo>
                    <a:pt x="518745" y="698175"/>
                  </a:lnTo>
                  <a:lnTo>
                    <a:pt x="519095" y="699161"/>
                  </a:lnTo>
                  <a:lnTo>
                    <a:pt x="519459" y="700144"/>
                  </a:lnTo>
                  <a:lnTo>
                    <a:pt x="519837" y="701123"/>
                  </a:lnTo>
                  <a:lnTo>
                    <a:pt x="520227" y="702099"/>
                  </a:lnTo>
                  <a:lnTo>
                    <a:pt x="520631" y="703072"/>
                  </a:lnTo>
                  <a:lnTo>
                    <a:pt x="521045" y="704041"/>
                  </a:lnTo>
                  <a:lnTo>
                    <a:pt x="521470" y="705007"/>
                  </a:lnTo>
                  <a:lnTo>
                    <a:pt x="521905" y="705970"/>
                  </a:lnTo>
                  <a:lnTo>
                    <a:pt x="522349" y="706930"/>
                  </a:lnTo>
                  <a:lnTo>
                    <a:pt x="522801" y="707887"/>
                  </a:lnTo>
                  <a:lnTo>
                    <a:pt x="523261" y="708842"/>
                  </a:lnTo>
                  <a:lnTo>
                    <a:pt x="523728" y="709793"/>
                  </a:lnTo>
                  <a:lnTo>
                    <a:pt x="524200" y="710742"/>
                  </a:lnTo>
                  <a:lnTo>
                    <a:pt x="524678" y="711689"/>
                  </a:lnTo>
                  <a:lnTo>
                    <a:pt x="525159" y="712633"/>
                  </a:lnTo>
                  <a:lnTo>
                    <a:pt x="525645" y="713574"/>
                  </a:lnTo>
                  <a:lnTo>
                    <a:pt x="526133" y="714514"/>
                  </a:lnTo>
                  <a:lnTo>
                    <a:pt x="526623" y="715451"/>
                  </a:lnTo>
                  <a:lnTo>
                    <a:pt x="527115" y="716386"/>
                  </a:lnTo>
                  <a:lnTo>
                    <a:pt x="527606" y="717319"/>
                  </a:lnTo>
                  <a:lnTo>
                    <a:pt x="528098" y="718250"/>
                  </a:lnTo>
                  <a:lnTo>
                    <a:pt x="528588" y="719179"/>
                  </a:lnTo>
                  <a:lnTo>
                    <a:pt x="529076" y="720107"/>
                  </a:lnTo>
                  <a:lnTo>
                    <a:pt x="529562" y="721033"/>
                  </a:lnTo>
                  <a:lnTo>
                    <a:pt x="530044" y="721957"/>
                  </a:lnTo>
                  <a:lnTo>
                    <a:pt x="530522" y="722880"/>
                  </a:lnTo>
                  <a:lnTo>
                    <a:pt x="530855" y="723543"/>
                  </a:lnTo>
                  <a:lnTo>
                    <a:pt x="531858" y="725547"/>
                  </a:lnTo>
                  <a:lnTo>
                    <a:pt x="532426" y="726611"/>
                  </a:lnTo>
                  <a:lnTo>
                    <a:pt x="532978" y="727602"/>
                  </a:lnTo>
                  <a:lnTo>
                    <a:pt x="533525" y="728524"/>
                  </a:lnTo>
                  <a:lnTo>
                    <a:pt x="534079" y="729381"/>
                  </a:lnTo>
                  <a:lnTo>
                    <a:pt x="534650" y="730177"/>
                  </a:lnTo>
                  <a:lnTo>
                    <a:pt x="535249" y="730917"/>
                  </a:lnTo>
                  <a:lnTo>
                    <a:pt x="535888" y="731605"/>
                  </a:lnTo>
                  <a:lnTo>
                    <a:pt x="536579" y="732245"/>
                  </a:lnTo>
                  <a:lnTo>
                    <a:pt x="537331" y="732842"/>
                  </a:lnTo>
                  <a:lnTo>
                    <a:pt x="538156" y="733400"/>
                  </a:lnTo>
                  <a:lnTo>
                    <a:pt x="539066" y="733923"/>
                  </a:lnTo>
                  <a:lnTo>
                    <a:pt x="540070" y="734416"/>
                  </a:lnTo>
                  <a:lnTo>
                    <a:pt x="541182" y="734882"/>
                  </a:lnTo>
                  <a:lnTo>
                    <a:pt x="541663" y="735987"/>
                  </a:lnTo>
                  <a:lnTo>
                    <a:pt x="542130" y="737098"/>
                  </a:lnTo>
                  <a:lnTo>
                    <a:pt x="542583" y="738216"/>
                  </a:lnTo>
                  <a:lnTo>
                    <a:pt x="543023" y="739338"/>
                  </a:lnTo>
                  <a:lnTo>
                    <a:pt x="543451" y="740466"/>
                  </a:lnTo>
                  <a:lnTo>
                    <a:pt x="543868" y="741597"/>
                  </a:lnTo>
                  <a:lnTo>
                    <a:pt x="544449" y="742502"/>
                  </a:lnTo>
                  <a:lnTo>
                    <a:pt x="545035" y="743404"/>
                  </a:lnTo>
                  <a:lnTo>
                    <a:pt x="545624" y="744305"/>
                  </a:lnTo>
                  <a:lnTo>
                    <a:pt x="546217" y="745203"/>
                  </a:lnTo>
                  <a:lnTo>
                    <a:pt x="546813" y="746099"/>
                  </a:lnTo>
                  <a:lnTo>
                    <a:pt x="547414" y="746992"/>
                  </a:lnTo>
                  <a:lnTo>
                    <a:pt x="548018" y="747882"/>
                  </a:lnTo>
                  <a:lnTo>
                    <a:pt x="548627" y="748769"/>
                  </a:lnTo>
                  <a:lnTo>
                    <a:pt x="549239" y="749654"/>
                  </a:lnTo>
                  <a:lnTo>
                    <a:pt x="549904" y="750652"/>
                  </a:lnTo>
                  <a:lnTo>
                    <a:pt x="550572" y="751653"/>
                  </a:lnTo>
                  <a:lnTo>
                    <a:pt x="551245" y="752662"/>
                  </a:lnTo>
                  <a:lnTo>
                    <a:pt x="551925" y="753683"/>
                  </a:lnTo>
                  <a:lnTo>
                    <a:pt x="552923" y="754015"/>
                  </a:lnTo>
                  <a:lnTo>
                    <a:pt x="553924" y="754349"/>
                  </a:lnTo>
                  <a:lnTo>
                    <a:pt x="554933" y="754685"/>
                  </a:lnTo>
                  <a:lnTo>
                    <a:pt x="555954" y="755026"/>
                  </a:lnTo>
                  <a:lnTo>
                    <a:pt x="556099" y="755462"/>
                  </a:lnTo>
                  <a:lnTo>
                    <a:pt x="556288" y="756028"/>
                  </a:lnTo>
                  <a:lnTo>
                    <a:pt x="556645" y="757099"/>
                  </a:lnTo>
                  <a:lnTo>
                    <a:pt x="557296" y="759054"/>
                  </a:lnTo>
                  <a:lnTo>
                    <a:pt x="558629" y="759054"/>
                  </a:lnTo>
                  <a:lnTo>
                    <a:pt x="559982" y="759054"/>
                  </a:lnTo>
                  <a:lnTo>
                    <a:pt x="559982" y="760387"/>
                  </a:lnTo>
                  <a:lnTo>
                    <a:pt x="559982" y="761740"/>
                  </a:lnTo>
                  <a:lnTo>
                    <a:pt x="560901" y="762820"/>
                  </a:lnTo>
                  <a:lnTo>
                    <a:pt x="561569" y="763569"/>
                  </a:lnTo>
                  <a:lnTo>
                    <a:pt x="562182" y="764181"/>
                  </a:lnTo>
                  <a:lnTo>
                    <a:pt x="562931" y="764850"/>
                  </a:lnTo>
                  <a:lnTo>
                    <a:pt x="564011" y="765769"/>
                  </a:lnTo>
                  <a:lnTo>
                    <a:pt x="565344" y="765769"/>
                  </a:lnTo>
                  <a:lnTo>
                    <a:pt x="566697" y="765769"/>
                  </a:lnTo>
                  <a:lnTo>
                    <a:pt x="566697" y="767101"/>
                  </a:lnTo>
                  <a:lnTo>
                    <a:pt x="566697" y="768454"/>
                  </a:lnTo>
                  <a:lnTo>
                    <a:pt x="567620" y="769363"/>
                  </a:lnTo>
                  <a:lnTo>
                    <a:pt x="568324" y="770042"/>
                  </a:lnTo>
                  <a:lnTo>
                    <a:pt x="568947" y="770618"/>
                  </a:lnTo>
                  <a:lnTo>
                    <a:pt x="569629" y="771217"/>
                  </a:lnTo>
                  <a:lnTo>
                    <a:pt x="570511" y="771965"/>
                  </a:lnTo>
                  <a:lnTo>
                    <a:pt x="571732" y="772987"/>
                  </a:lnTo>
                  <a:lnTo>
                    <a:pt x="572575" y="773701"/>
                  </a:lnTo>
                  <a:lnTo>
                    <a:pt x="573406" y="774412"/>
                  </a:lnTo>
                  <a:lnTo>
                    <a:pt x="574224" y="775123"/>
                  </a:lnTo>
                  <a:lnTo>
                    <a:pt x="575033" y="775836"/>
                  </a:lnTo>
                  <a:lnTo>
                    <a:pt x="575831" y="776555"/>
                  </a:lnTo>
                  <a:lnTo>
                    <a:pt x="576620" y="777282"/>
                  </a:lnTo>
                  <a:lnTo>
                    <a:pt x="577401" y="778019"/>
                  </a:lnTo>
                  <a:lnTo>
                    <a:pt x="578175" y="778770"/>
                  </a:lnTo>
                  <a:lnTo>
                    <a:pt x="578942" y="779536"/>
                  </a:lnTo>
                  <a:lnTo>
                    <a:pt x="579704" y="780321"/>
                  </a:lnTo>
                  <a:lnTo>
                    <a:pt x="580461" y="781127"/>
                  </a:lnTo>
                  <a:lnTo>
                    <a:pt x="581247" y="781820"/>
                  </a:lnTo>
                  <a:lnTo>
                    <a:pt x="581904" y="782341"/>
                  </a:lnTo>
                  <a:lnTo>
                    <a:pt x="582521" y="782714"/>
                  </a:lnTo>
                  <a:lnTo>
                    <a:pt x="583189" y="782964"/>
                  </a:lnTo>
                  <a:lnTo>
                    <a:pt x="583999" y="783115"/>
                  </a:lnTo>
                  <a:lnTo>
                    <a:pt x="585041" y="783193"/>
                  </a:lnTo>
                  <a:lnTo>
                    <a:pt x="586405" y="783222"/>
                  </a:lnTo>
                  <a:lnTo>
                    <a:pt x="588183" y="783226"/>
                  </a:lnTo>
                  <a:lnTo>
                    <a:pt x="588183" y="784557"/>
                  </a:lnTo>
                  <a:lnTo>
                    <a:pt x="588183" y="785897"/>
                  </a:lnTo>
                  <a:lnTo>
                    <a:pt x="588183" y="787255"/>
                  </a:lnTo>
                  <a:lnTo>
                    <a:pt x="589326" y="787774"/>
                  </a:lnTo>
                  <a:lnTo>
                    <a:pt x="590473" y="788295"/>
                  </a:lnTo>
                  <a:lnTo>
                    <a:pt x="591629" y="788821"/>
                  </a:lnTo>
                  <a:lnTo>
                    <a:pt x="592798" y="789352"/>
                  </a:lnTo>
                  <a:lnTo>
                    <a:pt x="593769" y="789844"/>
                  </a:lnTo>
                  <a:lnTo>
                    <a:pt x="594717" y="790347"/>
                  </a:lnTo>
                  <a:lnTo>
                    <a:pt x="595645" y="790863"/>
                  </a:lnTo>
                  <a:lnTo>
                    <a:pt x="596556" y="791393"/>
                  </a:lnTo>
                  <a:lnTo>
                    <a:pt x="597450" y="791935"/>
                  </a:lnTo>
                  <a:lnTo>
                    <a:pt x="598331" y="792492"/>
                  </a:lnTo>
                  <a:lnTo>
                    <a:pt x="599200" y="793063"/>
                  </a:lnTo>
                  <a:lnTo>
                    <a:pt x="600060" y="793649"/>
                  </a:lnTo>
                  <a:lnTo>
                    <a:pt x="600912" y="794250"/>
                  </a:lnTo>
                  <a:lnTo>
                    <a:pt x="601759" y="794866"/>
                  </a:lnTo>
                  <a:lnTo>
                    <a:pt x="602603" y="795498"/>
                  </a:lnTo>
                  <a:lnTo>
                    <a:pt x="603446" y="796147"/>
                  </a:lnTo>
                  <a:lnTo>
                    <a:pt x="604289" y="796812"/>
                  </a:lnTo>
                  <a:lnTo>
                    <a:pt x="605137" y="797494"/>
                  </a:lnTo>
                  <a:lnTo>
                    <a:pt x="606034" y="798206"/>
                  </a:lnTo>
                  <a:lnTo>
                    <a:pt x="606915" y="798875"/>
                  </a:lnTo>
                  <a:lnTo>
                    <a:pt x="607783" y="799504"/>
                  </a:lnTo>
                  <a:lnTo>
                    <a:pt x="608645" y="800095"/>
                  </a:lnTo>
                  <a:lnTo>
                    <a:pt x="609504" y="800651"/>
                  </a:lnTo>
                  <a:lnTo>
                    <a:pt x="610366" y="801172"/>
                  </a:lnTo>
                  <a:lnTo>
                    <a:pt x="611235" y="801663"/>
                  </a:lnTo>
                  <a:lnTo>
                    <a:pt x="612118" y="802124"/>
                  </a:lnTo>
                  <a:lnTo>
                    <a:pt x="613018" y="802558"/>
                  </a:lnTo>
                  <a:lnTo>
                    <a:pt x="613941" y="802967"/>
                  </a:lnTo>
                  <a:lnTo>
                    <a:pt x="614891" y="803353"/>
                  </a:lnTo>
                  <a:lnTo>
                    <a:pt x="615874" y="803718"/>
                  </a:lnTo>
                  <a:lnTo>
                    <a:pt x="616895" y="804065"/>
                  </a:lnTo>
                  <a:lnTo>
                    <a:pt x="617958" y="804396"/>
                  </a:lnTo>
                  <a:lnTo>
                    <a:pt x="619069" y="804712"/>
                  </a:lnTo>
                  <a:lnTo>
                    <a:pt x="620030" y="805284"/>
                  </a:lnTo>
                  <a:lnTo>
                    <a:pt x="620991" y="805858"/>
                  </a:lnTo>
                  <a:lnTo>
                    <a:pt x="621951" y="806432"/>
                  </a:lnTo>
                  <a:lnTo>
                    <a:pt x="622910" y="807008"/>
                  </a:lnTo>
                  <a:lnTo>
                    <a:pt x="623868" y="807585"/>
                  </a:lnTo>
                  <a:lnTo>
                    <a:pt x="624826" y="808162"/>
                  </a:lnTo>
                  <a:lnTo>
                    <a:pt x="625783" y="808741"/>
                  </a:lnTo>
                  <a:lnTo>
                    <a:pt x="626799" y="809243"/>
                  </a:lnTo>
                  <a:lnTo>
                    <a:pt x="627816" y="809740"/>
                  </a:lnTo>
                  <a:lnTo>
                    <a:pt x="628836" y="810231"/>
                  </a:lnTo>
                  <a:lnTo>
                    <a:pt x="629859" y="810718"/>
                  </a:lnTo>
                  <a:lnTo>
                    <a:pt x="630883" y="811200"/>
                  </a:lnTo>
                  <a:lnTo>
                    <a:pt x="631910" y="811678"/>
                  </a:lnTo>
                  <a:lnTo>
                    <a:pt x="632355" y="811884"/>
                  </a:lnTo>
                  <a:lnTo>
                    <a:pt x="633140" y="812247"/>
                  </a:lnTo>
                  <a:lnTo>
                    <a:pt x="634937" y="813078"/>
                  </a:lnTo>
                  <a:lnTo>
                    <a:pt x="635915" y="813420"/>
                  </a:lnTo>
                  <a:lnTo>
                    <a:pt x="636716" y="813676"/>
                  </a:lnTo>
                  <a:lnTo>
                    <a:pt x="637437" y="813860"/>
                  </a:lnTo>
                  <a:lnTo>
                    <a:pt x="638174" y="813983"/>
                  </a:lnTo>
                  <a:lnTo>
                    <a:pt x="639026" y="814058"/>
                  </a:lnTo>
                  <a:lnTo>
                    <a:pt x="640090" y="814096"/>
                  </a:lnTo>
                  <a:lnTo>
                    <a:pt x="641462" y="814110"/>
                  </a:lnTo>
                  <a:lnTo>
                    <a:pt x="643241" y="814112"/>
                  </a:lnTo>
                  <a:lnTo>
                    <a:pt x="643241" y="815445"/>
                  </a:lnTo>
                  <a:lnTo>
                    <a:pt x="643241" y="816798"/>
                  </a:lnTo>
                  <a:lnTo>
                    <a:pt x="644451" y="817022"/>
                  </a:lnTo>
                  <a:lnTo>
                    <a:pt x="645681" y="817248"/>
                  </a:lnTo>
                  <a:lnTo>
                    <a:pt x="646788" y="817454"/>
                  </a:lnTo>
                  <a:lnTo>
                    <a:pt x="647896" y="817660"/>
                  </a:lnTo>
                  <a:lnTo>
                    <a:pt x="649003" y="817866"/>
                  </a:lnTo>
                  <a:lnTo>
                    <a:pt x="650110" y="818073"/>
                  </a:lnTo>
                  <a:lnTo>
                    <a:pt x="651217" y="818280"/>
                  </a:lnTo>
                  <a:lnTo>
                    <a:pt x="652325" y="818487"/>
                  </a:lnTo>
                  <a:lnTo>
                    <a:pt x="653432" y="818694"/>
                  </a:lnTo>
                  <a:lnTo>
                    <a:pt x="654539" y="818901"/>
                  </a:lnTo>
                  <a:lnTo>
                    <a:pt x="655646" y="819109"/>
                  </a:lnTo>
                  <a:lnTo>
                    <a:pt x="656753" y="819316"/>
                  </a:lnTo>
                  <a:lnTo>
                    <a:pt x="657318" y="819420"/>
                  </a:lnTo>
                  <a:lnTo>
                    <a:pt x="658313" y="819604"/>
                  </a:lnTo>
                  <a:lnTo>
                    <a:pt x="660591" y="820024"/>
                  </a:lnTo>
                  <a:lnTo>
                    <a:pt x="661621" y="820220"/>
                  </a:lnTo>
                  <a:lnTo>
                    <a:pt x="662648" y="820420"/>
                  </a:lnTo>
                  <a:lnTo>
                    <a:pt x="663672" y="820625"/>
                  </a:lnTo>
                  <a:lnTo>
                    <a:pt x="664693" y="820834"/>
                  </a:lnTo>
                  <a:lnTo>
                    <a:pt x="665712" y="821047"/>
                  </a:lnTo>
                  <a:lnTo>
                    <a:pt x="666728" y="821265"/>
                  </a:lnTo>
                  <a:lnTo>
                    <a:pt x="667743" y="821488"/>
                  </a:lnTo>
                  <a:lnTo>
                    <a:pt x="668755" y="821715"/>
                  </a:lnTo>
                  <a:lnTo>
                    <a:pt x="669766" y="821947"/>
                  </a:lnTo>
                  <a:lnTo>
                    <a:pt x="670775" y="822184"/>
                  </a:lnTo>
                  <a:lnTo>
                    <a:pt x="671783" y="822427"/>
                  </a:lnTo>
                  <a:lnTo>
                    <a:pt x="672791" y="822674"/>
                  </a:lnTo>
                  <a:lnTo>
                    <a:pt x="673797" y="822927"/>
                  </a:lnTo>
                  <a:lnTo>
                    <a:pt x="674803" y="823185"/>
                  </a:lnTo>
                  <a:lnTo>
                    <a:pt x="675809" y="823449"/>
                  </a:lnTo>
                  <a:lnTo>
                    <a:pt x="676815" y="823719"/>
                  </a:lnTo>
                  <a:lnTo>
                    <a:pt x="677820" y="823994"/>
                  </a:lnTo>
                  <a:lnTo>
                    <a:pt x="678827" y="824275"/>
                  </a:lnTo>
                  <a:lnTo>
                    <a:pt x="679834" y="824562"/>
                  </a:lnTo>
                  <a:lnTo>
                    <a:pt x="680842" y="824855"/>
                  </a:lnTo>
                  <a:lnTo>
                    <a:pt x="682272" y="825157"/>
                  </a:lnTo>
                  <a:lnTo>
                    <a:pt x="683713" y="825446"/>
                  </a:lnTo>
                  <a:lnTo>
                    <a:pt x="685163" y="825723"/>
                  </a:lnTo>
                  <a:lnTo>
                    <a:pt x="686621" y="825988"/>
                  </a:lnTo>
                  <a:lnTo>
                    <a:pt x="688089" y="826240"/>
                  </a:lnTo>
                  <a:lnTo>
                    <a:pt x="689564" y="826481"/>
                  </a:lnTo>
                  <a:lnTo>
                    <a:pt x="691048" y="826709"/>
                  </a:lnTo>
                  <a:lnTo>
                    <a:pt x="692539" y="826925"/>
                  </a:lnTo>
                  <a:lnTo>
                    <a:pt x="694037" y="827129"/>
                  </a:lnTo>
                  <a:lnTo>
                    <a:pt x="695542" y="827320"/>
                  </a:lnTo>
                  <a:lnTo>
                    <a:pt x="697054" y="827499"/>
                  </a:lnTo>
                  <a:lnTo>
                    <a:pt x="698571" y="827665"/>
                  </a:lnTo>
                  <a:lnTo>
                    <a:pt x="700095" y="827819"/>
                  </a:lnTo>
                  <a:lnTo>
                    <a:pt x="701624" y="827960"/>
                  </a:lnTo>
                  <a:lnTo>
                    <a:pt x="703159" y="828089"/>
                  </a:lnTo>
                  <a:lnTo>
                    <a:pt x="704698" y="828205"/>
                  </a:lnTo>
                  <a:lnTo>
                    <a:pt x="706241" y="828308"/>
                  </a:lnTo>
                  <a:lnTo>
                    <a:pt x="707789" y="828399"/>
                  </a:lnTo>
                  <a:lnTo>
                    <a:pt x="709341" y="828477"/>
                  </a:lnTo>
                  <a:lnTo>
                    <a:pt x="710896" y="828542"/>
                  </a:lnTo>
                  <a:lnTo>
                    <a:pt x="712454" y="828595"/>
                  </a:lnTo>
                  <a:lnTo>
                    <a:pt x="714015" y="828634"/>
                  </a:lnTo>
                  <a:lnTo>
                    <a:pt x="715578" y="828661"/>
                  </a:lnTo>
                  <a:lnTo>
                    <a:pt x="717143" y="828674"/>
                  </a:lnTo>
                  <a:lnTo>
                    <a:pt x="718710" y="828675"/>
                  </a:lnTo>
                  <a:lnTo>
                    <a:pt x="720279" y="828663"/>
                  </a:lnTo>
                  <a:lnTo>
                    <a:pt x="721849" y="828637"/>
                  </a:lnTo>
                  <a:lnTo>
                    <a:pt x="723419" y="828599"/>
                  </a:lnTo>
                  <a:lnTo>
                    <a:pt x="724989" y="828547"/>
                  </a:lnTo>
                  <a:lnTo>
                    <a:pt x="726560" y="828482"/>
                  </a:lnTo>
                  <a:lnTo>
                    <a:pt x="728130" y="828404"/>
                  </a:lnTo>
                  <a:lnTo>
                    <a:pt x="729700" y="828313"/>
                  </a:lnTo>
                  <a:lnTo>
                    <a:pt x="731269" y="828208"/>
                  </a:lnTo>
                  <a:lnTo>
                    <a:pt x="732836" y="828090"/>
                  </a:lnTo>
                  <a:lnTo>
                    <a:pt x="734402" y="827959"/>
                  </a:lnTo>
                  <a:lnTo>
                    <a:pt x="735965" y="827814"/>
                  </a:lnTo>
                  <a:lnTo>
                    <a:pt x="737526" y="827655"/>
                  </a:lnTo>
                  <a:lnTo>
                    <a:pt x="739085" y="827484"/>
                  </a:lnTo>
                  <a:lnTo>
                    <a:pt x="740640" y="827298"/>
                  </a:lnTo>
                  <a:lnTo>
                    <a:pt x="742192" y="827099"/>
                  </a:lnTo>
                  <a:lnTo>
                    <a:pt x="743741" y="826887"/>
                  </a:lnTo>
                  <a:lnTo>
                    <a:pt x="745285" y="826660"/>
                  </a:lnTo>
                  <a:lnTo>
                    <a:pt x="746825" y="826420"/>
                  </a:lnTo>
                  <a:lnTo>
                    <a:pt x="748360" y="826167"/>
                  </a:lnTo>
                  <a:lnTo>
                    <a:pt x="749890" y="825899"/>
                  </a:lnTo>
                  <a:lnTo>
                    <a:pt x="751414" y="825618"/>
                  </a:lnTo>
                  <a:lnTo>
                    <a:pt x="752933" y="825323"/>
                  </a:lnTo>
                  <a:lnTo>
                    <a:pt x="754445" y="825013"/>
                  </a:lnTo>
                  <a:lnTo>
                    <a:pt x="755951" y="824690"/>
                  </a:lnTo>
                  <a:lnTo>
                    <a:pt x="757450" y="824353"/>
                  </a:lnTo>
                  <a:lnTo>
                    <a:pt x="758942" y="824002"/>
                  </a:lnTo>
                  <a:lnTo>
                    <a:pt x="760427" y="823637"/>
                  </a:lnTo>
                  <a:lnTo>
                    <a:pt x="761903" y="823257"/>
                  </a:lnTo>
                  <a:lnTo>
                    <a:pt x="763372" y="822864"/>
                  </a:lnTo>
                  <a:lnTo>
                    <a:pt x="764831" y="822456"/>
                  </a:lnTo>
                  <a:lnTo>
                    <a:pt x="766282" y="822034"/>
                  </a:lnTo>
                  <a:lnTo>
                    <a:pt x="767724" y="821598"/>
                  </a:lnTo>
                  <a:lnTo>
                    <a:pt x="769156" y="821147"/>
                  </a:lnTo>
                  <a:lnTo>
                    <a:pt x="770579" y="820682"/>
                  </a:lnTo>
                  <a:lnTo>
                    <a:pt x="771991" y="820203"/>
                  </a:lnTo>
                  <a:lnTo>
                    <a:pt x="773392" y="819709"/>
                  </a:lnTo>
                  <a:lnTo>
                    <a:pt x="774782" y="819201"/>
                  </a:lnTo>
                  <a:lnTo>
                    <a:pt x="776162" y="818678"/>
                  </a:lnTo>
                  <a:lnTo>
                    <a:pt x="777529" y="818141"/>
                  </a:lnTo>
                  <a:lnTo>
                    <a:pt x="778196" y="817475"/>
                  </a:lnTo>
                  <a:lnTo>
                    <a:pt x="778872" y="816798"/>
                  </a:lnTo>
                  <a:lnTo>
                    <a:pt x="780061" y="816582"/>
                  </a:lnTo>
                  <a:lnTo>
                    <a:pt x="781252" y="816374"/>
                  </a:lnTo>
                  <a:lnTo>
                    <a:pt x="782444" y="816174"/>
                  </a:lnTo>
                  <a:lnTo>
                    <a:pt x="783637" y="815980"/>
                  </a:lnTo>
                  <a:lnTo>
                    <a:pt x="784830" y="815791"/>
                  </a:lnTo>
                  <a:lnTo>
                    <a:pt x="785936" y="815565"/>
                  </a:lnTo>
                  <a:lnTo>
                    <a:pt x="787018" y="815321"/>
                  </a:lnTo>
                  <a:lnTo>
                    <a:pt x="788076" y="815059"/>
                  </a:lnTo>
                  <a:lnTo>
                    <a:pt x="789115" y="814778"/>
                  </a:lnTo>
                  <a:lnTo>
                    <a:pt x="790136" y="814478"/>
                  </a:lnTo>
                  <a:lnTo>
                    <a:pt x="791141" y="814160"/>
                  </a:lnTo>
                  <a:lnTo>
                    <a:pt x="792134" y="813823"/>
                  </a:lnTo>
                  <a:lnTo>
                    <a:pt x="793116" y="813468"/>
                  </a:lnTo>
                  <a:lnTo>
                    <a:pt x="794090" y="813094"/>
                  </a:lnTo>
                  <a:lnTo>
                    <a:pt x="795058" y="812701"/>
                  </a:lnTo>
                  <a:lnTo>
                    <a:pt x="796023" y="812290"/>
                  </a:lnTo>
                  <a:lnTo>
                    <a:pt x="796986" y="811859"/>
                  </a:lnTo>
                  <a:lnTo>
                    <a:pt x="797952" y="811410"/>
                  </a:lnTo>
                  <a:lnTo>
                    <a:pt x="798921" y="810942"/>
                  </a:lnTo>
                  <a:lnTo>
                    <a:pt x="799896" y="810455"/>
                  </a:lnTo>
                  <a:lnTo>
                    <a:pt x="800880" y="809948"/>
                  </a:lnTo>
                  <a:lnTo>
                    <a:pt x="801874" y="809423"/>
                  </a:lnTo>
                  <a:lnTo>
                    <a:pt x="802845" y="808917"/>
                  </a:lnTo>
                  <a:lnTo>
                    <a:pt x="803819" y="808417"/>
                  </a:lnTo>
                  <a:lnTo>
                    <a:pt x="804795" y="807922"/>
                  </a:lnTo>
                  <a:lnTo>
                    <a:pt x="805773" y="807433"/>
                  </a:lnTo>
                  <a:lnTo>
                    <a:pt x="806753" y="806949"/>
                  </a:lnTo>
                  <a:lnTo>
                    <a:pt x="807736" y="806469"/>
                  </a:lnTo>
                  <a:lnTo>
                    <a:pt x="808720" y="805994"/>
                  </a:lnTo>
                  <a:lnTo>
                    <a:pt x="809705" y="805521"/>
                  </a:lnTo>
                  <a:lnTo>
                    <a:pt x="810692" y="805052"/>
                  </a:lnTo>
                  <a:lnTo>
                    <a:pt x="811681" y="804586"/>
                  </a:lnTo>
                  <a:lnTo>
                    <a:pt x="812671" y="804122"/>
                  </a:lnTo>
                  <a:lnTo>
                    <a:pt x="813662" y="803659"/>
                  </a:lnTo>
                  <a:lnTo>
                    <a:pt x="814654" y="803198"/>
                  </a:lnTo>
                  <a:lnTo>
                    <a:pt x="815647" y="802737"/>
                  </a:lnTo>
                  <a:lnTo>
                    <a:pt x="816641" y="802278"/>
                  </a:lnTo>
                  <a:lnTo>
                    <a:pt x="818007" y="801643"/>
                  </a:lnTo>
                  <a:lnTo>
                    <a:pt x="819394" y="800999"/>
                  </a:lnTo>
                  <a:lnTo>
                    <a:pt x="820473" y="800498"/>
                  </a:lnTo>
                  <a:lnTo>
                    <a:pt x="821552" y="799998"/>
                  </a:lnTo>
                  <a:lnTo>
                    <a:pt x="822632" y="799497"/>
                  </a:lnTo>
                  <a:lnTo>
                    <a:pt x="823712" y="798997"/>
                  </a:lnTo>
                  <a:lnTo>
                    <a:pt x="824793" y="798497"/>
                  </a:lnTo>
                  <a:lnTo>
                    <a:pt x="825873" y="797998"/>
                  </a:lnTo>
                  <a:lnTo>
                    <a:pt x="825873" y="796665"/>
                  </a:lnTo>
                  <a:lnTo>
                    <a:pt x="825873" y="795312"/>
                  </a:lnTo>
                  <a:lnTo>
                    <a:pt x="826981" y="794869"/>
                  </a:lnTo>
                  <a:lnTo>
                    <a:pt x="828091" y="794425"/>
                  </a:lnTo>
                  <a:lnTo>
                    <a:pt x="829205" y="793979"/>
                  </a:lnTo>
                  <a:lnTo>
                    <a:pt x="830324" y="793531"/>
                  </a:lnTo>
                  <a:lnTo>
                    <a:pt x="831451" y="793081"/>
                  </a:lnTo>
                  <a:lnTo>
                    <a:pt x="832587" y="792626"/>
                  </a:lnTo>
                  <a:lnTo>
                    <a:pt x="832587" y="791293"/>
                  </a:lnTo>
                  <a:lnTo>
                    <a:pt x="832587" y="789941"/>
                  </a:lnTo>
                  <a:lnTo>
                    <a:pt x="833727" y="789751"/>
                  </a:lnTo>
                  <a:lnTo>
                    <a:pt x="834868" y="789560"/>
                  </a:lnTo>
                  <a:lnTo>
                    <a:pt x="836012" y="789370"/>
                  </a:lnTo>
                  <a:lnTo>
                    <a:pt x="837161" y="789178"/>
                  </a:lnTo>
                  <a:lnTo>
                    <a:pt x="838314" y="788986"/>
                  </a:lnTo>
                  <a:lnTo>
                    <a:pt x="839475" y="788793"/>
                  </a:lnTo>
                  <a:lnTo>
                    <a:pt x="840645" y="788598"/>
                  </a:lnTo>
                  <a:lnTo>
                    <a:pt x="840645" y="787267"/>
                  </a:lnTo>
                  <a:lnTo>
                    <a:pt x="840645" y="785927"/>
                  </a:lnTo>
                  <a:lnTo>
                    <a:pt x="840645" y="784569"/>
                  </a:lnTo>
                  <a:lnTo>
                    <a:pt x="841753" y="784347"/>
                  </a:lnTo>
                  <a:lnTo>
                    <a:pt x="842863" y="784125"/>
                  </a:lnTo>
                  <a:lnTo>
                    <a:pt x="843977" y="783903"/>
                  </a:lnTo>
                  <a:lnTo>
                    <a:pt x="845096" y="783679"/>
                  </a:lnTo>
                  <a:lnTo>
                    <a:pt x="846223" y="783453"/>
                  </a:lnTo>
                  <a:lnTo>
                    <a:pt x="847359" y="783226"/>
                  </a:lnTo>
                  <a:lnTo>
                    <a:pt x="847625" y="782162"/>
                  </a:lnTo>
                  <a:lnTo>
                    <a:pt x="847892" y="781096"/>
                  </a:lnTo>
                  <a:lnTo>
                    <a:pt x="848160" y="780024"/>
                  </a:lnTo>
                  <a:lnTo>
                    <a:pt x="848430" y="778944"/>
                  </a:lnTo>
                  <a:lnTo>
                    <a:pt x="848702" y="777855"/>
                  </a:lnTo>
                  <a:lnTo>
                    <a:pt x="849265" y="777792"/>
                  </a:lnTo>
                  <a:lnTo>
                    <a:pt x="850967" y="777602"/>
                  </a:lnTo>
                  <a:lnTo>
                    <a:pt x="852025" y="777188"/>
                  </a:lnTo>
                  <a:lnTo>
                    <a:pt x="853005" y="776722"/>
                  </a:lnTo>
                  <a:lnTo>
                    <a:pt x="853918" y="776206"/>
                  </a:lnTo>
                  <a:lnTo>
                    <a:pt x="854773" y="775643"/>
                  </a:lnTo>
                  <a:lnTo>
                    <a:pt x="855581" y="775036"/>
                  </a:lnTo>
                  <a:lnTo>
                    <a:pt x="856353" y="774388"/>
                  </a:lnTo>
                  <a:lnTo>
                    <a:pt x="857098" y="773702"/>
                  </a:lnTo>
                  <a:lnTo>
                    <a:pt x="857827" y="772980"/>
                  </a:lnTo>
                  <a:lnTo>
                    <a:pt x="858550" y="772226"/>
                  </a:lnTo>
                  <a:lnTo>
                    <a:pt x="859278" y="771442"/>
                  </a:lnTo>
                  <a:lnTo>
                    <a:pt x="860020" y="770632"/>
                  </a:lnTo>
                  <a:lnTo>
                    <a:pt x="860788" y="769797"/>
                  </a:lnTo>
                  <a:lnTo>
                    <a:pt x="861675" y="768910"/>
                  </a:lnTo>
                  <a:lnTo>
                    <a:pt x="862568" y="768017"/>
                  </a:lnTo>
                  <a:lnTo>
                    <a:pt x="863474" y="767112"/>
                  </a:lnTo>
                  <a:lnTo>
                    <a:pt x="863474" y="765781"/>
                  </a:lnTo>
                  <a:lnTo>
                    <a:pt x="863474" y="764441"/>
                  </a:lnTo>
                  <a:lnTo>
                    <a:pt x="863474" y="763083"/>
                  </a:lnTo>
                  <a:lnTo>
                    <a:pt x="864067" y="762998"/>
                  </a:lnTo>
                  <a:lnTo>
                    <a:pt x="865860" y="762742"/>
                  </a:lnTo>
                  <a:lnTo>
                    <a:pt x="867057" y="762289"/>
                  </a:lnTo>
                  <a:lnTo>
                    <a:pt x="868101" y="761788"/>
                  </a:lnTo>
                  <a:lnTo>
                    <a:pt x="869022" y="761234"/>
                  </a:lnTo>
                  <a:lnTo>
                    <a:pt x="869849" y="760620"/>
                  </a:lnTo>
                  <a:lnTo>
                    <a:pt x="870613" y="759940"/>
                  </a:lnTo>
                  <a:lnTo>
                    <a:pt x="871343" y="759190"/>
                  </a:lnTo>
                  <a:lnTo>
                    <a:pt x="872069" y="758362"/>
                  </a:lnTo>
                  <a:lnTo>
                    <a:pt x="872821" y="757451"/>
                  </a:lnTo>
                  <a:lnTo>
                    <a:pt x="873629" y="756452"/>
                  </a:lnTo>
                  <a:lnTo>
                    <a:pt x="874384" y="755535"/>
                  </a:lnTo>
                  <a:lnTo>
                    <a:pt x="875110" y="754676"/>
                  </a:lnTo>
                  <a:lnTo>
                    <a:pt x="875819" y="753870"/>
                  </a:lnTo>
                  <a:lnTo>
                    <a:pt x="876523" y="753106"/>
                  </a:lnTo>
                  <a:lnTo>
                    <a:pt x="877232" y="752378"/>
                  </a:lnTo>
                  <a:lnTo>
                    <a:pt x="877959" y="751677"/>
                  </a:lnTo>
                  <a:lnTo>
                    <a:pt x="878716" y="750996"/>
                  </a:lnTo>
                  <a:lnTo>
                    <a:pt x="879514" y="750327"/>
                  </a:lnTo>
                  <a:lnTo>
                    <a:pt x="880366" y="749661"/>
                  </a:lnTo>
                  <a:lnTo>
                    <a:pt x="881282" y="748992"/>
                  </a:lnTo>
                  <a:lnTo>
                    <a:pt x="882274" y="748311"/>
                  </a:lnTo>
                  <a:lnTo>
                    <a:pt x="882690" y="747257"/>
                  </a:lnTo>
                  <a:lnTo>
                    <a:pt x="883109" y="746196"/>
                  </a:lnTo>
                  <a:lnTo>
                    <a:pt x="883532" y="745122"/>
                  </a:lnTo>
                  <a:lnTo>
                    <a:pt x="884032" y="743984"/>
                  </a:lnTo>
                  <a:lnTo>
                    <a:pt x="884566" y="742950"/>
                  </a:lnTo>
                  <a:lnTo>
                    <a:pt x="885135" y="742001"/>
                  </a:lnTo>
                  <a:lnTo>
                    <a:pt x="885743" y="741119"/>
                  </a:lnTo>
                  <a:lnTo>
                    <a:pt x="886391" y="740287"/>
                  </a:lnTo>
                  <a:lnTo>
                    <a:pt x="887083" y="739485"/>
                  </a:lnTo>
                  <a:lnTo>
                    <a:pt x="887820" y="738696"/>
                  </a:lnTo>
                  <a:lnTo>
                    <a:pt x="888606" y="737902"/>
                  </a:lnTo>
                  <a:lnTo>
                    <a:pt x="889442" y="737085"/>
                  </a:lnTo>
                  <a:lnTo>
                    <a:pt x="890331" y="736225"/>
                  </a:lnTo>
                  <a:lnTo>
                    <a:pt x="890331" y="734892"/>
                  </a:lnTo>
                  <a:lnTo>
                    <a:pt x="890331" y="733539"/>
                  </a:lnTo>
                  <a:lnTo>
                    <a:pt x="891664" y="733539"/>
                  </a:lnTo>
                  <a:lnTo>
                    <a:pt x="893017" y="733539"/>
                  </a:lnTo>
                  <a:lnTo>
                    <a:pt x="893207" y="732400"/>
                  </a:lnTo>
                  <a:lnTo>
                    <a:pt x="893397" y="731258"/>
                  </a:lnTo>
                  <a:lnTo>
                    <a:pt x="893588" y="730114"/>
                  </a:lnTo>
                  <a:lnTo>
                    <a:pt x="893779" y="728966"/>
                  </a:lnTo>
                  <a:lnTo>
                    <a:pt x="893972" y="727812"/>
                  </a:lnTo>
                  <a:lnTo>
                    <a:pt x="894165" y="726651"/>
                  </a:lnTo>
                  <a:lnTo>
                    <a:pt x="894360" y="725482"/>
                  </a:lnTo>
                  <a:lnTo>
                    <a:pt x="895693" y="725482"/>
                  </a:lnTo>
                  <a:lnTo>
                    <a:pt x="897046" y="725482"/>
                  </a:lnTo>
                  <a:lnTo>
                    <a:pt x="897503" y="724526"/>
                  </a:lnTo>
                  <a:lnTo>
                    <a:pt x="897962" y="723566"/>
                  </a:lnTo>
                  <a:lnTo>
                    <a:pt x="898424" y="722599"/>
                  </a:lnTo>
                  <a:lnTo>
                    <a:pt x="898892" y="721621"/>
                  </a:lnTo>
                  <a:lnTo>
                    <a:pt x="899618" y="720231"/>
                  </a:lnTo>
                  <a:lnTo>
                    <a:pt x="900196" y="719153"/>
                  </a:lnTo>
                  <a:lnTo>
                    <a:pt x="900683" y="718308"/>
                  </a:lnTo>
                  <a:lnTo>
                    <a:pt x="901137" y="717614"/>
                  </a:lnTo>
                  <a:lnTo>
                    <a:pt x="901615" y="716990"/>
                  </a:lnTo>
                  <a:lnTo>
                    <a:pt x="902173" y="716357"/>
                  </a:lnTo>
                  <a:lnTo>
                    <a:pt x="902869" y="715634"/>
                  </a:lnTo>
                  <a:lnTo>
                    <a:pt x="903760" y="714739"/>
                  </a:lnTo>
                  <a:lnTo>
                    <a:pt x="904222" y="713698"/>
                  </a:lnTo>
                  <a:lnTo>
                    <a:pt x="904680" y="712655"/>
                  </a:lnTo>
                  <a:lnTo>
                    <a:pt x="905134" y="711610"/>
                  </a:lnTo>
                  <a:lnTo>
                    <a:pt x="905582" y="710563"/>
                  </a:lnTo>
                  <a:lnTo>
                    <a:pt x="906023" y="709513"/>
                  </a:lnTo>
                  <a:lnTo>
                    <a:pt x="906457" y="708460"/>
                  </a:lnTo>
                  <a:lnTo>
                    <a:pt x="906873" y="707494"/>
                  </a:lnTo>
                  <a:lnTo>
                    <a:pt x="907296" y="706531"/>
                  </a:lnTo>
                  <a:lnTo>
                    <a:pt x="907726" y="705570"/>
                  </a:lnTo>
                  <a:lnTo>
                    <a:pt x="908160" y="704612"/>
                  </a:lnTo>
                  <a:lnTo>
                    <a:pt x="908600" y="703657"/>
                  </a:lnTo>
                  <a:lnTo>
                    <a:pt x="909045" y="702703"/>
                  </a:lnTo>
                  <a:lnTo>
                    <a:pt x="909493" y="701751"/>
                  </a:lnTo>
                  <a:lnTo>
                    <a:pt x="909946" y="700801"/>
                  </a:lnTo>
                  <a:lnTo>
                    <a:pt x="910401" y="699853"/>
                  </a:lnTo>
                  <a:lnTo>
                    <a:pt x="910859" y="698905"/>
                  </a:lnTo>
                  <a:lnTo>
                    <a:pt x="911319" y="697959"/>
                  </a:lnTo>
                  <a:lnTo>
                    <a:pt x="911780" y="697013"/>
                  </a:lnTo>
                  <a:lnTo>
                    <a:pt x="912243" y="696067"/>
                  </a:lnTo>
                  <a:lnTo>
                    <a:pt x="912706" y="695123"/>
                  </a:lnTo>
                  <a:lnTo>
                    <a:pt x="913169" y="694178"/>
                  </a:lnTo>
                  <a:lnTo>
                    <a:pt x="913632" y="693233"/>
                  </a:lnTo>
                  <a:lnTo>
                    <a:pt x="914094" y="692287"/>
                  </a:lnTo>
                  <a:lnTo>
                    <a:pt x="914502" y="691219"/>
                  </a:lnTo>
                  <a:lnTo>
                    <a:pt x="914872" y="690165"/>
                  </a:lnTo>
                  <a:lnTo>
                    <a:pt x="915206" y="689121"/>
                  </a:lnTo>
                  <a:lnTo>
                    <a:pt x="915507" y="688085"/>
                  </a:lnTo>
                  <a:lnTo>
                    <a:pt x="915779" y="687051"/>
                  </a:lnTo>
                  <a:lnTo>
                    <a:pt x="916022" y="686018"/>
                  </a:lnTo>
                  <a:lnTo>
                    <a:pt x="916241" y="684982"/>
                  </a:lnTo>
                  <a:lnTo>
                    <a:pt x="916439" y="683937"/>
                  </a:lnTo>
                  <a:lnTo>
                    <a:pt x="916616" y="682882"/>
                  </a:lnTo>
                  <a:lnTo>
                    <a:pt x="916778" y="681813"/>
                  </a:lnTo>
                  <a:lnTo>
                    <a:pt x="916925" y="680725"/>
                  </a:lnTo>
                  <a:lnTo>
                    <a:pt x="917061" y="679616"/>
                  </a:lnTo>
                  <a:lnTo>
                    <a:pt x="917189" y="678481"/>
                  </a:lnTo>
                  <a:lnTo>
                    <a:pt x="917405" y="677360"/>
                  </a:lnTo>
                  <a:lnTo>
                    <a:pt x="917623" y="676240"/>
                  </a:lnTo>
                  <a:lnTo>
                    <a:pt x="917844" y="675120"/>
                  </a:lnTo>
                  <a:lnTo>
                    <a:pt x="918069" y="674001"/>
                  </a:lnTo>
                  <a:lnTo>
                    <a:pt x="918298" y="672883"/>
                  </a:lnTo>
                  <a:lnTo>
                    <a:pt x="918532" y="671767"/>
                  </a:lnTo>
                  <a:lnTo>
                    <a:pt x="919865" y="671767"/>
                  </a:lnTo>
                  <a:lnTo>
                    <a:pt x="921218" y="671767"/>
                  </a:lnTo>
                  <a:lnTo>
                    <a:pt x="921480" y="670724"/>
                  </a:lnTo>
                  <a:lnTo>
                    <a:pt x="921738" y="669684"/>
                  </a:lnTo>
                  <a:lnTo>
                    <a:pt x="921992" y="668646"/>
                  </a:lnTo>
                  <a:lnTo>
                    <a:pt x="922242" y="667609"/>
                  </a:lnTo>
                  <a:lnTo>
                    <a:pt x="922487" y="666573"/>
                  </a:lnTo>
                  <a:lnTo>
                    <a:pt x="922728" y="665538"/>
                  </a:lnTo>
                  <a:lnTo>
                    <a:pt x="922963" y="664505"/>
                  </a:lnTo>
                  <a:lnTo>
                    <a:pt x="923193" y="663471"/>
                  </a:lnTo>
                  <a:lnTo>
                    <a:pt x="923418" y="662438"/>
                  </a:lnTo>
                  <a:lnTo>
                    <a:pt x="923637" y="661405"/>
                  </a:lnTo>
                  <a:lnTo>
                    <a:pt x="923850" y="660372"/>
                  </a:lnTo>
                  <a:lnTo>
                    <a:pt x="924057" y="659339"/>
                  </a:lnTo>
                  <a:lnTo>
                    <a:pt x="924257" y="658305"/>
                  </a:lnTo>
                  <a:lnTo>
                    <a:pt x="924450" y="657270"/>
                  </a:lnTo>
                  <a:lnTo>
                    <a:pt x="924636" y="656234"/>
                  </a:lnTo>
                  <a:lnTo>
                    <a:pt x="924816" y="655196"/>
                  </a:lnTo>
                  <a:lnTo>
                    <a:pt x="924987" y="654157"/>
                  </a:lnTo>
                  <a:lnTo>
                    <a:pt x="925151" y="653116"/>
                  </a:lnTo>
                  <a:lnTo>
                    <a:pt x="925307" y="652073"/>
                  </a:lnTo>
                  <a:lnTo>
                    <a:pt x="925454" y="651027"/>
                  </a:lnTo>
                  <a:lnTo>
                    <a:pt x="925593" y="649979"/>
                  </a:lnTo>
                  <a:lnTo>
                    <a:pt x="925723" y="648928"/>
                  </a:lnTo>
                  <a:lnTo>
                    <a:pt x="925844" y="647874"/>
                  </a:lnTo>
                  <a:lnTo>
                    <a:pt x="925956" y="646816"/>
                  </a:lnTo>
                  <a:lnTo>
                    <a:pt x="926058" y="645755"/>
                  </a:lnTo>
                  <a:lnTo>
                    <a:pt x="926151" y="644691"/>
                  </a:lnTo>
                  <a:lnTo>
                    <a:pt x="926234" y="643622"/>
                  </a:lnTo>
                  <a:lnTo>
                    <a:pt x="926306" y="642548"/>
                  </a:lnTo>
                  <a:lnTo>
                    <a:pt x="926431" y="641261"/>
                  </a:lnTo>
                  <a:lnTo>
                    <a:pt x="926555" y="640280"/>
                  </a:lnTo>
                  <a:lnTo>
                    <a:pt x="926722" y="639410"/>
                  </a:lnTo>
                  <a:lnTo>
                    <a:pt x="926977" y="638455"/>
                  </a:lnTo>
                  <a:lnTo>
                    <a:pt x="927365" y="637220"/>
                  </a:lnTo>
                  <a:lnTo>
                    <a:pt x="927932" y="635509"/>
                  </a:lnTo>
                  <a:lnTo>
                    <a:pt x="928006" y="634258"/>
                  </a:lnTo>
                  <a:lnTo>
                    <a:pt x="928076" y="633005"/>
                  </a:lnTo>
                  <a:lnTo>
                    <a:pt x="928141" y="631750"/>
                  </a:lnTo>
                  <a:lnTo>
                    <a:pt x="928202" y="630493"/>
                  </a:lnTo>
                  <a:lnTo>
                    <a:pt x="928259" y="629235"/>
                  </a:lnTo>
                  <a:lnTo>
                    <a:pt x="928312" y="627975"/>
                  </a:lnTo>
                  <a:lnTo>
                    <a:pt x="928360" y="626714"/>
                  </a:lnTo>
                  <a:lnTo>
                    <a:pt x="928403" y="625451"/>
                  </a:lnTo>
                  <a:lnTo>
                    <a:pt x="928442" y="624187"/>
                  </a:lnTo>
                  <a:lnTo>
                    <a:pt x="928476" y="622922"/>
                  </a:lnTo>
                  <a:lnTo>
                    <a:pt x="928505" y="621656"/>
                  </a:lnTo>
                  <a:lnTo>
                    <a:pt x="928529" y="620388"/>
                  </a:lnTo>
                  <a:lnTo>
                    <a:pt x="928549" y="619120"/>
                  </a:lnTo>
                  <a:lnTo>
                    <a:pt x="928563" y="617850"/>
                  </a:lnTo>
                  <a:lnTo>
                    <a:pt x="928572" y="616580"/>
                  </a:lnTo>
                  <a:lnTo>
                    <a:pt x="928576" y="615309"/>
                  </a:lnTo>
                  <a:lnTo>
                    <a:pt x="928575" y="614037"/>
                  </a:lnTo>
                  <a:lnTo>
                    <a:pt x="928568" y="612765"/>
                  </a:lnTo>
                  <a:lnTo>
                    <a:pt x="928556" y="611492"/>
                  </a:lnTo>
                  <a:lnTo>
                    <a:pt x="928539" y="610219"/>
                  </a:lnTo>
                  <a:lnTo>
                    <a:pt x="928516" y="608945"/>
                  </a:lnTo>
                  <a:lnTo>
                    <a:pt x="928487" y="607671"/>
                  </a:lnTo>
                  <a:lnTo>
                    <a:pt x="928453" y="606397"/>
                  </a:lnTo>
                  <a:lnTo>
                    <a:pt x="928413" y="605122"/>
                  </a:lnTo>
                  <a:lnTo>
                    <a:pt x="928367" y="603848"/>
                  </a:lnTo>
                  <a:lnTo>
                    <a:pt x="928315" y="602574"/>
                  </a:lnTo>
                  <a:lnTo>
                    <a:pt x="928257" y="601299"/>
                  </a:lnTo>
                  <a:lnTo>
                    <a:pt x="928193" y="600025"/>
                  </a:lnTo>
                  <a:lnTo>
                    <a:pt x="928123" y="598751"/>
                  </a:lnTo>
                  <a:lnTo>
                    <a:pt x="928047" y="597478"/>
                  </a:lnTo>
                  <a:lnTo>
                    <a:pt x="927964" y="596205"/>
                  </a:lnTo>
                  <a:lnTo>
                    <a:pt x="927875" y="594932"/>
                  </a:lnTo>
                  <a:lnTo>
                    <a:pt x="927780" y="593660"/>
                  </a:lnTo>
                  <a:lnTo>
                    <a:pt x="927678" y="592388"/>
                  </a:lnTo>
                  <a:lnTo>
                    <a:pt x="927569" y="591118"/>
                  </a:lnTo>
                  <a:lnTo>
                    <a:pt x="927454" y="589848"/>
                  </a:lnTo>
                  <a:lnTo>
                    <a:pt x="927332" y="588579"/>
                  </a:lnTo>
                  <a:lnTo>
                    <a:pt x="927204" y="587311"/>
                  </a:lnTo>
                  <a:lnTo>
                    <a:pt x="927068" y="586044"/>
                  </a:lnTo>
                  <a:lnTo>
                    <a:pt x="926925" y="584778"/>
                  </a:lnTo>
                  <a:lnTo>
                    <a:pt x="926776" y="583513"/>
                  </a:lnTo>
                  <a:lnTo>
                    <a:pt x="926619" y="582250"/>
                  </a:lnTo>
                  <a:lnTo>
                    <a:pt x="926455" y="580988"/>
                  </a:lnTo>
                  <a:lnTo>
                    <a:pt x="926284" y="579727"/>
                  </a:lnTo>
                  <a:lnTo>
                    <a:pt x="926105" y="578468"/>
                  </a:lnTo>
                  <a:lnTo>
                    <a:pt x="925919" y="577210"/>
                  </a:lnTo>
                  <a:lnTo>
                    <a:pt x="925725" y="575954"/>
                  </a:lnTo>
                  <a:lnTo>
                    <a:pt x="925524" y="574700"/>
                  </a:lnTo>
                  <a:lnTo>
                    <a:pt x="925316" y="573448"/>
                  </a:lnTo>
                  <a:lnTo>
                    <a:pt x="925099" y="572198"/>
                  </a:lnTo>
                  <a:lnTo>
                    <a:pt x="924875" y="570949"/>
                  </a:lnTo>
                  <a:lnTo>
                    <a:pt x="924643" y="569703"/>
                  </a:lnTo>
                  <a:lnTo>
                    <a:pt x="924403" y="568459"/>
                  </a:lnTo>
                  <a:lnTo>
                    <a:pt x="924155" y="567217"/>
                  </a:lnTo>
                  <a:lnTo>
                    <a:pt x="923899" y="565977"/>
                  </a:lnTo>
                  <a:lnTo>
                    <a:pt x="923635" y="564740"/>
                  </a:lnTo>
                  <a:lnTo>
                    <a:pt x="923362" y="563505"/>
                  </a:lnTo>
                  <a:lnTo>
                    <a:pt x="923081" y="562272"/>
                  </a:lnTo>
                  <a:lnTo>
                    <a:pt x="922792" y="561043"/>
                  </a:lnTo>
                  <a:lnTo>
                    <a:pt x="922494" y="559816"/>
                  </a:lnTo>
                  <a:lnTo>
                    <a:pt x="922188" y="558591"/>
                  </a:lnTo>
                  <a:lnTo>
                    <a:pt x="921873" y="557370"/>
                  </a:lnTo>
                  <a:lnTo>
                    <a:pt x="921550" y="556151"/>
                  </a:lnTo>
                  <a:lnTo>
                    <a:pt x="921218" y="554936"/>
                  </a:lnTo>
                  <a:lnTo>
                    <a:pt x="920551" y="554270"/>
                  </a:lnTo>
                  <a:lnTo>
                    <a:pt x="919875" y="553593"/>
                  </a:lnTo>
                  <a:lnTo>
                    <a:pt x="919712" y="552551"/>
                  </a:lnTo>
                  <a:lnTo>
                    <a:pt x="919552" y="551508"/>
                  </a:lnTo>
                  <a:lnTo>
                    <a:pt x="919396" y="550464"/>
                  </a:lnTo>
                  <a:lnTo>
                    <a:pt x="919243" y="549420"/>
                  </a:lnTo>
                  <a:lnTo>
                    <a:pt x="919094" y="548376"/>
                  </a:lnTo>
                  <a:lnTo>
                    <a:pt x="918948" y="547331"/>
                  </a:lnTo>
                  <a:lnTo>
                    <a:pt x="918806" y="546285"/>
                  </a:lnTo>
                  <a:lnTo>
                    <a:pt x="918667" y="545239"/>
                  </a:lnTo>
                  <a:lnTo>
                    <a:pt x="918532" y="544193"/>
                  </a:lnTo>
                  <a:lnTo>
                    <a:pt x="917199" y="544193"/>
                  </a:lnTo>
                  <a:lnTo>
                    <a:pt x="915846" y="544193"/>
                  </a:lnTo>
                  <a:lnTo>
                    <a:pt x="915578" y="543058"/>
                  </a:lnTo>
                  <a:lnTo>
                    <a:pt x="915306" y="541906"/>
                  </a:lnTo>
                  <a:lnTo>
                    <a:pt x="915022" y="540839"/>
                  </a:lnTo>
                  <a:lnTo>
                    <a:pt x="914726" y="539779"/>
                  </a:lnTo>
                  <a:lnTo>
                    <a:pt x="914419" y="538724"/>
                  </a:lnTo>
                  <a:lnTo>
                    <a:pt x="914103" y="537672"/>
                  </a:lnTo>
                  <a:lnTo>
                    <a:pt x="913777" y="536625"/>
                  </a:lnTo>
                  <a:lnTo>
                    <a:pt x="913444" y="535579"/>
                  </a:lnTo>
                  <a:lnTo>
                    <a:pt x="913103" y="534534"/>
                  </a:lnTo>
                  <a:lnTo>
                    <a:pt x="912756" y="533489"/>
                  </a:lnTo>
                  <a:lnTo>
                    <a:pt x="912404" y="532443"/>
                  </a:lnTo>
                  <a:lnTo>
                    <a:pt x="912043" y="531368"/>
                  </a:lnTo>
                  <a:lnTo>
                    <a:pt x="911678" y="530286"/>
                  </a:lnTo>
                  <a:lnTo>
                    <a:pt x="911309" y="529190"/>
                  </a:lnTo>
                  <a:lnTo>
                    <a:pt x="910895" y="527972"/>
                  </a:lnTo>
                  <a:lnTo>
                    <a:pt x="910475" y="526735"/>
                  </a:lnTo>
                  <a:lnTo>
                    <a:pt x="909142" y="526735"/>
                  </a:lnTo>
                  <a:lnTo>
                    <a:pt x="907789" y="526735"/>
                  </a:lnTo>
                  <a:lnTo>
                    <a:pt x="907641" y="525701"/>
                  </a:lnTo>
                  <a:lnTo>
                    <a:pt x="907493" y="524666"/>
                  </a:lnTo>
                  <a:lnTo>
                    <a:pt x="907345" y="523630"/>
                  </a:lnTo>
                  <a:lnTo>
                    <a:pt x="907197" y="522591"/>
                  </a:lnTo>
                  <a:lnTo>
                    <a:pt x="907048" y="521549"/>
                  </a:lnTo>
                  <a:lnTo>
                    <a:pt x="906899" y="520503"/>
                  </a:lnTo>
                  <a:lnTo>
                    <a:pt x="906749" y="519453"/>
                  </a:lnTo>
                  <a:lnTo>
                    <a:pt x="906598" y="518397"/>
                  </a:lnTo>
                  <a:lnTo>
                    <a:pt x="906446" y="517335"/>
                  </a:lnTo>
                  <a:lnTo>
                    <a:pt x="905113" y="517335"/>
                  </a:lnTo>
                  <a:lnTo>
                    <a:pt x="903760" y="517335"/>
                  </a:lnTo>
                  <a:lnTo>
                    <a:pt x="903760" y="516271"/>
                  </a:lnTo>
                  <a:lnTo>
                    <a:pt x="903760" y="515205"/>
                  </a:lnTo>
                  <a:lnTo>
                    <a:pt x="903760" y="514133"/>
                  </a:lnTo>
                  <a:lnTo>
                    <a:pt x="903760" y="513054"/>
                  </a:lnTo>
                  <a:lnTo>
                    <a:pt x="903760" y="511964"/>
                  </a:lnTo>
                  <a:lnTo>
                    <a:pt x="902427" y="511964"/>
                  </a:lnTo>
                  <a:lnTo>
                    <a:pt x="901074" y="511964"/>
                  </a:lnTo>
                  <a:lnTo>
                    <a:pt x="900684" y="510722"/>
                  </a:lnTo>
                  <a:lnTo>
                    <a:pt x="900287" y="509462"/>
                  </a:lnTo>
                  <a:lnTo>
                    <a:pt x="899938" y="508375"/>
                  </a:lnTo>
                  <a:lnTo>
                    <a:pt x="899585" y="507281"/>
                  </a:lnTo>
                  <a:lnTo>
                    <a:pt x="899228" y="506172"/>
                  </a:lnTo>
                  <a:lnTo>
                    <a:pt x="899075" y="505693"/>
                  </a:lnTo>
                  <a:lnTo>
                    <a:pt x="898806" y="504849"/>
                  </a:lnTo>
                  <a:lnTo>
                    <a:pt x="898190" y="502915"/>
                  </a:lnTo>
                  <a:lnTo>
                    <a:pt x="897758" y="501779"/>
                  </a:lnTo>
                  <a:lnTo>
                    <a:pt x="897400" y="500891"/>
                  </a:lnTo>
                  <a:lnTo>
                    <a:pt x="897048" y="500127"/>
                  </a:lnTo>
                  <a:lnTo>
                    <a:pt x="896635" y="499365"/>
                  </a:lnTo>
                  <a:lnTo>
                    <a:pt x="896094" y="498480"/>
                  </a:lnTo>
                  <a:lnTo>
                    <a:pt x="895358" y="497350"/>
                  </a:lnTo>
                  <a:lnTo>
                    <a:pt x="894360" y="495849"/>
                  </a:lnTo>
                  <a:lnTo>
                    <a:pt x="893029" y="495849"/>
                  </a:lnTo>
                  <a:lnTo>
                    <a:pt x="891689" y="495849"/>
                  </a:lnTo>
                  <a:lnTo>
                    <a:pt x="890331" y="495849"/>
                  </a:lnTo>
                  <a:lnTo>
                    <a:pt x="890157" y="494391"/>
                  </a:lnTo>
                  <a:lnTo>
                    <a:pt x="889980" y="492911"/>
                  </a:lnTo>
                  <a:lnTo>
                    <a:pt x="889637" y="491724"/>
                  </a:lnTo>
                  <a:lnTo>
                    <a:pt x="889257" y="490629"/>
                  </a:lnTo>
                  <a:lnTo>
                    <a:pt x="888838" y="489612"/>
                  </a:lnTo>
                  <a:lnTo>
                    <a:pt x="888378" y="488656"/>
                  </a:lnTo>
                  <a:lnTo>
                    <a:pt x="887875" y="487747"/>
                  </a:lnTo>
                  <a:lnTo>
                    <a:pt x="887329" y="486869"/>
                  </a:lnTo>
                  <a:lnTo>
                    <a:pt x="886736" y="486008"/>
                  </a:lnTo>
                  <a:lnTo>
                    <a:pt x="886095" y="485148"/>
                  </a:lnTo>
                  <a:lnTo>
                    <a:pt x="885405" y="484273"/>
                  </a:lnTo>
                  <a:lnTo>
                    <a:pt x="884663" y="483369"/>
                  </a:lnTo>
                  <a:lnTo>
                    <a:pt x="883868" y="482420"/>
                  </a:lnTo>
                  <a:lnTo>
                    <a:pt x="883176" y="481589"/>
                  </a:lnTo>
                  <a:lnTo>
                    <a:pt x="882481" y="480754"/>
                  </a:lnTo>
                  <a:lnTo>
                    <a:pt x="881780" y="479913"/>
                  </a:lnTo>
                  <a:lnTo>
                    <a:pt x="881072" y="479063"/>
                  </a:lnTo>
                  <a:lnTo>
                    <a:pt x="880373" y="478232"/>
                  </a:lnTo>
                  <a:lnTo>
                    <a:pt x="879670" y="477397"/>
                  </a:lnTo>
                  <a:lnTo>
                    <a:pt x="878962" y="476556"/>
                  </a:lnTo>
                  <a:lnTo>
                    <a:pt x="878245" y="475706"/>
                  </a:lnTo>
                  <a:lnTo>
                    <a:pt x="877574" y="474866"/>
                  </a:lnTo>
                  <a:lnTo>
                    <a:pt x="876902" y="474027"/>
                  </a:lnTo>
                  <a:lnTo>
                    <a:pt x="876231" y="473188"/>
                  </a:lnTo>
                  <a:lnTo>
                    <a:pt x="875559" y="472349"/>
                  </a:lnTo>
                  <a:lnTo>
                    <a:pt x="874888" y="471509"/>
                  </a:lnTo>
                  <a:lnTo>
                    <a:pt x="874216" y="470670"/>
                  </a:lnTo>
                  <a:lnTo>
                    <a:pt x="873545" y="469831"/>
                  </a:lnTo>
                  <a:lnTo>
                    <a:pt x="872874" y="468991"/>
                  </a:lnTo>
                  <a:lnTo>
                    <a:pt x="871794" y="467791"/>
                  </a:lnTo>
                  <a:lnTo>
                    <a:pt x="871045" y="466981"/>
                  </a:lnTo>
                  <a:lnTo>
                    <a:pt x="870433" y="466368"/>
                  </a:lnTo>
                  <a:lnTo>
                    <a:pt x="869764" y="465760"/>
                  </a:lnTo>
                  <a:lnTo>
                    <a:pt x="868845" y="464963"/>
                  </a:lnTo>
                  <a:lnTo>
                    <a:pt x="867512" y="464963"/>
                  </a:lnTo>
                  <a:lnTo>
                    <a:pt x="866159" y="464963"/>
                  </a:lnTo>
                  <a:lnTo>
                    <a:pt x="865701" y="463838"/>
                  </a:lnTo>
                  <a:lnTo>
                    <a:pt x="865236" y="462696"/>
                  </a:lnTo>
                  <a:lnTo>
                    <a:pt x="864658" y="461722"/>
                  </a:lnTo>
                  <a:lnTo>
                    <a:pt x="864057" y="460795"/>
                  </a:lnTo>
                  <a:lnTo>
                    <a:pt x="863433" y="459908"/>
                  </a:lnTo>
                  <a:lnTo>
                    <a:pt x="862786" y="459056"/>
                  </a:lnTo>
                  <a:lnTo>
                    <a:pt x="862116" y="458234"/>
                  </a:lnTo>
                  <a:lnTo>
                    <a:pt x="861423" y="457437"/>
                  </a:lnTo>
                  <a:lnTo>
                    <a:pt x="860706" y="456659"/>
                  </a:lnTo>
                  <a:lnTo>
                    <a:pt x="859965" y="455896"/>
                  </a:lnTo>
                  <a:lnTo>
                    <a:pt x="859200" y="455141"/>
                  </a:lnTo>
                  <a:lnTo>
                    <a:pt x="858411" y="454390"/>
                  </a:lnTo>
                  <a:lnTo>
                    <a:pt x="857597" y="453637"/>
                  </a:lnTo>
                  <a:lnTo>
                    <a:pt x="856759" y="452877"/>
                  </a:lnTo>
                  <a:lnTo>
                    <a:pt x="855426" y="452877"/>
                  </a:lnTo>
                  <a:lnTo>
                    <a:pt x="854074" y="452877"/>
                  </a:lnTo>
                  <a:lnTo>
                    <a:pt x="854074" y="451544"/>
                  </a:lnTo>
                  <a:lnTo>
                    <a:pt x="854074" y="450191"/>
                  </a:lnTo>
                  <a:lnTo>
                    <a:pt x="852866" y="449650"/>
                  </a:lnTo>
                  <a:lnTo>
                    <a:pt x="851639" y="449099"/>
                  </a:lnTo>
                  <a:lnTo>
                    <a:pt x="850192" y="448308"/>
                  </a:lnTo>
                  <a:lnTo>
                    <a:pt x="849227" y="447739"/>
                  </a:lnTo>
                  <a:lnTo>
                    <a:pt x="848521" y="447232"/>
                  </a:lnTo>
                  <a:lnTo>
                    <a:pt x="847850" y="446629"/>
                  </a:lnTo>
                  <a:lnTo>
                    <a:pt x="846992" y="445769"/>
                  </a:lnTo>
                  <a:lnTo>
                    <a:pt x="846200" y="445003"/>
                  </a:lnTo>
                  <a:lnTo>
                    <a:pt x="845396" y="444257"/>
                  </a:lnTo>
                  <a:lnTo>
                    <a:pt x="844580" y="443530"/>
                  </a:lnTo>
                  <a:lnTo>
                    <a:pt x="843754" y="442818"/>
                  </a:lnTo>
                  <a:lnTo>
                    <a:pt x="842918" y="442120"/>
                  </a:lnTo>
                  <a:lnTo>
                    <a:pt x="842074" y="441434"/>
                  </a:lnTo>
                  <a:lnTo>
                    <a:pt x="841221" y="440757"/>
                  </a:lnTo>
                  <a:lnTo>
                    <a:pt x="840362" y="440087"/>
                  </a:lnTo>
                  <a:lnTo>
                    <a:pt x="839496" y="439422"/>
                  </a:lnTo>
                  <a:lnTo>
                    <a:pt x="838624" y="438760"/>
                  </a:lnTo>
                  <a:lnTo>
                    <a:pt x="837748" y="438098"/>
                  </a:lnTo>
                  <a:lnTo>
                    <a:pt x="836867" y="437434"/>
                  </a:lnTo>
                  <a:lnTo>
                    <a:pt x="835842" y="436654"/>
                  </a:lnTo>
                  <a:lnTo>
                    <a:pt x="834813" y="435871"/>
                  </a:lnTo>
                  <a:lnTo>
                    <a:pt x="833777" y="435083"/>
                  </a:lnTo>
                  <a:lnTo>
                    <a:pt x="832728" y="434286"/>
                  </a:lnTo>
                  <a:lnTo>
                    <a:pt x="831743" y="433604"/>
                  </a:lnTo>
                  <a:lnTo>
                    <a:pt x="830787" y="432950"/>
                  </a:lnTo>
                  <a:lnTo>
                    <a:pt x="829853" y="432325"/>
                  </a:lnTo>
                  <a:lnTo>
                    <a:pt x="828938" y="431730"/>
                  </a:lnTo>
                  <a:lnTo>
                    <a:pt x="828036" y="431167"/>
                  </a:lnTo>
                  <a:lnTo>
                    <a:pt x="827142" y="430637"/>
                  </a:lnTo>
                  <a:lnTo>
                    <a:pt x="826250" y="430142"/>
                  </a:lnTo>
                  <a:lnTo>
                    <a:pt x="825356" y="429682"/>
                  </a:lnTo>
                  <a:lnTo>
                    <a:pt x="824454" y="429260"/>
                  </a:lnTo>
                  <a:lnTo>
                    <a:pt x="823539" y="428876"/>
                  </a:lnTo>
                  <a:lnTo>
                    <a:pt x="822606" y="428533"/>
                  </a:lnTo>
                  <a:lnTo>
                    <a:pt x="821649" y="428230"/>
                  </a:lnTo>
                  <a:lnTo>
                    <a:pt x="820664" y="427971"/>
                  </a:lnTo>
                  <a:lnTo>
                    <a:pt x="819645" y="427755"/>
                  </a:lnTo>
                  <a:lnTo>
                    <a:pt x="818588" y="427585"/>
                  </a:lnTo>
                  <a:lnTo>
                    <a:pt x="817486" y="427462"/>
                  </a:lnTo>
                  <a:lnTo>
                    <a:pt x="816335" y="427387"/>
                  </a:lnTo>
                  <a:lnTo>
                    <a:pt x="815130" y="427362"/>
                  </a:lnTo>
                  <a:lnTo>
                    <a:pt x="815130" y="426029"/>
                  </a:lnTo>
                  <a:lnTo>
                    <a:pt x="815130" y="424676"/>
                  </a:lnTo>
                  <a:lnTo>
                    <a:pt x="813799" y="424676"/>
                  </a:lnTo>
                  <a:lnTo>
                    <a:pt x="812459" y="424676"/>
                  </a:lnTo>
                  <a:lnTo>
                    <a:pt x="811101" y="424676"/>
                  </a:lnTo>
                  <a:lnTo>
                    <a:pt x="811101" y="423344"/>
                  </a:lnTo>
                  <a:lnTo>
                    <a:pt x="811101" y="421991"/>
                  </a:lnTo>
                  <a:lnTo>
                    <a:pt x="809770" y="421991"/>
                  </a:lnTo>
                  <a:lnTo>
                    <a:pt x="808430" y="421991"/>
                  </a:lnTo>
                  <a:lnTo>
                    <a:pt x="807073" y="421991"/>
                  </a:lnTo>
                  <a:lnTo>
                    <a:pt x="807073" y="420658"/>
                  </a:lnTo>
                  <a:lnTo>
                    <a:pt x="807073" y="419305"/>
                  </a:lnTo>
                  <a:lnTo>
                    <a:pt x="805854" y="418914"/>
                  </a:lnTo>
                  <a:lnTo>
                    <a:pt x="804618" y="418518"/>
                  </a:lnTo>
                  <a:lnTo>
                    <a:pt x="804139" y="418362"/>
                  </a:lnTo>
                  <a:lnTo>
                    <a:pt x="803296" y="418088"/>
                  </a:lnTo>
                  <a:lnTo>
                    <a:pt x="801365" y="417458"/>
                  </a:lnTo>
                  <a:lnTo>
                    <a:pt x="800305" y="417115"/>
                  </a:lnTo>
                  <a:lnTo>
                    <a:pt x="799237" y="416769"/>
                  </a:lnTo>
                  <a:lnTo>
                    <a:pt x="798155" y="416419"/>
                  </a:lnTo>
                  <a:lnTo>
                    <a:pt x="796807" y="415931"/>
                  </a:lnTo>
                  <a:lnTo>
                    <a:pt x="795820" y="415560"/>
                  </a:lnTo>
                  <a:lnTo>
                    <a:pt x="795026" y="415235"/>
                  </a:lnTo>
                  <a:lnTo>
                    <a:pt x="794258" y="414883"/>
                  </a:lnTo>
                  <a:lnTo>
                    <a:pt x="793350" y="414431"/>
                  </a:lnTo>
                  <a:lnTo>
                    <a:pt x="792133" y="413807"/>
                  </a:lnTo>
                  <a:lnTo>
                    <a:pt x="791090" y="413352"/>
                  </a:lnTo>
                  <a:lnTo>
                    <a:pt x="790082" y="413008"/>
                  </a:lnTo>
                  <a:lnTo>
                    <a:pt x="789097" y="412761"/>
                  </a:lnTo>
                  <a:lnTo>
                    <a:pt x="788121" y="412600"/>
                  </a:lnTo>
                  <a:lnTo>
                    <a:pt x="787140" y="412509"/>
                  </a:lnTo>
                  <a:lnTo>
                    <a:pt x="786141" y="412476"/>
                  </a:lnTo>
                  <a:lnTo>
                    <a:pt x="785111" y="412487"/>
                  </a:lnTo>
                  <a:lnTo>
                    <a:pt x="784035" y="412530"/>
                  </a:lnTo>
                  <a:lnTo>
                    <a:pt x="782901" y="412590"/>
                  </a:lnTo>
                  <a:lnTo>
                    <a:pt x="782901" y="411258"/>
                  </a:lnTo>
                  <a:lnTo>
                    <a:pt x="782901" y="409905"/>
                  </a:lnTo>
                  <a:lnTo>
                    <a:pt x="781931" y="409387"/>
                  </a:lnTo>
                  <a:lnTo>
                    <a:pt x="780950" y="408887"/>
                  </a:lnTo>
                  <a:lnTo>
                    <a:pt x="779958" y="408406"/>
                  </a:lnTo>
                  <a:lnTo>
                    <a:pt x="778955" y="407943"/>
                  </a:lnTo>
                  <a:lnTo>
                    <a:pt x="777941" y="407497"/>
                  </a:lnTo>
                  <a:lnTo>
                    <a:pt x="776916" y="407068"/>
                  </a:lnTo>
                  <a:lnTo>
                    <a:pt x="775882" y="406656"/>
                  </a:lnTo>
                  <a:lnTo>
                    <a:pt x="774839" y="406261"/>
                  </a:lnTo>
                  <a:lnTo>
                    <a:pt x="773785" y="405882"/>
                  </a:lnTo>
                  <a:lnTo>
                    <a:pt x="772723" y="405518"/>
                  </a:lnTo>
                  <a:lnTo>
                    <a:pt x="771653" y="405170"/>
                  </a:lnTo>
                  <a:lnTo>
                    <a:pt x="770574" y="404838"/>
                  </a:lnTo>
                  <a:lnTo>
                    <a:pt x="769486" y="404520"/>
                  </a:lnTo>
                  <a:lnTo>
                    <a:pt x="768392" y="404217"/>
                  </a:lnTo>
                  <a:lnTo>
                    <a:pt x="767289" y="403928"/>
                  </a:lnTo>
                  <a:lnTo>
                    <a:pt x="766180" y="403652"/>
                  </a:lnTo>
                  <a:lnTo>
                    <a:pt x="765064" y="403391"/>
                  </a:lnTo>
                  <a:lnTo>
                    <a:pt x="763942" y="403142"/>
                  </a:lnTo>
                  <a:lnTo>
                    <a:pt x="762813" y="402907"/>
                  </a:lnTo>
                  <a:lnTo>
                    <a:pt x="761679" y="402684"/>
                  </a:lnTo>
                  <a:lnTo>
                    <a:pt x="760539" y="402473"/>
                  </a:lnTo>
                  <a:lnTo>
                    <a:pt x="759394" y="402274"/>
                  </a:lnTo>
                  <a:lnTo>
                    <a:pt x="758245" y="402086"/>
                  </a:lnTo>
                  <a:lnTo>
                    <a:pt x="757091" y="401910"/>
                  </a:lnTo>
                  <a:lnTo>
                    <a:pt x="755933" y="401745"/>
                  </a:lnTo>
                  <a:lnTo>
                    <a:pt x="754770" y="401590"/>
                  </a:lnTo>
                  <a:lnTo>
                    <a:pt x="753605" y="401445"/>
                  </a:lnTo>
                  <a:lnTo>
                    <a:pt x="752436" y="401310"/>
                  </a:lnTo>
                  <a:lnTo>
                    <a:pt x="751265" y="401185"/>
                  </a:lnTo>
                  <a:lnTo>
                    <a:pt x="750091" y="401069"/>
                  </a:lnTo>
                  <a:lnTo>
                    <a:pt x="748914" y="400962"/>
                  </a:lnTo>
                  <a:lnTo>
                    <a:pt x="747736" y="400864"/>
                  </a:lnTo>
                  <a:lnTo>
                    <a:pt x="746556" y="400774"/>
                  </a:lnTo>
                  <a:lnTo>
                    <a:pt x="745375" y="400691"/>
                  </a:lnTo>
                  <a:lnTo>
                    <a:pt x="744193" y="400616"/>
                  </a:lnTo>
                  <a:lnTo>
                    <a:pt x="743011" y="400549"/>
                  </a:lnTo>
                  <a:lnTo>
                    <a:pt x="741828" y="400488"/>
                  </a:lnTo>
                  <a:lnTo>
                    <a:pt x="740645" y="400434"/>
                  </a:lnTo>
                  <a:lnTo>
                    <a:pt x="739463" y="400386"/>
                  </a:lnTo>
                  <a:lnTo>
                    <a:pt x="738281" y="400344"/>
                  </a:lnTo>
                  <a:lnTo>
                    <a:pt x="737101" y="400308"/>
                  </a:lnTo>
                  <a:lnTo>
                    <a:pt x="735921" y="400277"/>
                  </a:lnTo>
                  <a:lnTo>
                    <a:pt x="734744" y="400251"/>
                  </a:lnTo>
                  <a:lnTo>
                    <a:pt x="733568" y="400229"/>
                  </a:lnTo>
                  <a:lnTo>
                    <a:pt x="732395" y="400212"/>
                  </a:lnTo>
                  <a:lnTo>
                    <a:pt x="731224" y="400199"/>
                  </a:lnTo>
                  <a:lnTo>
                    <a:pt x="730056" y="400189"/>
                  </a:lnTo>
                  <a:lnTo>
                    <a:pt x="728892" y="400182"/>
                  </a:lnTo>
                  <a:lnTo>
                    <a:pt x="727731" y="400179"/>
                  </a:lnTo>
                  <a:lnTo>
                    <a:pt x="726574" y="400178"/>
                  </a:lnTo>
                  <a:lnTo>
                    <a:pt x="725422" y="400179"/>
                  </a:lnTo>
                  <a:lnTo>
                    <a:pt x="724274" y="400182"/>
                  </a:lnTo>
                  <a:lnTo>
                    <a:pt x="723131" y="400187"/>
                  </a:lnTo>
                  <a:lnTo>
                    <a:pt x="721993" y="400193"/>
                  </a:lnTo>
                  <a:lnTo>
                    <a:pt x="720860" y="400200"/>
                  </a:lnTo>
                  <a:lnTo>
                    <a:pt x="719734" y="400208"/>
                  </a:lnTo>
                  <a:lnTo>
                    <a:pt x="718613" y="400216"/>
                  </a:lnTo>
                  <a:lnTo>
                    <a:pt x="717500" y="400224"/>
                  </a:lnTo>
                  <a:lnTo>
                    <a:pt x="716393" y="400232"/>
                  </a:lnTo>
                  <a:lnTo>
                    <a:pt x="715293" y="400238"/>
                  </a:lnTo>
                  <a:lnTo>
                    <a:pt x="714201" y="400244"/>
                  </a:lnTo>
                  <a:lnTo>
                    <a:pt x="713116" y="400249"/>
                  </a:lnTo>
                  <a:lnTo>
                    <a:pt x="712040" y="400251"/>
                  </a:lnTo>
                  <a:lnTo>
                    <a:pt x="710972" y="400252"/>
                  </a:lnTo>
                  <a:lnTo>
                    <a:pt x="709570" y="400250"/>
                  </a:lnTo>
                  <a:lnTo>
                    <a:pt x="708146" y="400248"/>
                  </a:lnTo>
                  <a:lnTo>
                    <a:pt x="705780" y="400249"/>
                  </a:lnTo>
                  <a:lnTo>
                    <a:pt x="703658" y="400251"/>
                  </a:lnTo>
                  <a:lnTo>
                    <a:pt x="701762" y="400255"/>
                  </a:lnTo>
                  <a:lnTo>
                    <a:pt x="700075" y="400264"/>
                  </a:lnTo>
                  <a:lnTo>
                    <a:pt x="698579" y="400279"/>
                  </a:lnTo>
                  <a:lnTo>
                    <a:pt x="697255" y="400300"/>
                  </a:lnTo>
                  <a:lnTo>
                    <a:pt x="696086" y="400330"/>
                  </a:lnTo>
                  <a:lnTo>
                    <a:pt x="695054" y="400369"/>
                  </a:lnTo>
                  <a:lnTo>
                    <a:pt x="694140" y="400420"/>
                  </a:lnTo>
                  <a:lnTo>
                    <a:pt x="693326" y="400483"/>
                  </a:lnTo>
                  <a:lnTo>
                    <a:pt x="692595" y="400560"/>
                  </a:lnTo>
                  <a:lnTo>
                    <a:pt x="691929" y="400653"/>
                  </a:lnTo>
                  <a:lnTo>
                    <a:pt x="691309" y="400762"/>
                  </a:lnTo>
                  <a:lnTo>
                    <a:pt x="690717" y="400889"/>
                  </a:lnTo>
                  <a:lnTo>
                    <a:pt x="690136" y="401036"/>
                  </a:lnTo>
                  <a:lnTo>
                    <a:pt x="689547" y="401204"/>
                  </a:lnTo>
                  <a:lnTo>
                    <a:pt x="688933" y="401394"/>
                  </a:lnTo>
                  <a:lnTo>
                    <a:pt x="688275" y="401608"/>
                  </a:lnTo>
                  <a:lnTo>
                    <a:pt x="687556" y="401847"/>
                  </a:lnTo>
                  <a:close/>
                </a:path>
              </a:pathLst>
            </a:custGeom>
            <a:solidFill>
              <a:srgbClr val="556573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egion 7 #9A7970"/>
            <p:cNvSpPr/>
            <p:nvPr/>
          </p:nvSpPr>
          <p:spPr>
            <a:xfrm>
              <a:off x="1098140" y="397015"/>
              <a:ext cx="532301" cy="596717"/>
            </a:xfrm>
            <a:custGeom>
              <a:avLst/>
              <a:gdLst/>
              <a:ahLst/>
              <a:cxnLst/>
              <a:rect l="l" t="t" r="r" b="b"/>
              <a:pathLst>
                <a:path w="532301" h="596717">
                  <a:moveTo>
                    <a:pt x="61019" y="58"/>
                  </a:moveTo>
                  <a:lnTo>
                    <a:pt x="62325" y="54"/>
                  </a:lnTo>
                  <a:lnTo>
                    <a:pt x="63640" y="50"/>
                  </a:lnTo>
                  <a:lnTo>
                    <a:pt x="64971" y="45"/>
                  </a:lnTo>
                  <a:lnTo>
                    <a:pt x="66105" y="58"/>
                  </a:lnTo>
                  <a:lnTo>
                    <a:pt x="67204" y="81"/>
                  </a:lnTo>
                  <a:lnTo>
                    <a:pt x="68274" y="117"/>
                  </a:lnTo>
                  <a:lnTo>
                    <a:pt x="69318" y="167"/>
                  </a:lnTo>
                  <a:lnTo>
                    <a:pt x="70340" y="234"/>
                  </a:lnTo>
                  <a:lnTo>
                    <a:pt x="71343" y="320"/>
                  </a:lnTo>
                  <a:lnTo>
                    <a:pt x="72332" y="427"/>
                  </a:lnTo>
                  <a:lnTo>
                    <a:pt x="73310" y="558"/>
                  </a:lnTo>
                  <a:lnTo>
                    <a:pt x="74281" y="715"/>
                  </a:lnTo>
                  <a:lnTo>
                    <a:pt x="75249" y="899"/>
                  </a:lnTo>
                  <a:lnTo>
                    <a:pt x="76218" y="1114"/>
                  </a:lnTo>
                  <a:lnTo>
                    <a:pt x="77190" y="1361"/>
                  </a:lnTo>
                  <a:lnTo>
                    <a:pt x="78171" y="1643"/>
                  </a:lnTo>
                  <a:lnTo>
                    <a:pt x="79164" y="1962"/>
                  </a:lnTo>
                  <a:lnTo>
                    <a:pt x="80173" y="2320"/>
                  </a:lnTo>
                  <a:lnTo>
                    <a:pt x="81201" y="2720"/>
                  </a:lnTo>
                  <a:lnTo>
                    <a:pt x="82253" y="3163"/>
                  </a:lnTo>
                  <a:lnTo>
                    <a:pt x="83307" y="3415"/>
                  </a:lnTo>
                  <a:lnTo>
                    <a:pt x="84363" y="3659"/>
                  </a:lnTo>
                  <a:lnTo>
                    <a:pt x="85421" y="3894"/>
                  </a:lnTo>
                  <a:lnTo>
                    <a:pt x="86480" y="4121"/>
                  </a:lnTo>
                  <a:lnTo>
                    <a:pt x="87541" y="4339"/>
                  </a:lnTo>
                  <a:lnTo>
                    <a:pt x="88686" y="4631"/>
                  </a:lnTo>
                  <a:lnTo>
                    <a:pt x="89780" y="4948"/>
                  </a:lnTo>
                  <a:lnTo>
                    <a:pt x="90831" y="5291"/>
                  </a:lnTo>
                  <a:lnTo>
                    <a:pt x="91843" y="5661"/>
                  </a:lnTo>
                  <a:lnTo>
                    <a:pt x="92822" y="6061"/>
                  </a:lnTo>
                  <a:lnTo>
                    <a:pt x="93773" y="6491"/>
                  </a:lnTo>
                  <a:lnTo>
                    <a:pt x="94702" y="6954"/>
                  </a:lnTo>
                  <a:lnTo>
                    <a:pt x="95615" y="7450"/>
                  </a:lnTo>
                  <a:lnTo>
                    <a:pt x="96516" y="7982"/>
                  </a:lnTo>
                  <a:lnTo>
                    <a:pt x="97413" y="8550"/>
                  </a:lnTo>
                  <a:lnTo>
                    <a:pt x="98309" y="9157"/>
                  </a:lnTo>
                  <a:lnTo>
                    <a:pt x="99211" y="9803"/>
                  </a:lnTo>
                  <a:lnTo>
                    <a:pt x="100124" y="10490"/>
                  </a:lnTo>
                  <a:lnTo>
                    <a:pt x="101053" y="11220"/>
                  </a:lnTo>
                  <a:lnTo>
                    <a:pt x="101053" y="12554"/>
                  </a:lnTo>
                  <a:lnTo>
                    <a:pt x="101053" y="13906"/>
                  </a:lnTo>
                  <a:lnTo>
                    <a:pt x="102511" y="14031"/>
                  </a:lnTo>
                  <a:lnTo>
                    <a:pt x="103992" y="14158"/>
                  </a:lnTo>
                  <a:lnTo>
                    <a:pt x="105183" y="14543"/>
                  </a:lnTo>
                  <a:lnTo>
                    <a:pt x="106265" y="14973"/>
                  </a:lnTo>
                  <a:lnTo>
                    <a:pt x="107253" y="15450"/>
                  </a:lnTo>
                  <a:lnTo>
                    <a:pt x="108163" y="15974"/>
                  </a:lnTo>
                  <a:lnTo>
                    <a:pt x="109010" y="16546"/>
                  </a:lnTo>
                  <a:lnTo>
                    <a:pt x="109809" y="17167"/>
                  </a:lnTo>
                  <a:lnTo>
                    <a:pt x="110577" y="17838"/>
                  </a:lnTo>
                  <a:lnTo>
                    <a:pt x="111328" y="18559"/>
                  </a:lnTo>
                  <a:lnTo>
                    <a:pt x="112079" y="19331"/>
                  </a:lnTo>
                  <a:lnTo>
                    <a:pt x="112844" y="20156"/>
                  </a:lnTo>
                  <a:lnTo>
                    <a:pt x="113640" y="21033"/>
                  </a:lnTo>
                  <a:lnTo>
                    <a:pt x="114482" y="21963"/>
                  </a:lnTo>
                  <a:lnTo>
                    <a:pt x="115993" y="23513"/>
                  </a:lnTo>
                  <a:lnTo>
                    <a:pt x="117244" y="24792"/>
                  </a:lnTo>
                  <a:lnTo>
                    <a:pt x="118276" y="25840"/>
                  </a:lnTo>
                  <a:lnTo>
                    <a:pt x="119130" y="26693"/>
                  </a:lnTo>
                  <a:lnTo>
                    <a:pt x="119847" y="27392"/>
                  </a:lnTo>
                  <a:lnTo>
                    <a:pt x="120468" y="27973"/>
                  </a:lnTo>
                  <a:lnTo>
                    <a:pt x="121035" y="28476"/>
                  </a:lnTo>
                  <a:lnTo>
                    <a:pt x="121587" y="28938"/>
                  </a:lnTo>
                  <a:lnTo>
                    <a:pt x="122166" y="29399"/>
                  </a:lnTo>
                  <a:lnTo>
                    <a:pt x="122812" y="29896"/>
                  </a:lnTo>
                  <a:lnTo>
                    <a:pt x="123568" y="30468"/>
                  </a:lnTo>
                  <a:lnTo>
                    <a:pt x="124503" y="31201"/>
                  </a:lnTo>
                  <a:lnTo>
                    <a:pt x="125384" y="31934"/>
                  </a:lnTo>
                  <a:lnTo>
                    <a:pt x="126212" y="32668"/>
                  </a:lnTo>
                  <a:lnTo>
                    <a:pt x="126990" y="33407"/>
                  </a:lnTo>
                  <a:lnTo>
                    <a:pt x="127720" y="34151"/>
                  </a:lnTo>
                  <a:lnTo>
                    <a:pt x="128404" y="34905"/>
                  </a:lnTo>
                  <a:lnTo>
                    <a:pt x="129044" y="35669"/>
                  </a:lnTo>
                  <a:lnTo>
                    <a:pt x="129643" y="36447"/>
                  </a:lnTo>
                  <a:lnTo>
                    <a:pt x="130203" y="37240"/>
                  </a:lnTo>
                  <a:lnTo>
                    <a:pt x="130725" y="38051"/>
                  </a:lnTo>
                  <a:lnTo>
                    <a:pt x="131212" y="38883"/>
                  </a:lnTo>
                  <a:lnTo>
                    <a:pt x="131666" y="39737"/>
                  </a:lnTo>
                  <a:lnTo>
                    <a:pt x="132089" y="40616"/>
                  </a:lnTo>
                  <a:lnTo>
                    <a:pt x="132484" y="41522"/>
                  </a:lnTo>
                  <a:lnTo>
                    <a:pt x="132852" y="42458"/>
                  </a:lnTo>
                  <a:lnTo>
                    <a:pt x="133196" y="43425"/>
                  </a:lnTo>
                  <a:lnTo>
                    <a:pt x="133517" y="44427"/>
                  </a:lnTo>
                  <a:lnTo>
                    <a:pt x="133819" y="45465"/>
                  </a:lnTo>
                  <a:lnTo>
                    <a:pt x="134103" y="46542"/>
                  </a:lnTo>
                  <a:lnTo>
                    <a:pt x="134371" y="47660"/>
                  </a:lnTo>
                  <a:lnTo>
                    <a:pt x="134625" y="48821"/>
                  </a:lnTo>
                  <a:lnTo>
                    <a:pt x="134625" y="50154"/>
                  </a:lnTo>
                  <a:lnTo>
                    <a:pt x="134625" y="51507"/>
                  </a:lnTo>
                  <a:lnTo>
                    <a:pt x="135958" y="51507"/>
                  </a:lnTo>
                  <a:lnTo>
                    <a:pt x="137311" y="51507"/>
                  </a:lnTo>
                  <a:lnTo>
                    <a:pt x="137561" y="52671"/>
                  </a:lnTo>
                  <a:lnTo>
                    <a:pt x="137812" y="53840"/>
                  </a:lnTo>
                  <a:lnTo>
                    <a:pt x="138064" y="55017"/>
                  </a:lnTo>
                  <a:lnTo>
                    <a:pt x="138318" y="56207"/>
                  </a:lnTo>
                  <a:lnTo>
                    <a:pt x="138605" y="57321"/>
                  </a:lnTo>
                  <a:lnTo>
                    <a:pt x="138909" y="58408"/>
                  </a:lnTo>
                  <a:lnTo>
                    <a:pt x="139232" y="59472"/>
                  </a:lnTo>
                  <a:lnTo>
                    <a:pt x="139576" y="60517"/>
                  </a:lnTo>
                  <a:lnTo>
                    <a:pt x="139942" y="61546"/>
                  </a:lnTo>
                  <a:lnTo>
                    <a:pt x="140331" y="62564"/>
                  </a:lnTo>
                  <a:lnTo>
                    <a:pt x="140745" y="63574"/>
                  </a:lnTo>
                  <a:lnTo>
                    <a:pt x="141186" y="64581"/>
                  </a:lnTo>
                  <a:lnTo>
                    <a:pt x="141655" y="65589"/>
                  </a:lnTo>
                  <a:lnTo>
                    <a:pt x="142153" y="66601"/>
                  </a:lnTo>
                  <a:lnTo>
                    <a:pt x="142683" y="67621"/>
                  </a:lnTo>
                  <a:lnTo>
                    <a:pt x="143182" y="68603"/>
                  </a:lnTo>
                  <a:lnTo>
                    <a:pt x="143652" y="69584"/>
                  </a:lnTo>
                  <a:lnTo>
                    <a:pt x="144095" y="70565"/>
                  </a:lnTo>
                  <a:lnTo>
                    <a:pt x="144510" y="71545"/>
                  </a:lnTo>
                  <a:lnTo>
                    <a:pt x="144899" y="72525"/>
                  </a:lnTo>
                  <a:lnTo>
                    <a:pt x="145264" y="73505"/>
                  </a:lnTo>
                  <a:lnTo>
                    <a:pt x="145604" y="74487"/>
                  </a:lnTo>
                  <a:lnTo>
                    <a:pt x="145922" y="75471"/>
                  </a:lnTo>
                  <a:lnTo>
                    <a:pt x="146219" y="76456"/>
                  </a:lnTo>
                  <a:lnTo>
                    <a:pt x="146495" y="77444"/>
                  </a:lnTo>
                  <a:lnTo>
                    <a:pt x="146752" y="78435"/>
                  </a:lnTo>
                  <a:lnTo>
                    <a:pt x="146991" y="79429"/>
                  </a:lnTo>
                  <a:lnTo>
                    <a:pt x="147212" y="80427"/>
                  </a:lnTo>
                  <a:lnTo>
                    <a:pt x="147418" y="81430"/>
                  </a:lnTo>
                  <a:lnTo>
                    <a:pt x="147608" y="82437"/>
                  </a:lnTo>
                  <a:lnTo>
                    <a:pt x="147785" y="83449"/>
                  </a:lnTo>
                  <a:lnTo>
                    <a:pt x="147949" y="84467"/>
                  </a:lnTo>
                  <a:lnTo>
                    <a:pt x="148101" y="85490"/>
                  </a:lnTo>
                  <a:lnTo>
                    <a:pt x="148243" y="86521"/>
                  </a:lnTo>
                  <a:lnTo>
                    <a:pt x="148375" y="87558"/>
                  </a:lnTo>
                  <a:lnTo>
                    <a:pt x="148499" y="88603"/>
                  </a:lnTo>
                  <a:lnTo>
                    <a:pt x="148615" y="89656"/>
                  </a:lnTo>
                  <a:lnTo>
                    <a:pt x="148726" y="90717"/>
                  </a:lnTo>
                  <a:lnTo>
                    <a:pt x="148831" y="91787"/>
                  </a:lnTo>
                  <a:lnTo>
                    <a:pt x="148932" y="92866"/>
                  </a:lnTo>
                  <a:lnTo>
                    <a:pt x="149030" y="93955"/>
                  </a:lnTo>
                  <a:lnTo>
                    <a:pt x="149162" y="95026"/>
                  </a:lnTo>
                  <a:lnTo>
                    <a:pt x="149311" y="96098"/>
                  </a:lnTo>
                  <a:lnTo>
                    <a:pt x="149480" y="97170"/>
                  </a:lnTo>
                  <a:lnTo>
                    <a:pt x="149669" y="98240"/>
                  </a:lnTo>
                  <a:lnTo>
                    <a:pt x="149882" y="99306"/>
                  </a:lnTo>
                  <a:lnTo>
                    <a:pt x="150118" y="100368"/>
                  </a:lnTo>
                  <a:lnTo>
                    <a:pt x="150379" y="101423"/>
                  </a:lnTo>
                  <a:lnTo>
                    <a:pt x="150666" y="102471"/>
                  </a:lnTo>
                  <a:lnTo>
                    <a:pt x="150982" y="103508"/>
                  </a:lnTo>
                  <a:lnTo>
                    <a:pt x="151327" y="104534"/>
                  </a:lnTo>
                  <a:lnTo>
                    <a:pt x="151702" y="105548"/>
                  </a:lnTo>
                  <a:lnTo>
                    <a:pt x="152110" y="106546"/>
                  </a:lnTo>
                  <a:lnTo>
                    <a:pt x="152551" y="107529"/>
                  </a:lnTo>
                  <a:lnTo>
                    <a:pt x="153028" y="108494"/>
                  </a:lnTo>
                  <a:lnTo>
                    <a:pt x="153540" y="109440"/>
                  </a:lnTo>
                  <a:lnTo>
                    <a:pt x="154090" y="110365"/>
                  </a:lnTo>
                  <a:lnTo>
                    <a:pt x="154679" y="111268"/>
                  </a:lnTo>
                  <a:lnTo>
                    <a:pt x="155309" y="112146"/>
                  </a:lnTo>
                  <a:lnTo>
                    <a:pt x="155980" y="112999"/>
                  </a:lnTo>
                  <a:lnTo>
                    <a:pt x="156695" y="113825"/>
                  </a:lnTo>
                  <a:lnTo>
                    <a:pt x="157454" y="114622"/>
                  </a:lnTo>
                  <a:lnTo>
                    <a:pt x="157528" y="115710"/>
                  </a:lnTo>
                  <a:lnTo>
                    <a:pt x="157581" y="116798"/>
                  </a:lnTo>
                  <a:lnTo>
                    <a:pt x="157618" y="117887"/>
                  </a:lnTo>
                  <a:lnTo>
                    <a:pt x="157640" y="118977"/>
                  </a:lnTo>
                  <a:lnTo>
                    <a:pt x="157650" y="120066"/>
                  </a:lnTo>
                  <a:lnTo>
                    <a:pt x="157659" y="121226"/>
                  </a:lnTo>
                  <a:lnTo>
                    <a:pt x="157668" y="122393"/>
                  </a:lnTo>
                  <a:lnTo>
                    <a:pt x="157676" y="123575"/>
                  </a:lnTo>
                  <a:lnTo>
                    <a:pt x="157677" y="124841"/>
                  </a:lnTo>
                  <a:lnTo>
                    <a:pt x="157679" y="126115"/>
                  </a:lnTo>
                  <a:lnTo>
                    <a:pt x="157680" y="127406"/>
                  </a:lnTo>
                  <a:lnTo>
                    <a:pt x="157682" y="127987"/>
                  </a:lnTo>
                  <a:lnTo>
                    <a:pt x="157686" y="129009"/>
                  </a:lnTo>
                  <a:lnTo>
                    <a:pt x="157695" y="131349"/>
                  </a:lnTo>
                  <a:lnTo>
                    <a:pt x="157697" y="132536"/>
                  </a:lnTo>
                  <a:lnTo>
                    <a:pt x="157700" y="133723"/>
                  </a:lnTo>
                  <a:lnTo>
                    <a:pt x="157701" y="134910"/>
                  </a:lnTo>
                  <a:lnTo>
                    <a:pt x="157703" y="136097"/>
                  </a:lnTo>
                  <a:lnTo>
                    <a:pt x="157703" y="137284"/>
                  </a:lnTo>
                  <a:lnTo>
                    <a:pt x="157704" y="138471"/>
                  </a:lnTo>
                  <a:lnTo>
                    <a:pt x="157704" y="139658"/>
                  </a:lnTo>
                  <a:lnTo>
                    <a:pt x="157705" y="140705"/>
                  </a:lnTo>
                  <a:lnTo>
                    <a:pt x="157707" y="141752"/>
                  </a:lnTo>
                  <a:lnTo>
                    <a:pt x="157710" y="142799"/>
                  </a:lnTo>
                  <a:lnTo>
                    <a:pt x="157713" y="143846"/>
                  </a:lnTo>
                  <a:lnTo>
                    <a:pt x="157717" y="144893"/>
                  </a:lnTo>
                  <a:lnTo>
                    <a:pt x="157722" y="145940"/>
                  </a:lnTo>
                  <a:lnTo>
                    <a:pt x="157727" y="146987"/>
                  </a:lnTo>
                  <a:lnTo>
                    <a:pt x="157732" y="148034"/>
                  </a:lnTo>
                  <a:lnTo>
                    <a:pt x="157738" y="149080"/>
                  </a:lnTo>
                  <a:lnTo>
                    <a:pt x="157744" y="150127"/>
                  </a:lnTo>
                  <a:lnTo>
                    <a:pt x="157750" y="151175"/>
                  </a:lnTo>
                  <a:lnTo>
                    <a:pt x="157757" y="152222"/>
                  </a:lnTo>
                  <a:lnTo>
                    <a:pt x="157763" y="154426"/>
                  </a:lnTo>
                  <a:lnTo>
                    <a:pt x="157768" y="156536"/>
                  </a:lnTo>
                  <a:lnTo>
                    <a:pt x="157773" y="158554"/>
                  </a:lnTo>
                  <a:lnTo>
                    <a:pt x="157776" y="160482"/>
                  </a:lnTo>
                  <a:lnTo>
                    <a:pt x="157776" y="162324"/>
                  </a:lnTo>
                  <a:lnTo>
                    <a:pt x="157775" y="164082"/>
                  </a:lnTo>
                  <a:lnTo>
                    <a:pt x="157770" y="165760"/>
                  </a:lnTo>
                  <a:lnTo>
                    <a:pt x="157762" y="167360"/>
                  </a:lnTo>
                  <a:lnTo>
                    <a:pt x="157751" y="168886"/>
                  </a:lnTo>
                  <a:lnTo>
                    <a:pt x="157735" y="170339"/>
                  </a:lnTo>
                  <a:lnTo>
                    <a:pt x="157715" y="171724"/>
                  </a:lnTo>
                  <a:lnTo>
                    <a:pt x="157689" y="173042"/>
                  </a:lnTo>
                  <a:lnTo>
                    <a:pt x="157659" y="174297"/>
                  </a:lnTo>
                  <a:lnTo>
                    <a:pt x="157622" y="175492"/>
                  </a:lnTo>
                  <a:lnTo>
                    <a:pt x="157579" y="176630"/>
                  </a:lnTo>
                  <a:lnTo>
                    <a:pt x="157529" y="177713"/>
                  </a:lnTo>
                  <a:lnTo>
                    <a:pt x="157472" y="178744"/>
                  </a:lnTo>
                  <a:lnTo>
                    <a:pt x="157407" y="179726"/>
                  </a:lnTo>
                  <a:lnTo>
                    <a:pt x="157334" y="180663"/>
                  </a:lnTo>
                  <a:lnTo>
                    <a:pt x="157253" y="181557"/>
                  </a:lnTo>
                  <a:lnTo>
                    <a:pt x="157163" y="182411"/>
                  </a:lnTo>
                  <a:lnTo>
                    <a:pt x="157063" y="183228"/>
                  </a:lnTo>
                  <a:lnTo>
                    <a:pt x="156954" y="184010"/>
                  </a:lnTo>
                  <a:lnTo>
                    <a:pt x="156834" y="184761"/>
                  </a:lnTo>
                  <a:lnTo>
                    <a:pt x="156704" y="185484"/>
                  </a:lnTo>
                  <a:lnTo>
                    <a:pt x="156563" y="186181"/>
                  </a:lnTo>
                  <a:lnTo>
                    <a:pt x="156410" y="186856"/>
                  </a:lnTo>
                  <a:lnTo>
                    <a:pt x="156245" y="187511"/>
                  </a:lnTo>
                  <a:lnTo>
                    <a:pt x="156068" y="188149"/>
                  </a:lnTo>
                  <a:lnTo>
                    <a:pt x="155878" y="188773"/>
                  </a:lnTo>
                  <a:lnTo>
                    <a:pt x="155675" y="189386"/>
                  </a:lnTo>
                  <a:lnTo>
                    <a:pt x="155458" y="189990"/>
                  </a:lnTo>
                  <a:lnTo>
                    <a:pt x="155226" y="190590"/>
                  </a:lnTo>
                  <a:lnTo>
                    <a:pt x="154981" y="191187"/>
                  </a:lnTo>
                  <a:lnTo>
                    <a:pt x="154720" y="191785"/>
                  </a:lnTo>
                  <a:lnTo>
                    <a:pt x="154444" y="192386"/>
                  </a:lnTo>
                  <a:lnTo>
                    <a:pt x="154152" y="192993"/>
                  </a:lnTo>
                  <a:lnTo>
                    <a:pt x="153844" y="193610"/>
                  </a:lnTo>
                  <a:lnTo>
                    <a:pt x="153519" y="194239"/>
                  </a:lnTo>
                  <a:lnTo>
                    <a:pt x="153177" y="194883"/>
                  </a:lnTo>
                  <a:lnTo>
                    <a:pt x="152817" y="195545"/>
                  </a:lnTo>
                  <a:lnTo>
                    <a:pt x="152440" y="196227"/>
                  </a:lnTo>
                  <a:lnTo>
                    <a:pt x="152043" y="196934"/>
                  </a:lnTo>
                  <a:lnTo>
                    <a:pt x="151628" y="197667"/>
                  </a:lnTo>
                  <a:lnTo>
                    <a:pt x="151194" y="198429"/>
                  </a:lnTo>
                  <a:lnTo>
                    <a:pt x="150740" y="199224"/>
                  </a:lnTo>
                  <a:lnTo>
                    <a:pt x="150389" y="200226"/>
                  </a:lnTo>
                  <a:lnTo>
                    <a:pt x="150042" y="201230"/>
                  </a:lnTo>
                  <a:lnTo>
                    <a:pt x="149699" y="202234"/>
                  </a:lnTo>
                  <a:lnTo>
                    <a:pt x="149359" y="203240"/>
                  </a:lnTo>
                  <a:lnTo>
                    <a:pt x="149025" y="204248"/>
                  </a:lnTo>
                  <a:lnTo>
                    <a:pt x="148695" y="205257"/>
                  </a:lnTo>
                  <a:lnTo>
                    <a:pt x="148372" y="206268"/>
                  </a:lnTo>
                  <a:lnTo>
                    <a:pt x="148054" y="207281"/>
                  </a:lnTo>
                  <a:lnTo>
                    <a:pt x="146722" y="207281"/>
                  </a:lnTo>
                  <a:lnTo>
                    <a:pt x="145368" y="207281"/>
                  </a:lnTo>
                  <a:lnTo>
                    <a:pt x="145416" y="208400"/>
                  </a:lnTo>
                  <a:lnTo>
                    <a:pt x="145464" y="209520"/>
                  </a:lnTo>
                  <a:lnTo>
                    <a:pt x="145512" y="210639"/>
                  </a:lnTo>
                  <a:lnTo>
                    <a:pt x="145561" y="211758"/>
                  </a:lnTo>
                  <a:lnTo>
                    <a:pt x="145609" y="212877"/>
                  </a:lnTo>
                  <a:lnTo>
                    <a:pt x="145659" y="213996"/>
                  </a:lnTo>
                  <a:lnTo>
                    <a:pt x="145708" y="215115"/>
                  </a:lnTo>
                  <a:lnTo>
                    <a:pt x="145757" y="216234"/>
                  </a:lnTo>
                  <a:lnTo>
                    <a:pt x="145807" y="217353"/>
                  </a:lnTo>
                  <a:lnTo>
                    <a:pt x="145857" y="218472"/>
                  </a:lnTo>
                  <a:lnTo>
                    <a:pt x="145907" y="219591"/>
                  </a:lnTo>
                  <a:lnTo>
                    <a:pt x="145957" y="220710"/>
                  </a:lnTo>
                  <a:lnTo>
                    <a:pt x="146009" y="221967"/>
                  </a:lnTo>
                  <a:lnTo>
                    <a:pt x="146063" y="223232"/>
                  </a:lnTo>
                  <a:lnTo>
                    <a:pt x="146116" y="224514"/>
                  </a:lnTo>
                  <a:lnTo>
                    <a:pt x="146213" y="226629"/>
                  </a:lnTo>
                  <a:lnTo>
                    <a:pt x="146303" y="228589"/>
                  </a:lnTo>
                  <a:lnTo>
                    <a:pt x="146388" y="230404"/>
                  </a:lnTo>
                  <a:lnTo>
                    <a:pt x="146469" y="232082"/>
                  </a:lnTo>
                  <a:lnTo>
                    <a:pt x="146548" y="233631"/>
                  </a:lnTo>
                  <a:lnTo>
                    <a:pt x="146625" y="235060"/>
                  </a:lnTo>
                  <a:lnTo>
                    <a:pt x="146701" y="236376"/>
                  </a:lnTo>
                  <a:lnTo>
                    <a:pt x="146779" y="237590"/>
                  </a:lnTo>
                  <a:lnTo>
                    <a:pt x="146859" y="238709"/>
                  </a:lnTo>
                  <a:lnTo>
                    <a:pt x="146941" y="239741"/>
                  </a:lnTo>
                  <a:lnTo>
                    <a:pt x="147029" y="240695"/>
                  </a:lnTo>
                  <a:lnTo>
                    <a:pt x="147122" y="241580"/>
                  </a:lnTo>
                  <a:lnTo>
                    <a:pt x="147221" y="242404"/>
                  </a:lnTo>
                  <a:lnTo>
                    <a:pt x="147329" y="243175"/>
                  </a:lnTo>
                  <a:lnTo>
                    <a:pt x="147445" y="243903"/>
                  </a:lnTo>
                  <a:lnTo>
                    <a:pt x="147572" y="244594"/>
                  </a:lnTo>
                  <a:lnTo>
                    <a:pt x="147711" y="245259"/>
                  </a:lnTo>
                  <a:lnTo>
                    <a:pt x="147862" y="245904"/>
                  </a:lnTo>
                  <a:lnTo>
                    <a:pt x="148027" y="246539"/>
                  </a:lnTo>
                  <a:lnTo>
                    <a:pt x="148206" y="247173"/>
                  </a:lnTo>
                  <a:lnTo>
                    <a:pt x="148403" y="247813"/>
                  </a:lnTo>
                  <a:lnTo>
                    <a:pt x="148616" y="248468"/>
                  </a:lnTo>
                  <a:lnTo>
                    <a:pt x="148848" y="249147"/>
                  </a:lnTo>
                  <a:lnTo>
                    <a:pt x="149100" y="249858"/>
                  </a:lnTo>
                  <a:lnTo>
                    <a:pt x="149373" y="250610"/>
                  </a:lnTo>
                  <a:lnTo>
                    <a:pt x="149667" y="251410"/>
                  </a:lnTo>
                  <a:lnTo>
                    <a:pt x="149985" y="252268"/>
                  </a:lnTo>
                  <a:lnTo>
                    <a:pt x="150348" y="253306"/>
                  </a:lnTo>
                  <a:lnTo>
                    <a:pt x="150699" y="254345"/>
                  </a:lnTo>
                  <a:lnTo>
                    <a:pt x="151040" y="255384"/>
                  </a:lnTo>
                  <a:lnTo>
                    <a:pt x="151372" y="256423"/>
                  </a:lnTo>
                  <a:lnTo>
                    <a:pt x="151693" y="257464"/>
                  </a:lnTo>
                  <a:lnTo>
                    <a:pt x="152006" y="258506"/>
                  </a:lnTo>
                  <a:lnTo>
                    <a:pt x="152310" y="259549"/>
                  </a:lnTo>
                  <a:lnTo>
                    <a:pt x="152607" y="260594"/>
                  </a:lnTo>
                  <a:lnTo>
                    <a:pt x="152897" y="261641"/>
                  </a:lnTo>
                  <a:lnTo>
                    <a:pt x="153179" y="262690"/>
                  </a:lnTo>
                  <a:lnTo>
                    <a:pt x="153456" y="263743"/>
                  </a:lnTo>
                  <a:lnTo>
                    <a:pt x="153728" y="264798"/>
                  </a:lnTo>
                  <a:lnTo>
                    <a:pt x="153994" y="265856"/>
                  </a:lnTo>
                  <a:lnTo>
                    <a:pt x="154256" y="266918"/>
                  </a:lnTo>
                  <a:lnTo>
                    <a:pt x="154514" y="267984"/>
                  </a:lnTo>
                  <a:lnTo>
                    <a:pt x="154769" y="269054"/>
                  </a:lnTo>
                  <a:lnTo>
                    <a:pt x="156101" y="269054"/>
                  </a:lnTo>
                  <a:lnTo>
                    <a:pt x="157454" y="269054"/>
                  </a:lnTo>
                  <a:lnTo>
                    <a:pt x="157700" y="270465"/>
                  </a:lnTo>
                  <a:lnTo>
                    <a:pt x="157949" y="271898"/>
                  </a:lnTo>
                  <a:lnTo>
                    <a:pt x="158173" y="273121"/>
                  </a:lnTo>
                  <a:lnTo>
                    <a:pt x="158400" y="274353"/>
                  </a:lnTo>
                  <a:lnTo>
                    <a:pt x="158631" y="275602"/>
                  </a:lnTo>
                  <a:lnTo>
                    <a:pt x="158849" y="276817"/>
                  </a:lnTo>
                  <a:lnTo>
                    <a:pt x="159068" y="278042"/>
                  </a:lnTo>
                  <a:lnTo>
                    <a:pt x="159291" y="279284"/>
                  </a:lnTo>
                  <a:lnTo>
                    <a:pt x="159661" y="280644"/>
                  </a:lnTo>
                  <a:lnTo>
                    <a:pt x="159988" y="281634"/>
                  </a:lnTo>
                  <a:lnTo>
                    <a:pt x="160370" y="282418"/>
                  </a:lnTo>
                  <a:lnTo>
                    <a:pt x="160905" y="283160"/>
                  </a:lnTo>
                  <a:lnTo>
                    <a:pt x="161690" y="284022"/>
                  </a:lnTo>
                  <a:lnTo>
                    <a:pt x="162826" y="285168"/>
                  </a:lnTo>
                  <a:lnTo>
                    <a:pt x="163205" y="286183"/>
                  </a:lnTo>
                  <a:lnTo>
                    <a:pt x="163570" y="287203"/>
                  </a:lnTo>
                  <a:lnTo>
                    <a:pt x="163922" y="288228"/>
                  </a:lnTo>
                  <a:lnTo>
                    <a:pt x="164261" y="289257"/>
                  </a:lnTo>
                  <a:lnTo>
                    <a:pt x="164589" y="290289"/>
                  </a:lnTo>
                  <a:lnTo>
                    <a:pt x="165016" y="291418"/>
                  </a:lnTo>
                  <a:lnTo>
                    <a:pt x="165470" y="292478"/>
                  </a:lnTo>
                  <a:lnTo>
                    <a:pt x="165954" y="293479"/>
                  </a:lnTo>
                  <a:lnTo>
                    <a:pt x="166468" y="294426"/>
                  </a:lnTo>
                  <a:lnTo>
                    <a:pt x="167014" y="295327"/>
                  </a:lnTo>
                  <a:lnTo>
                    <a:pt x="167593" y="296191"/>
                  </a:lnTo>
                  <a:lnTo>
                    <a:pt x="168206" y="297023"/>
                  </a:lnTo>
                  <a:lnTo>
                    <a:pt x="168855" y="297833"/>
                  </a:lnTo>
                  <a:lnTo>
                    <a:pt x="169541" y="298627"/>
                  </a:lnTo>
                  <a:lnTo>
                    <a:pt x="170265" y="299413"/>
                  </a:lnTo>
                  <a:lnTo>
                    <a:pt x="171028" y="300198"/>
                  </a:lnTo>
                  <a:lnTo>
                    <a:pt x="171833" y="300991"/>
                  </a:lnTo>
                  <a:lnTo>
                    <a:pt x="172679" y="301797"/>
                  </a:lnTo>
                  <a:lnTo>
                    <a:pt x="173569" y="302626"/>
                  </a:lnTo>
                  <a:lnTo>
                    <a:pt x="174127" y="303690"/>
                  </a:lnTo>
                  <a:lnTo>
                    <a:pt x="174676" y="304759"/>
                  </a:lnTo>
                  <a:lnTo>
                    <a:pt x="175214" y="305833"/>
                  </a:lnTo>
                  <a:lnTo>
                    <a:pt x="175741" y="306913"/>
                  </a:lnTo>
                  <a:lnTo>
                    <a:pt x="176255" y="307997"/>
                  </a:lnTo>
                  <a:lnTo>
                    <a:pt x="177338" y="309081"/>
                  </a:lnTo>
                  <a:lnTo>
                    <a:pt x="178438" y="310181"/>
                  </a:lnTo>
                  <a:lnTo>
                    <a:pt x="179354" y="311096"/>
                  </a:lnTo>
                  <a:lnTo>
                    <a:pt x="180283" y="312026"/>
                  </a:lnTo>
                  <a:lnTo>
                    <a:pt x="180283" y="313359"/>
                  </a:lnTo>
                  <a:lnTo>
                    <a:pt x="180283" y="314712"/>
                  </a:lnTo>
                  <a:lnTo>
                    <a:pt x="181014" y="314942"/>
                  </a:lnTo>
                  <a:lnTo>
                    <a:pt x="183222" y="315636"/>
                  </a:lnTo>
                  <a:lnTo>
                    <a:pt x="184280" y="316159"/>
                  </a:lnTo>
                  <a:lnTo>
                    <a:pt x="185238" y="316691"/>
                  </a:lnTo>
                  <a:lnTo>
                    <a:pt x="186113" y="317241"/>
                  </a:lnTo>
                  <a:lnTo>
                    <a:pt x="186922" y="317813"/>
                  </a:lnTo>
                  <a:lnTo>
                    <a:pt x="187684" y="318415"/>
                  </a:lnTo>
                  <a:lnTo>
                    <a:pt x="188416" y="319053"/>
                  </a:lnTo>
                  <a:lnTo>
                    <a:pt x="189137" y="319735"/>
                  </a:lnTo>
                  <a:lnTo>
                    <a:pt x="189863" y="320467"/>
                  </a:lnTo>
                  <a:lnTo>
                    <a:pt x="190613" y="321256"/>
                  </a:lnTo>
                  <a:lnTo>
                    <a:pt x="191405" y="322108"/>
                  </a:lnTo>
                  <a:lnTo>
                    <a:pt x="192231" y="322803"/>
                  </a:lnTo>
                  <a:lnTo>
                    <a:pt x="193076" y="323470"/>
                  </a:lnTo>
                  <a:lnTo>
                    <a:pt x="193938" y="324112"/>
                  </a:lnTo>
                  <a:lnTo>
                    <a:pt x="194816" y="324732"/>
                  </a:lnTo>
                  <a:lnTo>
                    <a:pt x="195707" y="325330"/>
                  </a:lnTo>
                  <a:lnTo>
                    <a:pt x="196612" y="325910"/>
                  </a:lnTo>
                  <a:lnTo>
                    <a:pt x="197527" y="326474"/>
                  </a:lnTo>
                  <a:lnTo>
                    <a:pt x="198452" y="327024"/>
                  </a:lnTo>
                  <a:lnTo>
                    <a:pt x="199385" y="327561"/>
                  </a:lnTo>
                  <a:lnTo>
                    <a:pt x="200325" y="328089"/>
                  </a:lnTo>
                  <a:lnTo>
                    <a:pt x="201269" y="328609"/>
                  </a:lnTo>
                  <a:lnTo>
                    <a:pt x="202217" y="329123"/>
                  </a:lnTo>
                  <a:lnTo>
                    <a:pt x="203167" y="329634"/>
                  </a:lnTo>
                  <a:lnTo>
                    <a:pt x="204118" y="330143"/>
                  </a:lnTo>
                  <a:lnTo>
                    <a:pt x="205067" y="330654"/>
                  </a:lnTo>
                  <a:lnTo>
                    <a:pt x="206014" y="331167"/>
                  </a:lnTo>
                  <a:lnTo>
                    <a:pt x="207278" y="331947"/>
                  </a:lnTo>
                  <a:lnTo>
                    <a:pt x="208261" y="332567"/>
                  </a:lnTo>
                  <a:lnTo>
                    <a:pt x="209039" y="333087"/>
                  </a:lnTo>
                  <a:lnTo>
                    <a:pt x="209689" y="333569"/>
                  </a:lnTo>
                  <a:lnTo>
                    <a:pt x="210287" y="334072"/>
                  </a:lnTo>
                  <a:lnTo>
                    <a:pt x="210909" y="334657"/>
                  </a:lnTo>
                  <a:lnTo>
                    <a:pt x="211633" y="335384"/>
                  </a:lnTo>
                  <a:lnTo>
                    <a:pt x="212534" y="336313"/>
                  </a:lnTo>
                  <a:lnTo>
                    <a:pt x="213412" y="337118"/>
                  </a:lnTo>
                  <a:lnTo>
                    <a:pt x="214273" y="337822"/>
                  </a:lnTo>
                  <a:lnTo>
                    <a:pt x="215126" y="338438"/>
                  </a:lnTo>
                  <a:lnTo>
                    <a:pt x="215981" y="338979"/>
                  </a:lnTo>
                  <a:lnTo>
                    <a:pt x="216848" y="339456"/>
                  </a:lnTo>
                  <a:lnTo>
                    <a:pt x="217737" y="339882"/>
                  </a:lnTo>
                  <a:lnTo>
                    <a:pt x="218656" y="340267"/>
                  </a:lnTo>
                  <a:lnTo>
                    <a:pt x="219616" y="340625"/>
                  </a:lnTo>
                  <a:lnTo>
                    <a:pt x="220627" y="340968"/>
                  </a:lnTo>
                  <a:lnTo>
                    <a:pt x="221697" y="341307"/>
                  </a:lnTo>
                  <a:lnTo>
                    <a:pt x="222837" y="341654"/>
                  </a:lnTo>
                  <a:lnTo>
                    <a:pt x="223902" y="341987"/>
                  </a:lnTo>
                  <a:lnTo>
                    <a:pt x="224971" y="342320"/>
                  </a:lnTo>
                  <a:lnTo>
                    <a:pt x="226049" y="342657"/>
                  </a:lnTo>
                  <a:lnTo>
                    <a:pt x="227138" y="342997"/>
                  </a:lnTo>
                  <a:lnTo>
                    <a:pt x="228172" y="343309"/>
                  </a:lnTo>
                  <a:lnTo>
                    <a:pt x="229210" y="343622"/>
                  </a:lnTo>
                  <a:lnTo>
                    <a:pt x="230256" y="343937"/>
                  </a:lnTo>
                  <a:lnTo>
                    <a:pt x="231313" y="344255"/>
                  </a:lnTo>
                  <a:lnTo>
                    <a:pt x="232420" y="344601"/>
                  </a:lnTo>
                  <a:lnTo>
                    <a:pt x="233526" y="344948"/>
                  </a:lnTo>
                  <a:lnTo>
                    <a:pt x="234632" y="345297"/>
                  </a:lnTo>
                  <a:lnTo>
                    <a:pt x="235736" y="345648"/>
                  </a:lnTo>
                  <a:lnTo>
                    <a:pt x="236841" y="346000"/>
                  </a:lnTo>
                  <a:lnTo>
                    <a:pt x="237944" y="346354"/>
                  </a:lnTo>
                  <a:lnTo>
                    <a:pt x="239295" y="346773"/>
                  </a:lnTo>
                  <a:lnTo>
                    <a:pt x="240666" y="347199"/>
                  </a:lnTo>
                  <a:lnTo>
                    <a:pt x="241833" y="347665"/>
                  </a:lnTo>
                  <a:lnTo>
                    <a:pt x="242708" y="348038"/>
                  </a:lnTo>
                  <a:lnTo>
                    <a:pt x="243455" y="348405"/>
                  </a:lnTo>
                  <a:lnTo>
                    <a:pt x="244239" y="348852"/>
                  </a:lnTo>
                  <a:lnTo>
                    <a:pt x="245224" y="349466"/>
                  </a:lnTo>
                  <a:lnTo>
                    <a:pt x="246573" y="350336"/>
                  </a:lnTo>
                  <a:lnTo>
                    <a:pt x="247580" y="350872"/>
                  </a:lnTo>
                  <a:lnTo>
                    <a:pt x="248557" y="351339"/>
                  </a:lnTo>
                  <a:lnTo>
                    <a:pt x="249513" y="351744"/>
                  </a:lnTo>
                  <a:lnTo>
                    <a:pt x="250456" y="352094"/>
                  </a:lnTo>
                  <a:lnTo>
                    <a:pt x="251394" y="352394"/>
                  </a:lnTo>
                  <a:lnTo>
                    <a:pt x="252334" y="352652"/>
                  </a:lnTo>
                  <a:lnTo>
                    <a:pt x="253287" y="352873"/>
                  </a:lnTo>
                  <a:lnTo>
                    <a:pt x="254259" y="353064"/>
                  </a:lnTo>
                  <a:lnTo>
                    <a:pt x="255258" y="353231"/>
                  </a:lnTo>
                  <a:lnTo>
                    <a:pt x="256294" y="353381"/>
                  </a:lnTo>
                  <a:lnTo>
                    <a:pt x="257374" y="353521"/>
                  </a:lnTo>
                  <a:lnTo>
                    <a:pt x="258506" y="353655"/>
                  </a:lnTo>
                  <a:lnTo>
                    <a:pt x="259579" y="353805"/>
                  </a:lnTo>
                  <a:lnTo>
                    <a:pt x="260636" y="353964"/>
                  </a:lnTo>
                  <a:lnTo>
                    <a:pt x="261681" y="354133"/>
                  </a:lnTo>
                  <a:lnTo>
                    <a:pt x="262715" y="354313"/>
                  </a:lnTo>
                  <a:lnTo>
                    <a:pt x="263737" y="354503"/>
                  </a:lnTo>
                  <a:lnTo>
                    <a:pt x="264751" y="354705"/>
                  </a:lnTo>
                  <a:lnTo>
                    <a:pt x="265758" y="354919"/>
                  </a:lnTo>
                  <a:lnTo>
                    <a:pt x="266758" y="355145"/>
                  </a:lnTo>
                  <a:lnTo>
                    <a:pt x="267754" y="355383"/>
                  </a:lnTo>
                  <a:lnTo>
                    <a:pt x="268746" y="355634"/>
                  </a:lnTo>
                  <a:lnTo>
                    <a:pt x="269735" y="355898"/>
                  </a:lnTo>
                  <a:lnTo>
                    <a:pt x="270724" y="356176"/>
                  </a:lnTo>
                  <a:lnTo>
                    <a:pt x="271714" y="356468"/>
                  </a:lnTo>
                  <a:lnTo>
                    <a:pt x="272706" y="356774"/>
                  </a:lnTo>
                  <a:lnTo>
                    <a:pt x="273701" y="357095"/>
                  </a:lnTo>
                  <a:lnTo>
                    <a:pt x="274701" y="357432"/>
                  </a:lnTo>
                  <a:lnTo>
                    <a:pt x="275707" y="357783"/>
                  </a:lnTo>
                  <a:lnTo>
                    <a:pt x="276720" y="358151"/>
                  </a:lnTo>
                  <a:lnTo>
                    <a:pt x="277824" y="358458"/>
                  </a:lnTo>
                  <a:lnTo>
                    <a:pt x="278915" y="358719"/>
                  </a:lnTo>
                  <a:lnTo>
                    <a:pt x="279999" y="358939"/>
                  </a:lnTo>
                  <a:lnTo>
                    <a:pt x="281080" y="359123"/>
                  </a:lnTo>
                  <a:lnTo>
                    <a:pt x="282165" y="359277"/>
                  </a:lnTo>
                  <a:lnTo>
                    <a:pt x="283256" y="359406"/>
                  </a:lnTo>
                  <a:lnTo>
                    <a:pt x="284360" y="359516"/>
                  </a:lnTo>
                  <a:lnTo>
                    <a:pt x="285481" y="359612"/>
                  </a:lnTo>
                  <a:lnTo>
                    <a:pt x="286624" y="359698"/>
                  </a:lnTo>
                  <a:lnTo>
                    <a:pt x="287818" y="359807"/>
                  </a:lnTo>
                  <a:lnTo>
                    <a:pt x="288959" y="359950"/>
                  </a:lnTo>
                  <a:lnTo>
                    <a:pt x="290054" y="360128"/>
                  </a:lnTo>
                  <a:lnTo>
                    <a:pt x="291111" y="360341"/>
                  </a:lnTo>
                  <a:lnTo>
                    <a:pt x="292136" y="360590"/>
                  </a:lnTo>
                  <a:lnTo>
                    <a:pt x="293136" y="360873"/>
                  </a:lnTo>
                  <a:lnTo>
                    <a:pt x="294120" y="361191"/>
                  </a:lnTo>
                  <a:lnTo>
                    <a:pt x="295094" y="361545"/>
                  </a:lnTo>
                  <a:lnTo>
                    <a:pt x="296066" y="361933"/>
                  </a:lnTo>
                  <a:lnTo>
                    <a:pt x="297042" y="362356"/>
                  </a:lnTo>
                  <a:lnTo>
                    <a:pt x="298031" y="362814"/>
                  </a:lnTo>
                  <a:lnTo>
                    <a:pt x="299039" y="363307"/>
                  </a:lnTo>
                  <a:lnTo>
                    <a:pt x="300074" y="363836"/>
                  </a:lnTo>
                  <a:lnTo>
                    <a:pt x="301143" y="364398"/>
                  </a:lnTo>
                  <a:lnTo>
                    <a:pt x="302698" y="364674"/>
                  </a:lnTo>
                  <a:lnTo>
                    <a:pt x="303945" y="364892"/>
                  </a:lnTo>
                  <a:lnTo>
                    <a:pt x="304961" y="365064"/>
                  </a:lnTo>
                  <a:lnTo>
                    <a:pt x="305824" y="365201"/>
                  </a:lnTo>
                  <a:lnTo>
                    <a:pt x="306610" y="365313"/>
                  </a:lnTo>
                  <a:lnTo>
                    <a:pt x="307398" y="365412"/>
                  </a:lnTo>
                  <a:lnTo>
                    <a:pt x="308265" y="365509"/>
                  </a:lnTo>
                  <a:lnTo>
                    <a:pt x="309287" y="365615"/>
                  </a:lnTo>
                  <a:lnTo>
                    <a:pt x="310543" y="365741"/>
                  </a:lnTo>
                  <a:lnTo>
                    <a:pt x="310543" y="367075"/>
                  </a:lnTo>
                  <a:lnTo>
                    <a:pt x="310543" y="368427"/>
                  </a:lnTo>
                  <a:lnTo>
                    <a:pt x="311683" y="368427"/>
                  </a:lnTo>
                  <a:lnTo>
                    <a:pt x="312825" y="368427"/>
                  </a:lnTo>
                  <a:lnTo>
                    <a:pt x="313969" y="368427"/>
                  </a:lnTo>
                  <a:lnTo>
                    <a:pt x="315117" y="368427"/>
                  </a:lnTo>
                  <a:lnTo>
                    <a:pt x="316271" y="368427"/>
                  </a:lnTo>
                  <a:lnTo>
                    <a:pt x="317431" y="368427"/>
                  </a:lnTo>
                  <a:lnTo>
                    <a:pt x="318600" y="368427"/>
                  </a:lnTo>
                  <a:lnTo>
                    <a:pt x="318529" y="367346"/>
                  </a:lnTo>
                  <a:lnTo>
                    <a:pt x="318458" y="366266"/>
                  </a:lnTo>
                  <a:lnTo>
                    <a:pt x="318385" y="365185"/>
                  </a:lnTo>
                  <a:lnTo>
                    <a:pt x="318312" y="364105"/>
                  </a:lnTo>
                  <a:lnTo>
                    <a:pt x="318238" y="363025"/>
                  </a:lnTo>
                  <a:lnTo>
                    <a:pt x="318164" y="361944"/>
                  </a:lnTo>
                  <a:lnTo>
                    <a:pt x="318089" y="360864"/>
                  </a:lnTo>
                  <a:lnTo>
                    <a:pt x="318014" y="359783"/>
                  </a:lnTo>
                  <a:lnTo>
                    <a:pt x="317932" y="358579"/>
                  </a:lnTo>
                  <a:lnTo>
                    <a:pt x="317850" y="357370"/>
                  </a:lnTo>
                  <a:lnTo>
                    <a:pt x="317767" y="356152"/>
                  </a:lnTo>
                  <a:lnTo>
                    <a:pt x="317683" y="354920"/>
                  </a:lnTo>
                  <a:lnTo>
                    <a:pt x="317465" y="352982"/>
                  </a:lnTo>
                  <a:lnTo>
                    <a:pt x="317263" y="351737"/>
                  </a:lnTo>
                  <a:lnTo>
                    <a:pt x="316995" y="350932"/>
                  </a:lnTo>
                  <a:lnTo>
                    <a:pt x="316573" y="350314"/>
                  </a:lnTo>
                  <a:lnTo>
                    <a:pt x="315915" y="349627"/>
                  </a:lnTo>
                  <a:lnTo>
                    <a:pt x="315867" y="348402"/>
                  </a:lnTo>
                  <a:lnTo>
                    <a:pt x="315836" y="347177"/>
                  </a:lnTo>
                  <a:lnTo>
                    <a:pt x="315821" y="345952"/>
                  </a:lnTo>
                  <a:lnTo>
                    <a:pt x="315820" y="344726"/>
                  </a:lnTo>
                  <a:lnTo>
                    <a:pt x="315831" y="343501"/>
                  </a:lnTo>
                  <a:lnTo>
                    <a:pt x="315843" y="342390"/>
                  </a:lnTo>
                  <a:lnTo>
                    <a:pt x="315856" y="341271"/>
                  </a:lnTo>
                  <a:lnTo>
                    <a:pt x="315868" y="340138"/>
                  </a:lnTo>
                  <a:lnTo>
                    <a:pt x="315880" y="339492"/>
                  </a:lnTo>
                  <a:lnTo>
                    <a:pt x="315915" y="337541"/>
                  </a:lnTo>
                  <a:lnTo>
                    <a:pt x="316913" y="337874"/>
                  </a:lnTo>
                  <a:lnTo>
                    <a:pt x="317915" y="338208"/>
                  </a:lnTo>
                  <a:lnTo>
                    <a:pt x="318924" y="338544"/>
                  </a:lnTo>
                  <a:lnTo>
                    <a:pt x="319943" y="338884"/>
                  </a:lnTo>
                  <a:lnTo>
                    <a:pt x="319943" y="340217"/>
                  </a:lnTo>
                  <a:lnTo>
                    <a:pt x="319943" y="341569"/>
                  </a:lnTo>
                  <a:lnTo>
                    <a:pt x="320942" y="341903"/>
                  </a:lnTo>
                  <a:lnTo>
                    <a:pt x="321943" y="342236"/>
                  </a:lnTo>
                  <a:lnTo>
                    <a:pt x="322952" y="342572"/>
                  </a:lnTo>
                  <a:lnTo>
                    <a:pt x="323972" y="342912"/>
                  </a:lnTo>
                  <a:lnTo>
                    <a:pt x="323972" y="344244"/>
                  </a:lnTo>
                  <a:lnTo>
                    <a:pt x="323972" y="345584"/>
                  </a:lnTo>
                  <a:lnTo>
                    <a:pt x="323972" y="346941"/>
                  </a:lnTo>
                  <a:lnTo>
                    <a:pt x="325305" y="346941"/>
                  </a:lnTo>
                  <a:lnTo>
                    <a:pt x="326658" y="346941"/>
                  </a:lnTo>
                  <a:lnTo>
                    <a:pt x="326888" y="347631"/>
                  </a:lnTo>
                  <a:lnTo>
                    <a:pt x="327582" y="349711"/>
                  </a:lnTo>
                  <a:lnTo>
                    <a:pt x="327996" y="350631"/>
                  </a:lnTo>
                  <a:lnTo>
                    <a:pt x="328426" y="351564"/>
                  </a:lnTo>
                  <a:lnTo>
                    <a:pt x="328873" y="352506"/>
                  </a:lnTo>
                  <a:lnTo>
                    <a:pt x="329340" y="353452"/>
                  </a:lnTo>
                  <a:lnTo>
                    <a:pt x="329826" y="354397"/>
                  </a:lnTo>
                  <a:lnTo>
                    <a:pt x="330335" y="355336"/>
                  </a:lnTo>
                  <a:lnTo>
                    <a:pt x="330867" y="356265"/>
                  </a:lnTo>
                  <a:lnTo>
                    <a:pt x="331425" y="357178"/>
                  </a:lnTo>
                  <a:lnTo>
                    <a:pt x="332009" y="358071"/>
                  </a:lnTo>
                  <a:lnTo>
                    <a:pt x="332622" y="358939"/>
                  </a:lnTo>
                  <a:lnTo>
                    <a:pt x="333265" y="359776"/>
                  </a:lnTo>
                  <a:lnTo>
                    <a:pt x="333940" y="360580"/>
                  </a:lnTo>
                  <a:lnTo>
                    <a:pt x="334648" y="361343"/>
                  </a:lnTo>
                  <a:lnTo>
                    <a:pt x="335391" y="362062"/>
                  </a:lnTo>
                  <a:lnTo>
                    <a:pt x="336170" y="362732"/>
                  </a:lnTo>
                  <a:lnTo>
                    <a:pt x="336988" y="363348"/>
                  </a:lnTo>
                  <a:lnTo>
                    <a:pt x="337845" y="363905"/>
                  </a:lnTo>
                  <a:lnTo>
                    <a:pt x="338744" y="364398"/>
                  </a:lnTo>
                  <a:lnTo>
                    <a:pt x="338853" y="363925"/>
                  </a:lnTo>
                  <a:lnTo>
                    <a:pt x="338994" y="363313"/>
                  </a:lnTo>
                  <a:lnTo>
                    <a:pt x="339262" y="362152"/>
                  </a:lnTo>
                  <a:lnTo>
                    <a:pt x="339751" y="360034"/>
                  </a:lnTo>
                  <a:lnTo>
                    <a:pt x="340176" y="358812"/>
                  </a:lnTo>
                  <a:lnTo>
                    <a:pt x="340599" y="357717"/>
                  </a:lnTo>
                  <a:lnTo>
                    <a:pt x="341028" y="356729"/>
                  </a:lnTo>
                  <a:lnTo>
                    <a:pt x="341473" y="355830"/>
                  </a:lnTo>
                  <a:lnTo>
                    <a:pt x="341945" y="355002"/>
                  </a:lnTo>
                  <a:lnTo>
                    <a:pt x="342452" y="354226"/>
                  </a:lnTo>
                  <a:lnTo>
                    <a:pt x="343006" y="353483"/>
                  </a:lnTo>
                  <a:lnTo>
                    <a:pt x="343615" y="352756"/>
                  </a:lnTo>
                  <a:lnTo>
                    <a:pt x="344289" y="352025"/>
                  </a:lnTo>
                  <a:lnTo>
                    <a:pt x="345038" y="351272"/>
                  </a:lnTo>
                  <a:lnTo>
                    <a:pt x="345872" y="350479"/>
                  </a:lnTo>
                  <a:lnTo>
                    <a:pt x="346801" y="349627"/>
                  </a:lnTo>
                  <a:lnTo>
                    <a:pt x="347628" y="348133"/>
                  </a:lnTo>
                  <a:lnTo>
                    <a:pt x="348181" y="347108"/>
                  </a:lnTo>
                  <a:lnTo>
                    <a:pt x="348590" y="346291"/>
                  </a:lnTo>
                  <a:lnTo>
                    <a:pt x="348982" y="345426"/>
                  </a:lnTo>
                  <a:lnTo>
                    <a:pt x="349487" y="344255"/>
                  </a:lnTo>
                  <a:lnTo>
                    <a:pt x="350819" y="344255"/>
                  </a:lnTo>
                  <a:lnTo>
                    <a:pt x="352158" y="344255"/>
                  </a:lnTo>
                  <a:lnTo>
                    <a:pt x="353515" y="344255"/>
                  </a:lnTo>
                  <a:lnTo>
                    <a:pt x="353655" y="345305"/>
                  </a:lnTo>
                  <a:lnTo>
                    <a:pt x="353796" y="346355"/>
                  </a:lnTo>
                  <a:lnTo>
                    <a:pt x="353936" y="347405"/>
                  </a:lnTo>
                  <a:lnTo>
                    <a:pt x="354076" y="348456"/>
                  </a:lnTo>
                  <a:lnTo>
                    <a:pt x="354216" y="349507"/>
                  </a:lnTo>
                  <a:lnTo>
                    <a:pt x="354356" y="350560"/>
                  </a:lnTo>
                  <a:lnTo>
                    <a:pt x="354497" y="351613"/>
                  </a:lnTo>
                  <a:lnTo>
                    <a:pt x="354637" y="352667"/>
                  </a:lnTo>
                  <a:lnTo>
                    <a:pt x="354778" y="353723"/>
                  </a:lnTo>
                  <a:lnTo>
                    <a:pt x="354919" y="354781"/>
                  </a:lnTo>
                  <a:lnTo>
                    <a:pt x="355060" y="355840"/>
                  </a:lnTo>
                  <a:lnTo>
                    <a:pt x="355202" y="356901"/>
                  </a:lnTo>
                  <a:lnTo>
                    <a:pt x="355343" y="357964"/>
                  </a:lnTo>
                  <a:lnTo>
                    <a:pt x="355485" y="359030"/>
                  </a:lnTo>
                  <a:lnTo>
                    <a:pt x="355628" y="360098"/>
                  </a:lnTo>
                  <a:lnTo>
                    <a:pt x="355771" y="361169"/>
                  </a:lnTo>
                  <a:lnTo>
                    <a:pt x="355914" y="362242"/>
                  </a:lnTo>
                  <a:lnTo>
                    <a:pt x="356057" y="363319"/>
                  </a:lnTo>
                  <a:lnTo>
                    <a:pt x="356201" y="364398"/>
                  </a:lnTo>
                  <a:lnTo>
                    <a:pt x="357151" y="363829"/>
                  </a:lnTo>
                  <a:lnTo>
                    <a:pt x="358102" y="363258"/>
                  </a:lnTo>
                  <a:lnTo>
                    <a:pt x="359056" y="362686"/>
                  </a:lnTo>
                  <a:lnTo>
                    <a:pt x="360012" y="362112"/>
                  </a:lnTo>
                  <a:lnTo>
                    <a:pt x="360974" y="361535"/>
                  </a:lnTo>
                  <a:lnTo>
                    <a:pt x="361941" y="360955"/>
                  </a:lnTo>
                  <a:lnTo>
                    <a:pt x="362915" y="360370"/>
                  </a:lnTo>
                  <a:lnTo>
                    <a:pt x="364249" y="360370"/>
                  </a:lnTo>
                  <a:lnTo>
                    <a:pt x="365601" y="360370"/>
                  </a:lnTo>
                  <a:lnTo>
                    <a:pt x="365934" y="359372"/>
                  </a:lnTo>
                  <a:lnTo>
                    <a:pt x="366268" y="358371"/>
                  </a:lnTo>
                  <a:lnTo>
                    <a:pt x="366605" y="357362"/>
                  </a:lnTo>
                  <a:lnTo>
                    <a:pt x="366944" y="356341"/>
                  </a:lnTo>
                  <a:lnTo>
                    <a:pt x="367963" y="355549"/>
                  </a:lnTo>
                  <a:lnTo>
                    <a:pt x="368732" y="354967"/>
                  </a:lnTo>
                  <a:lnTo>
                    <a:pt x="369396" y="354494"/>
                  </a:lnTo>
                  <a:lnTo>
                    <a:pt x="370103" y="354031"/>
                  </a:lnTo>
                  <a:lnTo>
                    <a:pt x="370999" y="353478"/>
                  </a:lnTo>
                  <a:lnTo>
                    <a:pt x="372232" y="352733"/>
                  </a:lnTo>
                  <a:lnTo>
                    <a:pt x="373187" y="352145"/>
                  </a:lnTo>
                  <a:lnTo>
                    <a:pt x="374149" y="351554"/>
                  </a:lnTo>
                  <a:lnTo>
                    <a:pt x="375122" y="350955"/>
                  </a:lnTo>
                  <a:lnTo>
                    <a:pt x="376395" y="350307"/>
                  </a:lnTo>
                  <a:lnTo>
                    <a:pt x="377305" y="349914"/>
                  </a:lnTo>
                  <a:lnTo>
                    <a:pt x="378103" y="349712"/>
                  </a:lnTo>
                  <a:lnTo>
                    <a:pt x="379042" y="349637"/>
                  </a:lnTo>
                  <a:lnTo>
                    <a:pt x="380373" y="349627"/>
                  </a:lnTo>
                  <a:lnTo>
                    <a:pt x="380373" y="348294"/>
                  </a:lnTo>
                  <a:lnTo>
                    <a:pt x="380373" y="346941"/>
                  </a:lnTo>
                  <a:lnTo>
                    <a:pt x="381482" y="346498"/>
                  </a:lnTo>
                  <a:lnTo>
                    <a:pt x="382592" y="346054"/>
                  </a:lnTo>
                  <a:lnTo>
                    <a:pt x="383706" y="345609"/>
                  </a:lnTo>
                  <a:lnTo>
                    <a:pt x="384825" y="345161"/>
                  </a:lnTo>
                  <a:lnTo>
                    <a:pt x="385951" y="344710"/>
                  </a:lnTo>
                  <a:lnTo>
                    <a:pt x="387087" y="344255"/>
                  </a:lnTo>
                  <a:lnTo>
                    <a:pt x="387087" y="342923"/>
                  </a:lnTo>
                  <a:lnTo>
                    <a:pt x="387087" y="341569"/>
                  </a:lnTo>
                  <a:lnTo>
                    <a:pt x="388085" y="341237"/>
                  </a:lnTo>
                  <a:lnTo>
                    <a:pt x="389084" y="340905"/>
                  </a:lnTo>
                  <a:lnTo>
                    <a:pt x="390084" y="340572"/>
                  </a:lnTo>
                  <a:lnTo>
                    <a:pt x="391087" y="340238"/>
                  </a:lnTo>
                  <a:lnTo>
                    <a:pt x="392093" y="339902"/>
                  </a:lnTo>
                  <a:lnTo>
                    <a:pt x="393105" y="339565"/>
                  </a:lnTo>
                  <a:lnTo>
                    <a:pt x="394121" y="339225"/>
                  </a:lnTo>
                  <a:lnTo>
                    <a:pt x="395145" y="338884"/>
                  </a:lnTo>
                  <a:lnTo>
                    <a:pt x="394894" y="339938"/>
                  </a:lnTo>
                  <a:lnTo>
                    <a:pt x="394630" y="340986"/>
                  </a:lnTo>
                  <a:lnTo>
                    <a:pt x="394354" y="342029"/>
                  </a:lnTo>
                  <a:lnTo>
                    <a:pt x="394066" y="343068"/>
                  </a:lnTo>
                  <a:lnTo>
                    <a:pt x="393768" y="344102"/>
                  </a:lnTo>
                  <a:lnTo>
                    <a:pt x="393460" y="345134"/>
                  </a:lnTo>
                  <a:lnTo>
                    <a:pt x="393144" y="346163"/>
                  </a:lnTo>
                  <a:lnTo>
                    <a:pt x="392820" y="347189"/>
                  </a:lnTo>
                  <a:lnTo>
                    <a:pt x="392489" y="348214"/>
                  </a:lnTo>
                  <a:lnTo>
                    <a:pt x="392152" y="349239"/>
                  </a:lnTo>
                  <a:lnTo>
                    <a:pt x="391810" y="350263"/>
                  </a:lnTo>
                  <a:lnTo>
                    <a:pt x="391465" y="351287"/>
                  </a:lnTo>
                  <a:lnTo>
                    <a:pt x="391116" y="352313"/>
                  </a:lnTo>
                  <a:lnTo>
                    <a:pt x="389784" y="352313"/>
                  </a:lnTo>
                  <a:lnTo>
                    <a:pt x="388430" y="352313"/>
                  </a:lnTo>
                  <a:lnTo>
                    <a:pt x="388184" y="353427"/>
                  </a:lnTo>
                  <a:lnTo>
                    <a:pt x="387932" y="354558"/>
                  </a:lnTo>
                  <a:lnTo>
                    <a:pt x="387637" y="355608"/>
                  </a:lnTo>
                  <a:lnTo>
                    <a:pt x="387323" y="356645"/>
                  </a:lnTo>
                  <a:lnTo>
                    <a:pt x="386993" y="357671"/>
                  </a:lnTo>
                  <a:lnTo>
                    <a:pt x="386646" y="358689"/>
                  </a:lnTo>
                  <a:lnTo>
                    <a:pt x="386285" y="359700"/>
                  </a:lnTo>
                  <a:lnTo>
                    <a:pt x="385912" y="360707"/>
                  </a:lnTo>
                  <a:lnTo>
                    <a:pt x="385527" y="361712"/>
                  </a:lnTo>
                  <a:lnTo>
                    <a:pt x="385132" y="362717"/>
                  </a:lnTo>
                  <a:lnTo>
                    <a:pt x="384729" y="363723"/>
                  </a:lnTo>
                  <a:lnTo>
                    <a:pt x="384318" y="364734"/>
                  </a:lnTo>
                  <a:lnTo>
                    <a:pt x="383832" y="365934"/>
                  </a:lnTo>
                  <a:lnTo>
                    <a:pt x="383341" y="367142"/>
                  </a:lnTo>
                  <a:lnTo>
                    <a:pt x="382844" y="368365"/>
                  </a:lnTo>
                  <a:lnTo>
                    <a:pt x="382284" y="369729"/>
                  </a:lnTo>
                  <a:lnTo>
                    <a:pt x="381716" y="371113"/>
                  </a:lnTo>
                  <a:lnTo>
                    <a:pt x="380384" y="371113"/>
                  </a:lnTo>
                  <a:lnTo>
                    <a:pt x="379030" y="371113"/>
                  </a:lnTo>
                  <a:lnTo>
                    <a:pt x="379030" y="372446"/>
                  </a:lnTo>
                  <a:lnTo>
                    <a:pt x="379030" y="373799"/>
                  </a:lnTo>
                  <a:lnTo>
                    <a:pt x="380029" y="373467"/>
                  </a:lnTo>
                  <a:lnTo>
                    <a:pt x="381030" y="373133"/>
                  </a:lnTo>
                  <a:lnTo>
                    <a:pt x="382039" y="372796"/>
                  </a:lnTo>
                  <a:lnTo>
                    <a:pt x="383059" y="372456"/>
                  </a:lnTo>
                  <a:lnTo>
                    <a:pt x="384246" y="372421"/>
                  </a:lnTo>
                  <a:lnTo>
                    <a:pt x="385433" y="372394"/>
                  </a:lnTo>
                  <a:lnTo>
                    <a:pt x="386620" y="372375"/>
                  </a:lnTo>
                  <a:lnTo>
                    <a:pt x="387807" y="372364"/>
                  </a:lnTo>
                  <a:lnTo>
                    <a:pt x="388995" y="372360"/>
                  </a:lnTo>
                  <a:lnTo>
                    <a:pt x="390182" y="372363"/>
                  </a:lnTo>
                  <a:lnTo>
                    <a:pt x="391368" y="372373"/>
                  </a:lnTo>
                  <a:lnTo>
                    <a:pt x="392464" y="372382"/>
                  </a:lnTo>
                  <a:lnTo>
                    <a:pt x="393563" y="372391"/>
                  </a:lnTo>
                  <a:lnTo>
                    <a:pt x="394670" y="372400"/>
                  </a:lnTo>
                  <a:lnTo>
                    <a:pt x="395791" y="372409"/>
                  </a:lnTo>
                  <a:lnTo>
                    <a:pt x="396908" y="372425"/>
                  </a:lnTo>
                  <a:lnTo>
                    <a:pt x="398033" y="372441"/>
                  </a:lnTo>
                  <a:lnTo>
                    <a:pt x="399173" y="372456"/>
                  </a:lnTo>
                  <a:lnTo>
                    <a:pt x="398841" y="373454"/>
                  </a:lnTo>
                  <a:lnTo>
                    <a:pt x="398507" y="374456"/>
                  </a:lnTo>
                  <a:lnTo>
                    <a:pt x="398171" y="375465"/>
                  </a:lnTo>
                  <a:lnTo>
                    <a:pt x="397830" y="376484"/>
                  </a:lnTo>
                  <a:lnTo>
                    <a:pt x="396498" y="376484"/>
                  </a:lnTo>
                  <a:lnTo>
                    <a:pt x="395145" y="376484"/>
                  </a:lnTo>
                  <a:lnTo>
                    <a:pt x="394562" y="377693"/>
                  </a:lnTo>
                  <a:lnTo>
                    <a:pt x="393971" y="378919"/>
                  </a:lnTo>
                  <a:lnTo>
                    <a:pt x="393403" y="380018"/>
                  </a:lnTo>
                  <a:lnTo>
                    <a:pt x="392947" y="380880"/>
                  </a:lnTo>
                  <a:lnTo>
                    <a:pt x="392530" y="381625"/>
                  </a:lnTo>
                  <a:lnTo>
                    <a:pt x="392077" y="382376"/>
                  </a:lnTo>
                  <a:lnTo>
                    <a:pt x="391515" y="383256"/>
                  </a:lnTo>
                  <a:lnTo>
                    <a:pt x="390772" y="384384"/>
                  </a:lnTo>
                  <a:lnTo>
                    <a:pt x="389773" y="385885"/>
                  </a:lnTo>
                  <a:lnTo>
                    <a:pt x="391022" y="385829"/>
                  </a:lnTo>
                  <a:lnTo>
                    <a:pt x="392278" y="385774"/>
                  </a:lnTo>
                  <a:lnTo>
                    <a:pt x="393551" y="385718"/>
                  </a:lnTo>
                  <a:lnTo>
                    <a:pt x="394971" y="385778"/>
                  </a:lnTo>
                  <a:lnTo>
                    <a:pt x="396088" y="385856"/>
                  </a:lnTo>
                  <a:lnTo>
                    <a:pt x="396998" y="385986"/>
                  </a:lnTo>
                  <a:lnTo>
                    <a:pt x="397799" y="386200"/>
                  </a:lnTo>
                  <a:lnTo>
                    <a:pt x="398588" y="386532"/>
                  </a:lnTo>
                  <a:lnTo>
                    <a:pt x="399463" y="387015"/>
                  </a:lnTo>
                  <a:lnTo>
                    <a:pt x="400521" y="387684"/>
                  </a:lnTo>
                  <a:lnTo>
                    <a:pt x="401859" y="388570"/>
                  </a:lnTo>
                  <a:lnTo>
                    <a:pt x="402899" y="388884"/>
                  </a:lnTo>
                  <a:lnTo>
                    <a:pt x="403941" y="389194"/>
                  </a:lnTo>
                  <a:lnTo>
                    <a:pt x="404983" y="389500"/>
                  </a:lnTo>
                  <a:lnTo>
                    <a:pt x="406027" y="389803"/>
                  </a:lnTo>
                  <a:lnTo>
                    <a:pt x="407071" y="390101"/>
                  </a:lnTo>
                  <a:lnTo>
                    <a:pt x="408116" y="390396"/>
                  </a:lnTo>
                  <a:lnTo>
                    <a:pt x="409163" y="390687"/>
                  </a:lnTo>
                  <a:lnTo>
                    <a:pt x="410211" y="390973"/>
                  </a:lnTo>
                  <a:lnTo>
                    <a:pt x="411259" y="391256"/>
                  </a:lnTo>
                  <a:lnTo>
                    <a:pt x="412963" y="391834"/>
                  </a:lnTo>
                  <a:lnTo>
                    <a:pt x="414144" y="392301"/>
                  </a:lnTo>
                  <a:lnTo>
                    <a:pt x="414952" y="392767"/>
                  </a:lnTo>
                  <a:lnTo>
                    <a:pt x="415537" y="393345"/>
                  </a:lnTo>
                  <a:lnTo>
                    <a:pt x="416046" y="394147"/>
                  </a:lnTo>
                  <a:lnTo>
                    <a:pt x="416631" y="395285"/>
                  </a:lnTo>
                  <a:lnTo>
                    <a:pt x="417691" y="395556"/>
                  </a:lnTo>
                  <a:lnTo>
                    <a:pt x="418755" y="395827"/>
                  </a:lnTo>
                  <a:lnTo>
                    <a:pt x="419828" y="396100"/>
                  </a:lnTo>
                  <a:lnTo>
                    <a:pt x="420912" y="396377"/>
                  </a:lnTo>
                  <a:lnTo>
                    <a:pt x="422097" y="396766"/>
                  </a:lnTo>
                  <a:lnTo>
                    <a:pt x="423183" y="397167"/>
                  </a:lnTo>
                  <a:lnTo>
                    <a:pt x="424185" y="397585"/>
                  </a:lnTo>
                  <a:lnTo>
                    <a:pt x="425117" y="398025"/>
                  </a:lnTo>
                  <a:lnTo>
                    <a:pt x="425995" y="398493"/>
                  </a:lnTo>
                  <a:lnTo>
                    <a:pt x="426833" y="398995"/>
                  </a:lnTo>
                  <a:lnTo>
                    <a:pt x="427645" y="399537"/>
                  </a:lnTo>
                  <a:lnTo>
                    <a:pt x="428447" y="400124"/>
                  </a:lnTo>
                  <a:lnTo>
                    <a:pt x="429253" y="400762"/>
                  </a:lnTo>
                  <a:lnTo>
                    <a:pt x="430078" y="401457"/>
                  </a:lnTo>
                  <a:lnTo>
                    <a:pt x="430937" y="402214"/>
                  </a:lnTo>
                  <a:lnTo>
                    <a:pt x="431844" y="403039"/>
                  </a:lnTo>
                  <a:lnTo>
                    <a:pt x="432855" y="403732"/>
                  </a:lnTo>
                  <a:lnTo>
                    <a:pt x="433858" y="404329"/>
                  </a:lnTo>
                  <a:lnTo>
                    <a:pt x="434864" y="404846"/>
                  </a:lnTo>
                  <a:lnTo>
                    <a:pt x="435883" y="405299"/>
                  </a:lnTo>
                  <a:lnTo>
                    <a:pt x="436925" y="405703"/>
                  </a:lnTo>
                  <a:lnTo>
                    <a:pt x="438002" y="406075"/>
                  </a:lnTo>
                  <a:lnTo>
                    <a:pt x="439124" y="406430"/>
                  </a:lnTo>
                  <a:lnTo>
                    <a:pt x="440300" y="406784"/>
                  </a:lnTo>
                  <a:lnTo>
                    <a:pt x="441443" y="407141"/>
                  </a:lnTo>
                  <a:lnTo>
                    <a:pt x="442504" y="407508"/>
                  </a:lnTo>
                  <a:lnTo>
                    <a:pt x="443492" y="407890"/>
                  </a:lnTo>
                  <a:lnTo>
                    <a:pt x="444418" y="408296"/>
                  </a:lnTo>
                  <a:lnTo>
                    <a:pt x="445292" y="408732"/>
                  </a:lnTo>
                  <a:lnTo>
                    <a:pt x="446122" y="409203"/>
                  </a:lnTo>
                  <a:lnTo>
                    <a:pt x="446919" y="409718"/>
                  </a:lnTo>
                  <a:lnTo>
                    <a:pt x="447693" y="410283"/>
                  </a:lnTo>
                  <a:lnTo>
                    <a:pt x="448453" y="410904"/>
                  </a:lnTo>
                  <a:lnTo>
                    <a:pt x="449208" y="411588"/>
                  </a:lnTo>
                  <a:lnTo>
                    <a:pt x="449969" y="412341"/>
                  </a:lnTo>
                  <a:lnTo>
                    <a:pt x="450745" y="413172"/>
                  </a:lnTo>
                  <a:lnTo>
                    <a:pt x="451546" y="414085"/>
                  </a:lnTo>
                  <a:lnTo>
                    <a:pt x="452381" y="414794"/>
                  </a:lnTo>
                  <a:lnTo>
                    <a:pt x="453217" y="415500"/>
                  </a:lnTo>
                  <a:lnTo>
                    <a:pt x="454054" y="416202"/>
                  </a:lnTo>
                  <a:lnTo>
                    <a:pt x="454893" y="416901"/>
                  </a:lnTo>
                  <a:lnTo>
                    <a:pt x="455734" y="417596"/>
                  </a:lnTo>
                  <a:lnTo>
                    <a:pt x="456577" y="418286"/>
                  </a:lnTo>
                  <a:lnTo>
                    <a:pt x="457423" y="418973"/>
                  </a:lnTo>
                  <a:lnTo>
                    <a:pt x="458273" y="419656"/>
                  </a:lnTo>
                  <a:lnTo>
                    <a:pt x="459126" y="420334"/>
                  </a:lnTo>
                  <a:lnTo>
                    <a:pt x="459984" y="421007"/>
                  </a:lnTo>
                  <a:lnTo>
                    <a:pt x="460846" y="421677"/>
                  </a:lnTo>
                  <a:lnTo>
                    <a:pt x="461713" y="422341"/>
                  </a:lnTo>
                  <a:lnTo>
                    <a:pt x="462586" y="423000"/>
                  </a:lnTo>
                  <a:lnTo>
                    <a:pt x="463465" y="423655"/>
                  </a:lnTo>
                  <a:lnTo>
                    <a:pt x="464408" y="424486"/>
                  </a:lnTo>
                  <a:lnTo>
                    <a:pt x="465356" y="425323"/>
                  </a:lnTo>
                  <a:lnTo>
                    <a:pt x="466317" y="426171"/>
                  </a:lnTo>
                  <a:lnTo>
                    <a:pt x="466317" y="427503"/>
                  </a:lnTo>
                  <a:lnTo>
                    <a:pt x="466317" y="428843"/>
                  </a:lnTo>
                  <a:lnTo>
                    <a:pt x="466317" y="430200"/>
                  </a:lnTo>
                  <a:lnTo>
                    <a:pt x="467349" y="430531"/>
                  </a:lnTo>
                  <a:lnTo>
                    <a:pt x="468387" y="430865"/>
                  </a:lnTo>
                  <a:lnTo>
                    <a:pt x="469440" y="431203"/>
                  </a:lnTo>
                  <a:lnTo>
                    <a:pt x="470581" y="431765"/>
                  </a:lnTo>
                  <a:lnTo>
                    <a:pt x="471564" y="432313"/>
                  </a:lnTo>
                  <a:lnTo>
                    <a:pt x="472414" y="432864"/>
                  </a:lnTo>
                  <a:lnTo>
                    <a:pt x="473157" y="433437"/>
                  </a:lnTo>
                  <a:lnTo>
                    <a:pt x="473819" y="434050"/>
                  </a:lnTo>
                  <a:lnTo>
                    <a:pt x="474425" y="434720"/>
                  </a:lnTo>
                  <a:lnTo>
                    <a:pt x="475002" y="435466"/>
                  </a:lnTo>
                  <a:lnTo>
                    <a:pt x="475574" y="436307"/>
                  </a:lnTo>
                  <a:lnTo>
                    <a:pt x="476168" y="437259"/>
                  </a:lnTo>
                  <a:lnTo>
                    <a:pt x="476809" y="438342"/>
                  </a:lnTo>
                  <a:lnTo>
                    <a:pt x="477398" y="439277"/>
                  </a:lnTo>
                  <a:lnTo>
                    <a:pt x="477993" y="440195"/>
                  </a:lnTo>
                  <a:lnTo>
                    <a:pt x="478594" y="441097"/>
                  </a:lnTo>
                  <a:lnTo>
                    <a:pt x="479203" y="441986"/>
                  </a:lnTo>
                  <a:lnTo>
                    <a:pt x="479820" y="442861"/>
                  </a:lnTo>
                  <a:lnTo>
                    <a:pt x="480446" y="443725"/>
                  </a:lnTo>
                  <a:lnTo>
                    <a:pt x="481082" y="444579"/>
                  </a:lnTo>
                  <a:lnTo>
                    <a:pt x="481729" y="445423"/>
                  </a:lnTo>
                  <a:lnTo>
                    <a:pt x="482388" y="446259"/>
                  </a:lnTo>
                  <a:lnTo>
                    <a:pt x="483059" y="447089"/>
                  </a:lnTo>
                  <a:lnTo>
                    <a:pt x="483743" y="447914"/>
                  </a:lnTo>
                  <a:lnTo>
                    <a:pt x="484442" y="448734"/>
                  </a:lnTo>
                  <a:lnTo>
                    <a:pt x="485155" y="449552"/>
                  </a:lnTo>
                  <a:lnTo>
                    <a:pt x="485884" y="450368"/>
                  </a:lnTo>
                  <a:lnTo>
                    <a:pt x="486630" y="451184"/>
                  </a:lnTo>
                  <a:lnTo>
                    <a:pt x="487378" y="452017"/>
                  </a:lnTo>
                  <a:lnTo>
                    <a:pt x="488099" y="452847"/>
                  </a:lnTo>
                  <a:lnTo>
                    <a:pt x="488796" y="453675"/>
                  </a:lnTo>
                  <a:lnTo>
                    <a:pt x="489468" y="454503"/>
                  </a:lnTo>
                  <a:lnTo>
                    <a:pt x="490117" y="455330"/>
                  </a:lnTo>
                  <a:lnTo>
                    <a:pt x="490743" y="456158"/>
                  </a:lnTo>
                  <a:lnTo>
                    <a:pt x="491347" y="456989"/>
                  </a:lnTo>
                  <a:lnTo>
                    <a:pt x="491931" y="457823"/>
                  </a:lnTo>
                  <a:lnTo>
                    <a:pt x="492495" y="458660"/>
                  </a:lnTo>
                  <a:lnTo>
                    <a:pt x="493040" y="459503"/>
                  </a:lnTo>
                  <a:lnTo>
                    <a:pt x="493567" y="460352"/>
                  </a:lnTo>
                  <a:lnTo>
                    <a:pt x="494076" y="461208"/>
                  </a:lnTo>
                  <a:lnTo>
                    <a:pt x="494570" y="462073"/>
                  </a:lnTo>
                  <a:lnTo>
                    <a:pt x="495047" y="462946"/>
                  </a:lnTo>
                  <a:lnTo>
                    <a:pt x="495510" y="463830"/>
                  </a:lnTo>
                  <a:lnTo>
                    <a:pt x="495960" y="464725"/>
                  </a:lnTo>
                  <a:lnTo>
                    <a:pt x="496396" y="465632"/>
                  </a:lnTo>
                  <a:lnTo>
                    <a:pt x="496820" y="466553"/>
                  </a:lnTo>
                  <a:lnTo>
                    <a:pt x="497234" y="467487"/>
                  </a:lnTo>
                  <a:lnTo>
                    <a:pt x="497637" y="468437"/>
                  </a:lnTo>
                  <a:lnTo>
                    <a:pt x="498031" y="469404"/>
                  </a:lnTo>
                  <a:lnTo>
                    <a:pt x="498416" y="470387"/>
                  </a:lnTo>
                  <a:lnTo>
                    <a:pt x="498793" y="471389"/>
                  </a:lnTo>
                  <a:lnTo>
                    <a:pt x="499164" y="472410"/>
                  </a:lnTo>
                  <a:lnTo>
                    <a:pt x="499529" y="473452"/>
                  </a:lnTo>
                  <a:lnTo>
                    <a:pt x="499890" y="474515"/>
                  </a:lnTo>
                  <a:lnTo>
                    <a:pt x="500398" y="475525"/>
                  </a:lnTo>
                  <a:lnTo>
                    <a:pt x="500914" y="476517"/>
                  </a:lnTo>
                  <a:lnTo>
                    <a:pt x="501440" y="477491"/>
                  </a:lnTo>
                  <a:lnTo>
                    <a:pt x="501978" y="478448"/>
                  </a:lnTo>
                  <a:lnTo>
                    <a:pt x="502531" y="479387"/>
                  </a:lnTo>
                  <a:lnTo>
                    <a:pt x="503100" y="480310"/>
                  </a:lnTo>
                  <a:lnTo>
                    <a:pt x="503687" y="481216"/>
                  </a:lnTo>
                  <a:lnTo>
                    <a:pt x="504294" y="482107"/>
                  </a:lnTo>
                  <a:lnTo>
                    <a:pt x="504924" y="482983"/>
                  </a:lnTo>
                  <a:lnTo>
                    <a:pt x="505579" y="483844"/>
                  </a:lnTo>
                  <a:lnTo>
                    <a:pt x="506260" y="484691"/>
                  </a:lnTo>
                  <a:lnTo>
                    <a:pt x="506969" y="485524"/>
                  </a:lnTo>
                  <a:lnTo>
                    <a:pt x="507709" y="486343"/>
                  </a:lnTo>
                  <a:lnTo>
                    <a:pt x="508482" y="487150"/>
                  </a:lnTo>
                  <a:lnTo>
                    <a:pt x="509290" y="487944"/>
                  </a:lnTo>
                  <a:lnTo>
                    <a:pt x="509842" y="488897"/>
                  </a:lnTo>
                  <a:lnTo>
                    <a:pt x="510346" y="489856"/>
                  </a:lnTo>
                  <a:lnTo>
                    <a:pt x="510808" y="490822"/>
                  </a:lnTo>
                  <a:lnTo>
                    <a:pt x="511232" y="491794"/>
                  </a:lnTo>
                  <a:lnTo>
                    <a:pt x="511621" y="492775"/>
                  </a:lnTo>
                  <a:lnTo>
                    <a:pt x="511982" y="493765"/>
                  </a:lnTo>
                  <a:lnTo>
                    <a:pt x="512319" y="494764"/>
                  </a:lnTo>
                  <a:lnTo>
                    <a:pt x="512636" y="495775"/>
                  </a:lnTo>
                  <a:lnTo>
                    <a:pt x="512938" y="496796"/>
                  </a:lnTo>
                  <a:lnTo>
                    <a:pt x="513230" y="497831"/>
                  </a:lnTo>
                  <a:lnTo>
                    <a:pt x="513517" y="498879"/>
                  </a:lnTo>
                  <a:lnTo>
                    <a:pt x="513802" y="499941"/>
                  </a:lnTo>
                  <a:lnTo>
                    <a:pt x="514132" y="500973"/>
                  </a:lnTo>
                  <a:lnTo>
                    <a:pt x="514478" y="501998"/>
                  </a:lnTo>
                  <a:lnTo>
                    <a:pt x="514840" y="503016"/>
                  </a:lnTo>
                  <a:lnTo>
                    <a:pt x="515215" y="504030"/>
                  </a:lnTo>
                  <a:lnTo>
                    <a:pt x="515602" y="505038"/>
                  </a:lnTo>
                  <a:lnTo>
                    <a:pt x="515999" y="506042"/>
                  </a:lnTo>
                  <a:lnTo>
                    <a:pt x="516406" y="507043"/>
                  </a:lnTo>
                  <a:lnTo>
                    <a:pt x="516820" y="508041"/>
                  </a:lnTo>
                  <a:lnTo>
                    <a:pt x="517241" y="509037"/>
                  </a:lnTo>
                  <a:lnTo>
                    <a:pt x="517666" y="510032"/>
                  </a:lnTo>
                  <a:lnTo>
                    <a:pt x="518094" y="511025"/>
                  </a:lnTo>
                  <a:lnTo>
                    <a:pt x="518523" y="512019"/>
                  </a:lnTo>
                  <a:lnTo>
                    <a:pt x="518953" y="513013"/>
                  </a:lnTo>
                  <a:lnTo>
                    <a:pt x="519310" y="514057"/>
                  </a:lnTo>
                  <a:lnTo>
                    <a:pt x="519577" y="514907"/>
                  </a:lnTo>
                  <a:lnTo>
                    <a:pt x="519769" y="515663"/>
                  </a:lnTo>
                  <a:lnTo>
                    <a:pt x="519898" y="516424"/>
                  </a:lnTo>
                  <a:lnTo>
                    <a:pt x="519976" y="517291"/>
                  </a:lnTo>
                  <a:lnTo>
                    <a:pt x="520016" y="518361"/>
                  </a:lnTo>
                  <a:lnTo>
                    <a:pt x="520031" y="519737"/>
                  </a:lnTo>
                  <a:lnTo>
                    <a:pt x="520033" y="521516"/>
                  </a:lnTo>
                  <a:lnTo>
                    <a:pt x="521031" y="521849"/>
                  </a:lnTo>
                  <a:lnTo>
                    <a:pt x="522033" y="522183"/>
                  </a:lnTo>
                  <a:lnTo>
                    <a:pt x="523042" y="522519"/>
                  </a:lnTo>
                  <a:lnTo>
                    <a:pt x="524061" y="522859"/>
                  </a:lnTo>
                  <a:lnTo>
                    <a:pt x="524390" y="523894"/>
                  </a:lnTo>
                  <a:lnTo>
                    <a:pt x="524712" y="524932"/>
                  </a:lnTo>
                  <a:lnTo>
                    <a:pt x="525026" y="525973"/>
                  </a:lnTo>
                  <a:lnTo>
                    <a:pt x="525332" y="527015"/>
                  </a:lnTo>
                  <a:lnTo>
                    <a:pt x="525631" y="528060"/>
                  </a:lnTo>
                  <a:lnTo>
                    <a:pt x="525922" y="529106"/>
                  </a:lnTo>
                  <a:lnTo>
                    <a:pt x="526205" y="530155"/>
                  </a:lnTo>
                  <a:lnTo>
                    <a:pt x="526480" y="531206"/>
                  </a:lnTo>
                  <a:lnTo>
                    <a:pt x="526747" y="532259"/>
                  </a:lnTo>
                  <a:lnTo>
                    <a:pt x="527414" y="532926"/>
                  </a:lnTo>
                  <a:lnTo>
                    <a:pt x="528090" y="533602"/>
                  </a:lnTo>
                  <a:lnTo>
                    <a:pt x="528123" y="534703"/>
                  </a:lnTo>
                  <a:lnTo>
                    <a:pt x="528149" y="535805"/>
                  </a:lnTo>
                  <a:lnTo>
                    <a:pt x="528167" y="536907"/>
                  </a:lnTo>
                  <a:lnTo>
                    <a:pt x="528180" y="538008"/>
                  </a:lnTo>
                  <a:lnTo>
                    <a:pt x="528186" y="539110"/>
                  </a:lnTo>
                  <a:lnTo>
                    <a:pt x="528187" y="540212"/>
                  </a:lnTo>
                  <a:lnTo>
                    <a:pt x="528183" y="541314"/>
                  </a:lnTo>
                  <a:lnTo>
                    <a:pt x="528175" y="542415"/>
                  </a:lnTo>
                  <a:lnTo>
                    <a:pt x="528166" y="543622"/>
                  </a:lnTo>
                  <a:lnTo>
                    <a:pt x="528157" y="544834"/>
                  </a:lnTo>
                  <a:lnTo>
                    <a:pt x="528148" y="546054"/>
                  </a:lnTo>
                  <a:lnTo>
                    <a:pt x="528138" y="547288"/>
                  </a:lnTo>
                  <a:lnTo>
                    <a:pt x="528131" y="547843"/>
                  </a:lnTo>
                  <a:lnTo>
                    <a:pt x="528119" y="548820"/>
                  </a:lnTo>
                  <a:lnTo>
                    <a:pt x="528090" y="551059"/>
                  </a:lnTo>
                  <a:lnTo>
                    <a:pt x="529423" y="551059"/>
                  </a:lnTo>
                  <a:lnTo>
                    <a:pt x="530776" y="551059"/>
                  </a:lnTo>
                  <a:lnTo>
                    <a:pt x="530836" y="552167"/>
                  </a:lnTo>
                  <a:lnTo>
                    <a:pt x="530896" y="553275"/>
                  </a:lnTo>
                  <a:lnTo>
                    <a:pt x="530954" y="554383"/>
                  </a:lnTo>
                  <a:lnTo>
                    <a:pt x="531012" y="555491"/>
                  </a:lnTo>
                  <a:lnTo>
                    <a:pt x="531070" y="556599"/>
                  </a:lnTo>
                  <a:lnTo>
                    <a:pt x="531126" y="557707"/>
                  </a:lnTo>
                  <a:lnTo>
                    <a:pt x="531182" y="558814"/>
                  </a:lnTo>
                  <a:lnTo>
                    <a:pt x="531238" y="559922"/>
                  </a:lnTo>
                  <a:lnTo>
                    <a:pt x="531293" y="561030"/>
                  </a:lnTo>
                  <a:lnTo>
                    <a:pt x="531348" y="562138"/>
                  </a:lnTo>
                  <a:lnTo>
                    <a:pt x="531402" y="563246"/>
                  </a:lnTo>
                  <a:lnTo>
                    <a:pt x="531456" y="564354"/>
                  </a:lnTo>
                  <a:lnTo>
                    <a:pt x="531510" y="565462"/>
                  </a:lnTo>
                  <a:lnTo>
                    <a:pt x="531563" y="566571"/>
                  </a:lnTo>
                  <a:lnTo>
                    <a:pt x="531617" y="567679"/>
                  </a:lnTo>
                  <a:lnTo>
                    <a:pt x="531681" y="568863"/>
                  </a:lnTo>
                  <a:lnTo>
                    <a:pt x="531746" y="570052"/>
                  </a:lnTo>
                  <a:lnTo>
                    <a:pt x="531812" y="571250"/>
                  </a:lnTo>
                  <a:lnTo>
                    <a:pt x="531878" y="572462"/>
                  </a:lnTo>
                  <a:lnTo>
                    <a:pt x="531930" y="573592"/>
                  </a:lnTo>
                  <a:lnTo>
                    <a:pt x="531982" y="574727"/>
                  </a:lnTo>
                  <a:lnTo>
                    <a:pt x="532035" y="575870"/>
                  </a:lnTo>
                  <a:lnTo>
                    <a:pt x="532088" y="577025"/>
                  </a:lnTo>
                  <a:lnTo>
                    <a:pt x="532140" y="578070"/>
                  </a:lnTo>
                  <a:lnTo>
                    <a:pt x="532194" y="579119"/>
                  </a:lnTo>
                  <a:lnTo>
                    <a:pt x="532247" y="580177"/>
                  </a:lnTo>
                  <a:lnTo>
                    <a:pt x="532301" y="581246"/>
                  </a:lnTo>
                  <a:lnTo>
                    <a:pt x="532212" y="582685"/>
                  </a:lnTo>
                  <a:lnTo>
                    <a:pt x="532073" y="583728"/>
                  </a:lnTo>
                  <a:lnTo>
                    <a:pt x="531806" y="584544"/>
                  </a:lnTo>
                  <a:lnTo>
                    <a:pt x="531330" y="585302"/>
                  </a:lnTo>
                  <a:lnTo>
                    <a:pt x="530565" y="586170"/>
                  </a:lnTo>
                  <a:lnTo>
                    <a:pt x="529433" y="587317"/>
                  </a:lnTo>
                  <a:lnTo>
                    <a:pt x="528102" y="587317"/>
                  </a:lnTo>
                  <a:lnTo>
                    <a:pt x="526762" y="587317"/>
                  </a:lnTo>
                  <a:lnTo>
                    <a:pt x="525404" y="587317"/>
                  </a:lnTo>
                  <a:lnTo>
                    <a:pt x="524863" y="588526"/>
                  </a:lnTo>
                  <a:lnTo>
                    <a:pt x="524314" y="589752"/>
                  </a:lnTo>
                  <a:lnTo>
                    <a:pt x="523715" y="590842"/>
                  </a:lnTo>
                  <a:lnTo>
                    <a:pt x="523137" y="591842"/>
                  </a:lnTo>
                  <a:lnTo>
                    <a:pt x="522556" y="592766"/>
                  </a:lnTo>
                  <a:lnTo>
                    <a:pt x="521946" y="593627"/>
                  </a:lnTo>
                  <a:lnTo>
                    <a:pt x="521279" y="594439"/>
                  </a:lnTo>
                  <a:lnTo>
                    <a:pt x="520532" y="595215"/>
                  </a:lnTo>
                  <a:lnTo>
                    <a:pt x="519677" y="595970"/>
                  </a:lnTo>
                  <a:lnTo>
                    <a:pt x="518690" y="596717"/>
                  </a:lnTo>
                  <a:lnTo>
                    <a:pt x="517361" y="596685"/>
                  </a:lnTo>
                  <a:lnTo>
                    <a:pt x="516187" y="596584"/>
                  </a:lnTo>
                  <a:lnTo>
                    <a:pt x="515138" y="596407"/>
                  </a:lnTo>
                  <a:lnTo>
                    <a:pt x="514185" y="596147"/>
                  </a:lnTo>
                  <a:lnTo>
                    <a:pt x="513300" y="595797"/>
                  </a:lnTo>
                  <a:lnTo>
                    <a:pt x="512453" y="595348"/>
                  </a:lnTo>
                  <a:lnTo>
                    <a:pt x="511616" y="594796"/>
                  </a:lnTo>
                  <a:lnTo>
                    <a:pt x="510759" y="594131"/>
                  </a:lnTo>
                  <a:lnTo>
                    <a:pt x="509854" y="593347"/>
                  </a:lnTo>
                  <a:lnTo>
                    <a:pt x="508871" y="592437"/>
                  </a:lnTo>
                  <a:lnTo>
                    <a:pt x="508219" y="591293"/>
                  </a:lnTo>
                  <a:lnTo>
                    <a:pt x="507682" y="590222"/>
                  </a:lnTo>
                  <a:lnTo>
                    <a:pt x="507252" y="589203"/>
                  </a:lnTo>
                  <a:lnTo>
                    <a:pt x="506919" y="588217"/>
                  </a:lnTo>
                  <a:lnTo>
                    <a:pt x="506676" y="587245"/>
                  </a:lnTo>
                  <a:lnTo>
                    <a:pt x="506513" y="586267"/>
                  </a:lnTo>
                  <a:lnTo>
                    <a:pt x="506422" y="585263"/>
                  </a:lnTo>
                  <a:lnTo>
                    <a:pt x="506394" y="584214"/>
                  </a:lnTo>
                  <a:lnTo>
                    <a:pt x="506421" y="583101"/>
                  </a:lnTo>
                  <a:lnTo>
                    <a:pt x="506494" y="581904"/>
                  </a:lnTo>
                  <a:lnTo>
                    <a:pt x="506604" y="580603"/>
                  </a:lnTo>
                  <a:lnTo>
                    <a:pt x="505272" y="580603"/>
                  </a:lnTo>
                  <a:lnTo>
                    <a:pt x="503918" y="580603"/>
                  </a:lnTo>
                  <a:lnTo>
                    <a:pt x="503469" y="579608"/>
                  </a:lnTo>
                  <a:lnTo>
                    <a:pt x="503030" y="578616"/>
                  </a:lnTo>
                  <a:lnTo>
                    <a:pt x="502600" y="577625"/>
                  </a:lnTo>
                  <a:lnTo>
                    <a:pt x="502180" y="576634"/>
                  </a:lnTo>
                  <a:lnTo>
                    <a:pt x="501770" y="575643"/>
                  </a:lnTo>
                  <a:lnTo>
                    <a:pt x="501369" y="574650"/>
                  </a:lnTo>
                  <a:lnTo>
                    <a:pt x="500978" y="573656"/>
                  </a:lnTo>
                  <a:lnTo>
                    <a:pt x="500597" y="572659"/>
                  </a:lnTo>
                  <a:lnTo>
                    <a:pt x="500224" y="571658"/>
                  </a:lnTo>
                  <a:lnTo>
                    <a:pt x="499861" y="570653"/>
                  </a:lnTo>
                  <a:lnTo>
                    <a:pt x="499508" y="569642"/>
                  </a:lnTo>
                  <a:lnTo>
                    <a:pt x="499163" y="568626"/>
                  </a:lnTo>
                  <a:lnTo>
                    <a:pt x="498828" y="567604"/>
                  </a:lnTo>
                  <a:lnTo>
                    <a:pt x="498501" y="566574"/>
                  </a:lnTo>
                  <a:lnTo>
                    <a:pt x="498184" y="565535"/>
                  </a:lnTo>
                  <a:lnTo>
                    <a:pt x="497875" y="564488"/>
                  </a:lnTo>
                  <a:lnTo>
                    <a:pt x="497571" y="563454"/>
                  </a:lnTo>
                  <a:lnTo>
                    <a:pt x="497261" y="562427"/>
                  </a:lnTo>
                  <a:lnTo>
                    <a:pt x="496946" y="561408"/>
                  </a:lnTo>
                  <a:lnTo>
                    <a:pt x="496624" y="560396"/>
                  </a:lnTo>
                  <a:lnTo>
                    <a:pt x="496294" y="559391"/>
                  </a:lnTo>
                  <a:lnTo>
                    <a:pt x="495955" y="558393"/>
                  </a:lnTo>
                  <a:lnTo>
                    <a:pt x="495606" y="557401"/>
                  </a:lnTo>
                  <a:lnTo>
                    <a:pt x="495246" y="556416"/>
                  </a:lnTo>
                  <a:lnTo>
                    <a:pt x="494875" y="555437"/>
                  </a:lnTo>
                  <a:lnTo>
                    <a:pt x="494491" y="554464"/>
                  </a:lnTo>
                  <a:lnTo>
                    <a:pt x="494093" y="553497"/>
                  </a:lnTo>
                  <a:lnTo>
                    <a:pt x="493681" y="552535"/>
                  </a:lnTo>
                  <a:lnTo>
                    <a:pt x="493252" y="551579"/>
                  </a:lnTo>
                  <a:lnTo>
                    <a:pt x="492808" y="550628"/>
                  </a:lnTo>
                  <a:lnTo>
                    <a:pt x="492345" y="549681"/>
                  </a:lnTo>
                  <a:lnTo>
                    <a:pt x="491864" y="548740"/>
                  </a:lnTo>
                  <a:lnTo>
                    <a:pt x="491364" y="547803"/>
                  </a:lnTo>
                  <a:lnTo>
                    <a:pt x="490842" y="546870"/>
                  </a:lnTo>
                  <a:lnTo>
                    <a:pt x="490300" y="545941"/>
                  </a:lnTo>
                  <a:lnTo>
                    <a:pt x="489735" y="545016"/>
                  </a:lnTo>
                  <a:lnTo>
                    <a:pt x="489212" y="544070"/>
                  </a:lnTo>
                  <a:lnTo>
                    <a:pt x="488731" y="543123"/>
                  </a:lnTo>
                  <a:lnTo>
                    <a:pt x="488288" y="542174"/>
                  </a:lnTo>
                  <a:lnTo>
                    <a:pt x="487878" y="541221"/>
                  </a:lnTo>
                  <a:lnTo>
                    <a:pt x="487499" y="540263"/>
                  </a:lnTo>
                  <a:lnTo>
                    <a:pt x="487146" y="539298"/>
                  </a:lnTo>
                  <a:lnTo>
                    <a:pt x="486816" y="538326"/>
                  </a:lnTo>
                  <a:lnTo>
                    <a:pt x="486506" y="537345"/>
                  </a:lnTo>
                  <a:lnTo>
                    <a:pt x="486212" y="536354"/>
                  </a:lnTo>
                  <a:lnTo>
                    <a:pt x="485929" y="535351"/>
                  </a:lnTo>
                  <a:lnTo>
                    <a:pt x="485655" y="534335"/>
                  </a:lnTo>
                  <a:lnTo>
                    <a:pt x="485386" y="533305"/>
                  </a:lnTo>
                  <a:lnTo>
                    <a:pt x="485118" y="532259"/>
                  </a:lnTo>
                  <a:lnTo>
                    <a:pt x="483786" y="532259"/>
                  </a:lnTo>
                  <a:lnTo>
                    <a:pt x="482432" y="532259"/>
                  </a:lnTo>
                  <a:lnTo>
                    <a:pt x="482260" y="531503"/>
                  </a:lnTo>
                  <a:lnTo>
                    <a:pt x="481740" y="529217"/>
                  </a:lnTo>
                  <a:lnTo>
                    <a:pt x="481415" y="527893"/>
                  </a:lnTo>
                  <a:lnTo>
                    <a:pt x="481086" y="526560"/>
                  </a:lnTo>
                  <a:lnTo>
                    <a:pt x="480753" y="525209"/>
                  </a:lnTo>
                  <a:lnTo>
                    <a:pt x="480442" y="523899"/>
                  </a:lnTo>
                  <a:lnTo>
                    <a:pt x="480128" y="522580"/>
                  </a:lnTo>
                  <a:lnTo>
                    <a:pt x="479809" y="521243"/>
                  </a:lnTo>
                  <a:lnTo>
                    <a:pt x="479370" y="520146"/>
                  </a:lnTo>
                  <a:lnTo>
                    <a:pt x="478909" y="519150"/>
                  </a:lnTo>
                  <a:lnTo>
                    <a:pt x="478422" y="518238"/>
                  </a:lnTo>
                  <a:lnTo>
                    <a:pt x="477905" y="517395"/>
                  </a:lnTo>
                  <a:lnTo>
                    <a:pt x="477353" y="516605"/>
                  </a:lnTo>
                  <a:lnTo>
                    <a:pt x="476761" y="515854"/>
                  </a:lnTo>
                  <a:lnTo>
                    <a:pt x="476124" y="515124"/>
                  </a:lnTo>
                  <a:lnTo>
                    <a:pt x="475437" y="514401"/>
                  </a:lnTo>
                  <a:lnTo>
                    <a:pt x="474696" y="513669"/>
                  </a:lnTo>
                  <a:lnTo>
                    <a:pt x="473896" y="512912"/>
                  </a:lnTo>
                  <a:lnTo>
                    <a:pt x="473032" y="512116"/>
                  </a:lnTo>
                  <a:lnTo>
                    <a:pt x="472106" y="510493"/>
                  </a:lnTo>
                  <a:lnTo>
                    <a:pt x="471335" y="509122"/>
                  </a:lnTo>
                  <a:lnTo>
                    <a:pt x="470703" y="507961"/>
                  </a:lnTo>
                  <a:lnTo>
                    <a:pt x="470197" y="506968"/>
                  </a:lnTo>
                  <a:lnTo>
                    <a:pt x="469803" y="506101"/>
                  </a:lnTo>
                  <a:lnTo>
                    <a:pt x="469507" y="505317"/>
                  </a:lnTo>
                  <a:lnTo>
                    <a:pt x="469295" y="504576"/>
                  </a:lnTo>
                  <a:lnTo>
                    <a:pt x="469152" y="503834"/>
                  </a:lnTo>
                  <a:lnTo>
                    <a:pt x="469066" y="503051"/>
                  </a:lnTo>
                  <a:lnTo>
                    <a:pt x="469022" y="502184"/>
                  </a:lnTo>
                  <a:lnTo>
                    <a:pt x="469006" y="501191"/>
                  </a:lnTo>
                  <a:lnTo>
                    <a:pt x="469003" y="500030"/>
                  </a:lnTo>
                  <a:lnTo>
                    <a:pt x="467755" y="499572"/>
                  </a:lnTo>
                  <a:lnTo>
                    <a:pt x="466487" y="499107"/>
                  </a:lnTo>
                  <a:lnTo>
                    <a:pt x="465375" y="498346"/>
                  </a:lnTo>
                  <a:lnTo>
                    <a:pt x="464475" y="497574"/>
                  </a:lnTo>
                  <a:lnTo>
                    <a:pt x="463749" y="496776"/>
                  </a:lnTo>
                  <a:lnTo>
                    <a:pt x="463159" y="495937"/>
                  </a:lnTo>
                  <a:lnTo>
                    <a:pt x="462669" y="495044"/>
                  </a:lnTo>
                  <a:lnTo>
                    <a:pt x="462239" y="494080"/>
                  </a:lnTo>
                  <a:lnTo>
                    <a:pt x="461834" y="493033"/>
                  </a:lnTo>
                  <a:lnTo>
                    <a:pt x="461416" y="491888"/>
                  </a:lnTo>
                  <a:lnTo>
                    <a:pt x="460946" y="490629"/>
                  </a:lnTo>
                  <a:lnTo>
                    <a:pt x="459948" y="490297"/>
                  </a:lnTo>
                  <a:lnTo>
                    <a:pt x="458947" y="489964"/>
                  </a:lnTo>
                  <a:lnTo>
                    <a:pt x="457938" y="489627"/>
                  </a:lnTo>
                  <a:lnTo>
                    <a:pt x="456917" y="489287"/>
                  </a:lnTo>
                  <a:lnTo>
                    <a:pt x="456481" y="488351"/>
                  </a:lnTo>
                  <a:lnTo>
                    <a:pt x="456043" y="487413"/>
                  </a:lnTo>
                  <a:lnTo>
                    <a:pt x="455602" y="486467"/>
                  </a:lnTo>
                  <a:lnTo>
                    <a:pt x="455155" y="485510"/>
                  </a:lnTo>
                  <a:lnTo>
                    <a:pt x="454527" y="484388"/>
                  </a:lnTo>
                  <a:lnTo>
                    <a:pt x="453893" y="483381"/>
                  </a:lnTo>
                  <a:lnTo>
                    <a:pt x="453247" y="482475"/>
                  </a:lnTo>
                  <a:lnTo>
                    <a:pt x="452583" y="481656"/>
                  </a:lnTo>
                  <a:lnTo>
                    <a:pt x="451895" y="480909"/>
                  </a:lnTo>
                  <a:lnTo>
                    <a:pt x="451177" y="480221"/>
                  </a:lnTo>
                  <a:lnTo>
                    <a:pt x="450424" y="479578"/>
                  </a:lnTo>
                  <a:lnTo>
                    <a:pt x="449630" y="478965"/>
                  </a:lnTo>
                  <a:lnTo>
                    <a:pt x="448789" y="478367"/>
                  </a:lnTo>
                  <a:lnTo>
                    <a:pt x="447894" y="477772"/>
                  </a:lnTo>
                  <a:lnTo>
                    <a:pt x="446940" y="477165"/>
                  </a:lnTo>
                  <a:lnTo>
                    <a:pt x="445921" y="476532"/>
                  </a:lnTo>
                  <a:lnTo>
                    <a:pt x="444831" y="475858"/>
                  </a:lnTo>
                  <a:lnTo>
                    <a:pt x="444070" y="475128"/>
                  </a:lnTo>
                  <a:lnTo>
                    <a:pt x="443311" y="474395"/>
                  </a:lnTo>
                  <a:lnTo>
                    <a:pt x="442557" y="473657"/>
                  </a:lnTo>
                  <a:lnTo>
                    <a:pt x="441807" y="472915"/>
                  </a:lnTo>
                  <a:lnTo>
                    <a:pt x="441060" y="472169"/>
                  </a:lnTo>
                  <a:lnTo>
                    <a:pt x="440318" y="471419"/>
                  </a:lnTo>
                  <a:lnTo>
                    <a:pt x="439580" y="470665"/>
                  </a:lnTo>
                  <a:lnTo>
                    <a:pt x="438846" y="469906"/>
                  </a:lnTo>
                  <a:lnTo>
                    <a:pt x="438117" y="469143"/>
                  </a:lnTo>
                  <a:lnTo>
                    <a:pt x="437781" y="468826"/>
                  </a:lnTo>
                  <a:lnTo>
                    <a:pt x="437345" y="468414"/>
                  </a:lnTo>
                  <a:lnTo>
                    <a:pt x="436519" y="467632"/>
                  </a:lnTo>
                  <a:lnTo>
                    <a:pt x="435012" y="466206"/>
                  </a:lnTo>
                  <a:lnTo>
                    <a:pt x="433906" y="464997"/>
                  </a:lnTo>
                  <a:lnTo>
                    <a:pt x="433235" y="464126"/>
                  </a:lnTo>
                  <a:lnTo>
                    <a:pt x="432890" y="463348"/>
                  </a:lnTo>
                  <a:lnTo>
                    <a:pt x="432764" y="462416"/>
                  </a:lnTo>
                  <a:lnTo>
                    <a:pt x="432745" y="461086"/>
                  </a:lnTo>
                  <a:lnTo>
                    <a:pt x="432016" y="461149"/>
                  </a:lnTo>
                  <a:lnTo>
                    <a:pt x="429809" y="461339"/>
                  </a:lnTo>
                  <a:lnTo>
                    <a:pt x="428624" y="461230"/>
                  </a:lnTo>
                  <a:lnTo>
                    <a:pt x="427533" y="461069"/>
                  </a:lnTo>
                  <a:lnTo>
                    <a:pt x="426522" y="460855"/>
                  </a:lnTo>
                  <a:lnTo>
                    <a:pt x="425573" y="460585"/>
                  </a:lnTo>
                  <a:lnTo>
                    <a:pt x="424671" y="460260"/>
                  </a:lnTo>
                  <a:lnTo>
                    <a:pt x="423798" y="459876"/>
                  </a:lnTo>
                  <a:lnTo>
                    <a:pt x="422939" y="459435"/>
                  </a:lnTo>
                  <a:lnTo>
                    <a:pt x="422078" y="458933"/>
                  </a:lnTo>
                  <a:lnTo>
                    <a:pt x="421198" y="458370"/>
                  </a:lnTo>
                  <a:lnTo>
                    <a:pt x="420283" y="457746"/>
                  </a:lnTo>
                  <a:lnTo>
                    <a:pt x="419317" y="457057"/>
                  </a:lnTo>
                  <a:lnTo>
                    <a:pt x="418651" y="455725"/>
                  </a:lnTo>
                  <a:lnTo>
                    <a:pt x="417974" y="454372"/>
                  </a:lnTo>
                  <a:lnTo>
                    <a:pt x="417082" y="453768"/>
                  </a:lnTo>
                  <a:lnTo>
                    <a:pt x="416187" y="453195"/>
                  </a:lnTo>
                  <a:lnTo>
                    <a:pt x="415286" y="452651"/>
                  </a:lnTo>
                  <a:lnTo>
                    <a:pt x="414380" y="452134"/>
                  </a:lnTo>
                  <a:lnTo>
                    <a:pt x="413468" y="451641"/>
                  </a:lnTo>
                  <a:lnTo>
                    <a:pt x="412550" y="451172"/>
                  </a:lnTo>
                  <a:lnTo>
                    <a:pt x="411624" y="450723"/>
                  </a:lnTo>
                  <a:lnTo>
                    <a:pt x="410691" y="450294"/>
                  </a:lnTo>
                  <a:lnTo>
                    <a:pt x="409750" y="449882"/>
                  </a:lnTo>
                  <a:lnTo>
                    <a:pt x="408801" y="449485"/>
                  </a:lnTo>
                  <a:lnTo>
                    <a:pt x="407842" y="449102"/>
                  </a:lnTo>
                  <a:lnTo>
                    <a:pt x="406874" y="448730"/>
                  </a:lnTo>
                  <a:lnTo>
                    <a:pt x="405895" y="448367"/>
                  </a:lnTo>
                  <a:lnTo>
                    <a:pt x="404906" y="448012"/>
                  </a:lnTo>
                  <a:lnTo>
                    <a:pt x="403905" y="447663"/>
                  </a:lnTo>
                  <a:lnTo>
                    <a:pt x="402893" y="447317"/>
                  </a:lnTo>
                  <a:lnTo>
                    <a:pt x="401879" y="446882"/>
                  </a:lnTo>
                  <a:lnTo>
                    <a:pt x="401121" y="446512"/>
                  </a:lnTo>
                  <a:lnTo>
                    <a:pt x="400478" y="446104"/>
                  </a:lnTo>
                  <a:lnTo>
                    <a:pt x="399808" y="445556"/>
                  </a:lnTo>
                  <a:lnTo>
                    <a:pt x="398973" y="444765"/>
                  </a:lnTo>
                  <a:lnTo>
                    <a:pt x="397830" y="443629"/>
                  </a:lnTo>
                  <a:lnTo>
                    <a:pt x="396736" y="443261"/>
                  </a:lnTo>
                  <a:lnTo>
                    <a:pt x="395636" y="442907"/>
                  </a:lnTo>
                  <a:lnTo>
                    <a:pt x="394533" y="442567"/>
                  </a:lnTo>
                  <a:lnTo>
                    <a:pt x="393425" y="442238"/>
                  </a:lnTo>
                  <a:lnTo>
                    <a:pt x="392314" y="441921"/>
                  </a:lnTo>
                  <a:lnTo>
                    <a:pt x="391201" y="441614"/>
                  </a:lnTo>
                  <a:lnTo>
                    <a:pt x="390049" y="441295"/>
                  </a:lnTo>
                  <a:lnTo>
                    <a:pt x="388971" y="440979"/>
                  </a:lnTo>
                  <a:lnTo>
                    <a:pt x="387954" y="440658"/>
                  </a:lnTo>
                  <a:lnTo>
                    <a:pt x="386983" y="440324"/>
                  </a:lnTo>
                  <a:lnTo>
                    <a:pt x="386045" y="439967"/>
                  </a:lnTo>
                  <a:lnTo>
                    <a:pt x="385127" y="439581"/>
                  </a:lnTo>
                  <a:lnTo>
                    <a:pt x="384216" y="439157"/>
                  </a:lnTo>
                  <a:lnTo>
                    <a:pt x="383299" y="438686"/>
                  </a:lnTo>
                  <a:lnTo>
                    <a:pt x="382361" y="438161"/>
                  </a:lnTo>
                  <a:lnTo>
                    <a:pt x="381390" y="437573"/>
                  </a:lnTo>
                  <a:lnTo>
                    <a:pt x="380373" y="436914"/>
                  </a:lnTo>
                  <a:lnTo>
                    <a:pt x="379310" y="436782"/>
                  </a:lnTo>
                  <a:lnTo>
                    <a:pt x="378246" y="436649"/>
                  </a:lnTo>
                  <a:lnTo>
                    <a:pt x="377180" y="436516"/>
                  </a:lnTo>
                  <a:lnTo>
                    <a:pt x="376113" y="436382"/>
                  </a:lnTo>
                  <a:lnTo>
                    <a:pt x="375043" y="436248"/>
                  </a:lnTo>
                  <a:lnTo>
                    <a:pt x="373969" y="436114"/>
                  </a:lnTo>
                  <a:lnTo>
                    <a:pt x="372892" y="435979"/>
                  </a:lnTo>
                  <a:lnTo>
                    <a:pt x="371810" y="435844"/>
                  </a:lnTo>
                  <a:lnTo>
                    <a:pt x="370723" y="435708"/>
                  </a:lnTo>
                  <a:lnTo>
                    <a:pt x="369630" y="435571"/>
                  </a:lnTo>
                  <a:lnTo>
                    <a:pt x="369667" y="436605"/>
                  </a:lnTo>
                  <a:lnTo>
                    <a:pt x="369704" y="437640"/>
                  </a:lnTo>
                  <a:lnTo>
                    <a:pt x="369741" y="438674"/>
                  </a:lnTo>
                  <a:lnTo>
                    <a:pt x="369778" y="439708"/>
                  </a:lnTo>
                  <a:lnTo>
                    <a:pt x="369815" y="440743"/>
                  </a:lnTo>
                  <a:lnTo>
                    <a:pt x="369852" y="441778"/>
                  </a:lnTo>
                  <a:lnTo>
                    <a:pt x="369889" y="442813"/>
                  </a:lnTo>
                  <a:lnTo>
                    <a:pt x="369926" y="443848"/>
                  </a:lnTo>
                  <a:lnTo>
                    <a:pt x="369963" y="444884"/>
                  </a:lnTo>
                  <a:lnTo>
                    <a:pt x="370000" y="445920"/>
                  </a:lnTo>
                  <a:lnTo>
                    <a:pt x="370037" y="446957"/>
                  </a:lnTo>
                  <a:lnTo>
                    <a:pt x="370074" y="447994"/>
                  </a:lnTo>
                  <a:lnTo>
                    <a:pt x="370111" y="449032"/>
                  </a:lnTo>
                  <a:lnTo>
                    <a:pt x="370148" y="450071"/>
                  </a:lnTo>
                  <a:lnTo>
                    <a:pt x="370185" y="451110"/>
                  </a:lnTo>
                  <a:lnTo>
                    <a:pt x="370222" y="452150"/>
                  </a:lnTo>
                  <a:lnTo>
                    <a:pt x="370260" y="453190"/>
                  </a:lnTo>
                  <a:lnTo>
                    <a:pt x="370297" y="454232"/>
                  </a:lnTo>
                  <a:lnTo>
                    <a:pt x="370334" y="455274"/>
                  </a:lnTo>
                  <a:lnTo>
                    <a:pt x="370371" y="456317"/>
                  </a:lnTo>
                  <a:lnTo>
                    <a:pt x="370409" y="457361"/>
                  </a:lnTo>
                  <a:lnTo>
                    <a:pt x="370446" y="458406"/>
                  </a:lnTo>
                  <a:lnTo>
                    <a:pt x="370483" y="459453"/>
                  </a:lnTo>
                  <a:lnTo>
                    <a:pt x="370521" y="460500"/>
                  </a:lnTo>
                  <a:lnTo>
                    <a:pt x="370558" y="461549"/>
                  </a:lnTo>
                  <a:lnTo>
                    <a:pt x="370596" y="462598"/>
                  </a:lnTo>
                  <a:lnTo>
                    <a:pt x="370633" y="463649"/>
                  </a:lnTo>
                  <a:lnTo>
                    <a:pt x="370671" y="464701"/>
                  </a:lnTo>
                  <a:lnTo>
                    <a:pt x="370708" y="465755"/>
                  </a:lnTo>
                  <a:lnTo>
                    <a:pt x="370746" y="466810"/>
                  </a:lnTo>
                  <a:lnTo>
                    <a:pt x="370784" y="467866"/>
                  </a:lnTo>
                  <a:lnTo>
                    <a:pt x="370821" y="468924"/>
                  </a:lnTo>
                  <a:lnTo>
                    <a:pt x="370859" y="469984"/>
                  </a:lnTo>
                  <a:lnTo>
                    <a:pt x="370897" y="471045"/>
                  </a:lnTo>
                  <a:lnTo>
                    <a:pt x="370935" y="472108"/>
                  </a:lnTo>
                  <a:lnTo>
                    <a:pt x="370973" y="473172"/>
                  </a:lnTo>
                  <a:lnTo>
                    <a:pt x="369975" y="472507"/>
                  </a:lnTo>
                  <a:lnTo>
                    <a:pt x="368974" y="471840"/>
                  </a:lnTo>
                  <a:lnTo>
                    <a:pt x="367965" y="471167"/>
                  </a:lnTo>
                  <a:lnTo>
                    <a:pt x="366944" y="470486"/>
                  </a:lnTo>
                  <a:lnTo>
                    <a:pt x="366944" y="469154"/>
                  </a:lnTo>
                  <a:lnTo>
                    <a:pt x="366944" y="467800"/>
                  </a:lnTo>
                  <a:lnTo>
                    <a:pt x="365946" y="467468"/>
                  </a:lnTo>
                  <a:lnTo>
                    <a:pt x="364945" y="467135"/>
                  </a:lnTo>
                  <a:lnTo>
                    <a:pt x="363936" y="466798"/>
                  </a:lnTo>
                  <a:lnTo>
                    <a:pt x="362915" y="466458"/>
                  </a:lnTo>
                  <a:lnTo>
                    <a:pt x="362726" y="465318"/>
                  </a:lnTo>
                  <a:lnTo>
                    <a:pt x="362536" y="464177"/>
                  </a:lnTo>
                  <a:lnTo>
                    <a:pt x="362345" y="463033"/>
                  </a:lnTo>
                  <a:lnTo>
                    <a:pt x="362154" y="461884"/>
                  </a:lnTo>
                  <a:lnTo>
                    <a:pt x="361961" y="460731"/>
                  </a:lnTo>
                  <a:lnTo>
                    <a:pt x="361768" y="459570"/>
                  </a:lnTo>
                  <a:lnTo>
                    <a:pt x="361573" y="458400"/>
                  </a:lnTo>
                  <a:lnTo>
                    <a:pt x="360240" y="458400"/>
                  </a:lnTo>
                  <a:lnTo>
                    <a:pt x="358887" y="458400"/>
                  </a:lnTo>
                  <a:lnTo>
                    <a:pt x="358887" y="457068"/>
                  </a:lnTo>
                  <a:lnTo>
                    <a:pt x="358887" y="455715"/>
                  </a:lnTo>
                  <a:lnTo>
                    <a:pt x="357555" y="455715"/>
                  </a:lnTo>
                  <a:lnTo>
                    <a:pt x="356201" y="455715"/>
                  </a:lnTo>
                  <a:lnTo>
                    <a:pt x="356054" y="454681"/>
                  </a:lnTo>
                  <a:lnTo>
                    <a:pt x="355906" y="453646"/>
                  </a:lnTo>
                  <a:lnTo>
                    <a:pt x="355758" y="452610"/>
                  </a:lnTo>
                  <a:lnTo>
                    <a:pt x="355610" y="451571"/>
                  </a:lnTo>
                  <a:lnTo>
                    <a:pt x="355461" y="450529"/>
                  </a:lnTo>
                  <a:lnTo>
                    <a:pt x="355311" y="449483"/>
                  </a:lnTo>
                  <a:lnTo>
                    <a:pt x="355161" y="448432"/>
                  </a:lnTo>
                  <a:lnTo>
                    <a:pt x="355010" y="447376"/>
                  </a:lnTo>
                  <a:lnTo>
                    <a:pt x="354858" y="446314"/>
                  </a:lnTo>
                  <a:lnTo>
                    <a:pt x="353526" y="446314"/>
                  </a:lnTo>
                  <a:lnTo>
                    <a:pt x="352172" y="446314"/>
                  </a:lnTo>
                  <a:lnTo>
                    <a:pt x="352172" y="444983"/>
                  </a:lnTo>
                  <a:lnTo>
                    <a:pt x="352172" y="443643"/>
                  </a:lnTo>
                  <a:lnTo>
                    <a:pt x="352172" y="442286"/>
                  </a:lnTo>
                  <a:lnTo>
                    <a:pt x="351109" y="442286"/>
                  </a:lnTo>
                  <a:lnTo>
                    <a:pt x="350043" y="442286"/>
                  </a:lnTo>
                  <a:lnTo>
                    <a:pt x="348971" y="442286"/>
                  </a:lnTo>
                  <a:lnTo>
                    <a:pt x="347891" y="442286"/>
                  </a:lnTo>
                  <a:lnTo>
                    <a:pt x="346801" y="442286"/>
                  </a:lnTo>
                  <a:lnTo>
                    <a:pt x="346469" y="443283"/>
                  </a:lnTo>
                  <a:lnTo>
                    <a:pt x="346136" y="444282"/>
                  </a:lnTo>
                  <a:lnTo>
                    <a:pt x="345803" y="445282"/>
                  </a:lnTo>
                  <a:lnTo>
                    <a:pt x="345469" y="446285"/>
                  </a:lnTo>
                  <a:lnTo>
                    <a:pt x="345133" y="447292"/>
                  </a:lnTo>
                  <a:lnTo>
                    <a:pt x="344796" y="448303"/>
                  </a:lnTo>
                  <a:lnTo>
                    <a:pt x="344457" y="449320"/>
                  </a:lnTo>
                  <a:lnTo>
                    <a:pt x="344115" y="450343"/>
                  </a:lnTo>
                  <a:lnTo>
                    <a:pt x="342784" y="450343"/>
                  </a:lnTo>
                  <a:lnTo>
                    <a:pt x="341444" y="450343"/>
                  </a:lnTo>
                  <a:lnTo>
                    <a:pt x="340086" y="450343"/>
                  </a:lnTo>
                  <a:lnTo>
                    <a:pt x="339777" y="449292"/>
                  </a:lnTo>
                  <a:lnTo>
                    <a:pt x="339465" y="448233"/>
                  </a:lnTo>
                  <a:lnTo>
                    <a:pt x="339148" y="447159"/>
                  </a:lnTo>
                  <a:lnTo>
                    <a:pt x="338819" y="446139"/>
                  </a:lnTo>
                  <a:lnTo>
                    <a:pt x="338489" y="445116"/>
                  </a:lnTo>
                  <a:lnTo>
                    <a:pt x="338157" y="444085"/>
                  </a:lnTo>
                  <a:lnTo>
                    <a:pt x="337821" y="443042"/>
                  </a:lnTo>
                  <a:lnTo>
                    <a:pt x="337506" y="442025"/>
                  </a:lnTo>
                  <a:lnTo>
                    <a:pt x="337189" y="441003"/>
                  </a:lnTo>
                  <a:lnTo>
                    <a:pt x="336870" y="439974"/>
                  </a:lnTo>
                  <a:lnTo>
                    <a:pt x="336547" y="438934"/>
                  </a:lnTo>
                  <a:lnTo>
                    <a:pt x="335759" y="437512"/>
                  </a:lnTo>
                  <a:lnTo>
                    <a:pt x="335133" y="436524"/>
                  </a:lnTo>
                  <a:lnTo>
                    <a:pt x="334524" y="435845"/>
                  </a:lnTo>
                  <a:lnTo>
                    <a:pt x="333788" y="435348"/>
                  </a:lnTo>
                  <a:lnTo>
                    <a:pt x="332781" y="434908"/>
                  </a:lnTo>
                  <a:lnTo>
                    <a:pt x="331358" y="434398"/>
                  </a:lnTo>
                  <a:lnTo>
                    <a:pt x="330171" y="434359"/>
                  </a:lnTo>
                  <a:lnTo>
                    <a:pt x="329050" y="434367"/>
                  </a:lnTo>
                  <a:lnTo>
                    <a:pt x="327975" y="434426"/>
                  </a:lnTo>
                  <a:lnTo>
                    <a:pt x="326927" y="434537"/>
                  </a:lnTo>
                  <a:lnTo>
                    <a:pt x="325887" y="434705"/>
                  </a:lnTo>
                  <a:lnTo>
                    <a:pt x="324837" y="434931"/>
                  </a:lnTo>
                  <a:lnTo>
                    <a:pt x="323757" y="435219"/>
                  </a:lnTo>
                  <a:lnTo>
                    <a:pt x="322629" y="435571"/>
                  </a:lnTo>
                  <a:lnTo>
                    <a:pt x="322629" y="434508"/>
                  </a:lnTo>
                  <a:lnTo>
                    <a:pt x="322629" y="433442"/>
                  </a:lnTo>
                  <a:lnTo>
                    <a:pt x="322629" y="432370"/>
                  </a:lnTo>
                  <a:lnTo>
                    <a:pt x="322629" y="431290"/>
                  </a:lnTo>
                  <a:lnTo>
                    <a:pt x="322629" y="430200"/>
                  </a:lnTo>
                  <a:lnTo>
                    <a:pt x="321297" y="430200"/>
                  </a:lnTo>
                  <a:lnTo>
                    <a:pt x="319943" y="430200"/>
                  </a:lnTo>
                  <a:lnTo>
                    <a:pt x="319943" y="429136"/>
                  </a:lnTo>
                  <a:lnTo>
                    <a:pt x="319943" y="428070"/>
                  </a:lnTo>
                  <a:lnTo>
                    <a:pt x="319943" y="426998"/>
                  </a:lnTo>
                  <a:lnTo>
                    <a:pt x="319943" y="425919"/>
                  </a:lnTo>
                  <a:lnTo>
                    <a:pt x="319943" y="424828"/>
                  </a:lnTo>
                  <a:lnTo>
                    <a:pt x="318803" y="425192"/>
                  </a:lnTo>
                  <a:lnTo>
                    <a:pt x="317658" y="425557"/>
                  </a:lnTo>
                  <a:lnTo>
                    <a:pt x="316505" y="425925"/>
                  </a:lnTo>
                  <a:lnTo>
                    <a:pt x="315338" y="426297"/>
                  </a:lnTo>
                  <a:lnTo>
                    <a:pt x="314343" y="426612"/>
                  </a:lnTo>
                  <a:lnTo>
                    <a:pt x="313348" y="426927"/>
                  </a:lnTo>
                  <a:lnTo>
                    <a:pt x="312353" y="427242"/>
                  </a:lnTo>
                  <a:lnTo>
                    <a:pt x="311359" y="427557"/>
                  </a:lnTo>
                  <a:lnTo>
                    <a:pt x="310364" y="427871"/>
                  </a:lnTo>
                  <a:lnTo>
                    <a:pt x="309369" y="428185"/>
                  </a:lnTo>
                  <a:lnTo>
                    <a:pt x="308365" y="428506"/>
                  </a:lnTo>
                  <a:lnTo>
                    <a:pt x="307355" y="428829"/>
                  </a:lnTo>
                  <a:lnTo>
                    <a:pt x="306332" y="429156"/>
                  </a:lnTo>
                  <a:lnTo>
                    <a:pt x="304277" y="429803"/>
                  </a:lnTo>
                  <a:lnTo>
                    <a:pt x="302614" y="430321"/>
                  </a:lnTo>
                  <a:lnTo>
                    <a:pt x="301278" y="430724"/>
                  </a:lnTo>
                  <a:lnTo>
                    <a:pt x="300206" y="431027"/>
                  </a:lnTo>
                  <a:lnTo>
                    <a:pt x="299334" y="431244"/>
                  </a:lnTo>
                  <a:lnTo>
                    <a:pt x="298600" y="431390"/>
                  </a:lnTo>
                  <a:lnTo>
                    <a:pt x="297941" y="431478"/>
                  </a:lnTo>
                  <a:lnTo>
                    <a:pt x="297291" y="431524"/>
                  </a:lnTo>
                  <a:lnTo>
                    <a:pt x="296589" y="431540"/>
                  </a:lnTo>
                  <a:lnTo>
                    <a:pt x="295771" y="431543"/>
                  </a:lnTo>
                  <a:lnTo>
                    <a:pt x="295985" y="430437"/>
                  </a:lnTo>
                  <a:lnTo>
                    <a:pt x="296205" y="429346"/>
                  </a:lnTo>
                  <a:lnTo>
                    <a:pt x="296435" y="428265"/>
                  </a:lnTo>
                  <a:lnTo>
                    <a:pt x="296676" y="427193"/>
                  </a:lnTo>
                  <a:lnTo>
                    <a:pt x="296929" y="426127"/>
                  </a:lnTo>
                  <a:lnTo>
                    <a:pt x="297197" y="425064"/>
                  </a:lnTo>
                  <a:lnTo>
                    <a:pt x="297482" y="424003"/>
                  </a:lnTo>
                  <a:lnTo>
                    <a:pt x="297786" y="422940"/>
                  </a:lnTo>
                  <a:lnTo>
                    <a:pt x="298110" y="421873"/>
                  </a:lnTo>
                  <a:lnTo>
                    <a:pt x="298457" y="420800"/>
                  </a:lnTo>
                  <a:lnTo>
                    <a:pt x="297976" y="420813"/>
                  </a:lnTo>
                  <a:lnTo>
                    <a:pt x="297128" y="420834"/>
                  </a:lnTo>
                  <a:lnTo>
                    <a:pt x="295185" y="420884"/>
                  </a:lnTo>
                  <a:lnTo>
                    <a:pt x="293494" y="420832"/>
                  </a:lnTo>
                  <a:lnTo>
                    <a:pt x="292400" y="420732"/>
                  </a:lnTo>
                  <a:lnTo>
                    <a:pt x="291673" y="420515"/>
                  </a:lnTo>
                  <a:lnTo>
                    <a:pt x="291083" y="420113"/>
                  </a:lnTo>
                  <a:lnTo>
                    <a:pt x="290400" y="419457"/>
                  </a:lnTo>
                  <a:lnTo>
                    <a:pt x="289329" y="419298"/>
                  </a:lnTo>
                  <a:lnTo>
                    <a:pt x="288257" y="419153"/>
                  </a:lnTo>
                  <a:lnTo>
                    <a:pt x="287182" y="419020"/>
                  </a:lnTo>
                  <a:lnTo>
                    <a:pt x="286106" y="418898"/>
                  </a:lnTo>
                  <a:lnTo>
                    <a:pt x="285028" y="418785"/>
                  </a:lnTo>
                  <a:lnTo>
                    <a:pt x="282822" y="418559"/>
                  </a:lnTo>
                  <a:lnTo>
                    <a:pt x="281299" y="418363"/>
                  </a:lnTo>
                  <a:lnTo>
                    <a:pt x="280273" y="418143"/>
                  </a:lnTo>
                  <a:lnTo>
                    <a:pt x="279558" y="417841"/>
                  </a:lnTo>
                  <a:lnTo>
                    <a:pt x="278967" y="417402"/>
                  </a:lnTo>
                  <a:lnTo>
                    <a:pt x="278314" y="416771"/>
                  </a:lnTo>
                  <a:lnTo>
                    <a:pt x="277186" y="416595"/>
                  </a:lnTo>
                  <a:lnTo>
                    <a:pt x="276059" y="416423"/>
                  </a:lnTo>
                  <a:lnTo>
                    <a:pt x="274932" y="416256"/>
                  </a:lnTo>
                  <a:lnTo>
                    <a:pt x="273806" y="416094"/>
                  </a:lnTo>
                  <a:lnTo>
                    <a:pt x="272679" y="415935"/>
                  </a:lnTo>
                  <a:lnTo>
                    <a:pt x="271551" y="415782"/>
                  </a:lnTo>
                  <a:lnTo>
                    <a:pt x="270422" y="415632"/>
                  </a:lnTo>
                  <a:lnTo>
                    <a:pt x="269292" y="415486"/>
                  </a:lnTo>
                  <a:lnTo>
                    <a:pt x="268159" y="415345"/>
                  </a:lnTo>
                  <a:lnTo>
                    <a:pt x="266723" y="415161"/>
                  </a:lnTo>
                  <a:lnTo>
                    <a:pt x="265266" y="414975"/>
                  </a:lnTo>
                  <a:lnTo>
                    <a:pt x="264084" y="414825"/>
                  </a:lnTo>
                  <a:lnTo>
                    <a:pt x="262902" y="414676"/>
                  </a:lnTo>
                  <a:lnTo>
                    <a:pt x="261719" y="414527"/>
                  </a:lnTo>
                  <a:lnTo>
                    <a:pt x="260536" y="414380"/>
                  </a:lnTo>
                  <a:lnTo>
                    <a:pt x="259354" y="414232"/>
                  </a:lnTo>
                  <a:lnTo>
                    <a:pt x="258171" y="414085"/>
                  </a:lnTo>
                  <a:lnTo>
                    <a:pt x="258171" y="412753"/>
                  </a:lnTo>
                  <a:lnTo>
                    <a:pt x="258171" y="411399"/>
                  </a:lnTo>
                  <a:lnTo>
                    <a:pt x="257616" y="411407"/>
                  </a:lnTo>
                  <a:lnTo>
                    <a:pt x="256639" y="411419"/>
                  </a:lnTo>
                  <a:lnTo>
                    <a:pt x="254400" y="411448"/>
                  </a:lnTo>
                  <a:lnTo>
                    <a:pt x="253193" y="411457"/>
                  </a:lnTo>
                  <a:lnTo>
                    <a:pt x="251981" y="411466"/>
                  </a:lnTo>
                  <a:lnTo>
                    <a:pt x="250761" y="411475"/>
                  </a:lnTo>
                  <a:lnTo>
                    <a:pt x="249526" y="411484"/>
                  </a:lnTo>
                  <a:lnTo>
                    <a:pt x="248322" y="411496"/>
                  </a:lnTo>
                  <a:lnTo>
                    <a:pt x="247113" y="411507"/>
                  </a:lnTo>
                  <a:lnTo>
                    <a:pt x="245895" y="411519"/>
                  </a:lnTo>
                  <a:lnTo>
                    <a:pt x="244664" y="411531"/>
                  </a:lnTo>
                  <a:lnTo>
                    <a:pt x="242725" y="411456"/>
                  </a:lnTo>
                  <a:lnTo>
                    <a:pt x="241481" y="411342"/>
                  </a:lnTo>
                  <a:lnTo>
                    <a:pt x="240676" y="411118"/>
                  </a:lnTo>
                  <a:lnTo>
                    <a:pt x="240057" y="410713"/>
                  </a:lnTo>
                  <a:lnTo>
                    <a:pt x="239370" y="410056"/>
                  </a:lnTo>
                  <a:lnTo>
                    <a:pt x="238296" y="409926"/>
                  </a:lnTo>
                  <a:lnTo>
                    <a:pt x="237223" y="409800"/>
                  </a:lnTo>
                  <a:lnTo>
                    <a:pt x="236150" y="409676"/>
                  </a:lnTo>
                  <a:lnTo>
                    <a:pt x="235076" y="409555"/>
                  </a:lnTo>
                  <a:lnTo>
                    <a:pt x="234003" y="409437"/>
                  </a:lnTo>
                  <a:lnTo>
                    <a:pt x="232929" y="409322"/>
                  </a:lnTo>
                  <a:lnTo>
                    <a:pt x="231855" y="409209"/>
                  </a:lnTo>
                  <a:lnTo>
                    <a:pt x="230780" y="409098"/>
                  </a:lnTo>
                  <a:lnTo>
                    <a:pt x="229704" y="408990"/>
                  </a:lnTo>
                  <a:lnTo>
                    <a:pt x="228627" y="408883"/>
                  </a:lnTo>
                  <a:lnTo>
                    <a:pt x="227542" y="408762"/>
                  </a:lnTo>
                  <a:lnTo>
                    <a:pt x="226467" y="408638"/>
                  </a:lnTo>
                  <a:lnTo>
                    <a:pt x="225400" y="408509"/>
                  </a:lnTo>
                  <a:lnTo>
                    <a:pt x="224341" y="408375"/>
                  </a:lnTo>
                  <a:lnTo>
                    <a:pt x="223290" y="408233"/>
                  </a:lnTo>
                  <a:lnTo>
                    <a:pt x="222247" y="408084"/>
                  </a:lnTo>
                  <a:lnTo>
                    <a:pt x="221212" y="407927"/>
                  </a:lnTo>
                  <a:lnTo>
                    <a:pt x="220184" y="407761"/>
                  </a:lnTo>
                  <a:lnTo>
                    <a:pt x="219163" y="407584"/>
                  </a:lnTo>
                  <a:lnTo>
                    <a:pt x="218148" y="407396"/>
                  </a:lnTo>
                  <a:lnTo>
                    <a:pt x="217140" y="407196"/>
                  </a:lnTo>
                  <a:lnTo>
                    <a:pt x="216138" y="406983"/>
                  </a:lnTo>
                  <a:lnTo>
                    <a:pt x="215142" y="406756"/>
                  </a:lnTo>
                  <a:lnTo>
                    <a:pt x="214151" y="406515"/>
                  </a:lnTo>
                  <a:lnTo>
                    <a:pt x="213165" y="406257"/>
                  </a:lnTo>
                  <a:lnTo>
                    <a:pt x="212185" y="405983"/>
                  </a:lnTo>
                  <a:lnTo>
                    <a:pt x="211209" y="405691"/>
                  </a:lnTo>
                  <a:lnTo>
                    <a:pt x="210237" y="405381"/>
                  </a:lnTo>
                  <a:lnTo>
                    <a:pt x="209269" y="405052"/>
                  </a:lnTo>
                  <a:lnTo>
                    <a:pt x="208306" y="404702"/>
                  </a:lnTo>
                  <a:lnTo>
                    <a:pt x="207345" y="404331"/>
                  </a:lnTo>
                  <a:lnTo>
                    <a:pt x="206388" y="403938"/>
                  </a:lnTo>
                  <a:lnTo>
                    <a:pt x="205434" y="403522"/>
                  </a:lnTo>
                  <a:lnTo>
                    <a:pt x="204483" y="403082"/>
                  </a:lnTo>
                  <a:lnTo>
                    <a:pt x="203534" y="402617"/>
                  </a:lnTo>
                  <a:lnTo>
                    <a:pt x="202587" y="402126"/>
                  </a:lnTo>
                  <a:lnTo>
                    <a:pt x="201641" y="401608"/>
                  </a:lnTo>
                  <a:lnTo>
                    <a:pt x="200698" y="401063"/>
                  </a:lnTo>
                  <a:lnTo>
                    <a:pt x="199755" y="400490"/>
                  </a:lnTo>
                  <a:lnTo>
                    <a:pt x="198695" y="399942"/>
                  </a:lnTo>
                  <a:lnTo>
                    <a:pt x="197674" y="399455"/>
                  </a:lnTo>
                  <a:lnTo>
                    <a:pt x="196682" y="399025"/>
                  </a:lnTo>
                  <a:lnTo>
                    <a:pt x="195713" y="398647"/>
                  </a:lnTo>
                  <a:lnTo>
                    <a:pt x="194759" y="398318"/>
                  </a:lnTo>
                  <a:lnTo>
                    <a:pt x="193811" y="398034"/>
                  </a:lnTo>
                  <a:lnTo>
                    <a:pt x="192863" y="397790"/>
                  </a:lnTo>
                  <a:lnTo>
                    <a:pt x="191905" y="397582"/>
                  </a:lnTo>
                  <a:lnTo>
                    <a:pt x="190932" y="397406"/>
                  </a:lnTo>
                  <a:lnTo>
                    <a:pt x="189934" y="397258"/>
                  </a:lnTo>
                  <a:lnTo>
                    <a:pt x="188904" y="397134"/>
                  </a:lnTo>
                  <a:lnTo>
                    <a:pt x="187835" y="397029"/>
                  </a:lnTo>
                  <a:lnTo>
                    <a:pt x="186717" y="396941"/>
                  </a:lnTo>
                  <a:lnTo>
                    <a:pt x="185545" y="396864"/>
                  </a:lnTo>
                  <a:lnTo>
                    <a:pt x="184266" y="396738"/>
                  </a:lnTo>
                  <a:lnTo>
                    <a:pt x="183354" y="396593"/>
                  </a:lnTo>
                  <a:lnTo>
                    <a:pt x="182554" y="396353"/>
                  </a:lnTo>
                  <a:lnTo>
                    <a:pt x="181615" y="395942"/>
                  </a:lnTo>
                  <a:lnTo>
                    <a:pt x="180283" y="395285"/>
                  </a:lnTo>
                  <a:lnTo>
                    <a:pt x="180283" y="394221"/>
                  </a:lnTo>
                  <a:lnTo>
                    <a:pt x="180283" y="393155"/>
                  </a:lnTo>
                  <a:lnTo>
                    <a:pt x="180283" y="392083"/>
                  </a:lnTo>
                  <a:lnTo>
                    <a:pt x="180283" y="391004"/>
                  </a:lnTo>
                  <a:lnTo>
                    <a:pt x="180283" y="389913"/>
                  </a:lnTo>
                  <a:lnTo>
                    <a:pt x="179009" y="389775"/>
                  </a:lnTo>
                  <a:lnTo>
                    <a:pt x="177725" y="389635"/>
                  </a:lnTo>
                  <a:lnTo>
                    <a:pt x="176424" y="389494"/>
                  </a:lnTo>
                  <a:lnTo>
                    <a:pt x="175033" y="389181"/>
                  </a:lnTo>
                  <a:lnTo>
                    <a:pt x="173955" y="388897"/>
                  </a:lnTo>
                  <a:lnTo>
                    <a:pt x="173109" y="388583"/>
                  </a:lnTo>
                  <a:lnTo>
                    <a:pt x="172415" y="388182"/>
                  </a:lnTo>
                  <a:lnTo>
                    <a:pt x="171792" y="387636"/>
                  </a:lnTo>
                  <a:lnTo>
                    <a:pt x="171159" y="386885"/>
                  </a:lnTo>
                  <a:lnTo>
                    <a:pt x="170435" y="385873"/>
                  </a:lnTo>
                  <a:lnTo>
                    <a:pt x="169540" y="384542"/>
                  </a:lnTo>
                  <a:lnTo>
                    <a:pt x="169103" y="384406"/>
                  </a:lnTo>
                  <a:lnTo>
                    <a:pt x="168538" y="384229"/>
                  </a:lnTo>
                  <a:lnTo>
                    <a:pt x="167467" y="383895"/>
                  </a:lnTo>
                  <a:lnTo>
                    <a:pt x="165512" y="383283"/>
                  </a:lnTo>
                  <a:lnTo>
                    <a:pt x="164076" y="382742"/>
                  </a:lnTo>
                  <a:lnTo>
                    <a:pt x="162955" y="382236"/>
                  </a:lnTo>
                  <a:lnTo>
                    <a:pt x="162087" y="381727"/>
                  </a:lnTo>
                  <a:lnTo>
                    <a:pt x="161413" y="381177"/>
                  </a:lnTo>
                  <a:lnTo>
                    <a:pt x="160870" y="380548"/>
                  </a:lnTo>
                  <a:lnTo>
                    <a:pt x="160398" y="379802"/>
                  </a:lnTo>
                  <a:lnTo>
                    <a:pt x="159936" y="378902"/>
                  </a:lnTo>
                  <a:lnTo>
                    <a:pt x="159423" y="377808"/>
                  </a:lnTo>
                  <a:lnTo>
                    <a:pt x="158797" y="376484"/>
                  </a:lnTo>
                  <a:lnTo>
                    <a:pt x="157739" y="375469"/>
                  </a:lnTo>
                  <a:lnTo>
                    <a:pt x="156975" y="374756"/>
                  </a:lnTo>
                  <a:lnTo>
                    <a:pt x="156286" y="374156"/>
                  </a:lnTo>
                  <a:lnTo>
                    <a:pt x="155456" y="373481"/>
                  </a:lnTo>
                  <a:lnTo>
                    <a:pt x="154266" y="372540"/>
                  </a:lnTo>
                  <a:lnTo>
                    <a:pt x="153423" y="371834"/>
                  </a:lnTo>
                  <a:lnTo>
                    <a:pt x="152607" y="371120"/>
                  </a:lnTo>
                  <a:lnTo>
                    <a:pt x="151816" y="370399"/>
                  </a:lnTo>
                  <a:lnTo>
                    <a:pt x="151048" y="369670"/>
                  </a:lnTo>
                  <a:lnTo>
                    <a:pt x="150299" y="368931"/>
                  </a:lnTo>
                  <a:lnTo>
                    <a:pt x="149567" y="368182"/>
                  </a:lnTo>
                  <a:lnTo>
                    <a:pt x="148850" y="367422"/>
                  </a:lnTo>
                  <a:lnTo>
                    <a:pt x="148145" y="366649"/>
                  </a:lnTo>
                  <a:lnTo>
                    <a:pt x="147449" y="365864"/>
                  </a:lnTo>
                  <a:lnTo>
                    <a:pt x="146761" y="365065"/>
                  </a:lnTo>
                  <a:lnTo>
                    <a:pt x="146077" y="364251"/>
                  </a:lnTo>
                  <a:lnTo>
                    <a:pt x="145395" y="363422"/>
                  </a:lnTo>
                  <a:lnTo>
                    <a:pt x="144712" y="362576"/>
                  </a:lnTo>
                  <a:lnTo>
                    <a:pt x="144026" y="361713"/>
                  </a:lnTo>
                  <a:lnTo>
                    <a:pt x="143132" y="361069"/>
                  </a:lnTo>
                  <a:lnTo>
                    <a:pt x="142236" y="360422"/>
                  </a:lnTo>
                  <a:lnTo>
                    <a:pt x="141332" y="359771"/>
                  </a:lnTo>
                  <a:lnTo>
                    <a:pt x="140417" y="359112"/>
                  </a:lnTo>
                  <a:lnTo>
                    <a:pt x="139447" y="358194"/>
                  </a:lnTo>
                  <a:lnTo>
                    <a:pt x="138641" y="357316"/>
                  </a:lnTo>
                  <a:lnTo>
                    <a:pt x="137982" y="356462"/>
                  </a:lnTo>
                  <a:lnTo>
                    <a:pt x="137454" y="355611"/>
                  </a:lnTo>
                  <a:lnTo>
                    <a:pt x="137038" y="354747"/>
                  </a:lnTo>
                  <a:lnTo>
                    <a:pt x="136719" y="353853"/>
                  </a:lnTo>
                  <a:lnTo>
                    <a:pt x="136479" y="352909"/>
                  </a:lnTo>
                  <a:lnTo>
                    <a:pt x="136301" y="351898"/>
                  </a:lnTo>
                  <a:lnTo>
                    <a:pt x="136168" y="350802"/>
                  </a:lnTo>
                  <a:lnTo>
                    <a:pt x="136063" y="349603"/>
                  </a:lnTo>
                  <a:lnTo>
                    <a:pt x="135968" y="348284"/>
                  </a:lnTo>
                  <a:lnTo>
                    <a:pt x="135358" y="348189"/>
                  </a:lnTo>
                  <a:lnTo>
                    <a:pt x="133513" y="347901"/>
                  </a:lnTo>
                  <a:lnTo>
                    <a:pt x="132286" y="347450"/>
                  </a:lnTo>
                  <a:lnTo>
                    <a:pt x="131261" y="346968"/>
                  </a:lnTo>
                  <a:lnTo>
                    <a:pt x="130396" y="346435"/>
                  </a:lnTo>
                  <a:lnTo>
                    <a:pt x="129646" y="345831"/>
                  </a:lnTo>
                  <a:lnTo>
                    <a:pt x="128966" y="345138"/>
                  </a:lnTo>
                  <a:lnTo>
                    <a:pt x="128312" y="344336"/>
                  </a:lnTo>
                  <a:lnTo>
                    <a:pt x="127640" y="343405"/>
                  </a:lnTo>
                  <a:lnTo>
                    <a:pt x="126904" y="342326"/>
                  </a:lnTo>
                  <a:lnTo>
                    <a:pt x="126041" y="341079"/>
                  </a:lnTo>
                  <a:lnTo>
                    <a:pt x="125163" y="339813"/>
                  </a:lnTo>
                  <a:lnTo>
                    <a:pt x="124538" y="338683"/>
                  </a:lnTo>
                  <a:lnTo>
                    <a:pt x="124159" y="337860"/>
                  </a:lnTo>
                  <a:lnTo>
                    <a:pt x="123964" y="337106"/>
                  </a:lnTo>
                  <a:lnTo>
                    <a:pt x="123893" y="336184"/>
                  </a:lnTo>
                  <a:lnTo>
                    <a:pt x="123882" y="334855"/>
                  </a:lnTo>
                  <a:lnTo>
                    <a:pt x="122551" y="334855"/>
                  </a:lnTo>
                  <a:lnTo>
                    <a:pt x="121197" y="334855"/>
                  </a:lnTo>
                  <a:lnTo>
                    <a:pt x="120547" y="333841"/>
                  </a:lnTo>
                  <a:lnTo>
                    <a:pt x="119960" y="332841"/>
                  </a:lnTo>
                  <a:lnTo>
                    <a:pt x="119428" y="331852"/>
                  </a:lnTo>
                  <a:lnTo>
                    <a:pt x="118946" y="330869"/>
                  </a:lnTo>
                  <a:lnTo>
                    <a:pt x="118507" y="329885"/>
                  </a:lnTo>
                  <a:lnTo>
                    <a:pt x="118106" y="328897"/>
                  </a:lnTo>
                  <a:lnTo>
                    <a:pt x="117735" y="327898"/>
                  </a:lnTo>
                  <a:lnTo>
                    <a:pt x="117390" y="326885"/>
                  </a:lnTo>
                  <a:lnTo>
                    <a:pt x="117064" y="325853"/>
                  </a:lnTo>
                  <a:lnTo>
                    <a:pt x="116751" y="324796"/>
                  </a:lnTo>
                  <a:lnTo>
                    <a:pt x="116444" y="323709"/>
                  </a:lnTo>
                  <a:lnTo>
                    <a:pt x="116137" y="322587"/>
                  </a:lnTo>
                  <a:lnTo>
                    <a:pt x="115825" y="321426"/>
                  </a:lnTo>
                  <a:lnTo>
                    <a:pt x="115493" y="320428"/>
                  </a:lnTo>
                  <a:lnTo>
                    <a:pt x="115159" y="319427"/>
                  </a:lnTo>
                  <a:lnTo>
                    <a:pt x="114823" y="318418"/>
                  </a:lnTo>
                  <a:lnTo>
                    <a:pt x="114482" y="317398"/>
                  </a:lnTo>
                  <a:lnTo>
                    <a:pt x="113150" y="317398"/>
                  </a:lnTo>
                  <a:lnTo>
                    <a:pt x="111796" y="317398"/>
                  </a:lnTo>
                  <a:lnTo>
                    <a:pt x="111430" y="316279"/>
                  </a:lnTo>
                  <a:lnTo>
                    <a:pt x="111058" y="315143"/>
                  </a:lnTo>
                  <a:lnTo>
                    <a:pt x="110550" y="313680"/>
                  </a:lnTo>
                  <a:lnTo>
                    <a:pt x="110035" y="312195"/>
                  </a:lnTo>
                  <a:lnTo>
                    <a:pt x="109543" y="310742"/>
                  </a:lnTo>
                  <a:lnTo>
                    <a:pt x="109043" y="309268"/>
                  </a:lnTo>
                  <a:lnTo>
                    <a:pt x="108559" y="308292"/>
                  </a:lnTo>
                  <a:lnTo>
                    <a:pt x="108139" y="307544"/>
                  </a:lnTo>
                  <a:lnTo>
                    <a:pt x="107689" y="306931"/>
                  </a:lnTo>
                  <a:lnTo>
                    <a:pt x="107116" y="306359"/>
                  </a:lnTo>
                  <a:lnTo>
                    <a:pt x="106329" y="305737"/>
                  </a:lnTo>
                  <a:lnTo>
                    <a:pt x="105234" y="304971"/>
                  </a:lnTo>
                  <a:lnTo>
                    <a:pt x="103739" y="303969"/>
                  </a:lnTo>
                  <a:lnTo>
                    <a:pt x="103279" y="302764"/>
                  </a:lnTo>
                  <a:lnTo>
                    <a:pt x="102971" y="301892"/>
                  </a:lnTo>
                  <a:lnTo>
                    <a:pt x="102741" y="301101"/>
                  </a:lnTo>
                  <a:lnTo>
                    <a:pt x="102518" y="300142"/>
                  </a:lnTo>
                  <a:lnTo>
                    <a:pt x="102230" y="298766"/>
                  </a:lnTo>
                  <a:lnTo>
                    <a:pt x="101933" y="297396"/>
                  </a:lnTo>
                  <a:lnTo>
                    <a:pt x="101631" y="296007"/>
                  </a:lnTo>
                  <a:lnTo>
                    <a:pt x="101487" y="295315"/>
                  </a:lnTo>
                  <a:lnTo>
                    <a:pt x="101053" y="293226"/>
                  </a:lnTo>
                  <a:lnTo>
                    <a:pt x="100789" y="292151"/>
                  </a:lnTo>
                  <a:lnTo>
                    <a:pt x="100523" y="291076"/>
                  </a:lnTo>
                  <a:lnTo>
                    <a:pt x="100254" y="290002"/>
                  </a:lnTo>
                  <a:lnTo>
                    <a:pt x="99984" y="288928"/>
                  </a:lnTo>
                  <a:lnTo>
                    <a:pt x="99710" y="287854"/>
                  </a:lnTo>
                  <a:lnTo>
                    <a:pt x="98379" y="287854"/>
                  </a:lnTo>
                  <a:lnTo>
                    <a:pt x="97025" y="287854"/>
                  </a:lnTo>
                  <a:lnTo>
                    <a:pt x="97025" y="286820"/>
                  </a:lnTo>
                  <a:lnTo>
                    <a:pt x="97025" y="285785"/>
                  </a:lnTo>
                  <a:lnTo>
                    <a:pt x="97025" y="284749"/>
                  </a:lnTo>
                  <a:lnTo>
                    <a:pt x="97025" y="283710"/>
                  </a:lnTo>
                  <a:lnTo>
                    <a:pt x="97025" y="282668"/>
                  </a:lnTo>
                  <a:lnTo>
                    <a:pt x="97025" y="281622"/>
                  </a:lnTo>
                  <a:lnTo>
                    <a:pt x="97025" y="280572"/>
                  </a:lnTo>
                  <a:lnTo>
                    <a:pt x="97025" y="279516"/>
                  </a:lnTo>
                  <a:lnTo>
                    <a:pt x="97025" y="278454"/>
                  </a:lnTo>
                  <a:lnTo>
                    <a:pt x="95693" y="278454"/>
                  </a:lnTo>
                  <a:lnTo>
                    <a:pt x="94339" y="278454"/>
                  </a:lnTo>
                  <a:lnTo>
                    <a:pt x="93885" y="277456"/>
                  </a:lnTo>
                  <a:lnTo>
                    <a:pt x="93508" y="276439"/>
                  </a:lnTo>
                  <a:lnTo>
                    <a:pt x="93198" y="275406"/>
                  </a:lnTo>
                  <a:lnTo>
                    <a:pt x="92950" y="274359"/>
                  </a:lnTo>
                  <a:lnTo>
                    <a:pt x="92755" y="273299"/>
                  </a:lnTo>
                  <a:lnTo>
                    <a:pt x="92606" y="272227"/>
                  </a:lnTo>
                  <a:lnTo>
                    <a:pt x="92495" y="271147"/>
                  </a:lnTo>
                  <a:lnTo>
                    <a:pt x="92415" y="270059"/>
                  </a:lnTo>
                  <a:lnTo>
                    <a:pt x="92359" y="268965"/>
                  </a:lnTo>
                  <a:lnTo>
                    <a:pt x="92318" y="267868"/>
                  </a:lnTo>
                  <a:lnTo>
                    <a:pt x="92285" y="266769"/>
                  </a:lnTo>
                  <a:lnTo>
                    <a:pt x="92253" y="265670"/>
                  </a:lnTo>
                  <a:lnTo>
                    <a:pt x="92215" y="264572"/>
                  </a:lnTo>
                  <a:lnTo>
                    <a:pt x="92162" y="263478"/>
                  </a:lnTo>
                  <a:lnTo>
                    <a:pt x="91989" y="262208"/>
                  </a:lnTo>
                  <a:lnTo>
                    <a:pt x="91826" y="261204"/>
                  </a:lnTo>
                  <a:lnTo>
                    <a:pt x="91636" y="260375"/>
                  </a:lnTo>
                  <a:lnTo>
                    <a:pt x="91381" y="259628"/>
                  </a:lnTo>
                  <a:lnTo>
                    <a:pt x="91024" y="258872"/>
                  </a:lnTo>
                  <a:lnTo>
                    <a:pt x="90528" y="258014"/>
                  </a:lnTo>
                  <a:lnTo>
                    <a:pt x="89855" y="256962"/>
                  </a:lnTo>
                  <a:lnTo>
                    <a:pt x="88967" y="255625"/>
                  </a:lnTo>
                  <a:lnTo>
                    <a:pt x="88789" y="254248"/>
                  </a:lnTo>
                  <a:lnTo>
                    <a:pt x="88679" y="253248"/>
                  </a:lnTo>
                  <a:lnTo>
                    <a:pt x="88618" y="252339"/>
                  </a:lnTo>
                  <a:lnTo>
                    <a:pt x="88585" y="251233"/>
                  </a:lnTo>
                  <a:lnTo>
                    <a:pt x="88562" y="249642"/>
                  </a:lnTo>
                  <a:lnTo>
                    <a:pt x="88539" y="248436"/>
                  </a:lnTo>
                  <a:lnTo>
                    <a:pt x="88516" y="247221"/>
                  </a:lnTo>
                  <a:lnTo>
                    <a:pt x="88493" y="245990"/>
                  </a:lnTo>
                  <a:lnTo>
                    <a:pt x="88482" y="244692"/>
                  </a:lnTo>
                  <a:lnTo>
                    <a:pt x="88471" y="243385"/>
                  </a:lnTo>
                  <a:lnTo>
                    <a:pt x="88460" y="242060"/>
                  </a:lnTo>
                  <a:lnTo>
                    <a:pt x="88437" y="240727"/>
                  </a:lnTo>
                  <a:lnTo>
                    <a:pt x="88414" y="239384"/>
                  </a:lnTo>
                  <a:lnTo>
                    <a:pt x="88390" y="238022"/>
                  </a:lnTo>
                  <a:lnTo>
                    <a:pt x="88372" y="236958"/>
                  </a:lnTo>
                  <a:lnTo>
                    <a:pt x="88356" y="235893"/>
                  </a:lnTo>
                  <a:lnTo>
                    <a:pt x="88340" y="234828"/>
                  </a:lnTo>
                  <a:lnTo>
                    <a:pt x="88324" y="233763"/>
                  </a:lnTo>
                  <a:lnTo>
                    <a:pt x="88309" y="232698"/>
                  </a:lnTo>
                  <a:lnTo>
                    <a:pt x="88294" y="231633"/>
                  </a:lnTo>
                  <a:lnTo>
                    <a:pt x="88280" y="230568"/>
                  </a:lnTo>
                  <a:lnTo>
                    <a:pt x="88266" y="229503"/>
                  </a:lnTo>
                  <a:lnTo>
                    <a:pt x="88252" y="228438"/>
                  </a:lnTo>
                  <a:lnTo>
                    <a:pt x="88239" y="227373"/>
                  </a:lnTo>
                  <a:lnTo>
                    <a:pt x="88226" y="226308"/>
                  </a:lnTo>
                  <a:lnTo>
                    <a:pt x="88213" y="225244"/>
                  </a:lnTo>
                  <a:lnTo>
                    <a:pt x="88198" y="224176"/>
                  </a:lnTo>
                  <a:lnTo>
                    <a:pt x="88183" y="223108"/>
                  </a:lnTo>
                  <a:lnTo>
                    <a:pt x="88168" y="222041"/>
                  </a:lnTo>
                  <a:lnTo>
                    <a:pt x="88152" y="220974"/>
                  </a:lnTo>
                  <a:lnTo>
                    <a:pt x="88137" y="219906"/>
                  </a:lnTo>
                  <a:lnTo>
                    <a:pt x="88121" y="218839"/>
                  </a:lnTo>
                  <a:lnTo>
                    <a:pt x="88105" y="217771"/>
                  </a:lnTo>
                  <a:lnTo>
                    <a:pt x="88088" y="216704"/>
                  </a:lnTo>
                  <a:lnTo>
                    <a:pt x="88072" y="215636"/>
                  </a:lnTo>
                  <a:lnTo>
                    <a:pt x="88055" y="214569"/>
                  </a:lnTo>
                  <a:lnTo>
                    <a:pt x="88038" y="213501"/>
                  </a:lnTo>
                  <a:lnTo>
                    <a:pt x="88021" y="212434"/>
                  </a:lnTo>
                  <a:lnTo>
                    <a:pt x="88003" y="211295"/>
                  </a:lnTo>
                  <a:lnTo>
                    <a:pt x="87985" y="210156"/>
                  </a:lnTo>
                  <a:lnTo>
                    <a:pt x="87969" y="209016"/>
                  </a:lnTo>
                  <a:lnTo>
                    <a:pt x="87954" y="207877"/>
                  </a:lnTo>
                  <a:lnTo>
                    <a:pt x="87939" y="206737"/>
                  </a:lnTo>
                  <a:lnTo>
                    <a:pt x="87926" y="205598"/>
                  </a:lnTo>
                  <a:lnTo>
                    <a:pt x="87913" y="204458"/>
                  </a:lnTo>
                  <a:lnTo>
                    <a:pt x="87895" y="203260"/>
                  </a:lnTo>
                  <a:lnTo>
                    <a:pt x="87877" y="202054"/>
                  </a:lnTo>
                  <a:lnTo>
                    <a:pt x="87858" y="200831"/>
                  </a:lnTo>
                  <a:lnTo>
                    <a:pt x="87846" y="199772"/>
                  </a:lnTo>
                  <a:lnTo>
                    <a:pt x="87833" y="198705"/>
                  </a:lnTo>
                  <a:lnTo>
                    <a:pt x="87819" y="197624"/>
                  </a:lnTo>
                  <a:lnTo>
                    <a:pt x="87686" y="196199"/>
                  </a:lnTo>
                  <a:lnTo>
                    <a:pt x="87481" y="195331"/>
                  </a:lnTo>
                  <a:lnTo>
                    <a:pt x="87061" y="194667"/>
                  </a:lnTo>
                  <a:lnTo>
                    <a:pt x="86282" y="193852"/>
                  </a:lnTo>
                  <a:lnTo>
                    <a:pt x="86222" y="192707"/>
                  </a:lnTo>
                  <a:lnTo>
                    <a:pt x="86177" y="191560"/>
                  </a:lnTo>
                  <a:lnTo>
                    <a:pt x="86145" y="190413"/>
                  </a:lnTo>
                  <a:lnTo>
                    <a:pt x="86125" y="189266"/>
                  </a:lnTo>
                  <a:lnTo>
                    <a:pt x="86116" y="188119"/>
                  </a:lnTo>
                  <a:lnTo>
                    <a:pt x="86115" y="186971"/>
                  </a:lnTo>
                  <a:lnTo>
                    <a:pt x="86113" y="186414"/>
                  </a:lnTo>
                  <a:lnTo>
                    <a:pt x="86110" y="185432"/>
                  </a:lnTo>
                  <a:lnTo>
                    <a:pt x="86104" y="183183"/>
                  </a:lnTo>
                  <a:lnTo>
                    <a:pt x="86164" y="181821"/>
                  </a:lnTo>
                  <a:lnTo>
                    <a:pt x="86217" y="180745"/>
                  </a:lnTo>
                  <a:lnTo>
                    <a:pt x="86274" y="179859"/>
                  </a:lnTo>
                  <a:lnTo>
                    <a:pt x="86345" y="179065"/>
                  </a:lnTo>
                  <a:lnTo>
                    <a:pt x="86438" y="178265"/>
                  </a:lnTo>
                  <a:lnTo>
                    <a:pt x="86566" y="177361"/>
                  </a:lnTo>
                  <a:lnTo>
                    <a:pt x="86737" y="176257"/>
                  </a:lnTo>
                  <a:lnTo>
                    <a:pt x="86962" y="174853"/>
                  </a:lnTo>
                  <a:lnTo>
                    <a:pt x="87091" y="173792"/>
                  </a:lnTo>
                  <a:lnTo>
                    <a:pt x="87205" y="172735"/>
                  </a:lnTo>
                  <a:lnTo>
                    <a:pt x="87305" y="171683"/>
                  </a:lnTo>
                  <a:lnTo>
                    <a:pt x="87391" y="170634"/>
                  </a:lnTo>
                  <a:lnTo>
                    <a:pt x="87464" y="169587"/>
                  </a:lnTo>
                  <a:lnTo>
                    <a:pt x="87526" y="168543"/>
                  </a:lnTo>
                  <a:lnTo>
                    <a:pt x="87577" y="167500"/>
                  </a:lnTo>
                  <a:lnTo>
                    <a:pt x="87617" y="166457"/>
                  </a:lnTo>
                  <a:lnTo>
                    <a:pt x="87648" y="165414"/>
                  </a:lnTo>
                  <a:lnTo>
                    <a:pt x="87670" y="164369"/>
                  </a:lnTo>
                  <a:lnTo>
                    <a:pt x="87684" y="163323"/>
                  </a:lnTo>
                  <a:lnTo>
                    <a:pt x="87691" y="162274"/>
                  </a:lnTo>
                  <a:lnTo>
                    <a:pt x="87691" y="161222"/>
                  </a:lnTo>
                  <a:lnTo>
                    <a:pt x="87686" y="160165"/>
                  </a:lnTo>
                  <a:lnTo>
                    <a:pt x="87676" y="159104"/>
                  </a:lnTo>
                  <a:lnTo>
                    <a:pt x="87662" y="158036"/>
                  </a:lnTo>
                  <a:lnTo>
                    <a:pt x="87653" y="156928"/>
                  </a:lnTo>
                  <a:lnTo>
                    <a:pt x="87645" y="155821"/>
                  </a:lnTo>
                  <a:lnTo>
                    <a:pt x="87637" y="154713"/>
                  </a:lnTo>
                  <a:lnTo>
                    <a:pt x="87629" y="153605"/>
                  </a:lnTo>
                  <a:lnTo>
                    <a:pt x="87620" y="152497"/>
                  </a:lnTo>
                  <a:lnTo>
                    <a:pt x="87612" y="151389"/>
                  </a:lnTo>
                  <a:lnTo>
                    <a:pt x="87601" y="150236"/>
                  </a:lnTo>
                  <a:lnTo>
                    <a:pt x="87589" y="149083"/>
                  </a:lnTo>
                  <a:lnTo>
                    <a:pt x="87577" y="147930"/>
                  </a:lnTo>
                  <a:lnTo>
                    <a:pt x="87565" y="146777"/>
                  </a:lnTo>
                  <a:lnTo>
                    <a:pt x="87552" y="145623"/>
                  </a:lnTo>
                  <a:lnTo>
                    <a:pt x="87539" y="144470"/>
                  </a:lnTo>
                  <a:lnTo>
                    <a:pt x="87525" y="143317"/>
                  </a:lnTo>
                  <a:lnTo>
                    <a:pt x="87511" y="142163"/>
                  </a:lnTo>
                  <a:lnTo>
                    <a:pt x="87497" y="141010"/>
                  </a:lnTo>
                  <a:lnTo>
                    <a:pt x="87484" y="139889"/>
                  </a:lnTo>
                  <a:lnTo>
                    <a:pt x="87472" y="138769"/>
                  </a:lnTo>
                  <a:lnTo>
                    <a:pt x="87461" y="137649"/>
                  </a:lnTo>
                  <a:lnTo>
                    <a:pt x="87451" y="136528"/>
                  </a:lnTo>
                  <a:lnTo>
                    <a:pt x="87442" y="135408"/>
                  </a:lnTo>
                  <a:lnTo>
                    <a:pt x="87433" y="134287"/>
                  </a:lnTo>
                  <a:lnTo>
                    <a:pt x="87425" y="133167"/>
                  </a:lnTo>
                  <a:lnTo>
                    <a:pt x="87417" y="132047"/>
                  </a:lnTo>
                  <a:lnTo>
                    <a:pt x="87410" y="130926"/>
                  </a:lnTo>
                  <a:lnTo>
                    <a:pt x="87402" y="130464"/>
                  </a:lnTo>
                  <a:lnTo>
                    <a:pt x="87388" y="129650"/>
                  </a:lnTo>
                  <a:lnTo>
                    <a:pt x="87356" y="127785"/>
                  </a:lnTo>
                  <a:lnTo>
                    <a:pt x="87353" y="126452"/>
                  </a:lnTo>
                  <a:lnTo>
                    <a:pt x="87368" y="125237"/>
                  </a:lnTo>
                  <a:lnTo>
                    <a:pt x="87411" y="124117"/>
                  </a:lnTo>
                  <a:lnTo>
                    <a:pt x="87496" y="123071"/>
                  </a:lnTo>
                  <a:lnTo>
                    <a:pt x="87636" y="122077"/>
                  </a:lnTo>
                  <a:lnTo>
                    <a:pt x="87842" y="121113"/>
                  </a:lnTo>
                  <a:lnTo>
                    <a:pt x="88127" y="120156"/>
                  </a:lnTo>
                  <a:lnTo>
                    <a:pt x="88504" y="119185"/>
                  </a:lnTo>
                  <a:lnTo>
                    <a:pt x="88985" y="118177"/>
                  </a:lnTo>
                  <a:lnTo>
                    <a:pt x="89583" y="117111"/>
                  </a:lnTo>
                  <a:lnTo>
                    <a:pt x="90310" y="115965"/>
                  </a:lnTo>
                  <a:lnTo>
                    <a:pt x="91643" y="115965"/>
                  </a:lnTo>
                  <a:lnTo>
                    <a:pt x="92996" y="115965"/>
                  </a:lnTo>
                  <a:lnTo>
                    <a:pt x="92919" y="114762"/>
                  </a:lnTo>
                  <a:lnTo>
                    <a:pt x="92838" y="113559"/>
                  </a:lnTo>
                  <a:lnTo>
                    <a:pt x="92755" y="112356"/>
                  </a:lnTo>
                  <a:lnTo>
                    <a:pt x="92670" y="111154"/>
                  </a:lnTo>
                  <a:lnTo>
                    <a:pt x="92582" y="109951"/>
                  </a:lnTo>
                  <a:lnTo>
                    <a:pt x="92494" y="108748"/>
                  </a:lnTo>
                  <a:lnTo>
                    <a:pt x="92452" y="108151"/>
                  </a:lnTo>
                  <a:lnTo>
                    <a:pt x="92378" y="107099"/>
                  </a:lnTo>
                  <a:lnTo>
                    <a:pt x="92210" y="104688"/>
                  </a:lnTo>
                  <a:lnTo>
                    <a:pt x="91963" y="103203"/>
                  </a:lnTo>
                  <a:lnTo>
                    <a:pt x="91719" y="102129"/>
                  </a:lnTo>
                  <a:lnTo>
                    <a:pt x="91387" y="101294"/>
                  </a:lnTo>
                  <a:lnTo>
                    <a:pt x="90878" y="100527"/>
                  </a:lnTo>
                  <a:lnTo>
                    <a:pt x="90101" y="99655"/>
                  </a:lnTo>
                  <a:lnTo>
                    <a:pt x="88967" y="98508"/>
                  </a:lnTo>
                  <a:lnTo>
                    <a:pt x="88762" y="97412"/>
                  </a:lnTo>
                  <a:lnTo>
                    <a:pt x="88567" y="96322"/>
                  </a:lnTo>
                  <a:lnTo>
                    <a:pt x="88381" y="95236"/>
                  </a:lnTo>
                  <a:lnTo>
                    <a:pt x="88206" y="94151"/>
                  </a:lnTo>
                  <a:lnTo>
                    <a:pt x="88039" y="93067"/>
                  </a:lnTo>
                  <a:lnTo>
                    <a:pt x="87881" y="91980"/>
                  </a:lnTo>
                  <a:lnTo>
                    <a:pt x="87732" y="90890"/>
                  </a:lnTo>
                  <a:lnTo>
                    <a:pt x="87591" y="89793"/>
                  </a:lnTo>
                  <a:lnTo>
                    <a:pt x="87458" y="88688"/>
                  </a:lnTo>
                  <a:lnTo>
                    <a:pt x="87370" y="88016"/>
                  </a:lnTo>
                  <a:lnTo>
                    <a:pt x="87106" y="85984"/>
                  </a:lnTo>
                  <a:lnTo>
                    <a:pt x="86972" y="84877"/>
                  </a:lnTo>
                  <a:lnTo>
                    <a:pt x="86848" y="83774"/>
                  </a:lnTo>
                  <a:lnTo>
                    <a:pt x="86733" y="82673"/>
                  </a:lnTo>
                  <a:lnTo>
                    <a:pt x="86629" y="81575"/>
                  </a:lnTo>
                  <a:lnTo>
                    <a:pt x="86537" y="80477"/>
                  </a:lnTo>
                  <a:lnTo>
                    <a:pt x="86456" y="79380"/>
                  </a:lnTo>
                  <a:lnTo>
                    <a:pt x="86388" y="78282"/>
                  </a:lnTo>
                  <a:lnTo>
                    <a:pt x="86333" y="77184"/>
                  </a:lnTo>
                  <a:lnTo>
                    <a:pt x="86292" y="76083"/>
                  </a:lnTo>
                  <a:lnTo>
                    <a:pt x="86266" y="74981"/>
                  </a:lnTo>
                  <a:lnTo>
                    <a:pt x="86255" y="73875"/>
                  </a:lnTo>
                  <a:lnTo>
                    <a:pt x="86260" y="72765"/>
                  </a:lnTo>
                  <a:lnTo>
                    <a:pt x="86282" y="71650"/>
                  </a:lnTo>
                  <a:lnTo>
                    <a:pt x="84949" y="71650"/>
                  </a:lnTo>
                  <a:lnTo>
                    <a:pt x="83596" y="71650"/>
                  </a:lnTo>
                  <a:lnTo>
                    <a:pt x="83596" y="70318"/>
                  </a:lnTo>
                  <a:lnTo>
                    <a:pt x="83596" y="68964"/>
                  </a:lnTo>
                  <a:lnTo>
                    <a:pt x="82264" y="68964"/>
                  </a:lnTo>
                  <a:lnTo>
                    <a:pt x="80910" y="68964"/>
                  </a:lnTo>
                  <a:lnTo>
                    <a:pt x="80265" y="68059"/>
                  </a:lnTo>
                  <a:lnTo>
                    <a:pt x="79636" y="67147"/>
                  </a:lnTo>
                  <a:lnTo>
                    <a:pt x="79021" y="66227"/>
                  </a:lnTo>
                  <a:lnTo>
                    <a:pt x="78417" y="65301"/>
                  </a:lnTo>
                  <a:lnTo>
                    <a:pt x="77822" y="64370"/>
                  </a:lnTo>
                  <a:lnTo>
                    <a:pt x="77235" y="63434"/>
                  </a:lnTo>
                  <a:lnTo>
                    <a:pt x="76653" y="62493"/>
                  </a:lnTo>
                  <a:lnTo>
                    <a:pt x="76073" y="61549"/>
                  </a:lnTo>
                  <a:lnTo>
                    <a:pt x="75495" y="60603"/>
                  </a:lnTo>
                  <a:lnTo>
                    <a:pt x="74915" y="59654"/>
                  </a:lnTo>
                  <a:lnTo>
                    <a:pt x="74140" y="58622"/>
                  </a:lnTo>
                  <a:lnTo>
                    <a:pt x="73511" y="57859"/>
                  </a:lnTo>
                  <a:lnTo>
                    <a:pt x="72921" y="57290"/>
                  </a:lnTo>
                  <a:lnTo>
                    <a:pt x="72263" y="56846"/>
                  </a:lnTo>
                  <a:lnTo>
                    <a:pt x="71433" y="56454"/>
                  </a:lnTo>
                  <a:lnTo>
                    <a:pt x="70322" y="56041"/>
                  </a:lnTo>
                  <a:lnTo>
                    <a:pt x="68824" y="55535"/>
                  </a:lnTo>
                  <a:lnTo>
                    <a:pt x="68824" y="54204"/>
                  </a:lnTo>
                  <a:lnTo>
                    <a:pt x="68824" y="52850"/>
                  </a:lnTo>
                  <a:lnTo>
                    <a:pt x="67827" y="52517"/>
                  </a:lnTo>
                  <a:lnTo>
                    <a:pt x="66829" y="52185"/>
                  </a:lnTo>
                  <a:lnTo>
                    <a:pt x="65831" y="51852"/>
                  </a:lnTo>
                  <a:lnTo>
                    <a:pt x="64831" y="51519"/>
                  </a:lnTo>
                  <a:lnTo>
                    <a:pt x="63830" y="51185"/>
                  </a:lnTo>
                  <a:lnTo>
                    <a:pt x="62826" y="50850"/>
                  </a:lnTo>
                  <a:lnTo>
                    <a:pt x="61821" y="50515"/>
                  </a:lnTo>
                  <a:lnTo>
                    <a:pt x="60812" y="50179"/>
                  </a:lnTo>
                  <a:lnTo>
                    <a:pt x="59799" y="49841"/>
                  </a:lnTo>
                  <a:lnTo>
                    <a:pt x="58783" y="49503"/>
                  </a:lnTo>
                  <a:lnTo>
                    <a:pt x="57763" y="49163"/>
                  </a:lnTo>
                  <a:lnTo>
                    <a:pt x="56738" y="48821"/>
                  </a:lnTo>
                  <a:lnTo>
                    <a:pt x="56738" y="47490"/>
                  </a:lnTo>
                  <a:lnTo>
                    <a:pt x="56738" y="46150"/>
                  </a:lnTo>
                  <a:lnTo>
                    <a:pt x="56738" y="44792"/>
                  </a:lnTo>
                  <a:lnTo>
                    <a:pt x="56226" y="44707"/>
                  </a:lnTo>
                  <a:lnTo>
                    <a:pt x="55736" y="44625"/>
                  </a:lnTo>
                  <a:lnTo>
                    <a:pt x="55127" y="44524"/>
                  </a:lnTo>
                  <a:lnTo>
                    <a:pt x="54258" y="44379"/>
                  </a:lnTo>
                  <a:lnTo>
                    <a:pt x="52988" y="44167"/>
                  </a:lnTo>
                  <a:lnTo>
                    <a:pt x="51176" y="43865"/>
                  </a:lnTo>
                  <a:lnTo>
                    <a:pt x="48681" y="43449"/>
                  </a:lnTo>
                  <a:lnTo>
                    <a:pt x="48681" y="42117"/>
                  </a:lnTo>
                  <a:lnTo>
                    <a:pt x="48681" y="40764"/>
                  </a:lnTo>
                  <a:lnTo>
                    <a:pt x="47600" y="40792"/>
                  </a:lnTo>
                  <a:lnTo>
                    <a:pt x="46512" y="40820"/>
                  </a:lnTo>
                  <a:lnTo>
                    <a:pt x="45408" y="40848"/>
                  </a:lnTo>
                  <a:lnTo>
                    <a:pt x="43718" y="40796"/>
                  </a:lnTo>
                  <a:lnTo>
                    <a:pt x="42624" y="40696"/>
                  </a:lnTo>
                  <a:lnTo>
                    <a:pt x="41897" y="40479"/>
                  </a:lnTo>
                  <a:lnTo>
                    <a:pt x="41306" y="40077"/>
                  </a:lnTo>
                  <a:lnTo>
                    <a:pt x="40624" y="39421"/>
                  </a:lnTo>
                  <a:lnTo>
                    <a:pt x="39559" y="39291"/>
                  </a:lnTo>
                  <a:lnTo>
                    <a:pt x="38494" y="39169"/>
                  </a:lnTo>
                  <a:lnTo>
                    <a:pt x="37428" y="39055"/>
                  </a:lnTo>
                  <a:lnTo>
                    <a:pt x="36360" y="38949"/>
                  </a:lnTo>
                  <a:lnTo>
                    <a:pt x="35292" y="38848"/>
                  </a:lnTo>
                  <a:lnTo>
                    <a:pt x="34224" y="38754"/>
                  </a:lnTo>
                  <a:lnTo>
                    <a:pt x="33154" y="38666"/>
                  </a:lnTo>
                  <a:lnTo>
                    <a:pt x="31794" y="38553"/>
                  </a:lnTo>
                  <a:lnTo>
                    <a:pt x="30425" y="38440"/>
                  </a:lnTo>
                  <a:lnTo>
                    <a:pt x="29037" y="38325"/>
                  </a:lnTo>
                  <a:lnTo>
                    <a:pt x="28568" y="38289"/>
                  </a:lnTo>
                  <a:lnTo>
                    <a:pt x="27742" y="38225"/>
                  </a:lnTo>
                  <a:lnTo>
                    <a:pt x="25852" y="38078"/>
                  </a:lnTo>
                  <a:lnTo>
                    <a:pt x="25852" y="39411"/>
                  </a:lnTo>
                  <a:lnTo>
                    <a:pt x="25852" y="40764"/>
                  </a:lnTo>
                  <a:lnTo>
                    <a:pt x="24706" y="41494"/>
                  </a:lnTo>
                  <a:lnTo>
                    <a:pt x="23642" y="42098"/>
                  </a:lnTo>
                  <a:lnTo>
                    <a:pt x="22640" y="42590"/>
                  </a:lnTo>
                  <a:lnTo>
                    <a:pt x="21681" y="42980"/>
                  </a:lnTo>
                  <a:lnTo>
                    <a:pt x="20743" y="43281"/>
                  </a:lnTo>
                  <a:lnTo>
                    <a:pt x="19807" y="43504"/>
                  </a:lnTo>
                  <a:lnTo>
                    <a:pt x="18852" y="43661"/>
                  </a:lnTo>
                  <a:lnTo>
                    <a:pt x="17859" y="43764"/>
                  </a:lnTo>
                  <a:lnTo>
                    <a:pt x="16807" y="43824"/>
                  </a:lnTo>
                  <a:lnTo>
                    <a:pt x="15675" y="43854"/>
                  </a:lnTo>
                  <a:lnTo>
                    <a:pt x="14445" y="43866"/>
                  </a:lnTo>
                  <a:lnTo>
                    <a:pt x="13094" y="43870"/>
                  </a:lnTo>
                  <a:lnTo>
                    <a:pt x="11941" y="43887"/>
                  </a:lnTo>
                  <a:lnTo>
                    <a:pt x="10784" y="43904"/>
                  </a:lnTo>
                  <a:lnTo>
                    <a:pt x="9617" y="43921"/>
                  </a:lnTo>
                  <a:lnTo>
                    <a:pt x="8437" y="43938"/>
                  </a:lnTo>
                  <a:lnTo>
                    <a:pt x="6710" y="43725"/>
                  </a:lnTo>
                  <a:lnTo>
                    <a:pt x="5477" y="43537"/>
                  </a:lnTo>
                  <a:lnTo>
                    <a:pt x="4555" y="43319"/>
                  </a:lnTo>
                  <a:lnTo>
                    <a:pt x="3758" y="43012"/>
                  </a:lnTo>
                  <a:lnTo>
                    <a:pt x="2903" y="42563"/>
                  </a:lnTo>
                  <a:lnTo>
                    <a:pt x="1806" y="41913"/>
                  </a:lnTo>
                  <a:lnTo>
                    <a:pt x="1217" y="40826"/>
                  </a:lnTo>
                  <a:lnTo>
                    <a:pt x="760" y="39792"/>
                  </a:lnTo>
                  <a:lnTo>
                    <a:pt x="422" y="38795"/>
                  </a:lnTo>
                  <a:lnTo>
                    <a:pt x="191" y="37816"/>
                  </a:lnTo>
                  <a:lnTo>
                    <a:pt x="55" y="36839"/>
                  </a:lnTo>
                  <a:lnTo>
                    <a:pt x="0" y="35846"/>
                  </a:lnTo>
                  <a:lnTo>
                    <a:pt x="13" y="34819"/>
                  </a:lnTo>
                  <a:lnTo>
                    <a:pt x="82" y="33742"/>
                  </a:lnTo>
                  <a:lnTo>
                    <a:pt x="195" y="32595"/>
                  </a:lnTo>
                  <a:lnTo>
                    <a:pt x="337" y="31363"/>
                  </a:lnTo>
                  <a:lnTo>
                    <a:pt x="778" y="30424"/>
                  </a:lnTo>
                  <a:lnTo>
                    <a:pt x="1236" y="29481"/>
                  </a:lnTo>
                  <a:lnTo>
                    <a:pt x="1709" y="28536"/>
                  </a:lnTo>
                  <a:lnTo>
                    <a:pt x="2199" y="27591"/>
                  </a:lnTo>
                  <a:lnTo>
                    <a:pt x="2705" y="26648"/>
                  </a:lnTo>
                  <a:lnTo>
                    <a:pt x="3227" y="25706"/>
                  </a:lnTo>
                  <a:lnTo>
                    <a:pt x="3766" y="24769"/>
                  </a:lnTo>
                  <a:lnTo>
                    <a:pt x="4322" y="23837"/>
                  </a:lnTo>
                  <a:lnTo>
                    <a:pt x="4895" y="22912"/>
                  </a:lnTo>
                  <a:lnTo>
                    <a:pt x="5484" y="21996"/>
                  </a:lnTo>
                  <a:lnTo>
                    <a:pt x="6091" y="21088"/>
                  </a:lnTo>
                  <a:lnTo>
                    <a:pt x="6715" y="20193"/>
                  </a:lnTo>
                  <a:lnTo>
                    <a:pt x="7356" y="19309"/>
                  </a:lnTo>
                  <a:lnTo>
                    <a:pt x="8015" y="18440"/>
                  </a:lnTo>
                  <a:lnTo>
                    <a:pt x="8691" y="17586"/>
                  </a:lnTo>
                  <a:lnTo>
                    <a:pt x="9385" y="16749"/>
                  </a:lnTo>
                  <a:lnTo>
                    <a:pt x="10096" y="15930"/>
                  </a:lnTo>
                  <a:lnTo>
                    <a:pt x="10826" y="15130"/>
                  </a:lnTo>
                  <a:lnTo>
                    <a:pt x="11574" y="14352"/>
                  </a:lnTo>
                  <a:lnTo>
                    <a:pt x="12340" y="13597"/>
                  </a:lnTo>
                  <a:lnTo>
                    <a:pt x="13124" y="12865"/>
                  </a:lnTo>
                  <a:lnTo>
                    <a:pt x="13927" y="12159"/>
                  </a:lnTo>
                  <a:lnTo>
                    <a:pt x="14748" y="11479"/>
                  </a:lnTo>
                  <a:lnTo>
                    <a:pt x="15588" y="10828"/>
                  </a:lnTo>
                  <a:lnTo>
                    <a:pt x="16447" y="10207"/>
                  </a:lnTo>
                  <a:lnTo>
                    <a:pt x="17325" y="9616"/>
                  </a:lnTo>
                  <a:lnTo>
                    <a:pt x="18222" y="9058"/>
                  </a:lnTo>
                  <a:lnTo>
                    <a:pt x="19137" y="8534"/>
                  </a:lnTo>
                  <a:lnTo>
                    <a:pt x="20210" y="8194"/>
                  </a:lnTo>
                  <a:lnTo>
                    <a:pt x="21280" y="7869"/>
                  </a:lnTo>
                  <a:lnTo>
                    <a:pt x="22350" y="7558"/>
                  </a:lnTo>
                  <a:lnTo>
                    <a:pt x="23420" y="7261"/>
                  </a:lnTo>
                  <a:lnTo>
                    <a:pt x="24491" y="6976"/>
                  </a:lnTo>
                  <a:lnTo>
                    <a:pt x="25565" y="6704"/>
                  </a:lnTo>
                  <a:lnTo>
                    <a:pt x="26642" y="6443"/>
                  </a:lnTo>
                  <a:lnTo>
                    <a:pt x="27724" y="6193"/>
                  </a:lnTo>
                  <a:lnTo>
                    <a:pt x="28812" y="5952"/>
                  </a:lnTo>
                  <a:lnTo>
                    <a:pt x="29906" y="5721"/>
                  </a:lnTo>
                  <a:lnTo>
                    <a:pt x="31009" y="5498"/>
                  </a:lnTo>
                  <a:lnTo>
                    <a:pt x="32278" y="5200"/>
                  </a:lnTo>
                  <a:lnTo>
                    <a:pt x="33310" y="4950"/>
                  </a:lnTo>
                  <a:lnTo>
                    <a:pt x="34178" y="4722"/>
                  </a:lnTo>
                  <a:lnTo>
                    <a:pt x="34958" y="4492"/>
                  </a:lnTo>
                  <a:lnTo>
                    <a:pt x="35727" y="4233"/>
                  </a:lnTo>
                  <a:lnTo>
                    <a:pt x="36559" y="3921"/>
                  </a:lnTo>
                  <a:lnTo>
                    <a:pt x="37531" y="3530"/>
                  </a:lnTo>
                  <a:lnTo>
                    <a:pt x="38717" y="3034"/>
                  </a:lnTo>
                  <a:lnTo>
                    <a:pt x="40194" y="2408"/>
                  </a:lnTo>
                  <a:lnTo>
                    <a:pt x="41223" y="2031"/>
                  </a:lnTo>
                  <a:lnTo>
                    <a:pt x="42249" y="1694"/>
                  </a:lnTo>
                  <a:lnTo>
                    <a:pt x="43274" y="1395"/>
                  </a:lnTo>
                  <a:lnTo>
                    <a:pt x="44298" y="1132"/>
                  </a:lnTo>
                  <a:lnTo>
                    <a:pt x="45321" y="903"/>
                  </a:lnTo>
                  <a:lnTo>
                    <a:pt x="46345" y="706"/>
                  </a:lnTo>
                  <a:lnTo>
                    <a:pt x="47369" y="539"/>
                  </a:lnTo>
                  <a:lnTo>
                    <a:pt x="48395" y="398"/>
                  </a:lnTo>
                  <a:lnTo>
                    <a:pt x="49422" y="283"/>
                  </a:lnTo>
                  <a:lnTo>
                    <a:pt x="50452" y="191"/>
                  </a:lnTo>
                  <a:lnTo>
                    <a:pt x="51486" y="120"/>
                  </a:lnTo>
                  <a:lnTo>
                    <a:pt x="52522" y="68"/>
                  </a:lnTo>
                  <a:lnTo>
                    <a:pt x="53564" y="32"/>
                  </a:lnTo>
                  <a:lnTo>
                    <a:pt x="54610" y="10"/>
                  </a:lnTo>
                  <a:lnTo>
                    <a:pt x="55661" y="0"/>
                  </a:lnTo>
                  <a:lnTo>
                    <a:pt x="56718" y="1"/>
                  </a:lnTo>
                  <a:lnTo>
                    <a:pt x="57782" y="9"/>
                  </a:lnTo>
                  <a:lnTo>
                    <a:pt x="58853" y="23"/>
                  </a:lnTo>
                  <a:lnTo>
                    <a:pt x="59932" y="40"/>
                  </a:lnTo>
                  <a:lnTo>
                    <a:pt x="61019" y="58"/>
                  </a:lnTo>
                  <a:close/>
                </a:path>
              </a:pathLst>
            </a:custGeom>
            <a:solidFill>
              <a:srgbClr val="9A797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region 8 #425777"/>
            <p:cNvSpPr/>
            <p:nvPr/>
          </p:nvSpPr>
          <p:spPr>
            <a:xfrm>
              <a:off x="2153093" y="165886"/>
              <a:ext cx="351384" cy="719074"/>
            </a:xfrm>
            <a:custGeom>
              <a:avLst/>
              <a:gdLst/>
              <a:ahLst/>
              <a:cxnLst/>
              <a:rect l="l" t="t" r="r" b="b"/>
              <a:pathLst>
                <a:path w="351384" h="719074">
                  <a:moveTo>
                    <a:pt x="42604" y="59"/>
                  </a:moveTo>
                  <a:lnTo>
                    <a:pt x="43881" y="64"/>
                  </a:lnTo>
                  <a:lnTo>
                    <a:pt x="45167" y="68"/>
                  </a:lnTo>
                  <a:lnTo>
                    <a:pt x="46470" y="73"/>
                  </a:lnTo>
                  <a:lnTo>
                    <a:pt x="47576" y="79"/>
                  </a:lnTo>
                  <a:lnTo>
                    <a:pt x="48682" y="88"/>
                  </a:lnTo>
                  <a:lnTo>
                    <a:pt x="49788" y="98"/>
                  </a:lnTo>
                  <a:lnTo>
                    <a:pt x="50894" y="109"/>
                  </a:lnTo>
                  <a:lnTo>
                    <a:pt x="52000" y="122"/>
                  </a:lnTo>
                  <a:lnTo>
                    <a:pt x="53106" y="135"/>
                  </a:lnTo>
                  <a:lnTo>
                    <a:pt x="54212" y="149"/>
                  </a:lnTo>
                  <a:lnTo>
                    <a:pt x="55318" y="164"/>
                  </a:lnTo>
                  <a:lnTo>
                    <a:pt x="56423" y="180"/>
                  </a:lnTo>
                  <a:lnTo>
                    <a:pt x="57529" y="195"/>
                  </a:lnTo>
                  <a:lnTo>
                    <a:pt x="58635" y="211"/>
                  </a:lnTo>
                  <a:lnTo>
                    <a:pt x="59803" y="218"/>
                  </a:lnTo>
                  <a:lnTo>
                    <a:pt x="60970" y="224"/>
                  </a:lnTo>
                  <a:lnTo>
                    <a:pt x="62137" y="230"/>
                  </a:lnTo>
                  <a:lnTo>
                    <a:pt x="63305" y="236"/>
                  </a:lnTo>
                  <a:lnTo>
                    <a:pt x="64472" y="241"/>
                  </a:lnTo>
                  <a:lnTo>
                    <a:pt x="65640" y="246"/>
                  </a:lnTo>
                  <a:lnTo>
                    <a:pt x="66807" y="251"/>
                  </a:lnTo>
                  <a:lnTo>
                    <a:pt x="67930" y="259"/>
                  </a:lnTo>
                  <a:lnTo>
                    <a:pt x="69052" y="267"/>
                  </a:lnTo>
                  <a:lnTo>
                    <a:pt x="70175" y="275"/>
                  </a:lnTo>
                  <a:lnTo>
                    <a:pt x="71297" y="284"/>
                  </a:lnTo>
                  <a:lnTo>
                    <a:pt x="72420" y="293"/>
                  </a:lnTo>
                  <a:lnTo>
                    <a:pt x="73543" y="302"/>
                  </a:lnTo>
                  <a:lnTo>
                    <a:pt x="74665" y="312"/>
                  </a:lnTo>
                  <a:lnTo>
                    <a:pt x="75206" y="315"/>
                  </a:lnTo>
                  <a:lnTo>
                    <a:pt x="76160" y="323"/>
                  </a:lnTo>
                  <a:lnTo>
                    <a:pt x="78345" y="341"/>
                  </a:lnTo>
                  <a:lnTo>
                    <a:pt x="79432" y="361"/>
                  </a:lnTo>
                  <a:lnTo>
                    <a:pt x="80514" y="387"/>
                  </a:lnTo>
                  <a:lnTo>
                    <a:pt x="81592" y="420"/>
                  </a:lnTo>
                  <a:lnTo>
                    <a:pt x="82666" y="461"/>
                  </a:lnTo>
                  <a:lnTo>
                    <a:pt x="83736" y="510"/>
                  </a:lnTo>
                  <a:lnTo>
                    <a:pt x="84804" y="566"/>
                  </a:lnTo>
                  <a:lnTo>
                    <a:pt x="85869" y="630"/>
                  </a:lnTo>
                  <a:lnTo>
                    <a:pt x="86933" y="704"/>
                  </a:lnTo>
                  <a:lnTo>
                    <a:pt x="87995" y="786"/>
                  </a:lnTo>
                  <a:lnTo>
                    <a:pt x="89057" y="877"/>
                  </a:lnTo>
                  <a:lnTo>
                    <a:pt x="90118" y="977"/>
                  </a:lnTo>
                  <a:lnTo>
                    <a:pt x="91179" y="1088"/>
                  </a:lnTo>
                  <a:lnTo>
                    <a:pt x="92241" y="1209"/>
                  </a:lnTo>
                  <a:lnTo>
                    <a:pt x="93304" y="1340"/>
                  </a:lnTo>
                  <a:lnTo>
                    <a:pt x="94369" y="1481"/>
                  </a:lnTo>
                  <a:lnTo>
                    <a:pt x="95436" y="1634"/>
                  </a:lnTo>
                  <a:lnTo>
                    <a:pt x="96506" y="1798"/>
                  </a:lnTo>
                  <a:lnTo>
                    <a:pt x="97579" y="1974"/>
                  </a:lnTo>
                  <a:lnTo>
                    <a:pt x="97369" y="3139"/>
                  </a:lnTo>
                  <a:lnTo>
                    <a:pt x="97096" y="4230"/>
                  </a:lnTo>
                  <a:lnTo>
                    <a:pt x="96765" y="5258"/>
                  </a:lnTo>
                  <a:lnTo>
                    <a:pt x="96378" y="6231"/>
                  </a:lnTo>
                  <a:lnTo>
                    <a:pt x="95937" y="7159"/>
                  </a:lnTo>
                  <a:lnTo>
                    <a:pt x="95447" y="8051"/>
                  </a:lnTo>
                  <a:lnTo>
                    <a:pt x="94910" y="8916"/>
                  </a:lnTo>
                  <a:lnTo>
                    <a:pt x="94328" y="9763"/>
                  </a:lnTo>
                  <a:lnTo>
                    <a:pt x="93706" y="10602"/>
                  </a:lnTo>
                  <a:lnTo>
                    <a:pt x="93045" y="11442"/>
                  </a:lnTo>
                  <a:lnTo>
                    <a:pt x="92350" y="12293"/>
                  </a:lnTo>
                  <a:lnTo>
                    <a:pt x="91622" y="13162"/>
                  </a:lnTo>
                  <a:lnTo>
                    <a:pt x="90865" y="14060"/>
                  </a:lnTo>
                  <a:lnTo>
                    <a:pt x="90198" y="15393"/>
                  </a:lnTo>
                  <a:lnTo>
                    <a:pt x="89522" y="16746"/>
                  </a:lnTo>
                  <a:lnTo>
                    <a:pt x="88188" y="16746"/>
                  </a:lnTo>
                  <a:lnTo>
                    <a:pt x="86836" y="16746"/>
                  </a:lnTo>
                  <a:lnTo>
                    <a:pt x="86669" y="18037"/>
                  </a:lnTo>
                  <a:lnTo>
                    <a:pt x="86500" y="19347"/>
                  </a:lnTo>
                  <a:lnTo>
                    <a:pt x="85982" y="21459"/>
                  </a:lnTo>
                  <a:lnTo>
                    <a:pt x="85514" y="23351"/>
                  </a:lnTo>
                  <a:lnTo>
                    <a:pt x="85088" y="25041"/>
                  </a:lnTo>
                  <a:lnTo>
                    <a:pt x="84697" y="26544"/>
                  </a:lnTo>
                  <a:lnTo>
                    <a:pt x="84333" y="27874"/>
                  </a:lnTo>
                  <a:lnTo>
                    <a:pt x="83988" y="29048"/>
                  </a:lnTo>
                  <a:lnTo>
                    <a:pt x="83655" y="30082"/>
                  </a:lnTo>
                  <a:lnTo>
                    <a:pt x="83326" y="30990"/>
                  </a:lnTo>
                  <a:lnTo>
                    <a:pt x="82994" y="31789"/>
                  </a:lnTo>
                  <a:lnTo>
                    <a:pt x="82651" y="32495"/>
                  </a:lnTo>
                  <a:lnTo>
                    <a:pt x="82290" y="33122"/>
                  </a:lnTo>
                  <a:lnTo>
                    <a:pt x="81902" y="33686"/>
                  </a:lnTo>
                  <a:lnTo>
                    <a:pt x="81481" y="34204"/>
                  </a:lnTo>
                  <a:lnTo>
                    <a:pt x="81018" y="34690"/>
                  </a:lnTo>
                  <a:lnTo>
                    <a:pt x="80506" y="35161"/>
                  </a:lnTo>
                  <a:lnTo>
                    <a:pt x="79938" y="35631"/>
                  </a:lnTo>
                  <a:lnTo>
                    <a:pt x="79306" y="36117"/>
                  </a:lnTo>
                  <a:lnTo>
                    <a:pt x="78602" y="36634"/>
                  </a:lnTo>
                  <a:lnTo>
                    <a:pt x="77818" y="37198"/>
                  </a:lnTo>
                  <a:lnTo>
                    <a:pt x="76717" y="37544"/>
                  </a:lnTo>
                  <a:lnTo>
                    <a:pt x="75625" y="37840"/>
                  </a:lnTo>
                  <a:lnTo>
                    <a:pt x="74539" y="38091"/>
                  </a:lnTo>
                  <a:lnTo>
                    <a:pt x="73457" y="38301"/>
                  </a:lnTo>
                  <a:lnTo>
                    <a:pt x="72374" y="38476"/>
                  </a:lnTo>
                  <a:lnTo>
                    <a:pt x="71287" y="38621"/>
                  </a:lnTo>
                  <a:lnTo>
                    <a:pt x="70194" y="38740"/>
                  </a:lnTo>
                  <a:lnTo>
                    <a:pt x="69090" y="38840"/>
                  </a:lnTo>
                  <a:lnTo>
                    <a:pt x="67973" y="38925"/>
                  </a:lnTo>
                  <a:lnTo>
                    <a:pt x="66839" y="39001"/>
                  </a:lnTo>
                  <a:lnTo>
                    <a:pt x="65686" y="39071"/>
                  </a:lnTo>
                  <a:lnTo>
                    <a:pt x="64506" y="39147"/>
                  </a:lnTo>
                  <a:lnTo>
                    <a:pt x="63322" y="39222"/>
                  </a:lnTo>
                  <a:lnTo>
                    <a:pt x="62129" y="39298"/>
                  </a:lnTo>
                  <a:lnTo>
                    <a:pt x="60922" y="39375"/>
                  </a:lnTo>
                  <a:lnTo>
                    <a:pt x="59723" y="39441"/>
                  </a:lnTo>
                  <a:lnTo>
                    <a:pt x="58516" y="39507"/>
                  </a:lnTo>
                  <a:lnTo>
                    <a:pt x="57293" y="39575"/>
                  </a:lnTo>
                  <a:lnTo>
                    <a:pt x="57293" y="40908"/>
                  </a:lnTo>
                  <a:lnTo>
                    <a:pt x="57293" y="42261"/>
                  </a:lnTo>
                  <a:lnTo>
                    <a:pt x="55961" y="42261"/>
                  </a:lnTo>
                  <a:lnTo>
                    <a:pt x="54621" y="42261"/>
                  </a:lnTo>
                  <a:lnTo>
                    <a:pt x="53264" y="42261"/>
                  </a:lnTo>
                  <a:lnTo>
                    <a:pt x="52820" y="43369"/>
                  </a:lnTo>
                  <a:lnTo>
                    <a:pt x="52376" y="44479"/>
                  </a:lnTo>
                  <a:lnTo>
                    <a:pt x="51931" y="45593"/>
                  </a:lnTo>
                  <a:lnTo>
                    <a:pt x="51483" y="46712"/>
                  </a:lnTo>
                  <a:lnTo>
                    <a:pt x="51032" y="47839"/>
                  </a:lnTo>
                  <a:lnTo>
                    <a:pt x="50578" y="48975"/>
                  </a:lnTo>
                  <a:lnTo>
                    <a:pt x="49245" y="48975"/>
                  </a:lnTo>
                  <a:lnTo>
                    <a:pt x="47892" y="48975"/>
                  </a:lnTo>
                  <a:lnTo>
                    <a:pt x="47895" y="52516"/>
                  </a:lnTo>
                  <a:lnTo>
                    <a:pt x="47897" y="56058"/>
                  </a:lnTo>
                  <a:lnTo>
                    <a:pt x="47899" y="59599"/>
                  </a:lnTo>
                  <a:lnTo>
                    <a:pt x="47902" y="63140"/>
                  </a:lnTo>
                  <a:lnTo>
                    <a:pt x="47904" y="66681"/>
                  </a:lnTo>
                  <a:lnTo>
                    <a:pt x="47906" y="70223"/>
                  </a:lnTo>
                  <a:lnTo>
                    <a:pt x="47909" y="73764"/>
                  </a:lnTo>
                  <a:lnTo>
                    <a:pt x="47911" y="77305"/>
                  </a:lnTo>
                  <a:lnTo>
                    <a:pt x="47914" y="80846"/>
                  </a:lnTo>
                  <a:lnTo>
                    <a:pt x="47917" y="84388"/>
                  </a:lnTo>
                  <a:lnTo>
                    <a:pt x="47919" y="87929"/>
                  </a:lnTo>
                  <a:lnTo>
                    <a:pt x="47922" y="91470"/>
                  </a:lnTo>
                  <a:lnTo>
                    <a:pt x="47925" y="95011"/>
                  </a:lnTo>
                  <a:lnTo>
                    <a:pt x="47928" y="98553"/>
                  </a:lnTo>
                  <a:lnTo>
                    <a:pt x="47930" y="102094"/>
                  </a:lnTo>
                  <a:lnTo>
                    <a:pt x="47933" y="105635"/>
                  </a:lnTo>
                  <a:lnTo>
                    <a:pt x="47936" y="109176"/>
                  </a:lnTo>
                  <a:lnTo>
                    <a:pt x="47939" y="112717"/>
                  </a:lnTo>
                  <a:lnTo>
                    <a:pt x="47942" y="116259"/>
                  </a:lnTo>
                  <a:lnTo>
                    <a:pt x="47945" y="119800"/>
                  </a:lnTo>
                  <a:lnTo>
                    <a:pt x="47948" y="123341"/>
                  </a:lnTo>
                  <a:lnTo>
                    <a:pt x="47952" y="126882"/>
                  </a:lnTo>
                  <a:lnTo>
                    <a:pt x="47955" y="130424"/>
                  </a:lnTo>
                  <a:lnTo>
                    <a:pt x="47958" y="133965"/>
                  </a:lnTo>
                  <a:lnTo>
                    <a:pt x="47961" y="137506"/>
                  </a:lnTo>
                  <a:lnTo>
                    <a:pt x="47965" y="141047"/>
                  </a:lnTo>
                  <a:lnTo>
                    <a:pt x="47968" y="144589"/>
                  </a:lnTo>
                  <a:lnTo>
                    <a:pt x="47972" y="148130"/>
                  </a:lnTo>
                  <a:lnTo>
                    <a:pt x="47975" y="151671"/>
                  </a:lnTo>
                  <a:lnTo>
                    <a:pt x="47979" y="155212"/>
                  </a:lnTo>
                  <a:lnTo>
                    <a:pt x="47982" y="158754"/>
                  </a:lnTo>
                  <a:lnTo>
                    <a:pt x="47986" y="162295"/>
                  </a:lnTo>
                  <a:lnTo>
                    <a:pt x="47990" y="165836"/>
                  </a:lnTo>
                  <a:lnTo>
                    <a:pt x="47993" y="169377"/>
                  </a:lnTo>
                  <a:lnTo>
                    <a:pt x="47997" y="172919"/>
                  </a:lnTo>
                  <a:lnTo>
                    <a:pt x="48001" y="176460"/>
                  </a:lnTo>
                  <a:lnTo>
                    <a:pt x="48005" y="180001"/>
                  </a:lnTo>
                  <a:lnTo>
                    <a:pt x="48009" y="183542"/>
                  </a:lnTo>
                  <a:lnTo>
                    <a:pt x="48013" y="187084"/>
                  </a:lnTo>
                  <a:lnTo>
                    <a:pt x="48017" y="190625"/>
                  </a:lnTo>
                  <a:lnTo>
                    <a:pt x="48021" y="194166"/>
                  </a:lnTo>
                  <a:lnTo>
                    <a:pt x="48025" y="197707"/>
                  </a:lnTo>
                  <a:lnTo>
                    <a:pt x="48030" y="201249"/>
                  </a:lnTo>
                  <a:lnTo>
                    <a:pt x="48034" y="204790"/>
                  </a:lnTo>
                  <a:lnTo>
                    <a:pt x="48038" y="208331"/>
                  </a:lnTo>
                  <a:lnTo>
                    <a:pt x="48042" y="211872"/>
                  </a:lnTo>
                  <a:lnTo>
                    <a:pt x="48047" y="215414"/>
                  </a:lnTo>
                  <a:lnTo>
                    <a:pt x="48051" y="218955"/>
                  </a:lnTo>
                  <a:lnTo>
                    <a:pt x="48056" y="222496"/>
                  </a:lnTo>
                  <a:lnTo>
                    <a:pt x="48060" y="226037"/>
                  </a:lnTo>
                  <a:lnTo>
                    <a:pt x="48065" y="229579"/>
                  </a:lnTo>
                  <a:lnTo>
                    <a:pt x="48070" y="233120"/>
                  </a:lnTo>
                  <a:lnTo>
                    <a:pt x="48074" y="236661"/>
                  </a:lnTo>
                  <a:lnTo>
                    <a:pt x="48079" y="240202"/>
                  </a:lnTo>
                  <a:lnTo>
                    <a:pt x="48084" y="243744"/>
                  </a:lnTo>
                  <a:lnTo>
                    <a:pt x="48089" y="247285"/>
                  </a:lnTo>
                  <a:lnTo>
                    <a:pt x="48094" y="250826"/>
                  </a:lnTo>
                  <a:lnTo>
                    <a:pt x="48099" y="254367"/>
                  </a:lnTo>
                  <a:lnTo>
                    <a:pt x="48104" y="257909"/>
                  </a:lnTo>
                  <a:lnTo>
                    <a:pt x="48109" y="261450"/>
                  </a:lnTo>
                  <a:lnTo>
                    <a:pt x="48114" y="264991"/>
                  </a:lnTo>
                  <a:lnTo>
                    <a:pt x="48119" y="268532"/>
                  </a:lnTo>
                  <a:lnTo>
                    <a:pt x="48125" y="272074"/>
                  </a:lnTo>
                  <a:lnTo>
                    <a:pt x="48130" y="275615"/>
                  </a:lnTo>
                  <a:lnTo>
                    <a:pt x="48132" y="276684"/>
                  </a:lnTo>
                  <a:lnTo>
                    <a:pt x="48133" y="277753"/>
                  </a:lnTo>
                  <a:lnTo>
                    <a:pt x="48135" y="278823"/>
                  </a:lnTo>
                  <a:lnTo>
                    <a:pt x="48136" y="279892"/>
                  </a:lnTo>
                  <a:lnTo>
                    <a:pt x="48138" y="280961"/>
                  </a:lnTo>
                  <a:lnTo>
                    <a:pt x="48140" y="282031"/>
                  </a:lnTo>
                  <a:lnTo>
                    <a:pt x="48141" y="283100"/>
                  </a:lnTo>
                  <a:lnTo>
                    <a:pt x="48143" y="284169"/>
                  </a:lnTo>
                  <a:lnTo>
                    <a:pt x="48145" y="285239"/>
                  </a:lnTo>
                  <a:lnTo>
                    <a:pt x="48146" y="286308"/>
                  </a:lnTo>
                  <a:lnTo>
                    <a:pt x="48148" y="287377"/>
                  </a:lnTo>
                  <a:lnTo>
                    <a:pt x="48149" y="288447"/>
                  </a:lnTo>
                  <a:lnTo>
                    <a:pt x="48151" y="289516"/>
                  </a:lnTo>
                  <a:lnTo>
                    <a:pt x="48153" y="290585"/>
                  </a:lnTo>
                  <a:lnTo>
                    <a:pt x="48154" y="291654"/>
                  </a:lnTo>
                  <a:lnTo>
                    <a:pt x="48156" y="292724"/>
                  </a:lnTo>
                  <a:lnTo>
                    <a:pt x="48157" y="293793"/>
                  </a:lnTo>
                  <a:lnTo>
                    <a:pt x="48159" y="294862"/>
                  </a:lnTo>
                  <a:lnTo>
                    <a:pt x="48161" y="295932"/>
                  </a:lnTo>
                  <a:lnTo>
                    <a:pt x="48162" y="297001"/>
                  </a:lnTo>
                  <a:lnTo>
                    <a:pt x="48164" y="298070"/>
                  </a:lnTo>
                  <a:lnTo>
                    <a:pt x="48165" y="299139"/>
                  </a:lnTo>
                  <a:lnTo>
                    <a:pt x="48167" y="300209"/>
                  </a:lnTo>
                  <a:lnTo>
                    <a:pt x="48169" y="301278"/>
                  </a:lnTo>
                  <a:lnTo>
                    <a:pt x="48170" y="302348"/>
                  </a:lnTo>
                  <a:lnTo>
                    <a:pt x="48172" y="303681"/>
                  </a:lnTo>
                  <a:lnTo>
                    <a:pt x="48174" y="305035"/>
                  </a:lnTo>
                  <a:lnTo>
                    <a:pt x="48176" y="306425"/>
                  </a:lnTo>
                  <a:lnTo>
                    <a:pt x="48178" y="307815"/>
                  </a:lnTo>
                  <a:lnTo>
                    <a:pt x="48180" y="309205"/>
                  </a:lnTo>
                  <a:lnTo>
                    <a:pt x="48182" y="310595"/>
                  </a:lnTo>
                  <a:lnTo>
                    <a:pt x="48184" y="311985"/>
                  </a:lnTo>
                  <a:lnTo>
                    <a:pt x="48186" y="313375"/>
                  </a:lnTo>
                  <a:lnTo>
                    <a:pt x="48188" y="314765"/>
                  </a:lnTo>
                  <a:lnTo>
                    <a:pt x="48190" y="316155"/>
                  </a:lnTo>
                  <a:lnTo>
                    <a:pt x="48191" y="317545"/>
                  </a:lnTo>
                  <a:lnTo>
                    <a:pt x="48193" y="318935"/>
                  </a:lnTo>
                  <a:lnTo>
                    <a:pt x="48195" y="320325"/>
                  </a:lnTo>
                  <a:lnTo>
                    <a:pt x="48197" y="321715"/>
                  </a:lnTo>
                  <a:lnTo>
                    <a:pt x="48198" y="323105"/>
                  </a:lnTo>
                  <a:lnTo>
                    <a:pt x="48200" y="324495"/>
                  </a:lnTo>
                  <a:lnTo>
                    <a:pt x="48202" y="325885"/>
                  </a:lnTo>
                  <a:lnTo>
                    <a:pt x="48203" y="327275"/>
                  </a:lnTo>
                  <a:lnTo>
                    <a:pt x="48205" y="328665"/>
                  </a:lnTo>
                  <a:lnTo>
                    <a:pt x="48207" y="330055"/>
                  </a:lnTo>
                  <a:lnTo>
                    <a:pt x="48208" y="331445"/>
                  </a:lnTo>
                  <a:lnTo>
                    <a:pt x="48210" y="332835"/>
                  </a:lnTo>
                  <a:lnTo>
                    <a:pt x="48211" y="334225"/>
                  </a:lnTo>
                  <a:lnTo>
                    <a:pt x="48213" y="335615"/>
                  </a:lnTo>
                  <a:lnTo>
                    <a:pt x="48214" y="337005"/>
                  </a:lnTo>
                  <a:lnTo>
                    <a:pt x="48216" y="338395"/>
                  </a:lnTo>
                  <a:lnTo>
                    <a:pt x="48217" y="339785"/>
                  </a:lnTo>
                  <a:lnTo>
                    <a:pt x="48219" y="341175"/>
                  </a:lnTo>
                  <a:lnTo>
                    <a:pt x="48220" y="342565"/>
                  </a:lnTo>
                  <a:lnTo>
                    <a:pt x="48221" y="343955"/>
                  </a:lnTo>
                  <a:lnTo>
                    <a:pt x="48223" y="345346"/>
                  </a:lnTo>
                  <a:lnTo>
                    <a:pt x="48224" y="346736"/>
                  </a:lnTo>
                  <a:lnTo>
                    <a:pt x="48225" y="348126"/>
                  </a:lnTo>
                  <a:lnTo>
                    <a:pt x="48227" y="349516"/>
                  </a:lnTo>
                  <a:lnTo>
                    <a:pt x="48228" y="350906"/>
                  </a:lnTo>
                  <a:lnTo>
                    <a:pt x="48229" y="352296"/>
                  </a:lnTo>
                  <a:lnTo>
                    <a:pt x="48231" y="353686"/>
                  </a:lnTo>
                  <a:lnTo>
                    <a:pt x="48232" y="355076"/>
                  </a:lnTo>
                  <a:lnTo>
                    <a:pt x="48233" y="356466"/>
                  </a:lnTo>
                  <a:lnTo>
                    <a:pt x="48234" y="357856"/>
                  </a:lnTo>
                  <a:lnTo>
                    <a:pt x="48235" y="359246"/>
                  </a:lnTo>
                  <a:lnTo>
                    <a:pt x="48236" y="360636"/>
                  </a:lnTo>
                  <a:lnTo>
                    <a:pt x="48238" y="362026"/>
                  </a:lnTo>
                  <a:lnTo>
                    <a:pt x="48239" y="363416"/>
                  </a:lnTo>
                  <a:lnTo>
                    <a:pt x="48240" y="364806"/>
                  </a:lnTo>
                  <a:lnTo>
                    <a:pt x="48241" y="366196"/>
                  </a:lnTo>
                  <a:lnTo>
                    <a:pt x="48242" y="367586"/>
                  </a:lnTo>
                  <a:lnTo>
                    <a:pt x="48243" y="368976"/>
                  </a:lnTo>
                  <a:lnTo>
                    <a:pt x="48244" y="370366"/>
                  </a:lnTo>
                  <a:lnTo>
                    <a:pt x="48245" y="371756"/>
                  </a:lnTo>
                  <a:lnTo>
                    <a:pt x="48246" y="373146"/>
                  </a:lnTo>
                  <a:lnTo>
                    <a:pt x="48247" y="374536"/>
                  </a:lnTo>
                  <a:lnTo>
                    <a:pt x="48248" y="375926"/>
                  </a:lnTo>
                  <a:lnTo>
                    <a:pt x="48249" y="377316"/>
                  </a:lnTo>
                  <a:lnTo>
                    <a:pt x="48250" y="378706"/>
                  </a:lnTo>
                  <a:lnTo>
                    <a:pt x="48251" y="380096"/>
                  </a:lnTo>
                  <a:lnTo>
                    <a:pt x="48252" y="381486"/>
                  </a:lnTo>
                  <a:lnTo>
                    <a:pt x="48252" y="382876"/>
                  </a:lnTo>
                  <a:lnTo>
                    <a:pt x="48253" y="384267"/>
                  </a:lnTo>
                  <a:lnTo>
                    <a:pt x="48254" y="385657"/>
                  </a:lnTo>
                  <a:lnTo>
                    <a:pt x="48255" y="387047"/>
                  </a:lnTo>
                  <a:lnTo>
                    <a:pt x="48256" y="388437"/>
                  </a:lnTo>
                  <a:lnTo>
                    <a:pt x="48257" y="389827"/>
                  </a:lnTo>
                  <a:lnTo>
                    <a:pt x="48257" y="391217"/>
                  </a:lnTo>
                  <a:lnTo>
                    <a:pt x="48258" y="392607"/>
                  </a:lnTo>
                  <a:lnTo>
                    <a:pt x="48259" y="393997"/>
                  </a:lnTo>
                  <a:lnTo>
                    <a:pt x="48260" y="395379"/>
                  </a:lnTo>
                  <a:lnTo>
                    <a:pt x="48261" y="396761"/>
                  </a:lnTo>
                  <a:lnTo>
                    <a:pt x="48261" y="398144"/>
                  </a:lnTo>
                  <a:lnTo>
                    <a:pt x="48262" y="399526"/>
                  </a:lnTo>
                  <a:lnTo>
                    <a:pt x="48263" y="400908"/>
                  </a:lnTo>
                  <a:lnTo>
                    <a:pt x="48264" y="402291"/>
                  </a:lnTo>
                  <a:lnTo>
                    <a:pt x="48265" y="403673"/>
                  </a:lnTo>
                  <a:lnTo>
                    <a:pt x="48266" y="405055"/>
                  </a:lnTo>
                  <a:lnTo>
                    <a:pt x="48267" y="406438"/>
                  </a:lnTo>
                  <a:lnTo>
                    <a:pt x="48268" y="407820"/>
                  </a:lnTo>
                  <a:lnTo>
                    <a:pt x="48269" y="409202"/>
                  </a:lnTo>
                  <a:lnTo>
                    <a:pt x="48270" y="410584"/>
                  </a:lnTo>
                  <a:lnTo>
                    <a:pt x="48271" y="411967"/>
                  </a:lnTo>
                  <a:lnTo>
                    <a:pt x="48273" y="413349"/>
                  </a:lnTo>
                  <a:lnTo>
                    <a:pt x="48274" y="414731"/>
                  </a:lnTo>
                  <a:lnTo>
                    <a:pt x="48275" y="416114"/>
                  </a:lnTo>
                  <a:lnTo>
                    <a:pt x="48276" y="417496"/>
                  </a:lnTo>
                  <a:lnTo>
                    <a:pt x="48278" y="418878"/>
                  </a:lnTo>
                  <a:lnTo>
                    <a:pt x="48279" y="420261"/>
                  </a:lnTo>
                  <a:lnTo>
                    <a:pt x="48280" y="421643"/>
                  </a:lnTo>
                  <a:lnTo>
                    <a:pt x="48282" y="423025"/>
                  </a:lnTo>
                  <a:lnTo>
                    <a:pt x="48283" y="424408"/>
                  </a:lnTo>
                  <a:lnTo>
                    <a:pt x="48284" y="425790"/>
                  </a:lnTo>
                  <a:lnTo>
                    <a:pt x="48286" y="427172"/>
                  </a:lnTo>
                  <a:lnTo>
                    <a:pt x="48287" y="428554"/>
                  </a:lnTo>
                  <a:lnTo>
                    <a:pt x="48289" y="429937"/>
                  </a:lnTo>
                  <a:lnTo>
                    <a:pt x="48291" y="431319"/>
                  </a:lnTo>
                  <a:lnTo>
                    <a:pt x="48292" y="432701"/>
                  </a:lnTo>
                  <a:lnTo>
                    <a:pt x="48294" y="434084"/>
                  </a:lnTo>
                  <a:lnTo>
                    <a:pt x="48295" y="435466"/>
                  </a:lnTo>
                  <a:lnTo>
                    <a:pt x="48297" y="436848"/>
                  </a:lnTo>
                  <a:lnTo>
                    <a:pt x="48299" y="438231"/>
                  </a:lnTo>
                  <a:lnTo>
                    <a:pt x="48300" y="439613"/>
                  </a:lnTo>
                  <a:lnTo>
                    <a:pt x="48302" y="440995"/>
                  </a:lnTo>
                  <a:lnTo>
                    <a:pt x="48304" y="442377"/>
                  </a:lnTo>
                  <a:lnTo>
                    <a:pt x="48306" y="443760"/>
                  </a:lnTo>
                  <a:lnTo>
                    <a:pt x="48308" y="445142"/>
                  </a:lnTo>
                  <a:lnTo>
                    <a:pt x="48310" y="446524"/>
                  </a:lnTo>
                  <a:lnTo>
                    <a:pt x="48311" y="447907"/>
                  </a:lnTo>
                  <a:lnTo>
                    <a:pt x="48313" y="449289"/>
                  </a:lnTo>
                  <a:lnTo>
                    <a:pt x="48315" y="450671"/>
                  </a:lnTo>
                  <a:lnTo>
                    <a:pt x="48317" y="452054"/>
                  </a:lnTo>
                  <a:lnTo>
                    <a:pt x="48319" y="453436"/>
                  </a:lnTo>
                  <a:lnTo>
                    <a:pt x="48321" y="454818"/>
                  </a:lnTo>
                  <a:lnTo>
                    <a:pt x="48323" y="456200"/>
                  </a:lnTo>
                  <a:lnTo>
                    <a:pt x="48326" y="457583"/>
                  </a:lnTo>
                  <a:lnTo>
                    <a:pt x="48328" y="458965"/>
                  </a:lnTo>
                  <a:lnTo>
                    <a:pt x="48330" y="460347"/>
                  </a:lnTo>
                  <a:lnTo>
                    <a:pt x="48332" y="461730"/>
                  </a:lnTo>
                  <a:lnTo>
                    <a:pt x="48334" y="463112"/>
                  </a:lnTo>
                  <a:lnTo>
                    <a:pt x="48336" y="464494"/>
                  </a:lnTo>
                  <a:lnTo>
                    <a:pt x="48339" y="465877"/>
                  </a:lnTo>
                  <a:lnTo>
                    <a:pt x="48341" y="467259"/>
                  </a:lnTo>
                  <a:lnTo>
                    <a:pt x="48343" y="468641"/>
                  </a:lnTo>
                  <a:lnTo>
                    <a:pt x="48346" y="470024"/>
                  </a:lnTo>
                  <a:lnTo>
                    <a:pt x="48348" y="471406"/>
                  </a:lnTo>
                  <a:lnTo>
                    <a:pt x="48350" y="472788"/>
                  </a:lnTo>
                  <a:lnTo>
                    <a:pt x="48353" y="474170"/>
                  </a:lnTo>
                  <a:lnTo>
                    <a:pt x="48355" y="475553"/>
                  </a:lnTo>
                  <a:lnTo>
                    <a:pt x="48358" y="476935"/>
                  </a:lnTo>
                  <a:lnTo>
                    <a:pt x="48360" y="478317"/>
                  </a:lnTo>
                  <a:lnTo>
                    <a:pt x="48363" y="479700"/>
                  </a:lnTo>
                  <a:lnTo>
                    <a:pt x="48365" y="481082"/>
                  </a:lnTo>
                  <a:lnTo>
                    <a:pt x="48368" y="482464"/>
                  </a:lnTo>
                  <a:lnTo>
                    <a:pt x="48370" y="483515"/>
                  </a:lnTo>
                  <a:lnTo>
                    <a:pt x="48372" y="484565"/>
                  </a:lnTo>
                  <a:lnTo>
                    <a:pt x="48373" y="485616"/>
                  </a:lnTo>
                  <a:lnTo>
                    <a:pt x="48375" y="486667"/>
                  </a:lnTo>
                  <a:lnTo>
                    <a:pt x="48377" y="487717"/>
                  </a:lnTo>
                  <a:lnTo>
                    <a:pt x="48379" y="488768"/>
                  </a:lnTo>
                  <a:lnTo>
                    <a:pt x="48380" y="489818"/>
                  </a:lnTo>
                  <a:lnTo>
                    <a:pt x="48382" y="490869"/>
                  </a:lnTo>
                  <a:lnTo>
                    <a:pt x="48384" y="491919"/>
                  </a:lnTo>
                  <a:lnTo>
                    <a:pt x="48385" y="492970"/>
                  </a:lnTo>
                  <a:lnTo>
                    <a:pt x="48387" y="494020"/>
                  </a:lnTo>
                  <a:lnTo>
                    <a:pt x="48389" y="495071"/>
                  </a:lnTo>
                  <a:lnTo>
                    <a:pt x="48390" y="496121"/>
                  </a:lnTo>
                  <a:lnTo>
                    <a:pt x="48392" y="497172"/>
                  </a:lnTo>
                  <a:lnTo>
                    <a:pt x="48393" y="498222"/>
                  </a:lnTo>
                  <a:lnTo>
                    <a:pt x="48394" y="499273"/>
                  </a:lnTo>
                  <a:lnTo>
                    <a:pt x="48396" y="500323"/>
                  </a:lnTo>
                  <a:lnTo>
                    <a:pt x="48397" y="501374"/>
                  </a:lnTo>
                  <a:lnTo>
                    <a:pt x="48398" y="502424"/>
                  </a:lnTo>
                  <a:lnTo>
                    <a:pt x="48400" y="503475"/>
                  </a:lnTo>
                  <a:lnTo>
                    <a:pt x="48401" y="504525"/>
                  </a:lnTo>
                  <a:lnTo>
                    <a:pt x="48402" y="505576"/>
                  </a:lnTo>
                  <a:lnTo>
                    <a:pt x="48403" y="506626"/>
                  </a:lnTo>
                  <a:lnTo>
                    <a:pt x="48404" y="507677"/>
                  </a:lnTo>
                  <a:lnTo>
                    <a:pt x="48405" y="508727"/>
                  </a:lnTo>
                  <a:lnTo>
                    <a:pt x="48406" y="509778"/>
                  </a:lnTo>
                  <a:lnTo>
                    <a:pt x="48407" y="510828"/>
                  </a:lnTo>
                  <a:lnTo>
                    <a:pt x="48408" y="511879"/>
                  </a:lnTo>
                  <a:lnTo>
                    <a:pt x="48409" y="512929"/>
                  </a:lnTo>
                  <a:lnTo>
                    <a:pt x="48410" y="513980"/>
                  </a:lnTo>
                  <a:lnTo>
                    <a:pt x="48411" y="515031"/>
                  </a:lnTo>
                  <a:lnTo>
                    <a:pt x="48411" y="516081"/>
                  </a:lnTo>
                  <a:lnTo>
                    <a:pt x="48412" y="517132"/>
                  </a:lnTo>
                  <a:lnTo>
                    <a:pt x="48413" y="518182"/>
                  </a:lnTo>
                  <a:lnTo>
                    <a:pt x="48413" y="519233"/>
                  </a:lnTo>
                  <a:lnTo>
                    <a:pt x="48414" y="520283"/>
                  </a:lnTo>
                  <a:lnTo>
                    <a:pt x="48415" y="521334"/>
                  </a:lnTo>
                  <a:lnTo>
                    <a:pt x="48415" y="522384"/>
                  </a:lnTo>
                  <a:lnTo>
                    <a:pt x="48416" y="523435"/>
                  </a:lnTo>
                  <a:lnTo>
                    <a:pt x="48416" y="524485"/>
                  </a:lnTo>
                  <a:lnTo>
                    <a:pt x="48416" y="525536"/>
                  </a:lnTo>
                  <a:lnTo>
                    <a:pt x="48417" y="526586"/>
                  </a:lnTo>
                  <a:lnTo>
                    <a:pt x="48417" y="527637"/>
                  </a:lnTo>
                  <a:lnTo>
                    <a:pt x="48417" y="528687"/>
                  </a:lnTo>
                  <a:lnTo>
                    <a:pt x="48417" y="529738"/>
                  </a:lnTo>
                  <a:lnTo>
                    <a:pt x="48417" y="530788"/>
                  </a:lnTo>
                  <a:lnTo>
                    <a:pt x="48418" y="531839"/>
                  </a:lnTo>
                  <a:lnTo>
                    <a:pt x="48418" y="532889"/>
                  </a:lnTo>
                  <a:lnTo>
                    <a:pt x="48418" y="533940"/>
                  </a:lnTo>
                  <a:lnTo>
                    <a:pt x="48418" y="534990"/>
                  </a:lnTo>
                  <a:lnTo>
                    <a:pt x="48418" y="536041"/>
                  </a:lnTo>
                  <a:lnTo>
                    <a:pt x="48417" y="537092"/>
                  </a:lnTo>
                  <a:lnTo>
                    <a:pt x="48417" y="538161"/>
                  </a:lnTo>
                  <a:lnTo>
                    <a:pt x="48418" y="539230"/>
                  </a:lnTo>
                  <a:lnTo>
                    <a:pt x="48418" y="540299"/>
                  </a:lnTo>
                  <a:lnTo>
                    <a:pt x="48418" y="541368"/>
                  </a:lnTo>
                  <a:lnTo>
                    <a:pt x="48419" y="542437"/>
                  </a:lnTo>
                  <a:lnTo>
                    <a:pt x="48419" y="543506"/>
                  </a:lnTo>
                  <a:lnTo>
                    <a:pt x="48420" y="544575"/>
                  </a:lnTo>
                  <a:lnTo>
                    <a:pt x="48420" y="545644"/>
                  </a:lnTo>
                  <a:lnTo>
                    <a:pt x="48421" y="546713"/>
                  </a:lnTo>
                  <a:lnTo>
                    <a:pt x="48422" y="547782"/>
                  </a:lnTo>
                  <a:lnTo>
                    <a:pt x="48423" y="548851"/>
                  </a:lnTo>
                  <a:lnTo>
                    <a:pt x="48424" y="549920"/>
                  </a:lnTo>
                  <a:lnTo>
                    <a:pt x="48425" y="550989"/>
                  </a:lnTo>
                  <a:lnTo>
                    <a:pt x="48426" y="552058"/>
                  </a:lnTo>
                  <a:lnTo>
                    <a:pt x="48428" y="553127"/>
                  </a:lnTo>
                  <a:lnTo>
                    <a:pt x="48429" y="554196"/>
                  </a:lnTo>
                  <a:lnTo>
                    <a:pt x="48431" y="555265"/>
                  </a:lnTo>
                  <a:lnTo>
                    <a:pt x="48432" y="556334"/>
                  </a:lnTo>
                  <a:lnTo>
                    <a:pt x="48434" y="557403"/>
                  </a:lnTo>
                  <a:lnTo>
                    <a:pt x="48436" y="558472"/>
                  </a:lnTo>
                  <a:lnTo>
                    <a:pt x="48437" y="559541"/>
                  </a:lnTo>
                  <a:lnTo>
                    <a:pt x="48439" y="560610"/>
                  </a:lnTo>
                  <a:lnTo>
                    <a:pt x="48441" y="561679"/>
                  </a:lnTo>
                  <a:lnTo>
                    <a:pt x="48444" y="562748"/>
                  </a:lnTo>
                  <a:lnTo>
                    <a:pt x="48446" y="563817"/>
                  </a:lnTo>
                  <a:lnTo>
                    <a:pt x="48448" y="564886"/>
                  </a:lnTo>
                  <a:lnTo>
                    <a:pt x="48450" y="565955"/>
                  </a:lnTo>
                  <a:lnTo>
                    <a:pt x="48453" y="567024"/>
                  </a:lnTo>
                  <a:lnTo>
                    <a:pt x="48455" y="568093"/>
                  </a:lnTo>
                  <a:lnTo>
                    <a:pt x="48458" y="569162"/>
                  </a:lnTo>
                  <a:lnTo>
                    <a:pt x="48461" y="570231"/>
                  </a:lnTo>
                  <a:lnTo>
                    <a:pt x="48464" y="571300"/>
                  </a:lnTo>
                  <a:lnTo>
                    <a:pt x="48466" y="572369"/>
                  </a:lnTo>
                  <a:lnTo>
                    <a:pt x="48469" y="573438"/>
                  </a:lnTo>
                  <a:lnTo>
                    <a:pt x="48472" y="574507"/>
                  </a:lnTo>
                  <a:lnTo>
                    <a:pt x="48475" y="575588"/>
                  </a:lnTo>
                  <a:lnTo>
                    <a:pt x="48478" y="576669"/>
                  </a:lnTo>
                  <a:lnTo>
                    <a:pt x="48480" y="577750"/>
                  </a:lnTo>
                  <a:lnTo>
                    <a:pt x="48483" y="578830"/>
                  </a:lnTo>
                  <a:lnTo>
                    <a:pt x="48485" y="579911"/>
                  </a:lnTo>
                  <a:lnTo>
                    <a:pt x="48487" y="580992"/>
                  </a:lnTo>
                  <a:lnTo>
                    <a:pt x="48489" y="582073"/>
                  </a:lnTo>
                  <a:lnTo>
                    <a:pt x="48490" y="583153"/>
                  </a:lnTo>
                  <a:lnTo>
                    <a:pt x="48492" y="584234"/>
                  </a:lnTo>
                  <a:lnTo>
                    <a:pt x="48493" y="585315"/>
                  </a:lnTo>
                  <a:lnTo>
                    <a:pt x="48494" y="586396"/>
                  </a:lnTo>
                  <a:lnTo>
                    <a:pt x="48494" y="587476"/>
                  </a:lnTo>
                  <a:lnTo>
                    <a:pt x="48495" y="588557"/>
                  </a:lnTo>
                  <a:lnTo>
                    <a:pt x="48495" y="589638"/>
                  </a:lnTo>
                  <a:lnTo>
                    <a:pt x="48495" y="590719"/>
                  </a:lnTo>
                  <a:lnTo>
                    <a:pt x="48495" y="591799"/>
                  </a:lnTo>
                  <a:lnTo>
                    <a:pt x="48494" y="592880"/>
                  </a:lnTo>
                  <a:lnTo>
                    <a:pt x="48493" y="593961"/>
                  </a:lnTo>
                  <a:lnTo>
                    <a:pt x="48492" y="595041"/>
                  </a:lnTo>
                  <a:lnTo>
                    <a:pt x="48490" y="596122"/>
                  </a:lnTo>
                  <a:lnTo>
                    <a:pt x="48488" y="597220"/>
                  </a:lnTo>
                  <a:lnTo>
                    <a:pt x="48487" y="598318"/>
                  </a:lnTo>
                  <a:lnTo>
                    <a:pt x="48487" y="599416"/>
                  </a:lnTo>
                  <a:lnTo>
                    <a:pt x="48486" y="600514"/>
                  </a:lnTo>
                  <a:lnTo>
                    <a:pt x="48486" y="601612"/>
                  </a:lnTo>
                  <a:lnTo>
                    <a:pt x="48487" y="602710"/>
                  </a:lnTo>
                  <a:lnTo>
                    <a:pt x="48488" y="603808"/>
                  </a:lnTo>
                  <a:lnTo>
                    <a:pt x="48490" y="604906"/>
                  </a:lnTo>
                  <a:lnTo>
                    <a:pt x="48491" y="606004"/>
                  </a:lnTo>
                  <a:lnTo>
                    <a:pt x="48494" y="607102"/>
                  </a:lnTo>
                  <a:lnTo>
                    <a:pt x="48496" y="608199"/>
                  </a:lnTo>
                  <a:lnTo>
                    <a:pt x="48499" y="609297"/>
                  </a:lnTo>
                  <a:lnTo>
                    <a:pt x="48503" y="610395"/>
                  </a:lnTo>
                  <a:lnTo>
                    <a:pt x="48507" y="611493"/>
                  </a:lnTo>
                  <a:lnTo>
                    <a:pt x="48511" y="612591"/>
                  </a:lnTo>
                  <a:lnTo>
                    <a:pt x="48516" y="613689"/>
                  </a:lnTo>
                  <a:lnTo>
                    <a:pt x="48521" y="614787"/>
                  </a:lnTo>
                  <a:lnTo>
                    <a:pt x="48526" y="615885"/>
                  </a:lnTo>
                  <a:lnTo>
                    <a:pt x="48529" y="617081"/>
                  </a:lnTo>
                  <a:lnTo>
                    <a:pt x="48531" y="618277"/>
                  </a:lnTo>
                  <a:lnTo>
                    <a:pt x="48531" y="619472"/>
                  </a:lnTo>
                  <a:lnTo>
                    <a:pt x="48529" y="620668"/>
                  </a:lnTo>
                  <a:lnTo>
                    <a:pt x="48526" y="621863"/>
                  </a:lnTo>
                  <a:lnTo>
                    <a:pt x="48521" y="623059"/>
                  </a:lnTo>
                  <a:lnTo>
                    <a:pt x="48517" y="624137"/>
                  </a:lnTo>
                  <a:lnTo>
                    <a:pt x="48516" y="625215"/>
                  </a:lnTo>
                  <a:lnTo>
                    <a:pt x="48517" y="626294"/>
                  </a:lnTo>
                  <a:lnTo>
                    <a:pt x="48519" y="627372"/>
                  </a:lnTo>
                  <a:lnTo>
                    <a:pt x="48524" y="628450"/>
                  </a:lnTo>
                  <a:lnTo>
                    <a:pt x="48529" y="629528"/>
                  </a:lnTo>
                  <a:lnTo>
                    <a:pt x="48536" y="630607"/>
                  </a:lnTo>
                  <a:lnTo>
                    <a:pt x="48544" y="631685"/>
                  </a:lnTo>
                  <a:lnTo>
                    <a:pt x="48553" y="632764"/>
                  </a:lnTo>
                  <a:lnTo>
                    <a:pt x="48535" y="634180"/>
                  </a:lnTo>
                  <a:lnTo>
                    <a:pt x="48517" y="635618"/>
                  </a:lnTo>
                  <a:lnTo>
                    <a:pt x="48537" y="636735"/>
                  </a:lnTo>
                  <a:lnTo>
                    <a:pt x="48571" y="637610"/>
                  </a:lnTo>
                  <a:lnTo>
                    <a:pt x="48638" y="638435"/>
                  </a:lnTo>
                  <a:lnTo>
                    <a:pt x="48757" y="639402"/>
                  </a:lnTo>
                  <a:lnTo>
                    <a:pt x="48950" y="640703"/>
                  </a:lnTo>
                  <a:lnTo>
                    <a:pt x="49235" y="642529"/>
                  </a:lnTo>
                  <a:lnTo>
                    <a:pt x="50397" y="643571"/>
                  </a:lnTo>
                  <a:lnTo>
                    <a:pt x="51252" y="644316"/>
                  </a:lnTo>
                  <a:lnTo>
                    <a:pt x="51952" y="644875"/>
                  </a:lnTo>
                  <a:lnTo>
                    <a:pt x="52645" y="645360"/>
                  </a:lnTo>
                  <a:lnTo>
                    <a:pt x="53480" y="645884"/>
                  </a:lnTo>
                  <a:lnTo>
                    <a:pt x="54607" y="646558"/>
                  </a:lnTo>
                  <a:lnTo>
                    <a:pt x="54607" y="647891"/>
                  </a:lnTo>
                  <a:lnTo>
                    <a:pt x="54607" y="649244"/>
                  </a:lnTo>
                  <a:lnTo>
                    <a:pt x="55604" y="649576"/>
                  </a:lnTo>
                  <a:lnTo>
                    <a:pt x="56606" y="649910"/>
                  </a:lnTo>
                  <a:lnTo>
                    <a:pt x="57615" y="650247"/>
                  </a:lnTo>
                  <a:lnTo>
                    <a:pt x="58635" y="650587"/>
                  </a:lnTo>
                  <a:lnTo>
                    <a:pt x="59301" y="651919"/>
                  </a:lnTo>
                  <a:lnTo>
                    <a:pt x="59978" y="653272"/>
                  </a:lnTo>
                  <a:lnTo>
                    <a:pt x="61973" y="653283"/>
                  </a:lnTo>
                  <a:lnTo>
                    <a:pt x="63910" y="653293"/>
                  </a:lnTo>
                  <a:lnTo>
                    <a:pt x="65796" y="653302"/>
                  </a:lnTo>
                  <a:lnTo>
                    <a:pt x="67637" y="653312"/>
                  </a:lnTo>
                  <a:lnTo>
                    <a:pt x="69438" y="653321"/>
                  </a:lnTo>
                  <a:lnTo>
                    <a:pt x="71207" y="653330"/>
                  </a:lnTo>
                  <a:lnTo>
                    <a:pt x="72947" y="653339"/>
                  </a:lnTo>
                  <a:lnTo>
                    <a:pt x="74667" y="653348"/>
                  </a:lnTo>
                  <a:lnTo>
                    <a:pt x="76371" y="653356"/>
                  </a:lnTo>
                  <a:lnTo>
                    <a:pt x="78065" y="653365"/>
                  </a:lnTo>
                  <a:lnTo>
                    <a:pt x="79757" y="653374"/>
                  </a:lnTo>
                  <a:lnTo>
                    <a:pt x="81451" y="653383"/>
                  </a:lnTo>
                  <a:lnTo>
                    <a:pt x="83154" y="653391"/>
                  </a:lnTo>
                  <a:lnTo>
                    <a:pt x="84871" y="653400"/>
                  </a:lnTo>
                  <a:lnTo>
                    <a:pt x="86609" y="653409"/>
                  </a:lnTo>
                  <a:lnTo>
                    <a:pt x="88373" y="653418"/>
                  </a:lnTo>
                  <a:lnTo>
                    <a:pt x="90170" y="653427"/>
                  </a:lnTo>
                  <a:lnTo>
                    <a:pt x="92006" y="653437"/>
                  </a:lnTo>
                  <a:lnTo>
                    <a:pt x="93886" y="653446"/>
                  </a:lnTo>
                  <a:lnTo>
                    <a:pt x="95817" y="653456"/>
                  </a:lnTo>
                  <a:lnTo>
                    <a:pt x="97805" y="653466"/>
                  </a:lnTo>
                  <a:lnTo>
                    <a:pt x="99855" y="653477"/>
                  </a:lnTo>
                  <a:lnTo>
                    <a:pt x="101973" y="653488"/>
                  </a:lnTo>
                  <a:lnTo>
                    <a:pt x="104167" y="653499"/>
                  </a:lnTo>
                  <a:lnTo>
                    <a:pt x="106440" y="653511"/>
                  </a:lnTo>
                  <a:lnTo>
                    <a:pt x="108801" y="653523"/>
                  </a:lnTo>
                  <a:lnTo>
                    <a:pt x="111253" y="653535"/>
                  </a:lnTo>
                  <a:lnTo>
                    <a:pt x="113805" y="653548"/>
                  </a:lnTo>
                  <a:lnTo>
                    <a:pt x="116461" y="653562"/>
                  </a:lnTo>
                  <a:lnTo>
                    <a:pt x="119227" y="653576"/>
                  </a:lnTo>
                  <a:lnTo>
                    <a:pt x="122110" y="653591"/>
                  </a:lnTo>
                  <a:lnTo>
                    <a:pt x="125116" y="653606"/>
                  </a:lnTo>
                  <a:lnTo>
                    <a:pt x="128249" y="653623"/>
                  </a:lnTo>
                  <a:lnTo>
                    <a:pt x="131518" y="653639"/>
                  </a:lnTo>
                  <a:lnTo>
                    <a:pt x="134927" y="653657"/>
                  </a:lnTo>
                  <a:lnTo>
                    <a:pt x="138482" y="653675"/>
                  </a:lnTo>
                  <a:lnTo>
                    <a:pt x="142190" y="653694"/>
                  </a:lnTo>
                  <a:lnTo>
                    <a:pt x="146057" y="653714"/>
                  </a:lnTo>
                  <a:lnTo>
                    <a:pt x="150087" y="653735"/>
                  </a:lnTo>
                  <a:lnTo>
                    <a:pt x="154289" y="653756"/>
                  </a:lnTo>
                  <a:lnTo>
                    <a:pt x="158666" y="653778"/>
                  </a:lnTo>
                  <a:lnTo>
                    <a:pt x="163227" y="653802"/>
                  </a:lnTo>
                  <a:lnTo>
                    <a:pt x="167975" y="653826"/>
                  </a:lnTo>
                  <a:lnTo>
                    <a:pt x="172918" y="653852"/>
                  </a:lnTo>
                  <a:lnTo>
                    <a:pt x="178062" y="653878"/>
                  </a:lnTo>
                  <a:lnTo>
                    <a:pt x="183412" y="653905"/>
                  </a:lnTo>
                  <a:lnTo>
                    <a:pt x="188974" y="653934"/>
                  </a:lnTo>
                  <a:lnTo>
                    <a:pt x="194755" y="653964"/>
                  </a:lnTo>
                  <a:lnTo>
                    <a:pt x="200760" y="653994"/>
                  </a:lnTo>
                  <a:lnTo>
                    <a:pt x="206995" y="654026"/>
                  </a:lnTo>
                  <a:lnTo>
                    <a:pt x="213467" y="654060"/>
                  </a:lnTo>
                  <a:lnTo>
                    <a:pt x="220182" y="654094"/>
                  </a:lnTo>
                  <a:lnTo>
                    <a:pt x="227144" y="654130"/>
                  </a:lnTo>
                  <a:lnTo>
                    <a:pt x="234361" y="654167"/>
                  </a:lnTo>
                  <a:lnTo>
                    <a:pt x="241839" y="654205"/>
                  </a:lnTo>
                  <a:lnTo>
                    <a:pt x="249582" y="654245"/>
                  </a:lnTo>
                  <a:lnTo>
                    <a:pt x="257599" y="654286"/>
                  </a:lnTo>
                  <a:lnTo>
                    <a:pt x="265893" y="654328"/>
                  </a:lnTo>
                  <a:lnTo>
                    <a:pt x="274472" y="654372"/>
                  </a:lnTo>
                  <a:lnTo>
                    <a:pt x="283341" y="654418"/>
                  </a:lnTo>
                  <a:lnTo>
                    <a:pt x="292506" y="654465"/>
                  </a:lnTo>
                  <a:lnTo>
                    <a:pt x="301974" y="654513"/>
                  </a:lnTo>
                  <a:lnTo>
                    <a:pt x="311750" y="654564"/>
                  </a:lnTo>
                  <a:lnTo>
                    <a:pt x="321840" y="654615"/>
                  </a:lnTo>
                  <a:lnTo>
                    <a:pt x="321840" y="653527"/>
                  </a:lnTo>
                  <a:lnTo>
                    <a:pt x="321840" y="652439"/>
                  </a:lnTo>
                  <a:lnTo>
                    <a:pt x="321840" y="651350"/>
                  </a:lnTo>
                  <a:lnTo>
                    <a:pt x="321840" y="650259"/>
                  </a:lnTo>
                  <a:lnTo>
                    <a:pt x="321840" y="649165"/>
                  </a:lnTo>
                  <a:lnTo>
                    <a:pt x="321840" y="648069"/>
                  </a:lnTo>
                  <a:lnTo>
                    <a:pt x="321840" y="646970"/>
                  </a:lnTo>
                  <a:lnTo>
                    <a:pt x="321840" y="645867"/>
                  </a:lnTo>
                  <a:lnTo>
                    <a:pt x="321840" y="644759"/>
                  </a:lnTo>
                  <a:lnTo>
                    <a:pt x="321840" y="643647"/>
                  </a:lnTo>
                  <a:lnTo>
                    <a:pt x="321840" y="642529"/>
                  </a:lnTo>
                  <a:lnTo>
                    <a:pt x="322367" y="643594"/>
                  </a:lnTo>
                  <a:lnTo>
                    <a:pt x="322863" y="644626"/>
                  </a:lnTo>
                  <a:lnTo>
                    <a:pt x="323332" y="645634"/>
                  </a:lnTo>
                  <a:lnTo>
                    <a:pt x="323776" y="646626"/>
                  </a:lnTo>
                  <a:lnTo>
                    <a:pt x="324196" y="647611"/>
                  </a:lnTo>
                  <a:lnTo>
                    <a:pt x="324596" y="648596"/>
                  </a:lnTo>
                  <a:lnTo>
                    <a:pt x="324977" y="649591"/>
                  </a:lnTo>
                  <a:lnTo>
                    <a:pt x="325342" y="650603"/>
                  </a:lnTo>
                  <a:lnTo>
                    <a:pt x="325693" y="651641"/>
                  </a:lnTo>
                  <a:lnTo>
                    <a:pt x="326032" y="652713"/>
                  </a:lnTo>
                  <a:lnTo>
                    <a:pt x="326362" y="653828"/>
                  </a:lnTo>
                  <a:lnTo>
                    <a:pt x="326690" y="654956"/>
                  </a:lnTo>
                  <a:lnTo>
                    <a:pt x="327020" y="656092"/>
                  </a:lnTo>
                  <a:lnTo>
                    <a:pt x="327354" y="657243"/>
                  </a:lnTo>
                  <a:lnTo>
                    <a:pt x="327695" y="658427"/>
                  </a:lnTo>
                  <a:lnTo>
                    <a:pt x="328038" y="659619"/>
                  </a:lnTo>
                  <a:lnTo>
                    <a:pt x="328386" y="660826"/>
                  </a:lnTo>
                  <a:lnTo>
                    <a:pt x="328685" y="661848"/>
                  </a:lnTo>
                  <a:lnTo>
                    <a:pt x="328986" y="662868"/>
                  </a:lnTo>
                  <a:lnTo>
                    <a:pt x="329288" y="663885"/>
                  </a:lnTo>
                  <a:lnTo>
                    <a:pt x="329592" y="664901"/>
                  </a:lnTo>
                  <a:lnTo>
                    <a:pt x="329898" y="665916"/>
                  </a:lnTo>
                  <a:lnTo>
                    <a:pt x="330207" y="666928"/>
                  </a:lnTo>
                  <a:lnTo>
                    <a:pt x="330519" y="667938"/>
                  </a:lnTo>
                  <a:lnTo>
                    <a:pt x="330834" y="668947"/>
                  </a:lnTo>
                  <a:lnTo>
                    <a:pt x="331152" y="669953"/>
                  </a:lnTo>
                  <a:lnTo>
                    <a:pt x="331475" y="670958"/>
                  </a:lnTo>
                  <a:lnTo>
                    <a:pt x="331803" y="671960"/>
                  </a:lnTo>
                  <a:lnTo>
                    <a:pt x="332135" y="672961"/>
                  </a:lnTo>
                  <a:lnTo>
                    <a:pt x="332472" y="673960"/>
                  </a:lnTo>
                  <a:lnTo>
                    <a:pt x="332815" y="674957"/>
                  </a:lnTo>
                  <a:lnTo>
                    <a:pt x="333164" y="675952"/>
                  </a:lnTo>
                  <a:lnTo>
                    <a:pt x="333519" y="676946"/>
                  </a:lnTo>
                  <a:lnTo>
                    <a:pt x="333881" y="677937"/>
                  </a:lnTo>
                  <a:lnTo>
                    <a:pt x="334250" y="678926"/>
                  </a:lnTo>
                  <a:lnTo>
                    <a:pt x="334627" y="679914"/>
                  </a:lnTo>
                  <a:lnTo>
                    <a:pt x="335011" y="680900"/>
                  </a:lnTo>
                  <a:lnTo>
                    <a:pt x="335403" y="681884"/>
                  </a:lnTo>
                  <a:lnTo>
                    <a:pt x="335804" y="682865"/>
                  </a:lnTo>
                  <a:lnTo>
                    <a:pt x="336214" y="683845"/>
                  </a:lnTo>
                  <a:lnTo>
                    <a:pt x="336633" y="684824"/>
                  </a:lnTo>
                  <a:lnTo>
                    <a:pt x="337062" y="685800"/>
                  </a:lnTo>
                  <a:lnTo>
                    <a:pt x="337438" y="686824"/>
                  </a:lnTo>
                  <a:lnTo>
                    <a:pt x="337690" y="687629"/>
                  </a:lnTo>
                  <a:lnTo>
                    <a:pt x="337843" y="688392"/>
                  </a:lnTo>
                  <a:lnTo>
                    <a:pt x="337922" y="689293"/>
                  </a:lnTo>
                  <a:lnTo>
                    <a:pt x="337951" y="690508"/>
                  </a:lnTo>
                  <a:lnTo>
                    <a:pt x="337955" y="692216"/>
                  </a:lnTo>
                  <a:lnTo>
                    <a:pt x="339287" y="692216"/>
                  </a:lnTo>
                  <a:lnTo>
                    <a:pt x="340641" y="692216"/>
                  </a:lnTo>
                  <a:lnTo>
                    <a:pt x="341181" y="693255"/>
                  </a:lnTo>
                  <a:lnTo>
                    <a:pt x="341719" y="694295"/>
                  </a:lnTo>
                  <a:lnTo>
                    <a:pt x="342256" y="695336"/>
                  </a:lnTo>
                  <a:lnTo>
                    <a:pt x="342792" y="696377"/>
                  </a:lnTo>
                  <a:lnTo>
                    <a:pt x="343327" y="697420"/>
                  </a:lnTo>
                  <a:lnTo>
                    <a:pt x="343825" y="698386"/>
                  </a:lnTo>
                  <a:lnTo>
                    <a:pt x="344327" y="699359"/>
                  </a:lnTo>
                  <a:lnTo>
                    <a:pt x="344836" y="700346"/>
                  </a:lnTo>
                  <a:lnTo>
                    <a:pt x="345410" y="701643"/>
                  </a:lnTo>
                  <a:lnTo>
                    <a:pt x="345758" y="702566"/>
                  </a:lnTo>
                  <a:lnTo>
                    <a:pt x="345937" y="703372"/>
                  </a:lnTo>
                  <a:lnTo>
                    <a:pt x="346003" y="704313"/>
                  </a:lnTo>
                  <a:lnTo>
                    <a:pt x="346012" y="705645"/>
                  </a:lnTo>
                  <a:lnTo>
                    <a:pt x="347345" y="705645"/>
                  </a:lnTo>
                  <a:lnTo>
                    <a:pt x="348698" y="705645"/>
                  </a:lnTo>
                  <a:lnTo>
                    <a:pt x="348698" y="706976"/>
                  </a:lnTo>
                  <a:lnTo>
                    <a:pt x="348698" y="708316"/>
                  </a:lnTo>
                  <a:lnTo>
                    <a:pt x="348698" y="709673"/>
                  </a:lnTo>
                  <a:lnTo>
                    <a:pt x="350030" y="709673"/>
                  </a:lnTo>
                  <a:lnTo>
                    <a:pt x="351384" y="709673"/>
                  </a:lnTo>
                  <a:lnTo>
                    <a:pt x="351236" y="710708"/>
                  </a:lnTo>
                  <a:lnTo>
                    <a:pt x="351088" y="711743"/>
                  </a:lnTo>
                  <a:lnTo>
                    <a:pt x="350940" y="712779"/>
                  </a:lnTo>
                  <a:lnTo>
                    <a:pt x="350791" y="713818"/>
                  </a:lnTo>
                  <a:lnTo>
                    <a:pt x="350642" y="714860"/>
                  </a:lnTo>
                  <a:lnTo>
                    <a:pt x="350493" y="715905"/>
                  </a:lnTo>
                  <a:lnTo>
                    <a:pt x="350343" y="716956"/>
                  </a:lnTo>
                  <a:lnTo>
                    <a:pt x="350192" y="718012"/>
                  </a:lnTo>
                  <a:lnTo>
                    <a:pt x="350041" y="719074"/>
                  </a:lnTo>
                  <a:lnTo>
                    <a:pt x="348708" y="719074"/>
                  </a:lnTo>
                  <a:lnTo>
                    <a:pt x="347355" y="719074"/>
                  </a:lnTo>
                  <a:lnTo>
                    <a:pt x="347355" y="718010"/>
                  </a:lnTo>
                  <a:lnTo>
                    <a:pt x="347355" y="716943"/>
                  </a:lnTo>
                  <a:lnTo>
                    <a:pt x="347355" y="715871"/>
                  </a:lnTo>
                  <a:lnTo>
                    <a:pt x="347355" y="714792"/>
                  </a:lnTo>
                  <a:lnTo>
                    <a:pt x="347355" y="713702"/>
                  </a:lnTo>
                  <a:lnTo>
                    <a:pt x="346022" y="713702"/>
                  </a:lnTo>
                  <a:lnTo>
                    <a:pt x="344669" y="713702"/>
                  </a:lnTo>
                  <a:lnTo>
                    <a:pt x="344448" y="712594"/>
                  </a:lnTo>
                  <a:lnTo>
                    <a:pt x="344226" y="711484"/>
                  </a:lnTo>
                  <a:lnTo>
                    <a:pt x="344003" y="710370"/>
                  </a:lnTo>
                  <a:lnTo>
                    <a:pt x="343779" y="709251"/>
                  </a:lnTo>
                  <a:lnTo>
                    <a:pt x="343553" y="708124"/>
                  </a:lnTo>
                  <a:lnTo>
                    <a:pt x="343327" y="706988"/>
                  </a:lnTo>
                  <a:lnTo>
                    <a:pt x="341993" y="706988"/>
                  </a:lnTo>
                  <a:lnTo>
                    <a:pt x="340641" y="706988"/>
                  </a:lnTo>
                  <a:lnTo>
                    <a:pt x="340641" y="705924"/>
                  </a:lnTo>
                  <a:lnTo>
                    <a:pt x="340641" y="704857"/>
                  </a:lnTo>
                  <a:lnTo>
                    <a:pt x="340641" y="703785"/>
                  </a:lnTo>
                  <a:lnTo>
                    <a:pt x="340641" y="702706"/>
                  </a:lnTo>
                  <a:lnTo>
                    <a:pt x="340641" y="701616"/>
                  </a:lnTo>
                  <a:lnTo>
                    <a:pt x="339465" y="701619"/>
                  </a:lnTo>
                  <a:lnTo>
                    <a:pt x="338284" y="701622"/>
                  </a:lnTo>
                  <a:lnTo>
                    <a:pt x="337095" y="701624"/>
                  </a:lnTo>
                  <a:lnTo>
                    <a:pt x="335892" y="701627"/>
                  </a:lnTo>
                  <a:lnTo>
                    <a:pt x="334148" y="701631"/>
                  </a:lnTo>
                  <a:lnTo>
                    <a:pt x="332403" y="701635"/>
                  </a:lnTo>
                  <a:lnTo>
                    <a:pt x="330659" y="701639"/>
                  </a:lnTo>
                  <a:lnTo>
                    <a:pt x="328914" y="701643"/>
                  </a:lnTo>
                  <a:lnTo>
                    <a:pt x="327170" y="701647"/>
                  </a:lnTo>
                  <a:lnTo>
                    <a:pt x="325425" y="701651"/>
                  </a:lnTo>
                  <a:lnTo>
                    <a:pt x="323681" y="701655"/>
                  </a:lnTo>
                  <a:lnTo>
                    <a:pt x="321936" y="701659"/>
                  </a:lnTo>
                  <a:lnTo>
                    <a:pt x="320192" y="701663"/>
                  </a:lnTo>
                  <a:lnTo>
                    <a:pt x="318447" y="701666"/>
                  </a:lnTo>
                  <a:lnTo>
                    <a:pt x="316703" y="701670"/>
                  </a:lnTo>
                  <a:lnTo>
                    <a:pt x="314958" y="701674"/>
                  </a:lnTo>
                  <a:lnTo>
                    <a:pt x="313214" y="701678"/>
                  </a:lnTo>
                  <a:lnTo>
                    <a:pt x="311469" y="701681"/>
                  </a:lnTo>
                  <a:lnTo>
                    <a:pt x="309724" y="701685"/>
                  </a:lnTo>
                  <a:lnTo>
                    <a:pt x="307980" y="701689"/>
                  </a:lnTo>
                  <a:lnTo>
                    <a:pt x="306235" y="701692"/>
                  </a:lnTo>
                  <a:lnTo>
                    <a:pt x="304491" y="701696"/>
                  </a:lnTo>
                  <a:lnTo>
                    <a:pt x="302746" y="701699"/>
                  </a:lnTo>
                  <a:lnTo>
                    <a:pt x="301002" y="701703"/>
                  </a:lnTo>
                  <a:lnTo>
                    <a:pt x="299257" y="701706"/>
                  </a:lnTo>
                  <a:lnTo>
                    <a:pt x="297513" y="701710"/>
                  </a:lnTo>
                  <a:lnTo>
                    <a:pt x="295768" y="701713"/>
                  </a:lnTo>
                  <a:lnTo>
                    <a:pt x="294024" y="701716"/>
                  </a:lnTo>
                  <a:lnTo>
                    <a:pt x="292279" y="701720"/>
                  </a:lnTo>
                  <a:lnTo>
                    <a:pt x="290535" y="701723"/>
                  </a:lnTo>
                  <a:lnTo>
                    <a:pt x="288790" y="701726"/>
                  </a:lnTo>
                  <a:lnTo>
                    <a:pt x="287046" y="701729"/>
                  </a:lnTo>
                  <a:lnTo>
                    <a:pt x="285301" y="701733"/>
                  </a:lnTo>
                  <a:lnTo>
                    <a:pt x="283556" y="701736"/>
                  </a:lnTo>
                  <a:lnTo>
                    <a:pt x="281812" y="701739"/>
                  </a:lnTo>
                  <a:lnTo>
                    <a:pt x="280067" y="701742"/>
                  </a:lnTo>
                  <a:lnTo>
                    <a:pt x="278323" y="701745"/>
                  </a:lnTo>
                  <a:lnTo>
                    <a:pt x="276578" y="701748"/>
                  </a:lnTo>
                  <a:lnTo>
                    <a:pt x="274834" y="701751"/>
                  </a:lnTo>
                  <a:lnTo>
                    <a:pt x="273089" y="701754"/>
                  </a:lnTo>
                  <a:lnTo>
                    <a:pt x="271345" y="701757"/>
                  </a:lnTo>
                  <a:lnTo>
                    <a:pt x="269600" y="701760"/>
                  </a:lnTo>
                  <a:lnTo>
                    <a:pt x="267856" y="701763"/>
                  </a:lnTo>
                  <a:lnTo>
                    <a:pt x="266111" y="701765"/>
                  </a:lnTo>
                  <a:lnTo>
                    <a:pt x="264367" y="701768"/>
                  </a:lnTo>
                  <a:lnTo>
                    <a:pt x="262622" y="701771"/>
                  </a:lnTo>
                  <a:lnTo>
                    <a:pt x="260878" y="701774"/>
                  </a:lnTo>
                  <a:lnTo>
                    <a:pt x="259133" y="701776"/>
                  </a:lnTo>
                  <a:lnTo>
                    <a:pt x="257389" y="701779"/>
                  </a:lnTo>
                  <a:lnTo>
                    <a:pt x="255644" y="701781"/>
                  </a:lnTo>
                  <a:lnTo>
                    <a:pt x="253899" y="701784"/>
                  </a:lnTo>
                  <a:lnTo>
                    <a:pt x="252155" y="701787"/>
                  </a:lnTo>
                  <a:lnTo>
                    <a:pt x="250410" y="701789"/>
                  </a:lnTo>
                  <a:lnTo>
                    <a:pt x="248666" y="701791"/>
                  </a:lnTo>
                  <a:lnTo>
                    <a:pt x="246921" y="701794"/>
                  </a:lnTo>
                  <a:lnTo>
                    <a:pt x="245177" y="701796"/>
                  </a:lnTo>
                  <a:lnTo>
                    <a:pt x="243432" y="701799"/>
                  </a:lnTo>
                  <a:lnTo>
                    <a:pt x="241688" y="701801"/>
                  </a:lnTo>
                  <a:lnTo>
                    <a:pt x="239943" y="701803"/>
                  </a:lnTo>
                  <a:lnTo>
                    <a:pt x="238199" y="701805"/>
                  </a:lnTo>
                  <a:lnTo>
                    <a:pt x="236454" y="701807"/>
                  </a:lnTo>
                  <a:lnTo>
                    <a:pt x="234710" y="701810"/>
                  </a:lnTo>
                  <a:lnTo>
                    <a:pt x="232965" y="701812"/>
                  </a:lnTo>
                  <a:lnTo>
                    <a:pt x="231221" y="701814"/>
                  </a:lnTo>
                  <a:lnTo>
                    <a:pt x="229476" y="701816"/>
                  </a:lnTo>
                  <a:lnTo>
                    <a:pt x="227731" y="701818"/>
                  </a:lnTo>
                  <a:lnTo>
                    <a:pt x="225987" y="701820"/>
                  </a:lnTo>
                  <a:lnTo>
                    <a:pt x="224242" y="701822"/>
                  </a:lnTo>
                  <a:lnTo>
                    <a:pt x="223184" y="701823"/>
                  </a:lnTo>
                  <a:lnTo>
                    <a:pt x="222127" y="701824"/>
                  </a:lnTo>
                  <a:lnTo>
                    <a:pt x="221069" y="701825"/>
                  </a:lnTo>
                  <a:lnTo>
                    <a:pt x="220011" y="701827"/>
                  </a:lnTo>
                  <a:lnTo>
                    <a:pt x="218953" y="701828"/>
                  </a:lnTo>
                  <a:lnTo>
                    <a:pt x="217895" y="701829"/>
                  </a:lnTo>
                  <a:lnTo>
                    <a:pt x="216837" y="701830"/>
                  </a:lnTo>
                  <a:lnTo>
                    <a:pt x="215780" y="701832"/>
                  </a:lnTo>
                  <a:lnTo>
                    <a:pt x="214722" y="701833"/>
                  </a:lnTo>
                  <a:lnTo>
                    <a:pt x="213664" y="701834"/>
                  </a:lnTo>
                  <a:lnTo>
                    <a:pt x="212607" y="701835"/>
                  </a:lnTo>
                  <a:lnTo>
                    <a:pt x="211549" y="701837"/>
                  </a:lnTo>
                  <a:lnTo>
                    <a:pt x="210491" y="701838"/>
                  </a:lnTo>
                  <a:lnTo>
                    <a:pt x="209119" y="701839"/>
                  </a:lnTo>
                  <a:lnTo>
                    <a:pt x="207726" y="701840"/>
                  </a:lnTo>
                  <a:lnTo>
                    <a:pt x="206672" y="701842"/>
                  </a:lnTo>
                  <a:lnTo>
                    <a:pt x="205617" y="701843"/>
                  </a:lnTo>
                  <a:lnTo>
                    <a:pt x="204563" y="701844"/>
                  </a:lnTo>
                  <a:lnTo>
                    <a:pt x="203508" y="701846"/>
                  </a:lnTo>
                  <a:lnTo>
                    <a:pt x="202454" y="701847"/>
                  </a:lnTo>
                  <a:lnTo>
                    <a:pt x="201399" y="701849"/>
                  </a:lnTo>
                  <a:lnTo>
                    <a:pt x="200345" y="701850"/>
                  </a:lnTo>
                  <a:lnTo>
                    <a:pt x="199290" y="701852"/>
                  </a:lnTo>
                  <a:lnTo>
                    <a:pt x="198236" y="701854"/>
                  </a:lnTo>
                  <a:lnTo>
                    <a:pt x="197181" y="701855"/>
                  </a:lnTo>
                  <a:lnTo>
                    <a:pt x="196127" y="701857"/>
                  </a:lnTo>
                  <a:lnTo>
                    <a:pt x="195072" y="701859"/>
                  </a:lnTo>
                  <a:lnTo>
                    <a:pt x="194018" y="701861"/>
                  </a:lnTo>
                  <a:lnTo>
                    <a:pt x="192963" y="701862"/>
                  </a:lnTo>
                  <a:lnTo>
                    <a:pt x="191908" y="701864"/>
                  </a:lnTo>
                  <a:lnTo>
                    <a:pt x="190854" y="701866"/>
                  </a:lnTo>
                  <a:lnTo>
                    <a:pt x="189799" y="701868"/>
                  </a:lnTo>
                  <a:lnTo>
                    <a:pt x="188745" y="701870"/>
                  </a:lnTo>
                  <a:lnTo>
                    <a:pt x="187690" y="701872"/>
                  </a:lnTo>
                  <a:lnTo>
                    <a:pt x="186636" y="701874"/>
                  </a:lnTo>
                  <a:lnTo>
                    <a:pt x="185581" y="701876"/>
                  </a:lnTo>
                  <a:lnTo>
                    <a:pt x="184527" y="701878"/>
                  </a:lnTo>
                  <a:lnTo>
                    <a:pt x="183472" y="701881"/>
                  </a:lnTo>
                  <a:lnTo>
                    <a:pt x="182418" y="701883"/>
                  </a:lnTo>
                  <a:lnTo>
                    <a:pt x="181363" y="701885"/>
                  </a:lnTo>
                  <a:lnTo>
                    <a:pt x="180309" y="701887"/>
                  </a:lnTo>
                  <a:lnTo>
                    <a:pt x="179254" y="701890"/>
                  </a:lnTo>
                  <a:lnTo>
                    <a:pt x="178200" y="701892"/>
                  </a:lnTo>
                  <a:lnTo>
                    <a:pt x="177145" y="701894"/>
                  </a:lnTo>
                  <a:lnTo>
                    <a:pt x="176091" y="701897"/>
                  </a:lnTo>
                  <a:lnTo>
                    <a:pt x="175036" y="701899"/>
                  </a:lnTo>
                  <a:lnTo>
                    <a:pt x="173982" y="701901"/>
                  </a:lnTo>
                  <a:lnTo>
                    <a:pt x="172927" y="701904"/>
                  </a:lnTo>
                  <a:lnTo>
                    <a:pt x="171873" y="701906"/>
                  </a:lnTo>
                  <a:lnTo>
                    <a:pt x="170818" y="701909"/>
                  </a:lnTo>
                  <a:lnTo>
                    <a:pt x="169764" y="701911"/>
                  </a:lnTo>
                  <a:lnTo>
                    <a:pt x="168709" y="701914"/>
                  </a:lnTo>
                  <a:lnTo>
                    <a:pt x="167655" y="701916"/>
                  </a:lnTo>
                  <a:lnTo>
                    <a:pt x="166600" y="701919"/>
                  </a:lnTo>
                  <a:lnTo>
                    <a:pt x="165546" y="701921"/>
                  </a:lnTo>
                  <a:lnTo>
                    <a:pt x="164491" y="701924"/>
                  </a:lnTo>
                  <a:lnTo>
                    <a:pt x="163437" y="701926"/>
                  </a:lnTo>
                  <a:lnTo>
                    <a:pt x="162379" y="701929"/>
                  </a:lnTo>
                  <a:lnTo>
                    <a:pt x="161322" y="701932"/>
                  </a:lnTo>
                  <a:lnTo>
                    <a:pt x="160265" y="701934"/>
                  </a:lnTo>
                  <a:lnTo>
                    <a:pt x="159208" y="701937"/>
                  </a:lnTo>
                  <a:lnTo>
                    <a:pt x="158150" y="701939"/>
                  </a:lnTo>
                  <a:lnTo>
                    <a:pt x="157093" y="701941"/>
                  </a:lnTo>
                  <a:lnTo>
                    <a:pt x="156036" y="701944"/>
                  </a:lnTo>
                  <a:lnTo>
                    <a:pt x="154978" y="701946"/>
                  </a:lnTo>
                  <a:lnTo>
                    <a:pt x="153921" y="701948"/>
                  </a:lnTo>
                  <a:lnTo>
                    <a:pt x="152864" y="701950"/>
                  </a:lnTo>
                  <a:lnTo>
                    <a:pt x="151806" y="701952"/>
                  </a:lnTo>
                  <a:lnTo>
                    <a:pt x="150749" y="701954"/>
                  </a:lnTo>
                  <a:lnTo>
                    <a:pt x="149692" y="701956"/>
                  </a:lnTo>
                  <a:lnTo>
                    <a:pt x="148634" y="701958"/>
                  </a:lnTo>
                  <a:lnTo>
                    <a:pt x="147577" y="701960"/>
                  </a:lnTo>
                  <a:lnTo>
                    <a:pt x="146520" y="701962"/>
                  </a:lnTo>
                  <a:lnTo>
                    <a:pt x="145462" y="701964"/>
                  </a:lnTo>
                  <a:lnTo>
                    <a:pt x="144405" y="701966"/>
                  </a:lnTo>
                  <a:lnTo>
                    <a:pt x="143348" y="701968"/>
                  </a:lnTo>
                  <a:lnTo>
                    <a:pt x="142290" y="701969"/>
                  </a:lnTo>
                  <a:lnTo>
                    <a:pt x="141233" y="701971"/>
                  </a:lnTo>
                  <a:lnTo>
                    <a:pt x="140176" y="701973"/>
                  </a:lnTo>
                  <a:lnTo>
                    <a:pt x="139118" y="701974"/>
                  </a:lnTo>
                  <a:lnTo>
                    <a:pt x="138061" y="701976"/>
                  </a:lnTo>
                  <a:lnTo>
                    <a:pt x="137004" y="701977"/>
                  </a:lnTo>
                  <a:lnTo>
                    <a:pt x="135946" y="701978"/>
                  </a:lnTo>
                  <a:lnTo>
                    <a:pt x="134889" y="701980"/>
                  </a:lnTo>
                  <a:lnTo>
                    <a:pt x="133832" y="701981"/>
                  </a:lnTo>
                  <a:lnTo>
                    <a:pt x="132774" y="701982"/>
                  </a:lnTo>
                  <a:lnTo>
                    <a:pt x="131717" y="701984"/>
                  </a:lnTo>
                  <a:lnTo>
                    <a:pt x="130660" y="701985"/>
                  </a:lnTo>
                  <a:lnTo>
                    <a:pt x="129602" y="701986"/>
                  </a:lnTo>
                  <a:lnTo>
                    <a:pt x="128545" y="701987"/>
                  </a:lnTo>
                  <a:lnTo>
                    <a:pt x="127488" y="701988"/>
                  </a:lnTo>
                  <a:lnTo>
                    <a:pt x="126430" y="701989"/>
                  </a:lnTo>
                  <a:lnTo>
                    <a:pt x="125373" y="701990"/>
                  </a:lnTo>
                  <a:lnTo>
                    <a:pt x="124316" y="701991"/>
                  </a:lnTo>
                  <a:lnTo>
                    <a:pt x="123259" y="701991"/>
                  </a:lnTo>
                  <a:lnTo>
                    <a:pt x="122201" y="701992"/>
                  </a:lnTo>
                  <a:lnTo>
                    <a:pt x="121144" y="701993"/>
                  </a:lnTo>
                  <a:lnTo>
                    <a:pt x="120087" y="701994"/>
                  </a:lnTo>
                  <a:lnTo>
                    <a:pt x="119029" y="701994"/>
                  </a:lnTo>
                  <a:lnTo>
                    <a:pt x="117972" y="701995"/>
                  </a:lnTo>
                  <a:lnTo>
                    <a:pt x="116908" y="701996"/>
                  </a:lnTo>
                  <a:lnTo>
                    <a:pt x="115845" y="701996"/>
                  </a:lnTo>
                  <a:lnTo>
                    <a:pt x="114781" y="701997"/>
                  </a:lnTo>
                  <a:lnTo>
                    <a:pt x="113717" y="701998"/>
                  </a:lnTo>
                  <a:lnTo>
                    <a:pt x="112653" y="701999"/>
                  </a:lnTo>
                  <a:lnTo>
                    <a:pt x="111590" y="702000"/>
                  </a:lnTo>
                  <a:lnTo>
                    <a:pt x="110526" y="702002"/>
                  </a:lnTo>
                  <a:lnTo>
                    <a:pt x="109462" y="702003"/>
                  </a:lnTo>
                  <a:lnTo>
                    <a:pt x="108399" y="702004"/>
                  </a:lnTo>
                  <a:lnTo>
                    <a:pt x="107335" y="702006"/>
                  </a:lnTo>
                  <a:lnTo>
                    <a:pt x="106271" y="702008"/>
                  </a:lnTo>
                  <a:lnTo>
                    <a:pt x="105207" y="702009"/>
                  </a:lnTo>
                  <a:lnTo>
                    <a:pt x="104144" y="702011"/>
                  </a:lnTo>
                  <a:lnTo>
                    <a:pt x="103080" y="702013"/>
                  </a:lnTo>
                  <a:lnTo>
                    <a:pt x="102016" y="702015"/>
                  </a:lnTo>
                  <a:lnTo>
                    <a:pt x="100953" y="702018"/>
                  </a:lnTo>
                  <a:lnTo>
                    <a:pt x="99889" y="702020"/>
                  </a:lnTo>
                  <a:lnTo>
                    <a:pt x="98825" y="702023"/>
                  </a:lnTo>
                  <a:lnTo>
                    <a:pt x="97762" y="702026"/>
                  </a:lnTo>
                  <a:lnTo>
                    <a:pt x="96698" y="702029"/>
                  </a:lnTo>
                  <a:lnTo>
                    <a:pt x="95635" y="702032"/>
                  </a:lnTo>
                  <a:lnTo>
                    <a:pt x="94571" y="702035"/>
                  </a:lnTo>
                  <a:lnTo>
                    <a:pt x="93507" y="702038"/>
                  </a:lnTo>
                  <a:lnTo>
                    <a:pt x="92444" y="702042"/>
                  </a:lnTo>
                  <a:lnTo>
                    <a:pt x="91399" y="702045"/>
                  </a:lnTo>
                  <a:lnTo>
                    <a:pt x="90354" y="702048"/>
                  </a:lnTo>
                  <a:lnTo>
                    <a:pt x="89308" y="702052"/>
                  </a:lnTo>
                  <a:lnTo>
                    <a:pt x="88263" y="702054"/>
                  </a:lnTo>
                  <a:lnTo>
                    <a:pt x="87218" y="702057"/>
                  </a:lnTo>
                  <a:lnTo>
                    <a:pt x="86173" y="702059"/>
                  </a:lnTo>
                  <a:lnTo>
                    <a:pt x="85128" y="702062"/>
                  </a:lnTo>
                  <a:lnTo>
                    <a:pt x="84083" y="702064"/>
                  </a:lnTo>
                  <a:lnTo>
                    <a:pt x="83038" y="702065"/>
                  </a:lnTo>
                  <a:lnTo>
                    <a:pt x="81993" y="702067"/>
                  </a:lnTo>
                  <a:lnTo>
                    <a:pt x="80948" y="702069"/>
                  </a:lnTo>
                  <a:lnTo>
                    <a:pt x="79903" y="702070"/>
                  </a:lnTo>
                  <a:lnTo>
                    <a:pt x="78858" y="702071"/>
                  </a:lnTo>
                  <a:lnTo>
                    <a:pt x="77813" y="702072"/>
                  </a:lnTo>
                  <a:lnTo>
                    <a:pt x="76768" y="702073"/>
                  </a:lnTo>
                  <a:lnTo>
                    <a:pt x="75723" y="702073"/>
                  </a:lnTo>
                  <a:lnTo>
                    <a:pt x="74678" y="702073"/>
                  </a:lnTo>
                  <a:lnTo>
                    <a:pt x="73633" y="702074"/>
                  </a:lnTo>
                  <a:lnTo>
                    <a:pt x="72588" y="702073"/>
                  </a:lnTo>
                  <a:lnTo>
                    <a:pt x="71543" y="702073"/>
                  </a:lnTo>
                  <a:lnTo>
                    <a:pt x="70498" y="702073"/>
                  </a:lnTo>
                  <a:lnTo>
                    <a:pt x="69453" y="702072"/>
                  </a:lnTo>
                  <a:lnTo>
                    <a:pt x="68408" y="702071"/>
                  </a:lnTo>
                  <a:lnTo>
                    <a:pt x="67306" y="702072"/>
                  </a:lnTo>
                  <a:lnTo>
                    <a:pt x="66204" y="702074"/>
                  </a:lnTo>
                  <a:lnTo>
                    <a:pt x="65102" y="702076"/>
                  </a:lnTo>
                  <a:lnTo>
                    <a:pt x="64001" y="702078"/>
                  </a:lnTo>
                  <a:lnTo>
                    <a:pt x="62899" y="702082"/>
                  </a:lnTo>
                  <a:lnTo>
                    <a:pt x="61798" y="702086"/>
                  </a:lnTo>
                  <a:lnTo>
                    <a:pt x="60696" y="702090"/>
                  </a:lnTo>
                  <a:lnTo>
                    <a:pt x="59594" y="702096"/>
                  </a:lnTo>
                  <a:lnTo>
                    <a:pt x="58498" y="702101"/>
                  </a:lnTo>
                  <a:lnTo>
                    <a:pt x="57403" y="702104"/>
                  </a:lnTo>
                  <a:lnTo>
                    <a:pt x="56307" y="702107"/>
                  </a:lnTo>
                  <a:lnTo>
                    <a:pt x="55211" y="702109"/>
                  </a:lnTo>
                  <a:lnTo>
                    <a:pt x="54115" y="702110"/>
                  </a:lnTo>
                  <a:lnTo>
                    <a:pt x="53019" y="702110"/>
                  </a:lnTo>
                  <a:lnTo>
                    <a:pt x="51924" y="702109"/>
                  </a:lnTo>
                  <a:lnTo>
                    <a:pt x="50828" y="702108"/>
                  </a:lnTo>
                  <a:lnTo>
                    <a:pt x="49732" y="702106"/>
                  </a:lnTo>
                  <a:lnTo>
                    <a:pt x="48636" y="702104"/>
                  </a:lnTo>
                  <a:lnTo>
                    <a:pt x="47541" y="702101"/>
                  </a:lnTo>
                  <a:lnTo>
                    <a:pt x="46383" y="702112"/>
                  </a:lnTo>
                  <a:lnTo>
                    <a:pt x="45218" y="702124"/>
                  </a:lnTo>
                  <a:lnTo>
                    <a:pt x="44037" y="702136"/>
                  </a:lnTo>
                  <a:lnTo>
                    <a:pt x="42989" y="702119"/>
                  </a:lnTo>
                  <a:lnTo>
                    <a:pt x="41940" y="702083"/>
                  </a:lnTo>
                  <a:lnTo>
                    <a:pt x="40892" y="702028"/>
                  </a:lnTo>
                  <a:lnTo>
                    <a:pt x="39845" y="701955"/>
                  </a:lnTo>
                  <a:lnTo>
                    <a:pt x="38798" y="701863"/>
                  </a:lnTo>
                  <a:lnTo>
                    <a:pt x="37754" y="701752"/>
                  </a:lnTo>
                  <a:lnTo>
                    <a:pt x="36711" y="701622"/>
                  </a:lnTo>
                  <a:lnTo>
                    <a:pt x="35670" y="701473"/>
                  </a:lnTo>
                  <a:lnTo>
                    <a:pt x="34632" y="701306"/>
                  </a:lnTo>
                  <a:lnTo>
                    <a:pt x="33598" y="701119"/>
                  </a:lnTo>
                  <a:lnTo>
                    <a:pt x="32567" y="700914"/>
                  </a:lnTo>
                  <a:lnTo>
                    <a:pt x="31539" y="700690"/>
                  </a:lnTo>
                  <a:lnTo>
                    <a:pt x="30517" y="700447"/>
                  </a:lnTo>
                  <a:lnTo>
                    <a:pt x="29499" y="700185"/>
                  </a:lnTo>
                  <a:lnTo>
                    <a:pt x="28486" y="699904"/>
                  </a:lnTo>
                  <a:lnTo>
                    <a:pt x="27479" y="699604"/>
                  </a:lnTo>
                  <a:lnTo>
                    <a:pt x="26479" y="699286"/>
                  </a:lnTo>
                  <a:lnTo>
                    <a:pt x="25484" y="698948"/>
                  </a:lnTo>
                  <a:lnTo>
                    <a:pt x="24497" y="698591"/>
                  </a:lnTo>
                  <a:lnTo>
                    <a:pt x="23517" y="698215"/>
                  </a:lnTo>
                  <a:lnTo>
                    <a:pt x="22545" y="697821"/>
                  </a:lnTo>
                  <a:lnTo>
                    <a:pt x="21581" y="697407"/>
                  </a:lnTo>
                  <a:lnTo>
                    <a:pt x="20625" y="696974"/>
                  </a:lnTo>
                  <a:lnTo>
                    <a:pt x="19678" y="696522"/>
                  </a:lnTo>
                  <a:lnTo>
                    <a:pt x="18741" y="696051"/>
                  </a:lnTo>
                  <a:lnTo>
                    <a:pt x="17814" y="695561"/>
                  </a:lnTo>
                  <a:lnTo>
                    <a:pt x="16897" y="695052"/>
                  </a:lnTo>
                  <a:lnTo>
                    <a:pt x="15991" y="694524"/>
                  </a:lnTo>
                  <a:lnTo>
                    <a:pt x="15095" y="693976"/>
                  </a:lnTo>
                  <a:lnTo>
                    <a:pt x="14212" y="693410"/>
                  </a:lnTo>
                  <a:lnTo>
                    <a:pt x="13340" y="692824"/>
                  </a:lnTo>
                  <a:lnTo>
                    <a:pt x="12480" y="692219"/>
                  </a:lnTo>
                  <a:lnTo>
                    <a:pt x="11634" y="691595"/>
                  </a:lnTo>
                  <a:lnTo>
                    <a:pt x="10800" y="690952"/>
                  </a:lnTo>
                  <a:lnTo>
                    <a:pt x="9980" y="690290"/>
                  </a:lnTo>
                  <a:lnTo>
                    <a:pt x="9174" y="689608"/>
                  </a:lnTo>
                  <a:lnTo>
                    <a:pt x="8383" y="688907"/>
                  </a:lnTo>
                  <a:lnTo>
                    <a:pt x="7606" y="688187"/>
                  </a:lnTo>
                  <a:lnTo>
                    <a:pt x="6884" y="687245"/>
                  </a:lnTo>
                  <a:lnTo>
                    <a:pt x="6203" y="686318"/>
                  </a:lnTo>
                  <a:lnTo>
                    <a:pt x="5562" y="685402"/>
                  </a:lnTo>
                  <a:lnTo>
                    <a:pt x="4961" y="684497"/>
                  </a:lnTo>
                  <a:lnTo>
                    <a:pt x="4398" y="683599"/>
                  </a:lnTo>
                  <a:lnTo>
                    <a:pt x="3874" y="682706"/>
                  </a:lnTo>
                  <a:lnTo>
                    <a:pt x="3387" y="681815"/>
                  </a:lnTo>
                  <a:lnTo>
                    <a:pt x="2937" y="680925"/>
                  </a:lnTo>
                  <a:lnTo>
                    <a:pt x="2522" y="680032"/>
                  </a:lnTo>
                  <a:lnTo>
                    <a:pt x="2142" y="679135"/>
                  </a:lnTo>
                  <a:lnTo>
                    <a:pt x="1797" y="678231"/>
                  </a:lnTo>
                  <a:lnTo>
                    <a:pt x="1485" y="677317"/>
                  </a:lnTo>
                  <a:lnTo>
                    <a:pt x="1206" y="676391"/>
                  </a:lnTo>
                  <a:lnTo>
                    <a:pt x="959" y="675451"/>
                  </a:lnTo>
                  <a:lnTo>
                    <a:pt x="743" y="674495"/>
                  </a:lnTo>
                  <a:lnTo>
                    <a:pt x="558" y="673519"/>
                  </a:lnTo>
                  <a:lnTo>
                    <a:pt x="402" y="672522"/>
                  </a:lnTo>
                  <a:lnTo>
                    <a:pt x="276" y="671501"/>
                  </a:lnTo>
                  <a:lnTo>
                    <a:pt x="177" y="670453"/>
                  </a:lnTo>
                  <a:lnTo>
                    <a:pt x="106" y="669377"/>
                  </a:lnTo>
                  <a:lnTo>
                    <a:pt x="61" y="668270"/>
                  </a:lnTo>
                  <a:lnTo>
                    <a:pt x="43" y="667129"/>
                  </a:lnTo>
                  <a:lnTo>
                    <a:pt x="49" y="665952"/>
                  </a:lnTo>
                  <a:lnTo>
                    <a:pt x="40" y="664839"/>
                  </a:lnTo>
                  <a:lnTo>
                    <a:pt x="31" y="663718"/>
                  </a:lnTo>
                  <a:lnTo>
                    <a:pt x="21" y="662583"/>
                  </a:lnTo>
                  <a:lnTo>
                    <a:pt x="16" y="661467"/>
                  </a:lnTo>
                  <a:lnTo>
                    <a:pt x="13" y="660352"/>
                  </a:lnTo>
                  <a:lnTo>
                    <a:pt x="12" y="659237"/>
                  </a:lnTo>
                  <a:lnTo>
                    <a:pt x="13" y="658121"/>
                  </a:lnTo>
                  <a:lnTo>
                    <a:pt x="16" y="657006"/>
                  </a:lnTo>
                  <a:lnTo>
                    <a:pt x="21" y="655891"/>
                  </a:lnTo>
                  <a:lnTo>
                    <a:pt x="26" y="654776"/>
                  </a:lnTo>
                  <a:lnTo>
                    <a:pt x="33" y="653661"/>
                  </a:lnTo>
                  <a:lnTo>
                    <a:pt x="40" y="652545"/>
                  </a:lnTo>
                  <a:lnTo>
                    <a:pt x="47" y="651430"/>
                  </a:lnTo>
                  <a:lnTo>
                    <a:pt x="44" y="650274"/>
                  </a:lnTo>
                  <a:lnTo>
                    <a:pt x="40" y="649119"/>
                  </a:lnTo>
                  <a:lnTo>
                    <a:pt x="37" y="647964"/>
                  </a:lnTo>
                  <a:lnTo>
                    <a:pt x="33" y="646808"/>
                  </a:lnTo>
                  <a:lnTo>
                    <a:pt x="28" y="645653"/>
                  </a:lnTo>
                  <a:lnTo>
                    <a:pt x="24" y="644498"/>
                  </a:lnTo>
                  <a:lnTo>
                    <a:pt x="19" y="643343"/>
                  </a:lnTo>
                  <a:lnTo>
                    <a:pt x="15" y="642286"/>
                  </a:lnTo>
                  <a:lnTo>
                    <a:pt x="12" y="641228"/>
                  </a:lnTo>
                  <a:lnTo>
                    <a:pt x="10" y="640171"/>
                  </a:lnTo>
                  <a:lnTo>
                    <a:pt x="8" y="639114"/>
                  </a:lnTo>
                  <a:lnTo>
                    <a:pt x="7" y="638056"/>
                  </a:lnTo>
                  <a:lnTo>
                    <a:pt x="6" y="636999"/>
                  </a:lnTo>
                  <a:lnTo>
                    <a:pt x="6" y="635942"/>
                  </a:lnTo>
                  <a:lnTo>
                    <a:pt x="6" y="634884"/>
                  </a:lnTo>
                  <a:lnTo>
                    <a:pt x="6" y="633827"/>
                  </a:lnTo>
                  <a:lnTo>
                    <a:pt x="7" y="632770"/>
                  </a:lnTo>
                  <a:lnTo>
                    <a:pt x="8" y="631712"/>
                  </a:lnTo>
                  <a:lnTo>
                    <a:pt x="9" y="630655"/>
                  </a:lnTo>
                  <a:lnTo>
                    <a:pt x="11" y="629598"/>
                  </a:lnTo>
                  <a:lnTo>
                    <a:pt x="13" y="628540"/>
                  </a:lnTo>
                  <a:lnTo>
                    <a:pt x="15" y="627483"/>
                  </a:lnTo>
                  <a:lnTo>
                    <a:pt x="18" y="626425"/>
                  </a:lnTo>
                  <a:lnTo>
                    <a:pt x="21" y="625368"/>
                  </a:lnTo>
                  <a:lnTo>
                    <a:pt x="24" y="624311"/>
                  </a:lnTo>
                  <a:lnTo>
                    <a:pt x="27" y="623253"/>
                  </a:lnTo>
                  <a:lnTo>
                    <a:pt x="30" y="622196"/>
                  </a:lnTo>
                  <a:lnTo>
                    <a:pt x="33" y="621139"/>
                  </a:lnTo>
                  <a:lnTo>
                    <a:pt x="35" y="620097"/>
                  </a:lnTo>
                  <a:lnTo>
                    <a:pt x="37" y="619056"/>
                  </a:lnTo>
                  <a:lnTo>
                    <a:pt x="38" y="618015"/>
                  </a:lnTo>
                  <a:lnTo>
                    <a:pt x="39" y="616973"/>
                  </a:lnTo>
                  <a:lnTo>
                    <a:pt x="40" y="615932"/>
                  </a:lnTo>
                  <a:lnTo>
                    <a:pt x="40" y="614890"/>
                  </a:lnTo>
                  <a:lnTo>
                    <a:pt x="40" y="613849"/>
                  </a:lnTo>
                  <a:lnTo>
                    <a:pt x="39" y="612808"/>
                  </a:lnTo>
                  <a:lnTo>
                    <a:pt x="39" y="611766"/>
                  </a:lnTo>
                  <a:lnTo>
                    <a:pt x="38" y="610725"/>
                  </a:lnTo>
                  <a:lnTo>
                    <a:pt x="37" y="609683"/>
                  </a:lnTo>
                  <a:lnTo>
                    <a:pt x="35" y="608642"/>
                  </a:lnTo>
                  <a:lnTo>
                    <a:pt x="34" y="607601"/>
                  </a:lnTo>
                  <a:lnTo>
                    <a:pt x="32" y="606559"/>
                  </a:lnTo>
                  <a:lnTo>
                    <a:pt x="30" y="605518"/>
                  </a:lnTo>
                  <a:lnTo>
                    <a:pt x="29" y="604476"/>
                  </a:lnTo>
                  <a:lnTo>
                    <a:pt x="27" y="603435"/>
                  </a:lnTo>
                  <a:lnTo>
                    <a:pt x="25" y="602394"/>
                  </a:lnTo>
                  <a:lnTo>
                    <a:pt x="23" y="601352"/>
                  </a:lnTo>
                  <a:lnTo>
                    <a:pt x="21" y="600311"/>
                  </a:lnTo>
                  <a:lnTo>
                    <a:pt x="19" y="599270"/>
                  </a:lnTo>
                  <a:lnTo>
                    <a:pt x="17" y="598228"/>
                  </a:lnTo>
                  <a:lnTo>
                    <a:pt x="15" y="597187"/>
                  </a:lnTo>
                  <a:lnTo>
                    <a:pt x="13" y="596134"/>
                  </a:lnTo>
                  <a:lnTo>
                    <a:pt x="11" y="595082"/>
                  </a:lnTo>
                  <a:lnTo>
                    <a:pt x="10" y="594030"/>
                  </a:lnTo>
                  <a:lnTo>
                    <a:pt x="8" y="592977"/>
                  </a:lnTo>
                  <a:lnTo>
                    <a:pt x="7" y="591925"/>
                  </a:lnTo>
                  <a:lnTo>
                    <a:pt x="6" y="590872"/>
                  </a:lnTo>
                  <a:lnTo>
                    <a:pt x="5" y="589820"/>
                  </a:lnTo>
                  <a:lnTo>
                    <a:pt x="4" y="588767"/>
                  </a:lnTo>
                  <a:lnTo>
                    <a:pt x="3" y="587715"/>
                  </a:lnTo>
                  <a:lnTo>
                    <a:pt x="3" y="586663"/>
                  </a:lnTo>
                  <a:lnTo>
                    <a:pt x="2" y="585610"/>
                  </a:lnTo>
                  <a:lnTo>
                    <a:pt x="1" y="584558"/>
                  </a:lnTo>
                  <a:lnTo>
                    <a:pt x="1" y="583505"/>
                  </a:lnTo>
                  <a:lnTo>
                    <a:pt x="0" y="582453"/>
                  </a:lnTo>
                  <a:lnTo>
                    <a:pt x="0" y="581400"/>
                  </a:lnTo>
                  <a:lnTo>
                    <a:pt x="0" y="580348"/>
                  </a:lnTo>
                  <a:lnTo>
                    <a:pt x="0" y="579295"/>
                  </a:lnTo>
                  <a:lnTo>
                    <a:pt x="0" y="578243"/>
                  </a:lnTo>
                  <a:lnTo>
                    <a:pt x="0" y="577191"/>
                  </a:lnTo>
                  <a:lnTo>
                    <a:pt x="0" y="576138"/>
                  </a:lnTo>
                  <a:lnTo>
                    <a:pt x="0" y="575086"/>
                  </a:lnTo>
                  <a:lnTo>
                    <a:pt x="1" y="574033"/>
                  </a:lnTo>
                  <a:lnTo>
                    <a:pt x="1" y="572981"/>
                  </a:lnTo>
                  <a:lnTo>
                    <a:pt x="1" y="571928"/>
                  </a:lnTo>
                  <a:lnTo>
                    <a:pt x="2" y="570876"/>
                  </a:lnTo>
                  <a:lnTo>
                    <a:pt x="3" y="569824"/>
                  </a:lnTo>
                  <a:lnTo>
                    <a:pt x="3" y="568771"/>
                  </a:lnTo>
                  <a:lnTo>
                    <a:pt x="4" y="567719"/>
                  </a:lnTo>
                  <a:lnTo>
                    <a:pt x="5" y="566666"/>
                  </a:lnTo>
                  <a:lnTo>
                    <a:pt x="6" y="565614"/>
                  </a:lnTo>
                  <a:lnTo>
                    <a:pt x="7" y="564561"/>
                  </a:lnTo>
                  <a:lnTo>
                    <a:pt x="8" y="563509"/>
                  </a:lnTo>
                  <a:lnTo>
                    <a:pt x="9" y="562456"/>
                  </a:lnTo>
                  <a:lnTo>
                    <a:pt x="10" y="561404"/>
                  </a:lnTo>
                  <a:lnTo>
                    <a:pt x="11" y="560352"/>
                  </a:lnTo>
                  <a:lnTo>
                    <a:pt x="12" y="559299"/>
                  </a:lnTo>
                  <a:lnTo>
                    <a:pt x="14" y="558247"/>
                  </a:lnTo>
                  <a:lnTo>
                    <a:pt x="15" y="557194"/>
                  </a:lnTo>
                  <a:lnTo>
                    <a:pt x="17" y="556142"/>
                  </a:lnTo>
                  <a:lnTo>
                    <a:pt x="18" y="555089"/>
                  </a:lnTo>
                  <a:lnTo>
                    <a:pt x="20" y="554037"/>
                  </a:lnTo>
                  <a:lnTo>
                    <a:pt x="21" y="552985"/>
                  </a:lnTo>
                  <a:lnTo>
                    <a:pt x="23" y="551938"/>
                  </a:lnTo>
                  <a:lnTo>
                    <a:pt x="24" y="550891"/>
                  </a:lnTo>
                  <a:lnTo>
                    <a:pt x="26" y="549844"/>
                  </a:lnTo>
                  <a:lnTo>
                    <a:pt x="27" y="548797"/>
                  </a:lnTo>
                  <a:lnTo>
                    <a:pt x="28" y="547750"/>
                  </a:lnTo>
                  <a:lnTo>
                    <a:pt x="30" y="546703"/>
                  </a:lnTo>
                  <a:lnTo>
                    <a:pt x="31" y="545656"/>
                  </a:lnTo>
                  <a:lnTo>
                    <a:pt x="32" y="544609"/>
                  </a:lnTo>
                  <a:lnTo>
                    <a:pt x="33" y="543562"/>
                  </a:lnTo>
                  <a:lnTo>
                    <a:pt x="34" y="542515"/>
                  </a:lnTo>
                  <a:lnTo>
                    <a:pt x="35" y="541468"/>
                  </a:lnTo>
                  <a:lnTo>
                    <a:pt x="36" y="540421"/>
                  </a:lnTo>
                  <a:lnTo>
                    <a:pt x="37" y="539374"/>
                  </a:lnTo>
                  <a:lnTo>
                    <a:pt x="38" y="538328"/>
                  </a:lnTo>
                  <a:lnTo>
                    <a:pt x="39" y="537281"/>
                  </a:lnTo>
                  <a:lnTo>
                    <a:pt x="40" y="536234"/>
                  </a:lnTo>
                  <a:lnTo>
                    <a:pt x="41" y="535187"/>
                  </a:lnTo>
                  <a:lnTo>
                    <a:pt x="41" y="534140"/>
                  </a:lnTo>
                  <a:lnTo>
                    <a:pt x="42" y="533093"/>
                  </a:lnTo>
                  <a:lnTo>
                    <a:pt x="43" y="532046"/>
                  </a:lnTo>
                  <a:lnTo>
                    <a:pt x="43" y="530999"/>
                  </a:lnTo>
                  <a:lnTo>
                    <a:pt x="44" y="529952"/>
                  </a:lnTo>
                  <a:lnTo>
                    <a:pt x="44" y="528905"/>
                  </a:lnTo>
                  <a:lnTo>
                    <a:pt x="44" y="527858"/>
                  </a:lnTo>
                  <a:lnTo>
                    <a:pt x="45" y="526811"/>
                  </a:lnTo>
                  <a:lnTo>
                    <a:pt x="45" y="525764"/>
                  </a:lnTo>
                  <a:lnTo>
                    <a:pt x="45" y="524717"/>
                  </a:lnTo>
                  <a:lnTo>
                    <a:pt x="45" y="523670"/>
                  </a:lnTo>
                  <a:lnTo>
                    <a:pt x="46" y="522624"/>
                  </a:lnTo>
                  <a:lnTo>
                    <a:pt x="46" y="521577"/>
                  </a:lnTo>
                  <a:lnTo>
                    <a:pt x="46" y="520530"/>
                  </a:lnTo>
                  <a:lnTo>
                    <a:pt x="46" y="519483"/>
                  </a:lnTo>
                  <a:lnTo>
                    <a:pt x="46" y="518436"/>
                  </a:lnTo>
                  <a:lnTo>
                    <a:pt x="45" y="517389"/>
                  </a:lnTo>
                  <a:lnTo>
                    <a:pt x="45" y="516342"/>
                  </a:lnTo>
                  <a:lnTo>
                    <a:pt x="45" y="515295"/>
                  </a:lnTo>
                  <a:lnTo>
                    <a:pt x="45" y="514248"/>
                  </a:lnTo>
                  <a:lnTo>
                    <a:pt x="44" y="513201"/>
                  </a:lnTo>
                  <a:lnTo>
                    <a:pt x="44" y="512154"/>
                  </a:lnTo>
                  <a:lnTo>
                    <a:pt x="44" y="510797"/>
                  </a:lnTo>
                  <a:lnTo>
                    <a:pt x="44" y="509419"/>
                  </a:lnTo>
                  <a:lnTo>
                    <a:pt x="44" y="508319"/>
                  </a:lnTo>
                  <a:lnTo>
                    <a:pt x="43" y="507219"/>
                  </a:lnTo>
                  <a:lnTo>
                    <a:pt x="43" y="506120"/>
                  </a:lnTo>
                  <a:lnTo>
                    <a:pt x="42" y="505020"/>
                  </a:lnTo>
                  <a:lnTo>
                    <a:pt x="42" y="503920"/>
                  </a:lnTo>
                  <a:lnTo>
                    <a:pt x="42" y="502821"/>
                  </a:lnTo>
                  <a:lnTo>
                    <a:pt x="41" y="501722"/>
                  </a:lnTo>
                  <a:lnTo>
                    <a:pt x="41" y="500622"/>
                  </a:lnTo>
                  <a:lnTo>
                    <a:pt x="40" y="499523"/>
                  </a:lnTo>
                  <a:lnTo>
                    <a:pt x="40" y="498423"/>
                  </a:lnTo>
                  <a:lnTo>
                    <a:pt x="39" y="496812"/>
                  </a:lnTo>
                  <a:lnTo>
                    <a:pt x="39" y="495200"/>
                  </a:lnTo>
                  <a:lnTo>
                    <a:pt x="38" y="493589"/>
                  </a:lnTo>
                  <a:lnTo>
                    <a:pt x="38" y="491978"/>
                  </a:lnTo>
                  <a:lnTo>
                    <a:pt x="37" y="490366"/>
                  </a:lnTo>
                  <a:lnTo>
                    <a:pt x="37" y="488755"/>
                  </a:lnTo>
                  <a:lnTo>
                    <a:pt x="37" y="487143"/>
                  </a:lnTo>
                  <a:lnTo>
                    <a:pt x="36" y="485532"/>
                  </a:lnTo>
                  <a:lnTo>
                    <a:pt x="36" y="483921"/>
                  </a:lnTo>
                  <a:lnTo>
                    <a:pt x="36" y="482309"/>
                  </a:lnTo>
                  <a:lnTo>
                    <a:pt x="36" y="480698"/>
                  </a:lnTo>
                  <a:lnTo>
                    <a:pt x="36" y="479086"/>
                  </a:lnTo>
                  <a:lnTo>
                    <a:pt x="36" y="477475"/>
                  </a:lnTo>
                  <a:lnTo>
                    <a:pt x="36" y="475864"/>
                  </a:lnTo>
                  <a:lnTo>
                    <a:pt x="36" y="474252"/>
                  </a:lnTo>
                  <a:lnTo>
                    <a:pt x="36" y="472641"/>
                  </a:lnTo>
                  <a:lnTo>
                    <a:pt x="36" y="471029"/>
                  </a:lnTo>
                  <a:lnTo>
                    <a:pt x="37" y="469418"/>
                  </a:lnTo>
                  <a:lnTo>
                    <a:pt x="37" y="467807"/>
                  </a:lnTo>
                  <a:lnTo>
                    <a:pt x="37" y="466195"/>
                  </a:lnTo>
                  <a:lnTo>
                    <a:pt x="38" y="464584"/>
                  </a:lnTo>
                  <a:lnTo>
                    <a:pt x="38" y="462972"/>
                  </a:lnTo>
                  <a:lnTo>
                    <a:pt x="39" y="461361"/>
                  </a:lnTo>
                  <a:lnTo>
                    <a:pt x="39" y="459750"/>
                  </a:lnTo>
                  <a:lnTo>
                    <a:pt x="40" y="458138"/>
                  </a:lnTo>
                  <a:lnTo>
                    <a:pt x="40" y="456527"/>
                  </a:lnTo>
                  <a:lnTo>
                    <a:pt x="41" y="454916"/>
                  </a:lnTo>
                  <a:lnTo>
                    <a:pt x="42" y="453304"/>
                  </a:lnTo>
                  <a:lnTo>
                    <a:pt x="43" y="451693"/>
                  </a:lnTo>
                  <a:lnTo>
                    <a:pt x="43" y="450081"/>
                  </a:lnTo>
                  <a:lnTo>
                    <a:pt x="44" y="448470"/>
                  </a:lnTo>
                  <a:lnTo>
                    <a:pt x="45" y="446859"/>
                  </a:lnTo>
                  <a:lnTo>
                    <a:pt x="46" y="445247"/>
                  </a:lnTo>
                  <a:lnTo>
                    <a:pt x="47" y="443636"/>
                  </a:lnTo>
                  <a:lnTo>
                    <a:pt x="48" y="442024"/>
                  </a:lnTo>
                  <a:lnTo>
                    <a:pt x="49" y="440413"/>
                  </a:lnTo>
                  <a:lnTo>
                    <a:pt x="50" y="438802"/>
                  </a:lnTo>
                  <a:lnTo>
                    <a:pt x="51" y="437190"/>
                  </a:lnTo>
                  <a:lnTo>
                    <a:pt x="52" y="435579"/>
                  </a:lnTo>
                  <a:lnTo>
                    <a:pt x="54" y="433967"/>
                  </a:lnTo>
                  <a:lnTo>
                    <a:pt x="55" y="432356"/>
                  </a:lnTo>
                  <a:lnTo>
                    <a:pt x="56" y="430745"/>
                  </a:lnTo>
                  <a:lnTo>
                    <a:pt x="58" y="429133"/>
                  </a:lnTo>
                  <a:lnTo>
                    <a:pt x="59" y="427522"/>
                  </a:lnTo>
                  <a:lnTo>
                    <a:pt x="60" y="425910"/>
                  </a:lnTo>
                  <a:lnTo>
                    <a:pt x="62" y="424299"/>
                  </a:lnTo>
                  <a:lnTo>
                    <a:pt x="63" y="422688"/>
                  </a:lnTo>
                  <a:lnTo>
                    <a:pt x="65" y="421076"/>
                  </a:lnTo>
                  <a:lnTo>
                    <a:pt x="66" y="419465"/>
                  </a:lnTo>
                  <a:lnTo>
                    <a:pt x="68" y="417853"/>
                  </a:lnTo>
                  <a:lnTo>
                    <a:pt x="69" y="416242"/>
                  </a:lnTo>
                  <a:lnTo>
                    <a:pt x="71" y="414631"/>
                  </a:lnTo>
                  <a:lnTo>
                    <a:pt x="73" y="413019"/>
                  </a:lnTo>
                  <a:lnTo>
                    <a:pt x="74" y="411408"/>
                  </a:lnTo>
                  <a:lnTo>
                    <a:pt x="76" y="409796"/>
                  </a:lnTo>
                  <a:lnTo>
                    <a:pt x="78" y="408185"/>
                  </a:lnTo>
                  <a:lnTo>
                    <a:pt x="79" y="406574"/>
                  </a:lnTo>
                  <a:lnTo>
                    <a:pt x="81" y="404962"/>
                  </a:lnTo>
                  <a:lnTo>
                    <a:pt x="83" y="403351"/>
                  </a:lnTo>
                  <a:lnTo>
                    <a:pt x="85" y="401739"/>
                  </a:lnTo>
                  <a:lnTo>
                    <a:pt x="87" y="400128"/>
                  </a:lnTo>
                  <a:lnTo>
                    <a:pt x="89" y="398517"/>
                  </a:lnTo>
                  <a:lnTo>
                    <a:pt x="90" y="396905"/>
                  </a:lnTo>
                  <a:lnTo>
                    <a:pt x="92" y="395294"/>
                  </a:lnTo>
                  <a:lnTo>
                    <a:pt x="94" y="393862"/>
                  </a:lnTo>
                  <a:lnTo>
                    <a:pt x="96" y="392430"/>
                  </a:lnTo>
                  <a:lnTo>
                    <a:pt x="98" y="390998"/>
                  </a:lnTo>
                  <a:lnTo>
                    <a:pt x="99" y="389567"/>
                  </a:lnTo>
                  <a:lnTo>
                    <a:pt x="101" y="388135"/>
                  </a:lnTo>
                  <a:lnTo>
                    <a:pt x="102" y="386703"/>
                  </a:lnTo>
                  <a:lnTo>
                    <a:pt x="104" y="385271"/>
                  </a:lnTo>
                  <a:lnTo>
                    <a:pt x="105" y="383839"/>
                  </a:lnTo>
                  <a:lnTo>
                    <a:pt x="106" y="382408"/>
                  </a:lnTo>
                  <a:lnTo>
                    <a:pt x="108" y="380976"/>
                  </a:lnTo>
                  <a:lnTo>
                    <a:pt x="109" y="379544"/>
                  </a:lnTo>
                  <a:lnTo>
                    <a:pt x="110" y="378112"/>
                  </a:lnTo>
                  <a:lnTo>
                    <a:pt x="112" y="376680"/>
                  </a:lnTo>
                  <a:lnTo>
                    <a:pt x="113" y="375249"/>
                  </a:lnTo>
                  <a:lnTo>
                    <a:pt x="114" y="373817"/>
                  </a:lnTo>
                  <a:lnTo>
                    <a:pt x="115" y="372385"/>
                  </a:lnTo>
                  <a:lnTo>
                    <a:pt x="116" y="370953"/>
                  </a:lnTo>
                  <a:lnTo>
                    <a:pt x="117" y="369521"/>
                  </a:lnTo>
                  <a:lnTo>
                    <a:pt x="118" y="368090"/>
                  </a:lnTo>
                  <a:lnTo>
                    <a:pt x="119" y="366658"/>
                  </a:lnTo>
                  <a:lnTo>
                    <a:pt x="120" y="365226"/>
                  </a:lnTo>
                  <a:lnTo>
                    <a:pt x="120" y="363794"/>
                  </a:lnTo>
                  <a:lnTo>
                    <a:pt x="121" y="362362"/>
                  </a:lnTo>
                  <a:lnTo>
                    <a:pt x="122" y="360931"/>
                  </a:lnTo>
                  <a:lnTo>
                    <a:pt x="123" y="359499"/>
                  </a:lnTo>
                  <a:lnTo>
                    <a:pt x="123" y="358067"/>
                  </a:lnTo>
                  <a:lnTo>
                    <a:pt x="124" y="356635"/>
                  </a:lnTo>
                  <a:lnTo>
                    <a:pt x="124" y="355203"/>
                  </a:lnTo>
                  <a:lnTo>
                    <a:pt x="125" y="353772"/>
                  </a:lnTo>
                  <a:lnTo>
                    <a:pt x="125" y="352340"/>
                  </a:lnTo>
                  <a:lnTo>
                    <a:pt x="126" y="350908"/>
                  </a:lnTo>
                  <a:lnTo>
                    <a:pt x="126" y="349476"/>
                  </a:lnTo>
                  <a:lnTo>
                    <a:pt x="127" y="348044"/>
                  </a:lnTo>
                  <a:lnTo>
                    <a:pt x="127" y="346613"/>
                  </a:lnTo>
                  <a:lnTo>
                    <a:pt x="127" y="345181"/>
                  </a:lnTo>
                  <a:lnTo>
                    <a:pt x="127" y="343749"/>
                  </a:lnTo>
                  <a:lnTo>
                    <a:pt x="127" y="342317"/>
                  </a:lnTo>
                  <a:lnTo>
                    <a:pt x="128" y="340885"/>
                  </a:lnTo>
                  <a:lnTo>
                    <a:pt x="128" y="339454"/>
                  </a:lnTo>
                  <a:lnTo>
                    <a:pt x="128" y="338022"/>
                  </a:lnTo>
                  <a:lnTo>
                    <a:pt x="128" y="336590"/>
                  </a:lnTo>
                  <a:lnTo>
                    <a:pt x="128" y="335158"/>
                  </a:lnTo>
                  <a:lnTo>
                    <a:pt x="128" y="333727"/>
                  </a:lnTo>
                  <a:lnTo>
                    <a:pt x="127" y="332295"/>
                  </a:lnTo>
                  <a:lnTo>
                    <a:pt x="127" y="330863"/>
                  </a:lnTo>
                  <a:lnTo>
                    <a:pt x="127" y="329431"/>
                  </a:lnTo>
                  <a:lnTo>
                    <a:pt x="127" y="327999"/>
                  </a:lnTo>
                  <a:lnTo>
                    <a:pt x="127" y="326568"/>
                  </a:lnTo>
                  <a:lnTo>
                    <a:pt x="126" y="325136"/>
                  </a:lnTo>
                  <a:lnTo>
                    <a:pt x="126" y="323704"/>
                  </a:lnTo>
                  <a:lnTo>
                    <a:pt x="126" y="322272"/>
                  </a:lnTo>
                  <a:lnTo>
                    <a:pt x="125" y="320841"/>
                  </a:lnTo>
                  <a:lnTo>
                    <a:pt x="125" y="319409"/>
                  </a:lnTo>
                  <a:lnTo>
                    <a:pt x="124" y="317977"/>
                  </a:lnTo>
                  <a:lnTo>
                    <a:pt x="123" y="316545"/>
                  </a:lnTo>
                  <a:lnTo>
                    <a:pt x="123" y="315114"/>
                  </a:lnTo>
                  <a:lnTo>
                    <a:pt x="122" y="313682"/>
                  </a:lnTo>
                  <a:lnTo>
                    <a:pt x="122" y="312250"/>
                  </a:lnTo>
                  <a:lnTo>
                    <a:pt x="121" y="310818"/>
                  </a:lnTo>
                  <a:lnTo>
                    <a:pt x="120" y="309387"/>
                  </a:lnTo>
                  <a:lnTo>
                    <a:pt x="119" y="307955"/>
                  </a:lnTo>
                  <a:lnTo>
                    <a:pt x="118" y="306523"/>
                  </a:lnTo>
                  <a:lnTo>
                    <a:pt x="118" y="305091"/>
                  </a:lnTo>
                  <a:lnTo>
                    <a:pt x="117" y="303660"/>
                  </a:lnTo>
                  <a:lnTo>
                    <a:pt x="116" y="302593"/>
                  </a:lnTo>
                  <a:lnTo>
                    <a:pt x="115" y="301526"/>
                  </a:lnTo>
                  <a:lnTo>
                    <a:pt x="114" y="300459"/>
                  </a:lnTo>
                  <a:lnTo>
                    <a:pt x="114" y="299392"/>
                  </a:lnTo>
                  <a:lnTo>
                    <a:pt x="113" y="298325"/>
                  </a:lnTo>
                  <a:lnTo>
                    <a:pt x="112" y="297258"/>
                  </a:lnTo>
                  <a:lnTo>
                    <a:pt x="112" y="296192"/>
                  </a:lnTo>
                  <a:lnTo>
                    <a:pt x="111" y="295125"/>
                  </a:lnTo>
                  <a:lnTo>
                    <a:pt x="110" y="294058"/>
                  </a:lnTo>
                  <a:lnTo>
                    <a:pt x="109" y="292991"/>
                  </a:lnTo>
                  <a:lnTo>
                    <a:pt x="109" y="291924"/>
                  </a:lnTo>
                  <a:lnTo>
                    <a:pt x="108" y="290857"/>
                  </a:lnTo>
                  <a:lnTo>
                    <a:pt x="107" y="289791"/>
                  </a:lnTo>
                  <a:lnTo>
                    <a:pt x="107" y="288724"/>
                  </a:lnTo>
                  <a:lnTo>
                    <a:pt x="106" y="287657"/>
                  </a:lnTo>
                  <a:lnTo>
                    <a:pt x="105" y="286590"/>
                  </a:lnTo>
                  <a:lnTo>
                    <a:pt x="105" y="285524"/>
                  </a:lnTo>
                  <a:lnTo>
                    <a:pt x="104" y="284457"/>
                  </a:lnTo>
                  <a:lnTo>
                    <a:pt x="104" y="283390"/>
                  </a:lnTo>
                  <a:lnTo>
                    <a:pt x="103" y="282323"/>
                  </a:lnTo>
                  <a:lnTo>
                    <a:pt x="102" y="281257"/>
                  </a:lnTo>
                  <a:lnTo>
                    <a:pt x="102" y="280190"/>
                  </a:lnTo>
                  <a:lnTo>
                    <a:pt x="101" y="278741"/>
                  </a:lnTo>
                  <a:lnTo>
                    <a:pt x="100" y="277271"/>
                  </a:lnTo>
                  <a:lnTo>
                    <a:pt x="100" y="276074"/>
                  </a:lnTo>
                  <a:lnTo>
                    <a:pt x="99" y="274878"/>
                  </a:lnTo>
                  <a:lnTo>
                    <a:pt x="98" y="273682"/>
                  </a:lnTo>
                  <a:lnTo>
                    <a:pt x="98" y="272485"/>
                  </a:lnTo>
                  <a:lnTo>
                    <a:pt x="97" y="271289"/>
                  </a:lnTo>
                  <a:lnTo>
                    <a:pt x="97" y="270093"/>
                  </a:lnTo>
                  <a:lnTo>
                    <a:pt x="96" y="268896"/>
                  </a:lnTo>
                  <a:lnTo>
                    <a:pt x="96" y="267700"/>
                  </a:lnTo>
                  <a:lnTo>
                    <a:pt x="95" y="266504"/>
                  </a:lnTo>
                  <a:lnTo>
                    <a:pt x="95" y="265307"/>
                  </a:lnTo>
                  <a:lnTo>
                    <a:pt x="94" y="264111"/>
                  </a:lnTo>
                  <a:lnTo>
                    <a:pt x="94" y="262915"/>
                  </a:lnTo>
                  <a:lnTo>
                    <a:pt x="94" y="261718"/>
                  </a:lnTo>
                  <a:lnTo>
                    <a:pt x="94" y="260522"/>
                  </a:lnTo>
                  <a:lnTo>
                    <a:pt x="93" y="259326"/>
                  </a:lnTo>
                  <a:lnTo>
                    <a:pt x="93" y="258129"/>
                  </a:lnTo>
                  <a:lnTo>
                    <a:pt x="93" y="256933"/>
                  </a:lnTo>
                  <a:lnTo>
                    <a:pt x="93" y="255737"/>
                  </a:lnTo>
                  <a:lnTo>
                    <a:pt x="93" y="254540"/>
                  </a:lnTo>
                  <a:lnTo>
                    <a:pt x="93" y="253344"/>
                  </a:lnTo>
                  <a:lnTo>
                    <a:pt x="93" y="252148"/>
                  </a:lnTo>
                  <a:lnTo>
                    <a:pt x="93" y="250952"/>
                  </a:lnTo>
                  <a:lnTo>
                    <a:pt x="93" y="249755"/>
                  </a:lnTo>
                  <a:lnTo>
                    <a:pt x="93" y="248559"/>
                  </a:lnTo>
                  <a:lnTo>
                    <a:pt x="93" y="247363"/>
                  </a:lnTo>
                  <a:lnTo>
                    <a:pt x="93" y="246166"/>
                  </a:lnTo>
                  <a:lnTo>
                    <a:pt x="93" y="244970"/>
                  </a:lnTo>
                  <a:lnTo>
                    <a:pt x="93" y="243774"/>
                  </a:lnTo>
                  <a:lnTo>
                    <a:pt x="93" y="242577"/>
                  </a:lnTo>
                  <a:lnTo>
                    <a:pt x="93" y="241381"/>
                  </a:lnTo>
                  <a:lnTo>
                    <a:pt x="94" y="240185"/>
                  </a:lnTo>
                  <a:lnTo>
                    <a:pt x="94" y="238988"/>
                  </a:lnTo>
                  <a:lnTo>
                    <a:pt x="94" y="237792"/>
                  </a:lnTo>
                  <a:lnTo>
                    <a:pt x="95" y="236596"/>
                  </a:lnTo>
                  <a:lnTo>
                    <a:pt x="95" y="235399"/>
                  </a:lnTo>
                  <a:lnTo>
                    <a:pt x="95" y="234203"/>
                  </a:lnTo>
                  <a:lnTo>
                    <a:pt x="96" y="233007"/>
                  </a:lnTo>
                  <a:lnTo>
                    <a:pt x="96" y="231810"/>
                  </a:lnTo>
                  <a:lnTo>
                    <a:pt x="96" y="230614"/>
                  </a:lnTo>
                  <a:lnTo>
                    <a:pt x="97" y="229418"/>
                  </a:lnTo>
                  <a:lnTo>
                    <a:pt x="97" y="228221"/>
                  </a:lnTo>
                  <a:lnTo>
                    <a:pt x="98" y="227025"/>
                  </a:lnTo>
                  <a:lnTo>
                    <a:pt x="98" y="225829"/>
                  </a:lnTo>
                  <a:lnTo>
                    <a:pt x="99" y="224632"/>
                  </a:lnTo>
                  <a:lnTo>
                    <a:pt x="99" y="223436"/>
                  </a:lnTo>
                  <a:lnTo>
                    <a:pt x="100" y="222240"/>
                  </a:lnTo>
                  <a:lnTo>
                    <a:pt x="100" y="221044"/>
                  </a:lnTo>
                  <a:lnTo>
                    <a:pt x="101" y="219847"/>
                  </a:lnTo>
                  <a:lnTo>
                    <a:pt x="102" y="218651"/>
                  </a:lnTo>
                  <a:lnTo>
                    <a:pt x="102" y="217455"/>
                  </a:lnTo>
                  <a:lnTo>
                    <a:pt x="103" y="216258"/>
                  </a:lnTo>
                  <a:lnTo>
                    <a:pt x="104" y="215062"/>
                  </a:lnTo>
                  <a:lnTo>
                    <a:pt x="104" y="213866"/>
                  </a:lnTo>
                  <a:lnTo>
                    <a:pt x="105" y="212669"/>
                  </a:lnTo>
                  <a:lnTo>
                    <a:pt x="106" y="211473"/>
                  </a:lnTo>
                  <a:lnTo>
                    <a:pt x="106" y="210277"/>
                  </a:lnTo>
                  <a:lnTo>
                    <a:pt x="107" y="209080"/>
                  </a:lnTo>
                  <a:lnTo>
                    <a:pt x="108" y="207884"/>
                  </a:lnTo>
                  <a:lnTo>
                    <a:pt x="109" y="206688"/>
                  </a:lnTo>
                  <a:lnTo>
                    <a:pt x="109" y="205491"/>
                  </a:lnTo>
                  <a:lnTo>
                    <a:pt x="110" y="204295"/>
                  </a:lnTo>
                  <a:lnTo>
                    <a:pt x="111" y="203099"/>
                  </a:lnTo>
                  <a:lnTo>
                    <a:pt x="112" y="201902"/>
                  </a:lnTo>
                  <a:lnTo>
                    <a:pt x="113" y="200706"/>
                  </a:lnTo>
                  <a:lnTo>
                    <a:pt x="113" y="199529"/>
                  </a:lnTo>
                  <a:lnTo>
                    <a:pt x="114" y="198352"/>
                  </a:lnTo>
                  <a:lnTo>
                    <a:pt x="115" y="197176"/>
                  </a:lnTo>
                  <a:lnTo>
                    <a:pt x="116" y="195999"/>
                  </a:lnTo>
                  <a:lnTo>
                    <a:pt x="117" y="194822"/>
                  </a:lnTo>
                  <a:lnTo>
                    <a:pt x="117" y="193646"/>
                  </a:lnTo>
                  <a:lnTo>
                    <a:pt x="118" y="192469"/>
                  </a:lnTo>
                  <a:lnTo>
                    <a:pt x="119" y="191376"/>
                  </a:lnTo>
                  <a:lnTo>
                    <a:pt x="120" y="190283"/>
                  </a:lnTo>
                  <a:lnTo>
                    <a:pt x="120" y="189190"/>
                  </a:lnTo>
                  <a:lnTo>
                    <a:pt x="121" y="188097"/>
                  </a:lnTo>
                  <a:lnTo>
                    <a:pt x="122" y="187005"/>
                  </a:lnTo>
                  <a:lnTo>
                    <a:pt x="123" y="185958"/>
                  </a:lnTo>
                  <a:lnTo>
                    <a:pt x="123" y="184912"/>
                  </a:lnTo>
                  <a:lnTo>
                    <a:pt x="124" y="183865"/>
                  </a:lnTo>
                  <a:lnTo>
                    <a:pt x="124" y="182819"/>
                  </a:lnTo>
                  <a:lnTo>
                    <a:pt x="125" y="181772"/>
                  </a:lnTo>
                  <a:lnTo>
                    <a:pt x="125" y="180726"/>
                  </a:lnTo>
                  <a:lnTo>
                    <a:pt x="125" y="179679"/>
                  </a:lnTo>
                  <a:lnTo>
                    <a:pt x="126" y="178633"/>
                  </a:lnTo>
                  <a:lnTo>
                    <a:pt x="126" y="177586"/>
                  </a:lnTo>
                  <a:lnTo>
                    <a:pt x="126" y="176540"/>
                  </a:lnTo>
                  <a:lnTo>
                    <a:pt x="126" y="175493"/>
                  </a:lnTo>
                  <a:lnTo>
                    <a:pt x="126" y="174447"/>
                  </a:lnTo>
                  <a:lnTo>
                    <a:pt x="127" y="173400"/>
                  </a:lnTo>
                  <a:lnTo>
                    <a:pt x="127" y="172354"/>
                  </a:lnTo>
                  <a:lnTo>
                    <a:pt x="127" y="171307"/>
                  </a:lnTo>
                  <a:lnTo>
                    <a:pt x="127" y="170261"/>
                  </a:lnTo>
                  <a:lnTo>
                    <a:pt x="127" y="169214"/>
                  </a:lnTo>
                  <a:lnTo>
                    <a:pt x="127" y="168168"/>
                  </a:lnTo>
                  <a:lnTo>
                    <a:pt x="127" y="167122"/>
                  </a:lnTo>
                  <a:lnTo>
                    <a:pt x="126" y="166075"/>
                  </a:lnTo>
                  <a:lnTo>
                    <a:pt x="126" y="165029"/>
                  </a:lnTo>
                  <a:lnTo>
                    <a:pt x="126" y="163982"/>
                  </a:lnTo>
                  <a:lnTo>
                    <a:pt x="126" y="162936"/>
                  </a:lnTo>
                  <a:lnTo>
                    <a:pt x="126" y="161889"/>
                  </a:lnTo>
                  <a:lnTo>
                    <a:pt x="125" y="160843"/>
                  </a:lnTo>
                  <a:lnTo>
                    <a:pt x="125" y="159797"/>
                  </a:lnTo>
                  <a:lnTo>
                    <a:pt x="125" y="158750"/>
                  </a:lnTo>
                  <a:lnTo>
                    <a:pt x="124" y="157704"/>
                  </a:lnTo>
                  <a:lnTo>
                    <a:pt x="124" y="156657"/>
                  </a:lnTo>
                  <a:lnTo>
                    <a:pt x="123" y="155611"/>
                  </a:lnTo>
                  <a:lnTo>
                    <a:pt x="123" y="154564"/>
                  </a:lnTo>
                  <a:lnTo>
                    <a:pt x="122" y="153518"/>
                  </a:lnTo>
                  <a:lnTo>
                    <a:pt x="122" y="152472"/>
                  </a:lnTo>
                  <a:lnTo>
                    <a:pt x="121" y="151425"/>
                  </a:lnTo>
                  <a:lnTo>
                    <a:pt x="121" y="150379"/>
                  </a:lnTo>
                  <a:lnTo>
                    <a:pt x="120" y="149332"/>
                  </a:lnTo>
                  <a:lnTo>
                    <a:pt x="119" y="148286"/>
                  </a:lnTo>
                  <a:lnTo>
                    <a:pt x="119" y="147239"/>
                  </a:lnTo>
                  <a:lnTo>
                    <a:pt x="118" y="146193"/>
                  </a:lnTo>
                  <a:lnTo>
                    <a:pt x="117" y="145139"/>
                  </a:lnTo>
                  <a:lnTo>
                    <a:pt x="117" y="144084"/>
                  </a:lnTo>
                  <a:lnTo>
                    <a:pt x="116" y="143030"/>
                  </a:lnTo>
                  <a:lnTo>
                    <a:pt x="116" y="141975"/>
                  </a:lnTo>
                  <a:lnTo>
                    <a:pt x="115" y="140921"/>
                  </a:lnTo>
                  <a:lnTo>
                    <a:pt x="115" y="139867"/>
                  </a:lnTo>
                  <a:lnTo>
                    <a:pt x="114" y="138812"/>
                  </a:lnTo>
                  <a:lnTo>
                    <a:pt x="114" y="137758"/>
                  </a:lnTo>
                  <a:lnTo>
                    <a:pt x="114" y="136703"/>
                  </a:lnTo>
                  <a:lnTo>
                    <a:pt x="114" y="135649"/>
                  </a:lnTo>
                  <a:lnTo>
                    <a:pt x="114" y="134594"/>
                  </a:lnTo>
                  <a:lnTo>
                    <a:pt x="114" y="133540"/>
                  </a:lnTo>
                  <a:lnTo>
                    <a:pt x="114" y="132486"/>
                  </a:lnTo>
                  <a:lnTo>
                    <a:pt x="114" y="131431"/>
                  </a:lnTo>
                  <a:lnTo>
                    <a:pt x="114" y="130377"/>
                  </a:lnTo>
                  <a:lnTo>
                    <a:pt x="114" y="129322"/>
                  </a:lnTo>
                  <a:lnTo>
                    <a:pt x="115" y="128268"/>
                  </a:lnTo>
                  <a:lnTo>
                    <a:pt x="115" y="127213"/>
                  </a:lnTo>
                  <a:lnTo>
                    <a:pt x="116" y="126159"/>
                  </a:lnTo>
                  <a:lnTo>
                    <a:pt x="116" y="125104"/>
                  </a:lnTo>
                  <a:lnTo>
                    <a:pt x="117" y="124050"/>
                  </a:lnTo>
                  <a:lnTo>
                    <a:pt x="117" y="122995"/>
                  </a:lnTo>
                  <a:lnTo>
                    <a:pt x="118" y="121941"/>
                  </a:lnTo>
                  <a:lnTo>
                    <a:pt x="119" y="120887"/>
                  </a:lnTo>
                  <a:lnTo>
                    <a:pt x="120" y="119832"/>
                  </a:lnTo>
                  <a:lnTo>
                    <a:pt x="121" y="118778"/>
                  </a:lnTo>
                  <a:lnTo>
                    <a:pt x="122" y="117723"/>
                  </a:lnTo>
                  <a:lnTo>
                    <a:pt x="123" y="116669"/>
                  </a:lnTo>
                  <a:lnTo>
                    <a:pt x="124" y="115614"/>
                  </a:lnTo>
                  <a:lnTo>
                    <a:pt x="125" y="114560"/>
                  </a:lnTo>
                  <a:lnTo>
                    <a:pt x="127" y="113505"/>
                  </a:lnTo>
                  <a:lnTo>
                    <a:pt x="128" y="112451"/>
                  </a:lnTo>
                  <a:lnTo>
                    <a:pt x="129" y="111397"/>
                  </a:lnTo>
                  <a:lnTo>
                    <a:pt x="131" y="110342"/>
                  </a:lnTo>
                  <a:lnTo>
                    <a:pt x="133" y="109288"/>
                  </a:lnTo>
                  <a:lnTo>
                    <a:pt x="134" y="108233"/>
                  </a:lnTo>
                  <a:lnTo>
                    <a:pt x="136" y="107179"/>
                  </a:lnTo>
                  <a:lnTo>
                    <a:pt x="138" y="106124"/>
                  </a:lnTo>
                  <a:lnTo>
                    <a:pt x="140" y="105070"/>
                  </a:lnTo>
                  <a:lnTo>
                    <a:pt x="142" y="104015"/>
                  </a:lnTo>
                  <a:lnTo>
                    <a:pt x="144" y="102961"/>
                  </a:lnTo>
                  <a:lnTo>
                    <a:pt x="146" y="101907"/>
                  </a:lnTo>
                  <a:lnTo>
                    <a:pt x="148" y="100852"/>
                  </a:lnTo>
                  <a:lnTo>
                    <a:pt x="150" y="99798"/>
                  </a:lnTo>
                  <a:lnTo>
                    <a:pt x="152" y="98721"/>
                  </a:lnTo>
                  <a:lnTo>
                    <a:pt x="154" y="97645"/>
                  </a:lnTo>
                  <a:lnTo>
                    <a:pt x="156" y="96569"/>
                  </a:lnTo>
                  <a:lnTo>
                    <a:pt x="158" y="95492"/>
                  </a:lnTo>
                  <a:lnTo>
                    <a:pt x="160" y="94416"/>
                  </a:lnTo>
                  <a:lnTo>
                    <a:pt x="161" y="93340"/>
                  </a:lnTo>
                  <a:lnTo>
                    <a:pt x="163" y="92263"/>
                  </a:lnTo>
                  <a:lnTo>
                    <a:pt x="164" y="91187"/>
                  </a:lnTo>
                  <a:lnTo>
                    <a:pt x="165" y="90110"/>
                  </a:lnTo>
                  <a:lnTo>
                    <a:pt x="166" y="89034"/>
                  </a:lnTo>
                  <a:lnTo>
                    <a:pt x="167" y="87958"/>
                  </a:lnTo>
                  <a:lnTo>
                    <a:pt x="168" y="86881"/>
                  </a:lnTo>
                  <a:lnTo>
                    <a:pt x="168" y="85805"/>
                  </a:lnTo>
                  <a:lnTo>
                    <a:pt x="168" y="84728"/>
                  </a:lnTo>
                  <a:lnTo>
                    <a:pt x="168" y="83652"/>
                  </a:lnTo>
                  <a:lnTo>
                    <a:pt x="167" y="82576"/>
                  </a:lnTo>
                  <a:lnTo>
                    <a:pt x="167" y="81499"/>
                  </a:lnTo>
                  <a:lnTo>
                    <a:pt x="166" y="80423"/>
                  </a:lnTo>
                  <a:lnTo>
                    <a:pt x="165" y="79347"/>
                  </a:lnTo>
                  <a:lnTo>
                    <a:pt x="163" y="78270"/>
                  </a:lnTo>
                  <a:lnTo>
                    <a:pt x="162" y="77194"/>
                  </a:lnTo>
                  <a:lnTo>
                    <a:pt x="160" y="76117"/>
                  </a:lnTo>
                  <a:lnTo>
                    <a:pt x="158" y="75034"/>
                  </a:lnTo>
                  <a:lnTo>
                    <a:pt x="156" y="73951"/>
                  </a:lnTo>
                  <a:lnTo>
                    <a:pt x="155" y="72868"/>
                  </a:lnTo>
                  <a:lnTo>
                    <a:pt x="155" y="71784"/>
                  </a:lnTo>
                  <a:lnTo>
                    <a:pt x="154" y="70701"/>
                  </a:lnTo>
                  <a:lnTo>
                    <a:pt x="154" y="69618"/>
                  </a:lnTo>
                  <a:lnTo>
                    <a:pt x="155" y="68535"/>
                  </a:lnTo>
                  <a:lnTo>
                    <a:pt x="155" y="67452"/>
                  </a:lnTo>
                  <a:lnTo>
                    <a:pt x="156" y="66368"/>
                  </a:lnTo>
                  <a:lnTo>
                    <a:pt x="158" y="65285"/>
                  </a:lnTo>
                  <a:lnTo>
                    <a:pt x="159" y="64202"/>
                  </a:lnTo>
                  <a:lnTo>
                    <a:pt x="162" y="63119"/>
                  </a:lnTo>
                  <a:lnTo>
                    <a:pt x="164" y="62036"/>
                  </a:lnTo>
                  <a:lnTo>
                    <a:pt x="167" y="60953"/>
                  </a:lnTo>
                  <a:lnTo>
                    <a:pt x="170" y="59870"/>
                  </a:lnTo>
                  <a:lnTo>
                    <a:pt x="173" y="58786"/>
                  </a:lnTo>
                  <a:lnTo>
                    <a:pt x="177" y="57703"/>
                  </a:lnTo>
                  <a:lnTo>
                    <a:pt x="180" y="56620"/>
                  </a:lnTo>
                  <a:lnTo>
                    <a:pt x="185" y="55537"/>
                  </a:lnTo>
                  <a:lnTo>
                    <a:pt x="189" y="54454"/>
                  </a:lnTo>
                  <a:lnTo>
                    <a:pt x="191" y="53332"/>
                  </a:lnTo>
                  <a:lnTo>
                    <a:pt x="193" y="52211"/>
                  </a:lnTo>
                  <a:lnTo>
                    <a:pt x="193" y="51089"/>
                  </a:lnTo>
                  <a:lnTo>
                    <a:pt x="192" y="49968"/>
                  </a:lnTo>
                  <a:lnTo>
                    <a:pt x="190" y="48846"/>
                  </a:lnTo>
                  <a:lnTo>
                    <a:pt x="187" y="47725"/>
                  </a:lnTo>
                  <a:lnTo>
                    <a:pt x="182" y="46604"/>
                  </a:lnTo>
                  <a:lnTo>
                    <a:pt x="179" y="45539"/>
                  </a:lnTo>
                  <a:lnTo>
                    <a:pt x="177" y="44474"/>
                  </a:lnTo>
                  <a:lnTo>
                    <a:pt x="177" y="43410"/>
                  </a:lnTo>
                  <a:lnTo>
                    <a:pt x="178" y="42345"/>
                  </a:lnTo>
                  <a:lnTo>
                    <a:pt x="181" y="41280"/>
                  </a:lnTo>
                  <a:lnTo>
                    <a:pt x="185" y="40216"/>
                  </a:lnTo>
                  <a:lnTo>
                    <a:pt x="190" y="39151"/>
                  </a:lnTo>
                  <a:lnTo>
                    <a:pt x="196" y="38087"/>
                  </a:lnTo>
                  <a:lnTo>
                    <a:pt x="203" y="37022"/>
                  </a:lnTo>
                  <a:lnTo>
                    <a:pt x="211" y="35957"/>
                  </a:lnTo>
                  <a:lnTo>
                    <a:pt x="192" y="34419"/>
                  </a:lnTo>
                  <a:lnTo>
                    <a:pt x="174" y="32858"/>
                  </a:lnTo>
                  <a:lnTo>
                    <a:pt x="214" y="31595"/>
                  </a:lnTo>
                  <a:lnTo>
                    <a:pt x="294" y="30400"/>
                  </a:lnTo>
                  <a:lnTo>
                    <a:pt x="417" y="29265"/>
                  </a:lnTo>
                  <a:lnTo>
                    <a:pt x="583" y="28184"/>
                  </a:lnTo>
                  <a:lnTo>
                    <a:pt x="793" y="27148"/>
                  </a:lnTo>
                  <a:lnTo>
                    <a:pt x="1047" y="26152"/>
                  </a:lnTo>
                  <a:lnTo>
                    <a:pt x="1348" y="25187"/>
                  </a:lnTo>
                  <a:lnTo>
                    <a:pt x="1695" y="24246"/>
                  </a:lnTo>
                  <a:lnTo>
                    <a:pt x="2090" y="23323"/>
                  </a:lnTo>
                  <a:lnTo>
                    <a:pt x="2534" y="22411"/>
                  </a:lnTo>
                  <a:lnTo>
                    <a:pt x="3026" y="21501"/>
                  </a:lnTo>
                  <a:lnTo>
                    <a:pt x="3570" y="20587"/>
                  </a:lnTo>
                  <a:lnTo>
                    <a:pt x="4164" y="19662"/>
                  </a:lnTo>
                  <a:lnTo>
                    <a:pt x="4810" y="18718"/>
                  </a:lnTo>
                  <a:lnTo>
                    <a:pt x="5510" y="17748"/>
                  </a:lnTo>
                  <a:lnTo>
                    <a:pt x="6263" y="16746"/>
                  </a:lnTo>
                  <a:lnTo>
                    <a:pt x="6637" y="15246"/>
                  </a:lnTo>
                  <a:lnTo>
                    <a:pt x="7018" y="13724"/>
                  </a:lnTo>
                  <a:lnTo>
                    <a:pt x="7284" y="12722"/>
                  </a:lnTo>
                  <a:lnTo>
                    <a:pt x="7581" y="11971"/>
                  </a:lnTo>
                  <a:lnTo>
                    <a:pt x="8036" y="11332"/>
                  </a:lnTo>
                  <a:lnTo>
                    <a:pt x="8778" y="10666"/>
                  </a:lnTo>
                  <a:lnTo>
                    <a:pt x="9935" y="9831"/>
                  </a:lnTo>
                  <a:lnTo>
                    <a:pt x="11635" y="8689"/>
                  </a:lnTo>
                  <a:lnTo>
                    <a:pt x="12854" y="8300"/>
                  </a:lnTo>
                  <a:lnTo>
                    <a:pt x="14083" y="7909"/>
                  </a:lnTo>
                  <a:lnTo>
                    <a:pt x="15327" y="7514"/>
                  </a:lnTo>
                  <a:lnTo>
                    <a:pt x="16632" y="7060"/>
                  </a:lnTo>
                  <a:lnTo>
                    <a:pt x="17684" y="6684"/>
                  </a:lnTo>
                  <a:lnTo>
                    <a:pt x="18552" y="6349"/>
                  </a:lnTo>
                  <a:lnTo>
                    <a:pt x="19306" y="6021"/>
                  </a:lnTo>
                  <a:lnTo>
                    <a:pt x="20016" y="5665"/>
                  </a:lnTo>
                  <a:lnTo>
                    <a:pt x="20753" y="5245"/>
                  </a:lnTo>
                  <a:lnTo>
                    <a:pt x="21586" y="4728"/>
                  </a:lnTo>
                  <a:lnTo>
                    <a:pt x="22585" y="4077"/>
                  </a:lnTo>
                  <a:lnTo>
                    <a:pt x="23820" y="3258"/>
                  </a:lnTo>
                  <a:lnTo>
                    <a:pt x="24837" y="2701"/>
                  </a:lnTo>
                  <a:lnTo>
                    <a:pt x="25848" y="2210"/>
                  </a:lnTo>
                  <a:lnTo>
                    <a:pt x="26856" y="1781"/>
                  </a:lnTo>
                  <a:lnTo>
                    <a:pt x="27861" y="1410"/>
                  </a:lnTo>
                  <a:lnTo>
                    <a:pt x="28866" y="1092"/>
                  </a:lnTo>
                  <a:lnTo>
                    <a:pt x="29872" y="824"/>
                  </a:lnTo>
                  <a:lnTo>
                    <a:pt x="30880" y="602"/>
                  </a:lnTo>
                  <a:lnTo>
                    <a:pt x="31893" y="421"/>
                  </a:lnTo>
                  <a:lnTo>
                    <a:pt x="32911" y="279"/>
                  </a:lnTo>
                  <a:lnTo>
                    <a:pt x="33937" y="171"/>
                  </a:lnTo>
                  <a:lnTo>
                    <a:pt x="34971" y="93"/>
                  </a:lnTo>
                  <a:lnTo>
                    <a:pt x="36017" y="41"/>
                  </a:lnTo>
                  <a:lnTo>
                    <a:pt x="37074" y="12"/>
                  </a:lnTo>
                  <a:lnTo>
                    <a:pt x="38146" y="0"/>
                  </a:lnTo>
                  <a:lnTo>
                    <a:pt x="39233" y="3"/>
                  </a:lnTo>
                  <a:lnTo>
                    <a:pt x="40338" y="17"/>
                  </a:lnTo>
                  <a:lnTo>
                    <a:pt x="41461" y="37"/>
                  </a:lnTo>
                  <a:lnTo>
                    <a:pt x="42604" y="59"/>
                  </a:lnTo>
                  <a:close/>
                </a:path>
              </a:pathLst>
            </a:custGeom>
            <a:solidFill>
              <a:srgbClr val="42577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region 9 #121212"/>
            <p:cNvSpPr/>
            <p:nvPr/>
          </p:nvSpPr>
          <p:spPr>
            <a:xfrm>
              <a:off x="0" y="0"/>
              <a:ext cx="2971800" cy="1188451"/>
            </a:xfrm>
            <a:custGeom>
              <a:avLst/>
              <a:gdLst/>
              <a:ahLst/>
              <a:cxnLst/>
              <a:rect l="l" t="t" r="r" b="b"/>
              <a:pathLst>
                <a:path w="2971800" h="1188451">
                  <a:moveTo>
                    <a:pt x="0" y="0"/>
                  </a:moveTo>
                  <a:lnTo>
                    <a:pt x="45970" y="0"/>
                  </a:lnTo>
                  <a:lnTo>
                    <a:pt x="91940" y="0"/>
                  </a:lnTo>
                  <a:lnTo>
                    <a:pt x="137913" y="0"/>
                  </a:lnTo>
                  <a:lnTo>
                    <a:pt x="183887" y="0"/>
                  </a:lnTo>
                  <a:lnTo>
                    <a:pt x="229864" y="0"/>
                  </a:lnTo>
                  <a:lnTo>
                    <a:pt x="275844" y="0"/>
                  </a:lnTo>
                  <a:lnTo>
                    <a:pt x="321829" y="0"/>
                  </a:lnTo>
                  <a:lnTo>
                    <a:pt x="367818" y="0"/>
                  </a:lnTo>
                  <a:lnTo>
                    <a:pt x="413812" y="0"/>
                  </a:lnTo>
                  <a:lnTo>
                    <a:pt x="459813" y="0"/>
                  </a:lnTo>
                  <a:lnTo>
                    <a:pt x="505821" y="0"/>
                  </a:lnTo>
                  <a:lnTo>
                    <a:pt x="551836" y="0"/>
                  </a:lnTo>
                  <a:lnTo>
                    <a:pt x="597859" y="0"/>
                  </a:lnTo>
                  <a:lnTo>
                    <a:pt x="643891" y="0"/>
                  </a:lnTo>
                  <a:lnTo>
                    <a:pt x="689933" y="0"/>
                  </a:lnTo>
                  <a:lnTo>
                    <a:pt x="735984" y="0"/>
                  </a:lnTo>
                  <a:lnTo>
                    <a:pt x="782047" y="0"/>
                  </a:lnTo>
                  <a:lnTo>
                    <a:pt x="828121" y="0"/>
                  </a:lnTo>
                  <a:lnTo>
                    <a:pt x="874208" y="0"/>
                  </a:lnTo>
                  <a:lnTo>
                    <a:pt x="920307" y="0"/>
                  </a:lnTo>
                  <a:lnTo>
                    <a:pt x="966420" y="0"/>
                  </a:lnTo>
                  <a:lnTo>
                    <a:pt x="1012547" y="0"/>
                  </a:lnTo>
                  <a:lnTo>
                    <a:pt x="1058690" y="0"/>
                  </a:lnTo>
                  <a:lnTo>
                    <a:pt x="1104847" y="0"/>
                  </a:lnTo>
                  <a:lnTo>
                    <a:pt x="1151022" y="0"/>
                  </a:lnTo>
                  <a:lnTo>
                    <a:pt x="1197213" y="0"/>
                  </a:lnTo>
                  <a:lnTo>
                    <a:pt x="1243422" y="0"/>
                  </a:lnTo>
                  <a:lnTo>
                    <a:pt x="1289649" y="0"/>
                  </a:lnTo>
                  <a:lnTo>
                    <a:pt x="1335895" y="0"/>
                  </a:lnTo>
                  <a:lnTo>
                    <a:pt x="1382161" y="0"/>
                  </a:lnTo>
                  <a:lnTo>
                    <a:pt x="1428448" y="0"/>
                  </a:lnTo>
                  <a:lnTo>
                    <a:pt x="1474755" y="0"/>
                  </a:lnTo>
                  <a:lnTo>
                    <a:pt x="1521085" y="0"/>
                  </a:lnTo>
                  <a:lnTo>
                    <a:pt x="1567436" y="0"/>
                  </a:lnTo>
                  <a:lnTo>
                    <a:pt x="1613811" y="0"/>
                  </a:lnTo>
                  <a:lnTo>
                    <a:pt x="1660210" y="0"/>
                  </a:lnTo>
                  <a:lnTo>
                    <a:pt x="1706633" y="0"/>
                  </a:lnTo>
                  <a:lnTo>
                    <a:pt x="1753081" y="0"/>
                  </a:lnTo>
                  <a:lnTo>
                    <a:pt x="1799555" y="0"/>
                  </a:lnTo>
                  <a:lnTo>
                    <a:pt x="1846056" y="0"/>
                  </a:lnTo>
                  <a:lnTo>
                    <a:pt x="1892584" y="0"/>
                  </a:lnTo>
                  <a:lnTo>
                    <a:pt x="1939140" y="0"/>
                  </a:lnTo>
                  <a:lnTo>
                    <a:pt x="1985724" y="0"/>
                  </a:lnTo>
                  <a:lnTo>
                    <a:pt x="2032338" y="0"/>
                  </a:lnTo>
                  <a:lnTo>
                    <a:pt x="2078981" y="0"/>
                  </a:lnTo>
                  <a:lnTo>
                    <a:pt x="2125655" y="0"/>
                  </a:lnTo>
                  <a:lnTo>
                    <a:pt x="2172361" y="0"/>
                  </a:lnTo>
                  <a:lnTo>
                    <a:pt x="2219098" y="0"/>
                  </a:lnTo>
                  <a:lnTo>
                    <a:pt x="2265868" y="0"/>
                  </a:lnTo>
                  <a:lnTo>
                    <a:pt x="2312672" y="0"/>
                  </a:lnTo>
                  <a:lnTo>
                    <a:pt x="2359509" y="0"/>
                  </a:lnTo>
                  <a:lnTo>
                    <a:pt x="2406381" y="0"/>
                  </a:lnTo>
                  <a:lnTo>
                    <a:pt x="2453289" y="0"/>
                  </a:lnTo>
                  <a:lnTo>
                    <a:pt x="2500232" y="0"/>
                  </a:lnTo>
                  <a:lnTo>
                    <a:pt x="2547212" y="0"/>
                  </a:lnTo>
                  <a:lnTo>
                    <a:pt x="2594230" y="0"/>
                  </a:lnTo>
                  <a:lnTo>
                    <a:pt x="2641286" y="0"/>
                  </a:lnTo>
                  <a:lnTo>
                    <a:pt x="2688380" y="0"/>
                  </a:lnTo>
                  <a:lnTo>
                    <a:pt x="2735514" y="0"/>
                  </a:lnTo>
                  <a:lnTo>
                    <a:pt x="2782688" y="0"/>
                  </a:lnTo>
                  <a:lnTo>
                    <a:pt x="2829903" y="0"/>
                  </a:lnTo>
                  <a:lnTo>
                    <a:pt x="2877160" y="0"/>
                  </a:lnTo>
                  <a:lnTo>
                    <a:pt x="2924458" y="0"/>
                  </a:lnTo>
                  <a:lnTo>
                    <a:pt x="2971800" y="0"/>
                  </a:lnTo>
                  <a:lnTo>
                    <a:pt x="2971800" y="18383"/>
                  </a:lnTo>
                  <a:lnTo>
                    <a:pt x="2971800" y="36768"/>
                  </a:lnTo>
                  <a:lnTo>
                    <a:pt x="2971800" y="55152"/>
                  </a:lnTo>
                  <a:lnTo>
                    <a:pt x="2971800" y="73538"/>
                  </a:lnTo>
                  <a:lnTo>
                    <a:pt x="2971800" y="91924"/>
                  </a:lnTo>
                  <a:lnTo>
                    <a:pt x="2971800" y="110312"/>
                  </a:lnTo>
                  <a:lnTo>
                    <a:pt x="2971800" y="128702"/>
                  </a:lnTo>
                  <a:lnTo>
                    <a:pt x="2971800" y="147094"/>
                  </a:lnTo>
                  <a:lnTo>
                    <a:pt x="2971800" y="165487"/>
                  </a:lnTo>
                  <a:lnTo>
                    <a:pt x="2971800" y="183883"/>
                  </a:lnTo>
                  <a:lnTo>
                    <a:pt x="2971800" y="202282"/>
                  </a:lnTo>
                  <a:lnTo>
                    <a:pt x="2971800" y="220684"/>
                  </a:lnTo>
                  <a:lnTo>
                    <a:pt x="2971800" y="239089"/>
                  </a:lnTo>
                  <a:lnTo>
                    <a:pt x="2971800" y="257498"/>
                  </a:lnTo>
                  <a:lnTo>
                    <a:pt x="2971800" y="275910"/>
                  </a:lnTo>
                  <a:lnTo>
                    <a:pt x="2971800" y="294327"/>
                  </a:lnTo>
                  <a:lnTo>
                    <a:pt x="2971800" y="312748"/>
                  </a:lnTo>
                  <a:lnTo>
                    <a:pt x="2971800" y="331173"/>
                  </a:lnTo>
                  <a:lnTo>
                    <a:pt x="2971800" y="349604"/>
                  </a:lnTo>
                  <a:lnTo>
                    <a:pt x="2971800" y="368039"/>
                  </a:lnTo>
                  <a:lnTo>
                    <a:pt x="2971800" y="386480"/>
                  </a:lnTo>
                  <a:lnTo>
                    <a:pt x="2971800" y="404927"/>
                  </a:lnTo>
                  <a:lnTo>
                    <a:pt x="2971800" y="423380"/>
                  </a:lnTo>
                  <a:lnTo>
                    <a:pt x="2971800" y="441839"/>
                  </a:lnTo>
                  <a:lnTo>
                    <a:pt x="2971800" y="460304"/>
                  </a:lnTo>
                  <a:lnTo>
                    <a:pt x="2971800" y="478777"/>
                  </a:lnTo>
                  <a:lnTo>
                    <a:pt x="2971800" y="497256"/>
                  </a:lnTo>
                  <a:lnTo>
                    <a:pt x="2971800" y="515743"/>
                  </a:lnTo>
                  <a:lnTo>
                    <a:pt x="2971800" y="534237"/>
                  </a:lnTo>
                  <a:lnTo>
                    <a:pt x="2971800" y="552739"/>
                  </a:lnTo>
                  <a:lnTo>
                    <a:pt x="2971800" y="571250"/>
                  </a:lnTo>
                  <a:lnTo>
                    <a:pt x="2971800" y="589769"/>
                  </a:lnTo>
                  <a:lnTo>
                    <a:pt x="2971800" y="608296"/>
                  </a:lnTo>
                  <a:lnTo>
                    <a:pt x="2971800" y="626833"/>
                  </a:lnTo>
                  <a:lnTo>
                    <a:pt x="2971800" y="645378"/>
                  </a:lnTo>
                  <a:lnTo>
                    <a:pt x="2971800" y="663934"/>
                  </a:lnTo>
                  <a:lnTo>
                    <a:pt x="2971800" y="682499"/>
                  </a:lnTo>
                  <a:lnTo>
                    <a:pt x="2971800" y="701074"/>
                  </a:lnTo>
                  <a:lnTo>
                    <a:pt x="2971800" y="719659"/>
                  </a:lnTo>
                  <a:lnTo>
                    <a:pt x="2971800" y="738255"/>
                  </a:lnTo>
                  <a:lnTo>
                    <a:pt x="2971800" y="756862"/>
                  </a:lnTo>
                  <a:lnTo>
                    <a:pt x="2971800" y="775480"/>
                  </a:lnTo>
                  <a:lnTo>
                    <a:pt x="2971800" y="794110"/>
                  </a:lnTo>
                  <a:lnTo>
                    <a:pt x="2971800" y="812751"/>
                  </a:lnTo>
                  <a:lnTo>
                    <a:pt x="2971800" y="831404"/>
                  </a:lnTo>
                  <a:lnTo>
                    <a:pt x="2971800" y="850070"/>
                  </a:lnTo>
                  <a:lnTo>
                    <a:pt x="2971800" y="868748"/>
                  </a:lnTo>
                  <a:lnTo>
                    <a:pt x="2971800" y="887438"/>
                  </a:lnTo>
                  <a:lnTo>
                    <a:pt x="2971800" y="906142"/>
                  </a:lnTo>
                  <a:lnTo>
                    <a:pt x="2971800" y="924859"/>
                  </a:lnTo>
                  <a:lnTo>
                    <a:pt x="2971800" y="943590"/>
                  </a:lnTo>
                  <a:lnTo>
                    <a:pt x="2971800" y="962335"/>
                  </a:lnTo>
                  <a:lnTo>
                    <a:pt x="2971800" y="981093"/>
                  </a:lnTo>
                  <a:lnTo>
                    <a:pt x="2971800" y="999867"/>
                  </a:lnTo>
                  <a:lnTo>
                    <a:pt x="2971800" y="1018654"/>
                  </a:lnTo>
                  <a:lnTo>
                    <a:pt x="2971800" y="1037457"/>
                  </a:lnTo>
                  <a:lnTo>
                    <a:pt x="2971800" y="1056275"/>
                  </a:lnTo>
                  <a:lnTo>
                    <a:pt x="2971800" y="1075109"/>
                  </a:lnTo>
                  <a:lnTo>
                    <a:pt x="2971800" y="1093958"/>
                  </a:lnTo>
                  <a:lnTo>
                    <a:pt x="2971800" y="1112824"/>
                  </a:lnTo>
                  <a:lnTo>
                    <a:pt x="2971800" y="1131705"/>
                  </a:lnTo>
                  <a:lnTo>
                    <a:pt x="2971800" y="1150603"/>
                  </a:lnTo>
                  <a:lnTo>
                    <a:pt x="2971800" y="1169519"/>
                  </a:lnTo>
                  <a:lnTo>
                    <a:pt x="2971800" y="1188451"/>
                  </a:lnTo>
                  <a:lnTo>
                    <a:pt x="2925829" y="1188451"/>
                  </a:lnTo>
                  <a:lnTo>
                    <a:pt x="2879859" y="1188451"/>
                  </a:lnTo>
                  <a:lnTo>
                    <a:pt x="2833886" y="1188451"/>
                  </a:lnTo>
                  <a:lnTo>
                    <a:pt x="2787912" y="1188451"/>
                  </a:lnTo>
                  <a:lnTo>
                    <a:pt x="2741935" y="1188451"/>
                  </a:lnTo>
                  <a:lnTo>
                    <a:pt x="2695955" y="1188451"/>
                  </a:lnTo>
                  <a:lnTo>
                    <a:pt x="2649970" y="1188451"/>
                  </a:lnTo>
                  <a:lnTo>
                    <a:pt x="2603981" y="1188451"/>
                  </a:lnTo>
                  <a:lnTo>
                    <a:pt x="2557987" y="1188451"/>
                  </a:lnTo>
                  <a:lnTo>
                    <a:pt x="2511986" y="1188451"/>
                  </a:lnTo>
                  <a:lnTo>
                    <a:pt x="2465978" y="1188451"/>
                  </a:lnTo>
                  <a:lnTo>
                    <a:pt x="2419963" y="1188451"/>
                  </a:lnTo>
                  <a:lnTo>
                    <a:pt x="2373940" y="1188451"/>
                  </a:lnTo>
                  <a:lnTo>
                    <a:pt x="2327908" y="1188451"/>
                  </a:lnTo>
                  <a:lnTo>
                    <a:pt x="2281866" y="1188451"/>
                  </a:lnTo>
                  <a:lnTo>
                    <a:pt x="2235815" y="1188451"/>
                  </a:lnTo>
                  <a:lnTo>
                    <a:pt x="2189752" y="1188451"/>
                  </a:lnTo>
                  <a:lnTo>
                    <a:pt x="2143678" y="1188451"/>
                  </a:lnTo>
                  <a:lnTo>
                    <a:pt x="2097591" y="1188451"/>
                  </a:lnTo>
                  <a:lnTo>
                    <a:pt x="2051492" y="1188451"/>
                  </a:lnTo>
                  <a:lnTo>
                    <a:pt x="2005379" y="1188451"/>
                  </a:lnTo>
                  <a:lnTo>
                    <a:pt x="1959252" y="1188451"/>
                  </a:lnTo>
                  <a:lnTo>
                    <a:pt x="1913109" y="1188451"/>
                  </a:lnTo>
                  <a:lnTo>
                    <a:pt x="1866952" y="1188451"/>
                  </a:lnTo>
                  <a:lnTo>
                    <a:pt x="1820777" y="1188451"/>
                  </a:lnTo>
                  <a:lnTo>
                    <a:pt x="1774586" y="1188451"/>
                  </a:lnTo>
                  <a:lnTo>
                    <a:pt x="1728377" y="1188451"/>
                  </a:lnTo>
                  <a:lnTo>
                    <a:pt x="1682150" y="1188451"/>
                  </a:lnTo>
                  <a:lnTo>
                    <a:pt x="1635904" y="1188451"/>
                  </a:lnTo>
                  <a:lnTo>
                    <a:pt x="1589638" y="1188451"/>
                  </a:lnTo>
                  <a:lnTo>
                    <a:pt x="1543351" y="1188451"/>
                  </a:lnTo>
                  <a:lnTo>
                    <a:pt x="1497044" y="1188451"/>
                  </a:lnTo>
                  <a:lnTo>
                    <a:pt x="1450714" y="1188451"/>
                  </a:lnTo>
                  <a:lnTo>
                    <a:pt x="1404363" y="1188451"/>
                  </a:lnTo>
                  <a:lnTo>
                    <a:pt x="1357988" y="1188451"/>
                  </a:lnTo>
                  <a:lnTo>
                    <a:pt x="1311589" y="1188451"/>
                  </a:lnTo>
                  <a:lnTo>
                    <a:pt x="1265166" y="1188451"/>
                  </a:lnTo>
                  <a:lnTo>
                    <a:pt x="1218718" y="1188451"/>
                  </a:lnTo>
                  <a:lnTo>
                    <a:pt x="1172244" y="1188451"/>
                  </a:lnTo>
                  <a:lnTo>
                    <a:pt x="1125743" y="1188451"/>
                  </a:lnTo>
                  <a:lnTo>
                    <a:pt x="1079215" y="1188451"/>
                  </a:lnTo>
                  <a:lnTo>
                    <a:pt x="1032659" y="1188451"/>
                  </a:lnTo>
                  <a:lnTo>
                    <a:pt x="986075" y="1188451"/>
                  </a:lnTo>
                  <a:lnTo>
                    <a:pt x="939461" y="1188451"/>
                  </a:lnTo>
                  <a:lnTo>
                    <a:pt x="892818" y="1188451"/>
                  </a:lnTo>
                  <a:lnTo>
                    <a:pt x="846144" y="1188451"/>
                  </a:lnTo>
                  <a:lnTo>
                    <a:pt x="799438" y="1188451"/>
                  </a:lnTo>
                  <a:lnTo>
                    <a:pt x="752701" y="1188451"/>
                  </a:lnTo>
                  <a:lnTo>
                    <a:pt x="705931" y="1188451"/>
                  </a:lnTo>
                  <a:lnTo>
                    <a:pt x="659127" y="1188451"/>
                  </a:lnTo>
                  <a:lnTo>
                    <a:pt x="612290" y="1188451"/>
                  </a:lnTo>
                  <a:lnTo>
                    <a:pt x="565418" y="1188451"/>
                  </a:lnTo>
                  <a:lnTo>
                    <a:pt x="518510" y="1188451"/>
                  </a:lnTo>
                  <a:lnTo>
                    <a:pt x="471567" y="1188451"/>
                  </a:lnTo>
                  <a:lnTo>
                    <a:pt x="424587" y="1188451"/>
                  </a:lnTo>
                  <a:lnTo>
                    <a:pt x="377569" y="1188451"/>
                  </a:lnTo>
                  <a:lnTo>
                    <a:pt x="330513" y="1188451"/>
                  </a:lnTo>
                  <a:lnTo>
                    <a:pt x="283419" y="1188451"/>
                  </a:lnTo>
                  <a:lnTo>
                    <a:pt x="236285" y="1188451"/>
                  </a:lnTo>
                  <a:lnTo>
                    <a:pt x="189111" y="1188451"/>
                  </a:lnTo>
                  <a:lnTo>
                    <a:pt x="141896" y="1188451"/>
                  </a:lnTo>
                  <a:lnTo>
                    <a:pt x="94639" y="1188451"/>
                  </a:lnTo>
                  <a:lnTo>
                    <a:pt x="47341" y="1188451"/>
                  </a:lnTo>
                  <a:lnTo>
                    <a:pt x="0" y="1188451"/>
                  </a:lnTo>
                  <a:lnTo>
                    <a:pt x="0" y="1170067"/>
                  </a:lnTo>
                  <a:lnTo>
                    <a:pt x="0" y="1151683"/>
                  </a:lnTo>
                  <a:lnTo>
                    <a:pt x="0" y="1133298"/>
                  </a:lnTo>
                  <a:lnTo>
                    <a:pt x="0" y="1114913"/>
                  </a:lnTo>
                  <a:lnTo>
                    <a:pt x="0" y="1096526"/>
                  </a:lnTo>
                  <a:lnTo>
                    <a:pt x="0" y="1078138"/>
                  </a:lnTo>
                  <a:lnTo>
                    <a:pt x="0" y="1059748"/>
                  </a:lnTo>
                  <a:lnTo>
                    <a:pt x="0" y="1041357"/>
                  </a:lnTo>
                  <a:lnTo>
                    <a:pt x="0" y="1022963"/>
                  </a:lnTo>
                  <a:lnTo>
                    <a:pt x="0" y="1004567"/>
                  </a:lnTo>
                  <a:lnTo>
                    <a:pt x="0" y="986168"/>
                  </a:lnTo>
                  <a:lnTo>
                    <a:pt x="0" y="967766"/>
                  </a:lnTo>
                  <a:lnTo>
                    <a:pt x="0" y="949361"/>
                  </a:lnTo>
                  <a:lnTo>
                    <a:pt x="0" y="930953"/>
                  </a:lnTo>
                  <a:lnTo>
                    <a:pt x="0" y="912540"/>
                  </a:lnTo>
                  <a:lnTo>
                    <a:pt x="0" y="894124"/>
                  </a:lnTo>
                  <a:lnTo>
                    <a:pt x="0" y="875703"/>
                  </a:lnTo>
                  <a:lnTo>
                    <a:pt x="0" y="857277"/>
                  </a:lnTo>
                  <a:lnTo>
                    <a:pt x="0" y="838847"/>
                  </a:lnTo>
                  <a:lnTo>
                    <a:pt x="0" y="820411"/>
                  </a:lnTo>
                  <a:lnTo>
                    <a:pt x="0" y="801970"/>
                  </a:lnTo>
                  <a:lnTo>
                    <a:pt x="0" y="783523"/>
                  </a:lnTo>
                  <a:lnTo>
                    <a:pt x="0" y="765071"/>
                  </a:lnTo>
                  <a:lnTo>
                    <a:pt x="0" y="746612"/>
                  </a:lnTo>
                  <a:lnTo>
                    <a:pt x="0" y="728146"/>
                  </a:lnTo>
                  <a:lnTo>
                    <a:pt x="0" y="709674"/>
                  </a:lnTo>
                  <a:lnTo>
                    <a:pt x="0" y="691194"/>
                  </a:lnTo>
                  <a:lnTo>
                    <a:pt x="0" y="672708"/>
                  </a:lnTo>
                  <a:lnTo>
                    <a:pt x="0" y="654213"/>
                  </a:lnTo>
                  <a:lnTo>
                    <a:pt x="0" y="635711"/>
                  </a:lnTo>
                  <a:lnTo>
                    <a:pt x="0" y="617201"/>
                  </a:lnTo>
                  <a:lnTo>
                    <a:pt x="0" y="598682"/>
                  </a:lnTo>
                  <a:lnTo>
                    <a:pt x="0" y="580154"/>
                  </a:lnTo>
                  <a:lnTo>
                    <a:pt x="0" y="561618"/>
                  </a:lnTo>
                  <a:lnTo>
                    <a:pt x="0" y="543072"/>
                  </a:lnTo>
                  <a:lnTo>
                    <a:pt x="0" y="524517"/>
                  </a:lnTo>
                  <a:lnTo>
                    <a:pt x="0" y="505952"/>
                  </a:lnTo>
                  <a:lnTo>
                    <a:pt x="0" y="487377"/>
                  </a:lnTo>
                  <a:lnTo>
                    <a:pt x="0" y="468791"/>
                  </a:lnTo>
                  <a:lnTo>
                    <a:pt x="0" y="450195"/>
                  </a:lnTo>
                  <a:lnTo>
                    <a:pt x="0" y="431588"/>
                  </a:lnTo>
                  <a:lnTo>
                    <a:pt x="0" y="412970"/>
                  </a:lnTo>
                  <a:lnTo>
                    <a:pt x="0" y="394341"/>
                  </a:lnTo>
                  <a:lnTo>
                    <a:pt x="0" y="375699"/>
                  </a:lnTo>
                  <a:lnTo>
                    <a:pt x="0" y="357046"/>
                  </a:lnTo>
                  <a:lnTo>
                    <a:pt x="0" y="338381"/>
                  </a:lnTo>
                  <a:lnTo>
                    <a:pt x="0" y="319703"/>
                  </a:lnTo>
                  <a:lnTo>
                    <a:pt x="0" y="301012"/>
                  </a:lnTo>
                  <a:lnTo>
                    <a:pt x="0" y="282308"/>
                  </a:lnTo>
                  <a:lnTo>
                    <a:pt x="0" y="263591"/>
                  </a:lnTo>
                  <a:lnTo>
                    <a:pt x="0" y="244860"/>
                  </a:lnTo>
                  <a:lnTo>
                    <a:pt x="0" y="226116"/>
                  </a:lnTo>
                  <a:lnTo>
                    <a:pt x="0" y="207357"/>
                  </a:lnTo>
                  <a:lnTo>
                    <a:pt x="0" y="188584"/>
                  </a:lnTo>
                  <a:lnTo>
                    <a:pt x="0" y="169796"/>
                  </a:lnTo>
                  <a:lnTo>
                    <a:pt x="0" y="150993"/>
                  </a:lnTo>
                  <a:lnTo>
                    <a:pt x="0" y="132175"/>
                  </a:lnTo>
                  <a:lnTo>
                    <a:pt x="0" y="113342"/>
                  </a:lnTo>
                  <a:lnTo>
                    <a:pt x="0" y="94492"/>
                  </a:lnTo>
                  <a:lnTo>
                    <a:pt x="0" y="75627"/>
                  </a:lnTo>
                  <a:lnTo>
                    <a:pt x="0" y="56745"/>
                  </a:lnTo>
                  <a:lnTo>
                    <a:pt x="0" y="37847"/>
                  </a:lnTo>
                  <a:lnTo>
                    <a:pt x="0" y="18932"/>
                  </a:lnTo>
                  <a:lnTo>
                    <a:pt x="0" y="0"/>
                  </a:lnTo>
                  <a:close/>
                  <a:moveTo>
                    <a:pt x="4028" y="4028"/>
                  </a:moveTo>
                  <a:lnTo>
                    <a:pt x="4028" y="22287"/>
                  </a:lnTo>
                  <a:lnTo>
                    <a:pt x="4028" y="40547"/>
                  </a:lnTo>
                  <a:lnTo>
                    <a:pt x="4028" y="58807"/>
                  </a:lnTo>
                  <a:lnTo>
                    <a:pt x="4028" y="77068"/>
                  </a:lnTo>
                  <a:lnTo>
                    <a:pt x="4028" y="95330"/>
                  </a:lnTo>
                  <a:lnTo>
                    <a:pt x="4028" y="113593"/>
                  </a:lnTo>
                  <a:lnTo>
                    <a:pt x="4028" y="131858"/>
                  </a:lnTo>
                  <a:lnTo>
                    <a:pt x="4028" y="150125"/>
                  </a:lnTo>
                  <a:lnTo>
                    <a:pt x="4028" y="168394"/>
                  </a:lnTo>
                  <a:lnTo>
                    <a:pt x="4028" y="186665"/>
                  </a:lnTo>
                  <a:lnTo>
                    <a:pt x="4028" y="204940"/>
                  </a:lnTo>
                  <a:lnTo>
                    <a:pt x="4028" y="223217"/>
                  </a:lnTo>
                  <a:lnTo>
                    <a:pt x="4028" y="241497"/>
                  </a:lnTo>
                  <a:lnTo>
                    <a:pt x="4028" y="259781"/>
                  </a:lnTo>
                  <a:lnTo>
                    <a:pt x="4028" y="278068"/>
                  </a:lnTo>
                  <a:lnTo>
                    <a:pt x="4028" y="296360"/>
                  </a:lnTo>
                  <a:lnTo>
                    <a:pt x="4028" y="314656"/>
                  </a:lnTo>
                  <a:lnTo>
                    <a:pt x="4028" y="332957"/>
                  </a:lnTo>
                  <a:lnTo>
                    <a:pt x="4028" y="351262"/>
                  </a:lnTo>
                  <a:lnTo>
                    <a:pt x="4028" y="369573"/>
                  </a:lnTo>
                  <a:lnTo>
                    <a:pt x="4028" y="387889"/>
                  </a:lnTo>
                  <a:lnTo>
                    <a:pt x="4028" y="406210"/>
                  </a:lnTo>
                  <a:lnTo>
                    <a:pt x="4028" y="424538"/>
                  </a:lnTo>
                  <a:lnTo>
                    <a:pt x="4028" y="442872"/>
                  </a:lnTo>
                  <a:lnTo>
                    <a:pt x="4028" y="461212"/>
                  </a:lnTo>
                  <a:lnTo>
                    <a:pt x="4028" y="479559"/>
                  </a:lnTo>
                  <a:lnTo>
                    <a:pt x="4028" y="497913"/>
                  </a:lnTo>
                  <a:lnTo>
                    <a:pt x="4028" y="516275"/>
                  </a:lnTo>
                  <a:lnTo>
                    <a:pt x="4028" y="534644"/>
                  </a:lnTo>
                  <a:lnTo>
                    <a:pt x="4028" y="553021"/>
                  </a:lnTo>
                  <a:lnTo>
                    <a:pt x="4028" y="571405"/>
                  </a:lnTo>
                  <a:lnTo>
                    <a:pt x="4028" y="589799"/>
                  </a:lnTo>
                  <a:lnTo>
                    <a:pt x="4028" y="608201"/>
                  </a:lnTo>
                  <a:lnTo>
                    <a:pt x="4028" y="626611"/>
                  </a:lnTo>
                  <a:lnTo>
                    <a:pt x="4028" y="645032"/>
                  </a:lnTo>
                  <a:lnTo>
                    <a:pt x="4028" y="663461"/>
                  </a:lnTo>
                  <a:lnTo>
                    <a:pt x="4028" y="681900"/>
                  </a:lnTo>
                  <a:lnTo>
                    <a:pt x="4028" y="700349"/>
                  </a:lnTo>
                  <a:lnTo>
                    <a:pt x="4028" y="718809"/>
                  </a:lnTo>
                  <a:lnTo>
                    <a:pt x="4028" y="737279"/>
                  </a:lnTo>
                  <a:lnTo>
                    <a:pt x="4028" y="755760"/>
                  </a:lnTo>
                  <a:lnTo>
                    <a:pt x="4028" y="774252"/>
                  </a:lnTo>
                  <a:lnTo>
                    <a:pt x="4028" y="792755"/>
                  </a:lnTo>
                  <a:lnTo>
                    <a:pt x="4028" y="811270"/>
                  </a:lnTo>
                  <a:lnTo>
                    <a:pt x="4028" y="829796"/>
                  </a:lnTo>
                  <a:lnTo>
                    <a:pt x="4028" y="848335"/>
                  </a:lnTo>
                  <a:lnTo>
                    <a:pt x="4028" y="866887"/>
                  </a:lnTo>
                  <a:lnTo>
                    <a:pt x="4028" y="885451"/>
                  </a:lnTo>
                  <a:lnTo>
                    <a:pt x="4028" y="904028"/>
                  </a:lnTo>
                  <a:lnTo>
                    <a:pt x="4028" y="922618"/>
                  </a:lnTo>
                  <a:lnTo>
                    <a:pt x="4028" y="941222"/>
                  </a:lnTo>
                  <a:lnTo>
                    <a:pt x="4028" y="959839"/>
                  </a:lnTo>
                  <a:lnTo>
                    <a:pt x="4028" y="978471"/>
                  </a:lnTo>
                  <a:lnTo>
                    <a:pt x="4028" y="997116"/>
                  </a:lnTo>
                  <a:lnTo>
                    <a:pt x="4028" y="1015777"/>
                  </a:lnTo>
                  <a:lnTo>
                    <a:pt x="4028" y="1034452"/>
                  </a:lnTo>
                  <a:lnTo>
                    <a:pt x="4028" y="1053143"/>
                  </a:lnTo>
                  <a:lnTo>
                    <a:pt x="4028" y="1071849"/>
                  </a:lnTo>
                  <a:lnTo>
                    <a:pt x="4028" y="1090570"/>
                  </a:lnTo>
                  <a:lnTo>
                    <a:pt x="4028" y="1109308"/>
                  </a:lnTo>
                  <a:lnTo>
                    <a:pt x="4028" y="1128061"/>
                  </a:lnTo>
                  <a:lnTo>
                    <a:pt x="4028" y="1146831"/>
                  </a:lnTo>
                  <a:lnTo>
                    <a:pt x="4028" y="1165618"/>
                  </a:lnTo>
                  <a:lnTo>
                    <a:pt x="4028" y="1184422"/>
                  </a:lnTo>
                  <a:lnTo>
                    <a:pt x="19958" y="1184424"/>
                  </a:lnTo>
                  <a:lnTo>
                    <a:pt x="35393" y="1184425"/>
                  </a:lnTo>
                  <a:lnTo>
                    <a:pt x="50342" y="1184426"/>
                  </a:lnTo>
                  <a:lnTo>
                    <a:pt x="64816" y="1184427"/>
                  </a:lnTo>
                  <a:lnTo>
                    <a:pt x="78824" y="1184428"/>
                  </a:lnTo>
                  <a:lnTo>
                    <a:pt x="92377" y="1184429"/>
                  </a:lnTo>
                  <a:lnTo>
                    <a:pt x="105486" y="1184430"/>
                  </a:lnTo>
                  <a:lnTo>
                    <a:pt x="118158" y="1184431"/>
                  </a:lnTo>
                  <a:lnTo>
                    <a:pt x="130406" y="1184432"/>
                  </a:lnTo>
                  <a:lnTo>
                    <a:pt x="142239" y="1184433"/>
                  </a:lnTo>
                  <a:lnTo>
                    <a:pt x="153668" y="1184434"/>
                  </a:lnTo>
                  <a:lnTo>
                    <a:pt x="164701" y="1184435"/>
                  </a:lnTo>
                  <a:lnTo>
                    <a:pt x="175350" y="1184436"/>
                  </a:lnTo>
                  <a:lnTo>
                    <a:pt x="185624" y="1184436"/>
                  </a:lnTo>
                  <a:lnTo>
                    <a:pt x="195534" y="1184437"/>
                  </a:lnTo>
                  <a:lnTo>
                    <a:pt x="205090" y="1184438"/>
                  </a:lnTo>
                  <a:lnTo>
                    <a:pt x="214301" y="1184439"/>
                  </a:lnTo>
                  <a:lnTo>
                    <a:pt x="223178" y="1184439"/>
                  </a:lnTo>
                  <a:lnTo>
                    <a:pt x="231731" y="1184440"/>
                  </a:lnTo>
                  <a:lnTo>
                    <a:pt x="239970" y="1184441"/>
                  </a:lnTo>
                  <a:lnTo>
                    <a:pt x="247904" y="1184441"/>
                  </a:lnTo>
                  <a:lnTo>
                    <a:pt x="255545" y="1184442"/>
                  </a:lnTo>
                  <a:lnTo>
                    <a:pt x="262903" y="1184442"/>
                  </a:lnTo>
                  <a:lnTo>
                    <a:pt x="269986" y="1184443"/>
                  </a:lnTo>
                  <a:lnTo>
                    <a:pt x="276806" y="1184443"/>
                  </a:lnTo>
                  <a:lnTo>
                    <a:pt x="283372" y="1184444"/>
                  </a:lnTo>
                  <a:lnTo>
                    <a:pt x="289695" y="1184444"/>
                  </a:lnTo>
                  <a:lnTo>
                    <a:pt x="295785" y="1184445"/>
                  </a:lnTo>
                  <a:lnTo>
                    <a:pt x="301651" y="1184445"/>
                  </a:lnTo>
                  <a:lnTo>
                    <a:pt x="307304" y="1184446"/>
                  </a:lnTo>
                  <a:lnTo>
                    <a:pt x="312754" y="1184446"/>
                  </a:lnTo>
                  <a:lnTo>
                    <a:pt x="318011" y="1184447"/>
                  </a:lnTo>
                  <a:lnTo>
                    <a:pt x="323085" y="1184447"/>
                  </a:lnTo>
                  <a:lnTo>
                    <a:pt x="327986" y="1184447"/>
                  </a:lnTo>
                  <a:lnTo>
                    <a:pt x="332724" y="1184448"/>
                  </a:lnTo>
                  <a:lnTo>
                    <a:pt x="337310" y="1184448"/>
                  </a:lnTo>
                  <a:lnTo>
                    <a:pt x="341753" y="1184448"/>
                  </a:lnTo>
                  <a:lnTo>
                    <a:pt x="346064" y="1184449"/>
                  </a:lnTo>
                  <a:lnTo>
                    <a:pt x="350252" y="1184449"/>
                  </a:lnTo>
                  <a:lnTo>
                    <a:pt x="354328" y="1184449"/>
                  </a:lnTo>
                  <a:lnTo>
                    <a:pt x="358302" y="1184450"/>
                  </a:lnTo>
                  <a:lnTo>
                    <a:pt x="362183" y="1184450"/>
                  </a:lnTo>
                  <a:lnTo>
                    <a:pt x="365983" y="1184450"/>
                  </a:lnTo>
                  <a:lnTo>
                    <a:pt x="369710" y="1184450"/>
                  </a:lnTo>
                  <a:lnTo>
                    <a:pt x="373376" y="1184451"/>
                  </a:lnTo>
                  <a:lnTo>
                    <a:pt x="376989" y="1184451"/>
                  </a:lnTo>
                  <a:lnTo>
                    <a:pt x="380561" y="1184451"/>
                  </a:lnTo>
                  <a:lnTo>
                    <a:pt x="384102" y="1184452"/>
                  </a:lnTo>
                  <a:lnTo>
                    <a:pt x="387620" y="1184452"/>
                  </a:lnTo>
                  <a:lnTo>
                    <a:pt x="391128" y="1184452"/>
                  </a:lnTo>
                  <a:lnTo>
                    <a:pt x="394633" y="1184452"/>
                  </a:lnTo>
                  <a:lnTo>
                    <a:pt x="398148" y="1184453"/>
                  </a:lnTo>
                  <a:lnTo>
                    <a:pt x="401681" y="1184453"/>
                  </a:lnTo>
                  <a:lnTo>
                    <a:pt x="405244" y="1184453"/>
                  </a:lnTo>
                  <a:lnTo>
                    <a:pt x="408845" y="1184453"/>
                  </a:lnTo>
                  <a:lnTo>
                    <a:pt x="412495" y="1184454"/>
                  </a:lnTo>
                  <a:lnTo>
                    <a:pt x="416204" y="1184454"/>
                  </a:lnTo>
                  <a:lnTo>
                    <a:pt x="419983" y="1184454"/>
                  </a:lnTo>
                  <a:lnTo>
                    <a:pt x="423841" y="1184454"/>
                  </a:lnTo>
                  <a:lnTo>
                    <a:pt x="427788" y="1184455"/>
                  </a:lnTo>
                  <a:lnTo>
                    <a:pt x="431835" y="1184455"/>
                  </a:lnTo>
                  <a:lnTo>
                    <a:pt x="435991" y="1184455"/>
                  </a:lnTo>
                  <a:lnTo>
                    <a:pt x="440267" y="1184456"/>
                  </a:lnTo>
                  <a:lnTo>
                    <a:pt x="444672" y="1184456"/>
                  </a:lnTo>
                  <a:lnTo>
                    <a:pt x="445760" y="1184456"/>
                  </a:lnTo>
                  <a:lnTo>
                    <a:pt x="446848" y="1184456"/>
                  </a:lnTo>
                  <a:lnTo>
                    <a:pt x="447936" y="1184456"/>
                  </a:lnTo>
                  <a:lnTo>
                    <a:pt x="449025" y="1184456"/>
                  </a:lnTo>
                  <a:lnTo>
                    <a:pt x="450112" y="1184456"/>
                  </a:lnTo>
                  <a:lnTo>
                    <a:pt x="451481" y="1184456"/>
                  </a:lnTo>
                  <a:lnTo>
                    <a:pt x="452869" y="1184457"/>
                  </a:lnTo>
                  <a:lnTo>
                    <a:pt x="453932" y="1184457"/>
                  </a:lnTo>
                  <a:lnTo>
                    <a:pt x="454994" y="1184457"/>
                  </a:lnTo>
                  <a:lnTo>
                    <a:pt x="456057" y="1184457"/>
                  </a:lnTo>
                  <a:lnTo>
                    <a:pt x="457120" y="1184457"/>
                  </a:lnTo>
                  <a:lnTo>
                    <a:pt x="458182" y="1184457"/>
                  </a:lnTo>
                  <a:lnTo>
                    <a:pt x="459245" y="1184457"/>
                  </a:lnTo>
                  <a:lnTo>
                    <a:pt x="460307" y="1184457"/>
                  </a:lnTo>
                  <a:lnTo>
                    <a:pt x="461370" y="1184457"/>
                  </a:lnTo>
                  <a:lnTo>
                    <a:pt x="466139" y="1184458"/>
                  </a:lnTo>
                  <a:lnTo>
                    <a:pt x="470911" y="1184458"/>
                  </a:lnTo>
                  <a:lnTo>
                    <a:pt x="475686" y="1184458"/>
                  </a:lnTo>
                  <a:lnTo>
                    <a:pt x="480467" y="1184458"/>
                  </a:lnTo>
                  <a:lnTo>
                    <a:pt x="485255" y="1184459"/>
                  </a:lnTo>
                  <a:lnTo>
                    <a:pt x="490052" y="1184459"/>
                  </a:lnTo>
                  <a:lnTo>
                    <a:pt x="494861" y="1184459"/>
                  </a:lnTo>
                  <a:lnTo>
                    <a:pt x="499683" y="1184460"/>
                  </a:lnTo>
                  <a:lnTo>
                    <a:pt x="504519" y="1184460"/>
                  </a:lnTo>
                  <a:lnTo>
                    <a:pt x="509373" y="1184460"/>
                  </a:lnTo>
                  <a:lnTo>
                    <a:pt x="514245" y="1184461"/>
                  </a:lnTo>
                  <a:lnTo>
                    <a:pt x="519138" y="1184461"/>
                  </a:lnTo>
                  <a:lnTo>
                    <a:pt x="524053" y="1184461"/>
                  </a:lnTo>
                  <a:lnTo>
                    <a:pt x="528992" y="1184462"/>
                  </a:lnTo>
                  <a:lnTo>
                    <a:pt x="533957" y="1184462"/>
                  </a:lnTo>
                  <a:lnTo>
                    <a:pt x="538951" y="1184462"/>
                  </a:lnTo>
                  <a:lnTo>
                    <a:pt x="543974" y="1184463"/>
                  </a:lnTo>
                  <a:lnTo>
                    <a:pt x="549029" y="1184463"/>
                  </a:lnTo>
                  <a:lnTo>
                    <a:pt x="554117" y="1184463"/>
                  </a:lnTo>
                  <a:lnTo>
                    <a:pt x="559241" y="1184464"/>
                  </a:lnTo>
                  <a:lnTo>
                    <a:pt x="564402" y="1184464"/>
                  </a:lnTo>
                  <a:lnTo>
                    <a:pt x="569603" y="1184464"/>
                  </a:lnTo>
                  <a:lnTo>
                    <a:pt x="574844" y="1184464"/>
                  </a:lnTo>
                  <a:lnTo>
                    <a:pt x="580129" y="1184465"/>
                  </a:lnTo>
                  <a:lnTo>
                    <a:pt x="585458" y="1184465"/>
                  </a:lnTo>
                  <a:lnTo>
                    <a:pt x="590833" y="1184465"/>
                  </a:lnTo>
                  <a:lnTo>
                    <a:pt x="596258" y="1184466"/>
                  </a:lnTo>
                  <a:lnTo>
                    <a:pt x="601732" y="1184466"/>
                  </a:lnTo>
                  <a:lnTo>
                    <a:pt x="607259" y="1184466"/>
                  </a:lnTo>
                  <a:lnTo>
                    <a:pt x="612840" y="1184467"/>
                  </a:lnTo>
                  <a:lnTo>
                    <a:pt x="618477" y="1184467"/>
                  </a:lnTo>
                  <a:lnTo>
                    <a:pt x="624172" y="1184467"/>
                  </a:lnTo>
                  <a:lnTo>
                    <a:pt x="629926" y="1184468"/>
                  </a:lnTo>
                  <a:lnTo>
                    <a:pt x="635742" y="1184468"/>
                  </a:lnTo>
                  <a:lnTo>
                    <a:pt x="641621" y="1184468"/>
                  </a:lnTo>
                  <a:lnTo>
                    <a:pt x="647566" y="1184469"/>
                  </a:lnTo>
                  <a:lnTo>
                    <a:pt x="653577" y="1184469"/>
                  </a:lnTo>
                  <a:lnTo>
                    <a:pt x="659658" y="1184469"/>
                  </a:lnTo>
                  <a:lnTo>
                    <a:pt x="665810" y="1184470"/>
                  </a:lnTo>
                  <a:lnTo>
                    <a:pt x="672034" y="1184470"/>
                  </a:lnTo>
                  <a:lnTo>
                    <a:pt x="678333" y="1184470"/>
                  </a:lnTo>
                  <a:lnTo>
                    <a:pt x="684709" y="1184471"/>
                  </a:lnTo>
                  <a:lnTo>
                    <a:pt x="691163" y="1184471"/>
                  </a:lnTo>
                  <a:lnTo>
                    <a:pt x="697697" y="1184471"/>
                  </a:lnTo>
                  <a:lnTo>
                    <a:pt x="704313" y="1184472"/>
                  </a:lnTo>
                  <a:lnTo>
                    <a:pt x="711013" y="1184472"/>
                  </a:lnTo>
                  <a:lnTo>
                    <a:pt x="717798" y="1184473"/>
                  </a:lnTo>
                  <a:lnTo>
                    <a:pt x="724672" y="1184473"/>
                  </a:lnTo>
                  <a:lnTo>
                    <a:pt x="731635" y="1184473"/>
                  </a:lnTo>
                  <a:lnTo>
                    <a:pt x="738689" y="1184474"/>
                  </a:lnTo>
                  <a:lnTo>
                    <a:pt x="745837" y="1184474"/>
                  </a:lnTo>
                  <a:lnTo>
                    <a:pt x="753080" y="1184474"/>
                  </a:lnTo>
                  <a:lnTo>
                    <a:pt x="760420" y="1184475"/>
                  </a:lnTo>
                  <a:lnTo>
                    <a:pt x="767858" y="1184475"/>
                  </a:lnTo>
                  <a:lnTo>
                    <a:pt x="775398" y="1184475"/>
                  </a:lnTo>
                  <a:lnTo>
                    <a:pt x="783039" y="1184476"/>
                  </a:lnTo>
                  <a:lnTo>
                    <a:pt x="790786" y="1184476"/>
                  </a:lnTo>
                  <a:lnTo>
                    <a:pt x="798639" y="1184476"/>
                  </a:lnTo>
                  <a:lnTo>
                    <a:pt x="806599" y="1184477"/>
                  </a:lnTo>
                  <a:lnTo>
                    <a:pt x="814670" y="1184477"/>
                  </a:lnTo>
                  <a:lnTo>
                    <a:pt x="822853" y="1184478"/>
                  </a:lnTo>
                  <a:lnTo>
                    <a:pt x="831150" y="1184478"/>
                  </a:lnTo>
                  <a:lnTo>
                    <a:pt x="839562" y="1184478"/>
                  </a:lnTo>
                  <a:lnTo>
                    <a:pt x="848092" y="1184479"/>
                  </a:lnTo>
                  <a:lnTo>
                    <a:pt x="849145" y="1184479"/>
                  </a:lnTo>
                  <a:lnTo>
                    <a:pt x="850199" y="1184479"/>
                  </a:lnTo>
                  <a:lnTo>
                    <a:pt x="851252" y="1184479"/>
                  </a:lnTo>
                  <a:lnTo>
                    <a:pt x="852305" y="1184479"/>
                  </a:lnTo>
                  <a:lnTo>
                    <a:pt x="853359" y="1184479"/>
                  </a:lnTo>
                  <a:lnTo>
                    <a:pt x="854412" y="1184479"/>
                  </a:lnTo>
                  <a:lnTo>
                    <a:pt x="855466" y="1184479"/>
                  </a:lnTo>
                  <a:lnTo>
                    <a:pt x="856519" y="1184480"/>
                  </a:lnTo>
                  <a:lnTo>
                    <a:pt x="857573" y="1184480"/>
                  </a:lnTo>
                  <a:lnTo>
                    <a:pt x="861770" y="1184480"/>
                  </a:lnTo>
                  <a:lnTo>
                    <a:pt x="865967" y="1184480"/>
                  </a:lnTo>
                  <a:lnTo>
                    <a:pt x="870164" y="1184481"/>
                  </a:lnTo>
                  <a:lnTo>
                    <a:pt x="874362" y="1184481"/>
                  </a:lnTo>
                  <a:lnTo>
                    <a:pt x="878559" y="1184481"/>
                  </a:lnTo>
                  <a:lnTo>
                    <a:pt x="882756" y="1184481"/>
                  </a:lnTo>
                  <a:lnTo>
                    <a:pt x="886953" y="1184481"/>
                  </a:lnTo>
                  <a:lnTo>
                    <a:pt x="891150" y="1184481"/>
                  </a:lnTo>
                  <a:lnTo>
                    <a:pt x="895348" y="1184482"/>
                  </a:lnTo>
                  <a:lnTo>
                    <a:pt x="899545" y="1184482"/>
                  </a:lnTo>
                  <a:lnTo>
                    <a:pt x="903742" y="1184482"/>
                  </a:lnTo>
                  <a:lnTo>
                    <a:pt x="907939" y="1184482"/>
                  </a:lnTo>
                  <a:lnTo>
                    <a:pt x="912137" y="1184482"/>
                  </a:lnTo>
                  <a:lnTo>
                    <a:pt x="916334" y="1184482"/>
                  </a:lnTo>
                  <a:lnTo>
                    <a:pt x="920531" y="1184483"/>
                  </a:lnTo>
                  <a:lnTo>
                    <a:pt x="924728" y="1184483"/>
                  </a:lnTo>
                  <a:lnTo>
                    <a:pt x="928925" y="1184483"/>
                  </a:lnTo>
                  <a:lnTo>
                    <a:pt x="933123" y="1184483"/>
                  </a:lnTo>
                  <a:lnTo>
                    <a:pt x="937320" y="1184483"/>
                  </a:lnTo>
                  <a:lnTo>
                    <a:pt x="941517" y="1184483"/>
                  </a:lnTo>
                  <a:lnTo>
                    <a:pt x="945714" y="1184484"/>
                  </a:lnTo>
                  <a:lnTo>
                    <a:pt x="949912" y="1184484"/>
                  </a:lnTo>
                  <a:lnTo>
                    <a:pt x="954109" y="1184484"/>
                  </a:lnTo>
                  <a:lnTo>
                    <a:pt x="958306" y="1184484"/>
                  </a:lnTo>
                  <a:lnTo>
                    <a:pt x="962503" y="1184484"/>
                  </a:lnTo>
                  <a:lnTo>
                    <a:pt x="966700" y="1184484"/>
                  </a:lnTo>
                  <a:lnTo>
                    <a:pt x="970898" y="1184485"/>
                  </a:lnTo>
                  <a:lnTo>
                    <a:pt x="975095" y="1184485"/>
                  </a:lnTo>
                  <a:lnTo>
                    <a:pt x="979292" y="1184485"/>
                  </a:lnTo>
                  <a:lnTo>
                    <a:pt x="983489" y="1184485"/>
                  </a:lnTo>
                  <a:lnTo>
                    <a:pt x="987687" y="1184485"/>
                  </a:lnTo>
                  <a:lnTo>
                    <a:pt x="991884" y="1184485"/>
                  </a:lnTo>
                  <a:lnTo>
                    <a:pt x="996081" y="1184486"/>
                  </a:lnTo>
                  <a:lnTo>
                    <a:pt x="1000278" y="1184486"/>
                  </a:lnTo>
                  <a:lnTo>
                    <a:pt x="1004475" y="1184486"/>
                  </a:lnTo>
                  <a:lnTo>
                    <a:pt x="1008673" y="1184486"/>
                  </a:lnTo>
                  <a:lnTo>
                    <a:pt x="1012870" y="1184486"/>
                  </a:lnTo>
                  <a:lnTo>
                    <a:pt x="1017067" y="1184486"/>
                  </a:lnTo>
                  <a:lnTo>
                    <a:pt x="1021264" y="1184486"/>
                  </a:lnTo>
                  <a:lnTo>
                    <a:pt x="1025462" y="1184487"/>
                  </a:lnTo>
                  <a:lnTo>
                    <a:pt x="1029659" y="1184487"/>
                  </a:lnTo>
                  <a:lnTo>
                    <a:pt x="1033856" y="1184487"/>
                  </a:lnTo>
                  <a:lnTo>
                    <a:pt x="1038053" y="1184487"/>
                  </a:lnTo>
                  <a:lnTo>
                    <a:pt x="1042250" y="1184487"/>
                  </a:lnTo>
                  <a:lnTo>
                    <a:pt x="1046448" y="1184487"/>
                  </a:lnTo>
                  <a:lnTo>
                    <a:pt x="1050645" y="1184488"/>
                  </a:lnTo>
                  <a:lnTo>
                    <a:pt x="1054842" y="1184488"/>
                  </a:lnTo>
                  <a:lnTo>
                    <a:pt x="1059039" y="1184488"/>
                  </a:lnTo>
                  <a:lnTo>
                    <a:pt x="1063237" y="1184488"/>
                  </a:lnTo>
                  <a:lnTo>
                    <a:pt x="1067434" y="1184488"/>
                  </a:lnTo>
                  <a:lnTo>
                    <a:pt x="1071631" y="1184488"/>
                  </a:lnTo>
                  <a:lnTo>
                    <a:pt x="1075828" y="1184489"/>
                  </a:lnTo>
                  <a:lnTo>
                    <a:pt x="1080025" y="1184489"/>
                  </a:lnTo>
                  <a:lnTo>
                    <a:pt x="1084223" y="1184489"/>
                  </a:lnTo>
                  <a:lnTo>
                    <a:pt x="1088420" y="1184489"/>
                  </a:lnTo>
                  <a:lnTo>
                    <a:pt x="1092617" y="1184489"/>
                  </a:lnTo>
                  <a:lnTo>
                    <a:pt x="1096814" y="1184489"/>
                  </a:lnTo>
                  <a:lnTo>
                    <a:pt x="1101012" y="1184490"/>
                  </a:lnTo>
                  <a:lnTo>
                    <a:pt x="1105209" y="1184490"/>
                  </a:lnTo>
                  <a:lnTo>
                    <a:pt x="1109406" y="1184490"/>
                  </a:lnTo>
                  <a:lnTo>
                    <a:pt x="1113603" y="1184490"/>
                  </a:lnTo>
                  <a:lnTo>
                    <a:pt x="1117800" y="1184490"/>
                  </a:lnTo>
                  <a:lnTo>
                    <a:pt x="1121998" y="1184491"/>
                  </a:lnTo>
                  <a:lnTo>
                    <a:pt x="1126195" y="1184491"/>
                  </a:lnTo>
                  <a:lnTo>
                    <a:pt x="1127300" y="1184491"/>
                  </a:lnTo>
                  <a:lnTo>
                    <a:pt x="1128404" y="1184491"/>
                  </a:lnTo>
                  <a:lnTo>
                    <a:pt x="1129509" y="1184491"/>
                  </a:lnTo>
                  <a:lnTo>
                    <a:pt x="1130613" y="1184491"/>
                  </a:lnTo>
                  <a:lnTo>
                    <a:pt x="1131718" y="1184491"/>
                  </a:lnTo>
                  <a:lnTo>
                    <a:pt x="1132822" y="1184491"/>
                  </a:lnTo>
                  <a:lnTo>
                    <a:pt x="1133927" y="1184491"/>
                  </a:lnTo>
                  <a:lnTo>
                    <a:pt x="1135032" y="1184491"/>
                  </a:lnTo>
                  <a:lnTo>
                    <a:pt x="1136136" y="1184491"/>
                  </a:lnTo>
                  <a:lnTo>
                    <a:pt x="1136624" y="1184491"/>
                  </a:lnTo>
                  <a:lnTo>
                    <a:pt x="1137484" y="1184491"/>
                  </a:lnTo>
                  <a:lnTo>
                    <a:pt x="1139453" y="1184491"/>
                  </a:lnTo>
                  <a:lnTo>
                    <a:pt x="1141382" y="1184491"/>
                  </a:lnTo>
                  <a:lnTo>
                    <a:pt x="1143311" y="1184491"/>
                  </a:lnTo>
                  <a:lnTo>
                    <a:pt x="1145241" y="1184491"/>
                  </a:lnTo>
                  <a:lnTo>
                    <a:pt x="1147170" y="1184491"/>
                  </a:lnTo>
                  <a:lnTo>
                    <a:pt x="1149099" y="1184491"/>
                  </a:lnTo>
                  <a:lnTo>
                    <a:pt x="1151028" y="1184491"/>
                  </a:lnTo>
                  <a:lnTo>
                    <a:pt x="1152957" y="1184491"/>
                  </a:lnTo>
                  <a:lnTo>
                    <a:pt x="1154886" y="1184491"/>
                  </a:lnTo>
                  <a:lnTo>
                    <a:pt x="1156816" y="1184491"/>
                  </a:lnTo>
                  <a:lnTo>
                    <a:pt x="1158745" y="1184491"/>
                  </a:lnTo>
                  <a:lnTo>
                    <a:pt x="1160674" y="1184492"/>
                  </a:lnTo>
                  <a:lnTo>
                    <a:pt x="1162603" y="1184492"/>
                  </a:lnTo>
                  <a:lnTo>
                    <a:pt x="1164532" y="1184492"/>
                  </a:lnTo>
                  <a:lnTo>
                    <a:pt x="1166462" y="1184492"/>
                  </a:lnTo>
                  <a:lnTo>
                    <a:pt x="1168391" y="1184492"/>
                  </a:lnTo>
                  <a:lnTo>
                    <a:pt x="1170320" y="1184492"/>
                  </a:lnTo>
                  <a:lnTo>
                    <a:pt x="1172249" y="1184492"/>
                  </a:lnTo>
                  <a:lnTo>
                    <a:pt x="1174178" y="1184492"/>
                  </a:lnTo>
                  <a:lnTo>
                    <a:pt x="1176107" y="1184492"/>
                  </a:lnTo>
                  <a:lnTo>
                    <a:pt x="1178037" y="1184492"/>
                  </a:lnTo>
                  <a:lnTo>
                    <a:pt x="1179966" y="1184492"/>
                  </a:lnTo>
                  <a:lnTo>
                    <a:pt x="1181895" y="1184493"/>
                  </a:lnTo>
                  <a:lnTo>
                    <a:pt x="1183824" y="1184493"/>
                  </a:lnTo>
                  <a:lnTo>
                    <a:pt x="1185753" y="1184493"/>
                  </a:lnTo>
                  <a:lnTo>
                    <a:pt x="1187683" y="1184493"/>
                  </a:lnTo>
                  <a:lnTo>
                    <a:pt x="1189612" y="1184493"/>
                  </a:lnTo>
                  <a:lnTo>
                    <a:pt x="1191541" y="1184493"/>
                  </a:lnTo>
                  <a:lnTo>
                    <a:pt x="1193470" y="1184493"/>
                  </a:lnTo>
                  <a:lnTo>
                    <a:pt x="1195399" y="1184493"/>
                  </a:lnTo>
                  <a:lnTo>
                    <a:pt x="1197329" y="1184493"/>
                  </a:lnTo>
                  <a:lnTo>
                    <a:pt x="1199258" y="1184493"/>
                  </a:lnTo>
                  <a:lnTo>
                    <a:pt x="1201187" y="1184493"/>
                  </a:lnTo>
                  <a:lnTo>
                    <a:pt x="1203116" y="1184494"/>
                  </a:lnTo>
                  <a:lnTo>
                    <a:pt x="1205045" y="1184494"/>
                  </a:lnTo>
                  <a:lnTo>
                    <a:pt x="1206975" y="1184494"/>
                  </a:lnTo>
                  <a:lnTo>
                    <a:pt x="1208904" y="1184494"/>
                  </a:lnTo>
                  <a:lnTo>
                    <a:pt x="1210833" y="1184494"/>
                  </a:lnTo>
                  <a:lnTo>
                    <a:pt x="1212762" y="1184494"/>
                  </a:lnTo>
                  <a:lnTo>
                    <a:pt x="1214691" y="1184494"/>
                  </a:lnTo>
                  <a:lnTo>
                    <a:pt x="1216621" y="1184494"/>
                  </a:lnTo>
                  <a:lnTo>
                    <a:pt x="1218550" y="1184494"/>
                  </a:lnTo>
                  <a:lnTo>
                    <a:pt x="1220479" y="1184494"/>
                  </a:lnTo>
                  <a:lnTo>
                    <a:pt x="1222408" y="1184494"/>
                  </a:lnTo>
                  <a:lnTo>
                    <a:pt x="1224337" y="1184495"/>
                  </a:lnTo>
                  <a:lnTo>
                    <a:pt x="1226267" y="1184495"/>
                  </a:lnTo>
                  <a:lnTo>
                    <a:pt x="1228196" y="1184495"/>
                  </a:lnTo>
                  <a:lnTo>
                    <a:pt x="1230125" y="1184495"/>
                  </a:lnTo>
                  <a:lnTo>
                    <a:pt x="1232054" y="1184495"/>
                  </a:lnTo>
                  <a:lnTo>
                    <a:pt x="1233984" y="1184495"/>
                  </a:lnTo>
                  <a:lnTo>
                    <a:pt x="1235913" y="1184495"/>
                  </a:lnTo>
                  <a:lnTo>
                    <a:pt x="1237842" y="1184495"/>
                  </a:lnTo>
                  <a:lnTo>
                    <a:pt x="1239771" y="1184495"/>
                  </a:lnTo>
                  <a:lnTo>
                    <a:pt x="1241700" y="1184495"/>
                  </a:lnTo>
                  <a:lnTo>
                    <a:pt x="1243630" y="1184495"/>
                  </a:lnTo>
                  <a:lnTo>
                    <a:pt x="1245559" y="1184495"/>
                  </a:lnTo>
                  <a:lnTo>
                    <a:pt x="1247488" y="1184496"/>
                  </a:lnTo>
                  <a:lnTo>
                    <a:pt x="1249417" y="1184496"/>
                  </a:lnTo>
                  <a:lnTo>
                    <a:pt x="1251347" y="1184496"/>
                  </a:lnTo>
                  <a:lnTo>
                    <a:pt x="1253276" y="1184496"/>
                  </a:lnTo>
                  <a:lnTo>
                    <a:pt x="1255205" y="1184496"/>
                  </a:lnTo>
                  <a:lnTo>
                    <a:pt x="1257134" y="1184496"/>
                  </a:lnTo>
                  <a:lnTo>
                    <a:pt x="1259063" y="1184496"/>
                  </a:lnTo>
                  <a:lnTo>
                    <a:pt x="1260993" y="1184496"/>
                  </a:lnTo>
                  <a:lnTo>
                    <a:pt x="1262922" y="1184496"/>
                  </a:lnTo>
                  <a:lnTo>
                    <a:pt x="1264040" y="1184496"/>
                  </a:lnTo>
                  <a:lnTo>
                    <a:pt x="1265158" y="1184496"/>
                  </a:lnTo>
                  <a:lnTo>
                    <a:pt x="1266275" y="1184496"/>
                  </a:lnTo>
                  <a:lnTo>
                    <a:pt x="1267393" y="1184496"/>
                  </a:lnTo>
                  <a:lnTo>
                    <a:pt x="1268511" y="1184496"/>
                  </a:lnTo>
                  <a:lnTo>
                    <a:pt x="1269629" y="1184496"/>
                  </a:lnTo>
                  <a:lnTo>
                    <a:pt x="1270747" y="1184496"/>
                  </a:lnTo>
                  <a:lnTo>
                    <a:pt x="1271864" y="1184496"/>
                  </a:lnTo>
                  <a:lnTo>
                    <a:pt x="1272982" y="1184496"/>
                  </a:lnTo>
                  <a:lnTo>
                    <a:pt x="1274100" y="1184496"/>
                  </a:lnTo>
                  <a:lnTo>
                    <a:pt x="1275218" y="1184496"/>
                  </a:lnTo>
                  <a:lnTo>
                    <a:pt x="1276336" y="1184496"/>
                  </a:lnTo>
                  <a:lnTo>
                    <a:pt x="1281285" y="1184496"/>
                  </a:lnTo>
                  <a:lnTo>
                    <a:pt x="1286234" y="1184497"/>
                  </a:lnTo>
                  <a:lnTo>
                    <a:pt x="1291183" y="1184497"/>
                  </a:lnTo>
                  <a:lnTo>
                    <a:pt x="1296132" y="1184497"/>
                  </a:lnTo>
                  <a:lnTo>
                    <a:pt x="1301082" y="1184497"/>
                  </a:lnTo>
                  <a:lnTo>
                    <a:pt x="1306031" y="1184497"/>
                  </a:lnTo>
                  <a:lnTo>
                    <a:pt x="1310980" y="1184498"/>
                  </a:lnTo>
                  <a:lnTo>
                    <a:pt x="1315929" y="1184498"/>
                  </a:lnTo>
                  <a:lnTo>
                    <a:pt x="1320878" y="1184498"/>
                  </a:lnTo>
                  <a:lnTo>
                    <a:pt x="1325827" y="1184498"/>
                  </a:lnTo>
                  <a:lnTo>
                    <a:pt x="1330776" y="1184498"/>
                  </a:lnTo>
                  <a:lnTo>
                    <a:pt x="1335725" y="1184499"/>
                  </a:lnTo>
                  <a:lnTo>
                    <a:pt x="1340675" y="1184499"/>
                  </a:lnTo>
                  <a:lnTo>
                    <a:pt x="1345624" y="1184499"/>
                  </a:lnTo>
                  <a:lnTo>
                    <a:pt x="1350573" y="1184499"/>
                  </a:lnTo>
                  <a:lnTo>
                    <a:pt x="1355522" y="1184499"/>
                  </a:lnTo>
                  <a:lnTo>
                    <a:pt x="1360471" y="1184500"/>
                  </a:lnTo>
                  <a:lnTo>
                    <a:pt x="1365420" y="1184500"/>
                  </a:lnTo>
                  <a:lnTo>
                    <a:pt x="1370369" y="1184500"/>
                  </a:lnTo>
                  <a:lnTo>
                    <a:pt x="1375319" y="1184500"/>
                  </a:lnTo>
                  <a:lnTo>
                    <a:pt x="1380268" y="1184501"/>
                  </a:lnTo>
                  <a:lnTo>
                    <a:pt x="1385217" y="1184501"/>
                  </a:lnTo>
                  <a:lnTo>
                    <a:pt x="1390166" y="1184501"/>
                  </a:lnTo>
                  <a:lnTo>
                    <a:pt x="1395115" y="1184501"/>
                  </a:lnTo>
                  <a:lnTo>
                    <a:pt x="1400064" y="1184502"/>
                  </a:lnTo>
                  <a:lnTo>
                    <a:pt x="1405013" y="1184502"/>
                  </a:lnTo>
                  <a:lnTo>
                    <a:pt x="1409962" y="1184502"/>
                  </a:lnTo>
                  <a:lnTo>
                    <a:pt x="1414912" y="1184502"/>
                  </a:lnTo>
                  <a:lnTo>
                    <a:pt x="1419861" y="1184503"/>
                  </a:lnTo>
                  <a:lnTo>
                    <a:pt x="1424810" y="1184503"/>
                  </a:lnTo>
                  <a:lnTo>
                    <a:pt x="1429759" y="1184503"/>
                  </a:lnTo>
                  <a:lnTo>
                    <a:pt x="1434708" y="1184504"/>
                  </a:lnTo>
                  <a:lnTo>
                    <a:pt x="1439657" y="1184504"/>
                  </a:lnTo>
                  <a:lnTo>
                    <a:pt x="1444606" y="1184504"/>
                  </a:lnTo>
                  <a:lnTo>
                    <a:pt x="1449556" y="1184504"/>
                  </a:lnTo>
                  <a:lnTo>
                    <a:pt x="1454505" y="1184505"/>
                  </a:lnTo>
                  <a:lnTo>
                    <a:pt x="1459454" y="1184505"/>
                  </a:lnTo>
                  <a:lnTo>
                    <a:pt x="1464403" y="1184505"/>
                  </a:lnTo>
                  <a:lnTo>
                    <a:pt x="1469352" y="1184506"/>
                  </a:lnTo>
                  <a:lnTo>
                    <a:pt x="1474301" y="1184506"/>
                  </a:lnTo>
                  <a:lnTo>
                    <a:pt x="1479250" y="1184506"/>
                  </a:lnTo>
                  <a:lnTo>
                    <a:pt x="1484199" y="1184507"/>
                  </a:lnTo>
                  <a:lnTo>
                    <a:pt x="1489149" y="1184507"/>
                  </a:lnTo>
                  <a:lnTo>
                    <a:pt x="1494098" y="1184507"/>
                  </a:lnTo>
                  <a:lnTo>
                    <a:pt x="1499047" y="1184508"/>
                  </a:lnTo>
                  <a:lnTo>
                    <a:pt x="1503996" y="1184508"/>
                  </a:lnTo>
                  <a:lnTo>
                    <a:pt x="1508945" y="1184508"/>
                  </a:lnTo>
                  <a:lnTo>
                    <a:pt x="1513894" y="1184509"/>
                  </a:lnTo>
                  <a:lnTo>
                    <a:pt x="1518843" y="1184509"/>
                  </a:lnTo>
                  <a:lnTo>
                    <a:pt x="1523793" y="1184509"/>
                  </a:lnTo>
                  <a:lnTo>
                    <a:pt x="1528742" y="1184510"/>
                  </a:lnTo>
                  <a:lnTo>
                    <a:pt x="1533691" y="1184510"/>
                  </a:lnTo>
                  <a:lnTo>
                    <a:pt x="1538640" y="1184510"/>
                  </a:lnTo>
                  <a:lnTo>
                    <a:pt x="1543589" y="1184511"/>
                  </a:lnTo>
                  <a:lnTo>
                    <a:pt x="1548538" y="1184511"/>
                  </a:lnTo>
                  <a:lnTo>
                    <a:pt x="1553487" y="1184512"/>
                  </a:lnTo>
                  <a:lnTo>
                    <a:pt x="1558436" y="1184512"/>
                  </a:lnTo>
                  <a:lnTo>
                    <a:pt x="1563386" y="1184512"/>
                  </a:lnTo>
                  <a:lnTo>
                    <a:pt x="1568335" y="1184513"/>
                  </a:lnTo>
                  <a:lnTo>
                    <a:pt x="1573284" y="1184513"/>
                  </a:lnTo>
                  <a:lnTo>
                    <a:pt x="1578233" y="1184514"/>
                  </a:lnTo>
                  <a:lnTo>
                    <a:pt x="1583182" y="1184514"/>
                  </a:lnTo>
                  <a:lnTo>
                    <a:pt x="1588131" y="1184514"/>
                  </a:lnTo>
                  <a:lnTo>
                    <a:pt x="1593080" y="1184515"/>
                  </a:lnTo>
                  <a:lnTo>
                    <a:pt x="1593575" y="1184515"/>
                  </a:lnTo>
                  <a:lnTo>
                    <a:pt x="1594448" y="1184515"/>
                  </a:lnTo>
                  <a:lnTo>
                    <a:pt x="1596448" y="1184515"/>
                  </a:lnTo>
                  <a:lnTo>
                    <a:pt x="1598181" y="1184515"/>
                  </a:lnTo>
                  <a:lnTo>
                    <a:pt x="1599914" y="1184515"/>
                  </a:lnTo>
                  <a:lnTo>
                    <a:pt x="1601647" y="1184515"/>
                  </a:lnTo>
                  <a:lnTo>
                    <a:pt x="1603380" y="1184515"/>
                  </a:lnTo>
                  <a:lnTo>
                    <a:pt x="1605113" y="1184516"/>
                  </a:lnTo>
                  <a:lnTo>
                    <a:pt x="1606846" y="1184516"/>
                  </a:lnTo>
                  <a:lnTo>
                    <a:pt x="1608579" y="1184516"/>
                  </a:lnTo>
                  <a:lnTo>
                    <a:pt x="1610312" y="1184516"/>
                  </a:lnTo>
                  <a:lnTo>
                    <a:pt x="1612045" y="1184516"/>
                  </a:lnTo>
                  <a:lnTo>
                    <a:pt x="1613778" y="1184516"/>
                  </a:lnTo>
                  <a:lnTo>
                    <a:pt x="1615511" y="1184516"/>
                  </a:lnTo>
                  <a:lnTo>
                    <a:pt x="1617244" y="1184517"/>
                  </a:lnTo>
                  <a:lnTo>
                    <a:pt x="1618977" y="1184517"/>
                  </a:lnTo>
                  <a:lnTo>
                    <a:pt x="1620710" y="1184517"/>
                  </a:lnTo>
                  <a:lnTo>
                    <a:pt x="1622443" y="1184517"/>
                  </a:lnTo>
                  <a:lnTo>
                    <a:pt x="1624176" y="1184517"/>
                  </a:lnTo>
                  <a:lnTo>
                    <a:pt x="1625909" y="1184517"/>
                  </a:lnTo>
                  <a:lnTo>
                    <a:pt x="1627642" y="1184517"/>
                  </a:lnTo>
                  <a:lnTo>
                    <a:pt x="1629375" y="1184518"/>
                  </a:lnTo>
                  <a:lnTo>
                    <a:pt x="1631108" y="1184518"/>
                  </a:lnTo>
                  <a:lnTo>
                    <a:pt x="1632841" y="1184518"/>
                  </a:lnTo>
                  <a:lnTo>
                    <a:pt x="1634574" y="1184518"/>
                  </a:lnTo>
                  <a:lnTo>
                    <a:pt x="1636307" y="1184518"/>
                  </a:lnTo>
                  <a:lnTo>
                    <a:pt x="1638040" y="1184518"/>
                  </a:lnTo>
                  <a:lnTo>
                    <a:pt x="1639773" y="1184519"/>
                  </a:lnTo>
                  <a:lnTo>
                    <a:pt x="1641506" y="1184519"/>
                  </a:lnTo>
                  <a:lnTo>
                    <a:pt x="1643239" y="1184519"/>
                  </a:lnTo>
                  <a:lnTo>
                    <a:pt x="1644972" y="1184519"/>
                  </a:lnTo>
                  <a:lnTo>
                    <a:pt x="1646705" y="1184519"/>
                  </a:lnTo>
                  <a:lnTo>
                    <a:pt x="1648438" y="1184519"/>
                  </a:lnTo>
                  <a:lnTo>
                    <a:pt x="1650171" y="1184519"/>
                  </a:lnTo>
                  <a:lnTo>
                    <a:pt x="1651904" y="1184520"/>
                  </a:lnTo>
                  <a:lnTo>
                    <a:pt x="1653637" y="1184520"/>
                  </a:lnTo>
                  <a:lnTo>
                    <a:pt x="1655370" y="1184520"/>
                  </a:lnTo>
                  <a:lnTo>
                    <a:pt x="1657103" y="1184520"/>
                  </a:lnTo>
                  <a:lnTo>
                    <a:pt x="1658836" y="1184520"/>
                  </a:lnTo>
                  <a:lnTo>
                    <a:pt x="1660569" y="1184520"/>
                  </a:lnTo>
                  <a:lnTo>
                    <a:pt x="1662302" y="1184521"/>
                  </a:lnTo>
                  <a:lnTo>
                    <a:pt x="1664035" y="1184521"/>
                  </a:lnTo>
                  <a:lnTo>
                    <a:pt x="1665768" y="1184521"/>
                  </a:lnTo>
                  <a:lnTo>
                    <a:pt x="1667501" y="1184521"/>
                  </a:lnTo>
                  <a:lnTo>
                    <a:pt x="1669234" y="1184521"/>
                  </a:lnTo>
                  <a:lnTo>
                    <a:pt x="1670967" y="1184521"/>
                  </a:lnTo>
                  <a:lnTo>
                    <a:pt x="1672700" y="1184522"/>
                  </a:lnTo>
                  <a:lnTo>
                    <a:pt x="1674433" y="1184522"/>
                  </a:lnTo>
                  <a:lnTo>
                    <a:pt x="1676166" y="1184522"/>
                  </a:lnTo>
                  <a:lnTo>
                    <a:pt x="1677899" y="1184522"/>
                  </a:lnTo>
                  <a:lnTo>
                    <a:pt x="1679632" y="1184522"/>
                  </a:lnTo>
                  <a:lnTo>
                    <a:pt x="1681365" y="1184522"/>
                  </a:lnTo>
                  <a:lnTo>
                    <a:pt x="1683098" y="1184522"/>
                  </a:lnTo>
                  <a:lnTo>
                    <a:pt x="1684831" y="1184523"/>
                  </a:lnTo>
                  <a:lnTo>
                    <a:pt x="1686564" y="1184523"/>
                  </a:lnTo>
                  <a:lnTo>
                    <a:pt x="1688297" y="1184523"/>
                  </a:lnTo>
                  <a:lnTo>
                    <a:pt x="1690030" y="1184523"/>
                  </a:lnTo>
                  <a:lnTo>
                    <a:pt x="1691763" y="1184523"/>
                  </a:lnTo>
                  <a:lnTo>
                    <a:pt x="1693496" y="1184523"/>
                  </a:lnTo>
                  <a:lnTo>
                    <a:pt x="1695229" y="1184523"/>
                  </a:lnTo>
                  <a:lnTo>
                    <a:pt x="1696962" y="1184524"/>
                  </a:lnTo>
                  <a:lnTo>
                    <a:pt x="1698695" y="1184524"/>
                  </a:lnTo>
                  <a:lnTo>
                    <a:pt x="1700428" y="1184524"/>
                  </a:lnTo>
                  <a:lnTo>
                    <a:pt x="1702161" y="1184524"/>
                  </a:lnTo>
                  <a:lnTo>
                    <a:pt x="1703894" y="1184524"/>
                  </a:lnTo>
                  <a:lnTo>
                    <a:pt x="1705627" y="1184524"/>
                  </a:lnTo>
                  <a:lnTo>
                    <a:pt x="1707360" y="1184524"/>
                  </a:lnTo>
                  <a:lnTo>
                    <a:pt x="1708925" y="1184524"/>
                  </a:lnTo>
                  <a:lnTo>
                    <a:pt x="1710491" y="1184525"/>
                  </a:lnTo>
                  <a:lnTo>
                    <a:pt x="1712057" y="1184525"/>
                  </a:lnTo>
                  <a:lnTo>
                    <a:pt x="1713623" y="1184525"/>
                  </a:lnTo>
                  <a:lnTo>
                    <a:pt x="1715189" y="1184525"/>
                  </a:lnTo>
                  <a:lnTo>
                    <a:pt x="1716754" y="1184525"/>
                  </a:lnTo>
                  <a:lnTo>
                    <a:pt x="1718320" y="1184525"/>
                  </a:lnTo>
                  <a:lnTo>
                    <a:pt x="1719886" y="1184525"/>
                  </a:lnTo>
                  <a:lnTo>
                    <a:pt x="1721452" y="1184525"/>
                  </a:lnTo>
                  <a:lnTo>
                    <a:pt x="1723017" y="1184526"/>
                  </a:lnTo>
                  <a:lnTo>
                    <a:pt x="1724583" y="1184526"/>
                  </a:lnTo>
                  <a:lnTo>
                    <a:pt x="1726149" y="1184526"/>
                  </a:lnTo>
                  <a:lnTo>
                    <a:pt x="1727715" y="1184526"/>
                  </a:lnTo>
                  <a:lnTo>
                    <a:pt x="1729281" y="1184526"/>
                  </a:lnTo>
                  <a:lnTo>
                    <a:pt x="1730846" y="1184526"/>
                  </a:lnTo>
                  <a:lnTo>
                    <a:pt x="1732412" y="1184526"/>
                  </a:lnTo>
                  <a:lnTo>
                    <a:pt x="1733978" y="1184526"/>
                  </a:lnTo>
                  <a:lnTo>
                    <a:pt x="1735544" y="1184527"/>
                  </a:lnTo>
                  <a:lnTo>
                    <a:pt x="1737109" y="1184527"/>
                  </a:lnTo>
                  <a:lnTo>
                    <a:pt x="1738675" y="1184527"/>
                  </a:lnTo>
                  <a:lnTo>
                    <a:pt x="1740241" y="1184527"/>
                  </a:lnTo>
                  <a:lnTo>
                    <a:pt x="1741807" y="1184527"/>
                  </a:lnTo>
                  <a:lnTo>
                    <a:pt x="1743373" y="1184527"/>
                  </a:lnTo>
                  <a:lnTo>
                    <a:pt x="1744938" y="1184527"/>
                  </a:lnTo>
                  <a:lnTo>
                    <a:pt x="1746504" y="1184527"/>
                  </a:lnTo>
                  <a:lnTo>
                    <a:pt x="1748070" y="1184528"/>
                  </a:lnTo>
                  <a:lnTo>
                    <a:pt x="1749636" y="1184528"/>
                  </a:lnTo>
                  <a:lnTo>
                    <a:pt x="1751202" y="1184528"/>
                  </a:lnTo>
                  <a:lnTo>
                    <a:pt x="1752767" y="1184528"/>
                  </a:lnTo>
                  <a:lnTo>
                    <a:pt x="1754333" y="1184528"/>
                  </a:lnTo>
                  <a:lnTo>
                    <a:pt x="1755899" y="1184528"/>
                  </a:lnTo>
                  <a:lnTo>
                    <a:pt x="1757465" y="1184528"/>
                  </a:lnTo>
                  <a:lnTo>
                    <a:pt x="1759031" y="1184528"/>
                  </a:lnTo>
                  <a:lnTo>
                    <a:pt x="1760596" y="1184529"/>
                  </a:lnTo>
                  <a:lnTo>
                    <a:pt x="1762162" y="1184529"/>
                  </a:lnTo>
                  <a:lnTo>
                    <a:pt x="1763728" y="1184529"/>
                  </a:lnTo>
                  <a:lnTo>
                    <a:pt x="1765294" y="1184529"/>
                  </a:lnTo>
                  <a:lnTo>
                    <a:pt x="1766860" y="1184529"/>
                  </a:lnTo>
                  <a:lnTo>
                    <a:pt x="1768426" y="1184529"/>
                  </a:lnTo>
                  <a:lnTo>
                    <a:pt x="1769991" y="1184529"/>
                  </a:lnTo>
                  <a:lnTo>
                    <a:pt x="1771557" y="1184529"/>
                  </a:lnTo>
                  <a:lnTo>
                    <a:pt x="1773123" y="1184530"/>
                  </a:lnTo>
                  <a:lnTo>
                    <a:pt x="1774689" y="1184530"/>
                  </a:lnTo>
                  <a:lnTo>
                    <a:pt x="1776255" y="1184530"/>
                  </a:lnTo>
                  <a:lnTo>
                    <a:pt x="1777820" y="1184530"/>
                  </a:lnTo>
                  <a:lnTo>
                    <a:pt x="1779386" y="1184530"/>
                  </a:lnTo>
                  <a:lnTo>
                    <a:pt x="1780952" y="1184530"/>
                  </a:lnTo>
                  <a:lnTo>
                    <a:pt x="1782518" y="1184530"/>
                  </a:lnTo>
                  <a:lnTo>
                    <a:pt x="1784084" y="1184531"/>
                  </a:lnTo>
                  <a:lnTo>
                    <a:pt x="1785649" y="1184531"/>
                  </a:lnTo>
                  <a:lnTo>
                    <a:pt x="1787215" y="1184531"/>
                  </a:lnTo>
                  <a:lnTo>
                    <a:pt x="1788781" y="1184531"/>
                  </a:lnTo>
                  <a:lnTo>
                    <a:pt x="1790347" y="1184531"/>
                  </a:lnTo>
                  <a:lnTo>
                    <a:pt x="1791913" y="1184531"/>
                  </a:lnTo>
                  <a:lnTo>
                    <a:pt x="1793479" y="1184531"/>
                  </a:lnTo>
                  <a:lnTo>
                    <a:pt x="1795044" y="1184531"/>
                  </a:lnTo>
                  <a:lnTo>
                    <a:pt x="1796610" y="1184532"/>
                  </a:lnTo>
                  <a:lnTo>
                    <a:pt x="1798176" y="1184532"/>
                  </a:lnTo>
                  <a:lnTo>
                    <a:pt x="1799742" y="1184532"/>
                  </a:lnTo>
                  <a:lnTo>
                    <a:pt x="1801308" y="1184532"/>
                  </a:lnTo>
                  <a:lnTo>
                    <a:pt x="1802874" y="1184532"/>
                  </a:lnTo>
                  <a:lnTo>
                    <a:pt x="1804439" y="1184532"/>
                  </a:lnTo>
                  <a:lnTo>
                    <a:pt x="1806005" y="1184532"/>
                  </a:lnTo>
                  <a:lnTo>
                    <a:pt x="1807571" y="1184532"/>
                  </a:lnTo>
                  <a:lnTo>
                    <a:pt x="1808059" y="1184532"/>
                  </a:lnTo>
                  <a:lnTo>
                    <a:pt x="1808921" y="1184532"/>
                  </a:lnTo>
                  <a:lnTo>
                    <a:pt x="1810896" y="1184532"/>
                  </a:lnTo>
                  <a:lnTo>
                    <a:pt x="1814116" y="1184533"/>
                  </a:lnTo>
                  <a:lnTo>
                    <a:pt x="1817336" y="1184533"/>
                  </a:lnTo>
                  <a:lnTo>
                    <a:pt x="1820556" y="1184533"/>
                  </a:lnTo>
                  <a:lnTo>
                    <a:pt x="1823776" y="1184533"/>
                  </a:lnTo>
                  <a:lnTo>
                    <a:pt x="1826996" y="1184534"/>
                  </a:lnTo>
                  <a:lnTo>
                    <a:pt x="1830216" y="1184534"/>
                  </a:lnTo>
                  <a:lnTo>
                    <a:pt x="1833437" y="1184534"/>
                  </a:lnTo>
                  <a:lnTo>
                    <a:pt x="1836657" y="1184534"/>
                  </a:lnTo>
                  <a:lnTo>
                    <a:pt x="1839877" y="1184535"/>
                  </a:lnTo>
                  <a:lnTo>
                    <a:pt x="1843097" y="1184535"/>
                  </a:lnTo>
                  <a:lnTo>
                    <a:pt x="1846317" y="1184535"/>
                  </a:lnTo>
                  <a:lnTo>
                    <a:pt x="1849537" y="1184535"/>
                  </a:lnTo>
                  <a:lnTo>
                    <a:pt x="1852757" y="1184535"/>
                  </a:lnTo>
                  <a:lnTo>
                    <a:pt x="1855977" y="1184536"/>
                  </a:lnTo>
                  <a:lnTo>
                    <a:pt x="1859197" y="1184536"/>
                  </a:lnTo>
                  <a:lnTo>
                    <a:pt x="1862417" y="1184536"/>
                  </a:lnTo>
                  <a:lnTo>
                    <a:pt x="1865637" y="1184536"/>
                  </a:lnTo>
                  <a:lnTo>
                    <a:pt x="1868858" y="1184537"/>
                  </a:lnTo>
                  <a:lnTo>
                    <a:pt x="1872078" y="1184537"/>
                  </a:lnTo>
                  <a:lnTo>
                    <a:pt x="1875298" y="1184537"/>
                  </a:lnTo>
                  <a:lnTo>
                    <a:pt x="1878518" y="1184537"/>
                  </a:lnTo>
                  <a:lnTo>
                    <a:pt x="1881738" y="1184537"/>
                  </a:lnTo>
                  <a:lnTo>
                    <a:pt x="1884958" y="1184538"/>
                  </a:lnTo>
                  <a:lnTo>
                    <a:pt x="1888178" y="1184538"/>
                  </a:lnTo>
                  <a:lnTo>
                    <a:pt x="1891398" y="1184538"/>
                  </a:lnTo>
                  <a:lnTo>
                    <a:pt x="1894618" y="1184538"/>
                  </a:lnTo>
                  <a:lnTo>
                    <a:pt x="1897838" y="1184538"/>
                  </a:lnTo>
                  <a:lnTo>
                    <a:pt x="1901059" y="1184539"/>
                  </a:lnTo>
                  <a:lnTo>
                    <a:pt x="1904279" y="1184539"/>
                  </a:lnTo>
                  <a:lnTo>
                    <a:pt x="1907499" y="1184539"/>
                  </a:lnTo>
                  <a:lnTo>
                    <a:pt x="1910719" y="1184539"/>
                  </a:lnTo>
                  <a:lnTo>
                    <a:pt x="1913939" y="1184539"/>
                  </a:lnTo>
                  <a:lnTo>
                    <a:pt x="1917159" y="1184540"/>
                  </a:lnTo>
                  <a:lnTo>
                    <a:pt x="1920379" y="1184540"/>
                  </a:lnTo>
                  <a:lnTo>
                    <a:pt x="1923599" y="1184540"/>
                  </a:lnTo>
                  <a:lnTo>
                    <a:pt x="1926819" y="1184540"/>
                  </a:lnTo>
                  <a:lnTo>
                    <a:pt x="1930039" y="1184540"/>
                  </a:lnTo>
                  <a:lnTo>
                    <a:pt x="1933260" y="1184541"/>
                  </a:lnTo>
                  <a:lnTo>
                    <a:pt x="1936480" y="1184541"/>
                  </a:lnTo>
                  <a:lnTo>
                    <a:pt x="1939700" y="1184541"/>
                  </a:lnTo>
                  <a:lnTo>
                    <a:pt x="1942920" y="1184541"/>
                  </a:lnTo>
                  <a:lnTo>
                    <a:pt x="1946140" y="1184541"/>
                  </a:lnTo>
                  <a:lnTo>
                    <a:pt x="1949360" y="1184541"/>
                  </a:lnTo>
                  <a:lnTo>
                    <a:pt x="1952580" y="1184542"/>
                  </a:lnTo>
                  <a:lnTo>
                    <a:pt x="1955800" y="1184542"/>
                  </a:lnTo>
                  <a:lnTo>
                    <a:pt x="1959020" y="1184542"/>
                  </a:lnTo>
                  <a:lnTo>
                    <a:pt x="1962241" y="1184542"/>
                  </a:lnTo>
                  <a:lnTo>
                    <a:pt x="1965461" y="1184542"/>
                  </a:lnTo>
                  <a:lnTo>
                    <a:pt x="1968681" y="1184542"/>
                  </a:lnTo>
                  <a:lnTo>
                    <a:pt x="1971901" y="1184543"/>
                  </a:lnTo>
                  <a:lnTo>
                    <a:pt x="1975121" y="1184543"/>
                  </a:lnTo>
                  <a:lnTo>
                    <a:pt x="1978341" y="1184543"/>
                  </a:lnTo>
                  <a:lnTo>
                    <a:pt x="1981561" y="1184543"/>
                  </a:lnTo>
                  <a:lnTo>
                    <a:pt x="1984781" y="1184543"/>
                  </a:lnTo>
                  <a:lnTo>
                    <a:pt x="1988002" y="1184543"/>
                  </a:lnTo>
                  <a:lnTo>
                    <a:pt x="1991222" y="1184543"/>
                  </a:lnTo>
                  <a:lnTo>
                    <a:pt x="1994442" y="1184544"/>
                  </a:lnTo>
                  <a:lnTo>
                    <a:pt x="1997662" y="1184544"/>
                  </a:lnTo>
                  <a:lnTo>
                    <a:pt x="2000882" y="1184544"/>
                  </a:lnTo>
                  <a:lnTo>
                    <a:pt x="2004102" y="1184544"/>
                  </a:lnTo>
                  <a:lnTo>
                    <a:pt x="2007322" y="1184544"/>
                  </a:lnTo>
                  <a:lnTo>
                    <a:pt x="2010543" y="1184544"/>
                  </a:lnTo>
                  <a:lnTo>
                    <a:pt x="2013763" y="1184544"/>
                  </a:lnTo>
                  <a:lnTo>
                    <a:pt x="2016983" y="1184544"/>
                  </a:lnTo>
                  <a:lnTo>
                    <a:pt x="2018045" y="1184544"/>
                  </a:lnTo>
                  <a:lnTo>
                    <a:pt x="2019113" y="1184544"/>
                  </a:lnTo>
                  <a:lnTo>
                    <a:pt x="2020196" y="1184544"/>
                  </a:lnTo>
                  <a:lnTo>
                    <a:pt x="2022380" y="1184545"/>
                  </a:lnTo>
                  <a:lnTo>
                    <a:pt x="2024563" y="1184545"/>
                  </a:lnTo>
                  <a:lnTo>
                    <a:pt x="2026746" y="1184545"/>
                  </a:lnTo>
                  <a:lnTo>
                    <a:pt x="2028929" y="1184545"/>
                  </a:lnTo>
                  <a:lnTo>
                    <a:pt x="2031112" y="1184545"/>
                  </a:lnTo>
                  <a:lnTo>
                    <a:pt x="2033296" y="1184545"/>
                  </a:lnTo>
                  <a:lnTo>
                    <a:pt x="2035479" y="1184545"/>
                  </a:lnTo>
                  <a:lnTo>
                    <a:pt x="2037662" y="1184545"/>
                  </a:lnTo>
                  <a:lnTo>
                    <a:pt x="2039845" y="1184545"/>
                  </a:lnTo>
                  <a:lnTo>
                    <a:pt x="2042028" y="1184545"/>
                  </a:lnTo>
                  <a:lnTo>
                    <a:pt x="2044212" y="1184545"/>
                  </a:lnTo>
                  <a:lnTo>
                    <a:pt x="2046395" y="1184545"/>
                  </a:lnTo>
                  <a:lnTo>
                    <a:pt x="2048578" y="1184545"/>
                  </a:lnTo>
                  <a:lnTo>
                    <a:pt x="2050761" y="1184545"/>
                  </a:lnTo>
                  <a:lnTo>
                    <a:pt x="2052944" y="1184545"/>
                  </a:lnTo>
                  <a:lnTo>
                    <a:pt x="2055128" y="1184545"/>
                  </a:lnTo>
                  <a:lnTo>
                    <a:pt x="2057311" y="1184546"/>
                  </a:lnTo>
                  <a:lnTo>
                    <a:pt x="2059494" y="1184546"/>
                  </a:lnTo>
                  <a:lnTo>
                    <a:pt x="2061677" y="1184546"/>
                  </a:lnTo>
                  <a:lnTo>
                    <a:pt x="2063860" y="1184546"/>
                  </a:lnTo>
                  <a:lnTo>
                    <a:pt x="2066044" y="1184546"/>
                  </a:lnTo>
                  <a:lnTo>
                    <a:pt x="2068227" y="1184546"/>
                  </a:lnTo>
                  <a:lnTo>
                    <a:pt x="2070410" y="1184546"/>
                  </a:lnTo>
                  <a:lnTo>
                    <a:pt x="2072593" y="1184546"/>
                  </a:lnTo>
                  <a:lnTo>
                    <a:pt x="2074776" y="1184546"/>
                  </a:lnTo>
                  <a:lnTo>
                    <a:pt x="2076959" y="1184546"/>
                  </a:lnTo>
                  <a:lnTo>
                    <a:pt x="2079143" y="1184546"/>
                  </a:lnTo>
                  <a:lnTo>
                    <a:pt x="2081326" y="1184546"/>
                  </a:lnTo>
                  <a:lnTo>
                    <a:pt x="2083509" y="1184546"/>
                  </a:lnTo>
                  <a:lnTo>
                    <a:pt x="2085692" y="1184546"/>
                  </a:lnTo>
                  <a:lnTo>
                    <a:pt x="2087875" y="1184546"/>
                  </a:lnTo>
                  <a:lnTo>
                    <a:pt x="2090059" y="1184546"/>
                  </a:lnTo>
                  <a:lnTo>
                    <a:pt x="2092242" y="1184547"/>
                  </a:lnTo>
                  <a:lnTo>
                    <a:pt x="2094425" y="1184547"/>
                  </a:lnTo>
                  <a:lnTo>
                    <a:pt x="2096608" y="1184547"/>
                  </a:lnTo>
                  <a:lnTo>
                    <a:pt x="2098791" y="1184547"/>
                  </a:lnTo>
                  <a:lnTo>
                    <a:pt x="2100974" y="1184547"/>
                  </a:lnTo>
                  <a:lnTo>
                    <a:pt x="2103158" y="1184547"/>
                  </a:lnTo>
                  <a:lnTo>
                    <a:pt x="2105341" y="1184547"/>
                  </a:lnTo>
                  <a:lnTo>
                    <a:pt x="2107524" y="1184547"/>
                  </a:lnTo>
                  <a:lnTo>
                    <a:pt x="2109707" y="1184547"/>
                  </a:lnTo>
                  <a:lnTo>
                    <a:pt x="2111890" y="1184547"/>
                  </a:lnTo>
                  <a:lnTo>
                    <a:pt x="2114074" y="1184547"/>
                  </a:lnTo>
                  <a:lnTo>
                    <a:pt x="2116257" y="1184547"/>
                  </a:lnTo>
                  <a:lnTo>
                    <a:pt x="2118440" y="1184547"/>
                  </a:lnTo>
                  <a:lnTo>
                    <a:pt x="2120623" y="1184547"/>
                  </a:lnTo>
                  <a:lnTo>
                    <a:pt x="2122806" y="1184547"/>
                  </a:lnTo>
                  <a:lnTo>
                    <a:pt x="2124989" y="1184547"/>
                  </a:lnTo>
                  <a:lnTo>
                    <a:pt x="2127173" y="1184548"/>
                  </a:lnTo>
                  <a:lnTo>
                    <a:pt x="2129356" y="1184548"/>
                  </a:lnTo>
                  <a:lnTo>
                    <a:pt x="2131539" y="1184548"/>
                  </a:lnTo>
                  <a:lnTo>
                    <a:pt x="2133722" y="1184548"/>
                  </a:lnTo>
                  <a:lnTo>
                    <a:pt x="2135905" y="1184548"/>
                  </a:lnTo>
                  <a:lnTo>
                    <a:pt x="2138089" y="1184548"/>
                  </a:lnTo>
                  <a:lnTo>
                    <a:pt x="2140272" y="1184548"/>
                  </a:lnTo>
                  <a:lnTo>
                    <a:pt x="2142455" y="1184548"/>
                  </a:lnTo>
                  <a:lnTo>
                    <a:pt x="2144638" y="1184548"/>
                  </a:lnTo>
                  <a:lnTo>
                    <a:pt x="2146821" y="1184548"/>
                  </a:lnTo>
                  <a:lnTo>
                    <a:pt x="2149005" y="1184548"/>
                  </a:lnTo>
                  <a:lnTo>
                    <a:pt x="2151188" y="1184548"/>
                  </a:lnTo>
                  <a:lnTo>
                    <a:pt x="2153371" y="1184548"/>
                  </a:lnTo>
                  <a:lnTo>
                    <a:pt x="2155554" y="1184548"/>
                  </a:lnTo>
                  <a:lnTo>
                    <a:pt x="2157737" y="1184548"/>
                  </a:lnTo>
                  <a:lnTo>
                    <a:pt x="2159921" y="1184549"/>
                  </a:lnTo>
                  <a:lnTo>
                    <a:pt x="2160962" y="1184549"/>
                  </a:lnTo>
                  <a:lnTo>
                    <a:pt x="2162002" y="1184549"/>
                  </a:lnTo>
                  <a:lnTo>
                    <a:pt x="2163043" y="1184549"/>
                  </a:lnTo>
                  <a:lnTo>
                    <a:pt x="2164084" y="1184549"/>
                  </a:lnTo>
                  <a:lnTo>
                    <a:pt x="2165125" y="1184549"/>
                  </a:lnTo>
                  <a:lnTo>
                    <a:pt x="2166166" y="1184549"/>
                  </a:lnTo>
                  <a:lnTo>
                    <a:pt x="2167207" y="1184549"/>
                  </a:lnTo>
                  <a:lnTo>
                    <a:pt x="2168248" y="1184549"/>
                  </a:lnTo>
                  <a:lnTo>
                    <a:pt x="2169289" y="1184549"/>
                  </a:lnTo>
                  <a:lnTo>
                    <a:pt x="2170329" y="1184549"/>
                  </a:lnTo>
                  <a:lnTo>
                    <a:pt x="2171370" y="1184549"/>
                  </a:lnTo>
                  <a:lnTo>
                    <a:pt x="2172411" y="1184549"/>
                  </a:lnTo>
                  <a:lnTo>
                    <a:pt x="2173452" y="1184549"/>
                  </a:lnTo>
                  <a:lnTo>
                    <a:pt x="2174493" y="1184549"/>
                  </a:lnTo>
                  <a:lnTo>
                    <a:pt x="2175534" y="1184549"/>
                  </a:lnTo>
                  <a:lnTo>
                    <a:pt x="2176575" y="1184549"/>
                  </a:lnTo>
                  <a:lnTo>
                    <a:pt x="2177616" y="1184549"/>
                  </a:lnTo>
                  <a:lnTo>
                    <a:pt x="2178657" y="1184549"/>
                  </a:lnTo>
                  <a:lnTo>
                    <a:pt x="2179697" y="1184549"/>
                  </a:lnTo>
                  <a:lnTo>
                    <a:pt x="2180738" y="1184549"/>
                  </a:lnTo>
                  <a:lnTo>
                    <a:pt x="2181779" y="1184549"/>
                  </a:lnTo>
                  <a:lnTo>
                    <a:pt x="2182820" y="1184549"/>
                  </a:lnTo>
                  <a:lnTo>
                    <a:pt x="2183861" y="1184549"/>
                  </a:lnTo>
                  <a:lnTo>
                    <a:pt x="2184902" y="1184549"/>
                  </a:lnTo>
                  <a:lnTo>
                    <a:pt x="2185943" y="1184549"/>
                  </a:lnTo>
                  <a:lnTo>
                    <a:pt x="2186984" y="1184549"/>
                  </a:lnTo>
                  <a:lnTo>
                    <a:pt x="2188025" y="1184549"/>
                  </a:lnTo>
                  <a:lnTo>
                    <a:pt x="2189065" y="1184549"/>
                  </a:lnTo>
                  <a:lnTo>
                    <a:pt x="2190106" y="1184549"/>
                  </a:lnTo>
                  <a:lnTo>
                    <a:pt x="2191147" y="1184549"/>
                  </a:lnTo>
                  <a:lnTo>
                    <a:pt x="2192188" y="1184549"/>
                  </a:lnTo>
                  <a:lnTo>
                    <a:pt x="2193229" y="1184549"/>
                  </a:lnTo>
                  <a:lnTo>
                    <a:pt x="2194270" y="1184549"/>
                  </a:lnTo>
                  <a:lnTo>
                    <a:pt x="2195311" y="1184549"/>
                  </a:lnTo>
                  <a:lnTo>
                    <a:pt x="2196352" y="1184549"/>
                  </a:lnTo>
                  <a:lnTo>
                    <a:pt x="2197392" y="1184550"/>
                  </a:lnTo>
                  <a:lnTo>
                    <a:pt x="2198433" y="1184550"/>
                  </a:lnTo>
                  <a:lnTo>
                    <a:pt x="2199474" y="1184550"/>
                  </a:lnTo>
                  <a:lnTo>
                    <a:pt x="2200515" y="1184550"/>
                  </a:lnTo>
                  <a:lnTo>
                    <a:pt x="2201556" y="1184550"/>
                  </a:lnTo>
                  <a:lnTo>
                    <a:pt x="2202597" y="1184550"/>
                  </a:lnTo>
                  <a:lnTo>
                    <a:pt x="2203638" y="1184550"/>
                  </a:lnTo>
                  <a:lnTo>
                    <a:pt x="2204679" y="1184550"/>
                  </a:lnTo>
                  <a:lnTo>
                    <a:pt x="2205720" y="1184550"/>
                  </a:lnTo>
                  <a:lnTo>
                    <a:pt x="2206760" y="1184550"/>
                  </a:lnTo>
                  <a:lnTo>
                    <a:pt x="2207801" y="1184550"/>
                  </a:lnTo>
                  <a:lnTo>
                    <a:pt x="2208842" y="1184550"/>
                  </a:lnTo>
                  <a:lnTo>
                    <a:pt x="2209883" y="1184550"/>
                  </a:lnTo>
                  <a:lnTo>
                    <a:pt x="2210924" y="1184550"/>
                  </a:lnTo>
                  <a:lnTo>
                    <a:pt x="2211965" y="1184550"/>
                  </a:lnTo>
                  <a:lnTo>
                    <a:pt x="2213006" y="1184550"/>
                  </a:lnTo>
                  <a:lnTo>
                    <a:pt x="2214047" y="1184550"/>
                  </a:lnTo>
                  <a:lnTo>
                    <a:pt x="2215087" y="1184550"/>
                  </a:lnTo>
                  <a:lnTo>
                    <a:pt x="2216128" y="1184550"/>
                  </a:lnTo>
                  <a:lnTo>
                    <a:pt x="2217293" y="1184550"/>
                  </a:lnTo>
                  <a:lnTo>
                    <a:pt x="2218458" y="1184550"/>
                  </a:lnTo>
                  <a:lnTo>
                    <a:pt x="2219623" y="1184550"/>
                  </a:lnTo>
                  <a:lnTo>
                    <a:pt x="2220788" y="1184550"/>
                  </a:lnTo>
                  <a:lnTo>
                    <a:pt x="2221953" y="1184550"/>
                  </a:lnTo>
                  <a:lnTo>
                    <a:pt x="2223118" y="1184550"/>
                  </a:lnTo>
                  <a:lnTo>
                    <a:pt x="2224283" y="1184550"/>
                  </a:lnTo>
                  <a:lnTo>
                    <a:pt x="2225448" y="1184550"/>
                  </a:lnTo>
                  <a:lnTo>
                    <a:pt x="2227677" y="1184550"/>
                  </a:lnTo>
                  <a:lnTo>
                    <a:pt x="2229906" y="1184550"/>
                  </a:lnTo>
                  <a:lnTo>
                    <a:pt x="2232135" y="1184550"/>
                  </a:lnTo>
                  <a:lnTo>
                    <a:pt x="2234364" y="1184550"/>
                  </a:lnTo>
                  <a:lnTo>
                    <a:pt x="2236593" y="1184550"/>
                  </a:lnTo>
                  <a:lnTo>
                    <a:pt x="2238821" y="1184550"/>
                  </a:lnTo>
                  <a:lnTo>
                    <a:pt x="2241050" y="1184550"/>
                  </a:lnTo>
                  <a:lnTo>
                    <a:pt x="2243279" y="1184550"/>
                  </a:lnTo>
                  <a:lnTo>
                    <a:pt x="2245508" y="1184550"/>
                  </a:lnTo>
                  <a:lnTo>
                    <a:pt x="2247737" y="1184550"/>
                  </a:lnTo>
                  <a:lnTo>
                    <a:pt x="2249966" y="1184551"/>
                  </a:lnTo>
                  <a:lnTo>
                    <a:pt x="2252195" y="1184551"/>
                  </a:lnTo>
                  <a:lnTo>
                    <a:pt x="2254424" y="1184551"/>
                  </a:lnTo>
                  <a:lnTo>
                    <a:pt x="2256653" y="1184551"/>
                  </a:lnTo>
                  <a:lnTo>
                    <a:pt x="2258881" y="1184551"/>
                  </a:lnTo>
                  <a:lnTo>
                    <a:pt x="2261110" y="1184551"/>
                  </a:lnTo>
                  <a:lnTo>
                    <a:pt x="2263339" y="1184551"/>
                  </a:lnTo>
                  <a:lnTo>
                    <a:pt x="2265568" y="1184551"/>
                  </a:lnTo>
                  <a:lnTo>
                    <a:pt x="2267797" y="1184551"/>
                  </a:lnTo>
                  <a:lnTo>
                    <a:pt x="2270026" y="1184551"/>
                  </a:lnTo>
                  <a:lnTo>
                    <a:pt x="2272255" y="1184551"/>
                  </a:lnTo>
                  <a:lnTo>
                    <a:pt x="2274484" y="1184551"/>
                  </a:lnTo>
                  <a:lnTo>
                    <a:pt x="2276713" y="1184551"/>
                  </a:lnTo>
                  <a:lnTo>
                    <a:pt x="2278941" y="1184552"/>
                  </a:lnTo>
                  <a:lnTo>
                    <a:pt x="2281170" y="1184552"/>
                  </a:lnTo>
                  <a:lnTo>
                    <a:pt x="2283399" y="1184552"/>
                  </a:lnTo>
                  <a:lnTo>
                    <a:pt x="2285628" y="1184552"/>
                  </a:lnTo>
                  <a:lnTo>
                    <a:pt x="2287857" y="1184552"/>
                  </a:lnTo>
                  <a:lnTo>
                    <a:pt x="2290086" y="1184552"/>
                  </a:lnTo>
                  <a:lnTo>
                    <a:pt x="2292315" y="1184552"/>
                  </a:lnTo>
                  <a:lnTo>
                    <a:pt x="2294544" y="1184552"/>
                  </a:lnTo>
                  <a:lnTo>
                    <a:pt x="2296773" y="1184552"/>
                  </a:lnTo>
                  <a:lnTo>
                    <a:pt x="2299001" y="1184552"/>
                  </a:lnTo>
                  <a:lnTo>
                    <a:pt x="2301230" y="1184553"/>
                  </a:lnTo>
                  <a:lnTo>
                    <a:pt x="2303459" y="1184553"/>
                  </a:lnTo>
                  <a:lnTo>
                    <a:pt x="2305688" y="1184553"/>
                  </a:lnTo>
                  <a:lnTo>
                    <a:pt x="2307917" y="1184553"/>
                  </a:lnTo>
                  <a:lnTo>
                    <a:pt x="2310146" y="1184553"/>
                  </a:lnTo>
                  <a:lnTo>
                    <a:pt x="2312375" y="1184553"/>
                  </a:lnTo>
                  <a:lnTo>
                    <a:pt x="2314604" y="1184553"/>
                  </a:lnTo>
                  <a:lnTo>
                    <a:pt x="2316832" y="1184553"/>
                  </a:lnTo>
                  <a:lnTo>
                    <a:pt x="2319061" y="1184554"/>
                  </a:lnTo>
                  <a:lnTo>
                    <a:pt x="2321290" y="1184554"/>
                  </a:lnTo>
                  <a:lnTo>
                    <a:pt x="2323519" y="1184554"/>
                  </a:lnTo>
                  <a:lnTo>
                    <a:pt x="2325748" y="1184554"/>
                  </a:lnTo>
                  <a:lnTo>
                    <a:pt x="2327977" y="1184554"/>
                  </a:lnTo>
                  <a:lnTo>
                    <a:pt x="2330206" y="1184554"/>
                  </a:lnTo>
                  <a:lnTo>
                    <a:pt x="2332435" y="1184555"/>
                  </a:lnTo>
                  <a:lnTo>
                    <a:pt x="2334664" y="1184555"/>
                  </a:lnTo>
                  <a:lnTo>
                    <a:pt x="2336892" y="1184555"/>
                  </a:lnTo>
                  <a:lnTo>
                    <a:pt x="2339121" y="1184555"/>
                  </a:lnTo>
                  <a:lnTo>
                    <a:pt x="2341350" y="1184555"/>
                  </a:lnTo>
                  <a:lnTo>
                    <a:pt x="2343579" y="1184555"/>
                  </a:lnTo>
                  <a:lnTo>
                    <a:pt x="2345808" y="1184556"/>
                  </a:lnTo>
                  <a:lnTo>
                    <a:pt x="2348037" y="1184556"/>
                  </a:lnTo>
                  <a:lnTo>
                    <a:pt x="2350266" y="1184556"/>
                  </a:lnTo>
                  <a:lnTo>
                    <a:pt x="2352495" y="1184556"/>
                  </a:lnTo>
                  <a:lnTo>
                    <a:pt x="2354724" y="1184556"/>
                  </a:lnTo>
                  <a:lnTo>
                    <a:pt x="2356953" y="1184557"/>
                  </a:lnTo>
                  <a:lnTo>
                    <a:pt x="2359181" y="1184557"/>
                  </a:lnTo>
                  <a:lnTo>
                    <a:pt x="2361410" y="1184557"/>
                  </a:lnTo>
                  <a:lnTo>
                    <a:pt x="2363639" y="1184557"/>
                  </a:lnTo>
                  <a:lnTo>
                    <a:pt x="2365868" y="1184558"/>
                  </a:lnTo>
                  <a:lnTo>
                    <a:pt x="2368097" y="1184558"/>
                  </a:lnTo>
                  <a:lnTo>
                    <a:pt x="2369641" y="1184559"/>
                  </a:lnTo>
                  <a:lnTo>
                    <a:pt x="2371207" y="1184559"/>
                  </a:lnTo>
                  <a:lnTo>
                    <a:pt x="2372261" y="1184559"/>
                  </a:lnTo>
                  <a:lnTo>
                    <a:pt x="2373315" y="1184559"/>
                  </a:lnTo>
                  <a:lnTo>
                    <a:pt x="2374369" y="1184560"/>
                  </a:lnTo>
                  <a:lnTo>
                    <a:pt x="2375423" y="1184560"/>
                  </a:lnTo>
                  <a:lnTo>
                    <a:pt x="2376477" y="1184560"/>
                  </a:lnTo>
                  <a:lnTo>
                    <a:pt x="2377531" y="1184560"/>
                  </a:lnTo>
                  <a:lnTo>
                    <a:pt x="2378584" y="1184560"/>
                  </a:lnTo>
                  <a:lnTo>
                    <a:pt x="2379638" y="1184560"/>
                  </a:lnTo>
                  <a:lnTo>
                    <a:pt x="2380692" y="1184560"/>
                  </a:lnTo>
                  <a:lnTo>
                    <a:pt x="2381746" y="1184560"/>
                  </a:lnTo>
                  <a:lnTo>
                    <a:pt x="2382800" y="1184560"/>
                  </a:lnTo>
                  <a:lnTo>
                    <a:pt x="2383854" y="1184560"/>
                  </a:lnTo>
                  <a:lnTo>
                    <a:pt x="2384908" y="1184561"/>
                  </a:lnTo>
                  <a:lnTo>
                    <a:pt x="2385962" y="1184561"/>
                  </a:lnTo>
                  <a:lnTo>
                    <a:pt x="2387016" y="1184561"/>
                  </a:lnTo>
                  <a:lnTo>
                    <a:pt x="2388070" y="1184561"/>
                  </a:lnTo>
                  <a:lnTo>
                    <a:pt x="2389123" y="1184561"/>
                  </a:lnTo>
                  <a:lnTo>
                    <a:pt x="2390177" y="1184561"/>
                  </a:lnTo>
                  <a:lnTo>
                    <a:pt x="2391231" y="1184561"/>
                  </a:lnTo>
                  <a:lnTo>
                    <a:pt x="2392285" y="1184561"/>
                  </a:lnTo>
                  <a:lnTo>
                    <a:pt x="2393339" y="1184562"/>
                  </a:lnTo>
                  <a:lnTo>
                    <a:pt x="2394393" y="1184562"/>
                  </a:lnTo>
                  <a:lnTo>
                    <a:pt x="2395447" y="1184562"/>
                  </a:lnTo>
                  <a:lnTo>
                    <a:pt x="2396501" y="1184562"/>
                  </a:lnTo>
                  <a:lnTo>
                    <a:pt x="2397555" y="1184562"/>
                  </a:lnTo>
                  <a:lnTo>
                    <a:pt x="2398609" y="1184562"/>
                  </a:lnTo>
                  <a:lnTo>
                    <a:pt x="2399663" y="1184562"/>
                  </a:lnTo>
                  <a:lnTo>
                    <a:pt x="2400717" y="1184563"/>
                  </a:lnTo>
                  <a:lnTo>
                    <a:pt x="2401771" y="1184563"/>
                  </a:lnTo>
                  <a:lnTo>
                    <a:pt x="2402824" y="1184563"/>
                  </a:lnTo>
                  <a:lnTo>
                    <a:pt x="2403878" y="1184563"/>
                  </a:lnTo>
                  <a:lnTo>
                    <a:pt x="2404932" y="1184563"/>
                  </a:lnTo>
                  <a:lnTo>
                    <a:pt x="2405986" y="1184563"/>
                  </a:lnTo>
                  <a:lnTo>
                    <a:pt x="2407040" y="1184563"/>
                  </a:lnTo>
                  <a:lnTo>
                    <a:pt x="2408094" y="1184563"/>
                  </a:lnTo>
                  <a:lnTo>
                    <a:pt x="2409148" y="1184563"/>
                  </a:lnTo>
                  <a:lnTo>
                    <a:pt x="2410202" y="1184564"/>
                  </a:lnTo>
                  <a:lnTo>
                    <a:pt x="2411256" y="1184564"/>
                  </a:lnTo>
                  <a:lnTo>
                    <a:pt x="2412310" y="1184564"/>
                  </a:lnTo>
                  <a:lnTo>
                    <a:pt x="2413364" y="1184564"/>
                  </a:lnTo>
                  <a:lnTo>
                    <a:pt x="2414417" y="1184564"/>
                  </a:lnTo>
                  <a:lnTo>
                    <a:pt x="2415471" y="1184564"/>
                  </a:lnTo>
                  <a:lnTo>
                    <a:pt x="2416525" y="1184564"/>
                  </a:lnTo>
                  <a:lnTo>
                    <a:pt x="2417579" y="1184564"/>
                  </a:lnTo>
                  <a:lnTo>
                    <a:pt x="2418633" y="1184564"/>
                  </a:lnTo>
                  <a:lnTo>
                    <a:pt x="2419687" y="1184565"/>
                  </a:lnTo>
                  <a:lnTo>
                    <a:pt x="2420741" y="1184565"/>
                  </a:lnTo>
                  <a:lnTo>
                    <a:pt x="2422937" y="1184565"/>
                  </a:lnTo>
                  <a:lnTo>
                    <a:pt x="2425133" y="1184565"/>
                  </a:lnTo>
                  <a:lnTo>
                    <a:pt x="2427329" y="1184565"/>
                  </a:lnTo>
                  <a:lnTo>
                    <a:pt x="2429525" y="1184566"/>
                  </a:lnTo>
                  <a:lnTo>
                    <a:pt x="2431721" y="1184566"/>
                  </a:lnTo>
                  <a:lnTo>
                    <a:pt x="2433917" y="1184566"/>
                  </a:lnTo>
                  <a:lnTo>
                    <a:pt x="2436113" y="1184566"/>
                  </a:lnTo>
                  <a:lnTo>
                    <a:pt x="2438309" y="1184567"/>
                  </a:lnTo>
                  <a:lnTo>
                    <a:pt x="2440505" y="1184567"/>
                  </a:lnTo>
                  <a:lnTo>
                    <a:pt x="2442701" y="1184567"/>
                  </a:lnTo>
                  <a:lnTo>
                    <a:pt x="2444897" y="1184567"/>
                  </a:lnTo>
                  <a:lnTo>
                    <a:pt x="2447093" y="1184568"/>
                  </a:lnTo>
                  <a:lnTo>
                    <a:pt x="2449288" y="1184568"/>
                  </a:lnTo>
                  <a:lnTo>
                    <a:pt x="2451484" y="1184568"/>
                  </a:lnTo>
                  <a:lnTo>
                    <a:pt x="2453680" y="1184568"/>
                  </a:lnTo>
                  <a:lnTo>
                    <a:pt x="2455876" y="1184569"/>
                  </a:lnTo>
                  <a:lnTo>
                    <a:pt x="2458072" y="1184569"/>
                  </a:lnTo>
                  <a:lnTo>
                    <a:pt x="2460268" y="1184569"/>
                  </a:lnTo>
                  <a:lnTo>
                    <a:pt x="2462464" y="1184569"/>
                  </a:lnTo>
                  <a:lnTo>
                    <a:pt x="2464660" y="1184569"/>
                  </a:lnTo>
                  <a:lnTo>
                    <a:pt x="2466856" y="1184570"/>
                  </a:lnTo>
                  <a:lnTo>
                    <a:pt x="2469052" y="1184570"/>
                  </a:lnTo>
                  <a:lnTo>
                    <a:pt x="2471248" y="1184570"/>
                  </a:lnTo>
                  <a:lnTo>
                    <a:pt x="2473444" y="1184570"/>
                  </a:lnTo>
                  <a:lnTo>
                    <a:pt x="2475640" y="1184571"/>
                  </a:lnTo>
                  <a:lnTo>
                    <a:pt x="2477836" y="1184571"/>
                  </a:lnTo>
                  <a:lnTo>
                    <a:pt x="2480032" y="1184571"/>
                  </a:lnTo>
                  <a:lnTo>
                    <a:pt x="2482228" y="1184571"/>
                  </a:lnTo>
                  <a:lnTo>
                    <a:pt x="2484424" y="1184571"/>
                  </a:lnTo>
                  <a:lnTo>
                    <a:pt x="2486620" y="1184572"/>
                  </a:lnTo>
                  <a:lnTo>
                    <a:pt x="2488816" y="1184572"/>
                  </a:lnTo>
                  <a:lnTo>
                    <a:pt x="2491012" y="1184572"/>
                  </a:lnTo>
                  <a:lnTo>
                    <a:pt x="2493208" y="1184572"/>
                  </a:lnTo>
                  <a:lnTo>
                    <a:pt x="2495404" y="1184572"/>
                  </a:lnTo>
                  <a:lnTo>
                    <a:pt x="2497599" y="1184573"/>
                  </a:lnTo>
                  <a:lnTo>
                    <a:pt x="2499795" y="1184573"/>
                  </a:lnTo>
                  <a:lnTo>
                    <a:pt x="2501991" y="1184573"/>
                  </a:lnTo>
                  <a:lnTo>
                    <a:pt x="2504187" y="1184573"/>
                  </a:lnTo>
                  <a:lnTo>
                    <a:pt x="2506383" y="1184573"/>
                  </a:lnTo>
                  <a:lnTo>
                    <a:pt x="2508579" y="1184573"/>
                  </a:lnTo>
                  <a:lnTo>
                    <a:pt x="2510775" y="1184574"/>
                  </a:lnTo>
                  <a:lnTo>
                    <a:pt x="2512971" y="1184574"/>
                  </a:lnTo>
                  <a:lnTo>
                    <a:pt x="2515167" y="1184574"/>
                  </a:lnTo>
                  <a:lnTo>
                    <a:pt x="2517363" y="1184574"/>
                  </a:lnTo>
                  <a:lnTo>
                    <a:pt x="2519559" y="1184574"/>
                  </a:lnTo>
                  <a:lnTo>
                    <a:pt x="2521755" y="1184574"/>
                  </a:lnTo>
                  <a:lnTo>
                    <a:pt x="2523951" y="1184574"/>
                  </a:lnTo>
                  <a:lnTo>
                    <a:pt x="2526147" y="1184574"/>
                  </a:lnTo>
                  <a:lnTo>
                    <a:pt x="2528343" y="1184575"/>
                  </a:lnTo>
                  <a:lnTo>
                    <a:pt x="2530539" y="1184575"/>
                  </a:lnTo>
                  <a:lnTo>
                    <a:pt x="2532734" y="1184575"/>
                  </a:lnTo>
                  <a:lnTo>
                    <a:pt x="2534930" y="1184575"/>
                  </a:lnTo>
                  <a:lnTo>
                    <a:pt x="2537126" y="1184575"/>
                  </a:lnTo>
                  <a:lnTo>
                    <a:pt x="2539322" y="1184575"/>
                  </a:lnTo>
                  <a:lnTo>
                    <a:pt x="2541518" y="1184575"/>
                  </a:lnTo>
                  <a:lnTo>
                    <a:pt x="2543714" y="1184575"/>
                  </a:lnTo>
                  <a:lnTo>
                    <a:pt x="2545910" y="1184575"/>
                  </a:lnTo>
                  <a:lnTo>
                    <a:pt x="2548106" y="1184575"/>
                  </a:lnTo>
                  <a:lnTo>
                    <a:pt x="2550302" y="1184575"/>
                  </a:lnTo>
                  <a:lnTo>
                    <a:pt x="2552498" y="1184575"/>
                  </a:lnTo>
                  <a:lnTo>
                    <a:pt x="2554694" y="1184575"/>
                  </a:lnTo>
                  <a:lnTo>
                    <a:pt x="2556890" y="1184575"/>
                  </a:lnTo>
                  <a:lnTo>
                    <a:pt x="2559086" y="1184575"/>
                  </a:lnTo>
                  <a:lnTo>
                    <a:pt x="2561282" y="1184575"/>
                  </a:lnTo>
                  <a:lnTo>
                    <a:pt x="2562709" y="1184575"/>
                  </a:lnTo>
                  <a:lnTo>
                    <a:pt x="2564159" y="1184575"/>
                  </a:lnTo>
                  <a:lnTo>
                    <a:pt x="2565212" y="1184575"/>
                  </a:lnTo>
                  <a:lnTo>
                    <a:pt x="2566266" y="1184575"/>
                  </a:lnTo>
                  <a:lnTo>
                    <a:pt x="2567319" y="1184575"/>
                  </a:lnTo>
                  <a:lnTo>
                    <a:pt x="2568372" y="1184575"/>
                  </a:lnTo>
                  <a:lnTo>
                    <a:pt x="2569425" y="1184575"/>
                  </a:lnTo>
                  <a:lnTo>
                    <a:pt x="2570478" y="1184575"/>
                  </a:lnTo>
                  <a:lnTo>
                    <a:pt x="2571531" y="1184575"/>
                  </a:lnTo>
                  <a:lnTo>
                    <a:pt x="2572584" y="1184575"/>
                  </a:lnTo>
                  <a:lnTo>
                    <a:pt x="2573637" y="1184575"/>
                  </a:lnTo>
                  <a:lnTo>
                    <a:pt x="2574691" y="1184575"/>
                  </a:lnTo>
                  <a:lnTo>
                    <a:pt x="2575744" y="1184575"/>
                  </a:lnTo>
                  <a:lnTo>
                    <a:pt x="2576797" y="1184575"/>
                  </a:lnTo>
                  <a:lnTo>
                    <a:pt x="2577850" y="1184575"/>
                  </a:lnTo>
                  <a:lnTo>
                    <a:pt x="2578903" y="1184575"/>
                  </a:lnTo>
                  <a:lnTo>
                    <a:pt x="2579956" y="1184575"/>
                  </a:lnTo>
                  <a:lnTo>
                    <a:pt x="2581009" y="1184575"/>
                  </a:lnTo>
                  <a:lnTo>
                    <a:pt x="2582063" y="1184575"/>
                  </a:lnTo>
                  <a:lnTo>
                    <a:pt x="2583116" y="1184575"/>
                  </a:lnTo>
                  <a:lnTo>
                    <a:pt x="2584169" y="1184575"/>
                  </a:lnTo>
                  <a:lnTo>
                    <a:pt x="2585222" y="1184575"/>
                  </a:lnTo>
                  <a:lnTo>
                    <a:pt x="2586275" y="1184575"/>
                  </a:lnTo>
                  <a:lnTo>
                    <a:pt x="2587328" y="1184575"/>
                  </a:lnTo>
                  <a:lnTo>
                    <a:pt x="2588381" y="1184575"/>
                  </a:lnTo>
                  <a:lnTo>
                    <a:pt x="2589435" y="1184575"/>
                  </a:lnTo>
                  <a:lnTo>
                    <a:pt x="2590488" y="1184575"/>
                  </a:lnTo>
                  <a:lnTo>
                    <a:pt x="2591541" y="1184575"/>
                  </a:lnTo>
                  <a:lnTo>
                    <a:pt x="2592594" y="1184575"/>
                  </a:lnTo>
                  <a:lnTo>
                    <a:pt x="2593647" y="1184575"/>
                  </a:lnTo>
                  <a:lnTo>
                    <a:pt x="2594700" y="1184575"/>
                  </a:lnTo>
                  <a:lnTo>
                    <a:pt x="2595753" y="1184575"/>
                  </a:lnTo>
                  <a:lnTo>
                    <a:pt x="2596807" y="1184575"/>
                  </a:lnTo>
                  <a:lnTo>
                    <a:pt x="2597860" y="1184575"/>
                  </a:lnTo>
                  <a:lnTo>
                    <a:pt x="2598913" y="1184575"/>
                  </a:lnTo>
                  <a:lnTo>
                    <a:pt x="2599966" y="1184575"/>
                  </a:lnTo>
                  <a:lnTo>
                    <a:pt x="2601019" y="1184575"/>
                  </a:lnTo>
                  <a:lnTo>
                    <a:pt x="2602072" y="1184575"/>
                  </a:lnTo>
                  <a:lnTo>
                    <a:pt x="2603126" y="1184575"/>
                  </a:lnTo>
                  <a:lnTo>
                    <a:pt x="2604179" y="1184575"/>
                  </a:lnTo>
                  <a:lnTo>
                    <a:pt x="2605232" y="1184575"/>
                  </a:lnTo>
                  <a:lnTo>
                    <a:pt x="2606285" y="1184575"/>
                  </a:lnTo>
                  <a:lnTo>
                    <a:pt x="2607338" y="1184575"/>
                  </a:lnTo>
                  <a:lnTo>
                    <a:pt x="2608391" y="1184575"/>
                  </a:lnTo>
                  <a:lnTo>
                    <a:pt x="2609444" y="1184575"/>
                  </a:lnTo>
                  <a:lnTo>
                    <a:pt x="2610498" y="1184575"/>
                  </a:lnTo>
                  <a:lnTo>
                    <a:pt x="2611551" y="1184575"/>
                  </a:lnTo>
                  <a:lnTo>
                    <a:pt x="2612604" y="1184575"/>
                  </a:lnTo>
                  <a:lnTo>
                    <a:pt x="2613657" y="1184575"/>
                  </a:lnTo>
                  <a:lnTo>
                    <a:pt x="2614710" y="1184575"/>
                  </a:lnTo>
                  <a:lnTo>
                    <a:pt x="2615763" y="1184575"/>
                  </a:lnTo>
                  <a:lnTo>
                    <a:pt x="2616816" y="1184575"/>
                  </a:lnTo>
                  <a:lnTo>
                    <a:pt x="2617870" y="1184575"/>
                  </a:lnTo>
                  <a:lnTo>
                    <a:pt x="2618923" y="1184575"/>
                  </a:lnTo>
                  <a:lnTo>
                    <a:pt x="2619976" y="1184575"/>
                  </a:lnTo>
                  <a:lnTo>
                    <a:pt x="2621029" y="1184575"/>
                  </a:lnTo>
                  <a:lnTo>
                    <a:pt x="2622082" y="1184575"/>
                  </a:lnTo>
                  <a:lnTo>
                    <a:pt x="2623135" y="1184575"/>
                  </a:lnTo>
                  <a:lnTo>
                    <a:pt x="2624188" y="1184575"/>
                  </a:lnTo>
                  <a:lnTo>
                    <a:pt x="2625241" y="1184575"/>
                  </a:lnTo>
                  <a:lnTo>
                    <a:pt x="2626295" y="1184575"/>
                  </a:lnTo>
                  <a:lnTo>
                    <a:pt x="2627372" y="1184575"/>
                  </a:lnTo>
                  <a:lnTo>
                    <a:pt x="2628449" y="1184575"/>
                  </a:lnTo>
                  <a:lnTo>
                    <a:pt x="2629527" y="1184575"/>
                  </a:lnTo>
                  <a:lnTo>
                    <a:pt x="2630604" y="1184575"/>
                  </a:lnTo>
                  <a:lnTo>
                    <a:pt x="2631681" y="1184575"/>
                  </a:lnTo>
                  <a:lnTo>
                    <a:pt x="2632759" y="1184575"/>
                  </a:lnTo>
                  <a:lnTo>
                    <a:pt x="2633836" y="1184574"/>
                  </a:lnTo>
                  <a:lnTo>
                    <a:pt x="2634913" y="1184574"/>
                  </a:lnTo>
                  <a:lnTo>
                    <a:pt x="2635991" y="1184574"/>
                  </a:lnTo>
                  <a:lnTo>
                    <a:pt x="2637068" y="1184574"/>
                  </a:lnTo>
                  <a:lnTo>
                    <a:pt x="2638145" y="1184574"/>
                  </a:lnTo>
                  <a:lnTo>
                    <a:pt x="2639222" y="1184574"/>
                  </a:lnTo>
                  <a:lnTo>
                    <a:pt x="2640300" y="1184574"/>
                  </a:lnTo>
                  <a:lnTo>
                    <a:pt x="2641377" y="1184574"/>
                  </a:lnTo>
                  <a:lnTo>
                    <a:pt x="2642454" y="1184574"/>
                  </a:lnTo>
                  <a:lnTo>
                    <a:pt x="2643531" y="1184574"/>
                  </a:lnTo>
                  <a:lnTo>
                    <a:pt x="2644609" y="1184574"/>
                  </a:lnTo>
                  <a:lnTo>
                    <a:pt x="2645686" y="1184574"/>
                  </a:lnTo>
                  <a:lnTo>
                    <a:pt x="2646763" y="1184574"/>
                  </a:lnTo>
                  <a:lnTo>
                    <a:pt x="2647840" y="1184574"/>
                  </a:lnTo>
                  <a:lnTo>
                    <a:pt x="2648918" y="1184574"/>
                  </a:lnTo>
                  <a:lnTo>
                    <a:pt x="2649995" y="1184574"/>
                  </a:lnTo>
                  <a:lnTo>
                    <a:pt x="2651072" y="1184574"/>
                  </a:lnTo>
                  <a:lnTo>
                    <a:pt x="2652427" y="1184574"/>
                  </a:lnTo>
                  <a:lnTo>
                    <a:pt x="2653802" y="1184574"/>
                  </a:lnTo>
                  <a:lnTo>
                    <a:pt x="2655185" y="1184574"/>
                  </a:lnTo>
                  <a:lnTo>
                    <a:pt x="2656568" y="1184574"/>
                  </a:lnTo>
                  <a:lnTo>
                    <a:pt x="2657951" y="1184574"/>
                  </a:lnTo>
                  <a:lnTo>
                    <a:pt x="2659333" y="1184574"/>
                  </a:lnTo>
                  <a:lnTo>
                    <a:pt x="2660716" y="1184574"/>
                  </a:lnTo>
                  <a:lnTo>
                    <a:pt x="2662099" y="1184574"/>
                  </a:lnTo>
                  <a:lnTo>
                    <a:pt x="2663482" y="1184574"/>
                  </a:lnTo>
                  <a:lnTo>
                    <a:pt x="2664865" y="1184574"/>
                  </a:lnTo>
                  <a:lnTo>
                    <a:pt x="2666248" y="1184574"/>
                  </a:lnTo>
                  <a:lnTo>
                    <a:pt x="2667630" y="1184574"/>
                  </a:lnTo>
                  <a:lnTo>
                    <a:pt x="2669013" y="1184574"/>
                  </a:lnTo>
                  <a:lnTo>
                    <a:pt x="2670396" y="1184574"/>
                  </a:lnTo>
                  <a:lnTo>
                    <a:pt x="2671779" y="1184574"/>
                  </a:lnTo>
                  <a:lnTo>
                    <a:pt x="2673162" y="1184574"/>
                  </a:lnTo>
                  <a:lnTo>
                    <a:pt x="2674545" y="1184574"/>
                  </a:lnTo>
                  <a:lnTo>
                    <a:pt x="2675927" y="1184575"/>
                  </a:lnTo>
                  <a:lnTo>
                    <a:pt x="2677310" y="1184575"/>
                  </a:lnTo>
                  <a:lnTo>
                    <a:pt x="2678693" y="1184575"/>
                  </a:lnTo>
                  <a:lnTo>
                    <a:pt x="2680076" y="1184575"/>
                  </a:lnTo>
                  <a:lnTo>
                    <a:pt x="2681459" y="1184575"/>
                  </a:lnTo>
                  <a:lnTo>
                    <a:pt x="2682842" y="1184575"/>
                  </a:lnTo>
                  <a:lnTo>
                    <a:pt x="2684224" y="1184575"/>
                  </a:lnTo>
                  <a:lnTo>
                    <a:pt x="2685607" y="1184575"/>
                  </a:lnTo>
                  <a:lnTo>
                    <a:pt x="2686990" y="1184575"/>
                  </a:lnTo>
                  <a:lnTo>
                    <a:pt x="2688373" y="1184575"/>
                  </a:lnTo>
                  <a:lnTo>
                    <a:pt x="2689756" y="1184575"/>
                  </a:lnTo>
                  <a:lnTo>
                    <a:pt x="2691139" y="1184576"/>
                  </a:lnTo>
                  <a:lnTo>
                    <a:pt x="2692521" y="1184576"/>
                  </a:lnTo>
                  <a:lnTo>
                    <a:pt x="2693904" y="1184576"/>
                  </a:lnTo>
                  <a:lnTo>
                    <a:pt x="2695287" y="1184576"/>
                  </a:lnTo>
                  <a:lnTo>
                    <a:pt x="2696670" y="1184576"/>
                  </a:lnTo>
                  <a:lnTo>
                    <a:pt x="2698053" y="1184576"/>
                  </a:lnTo>
                  <a:lnTo>
                    <a:pt x="2699435" y="1184576"/>
                  </a:lnTo>
                  <a:lnTo>
                    <a:pt x="2700818" y="1184576"/>
                  </a:lnTo>
                  <a:lnTo>
                    <a:pt x="2702201" y="1184577"/>
                  </a:lnTo>
                  <a:lnTo>
                    <a:pt x="2703584" y="1184577"/>
                  </a:lnTo>
                  <a:lnTo>
                    <a:pt x="2704967" y="1184577"/>
                  </a:lnTo>
                  <a:lnTo>
                    <a:pt x="2706350" y="1184577"/>
                  </a:lnTo>
                  <a:lnTo>
                    <a:pt x="2707732" y="1184577"/>
                  </a:lnTo>
                  <a:lnTo>
                    <a:pt x="2709115" y="1184577"/>
                  </a:lnTo>
                  <a:lnTo>
                    <a:pt x="2710498" y="1184578"/>
                  </a:lnTo>
                  <a:lnTo>
                    <a:pt x="2711881" y="1184578"/>
                  </a:lnTo>
                  <a:lnTo>
                    <a:pt x="2713264" y="1184578"/>
                  </a:lnTo>
                  <a:lnTo>
                    <a:pt x="2714646" y="1184578"/>
                  </a:lnTo>
                  <a:lnTo>
                    <a:pt x="2716029" y="1184578"/>
                  </a:lnTo>
                  <a:lnTo>
                    <a:pt x="2717412" y="1184579"/>
                  </a:lnTo>
                  <a:lnTo>
                    <a:pt x="2718795" y="1184579"/>
                  </a:lnTo>
                  <a:lnTo>
                    <a:pt x="2720178" y="1184579"/>
                  </a:lnTo>
                  <a:lnTo>
                    <a:pt x="2721560" y="1184579"/>
                  </a:lnTo>
                  <a:lnTo>
                    <a:pt x="2722943" y="1184580"/>
                  </a:lnTo>
                  <a:lnTo>
                    <a:pt x="2724326" y="1184580"/>
                  </a:lnTo>
                  <a:lnTo>
                    <a:pt x="2725709" y="1184580"/>
                  </a:lnTo>
                  <a:lnTo>
                    <a:pt x="2727092" y="1184580"/>
                  </a:lnTo>
                  <a:lnTo>
                    <a:pt x="2728474" y="1184581"/>
                  </a:lnTo>
                  <a:lnTo>
                    <a:pt x="2729857" y="1184581"/>
                  </a:lnTo>
                  <a:lnTo>
                    <a:pt x="2731240" y="1184581"/>
                  </a:lnTo>
                  <a:lnTo>
                    <a:pt x="2732623" y="1184581"/>
                  </a:lnTo>
                  <a:lnTo>
                    <a:pt x="2734005" y="1184582"/>
                  </a:lnTo>
                  <a:lnTo>
                    <a:pt x="2735388" y="1184582"/>
                  </a:lnTo>
                  <a:lnTo>
                    <a:pt x="2736771" y="1184582"/>
                  </a:lnTo>
                  <a:lnTo>
                    <a:pt x="2738154" y="1184583"/>
                  </a:lnTo>
                  <a:lnTo>
                    <a:pt x="2739537" y="1184583"/>
                  </a:lnTo>
                  <a:lnTo>
                    <a:pt x="2740919" y="1184583"/>
                  </a:lnTo>
                  <a:lnTo>
                    <a:pt x="2742302" y="1184583"/>
                  </a:lnTo>
                  <a:lnTo>
                    <a:pt x="2743618" y="1184584"/>
                  </a:lnTo>
                  <a:lnTo>
                    <a:pt x="2744933" y="1184584"/>
                  </a:lnTo>
                  <a:lnTo>
                    <a:pt x="2746249" y="1184584"/>
                  </a:lnTo>
                  <a:lnTo>
                    <a:pt x="2747564" y="1184584"/>
                  </a:lnTo>
                  <a:lnTo>
                    <a:pt x="2748880" y="1184585"/>
                  </a:lnTo>
                  <a:lnTo>
                    <a:pt x="2750195" y="1184585"/>
                  </a:lnTo>
                  <a:lnTo>
                    <a:pt x="2751511" y="1184585"/>
                  </a:lnTo>
                  <a:lnTo>
                    <a:pt x="2752826" y="1184585"/>
                  </a:lnTo>
                  <a:lnTo>
                    <a:pt x="2754142" y="1184585"/>
                  </a:lnTo>
                  <a:lnTo>
                    <a:pt x="2755458" y="1184586"/>
                  </a:lnTo>
                  <a:lnTo>
                    <a:pt x="2756773" y="1184586"/>
                  </a:lnTo>
                  <a:lnTo>
                    <a:pt x="2758089" y="1184586"/>
                  </a:lnTo>
                  <a:lnTo>
                    <a:pt x="2759404" y="1184586"/>
                  </a:lnTo>
                  <a:lnTo>
                    <a:pt x="2760720" y="1184586"/>
                  </a:lnTo>
                  <a:lnTo>
                    <a:pt x="2762035" y="1184587"/>
                  </a:lnTo>
                  <a:lnTo>
                    <a:pt x="2763351" y="1184587"/>
                  </a:lnTo>
                  <a:lnTo>
                    <a:pt x="2764666" y="1184587"/>
                  </a:lnTo>
                  <a:lnTo>
                    <a:pt x="2765982" y="1184587"/>
                  </a:lnTo>
                  <a:lnTo>
                    <a:pt x="2767297" y="1184587"/>
                  </a:lnTo>
                  <a:lnTo>
                    <a:pt x="2768613" y="1184587"/>
                  </a:lnTo>
                  <a:lnTo>
                    <a:pt x="2769929" y="1184587"/>
                  </a:lnTo>
                  <a:lnTo>
                    <a:pt x="2771244" y="1184587"/>
                  </a:lnTo>
                  <a:lnTo>
                    <a:pt x="2772560" y="1184588"/>
                  </a:lnTo>
                  <a:lnTo>
                    <a:pt x="2773875" y="1184588"/>
                  </a:lnTo>
                  <a:lnTo>
                    <a:pt x="2775191" y="1184588"/>
                  </a:lnTo>
                  <a:lnTo>
                    <a:pt x="2776506" y="1184588"/>
                  </a:lnTo>
                  <a:lnTo>
                    <a:pt x="2777822" y="1184588"/>
                  </a:lnTo>
                  <a:lnTo>
                    <a:pt x="2779137" y="1184588"/>
                  </a:lnTo>
                  <a:lnTo>
                    <a:pt x="2780453" y="1184588"/>
                  </a:lnTo>
                  <a:lnTo>
                    <a:pt x="2781768" y="1184588"/>
                  </a:lnTo>
                  <a:lnTo>
                    <a:pt x="2783084" y="1184588"/>
                  </a:lnTo>
                  <a:lnTo>
                    <a:pt x="2784400" y="1184588"/>
                  </a:lnTo>
                  <a:lnTo>
                    <a:pt x="2785715" y="1184588"/>
                  </a:lnTo>
                  <a:lnTo>
                    <a:pt x="2787031" y="1184588"/>
                  </a:lnTo>
                  <a:lnTo>
                    <a:pt x="2788346" y="1184588"/>
                  </a:lnTo>
                  <a:lnTo>
                    <a:pt x="2789662" y="1184588"/>
                  </a:lnTo>
                  <a:lnTo>
                    <a:pt x="2790977" y="1184588"/>
                  </a:lnTo>
                  <a:lnTo>
                    <a:pt x="2792293" y="1184588"/>
                  </a:lnTo>
                  <a:lnTo>
                    <a:pt x="2793608" y="1184588"/>
                  </a:lnTo>
                  <a:lnTo>
                    <a:pt x="2794924" y="1184588"/>
                  </a:lnTo>
                  <a:lnTo>
                    <a:pt x="2796239" y="1184588"/>
                  </a:lnTo>
                  <a:lnTo>
                    <a:pt x="2797555" y="1184588"/>
                  </a:lnTo>
                  <a:lnTo>
                    <a:pt x="2798870" y="1184588"/>
                  </a:lnTo>
                  <a:lnTo>
                    <a:pt x="2800186" y="1184588"/>
                  </a:lnTo>
                  <a:lnTo>
                    <a:pt x="2801502" y="1184588"/>
                  </a:lnTo>
                  <a:lnTo>
                    <a:pt x="2802817" y="1184588"/>
                  </a:lnTo>
                  <a:lnTo>
                    <a:pt x="2804133" y="1184588"/>
                  </a:lnTo>
                  <a:lnTo>
                    <a:pt x="2805448" y="1184588"/>
                  </a:lnTo>
                  <a:lnTo>
                    <a:pt x="2806764" y="1184588"/>
                  </a:lnTo>
                  <a:lnTo>
                    <a:pt x="2808079" y="1184588"/>
                  </a:lnTo>
                  <a:lnTo>
                    <a:pt x="2809395" y="1184588"/>
                  </a:lnTo>
                  <a:lnTo>
                    <a:pt x="2810710" y="1184588"/>
                  </a:lnTo>
                  <a:lnTo>
                    <a:pt x="2812026" y="1184588"/>
                  </a:lnTo>
                  <a:lnTo>
                    <a:pt x="2813341" y="1184588"/>
                  </a:lnTo>
                  <a:lnTo>
                    <a:pt x="2814657" y="1184587"/>
                  </a:lnTo>
                  <a:lnTo>
                    <a:pt x="2815973" y="1184587"/>
                  </a:lnTo>
                  <a:lnTo>
                    <a:pt x="2817288" y="1184587"/>
                  </a:lnTo>
                  <a:lnTo>
                    <a:pt x="2818604" y="1184587"/>
                  </a:lnTo>
                  <a:lnTo>
                    <a:pt x="2819919" y="1184587"/>
                  </a:lnTo>
                  <a:lnTo>
                    <a:pt x="2821235" y="1184587"/>
                  </a:lnTo>
                  <a:lnTo>
                    <a:pt x="2822550" y="1184587"/>
                  </a:lnTo>
                  <a:lnTo>
                    <a:pt x="2823866" y="1184586"/>
                  </a:lnTo>
                  <a:lnTo>
                    <a:pt x="2825181" y="1184586"/>
                  </a:lnTo>
                  <a:lnTo>
                    <a:pt x="2826497" y="1184586"/>
                  </a:lnTo>
                  <a:lnTo>
                    <a:pt x="2827549" y="1184586"/>
                  </a:lnTo>
                  <a:lnTo>
                    <a:pt x="2828601" y="1184586"/>
                  </a:lnTo>
                  <a:lnTo>
                    <a:pt x="2829654" y="1184586"/>
                  </a:lnTo>
                  <a:lnTo>
                    <a:pt x="2830706" y="1184586"/>
                  </a:lnTo>
                  <a:lnTo>
                    <a:pt x="2831758" y="1184585"/>
                  </a:lnTo>
                  <a:lnTo>
                    <a:pt x="2832810" y="1184585"/>
                  </a:lnTo>
                  <a:lnTo>
                    <a:pt x="2833863" y="1184585"/>
                  </a:lnTo>
                  <a:lnTo>
                    <a:pt x="2834915" y="1184585"/>
                  </a:lnTo>
                  <a:lnTo>
                    <a:pt x="2835967" y="1184585"/>
                  </a:lnTo>
                  <a:lnTo>
                    <a:pt x="2837020" y="1184585"/>
                  </a:lnTo>
                  <a:lnTo>
                    <a:pt x="2838072" y="1184585"/>
                  </a:lnTo>
                  <a:lnTo>
                    <a:pt x="2839124" y="1184585"/>
                  </a:lnTo>
                  <a:lnTo>
                    <a:pt x="2840176" y="1184585"/>
                  </a:lnTo>
                  <a:lnTo>
                    <a:pt x="2841229" y="1184585"/>
                  </a:lnTo>
                  <a:lnTo>
                    <a:pt x="2842281" y="1184585"/>
                  </a:lnTo>
                  <a:lnTo>
                    <a:pt x="2843333" y="1184585"/>
                  </a:lnTo>
                  <a:lnTo>
                    <a:pt x="2844386" y="1184585"/>
                  </a:lnTo>
                  <a:lnTo>
                    <a:pt x="2845438" y="1184585"/>
                  </a:lnTo>
                  <a:lnTo>
                    <a:pt x="2846490" y="1184585"/>
                  </a:lnTo>
                  <a:lnTo>
                    <a:pt x="2847542" y="1184585"/>
                  </a:lnTo>
                  <a:lnTo>
                    <a:pt x="2848595" y="1184585"/>
                  </a:lnTo>
                  <a:lnTo>
                    <a:pt x="2849647" y="1184585"/>
                  </a:lnTo>
                  <a:lnTo>
                    <a:pt x="2850699" y="1184585"/>
                  </a:lnTo>
                  <a:lnTo>
                    <a:pt x="2851752" y="1184585"/>
                  </a:lnTo>
                  <a:lnTo>
                    <a:pt x="2852804" y="1184585"/>
                  </a:lnTo>
                  <a:lnTo>
                    <a:pt x="2853856" y="1184586"/>
                  </a:lnTo>
                  <a:lnTo>
                    <a:pt x="2854908" y="1184586"/>
                  </a:lnTo>
                  <a:lnTo>
                    <a:pt x="2855961" y="1184586"/>
                  </a:lnTo>
                  <a:lnTo>
                    <a:pt x="2857013" y="1184586"/>
                  </a:lnTo>
                  <a:lnTo>
                    <a:pt x="2858065" y="1184586"/>
                  </a:lnTo>
                  <a:lnTo>
                    <a:pt x="2859118" y="1184586"/>
                  </a:lnTo>
                  <a:lnTo>
                    <a:pt x="2860170" y="1184587"/>
                  </a:lnTo>
                  <a:lnTo>
                    <a:pt x="2861222" y="1184587"/>
                  </a:lnTo>
                  <a:lnTo>
                    <a:pt x="2862274" y="1184587"/>
                  </a:lnTo>
                  <a:lnTo>
                    <a:pt x="2863327" y="1184587"/>
                  </a:lnTo>
                  <a:lnTo>
                    <a:pt x="2864379" y="1184588"/>
                  </a:lnTo>
                  <a:lnTo>
                    <a:pt x="2865431" y="1184588"/>
                  </a:lnTo>
                  <a:lnTo>
                    <a:pt x="2866484" y="1184588"/>
                  </a:lnTo>
                  <a:lnTo>
                    <a:pt x="2867536" y="1184589"/>
                  </a:lnTo>
                  <a:lnTo>
                    <a:pt x="2868588" y="1184589"/>
                  </a:lnTo>
                  <a:lnTo>
                    <a:pt x="2869640" y="1184589"/>
                  </a:lnTo>
                  <a:lnTo>
                    <a:pt x="2870693" y="1184590"/>
                  </a:lnTo>
                  <a:lnTo>
                    <a:pt x="2871745" y="1184590"/>
                  </a:lnTo>
                  <a:lnTo>
                    <a:pt x="2872797" y="1184590"/>
                  </a:lnTo>
                  <a:lnTo>
                    <a:pt x="2873849" y="1184591"/>
                  </a:lnTo>
                  <a:lnTo>
                    <a:pt x="2874902" y="1184591"/>
                  </a:lnTo>
                  <a:lnTo>
                    <a:pt x="2875954" y="1184591"/>
                  </a:lnTo>
                  <a:lnTo>
                    <a:pt x="2877011" y="1184592"/>
                  </a:lnTo>
                  <a:lnTo>
                    <a:pt x="2878067" y="1184592"/>
                  </a:lnTo>
                  <a:lnTo>
                    <a:pt x="2879124" y="1184593"/>
                  </a:lnTo>
                  <a:lnTo>
                    <a:pt x="2880181" y="1184593"/>
                  </a:lnTo>
                  <a:lnTo>
                    <a:pt x="2881237" y="1184593"/>
                  </a:lnTo>
                  <a:lnTo>
                    <a:pt x="2882294" y="1184593"/>
                  </a:lnTo>
                  <a:lnTo>
                    <a:pt x="2883351" y="1184594"/>
                  </a:lnTo>
                  <a:lnTo>
                    <a:pt x="2884407" y="1184594"/>
                  </a:lnTo>
                  <a:lnTo>
                    <a:pt x="2885464" y="1184594"/>
                  </a:lnTo>
                  <a:lnTo>
                    <a:pt x="2886521" y="1184594"/>
                  </a:lnTo>
                  <a:lnTo>
                    <a:pt x="2887577" y="1184594"/>
                  </a:lnTo>
                  <a:lnTo>
                    <a:pt x="2888634" y="1184594"/>
                  </a:lnTo>
                  <a:lnTo>
                    <a:pt x="2889691" y="1184594"/>
                  </a:lnTo>
                  <a:lnTo>
                    <a:pt x="2890747" y="1184594"/>
                  </a:lnTo>
                  <a:lnTo>
                    <a:pt x="2891804" y="1184594"/>
                  </a:lnTo>
                  <a:lnTo>
                    <a:pt x="2892861" y="1184594"/>
                  </a:lnTo>
                  <a:lnTo>
                    <a:pt x="2893917" y="1184594"/>
                  </a:lnTo>
                  <a:lnTo>
                    <a:pt x="2894974" y="1184594"/>
                  </a:lnTo>
                  <a:lnTo>
                    <a:pt x="2896030" y="1184594"/>
                  </a:lnTo>
                  <a:lnTo>
                    <a:pt x="2897087" y="1184594"/>
                  </a:lnTo>
                  <a:lnTo>
                    <a:pt x="2898144" y="1184594"/>
                  </a:lnTo>
                  <a:lnTo>
                    <a:pt x="2899200" y="1184593"/>
                  </a:lnTo>
                  <a:lnTo>
                    <a:pt x="2900257" y="1184593"/>
                  </a:lnTo>
                  <a:lnTo>
                    <a:pt x="2901314" y="1184593"/>
                  </a:lnTo>
                  <a:lnTo>
                    <a:pt x="2902370" y="1184593"/>
                  </a:lnTo>
                  <a:lnTo>
                    <a:pt x="2903427" y="1184592"/>
                  </a:lnTo>
                  <a:lnTo>
                    <a:pt x="2904483" y="1184592"/>
                  </a:lnTo>
                  <a:lnTo>
                    <a:pt x="2905540" y="1184592"/>
                  </a:lnTo>
                  <a:lnTo>
                    <a:pt x="2906596" y="1184591"/>
                  </a:lnTo>
                  <a:lnTo>
                    <a:pt x="2907653" y="1184591"/>
                  </a:lnTo>
                  <a:lnTo>
                    <a:pt x="2908710" y="1184590"/>
                  </a:lnTo>
                  <a:lnTo>
                    <a:pt x="2909805" y="1184590"/>
                  </a:lnTo>
                  <a:lnTo>
                    <a:pt x="2910901" y="1184589"/>
                  </a:lnTo>
                  <a:lnTo>
                    <a:pt x="2911997" y="1184589"/>
                  </a:lnTo>
                  <a:lnTo>
                    <a:pt x="2913092" y="1184589"/>
                  </a:lnTo>
                  <a:lnTo>
                    <a:pt x="2914188" y="1184589"/>
                  </a:lnTo>
                  <a:lnTo>
                    <a:pt x="2915284" y="1184588"/>
                  </a:lnTo>
                  <a:lnTo>
                    <a:pt x="2916380" y="1184588"/>
                  </a:lnTo>
                  <a:lnTo>
                    <a:pt x="2917475" y="1184588"/>
                  </a:lnTo>
                  <a:lnTo>
                    <a:pt x="2918571" y="1184589"/>
                  </a:lnTo>
                  <a:lnTo>
                    <a:pt x="2919667" y="1184589"/>
                  </a:lnTo>
                  <a:lnTo>
                    <a:pt x="2920762" y="1184589"/>
                  </a:lnTo>
                  <a:lnTo>
                    <a:pt x="2921858" y="1184589"/>
                  </a:lnTo>
                  <a:lnTo>
                    <a:pt x="2922954" y="1184590"/>
                  </a:lnTo>
                  <a:lnTo>
                    <a:pt x="2924049" y="1184590"/>
                  </a:lnTo>
                  <a:lnTo>
                    <a:pt x="2925145" y="1184591"/>
                  </a:lnTo>
                  <a:lnTo>
                    <a:pt x="2926241" y="1184592"/>
                  </a:lnTo>
                  <a:lnTo>
                    <a:pt x="2927337" y="1184593"/>
                  </a:lnTo>
                  <a:lnTo>
                    <a:pt x="2928390" y="1184594"/>
                  </a:lnTo>
                  <a:lnTo>
                    <a:pt x="2929444" y="1184595"/>
                  </a:lnTo>
                  <a:lnTo>
                    <a:pt x="2930497" y="1184595"/>
                  </a:lnTo>
                  <a:lnTo>
                    <a:pt x="2931551" y="1184596"/>
                  </a:lnTo>
                  <a:lnTo>
                    <a:pt x="2932604" y="1184596"/>
                  </a:lnTo>
                  <a:lnTo>
                    <a:pt x="2933658" y="1184596"/>
                  </a:lnTo>
                  <a:lnTo>
                    <a:pt x="2934711" y="1184596"/>
                  </a:lnTo>
                  <a:lnTo>
                    <a:pt x="2935765" y="1184596"/>
                  </a:lnTo>
                  <a:lnTo>
                    <a:pt x="2936818" y="1184596"/>
                  </a:lnTo>
                  <a:lnTo>
                    <a:pt x="2937872" y="1184595"/>
                  </a:lnTo>
                  <a:lnTo>
                    <a:pt x="2938925" y="1184595"/>
                  </a:lnTo>
                  <a:lnTo>
                    <a:pt x="2939979" y="1184594"/>
                  </a:lnTo>
                  <a:lnTo>
                    <a:pt x="2941032" y="1184593"/>
                  </a:lnTo>
                  <a:lnTo>
                    <a:pt x="2942086" y="1184592"/>
                  </a:lnTo>
                  <a:lnTo>
                    <a:pt x="2943139" y="1184591"/>
                  </a:lnTo>
                  <a:lnTo>
                    <a:pt x="2944193" y="1184590"/>
                  </a:lnTo>
                  <a:lnTo>
                    <a:pt x="2945410" y="1184590"/>
                  </a:lnTo>
                  <a:lnTo>
                    <a:pt x="2946627" y="1184591"/>
                  </a:lnTo>
                  <a:lnTo>
                    <a:pt x="2947845" y="1184592"/>
                  </a:lnTo>
                  <a:lnTo>
                    <a:pt x="2949062" y="1184593"/>
                  </a:lnTo>
                  <a:lnTo>
                    <a:pt x="2950280" y="1184594"/>
                  </a:lnTo>
                  <a:lnTo>
                    <a:pt x="2951449" y="1184596"/>
                  </a:lnTo>
                  <a:lnTo>
                    <a:pt x="2952619" y="1184596"/>
                  </a:lnTo>
                  <a:lnTo>
                    <a:pt x="2953789" y="1184596"/>
                  </a:lnTo>
                  <a:lnTo>
                    <a:pt x="2954958" y="1184595"/>
                  </a:lnTo>
                  <a:lnTo>
                    <a:pt x="2956128" y="1184594"/>
                  </a:lnTo>
                  <a:lnTo>
                    <a:pt x="2957298" y="1184592"/>
                  </a:lnTo>
                  <a:lnTo>
                    <a:pt x="2958467" y="1184590"/>
                  </a:lnTo>
                  <a:lnTo>
                    <a:pt x="2959606" y="1184590"/>
                  </a:lnTo>
                  <a:lnTo>
                    <a:pt x="2960749" y="1184590"/>
                  </a:lnTo>
                  <a:lnTo>
                    <a:pt x="2961900" y="1184590"/>
                  </a:lnTo>
                  <a:lnTo>
                    <a:pt x="2963064" y="1184590"/>
                  </a:lnTo>
                  <a:lnTo>
                    <a:pt x="2965030" y="1184472"/>
                  </a:lnTo>
                  <a:lnTo>
                    <a:pt x="2966175" y="1184275"/>
                  </a:lnTo>
                  <a:lnTo>
                    <a:pt x="2966942" y="1183858"/>
                  </a:lnTo>
                  <a:lnTo>
                    <a:pt x="2967771" y="1183079"/>
                  </a:lnTo>
                  <a:lnTo>
                    <a:pt x="2967771" y="1164841"/>
                  </a:lnTo>
                  <a:lnTo>
                    <a:pt x="2967771" y="1146602"/>
                  </a:lnTo>
                  <a:lnTo>
                    <a:pt x="2967771" y="1128363"/>
                  </a:lnTo>
                  <a:lnTo>
                    <a:pt x="2967771" y="1110123"/>
                  </a:lnTo>
                  <a:lnTo>
                    <a:pt x="2967771" y="1091882"/>
                  </a:lnTo>
                  <a:lnTo>
                    <a:pt x="2967771" y="1073639"/>
                  </a:lnTo>
                  <a:lnTo>
                    <a:pt x="2967771" y="1055395"/>
                  </a:lnTo>
                  <a:lnTo>
                    <a:pt x="2967771" y="1037149"/>
                  </a:lnTo>
                  <a:lnTo>
                    <a:pt x="2967771" y="1018901"/>
                  </a:lnTo>
                  <a:lnTo>
                    <a:pt x="2967771" y="1000650"/>
                  </a:lnTo>
                  <a:lnTo>
                    <a:pt x="2967771" y="982397"/>
                  </a:lnTo>
                  <a:lnTo>
                    <a:pt x="2967771" y="964140"/>
                  </a:lnTo>
                  <a:lnTo>
                    <a:pt x="2967771" y="945881"/>
                  </a:lnTo>
                  <a:lnTo>
                    <a:pt x="2967771" y="927618"/>
                  </a:lnTo>
                  <a:lnTo>
                    <a:pt x="2967771" y="909351"/>
                  </a:lnTo>
                  <a:lnTo>
                    <a:pt x="2967771" y="891080"/>
                  </a:lnTo>
                  <a:lnTo>
                    <a:pt x="2967771" y="872805"/>
                  </a:lnTo>
                  <a:lnTo>
                    <a:pt x="2967771" y="854525"/>
                  </a:lnTo>
                  <a:lnTo>
                    <a:pt x="2967771" y="836240"/>
                  </a:lnTo>
                  <a:lnTo>
                    <a:pt x="2967771" y="817951"/>
                  </a:lnTo>
                  <a:lnTo>
                    <a:pt x="2967771" y="799655"/>
                  </a:lnTo>
                  <a:lnTo>
                    <a:pt x="2967771" y="781355"/>
                  </a:lnTo>
                  <a:lnTo>
                    <a:pt x="2967771" y="763048"/>
                  </a:lnTo>
                  <a:lnTo>
                    <a:pt x="2967771" y="744735"/>
                  </a:lnTo>
                  <a:lnTo>
                    <a:pt x="2967771" y="726415"/>
                  </a:lnTo>
                  <a:lnTo>
                    <a:pt x="2967771" y="708089"/>
                  </a:lnTo>
                  <a:lnTo>
                    <a:pt x="2967771" y="689756"/>
                  </a:lnTo>
                  <a:lnTo>
                    <a:pt x="2967771" y="671415"/>
                  </a:lnTo>
                  <a:lnTo>
                    <a:pt x="2967771" y="653067"/>
                  </a:lnTo>
                  <a:lnTo>
                    <a:pt x="2967771" y="634712"/>
                  </a:lnTo>
                  <a:lnTo>
                    <a:pt x="2967771" y="616348"/>
                  </a:lnTo>
                  <a:lnTo>
                    <a:pt x="2967771" y="597975"/>
                  </a:lnTo>
                  <a:lnTo>
                    <a:pt x="2967771" y="579594"/>
                  </a:lnTo>
                  <a:lnTo>
                    <a:pt x="2967771" y="561204"/>
                  </a:lnTo>
                  <a:lnTo>
                    <a:pt x="2967771" y="542805"/>
                  </a:lnTo>
                  <a:lnTo>
                    <a:pt x="2967771" y="524397"/>
                  </a:lnTo>
                  <a:lnTo>
                    <a:pt x="2967771" y="505979"/>
                  </a:lnTo>
                  <a:lnTo>
                    <a:pt x="2967771" y="487550"/>
                  </a:lnTo>
                  <a:lnTo>
                    <a:pt x="2967771" y="469112"/>
                  </a:lnTo>
                  <a:lnTo>
                    <a:pt x="2967771" y="450663"/>
                  </a:lnTo>
                  <a:lnTo>
                    <a:pt x="2967771" y="432203"/>
                  </a:lnTo>
                  <a:lnTo>
                    <a:pt x="2967771" y="413732"/>
                  </a:lnTo>
                  <a:lnTo>
                    <a:pt x="2967771" y="395250"/>
                  </a:lnTo>
                  <a:lnTo>
                    <a:pt x="2967771" y="376756"/>
                  </a:lnTo>
                  <a:lnTo>
                    <a:pt x="2967771" y="358251"/>
                  </a:lnTo>
                  <a:lnTo>
                    <a:pt x="2967771" y="339733"/>
                  </a:lnTo>
                  <a:lnTo>
                    <a:pt x="2967771" y="321203"/>
                  </a:lnTo>
                  <a:lnTo>
                    <a:pt x="2967771" y="302660"/>
                  </a:lnTo>
                  <a:lnTo>
                    <a:pt x="2967771" y="284104"/>
                  </a:lnTo>
                  <a:lnTo>
                    <a:pt x="2967771" y="265535"/>
                  </a:lnTo>
                  <a:lnTo>
                    <a:pt x="2967771" y="246952"/>
                  </a:lnTo>
                  <a:lnTo>
                    <a:pt x="2967771" y="228356"/>
                  </a:lnTo>
                  <a:lnTo>
                    <a:pt x="2967771" y="209746"/>
                  </a:lnTo>
                  <a:lnTo>
                    <a:pt x="2967771" y="191121"/>
                  </a:lnTo>
                  <a:lnTo>
                    <a:pt x="2967771" y="172482"/>
                  </a:lnTo>
                  <a:lnTo>
                    <a:pt x="2967771" y="153828"/>
                  </a:lnTo>
                  <a:lnTo>
                    <a:pt x="2967771" y="135158"/>
                  </a:lnTo>
                  <a:lnTo>
                    <a:pt x="2967771" y="116474"/>
                  </a:lnTo>
                  <a:lnTo>
                    <a:pt x="2967771" y="97774"/>
                  </a:lnTo>
                  <a:lnTo>
                    <a:pt x="2967771" y="79057"/>
                  </a:lnTo>
                  <a:lnTo>
                    <a:pt x="2967771" y="60325"/>
                  </a:lnTo>
                  <a:lnTo>
                    <a:pt x="2967771" y="41576"/>
                  </a:lnTo>
                  <a:lnTo>
                    <a:pt x="2967771" y="22811"/>
                  </a:lnTo>
                  <a:lnTo>
                    <a:pt x="2967771" y="4028"/>
                  </a:lnTo>
                  <a:lnTo>
                    <a:pt x="2921925" y="4028"/>
                  </a:lnTo>
                  <a:lnTo>
                    <a:pt x="2876079" y="4028"/>
                  </a:lnTo>
                  <a:lnTo>
                    <a:pt x="2830232" y="4028"/>
                  </a:lnTo>
                  <a:lnTo>
                    <a:pt x="2784382" y="4028"/>
                  </a:lnTo>
                  <a:lnTo>
                    <a:pt x="2738530" y="4028"/>
                  </a:lnTo>
                  <a:lnTo>
                    <a:pt x="2692674" y="4028"/>
                  </a:lnTo>
                  <a:lnTo>
                    <a:pt x="2646814" y="4028"/>
                  </a:lnTo>
                  <a:lnTo>
                    <a:pt x="2600950" y="4028"/>
                  </a:lnTo>
                  <a:lnTo>
                    <a:pt x="2555080" y="4028"/>
                  </a:lnTo>
                  <a:lnTo>
                    <a:pt x="2509204" y="4028"/>
                  </a:lnTo>
                  <a:lnTo>
                    <a:pt x="2463321" y="4028"/>
                  </a:lnTo>
                  <a:lnTo>
                    <a:pt x="2417431" y="4028"/>
                  </a:lnTo>
                  <a:lnTo>
                    <a:pt x="2371532" y="4028"/>
                  </a:lnTo>
                  <a:lnTo>
                    <a:pt x="2325625" y="4028"/>
                  </a:lnTo>
                  <a:lnTo>
                    <a:pt x="2279708" y="4028"/>
                  </a:lnTo>
                  <a:lnTo>
                    <a:pt x="2233781" y="4028"/>
                  </a:lnTo>
                  <a:lnTo>
                    <a:pt x="2187844" y="4028"/>
                  </a:lnTo>
                  <a:lnTo>
                    <a:pt x="2141894" y="4028"/>
                  </a:lnTo>
                  <a:lnTo>
                    <a:pt x="2095933" y="4028"/>
                  </a:lnTo>
                  <a:lnTo>
                    <a:pt x="2049958" y="4028"/>
                  </a:lnTo>
                  <a:lnTo>
                    <a:pt x="2003971" y="4028"/>
                  </a:lnTo>
                  <a:lnTo>
                    <a:pt x="1957968" y="4028"/>
                  </a:lnTo>
                  <a:lnTo>
                    <a:pt x="1911951" y="4028"/>
                  </a:lnTo>
                  <a:lnTo>
                    <a:pt x="1865918" y="4028"/>
                  </a:lnTo>
                  <a:lnTo>
                    <a:pt x="1819869" y="4028"/>
                  </a:lnTo>
                  <a:lnTo>
                    <a:pt x="1773803" y="4028"/>
                  </a:lnTo>
                  <a:lnTo>
                    <a:pt x="1727720" y="4028"/>
                  </a:lnTo>
                  <a:lnTo>
                    <a:pt x="1681618" y="4028"/>
                  </a:lnTo>
                  <a:lnTo>
                    <a:pt x="1635497" y="4028"/>
                  </a:lnTo>
                  <a:lnTo>
                    <a:pt x="1589356" y="4028"/>
                  </a:lnTo>
                  <a:lnTo>
                    <a:pt x="1543196" y="4028"/>
                  </a:lnTo>
                  <a:lnTo>
                    <a:pt x="1497014" y="4028"/>
                  </a:lnTo>
                  <a:lnTo>
                    <a:pt x="1450810" y="4028"/>
                  </a:lnTo>
                  <a:lnTo>
                    <a:pt x="1404584" y="4028"/>
                  </a:lnTo>
                  <a:lnTo>
                    <a:pt x="1358335" y="4028"/>
                  </a:lnTo>
                  <a:lnTo>
                    <a:pt x="1312062" y="4028"/>
                  </a:lnTo>
                  <a:lnTo>
                    <a:pt x="1265765" y="4028"/>
                  </a:lnTo>
                  <a:lnTo>
                    <a:pt x="1219442" y="4028"/>
                  </a:lnTo>
                  <a:lnTo>
                    <a:pt x="1173094" y="4028"/>
                  </a:lnTo>
                  <a:lnTo>
                    <a:pt x="1126719" y="4028"/>
                  </a:lnTo>
                  <a:lnTo>
                    <a:pt x="1080318" y="4028"/>
                  </a:lnTo>
                  <a:lnTo>
                    <a:pt x="1033888" y="4028"/>
                  </a:lnTo>
                  <a:lnTo>
                    <a:pt x="987430" y="4028"/>
                  </a:lnTo>
                  <a:lnTo>
                    <a:pt x="940943" y="4028"/>
                  </a:lnTo>
                  <a:lnTo>
                    <a:pt x="894426" y="4028"/>
                  </a:lnTo>
                  <a:lnTo>
                    <a:pt x="847878" y="4028"/>
                  </a:lnTo>
                  <a:lnTo>
                    <a:pt x="801299" y="4028"/>
                  </a:lnTo>
                  <a:lnTo>
                    <a:pt x="754689" y="4028"/>
                  </a:lnTo>
                  <a:lnTo>
                    <a:pt x="708045" y="4028"/>
                  </a:lnTo>
                  <a:lnTo>
                    <a:pt x="661369" y="4028"/>
                  </a:lnTo>
                  <a:lnTo>
                    <a:pt x="614658" y="4028"/>
                  </a:lnTo>
                  <a:lnTo>
                    <a:pt x="567913" y="4028"/>
                  </a:lnTo>
                  <a:lnTo>
                    <a:pt x="521133" y="4028"/>
                  </a:lnTo>
                  <a:lnTo>
                    <a:pt x="474317" y="4028"/>
                  </a:lnTo>
                  <a:lnTo>
                    <a:pt x="427464" y="4028"/>
                  </a:lnTo>
                  <a:lnTo>
                    <a:pt x="380574" y="4028"/>
                  </a:lnTo>
                  <a:lnTo>
                    <a:pt x="333646" y="4028"/>
                  </a:lnTo>
                  <a:lnTo>
                    <a:pt x="286679" y="4028"/>
                  </a:lnTo>
                  <a:lnTo>
                    <a:pt x="239673" y="4028"/>
                  </a:lnTo>
                  <a:lnTo>
                    <a:pt x="192627" y="4028"/>
                  </a:lnTo>
                  <a:lnTo>
                    <a:pt x="145540" y="4028"/>
                  </a:lnTo>
                  <a:lnTo>
                    <a:pt x="98412" y="4028"/>
                  </a:lnTo>
                  <a:lnTo>
                    <a:pt x="51241" y="4028"/>
                  </a:lnTo>
                  <a:lnTo>
                    <a:pt x="4028" y="4028"/>
                  </a:lnTo>
                  <a:close/>
                </a:path>
              </a:pathLst>
            </a:custGeom>
            <a:solidFill>
              <a:srgbClr val="12121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region 10 #BCBEB7"/>
            <p:cNvSpPr/>
            <p:nvPr/>
          </p:nvSpPr>
          <p:spPr>
            <a:xfrm>
              <a:off x="1702775" y="475380"/>
              <a:ext cx="256491" cy="350493"/>
            </a:xfrm>
            <a:custGeom>
              <a:avLst/>
              <a:gdLst/>
              <a:ahLst/>
              <a:cxnLst/>
              <a:rect l="l" t="t" r="r" b="b"/>
              <a:pathLst>
                <a:path w="256491" h="350493">
                  <a:moveTo>
                    <a:pt x="52373" y="0"/>
                  </a:moveTo>
                  <a:lnTo>
                    <a:pt x="53370" y="333"/>
                  </a:lnTo>
                  <a:lnTo>
                    <a:pt x="54372" y="666"/>
                  </a:lnTo>
                  <a:lnTo>
                    <a:pt x="55381" y="1003"/>
                  </a:lnTo>
                  <a:lnTo>
                    <a:pt x="56401" y="1343"/>
                  </a:lnTo>
                  <a:lnTo>
                    <a:pt x="56401" y="2674"/>
                  </a:lnTo>
                  <a:lnTo>
                    <a:pt x="56401" y="4014"/>
                  </a:lnTo>
                  <a:lnTo>
                    <a:pt x="56401" y="5372"/>
                  </a:lnTo>
                  <a:lnTo>
                    <a:pt x="57734" y="5372"/>
                  </a:lnTo>
                  <a:lnTo>
                    <a:pt x="59087" y="5372"/>
                  </a:lnTo>
                  <a:lnTo>
                    <a:pt x="60417" y="6913"/>
                  </a:lnTo>
                  <a:lnTo>
                    <a:pt x="61416" y="8113"/>
                  </a:lnTo>
                  <a:lnTo>
                    <a:pt x="62132" y="9065"/>
                  </a:lnTo>
                  <a:lnTo>
                    <a:pt x="62612" y="9866"/>
                  </a:lnTo>
                  <a:lnTo>
                    <a:pt x="62903" y="10608"/>
                  </a:lnTo>
                  <a:lnTo>
                    <a:pt x="63053" y="11386"/>
                  </a:lnTo>
                  <a:lnTo>
                    <a:pt x="63108" y="12295"/>
                  </a:lnTo>
                  <a:lnTo>
                    <a:pt x="63116" y="13429"/>
                  </a:lnTo>
                  <a:lnTo>
                    <a:pt x="64448" y="13429"/>
                  </a:lnTo>
                  <a:lnTo>
                    <a:pt x="65801" y="13429"/>
                  </a:lnTo>
                  <a:lnTo>
                    <a:pt x="66571" y="14300"/>
                  </a:lnTo>
                  <a:lnTo>
                    <a:pt x="67295" y="15144"/>
                  </a:lnTo>
                  <a:lnTo>
                    <a:pt x="67976" y="15968"/>
                  </a:lnTo>
                  <a:lnTo>
                    <a:pt x="68615" y="16784"/>
                  </a:lnTo>
                  <a:lnTo>
                    <a:pt x="69216" y="17601"/>
                  </a:lnTo>
                  <a:lnTo>
                    <a:pt x="69780" y="18429"/>
                  </a:lnTo>
                  <a:lnTo>
                    <a:pt x="70309" y="19278"/>
                  </a:lnTo>
                  <a:lnTo>
                    <a:pt x="70807" y="20157"/>
                  </a:lnTo>
                  <a:lnTo>
                    <a:pt x="71274" y="21076"/>
                  </a:lnTo>
                  <a:lnTo>
                    <a:pt x="71713" y="22045"/>
                  </a:lnTo>
                  <a:lnTo>
                    <a:pt x="72126" y="23074"/>
                  </a:lnTo>
                  <a:lnTo>
                    <a:pt x="72516" y="24172"/>
                  </a:lnTo>
                  <a:lnTo>
                    <a:pt x="73245" y="24935"/>
                  </a:lnTo>
                  <a:lnTo>
                    <a:pt x="73978" y="25693"/>
                  </a:lnTo>
                  <a:lnTo>
                    <a:pt x="74716" y="26448"/>
                  </a:lnTo>
                  <a:lnTo>
                    <a:pt x="75458" y="27198"/>
                  </a:lnTo>
                  <a:lnTo>
                    <a:pt x="76204" y="27944"/>
                  </a:lnTo>
                  <a:lnTo>
                    <a:pt x="76955" y="28686"/>
                  </a:lnTo>
                  <a:lnTo>
                    <a:pt x="77709" y="29424"/>
                  </a:lnTo>
                  <a:lnTo>
                    <a:pt x="78468" y="30157"/>
                  </a:lnTo>
                  <a:lnTo>
                    <a:pt x="79230" y="30886"/>
                  </a:lnTo>
                  <a:lnTo>
                    <a:pt x="80225" y="31893"/>
                  </a:lnTo>
                  <a:lnTo>
                    <a:pt x="80937" y="32687"/>
                  </a:lnTo>
                  <a:lnTo>
                    <a:pt x="81415" y="33388"/>
                  </a:lnTo>
                  <a:lnTo>
                    <a:pt x="81705" y="34112"/>
                  </a:lnTo>
                  <a:lnTo>
                    <a:pt x="81853" y="34978"/>
                  </a:lnTo>
                  <a:lnTo>
                    <a:pt x="81908" y="36101"/>
                  </a:lnTo>
                  <a:lnTo>
                    <a:pt x="81916" y="37601"/>
                  </a:lnTo>
                  <a:lnTo>
                    <a:pt x="82542" y="37914"/>
                  </a:lnTo>
                  <a:lnTo>
                    <a:pt x="84434" y="38860"/>
                  </a:lnTo>
                  <a:lnTo>
                    <a:pt x="85542" y="39414"/>
                  </a:lnTo>
                  <a:lnTo>
                    <a:pt x="86650" y="39968"/>
                  </a:lnTo>
                  <a:lnTo>
                    <a:pt x="87758" y="40521"/>
                  </a:lnTo>
                  <a:lnTo>
                    <a:pt x="88865" y="41075"/>
                  </a:lnTo>
                  <a:lnTo>
                    <a:pt x="89973" y="41629"/>
                  </a:lnTo>
                  <a:lnTo>
                    <a:pt x="90317" y="40429"/>
                  </a:lnTo>
                  <a:lnTo>
                    <a:pt x="90666" y="39211"/>
                  </a:lnTo>
                  <a:lnTo>
                    <a:pt x="90963" y="38204"/>
                  </a:lnTo>
                  <a:lnTo>
                    <a:pt x="91263" y="37199"/>
                  </a:lnTo>
                  <a:lnTo>
                    <a:pt x="91566" y="36196"/>
                  </a:lnTo>
                  <a:lnTo>
                    <a:pt x="91873" y="35194"/>
                  </a:lnTo>
                  <a:lnTo>
                    <a:pt x="92183" y="34194"/>
                  </a:lnTo>
                  <a:lnTo>
                    <a:pt x="92497" y="33195"/>
                  </a:lnTo>
                  <a:lnTo>
                    <a:pt x="92814" y="32198"/>
                  </a:lnTo>
                  <a:lnTo>
                    <a:pt x="93134" y="31202"/>
                  </a:lnTo>
                  <a:lnTo>
                    <a:pt x="93457" y="30207"/>
                  </a:lnTo>
                  <a:lnTo>
                    <a:pt x="93784" y="29214"/>
                  </a:lnTo>
                  <a:lnTo>
                    <a:pt x="94113" y="28221"/>
                  </a:lnTo>
                  <a:lnTo>
                    <a:pt x="94445" y="27230"/>
                  </a:lnTo>
                  <a:lnTo>
                    <a:pt x="94781" y="26240"/>
                  </a:lnTo>
                  <a:lnTo>
                    <a:pt x="95119" y="25251"/>
                  </a:lnTo>
                  <a:lnTo>
                    <a:pt x="95460" y="24262"/>
                  </a:lnTo>
                  <a:lnTo>
                    <a:pt x="95803" y="23274"/>
                  </a:lnTo>
                  <a:lnTo>
                    <a:pt x="96149" y="22288"/>
                  </a:lnTo>
                  <a:lnTo>
                    <a:pt x="96498" y="21301"/>
                  </a:lnTo>
                  <a:lnTo>
                    <a:pt x="96849" y="20316"/>
                  </a:lnTo>
                  <a:lnTo>
                    <a:pt x="97203" y="19331"/>
                  </a:lnTo>
                  <a:lnTo>
                    <a:pt x="97559" y="18346"/>
                  </a:lnTo>
                  <a:lnTo>
                    <a:pt x="97918" y="17362"/>
                  </a:lnTo>
                  <a:lnTo>
                    <a:pt x="98278" y="16379"/>
                  </a:lnTo>
                  <a:lnTo>
                    <a:pt x="98641" y="15395"/>
                  </a:lnTo>
                  <a:lnTo>
                    <a:pt x="99006" y="14412"/>
                  </a:lnTo>
                  <a:lnTo>
                    <a:pt x="99373" y="13429"/>
                  </a:lnTo>
                  <a:lnTo>
                    <a:pt x="100706" y="13429"/>
                  </a:lnTo>
                  <a:lnTo>
                    <a:pt x="102059" y="13429"/>
                  </a:lnTo>
                  <a:lnTo>
                    <a:pt x="102466" y="14437"/>
                  </a:lnTo>
                  <a:lnTo>
                    <a:pt x="102873" y="15445"/>
                  </a:lnTo>
                  <a:lnTo>
                    <a:pt x="103279" y="16453"/>
                  </a:lnTo>
                  <a:lnTo>
                    <a:pt x="103685" y="17462"/>
                  </a:lnTo>
                  <a:lnTo>
                    <a:pt x="104090" y="18470"/>
                  </a:lnTo>
                  <a:lnTo>
                    <a:pt x="104494" y="19479"/>
                  </a:lnTo>
                  <a:lnTo>
                    <a:pt x="104897" y="20488"/>
                  </a:lnTo>
                  <a:lnTo>
                    <a:pt x="105299" y="21498"/>
                  </a:lnTo>
                  <a:lnTo>
                    <a:pt x="105701" y="22508"/>
                  </a:lnTo>
                  <a:lnTo>
                    <a:pt x="106100" y="23519"/>
                  </a:lnTo>
                  <a:lnTo>
                    <a:pt x="106498" y="24530"/>
                  </a:lnTo>
                  <a:lnTo>
                    <a:pt x="106895" y="25542"/>
                  </a:lnTo>
                  <a:lnTo>
                    <a:pt x="107290" y="26555"/>
                  </a:lnTo>
                  <a:lnTo>
                    <a:pt x="107682" y="27568"/>
                  </a:lnTo>
                  <a:lnTo>
                    <a:pt x="108073" y="28582"/>
                  </a:lnTo>
                  <a:lnTo>
                    <a:pt x="108462" y="29597"/>
                  </a:lnTo>
                  <a:lnTo>
                    <a:pt x="108848" y="30613"/>
                  </a:lnTo>
                  <a:lnTo>
                    <a:pt x="109232" y="31630"/>
                  </a:lnTo>
                  <a:lnTo>
                    <a:pt x="109613" y="32648"/>
                  </a:lnTo>
                  <a:lnTo>
                    <a:pt x="109979" y="33625"/>
                  </a:lnTo>
                  <a:lnTo>
                    <a:pt x="110348" y="34600"/>
                  </a:lnTo>
                  <a:lnTo>
                    <a:pt x="110721" y="35574"/>
                  </a:lnTo>
                  <a:lnTo>
                    <a:pt x="111097" y="36546"/>
                  </a:lnTo>
                  <a:lnTo>
                    <a:pt x="111479" y="37517"/>
                  </a:lnTo>
                  <a:lnTo>
                    <a:pt x="111865" y="38485"/>
                  </a:lnTo>
                  <a:lnTo>
                    <a:pt x="112256" y="39452"/>
                  </a:lnTo>
                  <a:lnTo>
                    <a:pt x="112652" y="40416"/>
                  </a:lnTo>
                  <a:lnTo>
                    <a:pt x="113055" y="41377"/>
                  </a:lnTo>
                  <a:lnTo>
                    <a:pt x="113514" y="42633"/>
                  </a:lnTo>
                  <a:lnTo>
                    <a:pt x="113822" y="43594"/>
                  </a:lnTo>
                  <a:lnTo>
                    <a:pt x="114009" y="44452"/>
                  </a:lnTo>
                  <a:lnTo>
                    <a:pt x="114105" y="45400"/>
                  </a:lnTo>
                  <a:lnTo>
                    <a:pt x="114140" y="46633"/>
                  </a:lnTo>
                  <a:lnTo>
                    <a:pt x="114145" y="48344"/>
                  </a:lnTo>
                  <a:lnTo>
                    <a:pt x="115353" y="47677"/>
                  </a:lnTo>
                  <a:lnTo>
                    <a:pt x="116578" y="47001"/>
                  </a:lnTo>
                  <a:lnTo>
                    <a:pt x="117835" y="46435"/>
                  </a:lnTo>
                  <a:lnTo>
                    <a:pt x="118795" y="46056"/>
                  </a:lnTo>
                  <a:lnTo>
                    <a:pt x="119653" y="45826"/>
                  </a:lnTo>
                  <a:lnTo>
                    <a:pt x="120602" y="45708"/>
                  </a:lnTo>
                  <a:lnTo>
                    <a:pt x="121834" y="45664"/>
                  </a:lnTo>
                  <a:lnTo>
                    <a:pt x="123545" y="45658"/>
                  </a:lnTo>
                  <a:lnTo>
                    <a:pt x="123811" y="44594"/>
                  </a:lnTo>
                  <a:lnTo>
                    <a:pt x="124078" y="43528"/>
                  </a:lnTo>
                  <a:lnTo>
                    <a:pt x="124346" y="42456"/>
                  </a:lnTo>
                  <a:lnTo>
                    <a:pt x="124616" y="41376"/>
                  </a:lnTo>
                  <a:lnTo>
                    <a:pt x="124888" y="40287"/>
                  </a:lnTo>
                  <a:lnTo>
                    <a:pt x="126221" y="40287"/>
                  </a:lnTo>
                  <a:lnTo>
                    <a:pt x="127574" y="40287"/>
                  </a:lnTo>
                  <a:lnTo>
                    <a:pt x="127574" y="38954"/>
                  </a:lnTo>
                  <a:lnTo>
                    <a:pt x="127574" y="37601"/>
                  </a:lnTo>
                  <a:lnTo>
                    <a:pt x="128905" y="37601"/>
                  </a:lnTo>
                  <a:lnTo>
                    <a:pt x="130245" y="37601"/>
                  </a:lnTo>
                  <a:lnTo>
                    <a:pt x="131603" y="37601"/>
                  </a:lnTo>
                  <a:lnTo>
                    <a:pt x="131603" y="36268"/>
                  </a:lnTo>
                  <a:lnTo>
                    <a:pt x="131603" y="34915"/>
                  </a:lnTo>
                  <a:lnTo>
                    <a:pt x="132547" y="34007"/>
                  </a:lnTo>
                  <a:lnTo>
                    <a:pt x="133265" y="33327"/>
                  </a:lnTo>
                  <a:lnTo>
                    <a:pt x="133899" y="32751"/>
                  </a:lnTo>
                  <a:lnTo>
                    <a:pt x="134592" y="32152"/>
                  </a:lnTo>
                  <a:lnTo>
                    <a:pt x="135485" y="31405"/>
                  </a:lnTo>
                  <a:lnTo>
                    <a:pt x="136722" y="30383"/>
                  </a:lnTo>
                  <a:lnTo>
                    <a:pt x="137612" y="29641"/>
                  </a:lnTo>
                  <a:lnTo>
                    <a:pt x="138473" y="28910"/>
                  </a:lnTo>
                  <a:lnTo>
                    <a:pt x="139305" y="28182"/>
                  </a:lnTo>
                  <a:lnTo>
                    <a:pt x="140111" y="27449"/>
                  </a:lnTo>
                  <a:lnTo>
                    <a:pt x="140894" y="26704"/>
                  </a:lnTo>
                  <a:lnTo>
                    <a:pt x="141656" y="25939"/>
                  </a:lnTo>
                  <a:lnTo>
                    <a:pt x="142399" y="25146"/>
                  </a:lnTo>
                  <a:lnTo>
                    <a:pt x="143127" y="24318"/>
                  </a:lnTo>
                  <a:lnTo>
                    <a:pt x="143841" y="23446"/>
                  </a:lnTo>
                  <a:lnTo>
                    <a:pt x="144544" y="22524"/>
                  </a:lnTo>
                  <a:lnTo>
                    <a:pt x="145452" y="21343"/>
                  </a:lnTo>
                  <a:lnTo>
                    <a:pt x="146374" y="20143"/>
                  </a:lnTo>
                  <a:lnTo>
                    <a:pt x="147707" y="20143"/>
                  </a:lnTo>
                  <a:lnTo>
                    <a:pt x="149060" y="20143"/>
                  </a:lnTo>
                  <a:lnTo>
                    <a:pt x="149060" y="18812"/>
                  </a:lnTo>
                  <a:lnTo>
                    <a:pt x="149060" y="17472"/>
                  </a:lnTo>
                  <a:lnTo>
                    <a:pt x="149060" y="16115"/>
                  </a:lnTo>
                  <a:lnTo>
                    <a:pt x="150124" y="16115"/>
                  </a:lnTo>
                  <a:lnTo>
                    <a:pt x="151191" y="16115"/>
                  </a:lnTo>
                  <a:lnTo>
                    <a:pt x="152262" y="16115"/>
                  </a:lnTo>
                  <a:lnTo>
                    <a:pt x="153342" y="16115"/>
                  </a:lnTo>
                  <a:lnTo>
                    <a:pt x="154432" y="16115"/>
                  </a:lnTo>
                  <a:lnTo>
                    <a:pt x="154432" y="17446"/>
                  </a:lnTo>
                  <a:lnTo>
                    <a:pt x="154432" y="18786"/>
                  </a:lnTo>
                  <a:lnTo>
                    <a:pt x="154432" y="20143"/>
                  </a:lnTo>
                  <a:lnTo>
                    <a:pt x="155764" y="20143"/>
                  </a:lnTo>
                  <a:lnTo>
                    <a:pt x="157117" y="20143"/>
                  </a:lnTo>
                  <a:lnTo>
                    <a:pt x="157216" y="20636"/>
                  </a:lnTo>
                  <a:lnTo>
                    <a:pt x="157315" y="21131"/>
                  </a:lnTo>
                  <a:lnTo>
                    <a:pt x="157451" y="21814"/>
                  </a:lnTo>
                  <a:lnTo>
                    <a:pt x="157663" y="22871"/>
                  </a:lnTo>
                  <a:lnTo>
                    <a:pt x="157987" y="24491"/>
                  </a:lnTo>
                  <a:lnTo>
                    <a:pt x="158460" y="26858"/>
                  </a:lnTo>
                  <a:lnTo>
                    <a:pt x="158897" y="27003"/>
                  </a:lnTo>
                  <a:lnTo>
                    <a:pt x="159462" y="27192"/>
                  </a:lnTo>
                  <a:lnTo>
                    <a:pt x="160534" y="27549"/>
                  </a:lnTo>
                  <a:lnTo>
                    <a:pt x="162489" y="28201"/>
                  </a:lnTo>
                  <a:lnTo>
                    <a:pt x="163072" y="29488"/>
                  </a:lnTo>
                  <a:lnTo>
                    <a:pt x="163473" y="30433"/>
                  </a:lnTo>
                  <a:lnTo>
                    <a:pt x="163792" y="31314"/>
                  </a:lnTo>
                  <a:lnTo>
                    <a:pt x="164129" y="32407"/>
                  </a:lnTo>
                  <a:lnTo>
                    <a:pt x="164587" y="33991"/>
                  </a:lnTo>
                  <a:lnTo>
                    <a:pt x="165149" y="35912"/>
                  </a:lnTo>
                  <a:lnTo>
                    <a:pt x="165626" y="37526"/>
                  </a:lnTo>
                  <a:lnTo>
                    <a:pt x="166033" y="38873"/>
                  </a:lnTo>
                  <a:lnTo>
                    <a:pt x="166387" y="39993"/>
                  </a:lnTo>
                  <a:lnTo>
                    <a:pt x="166703" y="40927"/>
                  </a:lnTo>
                  <a:lnTo>
                    <a:pt x="166997" y="41715"/>
                  </a:lnTo>
                  <a:lnTo>
                    <a:pt x="167285" y="42398"/>
                  </a:lnTo>
                  <a:lnTo>
                    <a:pt x="167584" y="43017"/>
                  </a:lnTo>
                  <a:lnTo>
                    <a:pt x="167909" y="43612"/>
                  </a:lnTo>
                  <a:lnTo>
                    <a:pt x="168277" y="44224"/>
                  </a:lnTo>
                  <a:lnTo>
                    <a:pt x="168703" y="44892"/>
                  </a:lnTo>
                  <a:lnTo>
                    <a:pt x="169203" y="45658"/>
                  </a:lnTo>
                  <a:lnTo>
                    <a:pt x="170616" y="46152"/>
                  </a:lnTo>
                  <a:lnTo>
                    <a:pt x="171602" y="46469"/>
                  </a:lnTo>
                  <a:lnTo>
                    <a:pt x="172418" y="46673"/>
                  </a:lnTo>
                  <a:lnTo>
                    <a:pt x="173323" y="46829"/>
                  </a:lnTo>
                  <a:lnTo>
                    <a:pt x="174575" y="47001"/>
                  </a:lnTo>
                  <a:lnTo>
                    <a:pt x="174796" y="48441"/>
                  </a:lnTo>
                  <a:lnTo>
                    <a:pt x="175021" y="49902"/>
                  </a:lnTo>
                  <a:lnTo>
                    <a:pt x="175204" y="51003"/>
                  </a:lnTo>
                  <a:lnTo>
                    <a:pt x="175389" y="52090"/>
                  </a:lnTo>
                  <a:lnTo>
                    <a:pt x="175577" y="53163"/>
                  </a:lnTo>
                  <a:lnTo>
                    <a:pt x="175771" y="54225"/>
                  </a:lnTo>
                  <a:lnTo>
                    <a:pt x="175973" y="55275"/>
                  </a:lnTo>
                  <a:lnTo>
                    <a:pt x="176185" y="56317"/>
                  </a:lnTo>
                  <a:lnTo>
                    <a:pt x="176410" y="57351"/>
                  </a:lnTo>
                  <a:lnTo>
                    <a:pt x="176649" y="58379"/>
                  </a:lnTo>
                  <a:lnTo>
                    <a:pt x="176905" y="59402"/>
                  </a:lnTo>
                  <a:lnTo>
                    <a:pt x="177181" y="60422"/>
                  </a:lnTo>
                  <a:lnTo>
                    <a:pt x="177477" y="61440"/>
                  </a:lnTo>
                  <a:lnTo>
                    <a:pt x="177797" y="62458"/>
                  </a:lnTo>
                  <a:lnTo>
                    <a:pt x="178143" y="63477"/>
                  </a:lnTo>
                  <a:lnTo>
                    <a:pt x="178517" y="64499"/>
                  </a:lnTo>
                  <a:lnTo>
                    <a:pt x="178921" y="65525"/>
                  </a:lnTo>
                  <a:lnTo>
                    <a:pt x="179358" y="66556"/>
                  </a:lnTo>
                  <a:lnTo>
                    <a:pt x="179778" y="67607"/>
                  </a:lnTo>
                  <a:lnTo>
                    <a:pt x="180156" y="68653"/>
                  </a:lnTo>
                  <a:lnTo>
                    <a:pt x="180497" y="69695"/>
                  </a:lnTo>
                  <a:lnTo>
                    <a:pt x="180801" y="70735"/>
                  </a:lnTo>
                  <a:lnTo>
                    <a:pt x="181071" y="71773"/>
                  </a:lnTo>
                  <a:lnTo>
                    <a:pt x="181311" y="72810"/>
                  </a:lnTo>
                  <a:lnTo>
                    <a:pt x="181522" y="73849"/>
                  </a:lnTo>
                  <a:lnTo>
                    <a:pt x="181708" y="74891"/>
                  </a:lnTo>
                  <a:lnTo>
                    <a:pt x="181870" y="75937"/>
                  </a:lnTo>
                  <a:lnTo>
                    <a:pt x="182012" y="76987"/>
                  </a:lnTo>
                  <a:lnTo>
                    <a:pt x="182135" y="78045"/>
                  </a:lnTo>
                  <a:lnTo>
                    <a:pt x="182242" y="79110"/>
                  </a:lnTo>
                  <a:lnTo>
                    <a:pt x="182336" y="80185"/>
                  </a:lnTo>
                  <a:lnTo>
                    <a:pt x="182420" y="81270"/>
                  </a:lnTo>
                  <a:lnTo>
                    <a:pt x="182496" y="82367"/>
                  </a:lnTo>
                  <a:lnTo>
                    <a:pt x="182565" y="83477"/>
                  </a:lnTo>
                  <a:lnTo>
                    <a:pt x="182632" y="84602"/>
                  </a:lnTo>
                  <a:lnTo>
                    <a:pt x="183699" y="84820"/>
                  </a:lnTo>
                  <a:lnTo>
                    <a:pt x="184766" y="85032"/>
                  </a:lnTo>
                  <a:lnTo>
                    <a:pt x="185833" y="85239"/>
                  </a:lnTo>
                  <a:lnTo>
                    <a:pt x="186901" y="85442"/>
                  </a:lnTo>
                  <a:lnTo>
                    <a:pt x="187970" y="85640"/>
                  </a:lnTo>
                  <a:lnTo>
                    <a:pt x="189039" y="85834"/>
                  </a:lnTo>
                  <a:lnTo>
                    <a:pt x="190109" y="86025"/>
                  </a:lnTo>
                  <a:lnTo>
                    <a:pt x="191180" y="86211"/>
                  </a:lnTo>
                  <a:lnTo>
                    <a:pt x="192251" y="86395"/>
                  </a:lnTo>
                  <a:lnTo>
                    <a:pt x="193322" y="86576"/>
                  </a:lnTo>
                  <a:lnTo>
                    <a:pt x="194394" y="86754"/>
                  </a:lnTo>
                  <a:lnTo>
                    <a:pt x="195466" y="86930"/>
                  </a:lnTo>
                  <a:lnTo>
                    <a:pt x="196539" y="87105"/>
                  </a:lnTo>
                  <a:lnTo>
                    <a:pt x="197612" y="87277"/>
                  </a:lnTo>
                  <a:lnTo>
                    <a:pt x="198686" y="87449"/>
                  </a:lnTo>
                  <a:lnTo>
                    <a:pt x="199760" y="87619"/>
                  </a:lnTo>
                  <a:lnTo>
                    <a:pt x="200834" y="87789"/>
                  </a:lnTo>
                  <a:lnTo>
                    <a:pt x="201909" y="87959"/>
                  </a:lnTo>
                  <a:lnTo>
                    <a:pt x="203418" y="88248"/>
                  </a:lnTo>
                  <a:lnTo>
                    <a:pt x="204508" y="88481"/>
                  </a:lnTo>
                  <a:lnTo>
                    <a:pt x="205353" y="88714"/>
                  </a:lnTo>
                  <a:lnTo>
                    <a:pt x="206125" y="89003"/>
                  </a:lnTo>
                  <a:lnTo>
                    <a:pt x="206999" y="89404"/>
                  </a:lnTo>
                  <a:lnTo>
                    <a:pt x="208147" y="89973"/>
                  </a:lnTo>
                  <a:lnTo>
                    <a:pt x="208147" y="91306"/>
                  </a:lnTo>
                  <a:lnTo>
                    <a:pt x="208147" y="92659"/>
                  </a:lnTo>
                  <a:lnTo>
                    <a:pt x="209181" y="92659"/>
                  </a:lnTo>
                  <a:lnTo>
                    <a:pt x="210216" y="92659"/>
                  </a:lnTo>
                  <a:lnTo>
                    <a:pt x="211252" y="92659"/>
                  </a:lnTo>
                  <a:lnTo>
                    <a:pt x="212291" y="92659"/>
                  </a:lnTo>
                  <a:lnTo>
                    <a:pt x="213333" y="92659"/>
                  </a:lnTo>
                  <a:lnTo>
                    <a:pt x="214379" y="92659"/>
                  </a:lnTo>
                  <a:lnTo>
                    <a:pt x="215429" y="92659"/>
                  </a:lnTo>
                  <a:lnTo>
                    <a:pt x="216485" y="92659"/>
                  </a:lnTo>
                  <a:lnTo>
                    <a:pt x="217547" y="92659"/>
                  </a:lnTo>
                  <a:lnTo>
                    <a:pt x="217547" y="93723"/>
                  </a:lnTo>
                  <a:lnTo>
                    <a:pt x="217547" y="94790"/>
                  </a:lnTo>
                  <a:lnTo>
                    <a:pt x="217547" y="95861"/>
                  </a:lnTo>
                  <a:lnTo>
                    <a:pt x="217547" y="96941"/>
                  </a:lnTo>
                  <a:lnTo>
                    <a:pt x="217547" y="98031"/>
                  </a:lnTo>
                  <a:lnTo>
                    <a:pt x="216204" y="98306"/>
                  </a:lnTo>
                  <a:lnTo>
                    <a:pt x="214852" y="98583"/>
                  </a:lnTo>
                  <a:lnTo>
                    <a:pt x="213482" y="98864"/>
                  </a:lnTo>
                  <a:lnTo>
                    <a:pt x="212442" y="99082"/>
                  </a:lnTo>
                  <a:lnTo>
                    <a:pt x="211399" y="99300"/>
                  </a:lnTo>
                  <a:lnTo>
                    <a:pt x="210351" y="99519"/>
                  </a:lnTo>
                  <a:lnTo>
                    <a:pt x="209296" y="99739"/>
                  </a:lnTo>
                  <a:lnTo>
                    <a:pt x="208230" y="99962"/>
                  </a:lnTo>
                  <a:lnTo>
                    <a:pt x="207193" y="100176"/>
                  </a:lnTo>
                  <a:lnTo>
                    <a:pt x="206152" y="100391"/>
                  </a:lnTo>
                  <a:lnTo>
                    <a:pt x="205107" y="100608"/>
                  </a:lnTo>
                  <a:lnTo>
                    <a:pt x="204054" y="100826"/>
                  </a:lnTo>
                  <a:lnTo>
                    <a:pt x="202990" y="101047"/>
                  </a:lnTo>
                  <a:lnTo>
                    <a:pt x="200909" y="101552"/>
                  </a:lnTo>
                  <a:lnTo>
                    <a:pt x="199577" y="101926"/>
                  </a:lnTo>
                  <a:lnTo>
                    <a:pt x="198728" y="102284"/>
                  </a:lnTo>
                  <a:lnTo>
                    <a:pt x="198093" y="102739"/>
                  </a:lnTo>
                  <a:lnTo>
                    <a:pt x="197404" y="103402"/>
                  </a:lnTo>
                  <a:lnTo>
                    <a:pt x="196253" y="103422"/>
                  </a:lnTo>
                  <a:lnTo>
                    <a:pt x="195102" y="103436"/>
                  </a:lnTo>
                  <a:lnTo>
                    <a:pt x="193951" y="103443"/>
                  </a:lnTo>
                  <a:lnTo>
                    <a:pt x="192800" y="103444"/>
                  </a:lnTo>
                  <a:lnTo>
                    <a:pt x="191649" y="103437"/>
                  </a:lnTo>
                  <a:lnTo>
                    <a:pt x="190498" y="103423"/>
                  </a:lnTo>
                  <a:lnTo>
                    <a:pt x="189347" y="103402"/>
                  </a:lnTo>
                  <a:lnTo>
                    <a:pt x="189666" y="104531"/>
                  </a:lnTo>
                  <a:lnTo>
                    <a:pt x="189991" y="105677"/>
                  </a:lnTo>
                  <a:lnTo>
                    <a:pt x="190220" y="106762"/>
                  </a:lnTo>
                  <a:lnTo>
                    <a:pt x="190415" y="107834"/>
                  </a:lnTo>
                  <a:lnTo>
                    <a:pt x="190579" y="108898"/>
                  </a:lnTo>
                  <a:lnTo>
                    <a:pt x="190717" y="109957"/>
                  </a:lnTo>
                  <a:lnTo>
                    <a:pt x="190830" y="111017"/>
                  </a:lnTo>
                  <a:lnTo>
                    <a:pt x="190923" y="112083"/>
                  </a:lnTo>
                  <a:lnTo>
                    <a:pt x="190999" y="113158"/>
                  </a:lnTo>
                  <a:lnTo>
                    <a:pt x="191062" y="114248"/>
                  </a:lnTo>
                  <a:lnTo>
                    <a:pt x="191114" y="115356"/>
                  </a:lnTo>
                  <a:lnTo>
                    <a:pt x="191171" y="116651"/>
                  </a:lnTo>
                  <a:lnTo>
                    <a:pt x="191228" y="117954"/>
                  </a:lnTo>
                  <a:lnTo>
                    <a:pt x="191286" y="119275"/>
                  </a:lnTo>
                  <a:lnTo>
                    <a:pt x="191325" y="120311"/>
                  </a:lnTo>
                  <a:lnTo>
                    <a:pt x="191364" y="121352"/>
                  </a:lnTo>
                  <a:lnTo>
                    <a:pt x="191404" y="122401"/>
                  </a:lnTo>
                  <a:lnTo>
                    <a:pt x="191444" y="123462"/>
                  </a:lnTo>
                  <a:lnTo>
                    <a:pt x="191487" y="124533"/>
                  </a:lnTo>
                  <a:lnTo>
                    <a:pt x="191529" y="125609"/>
                  </a:lnTo>
                  <a:lnTo>
                    <a:pt x="191572" y="126692"/>
                  </a:lnTo>
                  <a:lnTo>
                    <a:pt x="191615" y="127787"/>
                  </a:lnTo>
                  <a:lnTo>
                    <a:pt x="191704" y="130236"/>
                  </a:lnTo>
                  <a:lnTo>
                    <a:pt x="191790" y="132600"/>
                  </a:lnTo>
                  <a:lnTo>
                    <a:pt x="191872" y="134881"/>
                  </a:lnTo>
                  <a:lnTo>
                    <a:pt x="191952" y="137083"/>
                  </a:lnTo>
                  <a:lnTo>
                    <a:pt x="192027" y="139206"/>
                  </a:lnTo>
                  <a:lnTo>
                    <a:pt x="192100" y="141252"/>
                  </a:lnTo>
                  <a:lnTo>
                    <a:pt x="192169" y="143224"/>
                  </a:lnTo>
                  <a:lnTo>
                    <a:pt x="192234" y="145123"/>
                  </a:lnTo>
                  <a:lnTo>
                    <a:pt x="192295" y="146950"/>
                  </a:lnTo>
                  <a:lnTo>
                    <a:pt x="192353" y="148709"/>
                  </a:lnTo>
                  <a:lnTo>
                    <a:pt x="192407" y="150400"/>
                  </a:lnTo>
                  <a:lnTo>
                    <a:pt x="192457" y="152025"/>
                  </a:lnTo>
                  <a:lnTo>
                    <a:pt x="192503" y="153587"/>
                  </a:lnTo>
                  <a:lnTo>
                    <a:pt x="192546" y="155087"/>
                  </a:lnTo>
                  <a:lnTo>
                    <a:pt x="192584" y="156527"/>
                  </a:lnTo>
                  <a:lnTo>
                    <a:pt x="192617" y="157909"/>
                  </a:lnTo>
                  <a:lnTo>
                    <a:pt x="192647" y="159235"/>
                  </a:lnTo>
                  <a:lnTo>
                    <a:pt x="192672" y="160506"/>
                  </a:lnTo>
                  <a:lnTo>
                    <a:pt x="192693" y="161725"/>
                  </a:lnTo>
                  <a:lnTo>
                    <a:pt x="192709" y="162893"/>
                  </a:lnTo>
                  <a:lnTo>
                    <a:pt x="192721" y="164012"/>
                  </a:lnTo>
                  <a:lnTo>
                    <a:pt x="192729" y="165084"/>
                  </a:lnTo>
                  <a:lnTo>
                    <a:pt x="192731" y="166111"/>
                  </a:lnTo>
                  <a:lnTo>
                    <a:pt x="192729" y="167095"/>
                  </a:lnTo>
                  <a:lnTo>
                    <a:pt x="192722" y="168037"/>
                  </a:lnTo>
                  <a:lnTo>
                    <a:pt x="192711" y="168940"/>
                  </a:lnTo>
                  <a:lnTo>
                    <a:pt x="192694" y="169805"/>
                  </a:lnTo>
                  <a:lnTo>
                    <a:pt x="192672" y="170634"/>
                  </a:lnTo>
                  <a:lnTo>
                    <a:pt x="192646" y="171429"/>
                  </a:lnTo>
                  <a:lnTo>
                    <a:pt x="192614" y="172192"/>
                  </a:lnTo>
                  <a:lnTo>
                    <a:pt x="192577" y="172925"/>
                  </a:lnTo>
                  <a:lnTo>
                    <a:pt x="192534" y="173629"/>
                  </a:lnTo>
                  <a:lnTo>
                    <a:pt x="192486" y="174306"/>
                  </a:lnTo>
                  <a:lnTo>
                    <a:pt x="192433" y="174959"/>
                  </a:lnTo>
                  <a:lnTo>
                    <a:pt x="192374" y="175589"/>
                  </a:lnTo>
                  <a:lnTo>
                    <a:pt x="192310" y="176197"/>
                  </a:lnTo>
                  <a:lnTo>
                    <a:pt x="192240" y="176787"/>
                  </a:lnTo>
                  <a:lnTo>
                    <a:pt x="192165" y="177359"/>
                  </a:lnTo>
                  <a:lnTo>
                    <a:pt x="192083" y="177915"/>
                  </a:lnTo>
                  <a:lnTo>
                    <a:pt x="191996" y="178458"/>
                  </a:lnTo>
                  <a:lnTo>
                    <a:pt x="191903" y="178989"/>
                  </a:lnTo>
                  <a:lnTo>
                    <a:pt x="191804" y="179510"/>
                  </a:lnTo>
                  <a:lnTo>
                    <a:pt x="191699" y="180023"/>
                  </a:lnTo>
                  <a:lnTo>
                    <a:pt x="191587" y="180530"/>
                  </a:lnTo>
                  <a:lnTo>
                    <a:pt x="191470" y="181032"/>
                  </a:lnTo>
                  <a:lnTo>
                    <a:pt x="191346" y="181532"/>
                  </a:lnTo>
                  <a:lnTo>
                    <a:pt x="191216" y="182031"/>
                  </a:lnTo>
                  <a:lnTo>
                    <a:pt x="191079" y="182531"/>
                  </a:lnTo>
                  <a:lnTo>
                    <a:pt x="190936" y="183034"/>
                  </a:lnTo>
                  <a:lnTo>
                    <a:pt x="190787" y="183543"/>
                  </a:lnTo>
                  <a:lnTo>
                    <a:pt x="190631" y="184057"/>
                  </a:lnTo>
                  <a:lnTo>
                    <a:pt x="190468" y="184581"/>
                  </a:lnTo>
                  <a:lnTo>
                    <a:pt x="190298" y="185114"/>
                  </a:lnTo>
                  <a:lnTo>
                    <a:pt x="190122" y="185660"/>
                  </a:lnTo>
                  <a:lnTo>
                    <a:pt x="189939" y="186220"/>
                  </a:lnTo>
                  <a:lnTo>
                    <a:pt x="189748" y="186796"/>
                  </a:lnTo>
                  <a:lnTo>
                    <a:pt x="189551" y="187390"/>
                  </a:lnTo>
                  <a:lnTo>
                    <a:pt x="189347" y="188004"/>
                  </a:lnTo>
                  <a:lnTo>
                    <a:pt x="188014" y="188004"/>
                  </a:lnTo>
                  <a:lnTo>
                    <a:pt x="186661" y="188004"/>
                  </a:lnTo>
                  <a:lnTo>
                    <a:pt x="186611" y="189059"/>
                  </a:lnTo>
                  <a:lnTo>
                    <a:pt x="186560" y="190122"/>
                  </a:lnTo>
                  <a:lnTo>
                    <a:pt x="186509" y="191198"/>
                  </a:lnTo>
                  <a:lnTo>
                    <a:pt x="186443" y="192257"/>
                  </a:lnTo>
                  <a:lnTo>
                    <a:pt x="186376" y="193319"/>
                  </a:lnTo>
                  <a:lnTo>
                    <a:pt x="186309" y="194390"/>
                  </a:lnTo>
                  <a:lnTo>
                    <a:pt x="186242" y="195473"/>
                  </a:lnTo>
                  <a:lnTo>
                    <a:pt x="186183" y="196514"/>
                  </a:lnTo>
                  <a:lnTo>
                    <a:pt x="186124" y="197559"/>
                  </a:lnTo>
                  <a:lnTo>
                    <a:pt x="186065" y="198611"/>
                  </a:lnTo>
                  <a:lnTo>
                    <a:pt x="186006" y="199675"/>
                  </a:lnTo>
                  <a:lnTo>
                    <a:pt x="185775" y="201150"/>
                  </a:lnTo>
                  <a:lnTo>
                    <a:pt x="185576" y="202311"/>
                  </a:lnTo>
                  <a:lnTo>
                    <a:pt x="185378" y="203260"/>
                  </a:lnTo>
                  <a:lnTo>
                    <a:pt x="185149" y="204099"/>
                  </a:lnTo>
                  <a:lnTo>
                    <a:pt x="184857" y="204931"/>
                  </a:lnTo>
                  <a:lnTo>
                    <a:pt x="184470" y="205859"/>
                  </a:lnTo>
                  <a:lnTo>
                    <a:pt x="183955" y="206984"/>
                  </a:lnTo>
                  <a:lnTo>
                    <a:pt x="183282" y="208409"/>
                  </a:lnTo>
                  <a:lnTo>
                    <a:pt x="182837" y="209442"/>
                  </a:lnTo>
                  <a:lnTo>
                    <a:pt x="182444" y="210478"/>
                  </a:lnTo>
                  <a:lnTo>
                    <a:pt x="182100" y="211517"/>
                  </a:lnTo>
                  <a:lnTo>
                    <a:pt x="181803" y="212560"/>
                  </a:lnTo>
                  <a:lnTo>
                    <a:pt x="181549" y="213606"/>
                  </a:lnTo>
                  <a:lnTo>
                    <a:pt x="181334" y="214655"/>
                  </a:lnTo>
                  <a:lnTo>
                    <a:pt x="181156" y="215708"/>
                  </a:lnTo>
                  <a:lnTo>
                    <a:pt x="181012" y="216766"/>
                  </a:lnTo>
                  <a:lnTo>
                    <a:pt x="180897" y="217827"/>
                  </a:lnTo>
                  <a:lnTo>
                    <a:pt x="180809" y="218893"/>
                  </a:lnTo>
                  <a:lnTo>
                    <a:pt x="180745" y="219963"/>
                  </a:lnTo>
                  <a:lnTo>
                    <a:pt x="180702" y="221038"/>
                  </a:lnTo>
                  <a:lnTo>
                    <a:pt x="180676" y="222118"/>
                  </a:lnTo>
                  <a:lnTo>
                    <a:pt x="180664" y="223203"/>
                  </a:lnTo>
                  <a:lnTo>
                    <a:pt x="180662" y="224293"/>
                  </a:lnTo>
                  <a:lnTo>
                    <a:pt x="180669" y="225389"/>
                  </a:lnTo>
                  <a:lnTo>
                    <a:pt x="180679" y="226490"/>
                  </a:lnTo>
                  <a:lnTo>
                    <a:pt x="180691" y="227596"/>
                  </a:lnTo>
                  <a:lnTo>
                    <a:pt x="180701" y="228709"/>
                  </a:lnTo>
                  <a:lnTo>
                    <a:pt x="180675" y="230029"/>
                  </a:lnTo>
                  <a:lnTo>
                    <a:pt x="180648" y="231358"/>
                  </a:lnTo>
                  <a:lnTo>
                    <a:pt x="180621" y="232704"/>
                  </a:lnTo>
                  <a:lnTo>
                    <a:pt x="180631" y="233831"/>
                  </a:lnTo>
                  <a:lnTo>
                    <a:pt x="180662" y="234937"/>
                  </a:lnTo>
                  <a:lnTo>
                    <a:pt x="180712" y="236023"/>
                  </a:lnTo>
                  <a:lnTo>
                    <a:pt x="180782" y="237090"/>
                  </a:lnTo>
                  <a:lnTo>
                    <a:pt x="180871" y="238139"/>
                  </a:lnTo>
                  <a:lnTo>
                    <a:pt x="180980" y="239174"/>
                  </a:lnTo>
                  <a:lnTo>
                    <a:pt x="181109" y="240194"/>
                  </a:lnTo>
                  <a:lnTo>
                    <a:pt x="181257" y="241201"/>
                  </a:lnTo>
                  <a:lnTo>
                    <a:pt x="181424" y="242197"/>
                  </a:lnTo>
                  <a:lnTo>
                    <a:pt x="181610" y="243184"/>
                  </a:lnTo>
                  <a:lnTo>
                    <a:pt x="181815" y="244162"/>
                  </a:lnTo>
                  <a:lnTo>
                    <a:pt x="182040" y="245134"/>
                  </a:lnTo>
                  <a:lnTo>
                    <a:pt x="182283" y="246101"/>
                  </a:lnTo>
                  <a:lnTo>
                    <a:pt x="182546" y="247063"/>
                  </a:lnTo>
                  <a:lnTo>
                    <a:pt x="182827" y="248024"/>
                  </a:lnTo>
                  <a:lnTo>
                    <a:pt x="183127" y="248984"/>
                  </a:lnTo>
                  <a:lnTo>
                    <a:pt x="183446" y="249944"/>
                  </a:lnTo>
                  <a:lnTo>
                    <a:pt x="183783" y="250907"/>
                  </a:lnTo>
                  <a:lnTo>
                    <a:pt x="184139" y="251873"/>
                  </a:lnTo>
                  <a:lnTo>
                    <a:pt x="184514" y="252845"/>
                  </a:lnTo>
                  <a:lnTo>
                    <a:pt x="184907" y="253823"/>
                  </a:lnTo>
                  <a:lnTo>
                    <a:pt x="185318" y="254810"/>
                  </a:lnTo>
                  <a:lnTo>
                    <a:pt x="185747" y="255806"/>
                  </a:lnTo>
                  <a:lnTo>
                    <a:pt x="186195" y="256814"/>
                  </a:lnTo>
                  <a:lnTo>
                    <a:pt x="186661" y="257834"/>
                  </a:lnTo>
                  <a:lnTo>
                    <a:pt x="186993" y="258831"/>
                  </a:lnTo>
                  <a:lnTo>
                    <a:pt x="187327" y="259833"/>
                  </a:lnTo>
                  <a:lnTo>
                    <a:pt x="187664" y="260842"/>
                  </a:lnTo>
                  <a:lnTo>
                    <a:pt x="188004" y="261862"/>
                  </a:lnTo>
                  <a:lnTo>
                    <a:pt x="189337" y="261862"/>
                  </a:lnTo>
                  <a:lnTo>
                    <a:pt x="190689" y="261862"/>
                  </a:lnTo>
                  <a:lnTo>
                    <a:pt x="190824" y="262335"/>
                  </a:lnTo>
                  <a:lnTo>
                    <a:pt x="190949" y="262770"/>
                  </a:lnTo>
                  <a:lnTo>
                    <a:pt x="191084" y="263244"/>
                  </a:lnTo>
                  <a:lnTo>
                    <a:pt x="191254" y="263836"/>
                  </a:lnTo>
                  <a:lnTo>
                    <a:pt x="191478" y="264623"/>
                  </a:lnTo>
                  <a:lnTo>
                    <a:pt x="191781" y="265682"/>
                  </a:lnTo>
                  <a:lnTo>
                    <a:pt x="192183" y="267089"/>
                  </a:lnTo>
                  <a:lnTo>
                    <a:pt x="192707" y="268924"/>
                  </a:lnTo>
                  <a:lnTo>
                    <a:pt x="193375" y="271262"/>
                  </a:lnTo>
                  <a:lnTo>
                    <a:pt x="194708" y="271262"/>
                  </a:lnTo>
                  <a:lnTo>
                    <a:pt x="196061" y="271262"/>
                  </a:lnTo>
                  <a:lnTo>
                    <a:pt x="196061" y="272593"/>
                  </a:lnTo>
                  <a:lnTo>
                    <a:pt x="196061" y="273933"/>
                  </a:lnTo>
                  <a:lnTo>
                    <a:pt x="196061" y="275291"/>
                  </a:lnTo>
                  <a:lnTo>
                    <a:pt x="197261" y="275794"/>
                  </a:lnTo>
                  <a:lnTo>
                    <a:pt x="198480" y="276304"/>
                  </a:lnTo>
                  <a:lnTo>
                    <a:pt x="199543" y="276944"/>
                  </a:lnTo>
                  <a:lnTo>
                    <a:pt x="200495" y="277594"/>
                  </a:lnTo>
                  <a:lnTo>
                    <a:pt x="201353" y="278264"/>
                  </a:lnTo>
                  <a:lnTo>
                    <a:pt x="202140" y="278963"/>
                  </a:lnTo>
                  <a:lnTo>
                    <a:pt x="202876" y="279703"/>
                  </a:lnTo>
                  <a:lnTo>
                    <a:pt x="203580" y="280493"/>
                  </a:lnTo>
                  <a:lnTo>
                    <a:pt x="204275" y="281343"/>
                  </a:lnTo>
                  <a:lnTo>
                    <a:pt x="204979" y="282264"/>
                  </a:lnTo>
                  <a:lnTo>
                    <a:pt x="205714" y="283265"/>
                  </a:lnTo>
                  <a:lnTo>
                    <a:pt x="206398" y="284192"/>
                  </a:lnTo>
                  <a:lnTo>
                    <a:pt x="207087" y="285125"/>
                  </a:lnTo>
                  <a:lnTo>
                    <a:pt x="207784" y="286070"/>
                  </a:lnTo>
                  <a:lnTo>
                    <a:pt x="208420" y="287063"/>
                  </a:lnTo>
                  <a:lnTo>
                    <a:pt x="208900" y="287848"/>
                  </a:lnTo>
                  <a:lnTo>
                    <a:pt x="209277" y="288543"/>
                  </a:lnTo>
                  <a:lnTo>
                    <a:pt x="209606" y="289263"/>
                  </a:lnTo>
                  <a:lnTo>
                    <a:pt x="209939" y="290126"/>
                  </a:lnTo>
                  <a:lnTo>
                    <a:pt x="210331" y="291249"/>
                  </a:lnTo>
                  <a:lnTo>
                    <a:pt x="210833" y="292749"/>
                  </a:lnTo>
                  <a:lnTo>
                    <a:pt x="212166" y="292749"/>
                  </a:lnTo>
                  <a:lnTo>
                    <a:pt x="213518" y="292749"/>
                  </a:lnTo>
                  <a:lnTo>
                    <a:pt x="214524" y="293727"/>
                  </a:lnTo>
                  <a:lnTo>
                    <a:pt x="215245" y="294451"/>
                  </a:lnTo>
                  <a:lnTo>
                    <a:pt x="215883" y="295140"/>
                  </a:lnTo>
                  <a:lnTo>
                    <a:pt x="216639" y="296011"/>
                  </a:lnTo>
                  <a:lnTo>
                    <a:pt x="217715" y="297281"/>
                  </a:lnTo>
                  <a:lnTo>
                    <a:pt x="218440" y="298123"/>
                  </a:lnTo>
                  <a:lnTo>
                    <a:pt x="219169" y="298971"/>
                  </a:lnTo>
                  <a:lnTo>
                    <a:pt x="219908" y="299830"/>
                  </a:lnTo>
                  <a:lnTo>
                    <a:pt x="220722" y="300983"/>
                  </a:lnTo>
                  <a:lnTo>
                    <a:pt x="221216" y="301820"/>
                  </a:lnTo>
                  <a:lnTo>
                    <a:pt x="221469" y="302580"/>
                  </a:lnTo>
                  <a:lnTo>
                    <a:pt x="221562" y="303505"/>
                  </a:lnTo>
                  <a:lnTo>
                    <a:pt x="221576" y="304835"/>
                  </a:lnTo>
                  <a:lnTo>
                    <a:pt x="222574" y="305167"/>
                  </a:lnTo>
                  <a:lnTo>
                    <a:pt x="223575" y="305501"/>
                  </a:lnTo>
                  <a:lnTo>
                    <a:pt x="224584" y="305837"/>
                  </a:lnTo>
                  <a:lnTo>
                    <a:pt x="225604" y="306177"/>
                  </a:lnTo>
                  <a:lnTo>
                    <a:pt x="226153" y="307246"/>
                  </a:lnTo>
                  <a:lnTo>
                    <a:pt x="226695" y="308318"/>
                  </a:lnTo>
                  <a:lnTo>
                    <a:pt x="227232" y="309392"/>
                  </a:lnTo>
                  <a:lnTo>
                    <a:pt x="227763" y="310469"/>
                  </a:lnTo>
                  <a:lnTo>
                    <a:pt x="228290" y="311549"/>
                  </a:lnTo>
                  <a:lnTo>
                    <a:pt x="228685" y="311919"/>
                  </a:lnTo>
                  <a:lnTo>
                    <a:pt x="229381" y="312572"/>
                  </a:lnTo>
                  <a:lnTo>
                    <a:pt x="230976" y="314067"/>
                  </a:lnTo>
                  <a:lnTo>
                    <a:pt x="231974" y="315136"/>
                  </a:lnTo>
                  <a:lnTo>
                    <a:pt x="232712" y="315978"/>
                  </a:lnTo>
                  <a:lnTo>
                    <a:pt x="233260" y="316718"/>
                  </a:lnTo>
                  <a:lnTo>
                    <a:pt x="233685" y="317479"/>
                  </a:lnTo>
                  <a:lnTo>
                    <a:pt x="234058" y="318383"/>
                  </a:lnTo>
                  <a:lnTo>
                    <a:pt x="234447" y="319555"/>
                  </a:lnTo>
                  <a:lnTo>
                    <a:pt x="234921" y="321117"/>
                  </a:lnTo>
                  <a:lnTo>
                    <a:pt x="235392" y="322393"/>
                  </a:lnTo>
                  <a:lnTo>
                    <a:pt x="235867" y="323677"/>
                  </a:lnTo>
                  <a:lnTo>
                    <a:pt x="236348" y="324978"/>
                  </a:lnTo>
                  <a:lnTo>
                    <a:pt x="237465" y="325429"/>
                  </a:lnTo>
                  <a:lnTo>
                    <a:pt x="238583" y="325879"/>
                  </a:lnTo>
                  <a:lnTo>
                    <a:pt x="239702" y="326328"/>
                  </a:lnTo>
                  <a:lnTo>
                    <a:pt x="240822" y="326774"/>
                  </a:lnTo>
                  <a:lnTo>
                    <a:pt x="241942" y="327220"/>
                  </a:lnTo>
                  <a:lnTo>
                    <a:pt x="243062" y="327664"/>
                  </a:lnTo>
                  <a:lnTo>
                    <a:pt x="244495" y="329259"/>
                  </a:lnTo>
                  <a:lnTo>
                    <a:pt x="245709" y="330622"/>
                  </a:lnTo>
                  <a:lnTo>
                    <a:pt x="246720" y="331786"/>
                  </a:lnTo>
                  <a:lnTo>
                    <a:pt x="247548" y="332784"/>
                  </a:lnTo>
                  <a:lnTo>
                    <a:pt x="248212" y="333650"/>
                  </a:lnTo>
                  <a:lnTo>
                    <a:pt x="248728" y="334415"/>
                  </a:lnTo>
                  <a:lnTo>
                    <a:pt x="249116" y="335114"/>
                  </a:lnTo>
                  <a:lnTo>
                    <a:pt x="249394" y="335779"/>
                  </a:lnTo>
                  <a:lnTo>
                    <a:pt x="249581" y="336443"/>
                  </a:lnTo>
                  <a:lnTo>
                    <a:pt x="249694" y="337139"/>
                  </a:lnTo>
                  <a:lnTo>
                    <a:pt x="249752" y="337900"/>
                  </a:lnTo>
                  <a:lnTo>
                    <a:pt x="249773" y="338759"/>
                  </a:lnTo>
                  <a:lnTo>
                    <a:pt x="249776" y="339749"/>
                  </a:lnTo>
                  <a:lnTo>
                    <a:pt x="250774" y="340082"/>
                  </a:lnTo>
                  <a:lnTo>
                    <a:pt x="251776" y="340416"/>
                  </a:lnTo>
                  <a:lnTo>
                    <a:pt x="252785" y="340752"/>
                  </a:lnTo>
                  <a:lnTo>
                    <a:pt x="253805" y="341092"/>
                  </a:lnTo>
                  <a:lnTo>
                    <a:pt x="253805" y="342423"/>
                  </a:lnTo>
                  <a:lnTo>
                    <a:pt x="253805" y="343763"/>
                  </a:lnTo>
                  <a:lnTo>
                    <a:pt x="253805" y="345121"/>
                  </a:lnTo>
                  <a:lnTo>
                    <a:pt x="255138" y="345121"/>
                  </a:lnTo>
                  <a:lnTo>
                    <a:pt x="256491" y="345121"/>
                  </a:lnTo>
                  <a:lnTo>
                    <a:pt x="256491" y="346185"/>
                  </a:lnTo>
                  <a:lnTo>
                    <a:pt x="256491" y="347252"/>
                  </a:lnTo>
                  <a:lnTo>
                    <a:pt x="256491" y="348323"/>
                  </a:lnTo>
                  <a:lnTo>
                    <a:pt x="256491" y="349403"/>
                  </a:lnTo>
                  <a:lnTo>
                    <a:pt x="256491" y="350493"/>
                  </a:lnTo>
                  <a:lnTo>
                    <a:pt x="255307" y="350292"/>
                  </a:lnTo>
                  <a:lnTo>
                    <a:pt x="254218" y="350085"/>
                  </a:lnTo>
                  <a:lnTo>
                    <a:pt x="253204" y="349863"/>
                  </a:lnTo>
                  <a:lnTo>
                    <a:pt x="252249" y="349617"/>
                  </a:lnTo>
                  <a:lnTo>
                    <a:pt x="251336" y="349337"/>
                  </a:lnTo>
                  <a:lnTo>
                    <a:pt x="250446" y="349016"/>
                  </a:lnTo>
                  <a:lnTo>
                    <a:pt x="249563" y="348643"/>
                  </a:lnTo>
                  <a:lnTo>
                    <a:pt x="248669" y="348210"/>
                  </a:lnTo>
                  <a:lnTo>
                    <a:pt x="247747" y="347709"/>
                  </a:lnTo>
                  <a:lnTo>
                    <a:pt x="246779" y="347130"/>
                  </a:lnTo>
                  <a:lnTo>
                    <a:pt x="245748" y="346464"/>
                  </a:lnTo>
                  <a:lnTo>
                    <a:pt x="244656" y="344843"/>
                  </a:lnTo>
                  <a:lnTo>
                    <a:pt x="243782" y="343524"/>
                  </a:lnTo>
                  <a:lnTo>
                    <a:pt x="243101" y="342450"/>
                  </a:lnTo>
                  <a:lnTo>
                    <a:pt x="242589" y="341565"/>
                  </a:lnTo>
                  <a:lnTo>
                    <a:pt x="242223" y="340813"/>
                  </a:lnTo>
                  <a:lnTo>
                    <a:pt x="241977" y="340137"/>
                  </a:lnTo>
                  <a:lnTo>
                    <a:pt x="241828" y="339480"/>
                  </a:lnTo>
                  <a:lnTo>
                    <a:pt x="241751" y="338786"/>
                  </a:lnTo>
                  <a:lnTo>
                    <a:pt x="241723" y="338000"/>
                  </a:lnTo>
                  <a:lnTo>
                    <a:pt x="241719" y="337064"/>
                  </a:lnTo>
                  <a:lnTo>
                    <a:pt x="240511" y="336523"/>
                  </a:lnTo>
                  <a:lnTo>
                    <a:pt x="239286" y="335973"/>
                  </a:lnTo>
                  <a:lnTo>
                    <a:pt x="238222" y="335377"/>
                  </a:lnTo>
                  <a:lnTo>
                    <a:pt x="237243" y="334785"/>
                  </a:lnTo>
                  <a:lnTo>
                    <a:pt x="236333" y="334179"/>
                  </a:lnTo>
                  <a:lnTo>
                    <a:pt x="235479" y="333542"/>
                  </a:lnTo>
                  <a:lnTo>
                    <a:pt x="234665" y="332858"/>
                  </a:lnTo>
                  <a:lnTo>
                    <a:pt x="233877" y="332109"/>
                  </a:lnTo>
                  <a:lnTo>
                    <a:pt x="233100" y="331279"/>
                  </a:lnTo>
                  <a:lnTo>
                    <a:pt x="232319" y="330349"/>
                  </a:lnTo>
                  <a:lnTo>
                    <a:pt x="232319" y="329018"/>
                  </a:lnTo>
                  <a:lnTo>
                    <a:pt x="232319" y="327678"/>
                  </a:lnTo>
                  <a:lnTo>
                    <a:pt x="232319" y="326321"/>
                  </a:lnTo>
                  <a:lnTo>
                    <a:pt x="230988" y="326321"/>
                  </a:lnTo>
                  <a:lnTo>
                    <a:pt x="229648" y="326321"/>
                  </a:lnTo>
                  <a:lnTo>
                    <a:pt x="228290" y="326321"/>
                  </a:lnTo>
                  <a:lnTo>
                    <a:pt x="227491" y="325114"/>
                  </a:lnTo>
                  <a:lnTo>
                    <a:pt x="226868" y="324129"/>
                  </a:lnTo>
                  <a:lnTo>
                    <a:pt x="226400" y="323287"/>
                  </a:lnTo>
                  <a:lnTo>
                    <a:pt x="226065" y="322511"/>
                  </a:lnTo>
                  <a:lnTo>
                    <a:pt x="225840" y="321725"/>
                  </a:lnTo>
                  <a:lnTo>
                    <a:pt x="225704" y="320850"/>
                  </a:lnTo>
                  <a:lnTo>
                    <a:pt x="225634" y="319809"/>
                  </a:lnTo>
                  <a:lnTo>
                    <a:pt x="225608" y="318525"/>
                  </a:lnTo>
                  <a:lnTo>
                    <a:pt x="225604" y="316920"/>
                  </a:lnTo>
                  <a:lnTo>
                    <a:pt x="224540" y="316388"/>
                  </a:lnTo>
                  <a:lnTo>
                    <a:pt x="223474" y="315855"/>
                  </a:lnTo>
                  <a:lnTo>
                    <a:pt x="222402" y="315319"/>
                  </a:lnTo>
                  <a:lnTo>
                    <a:pt x="221323" y="314780"/>
                  </a:lnTo>
                  <a:lnTo>
                    <a:pt x="220233" y="314235"/>
                  </a:lnTo>
                  <a:lnTo>
                    <a:pt x="220233" y="312904"/>
                  </a:lnTo>
                  <a:lnTo>
                    <a:pt x="220233" y="311564"/>
                  </a:lnTo>
                  <a:lnTo>
                    <a:pt x="220233" y="310206"/>
                  </a:lnTo>
                  <a:lnTo>
                    <a:pt x="219013" y="309929"/>
                  </a:lnTo>
                  <a:lnTo>
                    <a:pt x="217784" y="309649"/>
                  </a:lnTo>
                  <a:lnTo>
                    <a:pt x="216540" y="309367"/>
                  </a:lnTo>
                  <a:lnTo>
                    <a:pt x="215352" y="308831"/>
                  </a:lnTo>
                  <a:lnTo>
                    <a:pt x="214290" y="308281"/>
                  </a:lnTo>
                  <a:lnTo>
                    <a:pt x="213340" y="307712"/>
                  </a:lnTo>
                  <a:lnTo>
                    <a:pt x="212487" y="307116"/>
                  </a:lnTo>
                  <a:lnTo>
                    <a:pt x="211717" y="306486"/>
                  </a:lnTo>
                  <a:lnTo>
                    <a:pt x="211016" y="305817"/>
                  </a:lnTo>
                  <a:lnTo>
                    <a:pt x="210368" y="305101"/>
                  </a:lnTo>
                  <a:lnTo>
                    <a:pt x="209760" y="304333"/>
                  </a:lnTo>
                  <a:lnTo>
                    <a:pt x="209177" y="303504"/>
                  </a:lnTo>
                  <a:lnTo>
                    <a:pt x="208604" y="302610"/>
                  </a:lnTo>
                  <a:lnTo>
                    <a:pt x="208027" y="301642"/>
                  </a:lnTo>
                  <a:lnTo>
                    <a:pt x="207432" y="300596"/>
                  </a:lnTo>
                  <a:lnTo>
                    <a:pt x="206804" y="299463"/>
                  </a:lnTo>
                  <a:lnTo>
                    <a:pt x="206472" y="298465"/>
                  </a:lnTo>
                  <a:lnTo>
                    <a:pt x="206138" y="297464"/>
                  </a:lnTo>
                  <a:lnTo>
                    <a:pt x="205801" y="296455"/>
                  </a:lnTo>
                  <a:lnTo>
                    <a:pt x="205461" y="295434"/>
                  </a:lnTo>
                  <a:lnTo>
                    <a:pt x="204393" y="295142"/>
                  </a:lnTo>
                  <a:lnTo>
                    <a:pt x="203322" y="294863"/>
                  </a:lnTo>
                  <a:lnTo>
                    <a:pt x="202247" y="294596"/>
                  </a:lnTo>
                  <a:lnTo>
                    <a:pt x="201169" y="294339"/>
                  </a:lnTo>
                  <a:lnTo>
                    <a:pt x="200090" y="294091"/>
                  </a:lnTo>
                  <a:lnTo>
                    <a:pt x="198946" y="293343"/>
                  </a:lnTo>
                  <a:lnTo>
                    <a:pt x="198100" y="292780"/>
                  </a:lnTo>
                  <a:lnTo>
                    <a:pt x="197404" y="292294"/>
                  </a:lnTo>
                  <a:lnTo>
                    <a:pt x="196708" y="291779"/>
                  </a:lnTo>
                  <a:lnTo>
                    <a:pt x="195862" y="291127"/>
                  </a:lnTo>
                  <a:lnTo>
                    <a:pt x="194718" y="290231"/>
                  </a:lnTo>
                  <a:lnTo>
                    <a:pt x="193831" y="289541"/>
                  </a:lnTo>
                  <a:lnTo>
                    <a:pt x="192938" y="288846"/>
                  </a:lnTo>
                  <a:lnTo>
                    <a:pt x="192032" y="288142"/>
                  </a:lnTo>
                  <a:lnTo>
                    <a:pt x="191163" y="287457"/>
                  </a:lnTo>
                  <a:lnTo>
                    <a:pt x="190297" y="286769"/>
                  </a:lnTo>
                  <a:lnTo>
                    <a:pt x="189433" y="286076"/>
                  </a:lnTo>
                  <a:lnTo>
                    <a:pt x="188572" y="285381"/>
                  </a:lnTo>
                  <a:lnTo>
                    <a:pt x="187715" y="284681"/>
                  </a:lnTo>
                  <a:lnTo>
                    <a:pt x="186860" y="283978"/>
                  </a:lnTo>
                  <a:lnTo>
                    <a:pt x="185949" y="283377"/>
                  </a:lnTo>
                  <a:lnTo>
                    <a:pt x="185034" y="282816"/>
                  </a:lnTo>
                  <a:lnTo>
                    <a:pt x="184115" y="282289"/>
                  </a:lnTo>
                  <a:lnTo>
                    <a:pt x="183190" y="281795"/>
                  </a:lnTo>
                  <a:lnTo>
                    <a:pt x="182258" y="281327"/>
                  </a:lnTo>
                  <a:lnTo>
                    <a:pt x="181317" y="280883"/>
                  </a:lnTo>
                  <a:lnTo>
                    <a:pt x="180366" y="280458"/>
                  </a:lnTo>
                  <a:lnTo>
                    <a:pt x="179403" y="280048"/>
                  </a:lnTo>
                  <a:lnTo>
                    <a:pt x="178428" y="279650"/>
                  </a:lnTo>
                  <a:lnTo>
                    <a:pt x="177439" y="279258"/>
                  </a:lnTo>
                  <a:lnTo>
                    <a:pt x="176435" y="278870"/>
                  </a:lnTo>
                  <a:lnTo>
                    <a:pt x="175414" y="278480"/>
                  </a:lnTo>
                  <a:lnTo>
                    <a:pt x="174929" y="278292"/>
                  </a:lnTo>
                  <a:lnTo>
                    <a:pt x="174300" y="278050"/>
                  </a:lnTo>
                  <a:lnTo>
                    <a:pt x="173109" y="277589"/>
                  </a:lnTo>
                  <a:lnTo>
                    <a:pt x="170934" y="276749"/>
                  </a:lnTo>
                  <a:lnTo>
                    <a:pt x="169895" y="276416"/>
                  </a:lnTo>
                  <a:lnTo>
                    <a:pt x="168863" y="276104"/>
                  </a:lnTo>
                  <a:lnTo>
                    <a:pt x="167836" y="275813"/>
                  </a:lnTo>
                  <a:lnTo>
                    <a:pt x="166811" y="275542"/>
                  </a:lnTo>
                  <a:lnTo>
                    <a:pt x="165788" y="275289"/>
                  </a:lnTo>
                  <a:lnTo>
                    <a:pt x="164763" y="275053"/>
                  </a:lnTo>
                  <a:lnTo>
                    <a:pt x="163734" y="274834"/>
                  </a:lnTo>
                  <a:lnTo>
                    <a:pt x="162700" y="274631"/>
                  </a:lnTo>
                  <a:lnTo>
                    <a:pt x="161657" y="274441"/>
                  </a:lnTo>
                  <a:lnTo>
                    <a:pt x="160605" y="274265"/>
                  </a:lnTo>
                  <a:lnTo>
                    <a:pt x="159540" y="274101"/>
                  </a:lnTo>
                  <a:lnTo>
                    <a:pt x="158460" y="273948"/>
                  </a:lnTo>
                  <a:lnTo>
                    <a:pt x="158460" y="272615"/>
                  </a:lnTo>
                  <a:lnTo>
                    <a:pt x="158460" y="271262"/>
                  </a:lnTo>
                  <a:lnTo>
                    <a:pt x="157897" y="271265"/>
                  </a:lnTo>
                  <a:lnTo>
                    <a:pt x="156903" y="271269"/>
                  </a:lnTo>
                  <a:lnTo>
                    <a:pt x="154628" y="271280"/>
                  </a:lnTo>
                  <a:lnTo>
                    <a:pt x="153568" y="271285"/>
                  </a:lnTo>
                  <a:lnTo>
                    <a:pt x="152509" y="271289"/>
                  </a:lnTo>
                  <a:lnTo>
                    <a:pt x="151449" y="271294"/>
                  </a:lnTo>
                  <a:lnTo>
                    <a:pt x="150390" y="271299"/>
                  </a:lnTo>
                  <a:lnTo>
                    <a:pt x="149330" y="271303"/>
                  </a:lnTo>
                  <a:lnTo>
                    <a:pt x="148270" y="271308"/>
                  </a:lnTo>
                  <a:lnTo>
                    <a:pt x="147211" y="271312"/>
                  </a:lnTo>
                  <a:lnTo>
                    <a:pt x="146151" y="271316"/>
                  </a:lnTo>
                  <a:lnTo>
                    <a:pt x="145092" y="271321"/>
                  </a:lnTo>
                  <a:lnTo>
                    <a:pt x="144032" y="271325"/>
                  </a:lnTo>
                  <a:lnTo>
                    <a:pt x="142973" y="271329"/>
                  </a:lnTo>
                  <a:lnTo>
                    <a:pt x="141913" y="271333"/>
                  </a:lnTo>
                  <a:lnTo>
                    <a:pt x="140854" y="271337"/>
                  </a:lnTo>
                  <a:lnTo>
                    <a:pt x="139794" y="271340"/>
                  </a:lnTo>
                  <a:lnTo>
                    <a:pt x="138735" y="271344"/>
                  </a:lnTo>
                  <a:lnTo>
                    <a:pt x="137675" y="271348"/>
                  </a:lnTo>
                  <a:lnTo>
                    <a:pt x="136615" y="271352"/>
                  </a:lnTo>
                  <a:lnTo>
                    <a:pt x="135556" y="271355"/>
                  </a:lnTo>
                  <a:lnTo>
                    <a:pt x="134496" y="271359"/>
                  </a:lnTo>
                  <a:lnTo>
                    <a:pt x="133437" y="271362"/>
                  </a:lnTo>
                  <a:lnTo>
                    <a:pt x="132377" y="271365"/>
                  </a:lnTo>
                  <a:lnTo>
                    <a:pt x="131318" y="271369"/>
                  </a:lnTo>
                  <a:lnTo>
                    <a:pt x="130258" y="271372"/>
                  </a:lnTo>
                  <a:lnTo>
                    <a:pt x="129198" y="271375"/>
                  </a:lnTo>
                  <a:lnTo>
                    <a:pt x="128139" y="271378"/>
                  </a:lnTo>
                  <a:lnTo>
                    <a:pt x="127079" y="271381"/>
                  </a:lnTo>
                  <a:lnTo>
                    <a:pt x="126020" y="271384"/>
                  </a:lnTo>
                  <a:lnTo>
                    <a:pt x="124960" y="271387"/>
                  </a:lnTo>
                  <a:lnTo>
                    <a:pt x="123900" y="271389"/>
                  </a:lnTo>
                  <a:lnTo>
                    <a:pt x="122841" y="271392"/>
                  </a:lnTo>
                  <a:lnTo>
                    <a:pt x="121781" y="271395"/>
                  </a:lnTo>
                  <a:lnTo>
                    <a:pt x="120721" y="271397"/>
                  </a:lnTo>
                  <a:lnTo>
                    <a:pt x="119662" y="271400"/>
                  </a:lnTo>
                  <a:lnTo>
                    <a:pt x="118602" y="271402"/>
                  </a:lnTo>
                  <a:lnTo>
                    <a:pt x="117513" y="271405"/>
                  </a:lnTo>
                  <a:lnTo>
                    <a:pt x="116424" y="271407"/>
                  </a:lnTo>
                  <a:lnTo>
                    <a:pt x="115335" y="271410"/>
                  </a:lnTo>
                  <a:lnTo>
                    <a:pt x="114246" y="271413"/>
                  </a:lnTo>
                  <a:lnTo>
                    <a:pt x="113157" y="271416"/>
                  </a:lnTo>
                  <a:lnTo>
                    <a:pt x="112068" y="271419"/>
                  </a:lnTo>
                  <a:lnTo>
                    <a:pt x="110979" y="271422"/>
                  </a:lnTo>
                  <a:lnTo>
                    <a:pt x="109890" y="271425"/>
                  </a:lnTo>
                  <a:lnTo>
                    <a:pt x="108800" y="271429"/>
                  </a:lnTo>
                  <a:lnTo>
                    <a:pt x="107711" y="271433"/>
                  </a:lnTo>
                  <a:lnTo>
                    <a:pt x="106622" y="271437"/>
                  </a:lnTo>
                  <a:lnTo>
                    <a:pt x="105533" y="271441"/>
                  </a:lnTo>
                  <a:lnTo>
                    <a:pt x="104444" y="271445"/>
                  </a:lnTo>
                  <a:lnTo>
                    <a:pt x="103355" y="271450"/>
                  </a:lnTo>
                  <a:lnTo>
                    <a:pt x="102266" y="271455"/>
                  </a:lnTo>
                  <a:lnTo>
                    <a:pt x="101177" y="271460"/>
                  </a:lnTo>
                  <a:lnTo>
                    <a:pt x="100088" y="271465"/>
                  </a:lnTo>
                  <a:lnTo>
                    <a:pt x="99034" y="271470"/>
                  </a:lnTo>
                  <a:lnTo>
                    <a:pt x="97980" y="271475"/>
                  </a:lnTo>
                  <a:lnTo>
                    <a:pt x="96926" y="271480"/>
                  </a:lnTo>
                  <a:lnTo>
                    <a:pt x="95872" y="271484"/>
                  </a:lnTo>
                  <a:lnTo>
                    <a:pt x="94817" y="271488"/>
                  </a:lnTo>
                  <a:lnTo>
                    <a:pt x="93763" y="271492"/>
                  </a:lnTo>
                  <a:lnTo>
                    <a:pt x="92709" y="271495"/>
                  </a:lnTo>
                  <a:lnTo>
                    <a:pt x="91655" y="271498"/>
                  </a:lnTo>
                  <a:lnTo>
                    <a:pt x="90601" y="271501"/>
                  </a:lnTo>
                  <a:lnTo>
                    <a:pt x="89547" y="271504"/>
                  </a:lnTo>
                  <a:lnTo>
                    <a:pt x="88493" y="271507"/>
                  </a:lnTo>
                  <a:lnTo>
                    <a:pt x="87439" y="271509"/>
                  </a:lnTo>
                  <a:lnTo>
                    <a:pt x="86385" y="271511"/>
                  </a:lnTo>
                  <a:lnTo>
                    <a:pt x="85331" y="271513"/>
                  </a:lnTo>
                  <a:lnTo>
                    <a:pt x="84277" y="271515"/>
                  </a:lnTo>
                  <a:lnTo>
                    <a:pt x="83223" y="271516"/>
                  </a:lnTo>
                  <a:lnTo>
                    <a:pt x="82168" y="271518"/>
                  </a:lnTo>
                  <a:lnTo>
                    <a:pt x="81038" y="271520"/>
                  </a:lnTo>
                  <a:lnTo>
                    <a:pt x="79907" y="271524"/>
                  </a:lnTo>
                  <a:lnTo>
                    <a:pt x="78777" y="271528"/>
                  </a:lnTo>
                  <a:lnTo>
                    <a:pt x="77647" y="271533"/>
                  </a:lnTo>
                  <a:lnTo>
                    <a:pt x="76516" y="271539"/>
                  </a:lnTo>
                  <a:lnTo>
                    <a:pt x="75386" y="271546"/>
                  </a:lnTo>
                  <a:lnTo>
                    <a:pt x="72970" y="271561"/>
                  </a:lnTo>
                  <a:lnTo>
                    <a:pt x="70656" y="271575"/>
                  </a:lnTo>
                  <a:lnTo>
                    <a:pt x="68442" y="271588"/>
                  </a:lnTo>
                  <a:lnTo>
                    <a:pt x="66325" y="271599"/>
                  </a:lnTo>
                  <a:lnTo>
                    <a:pt x="64301" y="271608"/>
                  </a:lnTo>
                  <a:lnTo>
                    <a:pt x="62369" y="271615"/>
                  </a:lnTo>
                  <a:lnTo>
                    <a:pt x="60524" y="271619"/>
                  </a:lnTo>
                  <a:lnTo>
                    <a:pt x="58765" y="271620"/>
                  </a:lnTo>
                  <a:lnTo>
                    <a:pt x="57088" y="271618"/>
                  </a:lnTo>
                  <a:lnTo>
                    <a:pt x="55492" y="271613"/>
                  </a:lnTo>
                  <a:lnTo>
                    <a:pt x="53972" y="271603"/>
                  </a:lnTo>
                  <a:lnTo>
                    <a:pt x="52526" y="271590"/>
                  </a:lnTo>
                  <a:lnTo>
                    <a:pt x="51152" y="271571"/>
                  </a:lnTo>
                  <a:lnTo>
                    <a:pt x="49846" y="271548"/>
                  </a:lnTo>
                  <a:lnTo>
                    <a:pt x="48606" y="271520"/>
                  </a:lnTo>
                  <a:lnTo>
                    <a:pt x="47429" y="271486"/>
                  </a:lnTo>
                  <a:lnTo>
                    <a:pt x="46312" y="271446"/>
                  </a:lnTo>
                  <a:lnTo>
                    <a:pt x="45253" y="271399"/>
                  </a:lnTo>
                  <a:lnTo>
                    <a:pt x="44248" y="271347"/>
                  </a:lnTo>
                  <a:lnTo>
                    <a:pt x="43294" y="271287"/>
                  </a:lnTo>
                  <a:lnTo>
                    <a:pt x="42390" y="271221"/>
                  </a:lnTo>
                  <a:lnTo>
                    <a:pt x="41531" y="271146"/>
                  </a:lnTo>
                  <a:lnTo>
                    <a:pt x="40716" y="271064"/>
                  </a:lnTo>
                  <a:lnTo>
                    <a:pt x="39942" y="270974"/>
                  </a:lnTo>
                  <a:lnTo>
                    <a:pt x="39205" y="270875"/>
                  </a:lnTo>
                  <a:lnTo>
                    <a:pt x="38503" y="270768"/>
                  </a:lnTo>
                  <a:lnTo>
                    <a:pt x="37833" y="270651"/>
                  </a:lnTo>
                  <a:lnTo>
                    <a:pt x="37193" y="270525"/>
                  </a:lnTo>
                  <a:lnTo>
                    <a:pt x="36579" y="270389"/>
                  </a:lnTo>
                  <a:lnTo>
                    <a:pt x="35989" y="270243"/>
                  </a:lnTo>
                  <a:lnTo>
                    <a:pt x="35419" y="270086"/>
                  </a:lnTo>
                  <a:lnTo>
                    <a:pt x="34868" y="269919"/>
                  </a:lnTo>
                  <a:lnTo>
                    <a:pt x="34332" y="269740"/>
                  </a:lnTo>
                  <a:lnTo>
                    <a:pt x="33808" y="269550"/>
                  </a:lnTo>
                  <a:lnTo>
                    <a:pt x="33294" y="269348"/>
                  </a:lnTo>
                  <a:lnTo>
                    <a:pt x="32787" y="269135"/>
                  </a:lnTo>
                  <a:lnTo>
                    <a:pt x="32283" y="268908"/>
                  </a:lnTo>
                  <a:lnTo>
                    <a:pt x="31782" y="268669"/>
                  </a:lnTo>
                  <a:lnTo>
                    <a:pt x="31278" y="268417"/>
                  </a:lnTo>
                  <a:lnTo>
                    <a:pt x="30770" y="268152"/>
                  </a:lnTo>
                  <a:lnTo>
                    <a:pt x="30255" y="267873"/>
                  </a:lnTo>
                  <a:lnTo>
                    <a:pt x="29730" y="267579"/>
                  </a:lnTo>
                  <a:lnTo>
                    <a:pt x="29193" y="267272"/>
                  </a:lnTo>
                  <a:lnTo>
                    <a:pt x="28639" y="266949"/>
                  </a:lnTo>
                  <a:lnTo>
                    <a:pt x="28068" y="266612"/>
                  </a:lnTo>
                  <a:lnTo>
                    <a:pt x="27475" y="266259"/>
                  </a:lnTo>
                  <a:lnTo>
                    <a:pt x="26858" y="265891"/>
                  </a:lnTo>
                  <a:lnTo>
                    <a:pt x="27190" y="264893"/>
                  </a:lnTo>
                  <a:lnTo>
                    <a:pt x="27524" y="263892"/>
                  </a:lnTo>
                  <a:lnTo>
                    <a:pt x="27861" y="262883"/>
                  </a:lnTo>
                  <a:lnTo>
                    <a:pt x="28201" y="261862"/>
                  </a:lnTo>
                  <a:lnTo>
                    <a:pt x="29532" y="261862"/>
                  </a:lnTo>
                  <a:lnTo>
                    <a:pt x="30871" y="261862"/>
                  </a:lnTo>
                  <a:lnTo>
                    <a:pt x="32229" y="261862"/>
                  </a:lnTo>
                  <a:lnTo>
                    <a:pt x="32229" y="260529"/>
                  </a:lnTo>
                  <a:lnTo>
                    <a:pt x="32229" y="259176"/>
                  </a:lnTo>
                  <a:lnTo>
                    <a:pt x="31195" y="259324"/>
                  </a:lnTo>
                  <a:lnTo>
                    <a:pt x="30160" y="259472"/>
                  </a:lnTo>
                  <a:lnTo>
                    <a:pt x="29124" y="259620"/>
                  </a:lnTo>
                  <a:lnTo>
                    <a:pt x="28085" y="259769"/>
                  </a:lnTo>
                  <a:lnTo>
                    <a:pt x="27043" y="259917"/>
                  </a:lnTo>
                  <a:lnTo>
                    <a:pt x="25997" y="260067"/>
                  </a:lnTo>
                  <a:lnTo>
                    <a:pt x="24947" y="260217"/>
                  </a:lnTo>
                  <a:lnTo>
                    <a:pt x="23891" y="260368"/>
                  </a:lnTo>
                  <a:lnTo>
                    <a:pt x="22829" y="260519"/>
                  </a:lnTo>
                  <a:lnTo>
                    <a:pt x="23162" y="259522"/>
                  </a:lnTo>
                  <a:lnTo>
                    <a:pt x="23496" y="258520"/>
                  </a:lnTo>
                  <a:lnTo>
                    <a:pt x="23832" y="257511"/>
                  </a:lnTo>
                  <a:lnTo>
                    <a:pt x="24172" y="256491"/>
                  </a:lnTo>
                  <a:lnTo>
                    <a:pt x="25173" y="256139"/>
                  </a:lnTo>
                  <a:lnTo>
                    <a:pt x="26177" y="255791"/>
                  </a:lnTo>
                  <a:lnTo>
                    <a:pt x="27182" y="255448"/>
                  </a:lnTo>
                  <a:lnTo>
                    <a:pt x="28188" y="255110"/>
                  </a:lnTo>
                  <a:lnTo>
                    <a:pt x="29196" y="254777"/>
                  </a:lnTo>
                  <a:lnTo>
                    <a:pt x="30206" y="254448"/>
                  </a:lnTo>
                  <a:lnTo>
                    <a:pt x="31217" y="254124"/>
                  </a:lnTo>
                  <a:lnTo>
                    <a:pt x="32229" y="253805"/>
                  </a:lnTo>
                  <a:lnTo>
                    <a:pt x="32896" y="252472"/>
                  </a:lnTo>
                  <a:lnTo>
                    <a:pt x="33572" y="251119"/>
                  </a:lnTo>
                  <a:lnTo>
                    <a:pt x="34672" y="250800"/>
                  </a:lnTo>
                  <a:lnTo>
                    <a:pt x="35772" y="250484"/>
                  </a:lnTo>
                  <a:lnTo>
                    <a:pt x="36874" y="250172"/>
                  </a:lnTo>
                  <a:lnTo>
                    <a:pt x="37977" y="249865"/>
                  </a:lnTo>
                  <a:lnTo>
                    <a:pt x="39083" y="249566"/>
                  </a:lnTo>
                  <a:lnTo>
                    <a:pt x="40190" y="249275"/>
                  </a:lnTo>
                  <a:lnTo>
                    <a:pt x="41282" y="248927"/>
                  </a:lnTo>
                  <a:lnTo>
                    <a:pt x="42350" y="248553"/>
                  </a:lnTo>
                  <a:lnTo>
                    <a:pt x="43399" y="248156"/>
                  </a:lnTo>
                  <a:lnTo>
                    <a:pt x="44435" y="247736"/>
                  </a:lnTo>
                  <a:lnTo>
                    <a:pt x="45462" y="247297"/>
                  </a:lnTo>
                  <a:lnTo>
                    <a:pt x="46488" y="246838"/>
                  </a:lnTo>
                  <a:lnTo>
                    <a:pt x="47516" y="246364"/>
                  </a:lnTo>
                  <a:lnTo>
                    <a:pt x="48553" y="245874"/>
                  </a:lnTo>
                  <a:lnTo>
                    <a:pt x="49546" y="245434"/>
                  </a:lnTo>
                  <a:lnTo>
                    <a:pt x="50540" y="245010"/>
                  </a:lnTo>
                  <a:lnTo>
                    <a:pt x="51533" y="244600"/>
                  </a:lnTo>
                  <a:lnTo>
                    <a:pt x="52528" y="244204"/>
                  </a:lnTo>
                  <a:lnTo>
                    <a:pt x="53524" y="243822"/>
                  </a:lnTo>
                  <a:lnTo>
                    <a:pt x="54522" y="243453"/>
                  </a:lnTo>
                  <a:lnTo>
                    <a:pt x="55522" y="243095"/>
                  </a:lnTo>
                  <a:lnTo>
                    <a:pt x="56524" y="242750"/>
                  </a:lnTo>
                  <a:lnTo>
                    <a:pt x="57529" y="242415"/>
                  </a:lnTo>
                  <a:lnTo>
                    <a:pt x="58538" y="242091"/>
                  </a:lnTo>
                  <a:lnTo>
                    <a:pt x="59549" y="241776"/>
                  </a:lnTo>
                  <a:lnTo>
                    <a:pt x="60565" y="241471"/>
                  </a:lnTo>
                  <a:lnTo>
                    <a:pt x="61585" y="241174"/>
                  </a:lnTo>
                  <a:lnTo>
                    <a:pt x="62610" y="240885"/>
                  </a:lnTo>
                  <a:lnTo>
                    <a:pt x="63639" y="240603"/>
                  </a:lnTo>
                  <a:lnTo>
                    <a:pt x="64675" y="240328"/>
                  </a:lnTo>
                  <a:lnTo>
                    <a:pt x="65715" y="240059"/>
                  </a:lnTo>
                  <a:lnTo>
                    <a:pt x="66762" y="239796"/>
                  </a:lnTo>
                  <a:lnTo>
                    <a:pt x="67816" y="239537"/>
                  </a:lnTo>
                  <a:lnTo>
                    <a:pt x="68976" y="239249"/>
                  </a:lnTo>
                  <a:lnTo>
                    <a:pt x="70144" y="238960"/>
                  </a:lnTo>
                  <a:lnTo>
                    <a:pt x="71327" y="238667"/>
                  </a:lnTo>
                  <a:lnTo>
                    <a:pt x="72389" y="238418"/>
                  </a:lnTo>
                  <a:lnTo>
                    <a:pt x="73450" y="238178"/>
                  </a:lnTo>
                  <a:lnTo>
                    <a:pt x="74511" y="237945"/>
                  </a:lnTo>
                  <a:lnTo>
                    <a:pt x="75571" y="237721"/>
                  </a:lnTo>
                  <a:lnTo>
                    <a:pt x="76631" y="237503"/>
                  </a:lnTo>
                  <a:lnTo>
                    <a:pt x="77690" y="237294"/>
                  </a:lnTo>
                  <a:lnTo>
                    <a:pt x="78750" y="237091"/>
                  </a:lnTo>
                  <a:lnTo>
                    <a:pt x="79810" y="236895"/>
                  </a:lnTo>
                  <a:lnTo>
                    <a:pt x="80870" y="236706"/>
                  </a:lnTo>
                  <a:lnTo>
                    <a:pt x="81931" y="236524"/>
                  </a:lnTo>
                  <a:lnTo>
                    <a:pt x="82992" y="236348"/>
                  </a:lnTo>
                  <a:lnTo>
                    <a:pt x="84055" y="236178"/>
                  </a:lnTo>
                  <a:lnTo>
                    <a:pt x="85118" y="236014"/>
                  </a:lnTo>
                  <a:lnTo>
                    <a:pt x="86182" y="235856"/>
                  </a:lnTo>
                  <a:lnTo>
                    <a:pt x="87248" y="235704"/>
                  </a:lnTo>
                  <a:lnTo>
                    <a:pt x="88315" y="235557"/>
                  </a:lnTo>
                  <a:lnTo>
                    <a:pt x="89383" y="235415"/>
                  </a:lnTo>
                  <a:lnTo>
                    <a:pt x="90454" y="235278"/>
                  </a:lnTo>
                  <a:lnTo>
                    <a:pt x="91526" y="235146"/>
                  </a:lnTo>
                  <a:lnTo>
                    <a:pt x="92600" y="235019"/>
                  </a:lnTo>
                  <a:lnTo>
                    <a:pt x="93676" y="234896"/>
                  </a:lnTo>
                  <a:lnTo>
                    <a:pt x="94755" y="234777"/>
                  </a:lnTo>
                  <a:lnTo>
                    <a:pt x="95836" y="234663"/>
                  </a:lnTo>
                  <a:lnTo>
                    <a:pt x="96920" y="234552"/>
                  </a:lnTo>
                  <a:lnTo>
                    <a:pt x="98005" y="234438"/>
                  </a:lnTo>
                  <a:lnTo>
                    <a:pt x="99086" y="234318"/>
                  </a:lnTo>
                  <a:lnTo>
                    <a:pt x="100161" y="234192"/>
                  </a:lnTo>
                  <a:lnTo>
                    <a:pt x="101232" y="234060"/>
                  </a:lnTo>
                  <a:lnTo>
                    <a:pt x="102298" y="233919"/>
                  </a:lnTo>
                  <a:lnTo>
                    <a:pt x="103358" y="233769"/>
                  </a:lnTo>
                  <a:lnTo>
                    <a:pt x="104413" y="233609"/>
                  </a:lnTo>
                  <a:lnTo>
                    <a:pt x="105462" y="233438"/>
                  </a:lnTo>
                  <a:lnTo>
                    <a:pt x="106505" y="233255"/>
                  </a:lnTo>
                  <a:lnTo>
                    <a:pt x="107542" y="233059"/>
                  </a:lnTo>
                  <a:lnTo>
                    <a:pt x="108572" y="232849"/>
                  </a:lnTo>
                  <a:lnTo>
                    <a:pt x="109596" y="232624"/>
                  </a:lnTo>
                  <a:lnTo>
                    <a:pt x="110614" y="232384"/>
                  </a:lnTo>
                  <a:lnTo>
                    <a:pt x="111625" y="232127"/>
                  </a:lnTo>
                  <a:lnTo>
                    <a:pt x="112628" y="231852"/>
                  </a:lnTo>
                  <a:lnTo>
                    <a:pt x="113625" y="231558"/>
                  </a:lnTo>
                  <a:lnTo>
                    <a:pt x="114613" y="231245"/>
                  </a:lnTo>
                  <a:lnTo>
                    <a:pt x="115595" y="230912"/>
                  </a:lnTo>
                  <a:lnTo>
                    <a:pt x="116568" y="230556"/>
                  </a:lnTo>
                  <a:lnTo>
                    <a:pt x="117534" y="230178"/>
                  </a:lnTo>
                  <a:lnTo>
                    <a:pt x="118491" y="229777"/>
                  </a:lnTo>
                  <a:lnTo>
                    <a:pt x="119440" y="229351"/>
                  </a:lnTo>
                  <a:lnTo>
                    <a:pt x="120381" y="228900"/>
                  </a:lnTo>
                  <a:lnTo>
                    <a:pt x="121312" y="228423"/>
                  </a:lnTo>
                  <a:lnTo>
                    <a:pt x="122235" y="227918"/>
                  </a:lnTo>
                  <a:lnTo>
                    <a:pt x="123149" y="227385"/>
                  </a:lnTo>
                  <a:lnTo>
                    <a:pt x="124053" y="226823"/>
                  </a:lnTo>
                  <a:lnTo>
                    <a:pt x="124948" y="226230"/>
                  </a:lnTo>
                  <a:lnTo>
                    <a:pt x="125833" y="225606"/>
                  </a:lnTo>
                  <a:lnTo>
                    <a:pt x="126709" y="224950"/>
                  </a:lnTo>
                  <a:lnTo>
                    <a:pt x="127574" y="224262"/>
                  </a:lnTo>
                  <a:lnTo>
                    <a:pt x="128198" y="223266"/>
                  </a:lnTo>
                  <a:lnTo>
                    <a:pt x="128744" y="222273"/>
                  </a:lnTo>
                  <a:lnTo>
                    <a:pt x="129217" y="221280"/>
                  </a:lnTo>
                  <a:lnTo>
                    <a:pt x="129620" y="220286"/>
                  </a:lnTo>
                  <a:lnTo>
                    <a:pt x="129957" y="219290"/>
                  </a:lnTo>
                  <a:lnTo>
                    <a:pt x="130233" y="218289"/>
                  </a:lnTo>
                  <a:lnTo>
                    <a:pt x="130452" y="217283"/>
                  </a:lnTo>
                  <a:lnTo>
                    <a:pt x="130618" y="216271"/>
                  </a:lnTo>
                  <a:lnTo>
                    <a:pt x="130735" y="215250"/>
                  </a:lnTo>
                  <a:lnTo>
                    <a:pt x="130807" y="214220"/>
                  </a:lnTo>
                  <a:lnTo>
                    <a:pt x="130838" y="213178"/>
                  </a:lnTo>
                  <a:lnTo>
                    <a:pt x="130832" y="212125"/>
                  </a:lnTo>
                  <a:lnTo>
                    <a:pt x="130794" y="211057"/>
                  </a:lnTo>
                  <a:lnTo>
                    <a:pt x="130728" y="209974"/>
                  </a:lnTo>
                  <a:lnTo>
                    <a:pt x="130637" y="208874"/>
                  </a:lnTo>
                  <a:lnTo>
                    <a:pt x="130526" y="207757"/>
                  </a:lnTo>
                  <a:lnTo>
                    <a:pt x="130399" y="206619"/>
                  </a:lnTo>
                  <a:lnTo>
                    <a:pt x="130260" y="205461"/>
                  </a:lnTo>
                  <a:lnTo>
                    <a:pt x="129767" y="204430"/>
                  </a:lnTo>
                  <a:lnTo>
                    <a:pt x="129256" y="203467"/>
                  </a:lnTo>
                  <a:lnTo>
                    <a:pt x="128724" y="202558"/>
                  </a:lnTo>
                  <a:lnTo>
                    <a:pt x="128166" y="201687"/>
                  </a:lnTo>
                  <a:lnTo>
                    <a:pt x="127581" y="200841"/>
                  </a:lnTo>
                  <a:lnTo>
                    <a:pt x="126963" y="200005"/>
                  </a:lnTo>
                  <a:lnTo>
                    <a:pt x="126311" y="199163"/>
                  </a:lnTo>
                  <a:lnTo>
                    <a:pt x="125620" y="198301"/>
                  </a:lnTo>
                  <a:lnTo>
                    <a:pt x="124888" y="197404"/>
                  </a:lnTo>
                  <a:lnTo>
                    <a:pt x="124888" y="196071"/>
                  </a:lnTo>
                  <a:lnTo>
                    <a:pt x="124888" y="194718"/>
                  </a:lnTo>
                  <a:lnTo>
                    <a:pt x="124325" y="194489"/>
                  </a:lnTo>
                  <a:lnTo>
                    <a:pt x="122621" y="193794"/>
                  </a:lnTo>
                  <a:lnTo>
                    <a:pt x="121791" y="193307"/>
                  </a:lnTo>
                  <a:lnTo>
                    <a:pt x="120966" y="192792"/>
                  </a:lnTo>
                  <a:lnTo>
                    <a:pt x="120146" y="192250"/>
                  </a:lnTo>
                  <a:lnTo>
                    <a:pt x="119331" y="191681"/>
                  </a:lnTo>
                  <a:lnTo>
                    <a:pt x="118521" y="191088"/>
                  </a:lnTo>
                  <a:lnTo>
                    <a:pt x="117717" y="190471"/>
                  </a:lnTo>
                  <a:lnTo>
                    <a:pt x="116919" y="189830"/>
                  </a:lnTo>
                  <a:lnTo>
                    <a:pt x="116126" y="189169"/>
                  </a:lnTo>
                  <a:lnTo>
                    <a:pt x="115340" y="188486"/>
                  </a:lnTo>
                  <a:lnTo>
                    <a:pt x="114560" y="187784"/>
                  </a:lnTo>
                  <a:lnTo>
                    <a:pt x="113786" y="187064"/>
                  </a:lnTo>
                  <a:lnTo>
                    <a:pt x="113018" y="186326"/>
                  </a:lnTo>
                  <a:lnTo>
                    <a:pt x="112257" y="185572"/>
                  </a:lnTo>
                  <a:lnTo>
                    <a:pt x="111503" y="184803"/>
                  </a:lnTo>
                  <a:lnTo>
                    <a:pt x="110756" y="184020"/>
                  </a:lnTo>
                  <a:lnTo>
                    <a:pt x="110016" y="183224"/>
                  </a:lnTo>
                  <a:lnTo>
                    <a:pt x="109284" y="182416"/>
                  </a:lnTo>
                  <a:lnTo>
                    <a:pt x="108559" y="181597"/>
                  </a:lnTo>
                  <a:lnTo>
                    <a:pt x="107841" y="180768"/>
                  </a:lnTo>
                  <a:lnTo>
                    <a:pt x="107132" y="179931"/>
                  </a:lnTo>
                  <a:lnTo>
                    <a:pt x="106430" y="179086"/>
                  </a:lnTo>
                  <a:lnTo>
                    <a:pt x="105736" y="178235"/>
                  </a:lnTo>
                  <a:lnTo>
                    <a:pt x="105051" y="177378"/>
                  </a:lnTo>
                  <a:lnTo>
                    <a:pt x="104374" y="176517"/>
                  </a:lnTo>
                  <a:lnTo>
                    <a:pt x="103706" y="175653"/>
                  </a:lnTo>
                  <a:lnTo>
                    <a:pt x="103046" y="174787"/>
                  </a:lnTo>
                  <a:lnTo>
                    <a:pt x="102396" y="173920"/>
                  </a:lnTo>
                  <a:lnTo>
                    <a:pt x="101754" y="173053"/>
                  </a:lnTo>
                  <a:lnTo>
                    <a:pt x="101122" y="172187"/>
                  </a:lnTo>
                  <a:lnTo>
                    <a:pt x="100499" y="171323"/>
                  </a:lnTo>
                  <a:lnTo>
                    <a:pt x="99886" y="170463"/>
                  </a:lnTo>
                  <a:lnTo>
                    <a:pt x="99283" y="169607"/>
                  </a:lnTo>
                  <a:lnTo>
                    <a:pt x="98689" y="168757"/>
                  </a:lnTo>
                  <a:lnTo>
                    <a:pt x="98106" y="167913"/>
                  </a:lnTo>
                  <a:lnTo>
                    <a:pt x="97532" y="167077"/>
                  </a:lnTo>
                  <a:lnTo>
                    <a:pt x="96970" y="166250"/>
                  </a:lnTo>
                  <a:lnTo>
                    <a:pt x="96417" y="165432"/>
                  </a:lnTo>
                  <a:lnTo>
                    <a:pt x="95876" y="164626"/>
                  </a:lnTo>
                  <a:lnTo>
                    <a:pt x="95345" y="163832"/>
                  </a:lnTo>
                  <a:lnTo>
                    <a:pt x="95118" y="162417"/>
                  </a:lnTo>
                  <a:lnTo>
                    <a:pt x="94969" y="161400"/>
                  </a:lnTo>
                  <a:lnTo>
                    <a:pt x="94867" y="160494"/>
                  </a:lnTo>
                  <a:lnTo>
                    <a:pt x="94779" y="159413"/>
                  </a:lnTo>
                  <a:lnTo>
                    <a:pt x="94673" y="157872"/>
                  </a:lnTo>
                  <a:lnTo>
                    <a:pt x="94577" y="156680"/>
                  </a:lnTo>
                  <a:lnTo>
                    <a:pt x="94450" y="155549"/>
                  </a:lnTo>
                  <a:lnTo>
                    <a:pt x="94290" y="154467"/>
                  </a:lnTo>
                  <a:lnTo>
                    <a:pt x="94091" y="153425"/>
                  </a:lnTo>
                  <a:lnTo>
                    <a:pt x="93851" y="152412"/>
                  </a:lnTo>
                  <a:lnTo>
                    <a:pt x="93566" y="151419"/>
                  </a:lnTo>
                  <a:lnTo>
                    <a:pt x="93230" y="150433"/>
                  </a:lnTo>
                  <a:lnTo>
                    <a:pt x="92842" y="149447"/>
                  </a:lnTo>
                  <a:lnTo>
                    <a:pt x="92396" y="148448"/>
                  </a:lnTo>
                  <a:lnTo>
                    <a:pt x="91888" y="147427"/>
                  </a:lnTo>
                  <a:lnTo>
                    <a:pt x="91316" y="146374"/>
                  </a:lnTo>
                  <a:lnTo>
                    <a:pt x="90208" y="146374"/>
                  </a:lnTo>
                  <a:lnTo>
                    <a:pt x="89098" y="146374"/>
                  </a:lnTo>
                  <a:lnTo>
                    <a:pt x="87984" y="146374"/>
                  </a:lnTo>
                  <a:lnTo>
                    <a:pt x="86865" y="146374"/>
                  </a:lnTo>
                  <a:lnTo>
                    <a:pt x="85738" y="146374"/>
                  </a:lnTo>
                  <a:lnTo>
                    <a:pt x="84602" y="146374"/>
                  </a:lnTo>
                  <a:lnTo>
                    <a:pt x="84602" y="147707"/>
                  </a:lnTo>
                  <a:lnTo>
                    <a:pt x="84602" y="149060"/>
                  </a:lnTo>
                  <a:lnTo>
                    <a:pt x="83542" y="149621"/>
                  </a:lnTo>
                  <a:lnTo>
                    <a:pt x="82477" y="150185"/>
                  </a:lnTo>
                  <a:lnTo>
                    <a:pt x="81405" y="150753"/>
                  </a:lnTo>
                  <a:lnTo>
                    <a:pt x="80321" y="151327"/>
                  </a:lnTo>
                  <a:lnTo>
                    <a:pt x="79299" y="151919"/>
                  </a:lnTo>
                  <a:lnTo>
                    <a:pt x="78346" y="152502"/>
                  </a:lnTo>
                  <a:lnTo>
                    <a:pt x="77451" y="153084"/>
                  </a:lnTo>
                  <a:lnTo>
                    <a:pt x="76598" y="153677"/>
                  </a:lnTo>
                  <a:lnTo>
                    <a:pt x="75776" y="154288"/>
                  </a:lnTo>
                  <a:lnTo>
                    <a:pt x="74973" y="154927"/>
                  </a:lnTo>
                  <a:lnTo>
                    <a:pt x="74173" y="155604"/>
                  </a:lnTo>
                  <a:lnTo>
                    <a:pt x="73366" y="156329"/>
                  </a:lnTo>
                  <a:lnTo>
                    <a:pt x="72538" y="157110"/>
                  </a:lnTo>
                  <a:lnTo>
                    <a:pt x="71676" y="157957"/>
                  </a:lnTo>
                  <a:lnTo>
                    <a:pt x="70814" y="158792"/>
                  </a:lnTo>
                  <a:lnTo>
                    <a:pt x="69982" y="159540"/>
                  </a:lnTo>
                  <a:lnTo>
                    <a:pt x="69169" y="160209"/>
                  </a:lnTo>
                  <a:lnTo>
                    <a:pt x="68360" y="160809"/>
                  </a:lnTo>
                  <a:lnTo>
                    <a:pt x="67544" y="161349"/>
                  </a:lnTo>
                  <a:lnTo>
                    <a:pt x="66708" y="161837"/>
                  </a:lnTo>
                  <a:lnTo>
                    <a:pt x="65839" y="162284"/>
                  </a:lnTo>
                  <a:lnTo>
                    <a:pt x="64923" y="162697"/>
                  </a:lnTo>
                  <a:lnTo>
                    <a:pt x="63949" y="163087"/>
                  </a:lnTo>
                  <a:lnTo>
                    <a:pt x="62903" y="163462"/>
                  </a:lnTo>
                  <a:lnTo>
                    <a:pt x="61773" y="163832"/>
                  </a:lnTo>
                  <a:lnTo>
                    <a:pt x="61773" y="165165"/>
                  </a:lnTo>
                  <a:lnTo>
                    <a:pt x="61773" y="166518"/>
                  </a:lnTo>
                  <a:lnTo>
                    <a:pt x="60671" y="167353"/>
                  </a:lnTo>
                  <a:lnTo>
                    <a:pt x="59855" y="167950"/>
                  </a:lnTo>
                  <a:lnTo>
                    <a:pt x="59076" y="168473"/>
                  </a:lnTo>
                  <a:lnTo>
                    <a:pt x="58091" y="169087"/>
                  </a:lnTo>
                  <a:lnTo>
                    <a:pt x="56654" y="169958"/>
                  </a:lnTo>
                  <a:lnTo>
                    <a:pt x="56230" y="170219"/>
                  </a:lnTo>
                  <a:lnTo>
                    <a:pt x="55483" y="170677"/>
                  </a:lnTo>
                  <a:lnTo>
                    <a:pt x="53773" y="171727"/>
                  </a:lnTo>
                  <a:lnTo>
                    <a:pt x="52746" y="172288"/>
                  </a:lnTo>
                  <a:lnTo>
                    <a:pt x="51936" y="172715"/>
                  </a:lnTo>
                  <a:lnTo>
                    <a:pt x="51224" y="173057"/>
                  </a:lnTo>
                  <a:lnTo>
                    <a:pt x="50494" y="173364"/>
                  </a:lnTo>
                  <a:lnTo>
                    <a:pt x="49625" y="173686"/>
                  </a:lnTo>
                  <a:lnTo>
                    <a:pt x="48501" y="174073"/>
                  </a:lnTo>
                  <a:lnTo>
                    <a:pt x="47001" y="174575"/>
                  </a:lnTo>
                  <a:lnTo>
                    <a:pt x="47001" y="175908"/>
                  </a:lnTo>
                  <a:lnTo>
                    <a:pt x="47001" y="177261"/>
                  </a:lnTo>
                  <a:lnTo>
                    <a:pt x="45668" y="177261"/>
                  </a:lnTo>
                  <a:lnTo>
                    <a:pt x="44315" y="177261"/>
                  </a:lnTo>
                  <a:lnTo>
                    <a:pt x="44499" y="176126"/>
                  </a:lnTo>
                  <a:lnTo>
                    <a:pt x="44712" y="175034"/>
                  </a:lnTo>
                  <a:lnTo>
                    <a:pt x="44955" y="173979"/>
                  </a:lnTo>
                  <a:lnTo>
                    <a:pt x="45227" y="172957"/>
                  </a:lnTo>
                  <a:lnTo>
                    <a:pt x="45529" y="171961"/>
                  </a:lnTo>
                  <a:lnTo>
                    <a:pt x="45861" y="170987"/>
                  </a:lnTo>
                  <a:lnTo>
                    <a:pt x="46223" y="170029"/>
                  </a:lnTo>
                  <a:lnTo>
                    <a:pt x="46615" y="169082"/>
                  </a:lnTo>
                  <a:lnTo>
                    <a:pt x="47037" y="168140"/>
                  </a:lnTo>
                  <a:lnTo>
                    <a:pt x="47489" y="167199"/>
                  </a:lnTo>
                  <a:lnTo>
                    <a:pt x="47972" y="166252"/>
                  </a:lnTo>
                  <a:lnTo>
                    <a:pt x="48485" y="165295"/>
                  </a:lnTo>
                  <a:lnTo>
                    <a:pt x="49029" y="164322"/>
                  </a:lnTo>
                  <a:lnTo>
                    <a:pt x="49604" y="163328"/>
                  </a:lnTo>
                  <a:lnTo>
                    <a:pt x="50155" y="162338"/>
                  </a:lnTo>
                  <a:lnTo>
                    <a:pt x="50687" y="161360"/>
                  </a:lnTo>
                  <a:lnTo>
                    <a:pt x="51199" y="160390"/>
                  </a:lnTo>
                  <a:lnTo>
                    <a:pt x="51692" y="159426"/>
                  </a:lnTo>
                  <a:lnTo>
                    <a:pt x="52165" y="158466"/>
                  </a:lnTo>
                  <a:lnTo>
                    <a:pt x="52619" y="157507"/>
                  </a:lnTo>
                  <a:lnTo>
                    <a:pt x="53053" y="156547"/>
                  </a:lnTo>
                  <a:lnTo>
                    <a:pt x="53470" y="155584"/>
                  </a:lnTo>
                  <a:lnTo>
                    <a:pt x="53867" y="154616"/>
                  </a:lnTo>
                  <a:lnTo>
                    <a:pt x="54246" y="153639"/>
                  </a:lnTo>
                  <a:lnTo>
                    <a:pt x="54607" y="152652"/>
                  </a:lnTo>
                  <a:lnTo>
                    <a:pt x="54950" y="151652"/>
                  </a:lnTo>
                  <a:lnTo>
                    <a:pt x="55275" y="150636"/>
                  </a:lnTo>
                  <a:lnTo>
                    <a:pt x="55582" y="149603"/>
                  </a:lnTo>
                  <a:lnTo>
                    <a:pt x="55872" y="148550"/>
                  </a:lnTo>
                  <a:lnTo>
                    <a:pt x="56145" y="147475"/>
                  </a:lnTo>
                  <a:lnTo>
                    <a:pt x="56401" y="146374"/>
                  </a:lnTo>
                  <a:lnTo>
                    <a:pt x="57734" y="146374"/>
                  </a:lnTo>
                  <a:lnTo>
                    <a:pt x="59087" y="146374"/>
                  </a:lnTo>
                  <a:lnTo>
                    <a:pt x="58962" y="144958"/>
                  </a:lnTo>
                  <a:lnTo>
                    <a:pt x="58834" y="143521"/>
                  </a:lnTo>
                  <a:lnTo>
                    <a:pt x="58942" y="142371"/>
                  </a:lnTo>
                  <a:lnTo>
                    <a:pt x="59106" y="141283"/>
                  </a:lnTo>
                  <a:lnTo>
                    <a:pt x="59325" y="140246"/>
                  </a:lnTo>
                  <a:lnTo>
                    <a:pt x="59594" y="139251"/>
                  </a:lnTo>
                  <a:lnTo>
                    <a:pt x="59909" y="138288"/>
                  </a:lnTo>
                  <a:lnTo>
                    <a:pt x="60268" y="137346"/>
                  </a:lnTo>
                  <a:lnTo>
                    <a:pt x="60665" y="136417"/>
                  </a:lnTo>
                  <a:lnTo>
                    <a:pt x="61098" y="135489"/>
                  </a:lnTo>
                  <a:lnTo>
                    <a:pt x="61564" y="134554"/>
                  </a:lnTo>
                  <a:lnTo>
                    <a:pt x="62058" y="133601"/>
                  </a:lnTo>
                  <a:lnTo>
                    <a:pt x="62576" y="132621"/>
                  </a:lnTo>
                  <a:lnTo>
                    <a:pt x="63116" y="131603"/>
                  </a:lnTo>
                  <a:lnTo>
                    <a:pt x="62059" y="131894"/>
                  </a:lnTo>
                  <a:lnTo>
                    <a:pt x="60999" y="132186"/>
                  </a:lnTo>
                  <a:lnTo>
                    <a:pt x="59931" y="132480"/>
                  </a:lnTo>
                  <a:lnTo>
                    <a:pt x="58851" y="132778"/>
                  </a:lnTo>
                  <a:lnTo>
                    <a:pt x="57740" y="133080"/>
                  </a:lnTo>
                  <a:lnTo>
                    <a:pt x="56628" y="133382"/>
                  </a:lnTo>
                  <a:lnTo>
                    <a:pt x="55518" y="133684"/>
                  </a:lnTo>
                  <a:lnTo>
                    <a:pt x="54407" y="133986"/>
                  </a:lnTo>
                  <a:lnTo>
                    <a:pt x="53296" y="134288"/>
                  </a:lnTo>
                  <a:lnTo>
                    <a:pt x="51902" y="134674"/>
                  </a:lnTo>
                  <a:lnTo>
                    <a:pt x="50487" y="135065"/>
                  </a:lnTo>
                  <a:lnTo>
                    <a:pt x="49417" y="135351"/>
                  </a:lnTo>
                  <a:lnTo>
                    <a:pt x="48368" y="135623"/>
                  </a:lnTo>
                  <a:lnTo>
                    <a:pt x="47333" y="135878"/>
                  </a:lnTo>
                  <a:lnTo>
                    <a:pt x="46308" y="136112"/>
                  </a:lnTo>
                  <a:lnTo>
                    <a:pt x="45287" y="136325"/>
                  </a:lnTo>
                  <a:lnTo>
                    <a:pt x="44264" y="136512"/>
                  </a:lnTo>
                  <a:lnTo>
                    <a:pt x="43235" y="136671"/>
                  </a:lnTo>
                  <a:lnTo>
                    <a:pt x="42194" y="136800"/>
                  </a:lnTo>
                  <a:lnTo>
                    <a:pt x="41135" y="136895"/>
                  </a:lnTo>
                  <a:lnTo>
                    <a:pt x="40054" y="136954"/>
                  </a:lnTo>
                  <a:lnTo>
                    <a:pt x="38944" y="136974"/>
                  </a:lnTo>
                  <a:lnTo>
                    <a:pt x="39205" y="135911"/>
                  </a:lnTo>
                  <a:lnTo>
                    <a:pt x="39474" y="134857"/>
                  </a:lnTo>
                  <a:lnTo>
                    <a:pt x="39752" y="133809"/>
                  </a:lnTo>
                  <a:lnTo>
                    <a:pt x="40038" y="132767"/>
                  </a:lnTo>
                  <a:lnTo>
                    <a:pt x="40334" y="131728"/>
                  </a:lnTo>
                  <a:lnTo>
                    <a:pt x="40641" y="130691"/>
                  </a:lnTo>
                  <a:lnTo>
                    <a:pt x="40958" y="129655"/>
                  </a:lnTo>
                  <a:lnTo>
                    <a:pt x="41288" y="128616"/>
                  </a:lnTo>
                  <a:lnTo>
                    <a:pt x="41629" y="127574"/>
                  </a:lnTo>
                  <a:lnTo>
                    <a:pt x="42962" y="127574"/>
                  </a:lnTo>
                  <a:lnTo>
                    <a:pt x="44315" y="127574"/>
                  </a:lnTo>
                  <a:lnTo>
                    <a:pt x="44315" y="126510"/>
                  </a:lnTo>
                  <a:lnTo>
                    <a:pt x="44315" y="125443"/>
                  </a:lnTo>
                  <a:lnTo>
                    <a:pt x="44315" y="124372"/>
                  </a:lnTo>
                  <a:lnTo>
                    <a:pt x="44315" y="123292"/>
                  </a:lnTo>
                  <a:lnTo>
                    <a:pt x="44315" y="122202"/>
                  </a:lnTo>
                  <a:lnTo>
                    <a:pt x="45648" y="122202"/>
                  </a:lnTo>
                  <a:lnTo>
                    <a:pt x="47001" y="122202"/>
                  </a:lnTo>
                  <a:lnTo>
                    <a:pt x="47296" y="121168"/>
                  </a:lnTo>
                  <a:lnTo>
                    <a:pt x="47592" y="120133"/>
                  </a:lnTo>
                  <a:lnTo>
                    <a:pt x="47888" y="119097"/>
                  </a:lnTo>
                  <a:lnTo>
                    <a:pt x="48185" y="118058"/>
                  </a:lnTo>
                  <a:lnTo>
                    <a:pt x="48483" y="117016"/>
                  </a:lnTo>
                  <a:lnTo>
                    <a:pt x="48782" y="115970"/>
                  </a:lnTo>
                  <a:lnTo>
                    <a:pt x="49082" y="114920"/>
                  </a:lnTo>
                  <a:lnTo>
                    <a:pt x="49383" y="113864"/>
                  </a:lnTo>
                  <a:lnTo>
                    <a:pt x="49687" y="112802"/>
                  </a:lnTo>
                  <a:lnTo>
                    <a:pt x="48553" y="112721"/>
                  </a:lnTo>
                  <a:lnTo>
                    <a:pt x="47412" y="112639"/>
                  </a:lnTo>
                  <a:lnTo>
                    <a:pt x="46256" y="112555"/>
                  </a:lnTo>
                  <a:lnTo>
                    <a:pt x="45772" y="112519"/>
                  </a:lnTo>
                  <a:lnTo>
                    <a:pt x="45146" y="112471"/>
                  </a:lnTo>
                  <a:lnTo>
                    <a:pt x="43961" y="112380"/>
                  </a:lnTo>
                  <a:lnTo>
                    <a:pt x="41797" y="112214"/>
                  </a:lnTo>
                  <a:lnTo>
                    <a:pt x="41316" y="112179"/>
                  </a:lnTo>
                  <a:lnTo>
                    <a:pt x="40694" y="112132"/>
                  </a:lnTo>
                  <a:lnTo>
                    <a:pt x="39513" y="112044"/>
                  </a:lnTo>
                  <a:lnTo>
                    <a:pt x="37359" y="111884"/>
                  </a:lnTo>
                  <a:lnTo>
                    <a:pt x="35751" y="111699"/>
                  </a:lnTo>
                  <a:lnTo>
                    <a:pt x="34595" y="111535"/>
                  </a:lnTo>
                  <a:lnTo>
                    <a:pt x="33710" y="111345"/>
                  </a:lnTo>
                  <a:lnTo>
                    <a:pt x="32917" y="111077"/>
                  </a:lnTo>
                  <a:lnTo>
                    <a:pt x="32035" y="110684"/>
                  </a:lnTo>
                  <a:lnTo>
                    <a:pt x="30886" y="110116"/>
                  </a:lnTo>
                  <a:lnTo>
                    <a:pt x="29719" y="109974"/>
                  </a:lnTo>
                  <a:lnTo>
                    <a:pt x="28551" y="109841"/>
                  </a:lnTo>
                  <a:lnTo>
                    <a:pt x="27381" y="109718"/>
                  </a:lnTo>
                  <a:lnTo>
                    <a:pt x="26211" y="109604"/>
                  </a:lnTo>
                  <a:lnTo>
                    <a:pt x="25039" y="109498"/>
                  </a:lnTo>
                  <a:lnTo>
                    <a:pt x="23867" y="109398"/>
                  </a:lnTo>
                  <a:lnTo>
                    <a:pt x="22828" y="109310"/>
                  </a:lnTo>
                  <a:lnTo>
                    <a:pt x="21785" y="109222"/>
                  </a:lnTo>
                  <a:lnTo>
                    <a:pt x="20734" y="109133"/>
                  </a:lnTo>
                  <a:lnTo>
                    <a:pt x="19671" y="109044"/>
                  </a:lnTo>
                  <a:lnTo>
                    <a:pt x="18582" y="108956"/>
                  </a:lnTo>
                  <a:lnTo>
                    <a:pt x="17490" y="108868"/>
                  </a:lnTo>
                  <a:lnTo>
                    <a:pt x="16389" y="108780"/>
                  </a:lnTo>
                  <a:lnTo>
                    <a:pt x="15275" y="108690"/>
                  </a:lnTo>
                  <a:lnTo>
                    <a:pt x="14179" y="108599"/>
                  </a:lnTo>
                  <a:lnTo>
                    <a:pt x="13078" y="108507"/>
                  </a:lnTo>
                  <a:lnTo>
                    <a:pt x="11969" y="108414"/>
                  </a:lnTo>
                  <a:lnTo>
                    <a:pt x="10848" y="108320"/>
                  </a:lnTo>
                  <a:lnTo>
                    <a:pt x="9763" y="108230"/>
                  </a:lnTo>
                  <a:lnTo>
                    <a:pt x="8679" y="108140"/>
                  </a:lnTo>
                  <a:lnTo>
                    <a:pt x="7594" y="108050"/>
                  </a:lnTo>
                  <a:lnTo>
                    <a:pt x="6509" y="107961"/>
                  </a:lnTo>
                  <a:lnTo>
                    <a:pt x="5425" y="107872"/>
                  </a:lnTo>
                  <a:lnTo>
                    <a:pt x="4340" y="107783"/>
                  </a:lnTo>
                  <a:lnTo>
                    <a:pt x="3255" y="107694"/>
                  </a:lnTo>
                  <a:lnTo>
                    <a:pt x="2170" y="107606"/>
                  </a:lnTo>
                  <a:lnTo>
                    <a:pt x="1085" y="107518"/>
                  </a:lnTo>
                  <a:lnTo>
                    <a:pt x="0" y="107431"/>
                  </a:lnTo>
                  <a:lnTo>
                    <a:pt x="0" y="106367"/>
                  </a:lnTo>
                  <a:lnTo>
                    <a:pt x="0" y="105300"/>
                  </a:lnTo>
                  <a:lnTo>
                    <a:pt x="0" y="104228"/>
                  </a:lnTo>
                  <a:lnTo>
                    <a:pt x="0" y="103149"/>
                  </a:lnTo>
                  <a:lnTo>
                    <a:pt x="0" y="102059"/>
                  </a:lnTo>
                  <a:lnTo>
                    <a:pt x="1317" y="101984"/>
                  </a:lnTo>
                  <a:lnTo>
                    <a:pt x="2655" y="101907"/>
                  </a:lnTo>
                  <a:lnTo>
                    <a:pt x="4626" y="101758"/>
                  </a:lnTo>
                  <a:lnTo>
                    <a:pt x="6326" y="101625"/>
                  </a:lnTo>
                  <a:lnTo>
                    <a:pt x="7789" y="101501"/>
                  </a:lnTo>
                  <a:lnTo>
                    <a:pt x="9044" y="101379"/>
                  </a:lnTo>
                  <a:lnTo>
                    <a:pt x="10126" y="101253"/>
                  </a:lnTo>
                  <a:lnTo>
                    <a:pt x="11064" y="101115"/>
                  </a:lnTo>
                  <a:lnTo>
                    <a:pt x="11893" y="100959"/>
                  </a:lnTo>
                  <a:lnTo>
                    <a:pt x="12643" y="100778"/>
                  </a:lnTo>
                  <a:lnTo>
                    <a:pt x="13347" y="100566"/>
                  </a:lnTo>
                  <a:lnTo>
                    <a:pt x="14036" y="100314"/>
                  </a:lnTo>
                  <a:lnTo>
                    <a:pt x="14743" y="100017"/>
                  </a:lnTo>
                  <a:lnTo>
                    <a:pt x="15500" y="99668"/>
                  </a:lnTo>
                  <a:lnTo>
                    <a:pt x="16338" y="99260"/>
                  </a:lnTo>
                  <a:lnTo>
                    <a:pt x="17290" y="98785"/>
                  </a:lnTo>
                  <a:lnTo>
                    <a:pt x="18289" y="98308"/>
                  </a:lnTo>
                  <a:lnTo>
                    <a:pt x="19285" y="97875"/>
                  </a:lnTo>
                  <a:lnTo>
                    <a:pt x="20277" y="97484"/>
                  </a:lnTo>
                  <a:lnTo>
                    <a:pt x="21267" y="97131"/>
                  </a:lnTo>
                  <a:lnTo>
                    <a:pt x="22257" y="96813"/>
                  </a:lnTo>
                  <a:lnTo>
                    <a:pt x="23249" y="96527"/>
                  </a:lnTo>
                  <a:lnTo>
                    <a:pt x="24245" y="96268"/>
                  </a:lnTo>
                  <a:lnTo>
                    <a:pt x="25244" y="96034"/>
                  </a:lnTo>
                  <a:lnTo>
                    <a:pt x="26251" y="95822"/>
                  </a:lnTo>
                  <a:lnTo>
                    <a:pt x="27264" y="95626"/>
                  </a:lnTo>
                  <a:lnTo>
                    <a:pt x="28288" y="95446"/>
                  </a:lnTo>
                  <a:lnTo>
                    <a:pt x="29322" y="95276"/>
                  </a:lnTo>
                  <a:lnTo>
                    <a:pt x="30369" y="95113"/>
                  </a:lnTo>
                  <a:lnTo>
                    <a:pt x="31429" y="94955"/>
                  </a:lnTo>
                  <a:lnTo>
                    <a:pt x="32506" y="94797"/>
                  </a:lnTo>
                  <a:lnTo>
                    <a:pt x="33599" y="94637"/>
                  </a:lnTo>
                  <a:lnTo>
                    <a:pt x="34745" y="94449"/>
                  </a:lnTo>
                  <a:lnTo>
                    <a:pt x="35881" y="94248"/>
                  </a:lnTo>
                  <a:lnTo>
                    <a:pt x="37009" y="94036"/>
                  </a:lnTo>
                  <a:lnTo>
                    <a:pt x="38132" y="93811"/>
                  </a:lnTo>
                  <a:lnTo>
                    <a:pt x="39251" y="93573"/>
                  </a:lnTo>
                  <a:lnTo>
                    <a:pt x="40368" y="93323"/>
                  </a:lnTo>
                  <a:lnTo>
                    <a:pt x="41485" y="93059"/>
                  </a:lnTo>
                  <a:lnTo>
                    <a:pt x="42604" y="92782"/>
                  </a:lnTo>
                  <a:lnTo>
                    <a:pt x="43727" y="92491"/>
                  </a:lnTo>
                  <a:lnTo>
                    <a:pt x="45259" y="92103"/>
                  </a:lnTo>
                  <a:lnTo>
                    <a:pt x="46459" y="91812"/>
                  </a:lnTo>
                  <a:lnTo>
                    <a:pt x="47429" y="91603"/>
                  </a:lnTo>
                  <a:lnTo>
                    <a:pt x="48270" y="91463"/>
                  </a:lnTo>
                  <a:lnTo>
                    <a:pt x="49084" y="91378"/>
                  </a:lnTo>
                  <a:lnTo>
                    <a:pt x="49971" y="91334"/>
                  </a:lnTo>
                  <a:lnTo>
                    <a:pt x="51034" y="91318"/>
                  </a:lnTo>
                  <a:lnTo>
                    <a:pt x="52373" y="91316"/>
                  </a:lnTo>
                  <a:lnTo>
                    <a:pt x="52003" y="90896"/>
                  </a:lnTo>
                  <a:lnTo>
                    <a:pt x="51350" y="90156"/>
                  </a:lnTo>
                  <a:lnTo>
                    <a:pt x="49855" y="88462"/>
                  </a:lnTo>
                  <a:lnTo>
                    <a:pt x="49159" y="87490"/>
                  </a:lnTo>
                  <a:lnTo>
                    <a:pt x="48524" y="86537"/>
                  </a:lnTo>
                  <a:lnTo>
                    <a:pt x="47945" y="85597"/>
                  </a:lnTo>
                  <a:lnTo>
                    <a:pt x="47415" y="84663"/>
                  </a:lnTo>
                  <a:lnTo>
                    <a:pt x="46930" y="83727"/>
                  </a:lnTo>
                  <a:lnTo>
                    <a:pt x="46483" y="82783"/>
                  </a:lnTo>
                  <a:lnTo>
                    <a:pt x="46070" y="81823"/>
                  </a:lnTo>
                  <a:lnTo>
                    <a:pt x="45685" y="80841"/>
                  </a:lnTo>
                  <a:lnTo>
                    <a:pt x="45323" y="79829"/>
                  </a:lnTo>
                  <a:lnTo>
                    <a:pt x="44977" y="78780"/>
                  </a:lnTo>
                  <a:lnTo>
                    <a:pt x="44643" y="77688"/>
                  </a:lnTo>
                  <a:lnTo>
                    <a:pt x="44315" y="76544"/>
                  </a:lnTo>
                  <a:lnTo>
                    <a:pt x="42982" y="76544"/>
                  </a:lnTo>
                  <a:lnTo>
                    <a:pt x="41629" y="76544"/>
                  </a:lnTo>
                  <a:lnTo>
                    <a:pt x="40918" y="75524"/>
                  </a:lnTo>
                  <a:lnTo>
                    <a:pt x="40277" y="74576"/>
                  </a:lnTo>
                  <a:lnTo>
                    <a:pt x="39707" y="73679"/>
                  </a:lnTo>
                  <a:lnTo>
                    <a:pt x="39207" y="72812"/>
                  </a:lnTo>
                  <a:lnTo>
                    <a:pt x="38777" y="71955"/>
                  </a:lnTo>
                  <a:lnTo>
                    <a:pt x="38414" y="71084"/>
                  </a:lnTo>
                  <a:lnTo>
                    <a:pt x="38119" y="70180"/>
                  </a:lnTo>
                  <a:lnTo>
                    <a:pt x="37891" y="69221"/>
                  </a:lnTo>
                  <a:lnTo>
                    <a:pt x="37729" y="68186"/>
                  </a:lnTo>
                  <a:lnTo>
                    <a:pt x="37633" y="67053"/>
                  </a:lnTo>
                  <a:lnTo>
                    <a:pt x="37601" y="65801"/>
                  </a:lnTo>
                  <a:lnTo>
                    <a:pt x="36268" y="65801"/>
                  </a:lnTo>
                  <a:lnTo>
                    <a:pt x="34915" y="65801"/>
                  </a:lnTo>
                  <a:lnTo>
                    <a:pt x="34915" y="64470"/>
                  </a:lnTo>
                  <a:lnTo>
                    <a:pt x="34915" y="63130"/>
                  </a:lnTo>
                  <a:lnTo>
                    <a:pt x="34915" y="61773"/>
                  </a:lnTo>
                  <a:lnTo>
                    <a:pt x="35984" y="61759"/>
                  </a:lnTo>
                  <a:lnTo>
                    <a:pt x="37049" y="61752"/>
                  </a:lnTo>
                  <a:lnTo>
                    <a:pt x="38110" y="61751"/>
                  </a:lnTo>
                  <a:lnTo>
                    <a:pt x="39167" y="61757"/>
                  </a:lnTo>
                  <a:lnTo>
                    <a:pt x="40222" y="61769"/>
                  </a:lnTo>
                  <a:lnTo>
                    <a:pt x="41273" y="61787"/>
                  </a:lnTo>
                  <a:lnTo>
                    <a:pt x="42323" y="61813"/>
                  </a:lnTo>
                  <a:lnTo>
                    <a:pt x="43370" y="61844"/>
                  </a:lnTo>
                  <a:lnTo>
                    <a:pt x="44416" y="61883"/>
                  </a:lnTo>
                  <a:lnTo>
                    <a:pt x="45460" y="61928"/>
                  </a:lnTo>
                  <a:lnTo>
                    <a:pt x="46504" y="61979"/>
                  </a:lnTo>
                  <a:lnTo>
                    <a:pt x="47547" y="62037"/>
                  </a:lnTo>
                  <a:lnTo>
                    <a:pt x="48589" y="62102"/>
                  </a:lnTo>
                  <a:lnTo>
                    <a:pt x="49632" y="62173"/>
                  </a:lnTo>
                  <a:lnTo>
                    <a:pt x="50676" y="62251"/>
                  </a:lnTo>
                  <a:lnTo>
                    <a:pt x="51720" y="62336"/>
                  </a:lnTo>
                  <a:lnTo>
                    <a:pt x="52766" y="62427"/>
                  </a:lnTo>
                  <a:lnTo>
                    <a:pt x="53813" y="62525"/>
                  </a:lnTo>
                  <a:lnTo>
                    <a:pt x="54863" y="62630"/>
                  </a:lnTo>
                  <a:lnTo>
                    <a:pt x="55914" y="62741"/>
                  </a:lnTo>
                  <a:lnTo>
                    <a:pt x="56969" y="62859"/>
                  </a:lnTo>
                  <a:lnTo>
                    <a:pt x="58026" y="62984"/>
                  </a:lnTo>
                  <a:lnTo>
                    <a:pt x="59087" y="63116"/>
                  </a:lnTo>
                  <a:lnTo>
                    <a:pt x="59087" y="64448"/>
                  </a:lnTo>
                  <a:lnTo>
                    <a:pt x="59087" y="65801"/>
                  </a:lnTo>
                  <a:lnTo>
                    <a:pt x="60418" y="65801"/>
                  </a:lnTo>
                  <a:lnTo>
                    <a:pt x="61758" y="65801"/>
                  </a:lnTo>
                  <a:lnTo>
                    <a:pt x="63116" y="65801"/>
                  </a:lnTo>
                  <a:lnTo>
                    <a:pt x="63116" y="64757"/>
                  </a:lnTo>
                  <a:lnTo>
                    <a:pt x="63116" y="63712"/>
                  </a:lnTo>
                  <a:lnTo>
                    <a:pt x="63116" y="62666"/>
                  </a:lnTo>
                  <a:lnTo>
                    <a:pt x="63116" y="61620"/>
                  </a:lnTo>
                  <a:lnTo>
                    <a:pt x="63116" y="60572"/>
                  </a:lnTo>
                  <a:lnTo>
                    <a:pt x="63116" y="59522"/>
                  </a:lnTo>
                  <a:lnTo>
                    <a:pt x="63116" y="58471"/>
                  </a:lnTo>
                  <a:lnTo>
                    <a:pt x="63116" y="57417"/>
                  </a:lnTo>
                  <a:lnTo>
                    <a:pt x="63116" y="56361"/>
                  </a:lnTo>
                  <a:lnTo>
                    <a:pt x="63116" y="55302"/>
                  </a:lnTo>
                  <a:lnTo>
                    <a:pt x="63116" y="54239"/>
                  </a:lnTo>
                  <a:lnTo>
                    <a:pt x="63116" y="53173"/>
                  </a:lnTo>
                  <a:lnTo>
                    <a:pt x="63116" y="52104"/>
                  </a:lnTo>
                  <a:lnTo>
                    <a:pt x="63116" y="51030"/>
                  </a:lnTo>
                  <a:lnTo>
                    <a:pt x="61783" y="51030"/>
                  </a:lnTo>
                  <a:lnTo>
                    <a:pt x="60430" y="51030"/>
                  </a:lnTo>
                  <a:lnTo>
                    <a:pt x="60323" y="49991"/>
                  </a:lnTo>
                  <a:lnTo>
                    <a:pt x="60215" y="48951"/>
                  </a:lnTo>
                  <a:lnTo>
                    <a:pt x="60107" y="47905"/>
                  </a:lnTo>
                  <a:lnTo>
                    <a:pt x="59999" y="46852"/>
                  </a:lnTo>
                  <a:lnTo>
                    <a:pt x="59890" y="45790"/>
                  </a:lnTo>
                  <a:lnTo>
                    <a:pt x="59770" y="44662"/>
                  </a:lnTo>
                  <a:lnTo>
                    <a:pt x="59651" y="43535"/>
                  </a:lnTo>
                  <a:lnTo>
                    <a:pt x="59531" y="42408"/>
                  </a:lnTo>
                  <a:lnTo>
                    <a:pt x="59411" y="41281"/>
                  </a:lnTo>
                  <a:lnTo>
                    <a:pt x="59290" y="40154"/>
                  </a:lnTo>
                  <a:lnTo>
                    <a:pt x="59170" y="39027"/>
                  </a:lnTo>
                  <a:lnTo>
                    <a:pt x="59119" y="38518"/>
                  </a:lnTo>
                  <a:lnTo>
                    <a:pt x="59027" y="37621"/>
                  </a:lnTo>
                  <a:lnTo>
                    <a:pt x="58817" y="35568"/>
                  </a:lnTo>
                  <a:lnTo>
                    <a:pt x="58765" y="35084"/>
                  </a:lnTo>
                  <a:lnTo>
                    <a:pt x="58673" y="34231"/>
                  </a:lnTo>
                  <a:lnTo>
                    <a:pt x="58463" y="32276"/>
                  </a:lnTo>
                  <a:lnTo>
                    <a:pt x="58383" y="31519"/>
                  </a:lnTo>
                  <a:lnTo>
                    <a:pt x="58143" y="29229"/>
                  </a:lnTo>
                  <a:lnTo>
                    <a:pt x="57891" y="27837"/>
                  </a:lnTo>
                  <a:lnTo>
                    <a:pt x="57626" y="26986"/>
                  </a:lnTo>
                  <a:lnTo>
                    <a:pt x="57184" y="26328"/>
                  </a:lnTo>
                  <a:lnTo>
                    <a:pt x="56401" y="25515"/>
                  </a:lnTo>
                  <a:lnTo>
                    <a:pt x="56188" y="24440"/>
                  </a:lnTo>
                  <a:lnTo>
                    <a:pt x="55984" y="23363"/>
                  </a:lnTo>
                  <a:lnTo>
                    <a:pt x="55787" y="22285"/>
                  </a:lnTo>
                  <a:lnTo>
                    <a:pt x="55596" y="21205"/>
                  </a:lnTo>
                  <a:lnTo>
                    <a:pt x="55412" y="20125"/>
                  </a:lnTo>
                  <a:lnTo>
                    <a:pt x="55233" y="19043"/>
                  </a:lnTo>
                  <a:lnTo>
                    <a:pt x="55058" y="17961"/>
                  </a:lnTo>
                  <a:lnTo>
                    <a:pt x="54884" y="16873"/>
                  </a:lnTo>
                  <a:lnTo>
                    <a:pt x="54710" y="15780"/>
                  </a:lnTo>
                  <a:lnTo>
                    <a:pt x="54534" y="14679"/>
                  </a:lnTo>
                  <a:lnTo>
                    <a:pt x="54356" y="13566"/>
                  </a:lnTo>
                  <a:lnTo>
                    <a:pt x="54196" y="12523"/>
                  </a:lnTo>
                  <a:lnTo>
                    <a:pt x="54037" y="11480"/>
                  </a:lnTo>
                  <a:lnTo>
                    <a:pt x="53879" y="10438"/>
                  </a:lnTo>
                  <a:lnTo>
                    <a:pt x="53722" y="9395"/>
                  </a:lnTo>
                  <a:lnTo>
                    <a:pt x="53567" y="8352"/>
                  </a:lnTo>
                  <a:lnTo>
                    <a:pt x="53412" y="7309"/>
                  </a:lnTo>
                  <a:lnTo>
                    <a:pt x="53259" y="6265"/>
                  </a:lnTo>
                  <a:lnTo>
                    <a:pt x="53107" y="5222"/>
                  </a:lnTo>
                  <a:lnTo>
                    <a:pt x="52957" y="4178"/>
                  </a:lnTo>
                  <a:lnTo>
                    <a:pt x="52808" y="3134"/>
                  </a:lnTo>
                  <a:lnTo>
                    <a:pt x="52661" y="2090"/>
                  </a:lnTo>
                  <a:lnTo>
                    <a:pt x="52516" y="1045"/>
                  </a:lnTo>
                  <a:lnTo>
                    <a:pt x="52373" y="0"/>
                  </a:lnTo>
                  <a:close/>
                </a:path>
              </a:pathLst>
            </a:custGeom>
            <a:solidFill>
              <a:srgbClr val="BCBEB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egion 11 #475A79"/>
            <p:cNvSpPr/>
            <p:nvPr/>
          </p:nvSpPr>
          <p:spPr>
            <a:xfrm>
              <a:off x="2246469" y="96425"/>
              <a:ext cx="337368" cy="132037"/>
            </a:xfrm>
            <a:custGeom>
              <a:avLst/>
              <a:gdLst/>
              <a:ahLst/>
              <a:cxnLst/>
              <a:rect l="l" t="t" r="r" b="b"/>
              <a:pathLst>
                <a:path w="337368" h="132037">
                  <a:moveTo>
                    <a:pt x="159368" y="0"/>
                  </a:moveTo>
                  <a:lnTo>
                    <a:pt x="159873" y="3"/>
                  </a:lnTo>
                  <a:lnTo>
                    <a:pt x="160764" y="10"/>
                  </a:lnTo>
                  <a:lnTo>
                    <a:pt x="162805" y="27"/>
                  </a:lnTo>
                  <a:lnTo>
                    <a:pt x="163977" y="49"/>
                  </a:lnTo>
                  <a:lnTo>
                    <a:pt x="165158" y="71"/>
                  </a:lnTo>
                  <a:lnTo>
                    <a:pt x="166355" y="94"/>
                  </a:lnTo>
                  <a:lnTo>
                    <a:pt x="167549" y="106"/>
                  </a:lnTo>
                  <a:lnTo>
                    <a:pt x="168751" y="118"/>
                  </a:lnTo>
                  <a:lnTo>
                    <a:pt x="169970" y="131"/>
                  </a:lnTo>
                  <a:lnTo>
                    <a:pt x="171071" y="144"/>
                  </a:lnTo>
                  <a:lnTo>
                    <a:pt x="172172" y="157"/>
                  </a:lnTo>
                  <a:lnTo>
                    <a:pt x="173273" y="172"/>
                  </a:lnTo>
                  <a:lnTo>
                    <a:pt x="174374" y="187"/>
                  </a:lnTo>
                  <a:lnTo>
                    <a:pt x="175474" y="204"/>
                  </a:lnTo>
                  <a:lnTo>
                    <a:pt x="176575" y="222"/>
                  </a:lnTo>
                  <a:lnTo>
                    <a:pt x="177676" y="242"/>
                  </a:lnTo>
                  <a:lnTo>
                    <a:pt x="178777" y="262"/>
                  </a:lnTo>
                  <a:lnTo>
                    <a:pt x="178777" y="1594"/>
                  </a:lnTo>
                  <a:lnTo>
                    <a:pt x="178777" y="2947"/>
                  </a:lnTo>
                  <a:lnTo>
                    <a:pt x="179972" y="3122"/>
                  </a:lnTo>
                  <a:lnTo>
                    <a:pt x="181185" y="3299"/>
                  </a:lnTo>
                  <a:lnTo>
                    <a:pt x="182408" y="3527"/>
                  </a:lnTo>
                  <a:lnTo>
                    <a:pt x="183566" y="3765"/>
                  </a:lnTo>
                  <a:lnTo>
                    <a:pt x="184664" y="4018"/>
                  </a:lnTo>
                  <a:lnTo>
                    <a:pt x="185707" y="4289"/>
                  </a:lnTo>
                  <a:lnTo>
                    <a:pt x="186702" y="4584"/>
                  </a:lnTo>
                  <a:lnTo>
                    <a:pt x="187652" y="4905"/>
                  </a:lnTo>
                  <a:lnTo>
                    <a:pt x="188564" y="5258"/>
                  </a:lnTo>
                  <a:lnTo>
                    <a:pt x="189443" y="5645"/>
                  </a:lnTo>
                  <a:lnTo>
                    <a:pt x="190294" y="6072"/>
                  </a:lnTo>
                  <a:lnTo>
                    <a:pt x="191122" y="6542"/>
                  </a:lnTo>
                  <a:lnTo>
                    <a:pt x="191934" y="7059"/>
                  </a:lnTo>
                  <a:lnTo>
                    <a:pt x="192733" y="7628"/>
                  </a:lnTo>
                  <a:lnTo>
                    <a:pt x="193526" y="8252"/>
                  </a:lnTo>
                  <a:lnTo>
                    <a:pt x="194317" y="8936"/>
                  </a:lnTo>
                  <a:lnTo>
                    <a:pt x="195113" y="9683"/>
                  </a:lnTo>
                  <a:lnTo>
                    <a:pt x="195918" y="10498"/>
                  </a:lnTo>
                  <a:lnTo>
                    <a:pt x="196738" y="11385"/>
                  </a:lnTo>
                  <a:lnTo>
                    <a:pt x="197577" y="12348"/>
                  </a:lnTo>
                  <a:lnTo>
                    <a:pt x="198575" y="13013"/>
                  </a:lnTo>
                  <a:lnTo>
                    <a:pt x="199577" y="13680"/>
                  </a:lnTo>
                  <a:lnTo>
                    <a:pt x="200586" y="14353"/>
                  </a:lnTo>
                  <a:lnTo>
                    <a:pt x="201606" y="15033"/>
                  </a:lnTo>
                  <a:lnTo>
                    <a:pt x="201606" y="16366"/>
                  </a:lnTo>
                  <a:lnTo>
                    <a:pt x="201606" y="17719"/>
                  </a:lnTo>
                  <a:lnTo>
                    <a:pt x="202939" y="17719"/>
                  </a:lnTo>
                  <a:lnTo>
                    <a:pt x="204292" y="17719"/>
                  </a:lnTo>
                  <a:lnTo>
                    <a:pt x="204500" y="19011"/>
                  </a:lnTo>
                  <a:lnTo>
                    <a:pt x="204712" y="20322"/>
                  </a:lnTo>
                  <a:lnTo>
                    <a:pt x="205170" y="21696"/>
                  </a:lnTo>
                  <a:lnTo>
                    <a:pt x="205635" y="23091"/>
                  </a:lnTo>
                  <a:lnTo>
                    <a:pt x="206632" y="23423"/>
                  </a:lnTo>
                  <a:lnTo>
                    <a:pt x="207634" y="23757"/>
                  </a:lnTo>
                  <a:lnTo>
                    <a:pt x="208643" y="24093"/>
                  </a:lnTo>
                  <a:lnTo>
                    <a:pt x="209663" y="24434"/>
                  </a:lnTo>
                  <a:lnTo>
                    <a:pt x="210258" y="25379"/>
                  </a:lnTo>
                  <a:lnTo>
                    <a:pt x="210792" y="26338"/>
                  </a:lnTo>
                  <a:lnTo>
                    <a:pt x="211270" y="27310"/>
                  </a:lnTo>
                  <a:lnTo>
                    <a:pt x="211693" y="28293"/>
                  </a:lnTo>
                  <a:lnTo>
                    <a:pt x="212065" y="29287"/>
                  </a:lnTo>
                  <a:lnTo>
                    <a:pt x="212390" y="30293"/>
                  </a:lnTo>
                  <a:lnTo>
                    <a:pt x="212670" y="31308"/>
                  </a:lnTo>
                  <a:lnTo>
                    <a:pt x="212910" y="32333"/>
                  </a:lnTo>
                  <a:lnTo>
                    <a:pt x="213111" y="33366"/>
                  </a:lnTo>
                  <a:lnTo>
                    <a:pt x="213277" y="34407"/>
                  </a:lnTo>
                  <a:lnTo>
                    <a:pt x="213412" y="35456"/>
                  </a:lnTo>
                  <a:lnTo>
                    <a:pt x="213519" y="36512"/>
                  </a:lnTo>
                  <a:lnTo>
                    <a:pt x="213600" y="37574"/>
                  </a:lnTo>
                  <a:lnTo>
                    <a:pt x="213659" y="38641"/>
                  </a:lnTo>
                  <a:lnTo>
                    <a:pt x="213699" y="39713"/>
                  </a:lnTo>
                  <a:lnTo>
                    <a:pt x="213724" y="40790"/>
                  </a:lnTo>
                  <a:lnTo>
                    <a:pt x="213736" y="41870"/>
                  </a:lnTo>
                  <a:lnTo>
                    <a:pt x="213739" y="42953"/>
                  </a:lnTo>
                  <a:lnTo>
                    <a:pt x="213736" y="44038"/>
                  </a:lnTo>
                  <a:lnTo>
                    <a:pt x="213730" y="45126"/>
                  </a:lnTo>
                  <a:lnTo>
                    <a:pt x="213724" y="46214"/>
                  </a:lnTo>
                  <a:lnTo>
                    <a:pt x="213720" y="47304"/>
                  </a:lnTo>
                  <a:lnTo>
                    <a:pt x="213717" y="48399"/>
                  </a:lnTo>
                  <a:lnTo>
                    <a:pt x="213713" y="49502"/>
                  </a:lnTo>
                  <a:lnTo>
                    <a:pt x="213709" y="50617"/>
                  </a:lnTo>
                  <a:lnTo>
                    <a:pt x="213704" y="51727"/>
                  </a:lnTo>
                  <a:lnTo>
                    <a:pt x="213698" y="52845"/>
                  </a:lnTo>
                  <a:lnTo>
                    <a:pt x="213692" y="53977"/>
                  </a:lnTo>
                  <a:lnTo>
                    <a:pt x="214911" y="54004"/>
                  </a:lnTo>
                  <a:lnTo>
                    <a:pt x="216138" y="54031"/>
                  </a:lnTo>
                  <a:lnTo>
                    <a:pt x="217381" y="54058"/>
                  </a:lnTo>
                  <a:lnTo>
                    <a:pt x="218441" y="54082"/>
                  </a:lnTo>
                  <a:lnTo>
                    <a:pt x="219502" y="54107"/>
                  </a:lnTo>
                  <a:lnTo>
                    <a:pt x="220562" y="54133"/>
                  </a:lnTo>
                  <a:lnTo>
                    <a:pt x="221623" y="54158"/>
                  </a:lnTo>
                  <a:lnTo>
                    <a:pt x="222683" y="54184"/>
                  </a:lnTo>
                  <a:lnTo>
                    <a:pt x="223744" y="54211"/>
                  </a:lnTo>
                  <a:lnTo>
                    <a:pt x="224804" y="54238"/>
                  </a:lnTo>
                  <a:lnTo>
                    <a:pt x="225865" y="54265"/>
                  </a:lnTo>
                  <a:lnTo>
                    <a:pt x="226925" y="54292"/>
                  </a:lnTo>
                  <a:lnTo>
                    <a:pt x="227985" y="54320"/>
                  </a:lnTo>
                  <a:lnTo>
                    <a:pt x="229046" y="54347"/>
                  </a:lnTo>
                  <a:lnTo>
                    <a:pt x="230106" y="54376"/>
                  </a:lnTo>
                  <a:lnTo>
                    <a:pt x="231167" y="54404"/>
                  </a:lnTo>
                  <a:lnTo>
                    <a:pt x="232351" y="54434"/>
                  </a:lnTo>
                  <a:lnTo>
                    <a:pt x="233536" y="54463"/>
                  </a:lnTo>
                  <a:lnTo>
                    <a:pt x="234720" y="54491"/>
                  </a:lnTo>
                  <a:lnTo>
                    <a:pt x="235905" y="54518"/>
                  </a:lnTo>
                  <a:lnTo>
                    <a:pt x="237089" y="54544"/>
                  </a:lnTo>
                  <a:lnTo>
                    <a:pt x="238154" y="54567"/>
                  </a:lnTo>
                  <a:lnTo>
                    <a:pt x="239217" y="54592"/>
                  </a:lnTo>
                  <a:lnTo>
                    <a:pt x="240279" y="54618"/>
                  </a:lnTo>
                  <a:lnTo>
                    <a:pt x="241338" y="54645"/>
                  </a:lnTo>
                  <a:lnTo>
                    <a:pt x="242396" y="54675"/>
                  </a:lnTo>
                  <a:lnTo>
                    <a:pt x="243452" y="54707"/>
                  </a:lnTo>
                  <a:lnTo>
                    <a:pt x="244505" y="54743"/>
                  </a:lnTo>
                  <a:lnTo>
                    <a:pt x="245557" y="54781"/>
                  </a:lnTo>
                  <a:lnTo>
                    <a:pt x="246607" y="54824"/>
                  </a:lnTo>
                  <a:lnTo>
                    <a:pt x="247654" y="54871"/>
                  </a:lnTo>
                  <a:lnTo>
                    <a:pt x="248700" y="54922"/>
                  </a:lnTo>
                  <a:lnTo>
                    <a:pt x="249744" y="54979"/>
                  </a:lnTo>
                  <a:lnTo>
                    <a:pt x="250785" y="55041"/>
                  </a:lnTo>
                  <a:lnTo>
                    <a:pt x="251825" y="55108"/>
                  </a:lnTo>
                  <a:lnTo>
                    <a:pt x="252862" y="55183"/>
                  </a:lnTo>
                  <a:lnTo>
                    <a:pt x="253897" y="55264"/>
                  </a:lnTo>
                  <a:lnTo>
                    <a:pt x="254931" y="55352"/>
                  </a:lnTo>
                  <a:lnTo>
                    <a:pt x="255962" y="55447"/>
                  </a:lnTo>
                  <a:lnTo>
                    <a:pt x="256991" y="55551"/>
                  </a:lnTo>
                  <a:lnTo>
                    <a:pt x="258017" y="55663"/>
                  </a:lnTo>
                  <a:lnTo>
                    <a:pt x="259042" y="55784"/>
                  </a:lnTo>
                  <a:lnTo>
                    <a:pt x="260064" y="55914"/>
                  </a:lnTo>
                  <a:lnTo>
                    <a:pt x="261084" y="56053"/>
                  </a:lnTo>
                  <a:lnTo>
                    <a:pt x="262102" y="56203"/>
                  </a:lnTo>
                  <a:lnTo>
                    <a:pt x="263118" y="56363"/>
                  </a:lnTo>
                  <a:lnTo>
                    <a:pt x="264132" y="56534"/>
                  </a:lnTo>
                  <a:lnTo>
                    <a:pt x="265143" y="56716"/>
                  </a:lnTo>
                  <a:lnTo>
                    <a:pt x="266152" y="56911"/>
                  </a:lnTo>
                  <a:lnTo>
                    <a:pt x="267158" y="57117"/>
                  </a:lnTo>
                  <a:lnTo>
                    <a:pt x="268162" y="57336"/>
                  </a:lnTo>
                  <a:lnTo>
                    <a:pt x="269164" y="57567"/>
                  </a:lnTo>
                  <a:lnTo>
                    <a:pt x="270164" y="57812"/>
                  </a:lnTo>
                  <a:lnTo>
                    <a:pt x="271161" y="58071"/>
                  </a:lnTo>
                  <a:lnTo>
                    <a:pt x="272156" y="58344"/>
                  </a:lnTo>
                  <a:lnTo>
                    <a:pt x="273148" y="58632"/>
                  </a:lnTo>
                  <a:lnTo>
                    <a:pt x="274138" y="58935"/>
                  </a:lnTo>
                  <a:lnTo>
                    <a:pt x="275126" y="59253"/>
                  </a:lnTo>
                  <a:lnTo>
                    <a:pt x="276111" y="59587"/>
                  </a:lnTo>
                  <a:lnTo>
                    <a:pt x="277094" y="59938"/>
                  </a:lnTo>
                  <a:lnTo>
                    <a:pt x="278074" y="60305"/>
                  </a:lnTo>
                  <a:lnTo>
                    <a:pt x="279052" y="60689"/>
                  </a:lnTo>
                  <a:lnTo>
                    <a:pt x="280027" y="61091"/>
                  </a:lnTo>
                  <a:lnTo>
                    <a:pt x="281000" y="61510"/>
                  </a:lnTo>
                  <a:lnTo>
                    <a:pt x="281970" y="61949"/>
                  </a:lnTo>
                  <a:lnTo>
                    <a:pt x="282937" y="62405"/>
                  </a:lnTo>
                  <a:lnTo>
                    <a:pt x="283902" y="62881"/>
                  </a:lnTo>
                  <a:lnTo>
                    <a:pt x="284865" y="63377"/>
                  </a:lnTo>
                  <a:lnTo>
                    <a:pt x="285951" y="63939"/>
                  </a:lnTo>
                  <a:lnTo>
                    <a:pt x="287045" y="64505"/>
                  </a:lnTo>
                  <a:lnTo>
                    <a:pt x="288153" y="65077"/>
                  </a:lnTo>
                  <a:lnTo>
                    <a:pt x="290026" y="66079"/>
                  </a:lnTo>
                  <a:lnTo>
                    <a:pt x="291598" y="66924"/>
                  </a:lnTo>
                  <a:lnTo>
                    <a:pt x="292904" y="67637"/>
                  </a:lnTo>
                  <a:lnTo>
                    <a:pt x="293984" y="68242"/>
                  </a:lnTo>
                  <a:lnTo>
                    <a:pt x="294875" y="68763"/>
                  </a:lnTo>
                  <a:lnTo>
                    <a:pt x="295614" y="69225"/>
                  </a:lnTo>
                  <a:lnTo>
                    <a:pt x="296238" y="69652"/>
                  </a:lnTo>
                  <a:lnTo>
                    <a:pt x="296786" y="70069"/>
                  </a:lnTo>
                  <a:lnTo>
                    <a:pt x="297294" y="70501"/>
                  </a:lnTo>
                  <a:lnTo>
                    <a:pt x="297801" y="70972"/>
                  </a:lnTo>
                  <a:lnTo>
                    <a:pt x="298344" y="71506"/>
                  </a:lnTo>
                  <a:lnTo>
                    <a:pt x="298960" y="72127"/>
                  </a:lnTo>
                  <a:lnTo>
                    <a:pt x="299842" y="72949"/>
                  </a:lnTo>
                  <a:lnTo>
                    <a:pt x="300729" y="73680"/>
                  </a:lnTo>
                  <a:lnTo>
                    <a:pt x="301627" y="74336"/>
                  </a:lnTo>
                  <a:lnTo>
                    <a:pt x="302546" y="74933"/>
                  </a:lnTo>
                  <a:lnTo>
                    <a:pt x="303495" y="75488"/>
                  </a:lnTo>
                  <a:lnTo>
                    <a:pt x="304482" y="76017"/>
                  </a:lnTo>
                  <a:lnTo>
                    <a:pt x="305515" y="76535"/>
                  </a:lnTo>
                  <a:lnTo>
                    <a:pt x="306603" y="77058"/>
                  </a:lnTo>
                  <a:lnTo>
                    <a:pt x="307031" y="77264"/>
                  </a:lnTo>
                  <a:lnTo>
                    <a:pt x="307786" y="77627"/>
                  </a:lnTo>
                  <a:lnTo>
                    <a:pt x="309515" y="78459"/>
                  </a:lnTo>
                  <a:lnTo>
                    <a:pt x="310064" y="78716"/>
                  </a:lnTo>
                  <a:lnTo>
                    <a:pt x="311722" y="79492"/>
                  </a:lnTo>
                  <a:lnTo>
                    <a:pt x="311722" y="80825"/>
                  </a:lnTo>
                  <a:lnTo>
                    <a:pt x="311722" y="82178"/>
                  </a:lnTo>
                  <a:lnTo>
                    <a:pt x="312720" y="82510"/>
                  </a:lnTo>
                  <a:lnTo>
                    <a:pt x="313722" y="82844"/>
                  </a:lnTo>
                  <a:lnTo>
                    <a:pt x="314731" y="83180"/>
                  </a:lnTo>
                  <a:lnTo>
                    <a:pt x="315751" y="83520"/>
                  </a:lnTo>
                  <a:lnTo>
                    <a:pt x="316596" y="84296"/>
                  </a:lnTo>
                  <a:lnTo>
                    <a:pt x="317405" y="85067"/>
                  </a:lnTo>
                  <a:lnTo>
                    <a:pt x="318179" y="85838"/>
                  </a:lnTo>
                  <a:lnTo>
                    <a:pt x="318917" y="86613"/>
                  </a:lnTo>
                  <a:lnTo>
                    <a:pt x="319620" y="87395"/>
                  </a:lnTo>
                  <a:lnTo>
                    <a:pt x="320287" y="88188"/>
                  </a:lnTo>
                  <a:lnTo>
                    <a:pt x="320919" y="88995"/>
                  </a:lnTo>
                  <a:lnTo>
                    <a:pt x="321515" y="89821"/>
                  </a:lnTo>
                  <a:lnTo>
                    <a:pt x="322075" y="90669"/>
                  </a:lnTo>
                  <a:lnTo>
                    <a:pt x="322599" y="91543"/>
                  </a:lnTo>
                  <a:lnTo>
                    <a:pt x="323087" y="92446"/>
                  </a:lnTo>
                  <a:lnTo>
                    <a:pt x="323539" y="93383"/>
                  </a:lnTo>
                  <a:lnTo>
                    <a:pt x="323954" y="94357"/>
                  </a:lnTo>
                  <a:lnTo>
                    <a:pt x="324334" y="95371"/>
                  </a:lnTo>
                  <a:lnTo>
                    <a:pt x="324677" y="96430"/>
                  </a:lnTo>
                  <a:lnTo>
                    <a:pt x="324983" y="97537"/>
                  </a:lnTo>
                  <a:lnTo>
                    <a:pt x="325039" y="98674"/>
                  </a:lnTo>
                  <a:lnTo>
                    <a:pt x="325095" y="99818"/>
                  </a:lnTo>
                  <a:lnTo>
                    <a:pt x="325151" y="100978"/>
                  </a:lnTo>
                  <a:lnTo>
                    <a:pt x="326484" y="100978"/>
                  </a:lnTo>
                  <a:lnTo>
                    <a:pt x="327837" y="100978"/>
                  </a:lnTo>
                  <a:lnTo>
                    <a:pt x="328366" y="101954"/>
                  </a:lnTo>
                  <a:lnTo>
                    <a:pt x="328894" y="102931"/>
                  </a:lnTo>
                  <a:lnTo>
                    <a:pt x="329419" y="103909"/>
                  </a:lnTo>
                  <a:lnTo>
                    <a:pt x="329943" y="104887"/>
                  </a:lnTo>
                  <a:lnTo>
                    <a:pt x="330464" y="105866"/>
                  </a:lnTo>
                  <a:lnTo>
                    <a:pt x="330985" y="106846"/>
                  </a:lnTo>
                  <a:lnTo>
                    <a:pt x="331503" y="107827"/>
                  </a:lnTo>
                  <a:lnTo>
                    <a:pt x="332021" y="108809"/>
                  </a:lnTo>
                  <a:lnTo>
                    <a:pt x="332537" y="109791"/>
                  </a:lnTo>
                  <a:lnTo>
                    <a:pt x="333212" y="111021"/>
                  </a:lnTo>
                  <a:lnTo>
                    <a:pt x="333896" y="112270"/>
                  </a:lnTo>
                  <a:lnTo>
                    <a:pt x="334438" y="113349"/>
                  </a:lnTo>
                  <a:lnTo>
                    <a:pt x="334929" y="114399"/>
                  </a:lnTo>
                  <a:lnTo>
                    <a:pt x="335371" y="115424"/>
                  </a:lnTo>
                  <a:lnTo>
                    <a:pt x="335764" y="116432"/>
                  </a:lnTo>
                  <a:lnTo>
                    <a:pt x="336111" y="117427"/>
                  </a:lnTo>
                  <a:lnTo>
                    <a:pt x="336412" y="118416"/>
                  </a:lnTo>
                  <a:lnTo>
                    <a:pt x="336670" y="119403"/>
                  </a:lnTo>
                  <a:lnTo>
                    <a:pt x="336884" y="120395"/>
                  </a:lnTo>
                  <a:lnTo>
                    <a:pt x="337058" y="121398"/>
                  </a:lnTo>
                  <a:lnTo>
                    <a:pt x="337192" y="122416"/>
                  </a:lnTo>
                  <a:lnTo>
                    <a:pt x="337287" y="123456"/>
                  </a:lnTo>
                  <a:lnTo>
                    <a:pt x="337346" y="124523"/>
                  </a:lnTo>
                  <a:lnTo>
                    <a:pt x="337368" y="125623"/>
                  </a:lnTo>
                  <a:lnTo>
                    <a:pt x="337357" y="126762"/>
                  </a:lnTo>
                  <a:lnTo>
                    <a:pt x="337313" y="127945"/>
                  </a:lnTo>
                  <a:lnTo>
                    <a:pt x="337237" y="129178"/>
                  </a:lnTo>
                  <a:lnTo>
                    <a:pt x="335904" y="129178"/>
                  </a:lnTo>
                  <a:lnTo>
                    <a:pt x="334551" y="129178"/>
                  </a:lnTo>
                  <a:lnTo>
                    <a:pt x="334551" y="130511"/>
                  </a:lnTo>
                  <a:lnTo>
                    <a:pt x="334551" y="131864"/>
                  </a:lnTo>
                  <a:lnTo>
                    <a:pt x="332573" y="131866"/>
                  </a:lnTo>
                  <a:lnTo>
                    <a:pt x="330594" y="131867"/>
                  </a:lnTo>
                  <a:lnTo>
                    <a:pt x="328616" y="131868"/>
                  </a:lnTo>
                  <a:lnTo>
                    <a:pt x="326637" y="131870"/>
                  </a:lnTo>
                  <a:lnTo>
                    <a:pt x="324659" y="131871"/>
                  </a:lnTo>
                  <a:lnTo>
                    <a:pt x="322680" y="131873"/>
                  </a:lnTo>
                  <a:lnTo>
                    <a:pt x="320701" y="131874"/>
                  </a:lnTo>
                  <a:lnTo>
                    <a:pt x="318723" y="131875"/>
                  </a:lnTo>
                  <a:lnTo>
                    <a:pt x="316744" y="131877"/>
                  </a:lnTo>
                  <a:lnTo>
                    <a:pt x="314766" y="131878"/>
                  </a:lnTo>
                  <a:lnTo>
                    <a:pt x="312787" y="131879"/>
                  </a:lnTo>
                  <a:lnTo>
                    <a:pt x="310809" y="131881"/>
                  </a:lnTo>
                  <a:lnTo>
                    <a:pt x="308830" y="131882"/>
                  </a:lnTo>
                  <a:lnTo>
                    <a:pt x="306851" y="131883"/>
                  </a:lnTo>
                  <a:lnTo>
                    <a:pt x="304873" y="131885"/>
                  </a:lnTo>
                  <a:lnTo>
                    <a:pt x="302894" y="131886"/>
                  </a:lnTo>
                  <a:lnTo>
                    <a:pt x="300916" y="131887"/>
                  </a:lnTo>
                  <a:lnTo>
                    <a:pt x="298937" y="131889"/>
                  </a:lnTo>
                  <a:lnTo>
                    <a:pt x="296959" y="131890"/>
                  </a:lnTo>
                  <a:lnTo>
                    <a:pt x="294980" y="131891"/>
                  </a:lnTo>
                  <a:lnTo>
                    <a:pt x="293001" y="131892"/>
                  </a:lnTo>
                  <a:lnTo>
                    <a:pt x="291023" y="131893"/>
                  </a:lnTo>
                  <a:lnTo>
                    <a:pt x="289044" y="131895"/>
                  </a:lnTo>
                  <a:lnTo>
                    <a:pt x="287066" y="131896"/>
                  </a:lnTo>
                  <a:lnTo>
                    <a:pt x="285087" y="131897"/>
                  </a:lnTo>
                  <a:lnTo>
                    <a:pt x="283108" y="131898"/>
                  </a:lnTo>
                  <a:lnTo>
                    <a:pt x="281130" y="131899"/>
                  </a:lnTo>
                  <a:lnTo>
                    <a:pt x="279151" y="131901"/>
                  </a:lnTo>
                  <a:lnTo>
                    <a:pt x="277173" y="131902"/>
                  </a:lnTo>
                  <a:lnTo>
                    <a:pt x="275194" y="131903"/>
                  </a:lnTo>
                  <a:lnTo>
                    <a:pt x="273216" y="131904"/>
                  </a:lnTo>
                  <a:lnTo>
                    <a:pt x="271237" y="131905"/>
                  </a:lnTo>
                  <a:lnTo>
                    <a:pt x="269258" y="131906"/>
                  </a:lnTo>
                  <a:lnTo>
                    <a:pt x="267280" y="131907"/>
                  </a:lnTo>
                  <a:lnTo>
                    <a:pt x="265301" y="131908"/>
                  </a:lnTo>
                  <a:lnTo>
                    <a:pt x="263323" y="131909"/>
                  </a:lnTo>
                  <a:lnTo>
                    <a:pt x="261344" y="131910"/>
                  </a:lnTo>
                  <a:lnTo>
                    <a:pt x="259365" y="131911"/>
                  </a:lnTo>
                  <a:lnTo>
                    <a:pt x="257387" y="131912"/>
                  </a:lnTo>
                  <a:lnTo>
                    <a:pt x="255408" y="131913"/>
                  </a:lnTo>
                  <a:lnTo>
                    <a:pt x="253430" y="131914"/>
                  </a:lnTo>
                  <a:lnTo>
                    <a:pt x="251451" y="131915"/>
                  </a:lnTo>
                  <a:lnTo>
                    <a:pt x="249472" y="131916"/>
                  </a:lnTo>
                  <a:lnTo>
                    <a:pt x="247494" y="131917"/>
                  </a:lnTo>
                  <a:lnTo>
                    <a:pt x="245515" y="131918"/>
                  </a:lnTo>
                  <a:lnTo>
                    <a:pt x="243537" y="131919"/>
                  </a:lnTo>
                  <a:lnTo>
                    <a:pt x="241558" y="131920"/>
                  </a:lnTo>
                  <a:lnTo>
                    <a:pt x="239579" y="131921"/>
                  </a:lnTo>
                  <a:lnTo>
                    <a:pt x="237601" y="131922"/>
                  </a:lnTo>
                  <a:lnTo>
                    <a:pt x="235622" y="131922"/>
                  </a:lnTo>
                  <a:lnTo>
                    <a:pt x="233644" y="131923"/>
                  </a:lnTo>
                  <a:lnTo>
                    <a:pt x="231665" y="131924"/>
                  </a:lnTo>
                  <a:lnTo>
                    <a:pt x="229686" y="131925"/>
                  </a:lnTo>
                  <a:lnTo>
                    <a:pt x="227708" y="131926"/>
                  </a:lnTo>
                  <a:lnTo>
                    <a:pt x="225729" y="131926"/>
                  </a:lnTo>
                  <a:lnTo>
                    <a:pt x="223751" y="131927"/>
                  </a:lnTo>
                  <a:lnTo>
                    <a:pt x="221772" y="131928"/>
                  </a:lnTo>
                  <a:lnTo>
                    <a:pt x="219793" y="131929"/>
                  </a:lnTo>
                  <a:lnTo>
                    <a:pt x="217815" y="131929"/>
                  </a:lnTo>
                  <a:lnTo>
                    <a:pt x="215836" y="131930"/>
                  </a:lnTo>
                  <a:lnTo>
                    <a:pt x="213857" y="131931"/>
                  </a:lnTo>
                  <a:lnTo>
                    <a:pt x="211879" y="131931"/>
                  </a:lnTo>
                  <a:lnTo>
                    <a:pt x="209900" y="131932"/>
                  </a:lnTo>
                  <a:lnTo>
                    <a:pt x="207922" y="131933"/>
                  </a:lnTo>
                  <a:lnTo>
                    <a:pt x="206855" y="131933"/>
                  </a:lnTo>
                  <a:lnTo>
                    <a:pt x="205788" y="131934"/>
                  </a:lnTo>
                  <a:lnTo>
                    <a:pt x="204721" y="131934"/>
                  </a:lnTo>
                  <a:lnTo>
                    <a:pt x="203654" y="131935"/>
                  </a:lnTo>
                  <a:lnTo>
                    <a:pt x="202587" y="131935"/>
                  </a:lnTo>
                  <a:lnTo>
                    <a:pt x="201521" y="131935"/>
                  </a:lnTo>
                  <a:lnTo>
                    <a:pt x="200454" y="131936"/>
                  </a:lnTo>
                  <a:lnTo>
                    <a:pt x="199387" y="131936"/>
                  </a:lnTo>
                  <a:lnTo>
                    <a:pt x="198320" y="131937"/>
                  </a:lnTo>
                  <a:lnTo>
                    <a:pt x="197253" y="131937"/>
                  </a:lnTo>
                  <a:lnTo>
                    <a:pt x="196186" y="131937"/>
                  </a:lnTo>
                  <a:lnTo>
                    <a:pt x="195119" y="131937"/>
                  </a:lnTo>
                  <a:lnTo>
                    <a:pt x="194052" y="131938"/>
                  </a:lnTo>
                  <a:lnTo>
                    <a:pt x="192985" y="131938"/>
                  </a:lnTo>
                  <a:lnTo>
                    <a:pt x="191494" y="131939"/>
                  </a:lnTo>
                  <a:lnTo>
                    <a:pt x="189981" y="131939"/>
                  </a:lnTo>
                  <a:lnTo>
                    <a:pt x="188933" y="131940"/>
                  </a:lnTo>
                  <a:lnTo>
                    <a:pt x="187885" y="131940"/>
                  </a:lnTo>
                  <a:lnTo>
                    <a:pt x="186837" y="131941"/>
                  </a:lnTo>
                  <a:lnTo>
                    <a:pt x="185789" y="131941"/>
                  </a:lnTo>
                  <a:lnTo>
                    <a:pt x="184741" y="131941"/>
                  </a:lnTo>
                  <a:lnTo>
                    <a:pt x="183693" y="131942"/>
                  </a:lnTo>
                  <a:lnTo>
                    <a:pt x="182645" y="131942"/>
                  </a:lnTo>
                  <a:lnTo>
                    <a:pt x="181598" y="131943"/>
                  </a:lnTo>
                  <a:lnTo>
                    <a:pt x="180550" y="131943"/>
                  </a:lnTo>
                  <a:lnTo>
                    <a:pt x="179502" y="131944"/>
                  </a:lnTo>
                  <a:lnTo>
                    <a:pt x="178454" y="131944"/>
                  </a:lnTo>
                  <a:lnTo>
                    <a:pt x="177406" y="131945"/>
                  </a:lnTo>
                  <a:lnTo>
                    <a:pt x="176358" y="131945"/>
                  </a:lnTo>
                  <a:lnTo>
                    <a:pt x="175310" y="131946"/>
                  </a:lnTo>
                  <a:lnTo>
                    <a:pt x="174262" y="131946"/>
                  </a:lnTo>
                  <a:lnTo>
                    <a:pt x="173214" y="131947"/>
                  </a:lnTo>
                  <a:lnTo>
                    <a:pt x="172167" y="131947"/>
                  </a:lnTo>
                  <a:lnTo>
                    <a:pt x="171119" y="131948"/>
                  </a:lnTo>
                  <a:lnTo>
                    <a:pt x="170071" y="131949"/>
                  </a:lnTo>
                  <a:lnTo>
                    <a:pt x="169023" y="131949"/>
                  </a:lnTo>
                  <a:lnTo>
                    <a:pt x="167975" y="131950"/>
                  </a:lnTo>
                  <a:lnTo>
                    <a:pt x="166927" y="131950"/>
                  </a:lnTo>
                  <a:lnTo>
                    <a:pt x="165879" y="131951"/>
                  </a:lnTo>
                  <a:lnTo>
                    <a:pt x="164831" y="131952"/>
                  </a:lnTo>
                  <a:lnTo>
                    <a:pt x="163783" y="131952"/>
                  </a:lnTo>
                  <a:lnTo>
                    <a:pt x="162736" y="131953"/>
                  </a:lnTo>
                  <a:lnTo>
                    <a:pt x="161688" y="131954"/>
                  </a:lnTo>
                  <a:lnTo>
                    <a:pt x="160640" y="131954"/>
                  </a:lnTo>
                  <a:lnTo>
                    <a:pt x="159592" y="131955"/>
                  </a:lnTo>
                  <a:lnTo>
                    <a:pt x="158544" y="131956"/>
                  </a:lnTo>
                  <a:lnTo>
                    <a:pt x="157496" y="131956"/>
                  </a:lnTo>
                  <a:lnTo>
                    <a:pt x="156448" y="131957"/>
                  </a:lnTo>
                  <a:lnTo>
                    <a:pt x="155400" y="131958"/>
                  </a:lnTo>
                  <a:lnTo>
                    <a:pt x="154352" y="131958"/>
                  </a:lnTo>
                  <a:lnTo>
                    <a:pt x="153305" y="131959"/>
                  </a:lnTo>
                  <a:lnTo>
                    <a:pt x="152257" y="131960"/>
                  </a:lnTo>
                  <a:lnTo>
                    <a:pt x="151209" y="131961"/>
                  </a:lnTo>
                  <a:lnTo>
                    <a:pt x="150161" y="131961"/>
                  </a:lnTo>
                  <a:lnTo>
                    <a:pt x="149113" y="131962"/>
                  </a:lnTo>
                  <a:lnTo>
                    <a:pt x="148065" y="131963"/>
                  </a:lnTo>
                  <a:lnTo>
                    <a:pt x="147017" y="131964"/>
                  </a:lnTo>
                  <a:lnTo>
                    <a:pt x="145969" y="131964"/>
                  </a:lnTo>
                  <a:lnTo>
                    <a:pt x="144922" y="131965"/>
                  </a:lnTo>
                  <a:lnTo>
                    <a:pt x="143874" y="131966"/>
                  </a:lnTo>
                  <a:lnTo>
                    <a:pt x="142826" y="131967"/>
                  </a:lnTo>
                  <a:lnTo>
                    <a:pt x="141778" y="131968"/>
                  </a:lnTo>
                  <a:lnTo>
                    <a:pt x="140726" y="131968"/>
                  </a:lnTo>
                  <a:lnTo>
                    <a:pt x="139675" y="131969"/>
                  </a:lnTo>
                  <a:lnTo>
                    <a:pt x="138623" y="131970"/>
                  </a:lnTo>
                  <a:lnTo>
                    <a:pt x="137571" y="131971"/>
                  </a:lnTo>
                  <a:lnTo>
                    <a:pt x="136520" y="131972"/>
                  </a:lnTo>
                  <a:lnTo>
                    <a:pt x="135468" y="131972"/>
                  </a:lnTo>
                  <a:lnTo>
                    <a:pt x="134416" y="131973"/>
                  </a:lnTo>
                  <a:lnTo>
                    <a:pt x="133365" y="131974"/>
                  </a:lnTo>
                  <a:lnTo>
                    <a:pt x="132313" y="131975"/>
                  </a:lnTo>
                  <a:lnTo>
                    <a:pt x="131261" y="131975"/>
                  </a:lnTo>
                  <a:lnTo>
                    <a:pt x="130210" y="131976"/>
                  </a:lnTo>
                  <a:lnTo>
                    <a:pt x="129158" y="131977"/>
                  </a:lnTo>
                  <a:lnTo>
                    <a:pt x="128106" y="131977"/>
                  </a:lnTo>
                  <a:lnTo>
                    <a:pt x="127054" y="131978"/>
                  </a:lnTo>
                  <a:lnTo>
                    <a:pt x="126003" y="131978"/>
                  </a:lnTo>
                  <a:lnTo>
                    <a:pt x="124951" y="131979"/>
                  </a:lnTo>
                  <a:lnTo>
                    <a:pt x="123899" y="131980"/>
                  </a:lnTo>
                  <a:lnTo>
                    <a:pt x="122848" y="131980"/>
                  </a:lnTo>
                  <a:lnTo>
                    <a:pt x="121796" y="131981"/>
                  </a:lnTo>
                  <a:lnTo>
                    <a:pt x="120744" y="131981"/>
                  </a:lnTo>
                  <a:lnTo>
                    <a:pt x="119693" y="131982"/>
                  </a:lnTo>
                  <a:lnTo>
                    <a:pt x="118641" y="131982"/>
                  </a:lnTo>
                  <a:lnTo>
                    <a:pt x="117589" y="131983"/>
                  </a:lnTo>
                  <a:lnTo>
                    <a:pt x="116537" y="131983"/>
                  </a:lnTo>
                  <a:lnTo>
                    <a:pt x="115486" y="131984"/>
                  </a:lnTo>
                  <a:lnTo>
                    <a:pt x="114434" y="131984"/>
                  </a:lnTo>
                  <a:lnTo>
                    <a:pt x="113382" y="131985"/>
                  </a:lnTo>
                  <a:lnTo>
                    <a:pt x="112331" y="131985"/>
                  </a:lnTo>
                  <a:lnTo>
                    <a:pt x="111279" y="131985"/>
                  </a:lnTo>
                  <a:lnTo>
                    <a:pt x="110227" y="131986"/>
                  </a:lnTo>
                  <a:lnTo>
                    <a:pt x="109175" y="131986"/>
                  </a:lnTo>
                  <a:lnTo>
                    <a:pt x="108124" y="131987"/>
                  </a:lnTo>
                  <a:lnTo>
                    <a:pt x="107072" y="131987"/>
                  </a:lnTo>
                  <a:lnTo>
                    <a:pt x="106020" y="131987"/>
                  </a:lnTo>
                  <a:lnTo>
                    <a:pt x="104968" y="131988"/>
                  </a:lnTo>
                  <a:lnTo>
                    <a:pt x="103917" y="131988"/>
                  </a:lnTo>
                  <a:lnTo>
                    <a:pt x="102865" y="131988"/>
                  </a:lnTo>
                  <a:lnTo>
                    <a:pt x="101813" y="131988"/>
                  </a:lnTo>
                  <a:lnTo>
                    <a:pt x="100762" y="131989"/>
                  </a:lnTo>
                  <a:lnTo>
                    <a:pt x="99710" y="131989"/>
                  </a:lnTo>
                  <a:lnTo>
                    <a:pt x="98658" y="131989"/>
                  </a:lnTo>
                  <a:lnTo>
                    <a:pt x="97606" y="131989"/>
                  </a:lnTo>
                  <a:lnTo>
                    <a:pt x="96555" y="131990"/>
                  </a:lnTo>
                  <a:lnTo>
                    <a:pt x="95503" y="131990"/>
                  </a:lnTo>
                  <a:lnTo>
                    <a:pt x="94451" y="131990"/>
                  </a:lnTo>
                  <a:lnTo>
                    <a:pt x="93399" y="131990"/>
                  </a:lnTo>
                  <a:lnTo>
                    <a:pt x="92348" y="131990"/>
                  </a:lnTo>
                  <a:lnTo>
                    <a:pt x="91295" y="131991"/>
                  </a:lnTo>
                  <a:lnTo>
                    <a:pt x="90243" y="131991"/>
                  </a:lnTo>
                  <a:lnTo>
                    <a:pt x="89190" y="131991"/>
                  </a:lnTo>
                  <a:lnTo>
                    <a:pt x="88138" y="131992"/>
                  </a:lnTo>
                  <a:lnTo>
                    <a:pt x="87085" y="131992"/>
                  </a:lnTo>
                  <a:lnTo>
                    <a:pt x="86033" y="131992"/>
                  </a:lnTo>
                  <a:lnTo>
                    <a:pt x="84981" y="131993"/>
                  </a:lnTo>
                  <a:lnTo>
                    <a:pt x="83928" y="131993"/>
                  </a:lnTo>
                  <a:lnTo>
                    <a:pt x="82876" y="131994"/>
                  </a:lnTo>
                  <a:lnTo>
                    <a:pt x="81823" y="131994"/>
                  </a:lnTo>
                  <a:lnTo>
                    <a:pt x="80771" y="131995"/>
                  </a:lnTo>
                  <a:lnTo>
                    <a:pt x="79718" y="131995"/>
                  </a:lnTo>
                  <a:lnTo>
                    <a:pt x="78666" y="131996"/>
                  </a:lnTo>
                  <a:lnTo>
                    <a:pt x="77613" y="131996"/>
                  </a:lnTo>
                  <a:lnTo>
                    <a:pt x="76561" y="131997"/>
                  </a:lnTo>
                  <a:lnTo>
                    <a:pt x="75508" y="131998"/>
                  </a:lnTo>
                  <a:lnTo>
                    <a:pt x="74456" y="131998"/>
                  </a:lnTo>
                  <a:lnTo>
                    <a:pt x="73404" y="131999"/>
                  </a:lnTo>
                  <a:lnTo>
                    <a:pt x="72351" y="132000"/>
                  </a:lnTo>
                  <a:lnTo>
                    <a:pt x="71299" y="132001"/>
                  </a:lnTo>
                  <a:lnTo>
                    <a:pt x="70246" y="132001"/>
                  </a:lnTo>
                  <a:lnTo>
                    <a:pt x="69194" y="132002"/>
                  </a:lnTo>
                  <a:lnTo>
                    <a:pt x="68141" y="132003"/>
                  </a:lnTo>
                  <a:lnTo>
                    <a:pt x="67089" y="132004"/>
                  </a:lnTo>
                  <a:lnTo>
                    <a:pt x="66036" y="132005"/>
                  </a:lnTo>
                  <a:lnTo>
                    <a:pt x="64984" y="132006"/>
                  </a:lnTo>
                  <a:lnTo>
                    <a:pt x="63932" y="132007"/>
                  </a:lnTo>
                  <a:lnTo>
                    <a:pt x="62879" y="132008"/>
                  </a:lnTo>
                  <a:lnTo>
                    <a:pt x="61827" y="132009"/>
                  </a:lnTo>
                  <a:lnTo>
                    <a:pt x="60764" y="132010"/>
                  </a:lnTo>
                  <a:lnTo>
                    <a:pt x="59702" y="132011"/>
                  </a:lnTo>
                  <a:lnTo>
                    <a:pt x="58640" y="132012"/>
                  </a:lnTo>
                  <a:lnTo>
                    <a:pt x="57577" y="132013"/>
                  </a:lnTo>
                  <a:lnTo>
                    <a:pt x="56515" y="132014"/>
                  </a:lnTo>
                  <a:lnTo>
                    <a:pt x="55453" y="132014"/>
                  </a:lnTo>
                  <a:lnTo>
                    <a:pt x="54391" y="132015"/>
                  </a:lnTo>
                  <a:lnTo>
                    <a:pt x="53328" y="132015"/>
                  </a:lnTo>
                  <a:lnTo>
                    <a:pt x="52266" y="132016"/>
                  </a:lnTo>
                  <a:lnTo>
                    <a:pt x="51204" y="132016"/>
                  </a:lnTo>
                  <a:lnTo>
                    <a:pt x="50141" y="132017"/>
                  </a:lnTo>
                  <a:lnTo>
                    <a:pt x="49079" y="132017"/>
                  </a:lnTo>
                  <a:lnTo>
                    <a:pt x="48017" y="132017"/>
                  </a:lnTo>
                  <a:lnTo>
                    <a:pt x="46954" y="132017"/>
                  </a:lnTo>
                  <a:lnTo>
                    <a:pt x="45892" y="132017"/>
                  </a:lnTo>
                  <a:lnTo>
                    <a:pt x="44830" y="132017"/>
                  </a:lnTo>
                  <a:lnTo>
                    <a:pt x="43767" y="132017"/>
                  </a:lnTo>
                  <a:lnTo>
                    <a:pt x="42705" y="132017"/>
                  </a:lnTo>
                  <a:lnTo>
                    <a:pt x="41642" y="132017"/>
                  </a:lnTo>
                  <a:lnTo>
                    <a:pt x="40580" y="132017"/>
                  </a:lnTo>
                  <a:lnTo>
                    <a:pt x="39518" y="132016"/>
                  </a:lnTo>
                  <a:lnTo>
                    <a:pt x="38455" y="132016"/>
                  </a:lnTo>
                  <a:lnTo>
                    <a:pt x="37387" y="132016"/>
                  </a:lnTo>
                  <a:lnTo>
                    <a:pt x="36320" y="132017"/>
                  </a:lnTo>
                  <a:lnTo>
                    <a:pt x="35252" y="132018"/>
                  </a:lnTo>
                  <a:lnTo>
                    <a:pt x="34184" y="132019"/>
                  </a:lnTo>
                  <a:lnTo>
                    <a:pt x="33116" y="132020"/>
                  </a:lnTo>
                  <a:lnTo>
                    <a:pt x="32048" y="132021"/>
                  </a:lnTo>
                  <a:lnTo>
                    <a:pt x="30980" y="132022"/>
                  </a:lnTo>
                  <a:lnTo>
                    <a:pt x="29912" y="132024"/>
                  </a:lnTo>
                  <a:lnTo>
                    <a:pt x="28844" y="132025"/>
                  </a:lnTo>
                  <a:lnTo>
                    <a:pt x="27755" y="132027"/>
                  </a:lnTo>
                  <a:lnTo>
                    <a:pt x="26666" y="132027"/>
                  </a:lnTo>
                  <a:lnTo>
                    <a:pt x="25577" y="132028"/>
                  </a:lnTo>
                  <a:lnTo>
                    <a:pt x="24488" y="132029"/>
                  </a:lnTo>
                  <a:lnTo>
                    <a:pt x="23399" y="132029"/>
                  </a:lnTo>
                  <a:lnTo>
                    <a:pt x="22310" y="132029"/>
                  </a:lnTo>
                  <a:lnTo>
                    <a:pt x="21221" y="132029"/>
                  </a:lnTo>
                  <a:lnTo>
                    <a:pt x="20131" y="132029"/>
                  </a:lnTo>
                  <a:lnTo>
                    <a:pt x="19042" y="132028"/>
                  </a:lnTo>
                  <a:lnTo>
                    <a:pt x="17953" y="132028"/>
                  </a:lnTo>
                  <a:lnTo>
                    <a:pt x="16864" y="132027"/>
                  </a:lnTo>
                  <a:lnTo>
                    <a:pt x="15775" y="132027"/>
                  </a:lnTo>
                  <a:lnTo>
                    <a:pt x="14490" y="132030"/>
                  </a:lnTo>
                  <a:lnTo>
                    <a:pt x="13197" y="132033"/>
                  </a:lnTo>
                  <a:lnTo>
                    <a:pt x="11887" y="132037"/>
                  </a:lnTo>
                  <a:lnTo>
                    <a:pt x="10726" y="132035"/>
                  </a:lnTo>
                  <a:lnTo>
                    <a:pt x="9556" y="132032"/>
                  </a:lnTo>
                  <a:lnTo>
                    <a:pt x="8370" y="132029"/>
                  </a:lnTo>
                  <a:lnTo>
                    <a:pt x="6857" y="132031"/>
                  </a:lnTo>
                  <a:lnTo>
                    <a:pt x="5319" y="132032"/>
                  </a:lnTo>
                  <a:lnTo>
                    <a:pt x="4097" y="131939"/>
                  </a:lnTo>
                  <a:lnTo>
                    <a:pt x="3219" y="131814"/>
                  </a:lnTo>
                  <a:lnTo>
                    <a:pt x="2437" y="131585"/>
                  </a:lnTo>
                  <a:lnTo>
                    <a:pt x="1504" y="131178"/>
                  </a:lnTo>
                  <a:lnTo>
                    <a:pt x="174" y="130521"/>
                  </a:lnTo>
                  <a:lnTo>
                    <a:pt x="119" y="129340"/>
                  </a:lnTo>
                  <a:lnTo>
                    <a:pt x="72" y="128183"/>
                  </a:lnTo>
                  <a:lnTo>
                    <a:pt x="36" y="127049"/>
                  </a:lnTo>
                  <a:lnTo>
                    <a:pt x="11" y="125935"/>
                  </a:lnTo>
                  <a:lnTo>
                    <a:pt x="0" y="124841"/>
                  </a:lnTo>
                  <a:lnTo>
                    <a:pt x="5" y="123763"/>
                  </a:lnTo>
                  <a:lnTo>
                    <a:pt x="27" y="122701"/>
                  </a:lnTo>
                  <a:lnTo>
                    <a:pt x="68" y="121652"/>
                  </a:lnTo>
                  <a:lnTo>
                    <a:pt x="130" y="120616"/>
                  </a:lnTo>
                  <a:lnTo>
                    <a:pt x="214" y="119589"/>
                  </a:lnTo>
                  <a:lnTo>
                    <a:pt x="323" y="118571"/>
                  </a:lnTo>
                  <a:lnTo>
                    <a:pt x="459" y="117559"/>
                  </a:lnTo>
                  <a:lnTo>
                    <a:pt x="622" y="116552"/>
                  </a:lnTo>
                  <a:lnTo>
                    <a:pt x="816" y="115548"/>
                  </a:lnTo>
                  <a:lnTo>
                    <a:pt x="1041" y="114545"/>
                  </a:lnTo>
                  <a:lnTo>
                    <a:pt x="1300" y="113541"/>
                  </a:lnTo>
                  <a:lnTo>
                    <a:pt x="1594" y="112535"/>
                  </a:lnTo>
                  <a:lnTo>
                    <a:pt x="1925" y="111525"/>
                  </a:lnTo>
                  <a:lnTo>
                    <a:pt x="2295" y="110509"/>
                  </a:lnTo>
                  <a:lnTo>
                    <a:pt x="2706" y="109485"/>
                  </a:lnTo>
                  <a:lnTo>
                    <a:pt x="3160" y="108452"/>
                  </a:lnTo>
                  <a:lnTo>
                    <a:pt x="3658" y="107407"/>
                  </a:lnTo>
                  <a:lnTo>
                    <a:pt x="4202" y="106349"/>
                  </a:lnTo>
                  <a:lnTo>
                    <a:pt x="5535" y="106349"/>
                  </a:lnTo>
                  <a:lnTo>
                    <a:pt x="6888" y="106349"/>
                  </a:lnTo>
                  <a:lnTo>
                    <a:pt x="7154" y="105285"/>
                  </a:lnTo>
                  <a:lnTo>
                    <a:pt x="7421" y="104219"/>
                  </a:lnTo>
                  <a:lnTo>
                    <a:pt x="7689" y="103147"/>
                  </a:lnTo>
                  <a:lnTo>
                    <a:pt x="7958" y="102068"/>
                  </a:lnTo>
                  <a:lnTo>
                    <a:pt x="8231" y="100978"/>
                  </a:lnTo>
                  <a:lnTo>
                    <a:pt x="9564" y="100978"/>
                  </a:lnTo>
                  <a:lnTo>
                    <a:pt x="10917" y="100978"/>
                  </a:lnTo>
                  <a:lnTo>
                    <a:pt x="11149" y="99802"/>
                  </a:lnTo>
                  <a:lnTo>
                    <a:pt x="11384" y="98608"/>
                  </a:lnTo>
                  <a:lnTo>
                    <a:pt x="11752" y="97448"/>
                  </a:lnTo>
                  <a:lnTo>
                    <a:pt x="12154" y="96374"/>
                  </a:lnTo>
                  <a:lnTo>
                    <a:pt x="12594" y="95364"/>
                  </a:lnTo>
                  <a:lnTo>
                    <a:pt x="13078" y="94399"/>
                  </a:lnTo>
                  <a:lnTo>
                    <a:pt x="13609" y="93457"/>
                  </a:lnTo>
                  <a:lnTo>
                    <a:pt x="14192" y="92519"/>
                  </a:lnTo>
                  <a:lnTo>
                    <a:pt x="14832" y="91563"/>
                  </a:lnTo>
                  <a:lnTo>
                    <a:pt x="15533" y="90571"/>
                  </a:lnTo>
                  <a:lnTo>
                    <a:pt x="16405" y="89332"/>
                  </a:lnTo>
                  <a:lnTo>
                    <a:pt x="17290" y="88074"/>
                  </a:lnTo>
                  <a:lnTo>
                    <a:pt x="17709" y="87609"/>
                  </a:lnTo>
                  <a:lnTo>
                    <a:pt x="18974" y="86206"/>
                  </a:lnTo>
                  <a:lnTo>
                    <a:pt x="20307" y="86206"/>
                  </a:lnTo>
                  <a:lnTo>
                    <a:pt x="21660" y="86206"/>
                  </a:lnTo>
                  <a:lnTo>
                    <a:pt x="21660" y="84873"/>
                  </a:lnTo>
                  <a:lnTo>
                    <a:pt x="21660" y="83520"/>
                  </a:lnTo>
                  <a:lnTo>
                    <a:pt x="22992" y="83520"/>
                  </a:lnTo>
                  <a:lnTo>
                    <a:pt x="24345" y="83520"/>
                  </a:lnTo>
                  <a:lnTo>
                    <a:pt x="24345" y="82188"/>
                  </a:lnTo>
                  <a:lnTo>
                    <a:pt x="24345" y="80835"/>
                  </a:lnTo>
                  <a:lnTo>
                    <a:pt x="24782" y="80689"/>
                  </a:lnTo>
                  <a:lnTo>
                    <a:pt x="25348" y="80501"/>
                  </a:lnTo>
                  <a:lnTo>
                    <a:pt x="26419" y="80143"/>
                  </a:lnTo>
                  <a:lnTo>
                    <a:pt x="28374" y="79492"/>
                  </a:lnTo>
                  <a:lnTo>
                    <a:pt x="29184" y="78690"/>
                  </a:lnTo>
                  <a:lnTo>
                    <a:pt x="29991" y="77886"/>
                  </a:lnTo>
                  <a:lnTo>
                    <a:pt x="30796" y="77080"/>
                  </a:lnTo>
                  <a:lnTo>
                    <a:pt x="31600" y="76272"/>
                  </a:lnTo>
                  <a:lnTo>
                    <a:pt x="32403" y="75463"/>
                  </a:lnTo>
                  <a:lnTo>
                    <a:pt x="33307" y="74794"/>
                  </a:lnTo>
                  <a:lnTo>
                    <a:pt x="34207" y="74132"/>
                  </a:lnTo>
                  <a:lnTo>
                    <a:pt x="35104" y="73478"/>
                  </a:lnTo>
                  <a:lnTo>
                    <a:pt x="35998" y="72832"/>
                  </a:lnTo>
                  <a:lnTo>
                    <a:pt x="36890" y="72194"/>
                  </a:lnTo>
                  <a:lnTo>
                    <a:pt x="37780" y="71564"/>
                  </a:lnTo>
                  <a:lnTo>
                    <a:pt x="38667" y="70942"/>
                  </a:lnTo>
                  <a:lnTo>
                    <a:pt x="39553" y="70329"/>
                  </a:lnTo>
                  <a:lnTo>
                    <a:pt x="40438" y="69725"/>
                  </a:lnTo>
                  <a:lnTo>
                    <a:pt x="41321" y="69129"/>
                  </a:lnTo>
                  <a:lnTo>
                    <a:pt x="42204" y="68543"/>
                  </a:lnTo>
                  <a:lnTo>
                    <a:pt x="43087" y="67966"/>
                  </a:lnTo>
                  <a:lnTo>
                    <a:pt x="43970" y="67399"/>
                  </a:lnTo>
                  <a:lnTo>
                    <a:pt x="44853" y="66842"/>
                  </a:lnTo>
                  <a:lnTo>
                    <a:pt x="45737" y="66294"/>
                  </a:lnTo>
                  <a:lnTo>
                    <a:pt x="46621" y="65757"/>
                  </a:lnTo>
                  <a:lnTo>
                    <a:pt x="47507" y="65230"/>
                  </a:lnTo>
                  <a:lnTo>
                    <a:pt x="48395" y="64713"/>
                  </a:lnTo>
                  <a:lnTo>
                    <a:pt x="49285" y="64207"/>
                  </a:lnTo>
                  <a:lnTo>
                    <a:pt x="50176" y="63712"/>
                  </a:lnTo>
                  <a:lnTo>
                    <a:pt x="51071" y="63229"/>
                  </a:lnTo>
                  <a:lnTo>
                    <a:pt x="51968" y="62756"/>
                  </a:lnTo>
                  <a:lnTo>
                    <a:pt x="52868" y="62295"/>
                  </a:lnTo>
                  <a:lnTo>
                    <a:pt x="53772" y="61846"/>
                  </a:lnTo>
                  <a:lnTo>
                    <a:pt x="54680" y="61408"/>
                  </a:lnTo>
                  <a:lnTo>
                    <a:pt x="55592" y="60983"/>
                  </a:lnTo>
                  <a:lnTo>
                    <a:pt x="56509" y="60570"/>
                  </a:lnTo>
                  <a:lnTo>
                    <a:pt x="57430" y="60169"/>
                  </a:lnTo>
                  <a:lnTo>
                    <a:pt x="58357" y="59781"/>
                  </a:lnTo>
                  <a:lnTo>
                    <a:pt x="59289" y="59406"/>
                  </a:lnTo>
                  <a:lnTo>
                    <a:pt x="60226" y="59043"/>
                  </a:lnTo>
                  <a:lnTo>
                    <a:pt x="61170" y="58694"/>
                  </a:lnTo>
                  <a:lnTo>
                    <a:pt x="62120" y="58359"/>
                  </a:lnTo>
                  <a:lnTo>
                    <a:pt x="63077" y="58037"/>
                  </a:lnTo>
                  <a:lnTo>
                    <a:pt x="64042" y="57729"/>
                  </a:lnTo>
                  <a:lnTo>
                    <a:pt x="65013" y="57435"/>
                  </a:lnTo>
                  <a:lnTo>
                    <a:pt x="65992" y="57155"/>
                  </a:lnTo>
                  <a:lnTo>
                    <a:pt x="66979" y="56889"/>
                  </a:lnTo>
                  <a:lnTo>
                    <a:pt x="67975" y="56638"/>
                  </a:lnTo>
                  <a:lnTo>
                    <a:pt x="68979" y="56402"/>
                  </a:lnTo>
                  <a:lnTo>
                    <a:pt x="69993" y="56181"/>
                  </a:lnTo>
                  <a:lnTo>
                    <a:pt x="71015" y="55975"/>
                  </a:lnTo>
                  <a:lnTo>
                    <a:pt x="72047" y="55784"/>
                  </a:lnTo>
                  <a:lnTo>
                    <a:pt x="73090" y="55609"/>
                  </a:lnTo>
                  <a:lnTo>
                    <a:pt x="74142" y="55450"/>
                  </a:lnTo>
                  <a:lnTo>
                    <a:pt x="75205" y="55306"/>
                  </a:lnTo>
                  <a:lnTo>
                    <a:pt x="76279" y="55179"/>
                  </a:lnTo>
                  <a:lnTo>
                    <a:pt x="77364" y="55068"/>
                  </a:lnTo>
                  <a:lnTo>
                    <a:pt x="78461" y="54973"/>
                  </a:lnTo>
                  <a:lnTo>
                    <a:pt x="79570" y="54895"/>
                  </a:lnTo>
                  <a:lnTo>
                    <a:pt x="80691" y="54834"/>
                  </a:lnTo>
                  <a:lnTo>
                    <a:pt x="81824" y="54790"/>
                  </a:lnTo>
                  <a:lnTo>
                    <a:pt x="82970" y="54764"/>
                  </a:lnTo>
                  <a:lnTo>
                    <a:pt x="83442" y="54753"/>
                  </a:lnTo>
                  <a:lnTo>
                    <a:pt x="84273" y="54733"/>
                  </a:lnTo>
                  <a:lnTo>
                    <a:pt x="86176" y="54686"/>
                  </a:lnTo>
                  <a:lnTo>
                    <a:pt x="87289" y="54660"/>
                  </a:lnTo>
                  <a:lnTo>
                    <a:pt x="88401" y="54635"/>
                  </a:lnTo>
                  <a:lnTo>
                    <a:pt x="89514" y="54611"/>
                  </a:lnTo>
                  <a:lnTo>
                    <a:pt x="90626" y="54588"/>
                  </a:lnTo>
                  <a:lnTo>
                    <a:pt x="91739" y="54566"/>
                  </a:lnTo>
                  <a:lnTo>
                    <a:pt x="92852" y="54544"/>
                  </a:lnTo>
                  <a:lnTo>
                    <a:pt x="93964" y="54523"/>
                  </a:lnTo>
                  <a:lnTo>
                    <a:pt x="95077" y="54502"/>
                  </a:lnTo>
                  <a:lnTo>
                    <a:pt x="96190" y="54481"/>
                  </a:lnTo>
                  <a:lnTo>
                    <a:pt x="97330" y="54455"/>
                  </a:lnTo>
                  <a:lnTo>
                    <a:pt x="98470" y="54429"/>
                  </a:lnTo>
                  <a:lnTo>
                    <a:pt x="99610" y="54403"/>
                  </a:lnTo>
                  <a:lnTo>
                    <a:pt x="100750" y="54377"/>
                  </a:lnTo>
                  <a:lnTo>
                    <a:pt x="101890" y="54350"/>
                  </a:lnTo>
                  <a:lnTo>
                    <a:pt x="103030" y="54323"/>
                  </a:lnTo>
                  <a:lnTo>
                    <a:pt x="104071" y="54300"/>
                  </a:lnTo>
                  <a:lnTo>
                    <a:pt x="105113" y="54276"/>
                  </a:lnTo>
                  <a:lnTo>
                    <a:pt x="106154" y="54253"/>
                  </a:lnTo>
                  <a:lnTo>
                    <a:pt x="107195" y="54230"/>
                  </a:lnTo>
                  <a:lnTo>
                    <a:pt x="108236" y="54208"/>
                  </a:lnTo>
                  <a:lnTo>
                    <a:pt x="109277" y="54185"/>
                  </a:lnTo>
                  <a:lnTo>
                    <a:pt x="110318" y="54163"/>
                  </a:lnTo>
                  <a:lnTo>
                    <a:pt x="111360" y="54142"/>
                  </a:lnTo>
                  <a:lnTo>
                    <a:pt x="112401" y="54120"/>
                  </a:lnTo>
                  <a:lnTo>
                    <a:pt x="113442" y="54099"/>
                  </a:lnTo>
                  <a:lnTo>
                    <a:pt x="114483" y="54078"/>
                  </a:lnTo>
                  <a:lnTo>
                    <a:pt x="115525" y="54057"/>
                  </a:lnTo>
                  <a:lnTo>
                    <a:pt x="116566" y="54037"/>
                  </a:lnTo>
                  <a:lnTo>
                    <a:pt x="117607" y="54017"/>
                  </a:lnTo>
                  <a:lnTo>
                    <a:pt x="118649" y="53997"/>
                  </a:lnTo>
                  <a:lnTo>
                    <a:pt x="119690" y="53977"/>
                  </a:lnTo>
                  <a:lnTo>
                    <a:pt x="119760" y="52792"/>
                  </a:lnTo>
                  <a:lnTo>
                    <a:pt x="119830" y="51598"/>
                  </a:lnTo>
                  <a:lnTo>
                    <a:pt x="119901" y="50389"/>
                  </a:lnTo>
                  <a:lnTo>
                    <a:pt x="119979" y="49217"/>
                  </a:lnTo>
                  <a:lnTo>
                    <a:pt x="120057" y="48041"/>
                  </a:lnTo>
                  <a:lnTo>
                    <a:pt x="120135" y="46856"/>
                  </a:lnTo>
                  <a:lnTo>
                    <a:pt x="120215" y="45658"/>
                  </a:lnTo>
                  <a:lnTo>
                    <a:pt x="120288" y="44499"/>
                  </a:lnTo>
                  <a:lnTo>
                    <a:pt x="120361" y="43335"/>
                  </a:lnTo>
                  <a:lnTo>
                    <a:pt x="120435" y="42163"/>
                  </a:lnTo>
                  <a:lnTo>
                    <a:pt x="120509" y="40978"/>
                  </a:lnTo>
                  <a:lnTo>
                    <a:pt x="120651" y="39906"/>
                  </a:lnTo>
                  <a:lnTo>
                    <a:pt x="120822" y="38848"/>
                  </a:lnTo>
                  <a:lnTo>
                    <a:pt x="121023" y="37805"/>
                  </a:lnTo>
                  <a:lnTo>
                    <a:pt x="121251" y="36775"/>
                  </a:lnTo>
                  <a:lnTo>
                    <a:pt x="121506" y="35759"/>
                  </a:lnTo>
                  <a:lnTo>
                    <a:pt x="121788" y="34756"/>
                  </a:lnTo>
                  <a:lnTo>
                    <a:pt x="122096" y="33765"/>
                  </a:lnTo>
                  <a:lnTo>
                    <a:pt x="122428" y="32786"/>
                  </a:lnTo>
                  <a:lnTo>
                    <a:pt x="122785" y="31819"/>
                  </a:lnTo>
                  <a:lnTo>
                    <a:pt x="123165" y="30863"/>
                  </a:lnTo>
                  <a:lnTo>
                    <a:pt x="123567" y="29917"/>
                  </a:lnTo>
                  <a:lnTo>
                    <a:pt x="123992" y="28982"/>
                  </a:lnTo>
                  <a:lnTo>
                    <a:pt x="124437" y="28056"/>
                  </a:lnTo>
                  <a:lnTo>
                    <a:pt x="124903" y="27139"/>
                  </a:lnTo>
                  <a:lnTo>
                    <a:pt x="125388" y="26232"/>
                  </a:lnTo>
                  <a:lnTo>
                    <a:pt x="125892" y="25333"/>
                  </a:lnTo>
                  <a:lnTo>
                    <a:pt x="126414" y="24441"/>
                  </a:lnTo>
                  <a:lnTo>
                    <a:pt x="126953" y="23558"/>
                  </a:lnTo>
                  <a:lnTo>
                    <a:pt x="127509" y="22681"/>
                  </a:lnTo>
                  <a:lnTo>
                    <a:pt x="128080" y="21811"/>
                  </a:lnTo>
                  <a:lnTo>
                    <a:pt x="128666" y="20947"/>
                  </a:lnTo>
                  <a:lnTo>
                    <a:pt x="129266" y="20089"/>
                  </a:lnTo>
                  <a:lnTo>
                    <a:pt x="129879" y="19236"/>
                  </a:lnTo>
                  <a:lnTo>
                    <a:pt x="130505" y="18387"/>
                  </a:lnTo>
                  <a:lnTo>
                    <a:pt x="131143" y="17543"/>
                  </a:lnTo>
                  <a:lnTo>
                    <a:pt x="131792" y="16703"/>
                  </a:lnTo>
                  <a:lnTo>
                    <a:pt x="132451" y="15867"/>
                  </a:lnTo>
                  <a:lnTo>
                    <a:pt x="133119" y="15033"/>
                  </a:lnTo>
                  <a:lnTo>
                    <a:pt x="134452" y="15033"/>
                  </a:lnTo>
                  <a:lnTo>
                    <a:pt x="135805" y="15033"/>
                  </a:lnTo>
                  <a:lnTo>
                    <a:pt x="135805" y="13702"/>
                  </a:lnTo>
                  <a:lnTo>
                    <a:pt x="135805" y="12363"/>
                  </a:lnTo>
                  <a:lnTo>
                    <a:pt x="135805" y="11005"/>
                  </a:lnTo>
                  <a:lnTo>
                    <a:pt x="136854" y="10127"/>
                  </a:lnTo>
                  <a:lnTo>
                    <a:pt x="137653" y="9478"/>
                  </a:lnTo>
                  <a:lnTo>
                    <a:pt x="138359" y="8945"/>
                  </a:lnTo>
                  <a:lnTo>
                    <a:pt x="139132" y="8412"/>
                  </a:lnTo>
                  <a:lnTo>
                    <a:pt x="140130" y="7766"/>
                  </a:lnTo>
                  <a:lnTo>
                    <a:pt x="141512" y="6893"/>
                  </a:lnTo>
                  <a:lnTo>
                    <a:pt x="142573" y="6212"/>
                  </a:lnTo>
                  <a:lnTo>
                    <a:pt x="143641" y="5526"/>
                  </a:lnTo>
                  <a:lnTo>
                    <a:pt x="144723" y="4831"/>
                  </a:lnTo>
                  <a:lnTo>
                    <a:pt x="145727" y="4238"/>
                  </a:lnTo>
                  <a:lnTo>
                    <a:pt x="146694" y="3677"/>
                  </a:lnTo>
                  <a:lnTo>
                    <a:pt x="147632" y="3151"/>
                  </a:lnTo>
                  <a:lnTo>
                    <a:pt x="148549" y="2660"/>
                  </a:lnTo>
                  <a:lnTo>
                    <a:pt x="149451" y="2206"/>
                  </a:lnTo>
                  <a:lnTo>
                    <a:pt x="150347" y="1791"/>
                  </a:lnTo>
                  <a:lnTo>
                    <a:pt x="151243" y="1415"/>
                  </a:lnTo>
                  <a:lnTo>
                    <a:pt x="152149" y="1080"/>
                  </a:lnTo>
                  <a:lnTo>
                    <a:pt x="153071" y="788"/>
                  </a:lnTo>
                  <a:lnTo>
                    <a:pt x="154016" y="539"/>
                  </a:lnTo>
                  <a:lnTo>
                    <a:pt x="154993" y="335"/>
                  </a:lnTo>
                  <a:lnTo>
                    <a:pt x="156010" y="178"/>
                  </a:lnTo>
                  <a:lnTo>
                    <a:pt x="157072" y="69"/>
                  </a:lnTo>
                  <a:lnTo>
                    <a:pt x="158189" y="9"/>
                  </a:lnTo>
                  <a:lnTo>
                    <a:pt x="159368" y="0"/>
                  </a:lnTo>
                  <a:close/>
                </a:path>
              </a:pathLst>
            </a:custGeom>
            <a:solidFill>
              <a:srgbClr val="475A7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gion 12 #BDA895"/>
            <p:cNvSpPr/>
            <p:nvPr/>
          </p:nvSpPr>
          <p:spPr>
            <a:xfrm>
              <a:off x="1444942" y="142345"/>
              <a:ext cx="460608" cy="88691"/>
            </a:xfrm>
            <a:custGeom>
              <a:avLst/>
              <a:gdLst/>
              <a:ahLst/>
              <a:cxnLst/>
              <a:rect l="l" t="t" r="r" b="b"/>
              <a:pathLst>
                <a:path w="460608" h="88691">
                  <a:moveTo>
                    <a:pt x="91316" y="0"/>
                  </a:moveTo>
                  <a:lnTo>
                    <a:pt x="92436" y="34"/>
                  </a:lnTo>
                  <a:lnTo>
                    <a:pt x="93557" y="84"/>
                  </a:lnTo>
                  <a:lnTo>
                    <a:pt x="94676" y="149"/>
                  </a:lnTo>
                  <a:lnTo>
                    <a:pt x="95795" y="227"/>
                  </a:lnTo>
                  <a:lnTo>
                    <a:pt x="96913" y="318"/>
                  </a:lnTo>
                  <a:lnTo>
                    <a:pt x="98030" y="419"/>
                  </a:lnTo>
                  <a:lnTo>
                    <a:pt x="99250" y="525"/>
                  </a:lnTo>
                  <a:lnTo>
                    <a:pt x="100478" y="632"/>
                  </a:lnTo>
                  <a:lnTo>
                    <a:pt x="101723" y="740"/>
                  </a:lnTo>
                  <a:lnTo>
                    <a:pt x="103223" y="1039"/>
                  </a:lnTo>
                  <a:lnTo>
                    <a:pt x="104744" y="1343"/>
                  </a:lnTo>
                  <a:lnTo>
                    <a:pt x="105078" y="2011"/>
                  </a:lnTo>
                  <a:lnTo>
                    <a:pt x="106087" y="4029"/>
                  </a:lnTo>
                  <a:lnTo>
                    <a:pt x="107254" y="4018"/>
                  </a:lnTo>
                  <a:lnTo>
                    <a:pt x="108426" y="4008"/>
                  </a:lnTo>
                  <a:lnTo>
                    <a:pt x="109606" y="3997"/>
                  </a:lnTo>
                  <a:lnTo>
                    <a:pt x="110800" y="3986"/>
                  </a:lnTo>
                  <a:lnTo>
                    <a:pt x="112211" y="3975"/>
                  </a:lnTo>
                  <a:lnTo>
                    <a:pt x="113621" y="3964"/>
                  </a:lnTo>
                  <a:lnTo>
                    <a:pt x="115032" y="3954"/>
                  </a:lnTo>
                  <a:lnTo>
                    <a:pt x="116443" y="3945"/>
                  </a:lnTo>
                  <a:lnTo>
                    <a:pt x="117854" y="3936"/>
                  </a:lnTo>
                  <a:lnTo>
                    <a:pt x="119264" y="3928"/>
                  </a:lnTo>
                  <a:lnTo>
                    <a:pt x="120675" y="3920"/>
                  </a:lnTo>
                  <a:lnTo>
                    <a:pt x="122085" y="3914"/>
                  </a:lnTo>
                  <a:lnTo>
                    <a:pt x="123495" y="3908"/>
                  </a:lnTo>
                  <a:lnTo>
                    <a:pt x="124906" y="3903"/>
                  </a:lnTo>
                  <a:lnTo>
                    <a:pt x="126316" y="3898"/>
                  </a:lnTo>
                  <a:lnTo>
                    <a:pt x="127726" y="3895"/>
                  </a:lnTo>
                  <a:lnTo>
                    <a:pt x="129136" y="3892"/>
                  </a:lnTo>
                  <a:lnTo>
                    <a:pt x="130546" y="3890"/>
                  </a:lnTo>
                  <a:lnTo>
                    <a:pt x="131956" y="3889"/>
                  </a:lnTo>
                  <a:lnTo>
                    <a:pt x="133366" y="3889"/>
                  </a:lnTo>
                  <a:lnTo>
                    <a:pt x="134775" y="3889"/>
                  </a:lnTo>
                  <a:lnTo>
                    <a:pt x="136185" y="3891"/>
                  </a:lnTo>
                  <a:lnTo>
                    <a:pt x="137595" y="3893"/>
                  </a:lnTo>
                  <a:lnTo>
                    <a:pt x="139004" y="3897"/>
                  </a:lnTo>
                  <a:lnTo>
                    <a:pt x="140414" y="3901"/>
                  </a:lnTo>
                  <a:lnTo>
                    <a:pt x="141823" y="3907"/>
                  </a:lnTo>
                  <a:lnTo>
                    <a:pt x="143233" y="3913"/>
                  </a:lnTo>
                  <a:lnTo>
                    <a:pt x="144642" y="3921"/>
                  </a:lnTo>
                  <a:lnTo>
                    <a:pt x="146051" y="3929"/>
                  </a:lnTo>
                  <a:lnTo>
                    <a:pt x="147461" y="3939"/>
                  </a:lnTo>
                  <a:lnTo>
                    <a:pt x="148870" y="3949"/>
                  </a:lnTo>
                  <a:lnTo>
                    <a:pt x="150279" y="3961"/>
                  </a:lnTo>
                  <a:lnTo>
                    <a:pt x="151688" y="3974"/>
                  </a:lnTo>
                  <a:lnTo>
                    <a:pt x="153098" y="3988"/>
                  </a:lnTo>
                  <a:lnTo>
                    <a:pt x="154507" y="4003"/>
                  </a:lnTo>
                  <a:lnTo>
                    <a:pt x="155916" y="4020"/>
                  </a:lnTo>
                  <a:lnTo>
                    <a:pt x="157325" y="4037"/>
                  </a:lnTo>
                  <a:lnTo>
                    <a:pt x="158734" y="4056"/>
                  </a:lnTo>
                  <a:lnTo>
                    <a:pt x="160143" y="4076"/>
                  </a:lnTo>
                  <a:lnTo>
                    <a:pt x="161552" y="4098"/>
                  </a:lnTo>
                  <a:lnTo>
                    <a:pt x="162961" y="4120"/>
                  </a:lnTo>
                  <a:lnTo>
                    <a:pt x="164370" y="4144"/>
                  </a:lnTo>
                  <a:lnTo>
                    <a:pt x="165779" y="4169"/>
                  </a:lnTo>
                  <a:lnTo>
                    <a:pt x="167189" y="4196"/>
                  </a:lnTo>
                  <a:lnTo>
                    <a:pt x="168598" y="4224"/>
                  </a:lnTo>
                  <a:lnTo>
                    <a:pt x="170007" y="4253"/>
                  </a:lnTo>
                  <a:lnTo>
                    <a:pt x="171416" y="4284"/>
                  </a:lnTo>
                  <a:lnTo>
                    <a:pt x="172825" y="4316"/>
                  </a:lnTo>
                  <a:lnTo>
                    <a:pt x="174234" y="4350"/>
                  </a:lnTo>
                  <a:lnTo>
                    <a:pt x="175643" y="4385"/>
                  </a:lnTo>
                  <a:lnTo>
                    <a:pt x="177052" y="4421"/>
                  </a:lnTo>
                  <a:lnTo>
                    <a:pt x="178461" y="4459"/>
                  </a:lnTo>
                  <a:lnTo>
                    <a:pt x="179871" y="4499"/>
                  </a:lnTo>
                  <a:lnTo>
                    <a:pt x="181280" y="4540"/>
                  </a:lnTo>
                  <a:lnTo>
                    <a:pt x="182689" y="4583"/>
                  </a:lnTo>
                  <a:lnTo>
                    <a:pt x="184098" y="4627"/>
                  </a:lnTo>
                  <a:lnTo>
                    <a:pt x="185508" y="4673"/>
                  </a:lnTo>
                  <a:lnTo>
                    <a:pt x="186917" y="4720"/>
                  </a:lnTo>
                  <a:lnTo>
                    <a:pt x="188326" y="4769"/>
                  </a:lnTo>
                  <a:lnTo>
                    <a:pt x="189736" y="4820"/>
                  </a:lnTo>
                  <a:lnTo>
                    <a:pt x="191145" y="4873"/>
                  </a:lnTo>
                  <a:lnTo>
                    <a:pt x="192555" y="4927"/>
                  </a:lnTo>
                  <a:lnTo>
                    <a:pt x="193964" y="4983"/>
                  </a:lnTo>
                  <a:lnTo>
                    <a:pt x="195374" y="5040"/>
                  </a:lnTo>
                  <a:lnTo>
                    <a:pt x="196784" y="5100"/>
                  </a:lnTo>
                  <a:lnTo>
                    <a:pt x="198193" y="5161"/>
                  </a:lnTo>
                  <a:lnTo>
                    <a:pt x="199603" y="5224"/>
                  </a:lnTo>
                  <a:lnTo>
                    <a:pt x="201013" y="5288"/>
                  </a:lnTo>
                  <a:lnTo>
                    <a:pt x="202287" y="5347"/>
                  </a:lnTo>
                  <a:lnTo>
                    <a:pt x="203569" y="5406"/>
                  </a:lnTo>
                  <a:lnTo>
                    <a:pt x="204870" y="5466"/>
                  </a:lnTo>
                  <a:lnTo>
                    <a:pt x="207051" y="5568"/>
                  </a:lnTo>
                  <a:lnTo>
                    <a:pt x="209085" y="5663"/>
                  </a:lnTo>
                  <a:lnTo>
                    <a:pt x="210978" y="5752"/>
                  </a:lnTo>
                  <a:lnTo>
                    <a:pt x="212737" y="5835"/>
                  </a:lnTo>
                  <a:lnTo>
                    <a:pt x="214372" y="5913"/>
                  </a:lnTo>
                  <a:lnTo>
                    <a:pt x="215889" y="5986"/>
                  </a:lnTo>
                  <a:lnTo>
                    <a:pt x="217295" y="6055"/>
                  </a:lnTo>
                  <a:lnTo>
                    <a:pt x="218599" y="6119"/>
                  </a:lnTo>
                  <a:lnTo>
                    <a:pt x="219808" y="6181"/>
                  </a:lnTo>
                  <a:lnTo>
                    <a:pt x="220929" y="6240"/>
                  </a:lnTo>
                  <a:lnTo>
                    <a:pt x="221971" y="6296"/>
                  </a:lnTo>
                  <a:lnTo>
                    <a:pt x="222940" y="6351"/>
                  </a:lnTo>
                  <a:lnTo>
                    <a:pt x="223845" y="6404"/>
                  </a:lnTo>
                  <a:lnTo>
                    <a:pt x="224692" y="6456"/>
                  </a:lnTo>
                  <a:lnTo>
                    <a:pt x="225490" y="6508"/>
                  </a:lnTo>
                  <a:lnTo>
                    <a:pt x="226247" y="6560"/>
                  </a:lnTo>
                  <a:lnTo>
                    <a:pt x="226969" y="6613"/>
                  </a:lnTo>
                  <a:lnTo>
                    <a:pt x="227664" y="6667"/>
                  </a:lnTo>
                  <a:lnTo>
                    <a:pt x="228340" y="6722"/>
                  </a:lnTo>
                  <a:lnTo>
                    <a:pt x="229004" y="6780"/>
                  </a:lnTo>
                  <a:lnTo>
                    <a:pt x="229665" y="6840"/>
                  </a:lnTo>
                  <a:lnTo>
                    <a:pt x="230329" y="6903"/>
                  </a:lnTo>
                  <a:lnTo>
                    <a:pt x="231004" y="6970"/>
                  </a:lnTo>
                  <a:lnTo>
                    <a:pt x="231698" y="7041"/>
                  </a:lnTo>
                  <a:lnTo>
                    <a:pt x="232419" y="7117"/>
                  </a:lnTo>
                  <a:lnTo>
                    <a:pt x="233174" y="7197"/>
                  </a:lnTo>
                  <a:lnTo>
                    <a:pt x="233970" y="7284"/>
                  </a:lnTo>
                  <a:lnTo>
                    <a:pt x="234815" y="7376"/>
                  </a:lnTo>
                  <a:lnTo>
                    <a:pt x="235717" y="7475"/>
                  </a:lnTo>
                  <a:lnTo>
                    <a:pt x="236755" y="7573"/>
                  </a:lnTo>
                  <a:lnTo>
                    <a:pt x="237793" y="7662"/>
                  </a:lnTo>
                  <a:lnTo>
                    <a:pt x="238831" y="7742"/>
                  </a:lnTo>
                  <a:lnTo>
                    <a:pt x="239870" y="7814"/>
                  </a:lnTo>
                  <a:lnTo>
                    <a:pt x="240910" y="7879"/>
                  </a:lnTo>
                  <a:lnTo>
                    <a:pt x="241949" y="7936"/>
                  </a:lnTo>
                  <a:lnTo>
                    <a:pt x="242989" y="7986"/>
                  </a:lnTo>
                  <a:lnTo>
                    <a:pt x="244030" y="8029"/>
                  </a:lnTo>
                  <a:lnTo>
                    <a:pt x="245070" y="8066"/>
                  </a:lnTo>
                  <a:lnTo>
                    <a:pt x="246111" y="8098"/>
                  </a:lnTo>
                  <a:lnTo>
                    <a:pt x="247152" y="8123"/>
                  </a:lnTo>
                  <a:lnTo>
                    <a:pt x="248193" y="8144"/>
                  </a:lnTo>
                  <a:lnTo>
                    <a:pt x="249235" y="8160"/>
                  </a:lnTo>
                  <a:lnTo>
                    <a:pt x="250276" y="8172"/>
                  </a:lnTo>
                  <a:lnTo>
                    <a:pt x="251318" y="8179"/>
                  </a:lnTo>
                  <a:lnTo>
                    <a:pt x="252360" y="8183"/>
                  </a:lnTo>
                  <a:lnTo>
                    <a:pt x="253402" y="8184"/>
                  </a:lnTo>
                  <a:lnTo>
                    <a:pt x="254444" y="8182"/>
                  </a:lnTo>
                  <a:lnTo>
                    <a:pt x="255486" y="8177"/>
                  </a:lnTo>
                  <a:lnTo>
                    <a:pt x="256528" y="8171"/>
                  </a:lnTo>
                  <a:lnTo>
                    <a:pt x="257570" y="8163"/>
                  </a:lnTo>
                  <a:lnTo>
                    <a:pt x="258612" y="8153"/>
                  </a:lnTo>
                  <a:lnTo>
                    <a:pt x="259655" y="8143"/>
                  </a:lnTo>
                  <a:lnTo>
                    <a:pt x="260697" y="8132"/>
                  </a:lnTo>
                  <a:lnTo>
                    <a:pt x="261739" y="8120"/>
                  </a:lnTo>
                  <a:lnTo>
                    <a:pt x="262780" y="8109"/>
                  </a:lnTo>
                  <a:lnTo>
                    <a:pt x="263822" y="8099"/>
                  </a:lnTo>
                  <a:lnTo>
                    <a:pt x="264864" y="8090"/>
                  </a:lnTo>
                  <a:lnTo>
                    <a:pt x="265905" y="8082"/>
                  </a:lnTo>
                  <a:lnTo>
                    <a:pt x="267002" y="8075"/>
                  </a:lnTo>
                  <a:lnTo>
                    <a:pt x="268098" y="8069"/>
                  </a:lnTo>
                  <a:lnTo>
                    <a:pt x="269194" y="8063"/>
                  </a:lnTo>
                  <a:lnTo>
                    <a:pt x="270291" y="8058"/>
                  </a:lnTo>
                  <a:lnTo>
                    <a:pt x="271387" y="8053"/>
                  </a:lnTo>
                  <a:lnTo>
                    <a:pt x="272483" y="8049"/>
                  </a:lnTo>
                  <a:lnTo>
                    <a:pt x="273580" y="8045"/>
                  </a:lnTo>
                  <a:lnTo>
                    <a:pt x="274676" y="8042"/>
                  </a:lnTo>
                  <a:lnTo>
                    <a:pt x="275772" y="8039"/>
                  </a:lnTo>
                  <a:lnTo>
                    <a:pt x="276868" y="8037"/>
                  </a:lnTo>
                  <a:lnTo>
                    <a:pt x="277965" y="8036"/>
                  </a:lnTo>
                  <a:lnTo>
                    <a:pt x="279061" y="8035"/>
                  </a:lnTo>
                  <a:lnTo>
                    <a:pt x="280157" y="8034"/>
                  </a:lnTo>
                  <a:lnTo>
                    <a:pt x="281253" y="8034"/>
                  </a:lnTo>
                  <a:lnTo>
                    <a:pt x="282349" y="8035"/>
                  </a:lnTo>
                  <a:lnTo>
                    <a:pt x="283445" y="8036"/>
                  </a:lnTo>
                  <a:lnTo>
                    <a:pt x="284541" y="8037"/>
                  </a:lnTo>
                  <a:lnTo>
                    <a:pt x="285638" y="8039"/>
                  </a:lnTo>
                  <a:lnTo>
                    <a:pt x="286734" y="8042"/>
                  </a:lnTo>
                  <a:lnTo>
                    <a:pt x="287830" y="8045"/>
                  </a:lnTo>
                  <a:lnTo>
                    <a:pt x="288926" y="8048"/>
                  </a:lnTo>
                  <a:lnTo>
                    <a:pt x="290022" y="8052"/>
                  </a:lnTo>
                  <a:lnTo>
                    <a:pt x="291118" y="8057"/>
                  </a:lnTo>
                  <a:lnTo>
                    <a:pt x="292214" y="8061"/>
                  </a:lnTo>
                  <a:lnTo>
                    <a:pt x="293310" y="8067"/>
                  </a:lnTo>
                  <a:lnTo>
                    <a:pt x="294406" y="8073"/>
                  </a:lnTo>
                  <a:lnTo>
                    <a:pt x="295502" y="8079"/>
                  </a:lnTo>
                  <a:lnTo>
                    <a:pt x="296598" y="8086"/>
                  </a:lnTo>
                  <a:lnTo>
                    <a:pt x="297694" y="8094"/>
                  </a:lnTo>
                  <a:lnTo>
                    <a:pt x="298790" y="8102"/>
                  </a:lnTo>
                  <a:lnTo>
                    <a:pt x="299886" y="8110"/>
                  </a:lnTo>
                  <a:lnTo>
                    <a:pt x="300982" y="8119"/>
                  </a:lnTo>
                  <a:lnTo>
                    <a:pt x="302078" y="8128"/>
                  </a:lnTo>
                  <a:lnTo>
                    <a:pt x="303174" y="8138"/>
                  </a:lnTo>
                  <a:lnTo>
                    <a:pt x="304270" y="8148"/>
                  </a:lnTo>
                  <a:lnTo>
                    <a:pt x="305366" y="8159"/>
                  </a:lnTo>
                  <a:lnTo>
                    <a:pt x="306462" y="8170"/>
                  </a:lnTo>
                  <a:lnTo>
                    <a:pt x="307558" y="8182"/>
                  </a:lnTo>
                  <a:lnTo>
                    <a:pt x="308654" y="8194"/>
                  </a:lnTo>
                  <a:lnTo>
                    <a:pt x="309750" y="8207"/>
                  </a:lnTo>
                  <a:lnTo>
                    <a:pt x="310846" y="8220"/>
                  </a:lnTo>
                  <a:lnTo>
                    <a:pt x="311942" y="8233"/>
                  </a:lnTo>
                  <a:lnTo>
                    <a:pt x="313038" y="8247"/>
                  </a:lnTo>
                  <a:lnTo>
                    <a:pt x="314134" y="8262"/>
                  </a:lnTo>
                  <a:lnTo>
                    <a:pt x="315230" y="8277"/>
                  </a:lnTo>
                  <a:lnTo>
                    <a:pt x="316326" y="8292"/>
                  </a:lnTo>
                  <a:lnTo>
                    <a:pt x="317422" y="8308"/>
                  </a:lnTo>
                  <a:lnTo>
                    <a:pt x="318518" y="8324"/>
                  </a:lnTo>
                  <a:lnTo>
                    <a:pt x="319614" y="8341"/>
                  </a:lnTo>
                  <a:lnTo>
                    <a:pt x="320710" y="8358"/>
                  </a:lnTo>
                  <a:lnTo>
                    <a:pt x="321806" y="8376"/>
                  </a:lnTo>
                  <a:lnTo>
                    <a:pt x="322902" y="8394"/>
                  </a:lnTo>
                  <a:lnTo>
                    <a:pt x="323998" y="8413"/>
                  </a:lnTo>
                  <a:lnTo>
                    <a:pt x="325094" y="8432"/>
                  </a:lnTo>
                  <a:lnTo>
                    <a:pt x="326191" y="8451"/>
                  </a:lnTo>
                  <a:lnTo>
                    <a:pt x="327287" y="8471"/>
                  </a:lnTo>
                  <a:lnTo>
                    <a:pt x="328383" y="8491"/>
                  </a:lnTo>
                  <a:lnTo>
                    <a:pt x="329479" y="8512"/>
                  </a:lnTo>
                  <a:lnTo>
                    <a:pt x="330575" y="8533"/>
                  </a:lnTo>
                  <a:lnTo>
                    <a:pt x="331671" y="8555"/>
                  </a:lnTo>
                  <a:lnTo>
                    <a:pt x="332767" y="8577"/>
                  </a:lnTo>
                  <a:lnTo>
                    <a:pt x="333864" y="8599"/>
                  </a:lnTo>
                  <a:lnTo>
                    <a:pt x="334960" y="8622"/>
                  </a:lnTo>
                  <a:lnTo>
                    <a:pt x="336056" y="8646"/>
                  </a:lnTo>
                  <a:lnTo>
                    <a:pt x="337386" y="8671"/>
                  </a:lnTo>
                  <a:lnTo>
                    <a:pt x="338724" y="8698"/>
                  </a:lnTo>
                  <a:lnTo>
                    <a:pt x="340081" y="8725"/>
                  </a:lnTo>
                  <a:lnTo>
                    <a:pt x="341216" y="8748"/>
                  </a:lnTo>
                  <a:lnTo>
                    <a:pt x="342352" y="8772"/>
                  </a:lnTo>
                  <a:lnTo>
                    <a:pt x="343488" y="8797"/>
                  </a:lnTo>
                  <a:lnTo>
                    <a:pt x="344623" y="8821"/>
                  </a:lnTo>
                  <a:lnTo>
                    <a:pt x="345759" y="8846"/>
                  </a:lnTo>
                  <a:lnTo>
                    <a:pt x="346894" y="8872"/>
                  </a:lnTo>
                  <a:lnTo>
                    <a:pt x="348030" y="8897"/>
                  </a:lnTo>
                  <a:lnTo>
                    <a:pt x="349165" y="8923"/>
                  </a:lnTo>
                  <a:lnTo>
                    <a:pt x="350301" y="8949"/>
                  </a:lnTo>
                  <a:lnTo>
                    <a:pt x="351436" y="8976"/>
                  </a:lnTo>
                  <a:lnTo>
                    <a:pt x="351930" y="8986"/>
                  </a:lnTo>
                  <a:lnTo>
                    <a:pt x="352801" y="9003"/>
                  </a:lnTo>
                  <a:lnTo>
                    <a:pt x="354795" y="9043"/>
                  </a:lnTo>
                  <a:lnTo>
                    <a:pt x="355855" y="9073"/>
                  </a:lnTo>
                  <a:lnTo>
                    <a:pt x="356912" y="9107"/>
                  </a:lnTo>
                  <a:lnTo>
                    <a:pt x="357967" y="9146"/>
                  </a:lnTo>
                  <a:lnTo>
                    <a:pt x="359019" y="9191"/>
                  </a:lnTo>
                  <a:lnTo>
                    <a:pt x="360070" y="9243"/>
                  </a:lnTo>
                  <a:lnTo>
                    <a:pt x="361120" y="9301"/>
                  </a:lnTo>
                  <a:lnTo>
                    <a:pt x="362168" y="9367"/>
                  </a:lnTo>
                  <a:lnTo>
                    <a:pt x="363216" y="9442"/>
                  </a:lnTo>
                  <a:lnTo>
                    <a:pt x="364264" y="9525"/>
                  </a:lnTo>
                  <a:lnTo>
                    <a:pt x="365311" y="9617"/>
                  </a:lnTo>
                  <a:lnTo>
                    <a:pt x="366360" y="9719"/>
                  </a:lnTo>
                  <a:lnTo>
                    <a:pt x="367409" y="9832"/>
                  </a:lnTo>
                  <a:lnTo>
                    <a:pt x="368459" y="9955"/>
                  </a:lnTo>
                  <a:lnTo>
                    <a:pt x="369511" y="10091"/>
                  </a:lnTo>
                  <a:lnTo>
                    <a:pt x="370611" y="10223"/>
                  </a:lnTo>
                  <a:lnTo>
                    <a:pt x="371703" y="10342"/>
                  </a:lnTo>
                  <a:lnTo>
                    <a:pt x="372790" y="10447"/>
                  </a:lnTo>
                  <a:lnTo>
                    <a:pt x="373872" y="10540"/>
                  </a:lnTo>
                  <a:lnTo>
                    <a:pt x="374950" y="10620"/>
                  </a:lnTo>
                  <a:lnTo>
                    <a:pt x="376028" y="10688"/>
                  </a:lnTo>
                  <a:lnTo>
                    <a:pt x="377105" y="10745"/>
                  </a:lnTo>
                  <a:lnTo>
                    <a:pt x="378183" y="10791"/>
                  </a:lnTo>
                  <a:lnTo>
                    <a:pt x="379264" y="10827"/>
                  </a:lnTo>
                  <a:lnTo>
                    <a:pt x="380350" y="10853"/>
                  </a:lnTo>
                  <a:lnTo>
                    <a:pt x="381441" y="10869"/>
                  </a:lnTo>
                  <a:lnTo>
                    <a:pt x="382539" y="10876"/>
                  </a:lnTo>
                  <a:lnTo>
                    <a:pt x="383645" y="10875"/>
                  </a:lnTo>
                  <a:lnTo>
                    <a:pt x="384846" y="10871"/>
                  </a:lnTo>
                  <a:lnTo>
                    <a:pt x="386052" y="10868"/>
                  </a:lnTo>
                  <a:lnTo>
                    <a:pt x="387268" y="10864"/>
                  </a:lnTo>
                  <a:lnTo>
                    <a:pt x="388497" y="10861"/>
                  </a:lnTo>
                  <a:lnTo>
                    <a:pt x="389727" y="10853"/>
                  </a:lnTo>
                  <a:lnTo>
                    <a:pt x="390962" y="10844"/>
                  </a:lnTo>
                  <a:lnTo>
                    <a:pt x="392206" y="10835"/>
                  </a:lnTo>
                  <a:lnTo>
                    <a:pt x="393464" y="10826"/>
                  </a:lnTo>
                  <a:lnTo>
                    <a:pt x="394726" y="10822"/>
                  </a:lnTo>
                  <a:lnTo>
                    <a:pt x="395992" y="10818"/>
                  </a:lnTo>
                  <a:lnTo>
                    <a:pt x="397268" y="10813"/>
                  </a:lnTo>
                  <a:lnTo>
                    <a:pt x="398558" y="10809"/>
                  </a:lnTo>
                  <a:lnTo>
                    <a:pt x="399682" y="10804"/>
                  </a:lnTo>
                  <a:lnTo>
                    <a:pt x="400806" y="10800"/>
                  </a:lnTo>
                  <a:lnTo>
                    <a:pt x="401930" y="10795"/>
                  </a:lnTo>
                  <a:lnTo>
                    <a:pt x="403054" y="10789"/>
                  </a:lnTo>
                  <a:lnTo>
                    <a:pt x="404178" y="10784"/>
                  </a:lnTo>
                  <a:lnTo>
                    <a:pt x="405302" y="10778"/>
                  </a:lnTo>
                  <a:lnTo>
                    <a:pt x="406426" y="10771"/>
                  </a:lnTo>
                  <a:lnTo>
                    <a:pt x="407550" y="10765"/>
                  </a:lnTo>
                  <a:lnTo>
                    <a:pt x="408674" y="10758"/>
                  </a:lnTo>
                  <a:lnTo>
                    <a:pt x="409798" y="10751"/>
                  </a:lnTo>
                  <a:lnTo>
                    <a:pt x="410922" y="10743"/>
                  </a:lnTo>
                  <a:lnTo>
                    <a:pt x="410922" y="12076"/>
                  </a:lnTo>
                  <a:lnTo>
                    <a:pt x="410922" y="13429"/>
                  </a:lnTo>
                  <a:lnTo>
                    <a:pt x="412086" y="13388"/>
                  </a:lnTo>
                  <a:lnTo>
                    <a:pt x="413254" y="13346"/>
                  </a:lnTo>
                  <a:lnTo>
                    <a:pt x="414431" y="13304"/>
                  </a:lnTo>
                  <a:lnTo>
                    <a:pt x="415622" y="13261"/>
                  </a:lnTo>
                  <a:lnTo>
                    <a:pt x="416676" y="13265"/>
                  </a:lnTo>
                  <a:lnTo>
                    <a:pt x="417729" y="13282"/>
                  </a:lnTo>
                  <a:lnTo>
                    <a:pt x="418778" y="13309"/>
                  </a:lnTo>
                  <a:lnTo>
                    <a:pt x="419826" y="13347"/>
                  </a:lnTo>
                  <a:lnTo>
                    <a:pt x="420872" y="13396"/>
                  </a:lnTo>
                  <a:lnTo>
                    <a:pt x="421917" y="13454"/>
                  </a:lnTo>
                  <a:lnTo>
                    <a:pt x="422960" y="13521"/>
                  </a:lnTo>
                  <a:lnTo>
                    <a:pt x="424002" y="13596"/>
                  </a:lnTo>
                  <a:lnTo>
                    <a:pt x="425044" y="13680"/>
                  </a:lnTo>
                  <a:lnTo>
                    <a:pt x="426085" y="13770"/>
                  </a:lnTo>
                  <a:lnTo>
                    <a:pt x="427125" y="13868"/>
                  </a:lnTo>
                  <a:lnTo>
                    <a:pt x="428166" y="13971"/>
                  </a:lnTo>
                  <a:lnTo>
                    <a:pt x="429207" y="14080"/>
                  </a:lnTo>
                  <a:lnTo>
                    <a:pt x="430248" y="14194"/>
                  </a:lnTo>
                  <a:lnTo>
                    <a:pt x="431290" y="14313"/>
                  </a:lnTo>
                  <a:lnTo>
                    <a:pt x="432333" y="14435"/>
                  </a:lnTo>
                  <a:lnTo>
                    <a:pt x="433377" y="14560"/>
                  </a:lnTo>
                  <a:lnTo>
                    <a:pt x="434422" y="14689"/>
                  </a:lnTo>
                  <a:lnTo>
                    <a:pt x="435874" y="14863"/>
                  </a:lnTo>
                  <a:lnTo>
                    <a:pt x="437347" y="15042"/>
                  </a:lnTo>
                  <a:lnTo>
                    <a:pt x="439653" y="15343"/>
                  </a:lnTo>
                  <a:lnTo>
                    <a:pt x="441404" y="15587"/>
                  </a:lnTo>
                  <a:lnTo>
                    <a:pt x="442700" y="15804"/>
                  </a:lnTo>
                  <a:lnTo>
                    <a:pt x="443640" y="16021"/>
                  </a:lnTo>
                  <a:lnTo>
                    <a:pt x="444325" y="16266"/>
                  </a:lnTo>
                  <a:lnTo>
                    <a:pt x="444853" y="16569"/>
                  </a:lnTo>
                  <a:lnTo>
                    <a:pt x="445324" y="16956"/>
                  </a:lnTo>
                  <a:lnTo>
                    <a:pt x="445837" y="17458"/>
                  </a:lnTo>
                  <a:lnTo>
                    <a:pt x="446938" y="17540"/>
                  </a:lnTo>
                  <a:lnTo>
                    <a:pt x="448044" y="17624"/>
                  </a:lnTo>
                  <a:lnTo>
                    <a:pt x="449158" y="17708"/>
                  </a:lnTo>
                  <a:lnTo>
                    <a:pt x="450284" y="17793"/>
                  </a:lnTo>
                  <a:lnTo>
                    <a:pt x="451763" y="18098"/>
                  </a:lnTo>
                  <a:lnTo>
                    <a:pt x="452943" y="18364"/>
                  </a:lnTo>
                  <a:lnTo>
                    <a:pt x="453891" y="18629"/>
                  </a:lnTo>
                  <a:lnTo>
                    <a:pt x="454675" y="18930"/>
                  </a:lnTo>
                  <a:lnTo>
                    <a:pt x="455363" y="19302"/>
                  </a:lnTo>
                  <a:lnTo>
                    <a:pt x="456024" y="19783"/>
                  </a:lnTo>
                  <a:lnTo>
                    <a:pt x="456723" y="20408"/>
                  </a:lnTo>
                  <a:lnTo>
                    <a:pt x="457529" y="21215"/>
                  </a:lnTo>
                  <a:lnTo>
                    <a:pt x="458511" y="22241"/>
                  </a:lnTo>
                  <a:lnTo>
                    <a:pt x="459204" y="23323"/>
                  </a:lnTo>
                  <a:lnTo>
                    <a:pt x="459901" y="24412"/>
                  </a:lnTo>
                  <a:lnTo>
                    <a:pt x="460608" y="25515"/>
                  </a:lnTo>
                  <a:lnTo>
                    <a:pt x="460155" y="26581"/>
                  </a:lnTo>
                  <a:lnTo>
                    <a:pt x="459676" y="27614"/>
                  </a:lnTo>
                  <a:lnTo>
                    <a:pt x="459170" y="28615"/>
                  </a:lnTo>
                  <a:lnTo>
                    <a:pt x="458634" y="29584"/>
                  </a:lnTo>
                  <a:lnTo>
                    <a:pt x="458066" y="30522"/>
                  </a:lnTo>
                  <a:lnTo>
                    <a:pt x="457465" y="31428"/>
                  </a:lnTo>
                  <a:lnTo>
                    <a:pt x="456828" y="32303"/>
                  </a:lnTo>
                  <a:lnTo>
                    <a:pt x="456154" y="33148"/>
                  </a:lnTo>
                  <a:lnTo>
                    <a:pt x="455440" y="33963"/>
                  </a:lnTo>
                  <a:lnTo>
                    <a:pt x="454685" y="34748"/>
                  </a:lnTo>
                  <a:lnTo>
                    <a:pt x="453886" y="35504"/>
                  </a:lnTo>
                  <a:lnTo>
                    <a:pt x="453042" y="36232"/>
                  </a:lnTo>
                  <a:lnTo>
                    <a:pt x="452150" y="36930"/>
                  </a:lnTo>
                  <a:lnTo>
                    <a:pt x="451208" y="37601"/>
                  </a:lnTo>
                  <a:lnTo>
                    <a:pt x="450226" y="37990"/>
                  </a:lnTo>
                  <a:lnTo>
                    <a:pt x="449242" y="38367"/>
                  </a:lnTo>
                  <a:lnTo>
                    <a:pt x="448257" y="38732"/>
                  </a:lnTo>
                  <a:lnTo>
                    <a:pt x="447269" y="39087"/>
                  </a:lnTo>
                  <a:lnTo>
                    <a:pt x="446280" y="39432"/>
                  </a:lnTo>
                  <a:lnTo>
                    <a:pt x="445288" y="39769"/>
                  </a:lnTo>
                  <a:lnTo>
                    <a:pt x="444294" y="40098"/>
                  </a:lnTo>
                  <a:lnTo>
                    <a:pt x="443297" y="40421"/>
                  </a:lnTo>
                  <a:lnTo>
                    <a:pt x="442297" y="40738"/>
                  </a:lnTo>
                  <a:lnTo>
                    <a:pt x="441293" y="41050"/>
                  </a:lnTo>
                  <a:lnTo>
                    <a:pt x="440286" y="41359"/>
                  </a:lnTo>
                  <a:lnTo>
                    <a:pt x="439274" y="41666"/>
                  </a:lnTo>
                  <a:lnTo>
                    <a:pt x="438251" y="41993"/>
                  </a:lnTo>
                  <a:lnTo>
                    <a:pt x="437240" y="42330"/>
                  </a:lnTo>
                  <a:lnTo>
                    <a:pt x="436239" y="42679"/>
                  </a:lnTo>
                  <a:lnTo>
                    <a:pt x="435246" y="43037"/>
                  </a:lnTo>
                  <a:lnTo>
                    <a:pt x="434259" y="43406"/>
                  </a:lnTo>
                  <a:lnTo>
                    <a:pt x="433277" y="43785"/>
                  </a:lnTo>
                  <a:lnTo>
                    <a:pt x="432298" y="44174"/>
                  </a:lnTo>
                  <a:lnTo>
                    <a:pt x="431321" y="44573"/>
                  </a:lnTo>
                  <a:lnTo>
                    <a:pt x="430343" y="44981"/>
                  </a:lnTo>
                  <a:lnTo>
                    <a:pt x="429363" y="45399"/>
                  </a:lnTo>
                  <a:lnTo>
                    <a:pt x="428379" y="45826"/>
                  </a:lnTo>
                  <a:lnTo>
                    <a:pt x="427406" y="46210"/>
                  </a:lnTo>
                  <a:lnTo>
                    <a:pt x="426429" y="46577"/>
                  </a:lnTo>
                  <a:lnTo>
                    <a:pt x="425447" y="46927"/>
                  </a:lnTo>
                  <a:lnTo>
                    <a:pt x="424460" y="47260"/>
                  </a:lnTo>
                  <a:lnTo>
                    <a:pt x="423469" y="47578"/>
                  </a:lnTo>
                  <a:lnTo>
                    <a:pt x="422474" y="47880"/>
                  </a:lnTo>
                  <a:lnTo>
                    <a:pt x="421475" y="48168"/>
                  </a:lnTo>
                  <a:lnTo>
                    <a:pt x="420472" y="48442"/>
                  </a:lnTo>
                  <a:lnTo>
                    <a:pt x="419465" y="48702"/>
                  </a:lnTo>
                  <a:lnTo>
                    <a:pt x="418456" y="48949"/>
                  </a:lnTo>
                  <a:lnTo>
                    <a:pt x="417442" y="49183"/>
                  </a:lnTo>
                  <a:lnTo>
                    <a:pt x="416426" y="49406"/>
                  </a:lnTo>
                  <a:lnTo>
                    <a:pt x="415407" y="49617"/>
                  </a:lnTo>
                  <a:lnTo>
                    <a:pt x="414385" y="49817"/>
                  </a:lnTo>
                  <a:lnTo>
                    <a:pt x="413361" y="50007"/>
                  </a:lnTo>
                  <a:lnTo>
                    <a:pt x="412334" y="50187"/>
                  </a:lnTo>
                  <a:lnTo>
                    <a:pt x="411306" y="50358"/>
                  </a:lnTo>
                  <a:lnTo>
                    <a:pt x="410275" y="50520"/>
                  </a:lnTo>
                  <a:lnTo>
                    <a:pt x="409242" y="50674"/>
                  </a:lnTo>
                  <a:lnTo>
                    <a:pt x="408208" y="50820"/>
                  </a:lnTo>
                  <a:lnTo>
                    <a:pt x="407172" y="50960"/>
                  </a:lnTo>
                  <a:lnTo>
                    <a:pt x="406135" y="51093"/>
                  </a:lnTo>
                  <a:lnTo>
                    <a:pt x="405097" y="51220"/>
                  </a:lnTo>
                  <a:lnTo>
                    <a:pt x="404057" y="51341"/>
                  </a:lnTo>
                  <a:lnTo>
                    <a:pt x="403017" y="51458"/>
                  </a:lnTo>
                  <a:lnTo>
                    <a:pt x="401977" y="51570"/>
                  </a:lnTo>
                  <a:lnTo>
                    <a:pt x="400936" y="51679"/>
                  </a:lnTo>
                  <a:lnTo>
                    <a:pt x="399895" y="51784"/>
                  </a:lnTo>
                  <a:lnTo>
                    <a:pt x="398854" y="51887"/>
                  </a:lnTo>
                  <a:lnTo>
                    <a:pt x="397813" y="51987"/>
                  </a:lnTo>
                  <a:lnTo>
                    <a:pt x="396772" y="52086"/>
                  </a:lnTo>
                  <a:lnTo>
                    <a:pt x="395731" y="52184"/>
                  </a:lnTo>
                  <a:lnTo>
                    <a:pt x="394692" y="52281"/>
                  </a:lnTo>
                  <a:lnTo>
                    <a:pt x="393653" y="52379"/>
                  </a:lnTo>
                  <a:lnTo>
                    <a:pt x="392615" y="52476"/>
                  </a:lnTo>
                  <a:lnTo>
                    <a:pt x="391579" y="52576"/>
                  </a:lnTo>
                  <a:lnTo>
                    <a:pt x="390543" y="52676"/>
                  </a:lnTo>
                  <a:lnTo>
                    <a:pt x="389509" y="52779"/>
                  </a:lnTo>
                  <a:lnTo>
                    <a:pt x="388358" y="52901"/>
                  </a:lnTo>
                  <a:lnTo>
                    <a:pt x="387226" y="53029"/>
                  </a:lnTo>
                  <a:lnTo>
                    <a:pt x="386108" y="53166"/>
                  </a:lnTo>
                  <a:lnTo>
                    <a:pt x="385003" y="53316"/>
                  </a:lnTo>
                  <a:lnTo>
                    <a:pt x="383907" y="53483"/>
                  </a:lnTo>
                  <a:lnTo>
                    <a:pt x="382817" y="53671"/>
                  </a:lnTo>
                  <a:lnTo>
                    <a:pt x="381730" y="53884"/>
                  </a:lnTo>
                  <a:lnTo>
                    <a:pt x="380642" y="54126"/>
                  </a:lnTo>
                  <a:lnTo>
                    <a:pt x="379552" y="54399"/>
                  </a:lnTo>
                  <a:lnTo>
                    <a:pt x="378456" y="54709"/>
                  </a:lnTo>
                  <a:lnTo>
                    <a:pt x="377350" y="55058"/>
                  </a:lnTo>
                  <a:lnTo>
                    <a:pt x="376239" y="55146"/>
                  </a:lnTo>
                  <a:lnTo>
                    <a:pt x="375127" y="55229"/>
                  </a:lnTo>
                  <a:lnTo>
                    <a:pt x="374015" y="55308"/>
                  </a:lnTo>
                  <a:lnTo>
                    <a:pt x="372903" y="55383"/>
                  </a:lnTo>
                  <a:lnTo>
                    <a:pt x="371791" y="55454"/>
                  </a:lnTo>
                  <a:lnTo>
                    <a:pt x="370679" y="55522"/>
                  </a:lnTo>
                  <a:lnTo>
                    <a:pt x="369566" y="55586"/>
                  </a:lnTo>
                  <a:lnTo>
                    <a:pt x="368453" y="55646"/>
                  </a:lnTo>
                  <a:lnTo>
                    <a:pt x="367368" y="55720"/>
                  </a:lnTo>
                  <a:lnTo>
                    <a:pt x="366291" y="55801"/>
                  </a:lnTo>
                  <a:lnTo>
                    <a:pt x="365222" y="55889"/>
                  </a:lnTo>
                  <a:lnTo>
                    <a:pt x="364160" y="55985"/>
                  </a:lnTo>
                  <a:lnTo>
                    <a:pt x="363104" y="56090"/>
                  </a:lnTo>
                  <a:lnTo>
                    <a:pt x="362054" y="56203"/>
                  </a:lnTo>
                  <a:lnTo>
                    <a:pt x="361008" y="56327"/>
                  </a:lnTo>
                  <a:lnTo>
                    <a:pt x="359966" y="56460"/>
                  </a:lnTo>
                  <a:lnTo>
                    <a:pt x="358926" y="56603"/>
                  </a:lnTo>
                  <a:lnTo>
                    <a:pt x="357889" y="56758"/>
                  </a:lnTo>
                  <a:lnTo>
                    <a:pt x="356852" y="56924"/>
                  </a:lnTo>
                  <a:lnTo>
                    <a:pt x="355816" y="57103"/>
                  </a:lnTo>
                  <a:lnTo>
                    <a:pt x="354779" y="57293"/>
                  </a:lnTo>
                  <a:lnTo>
                    <a:pt x="353740" y="57497"/>
                  </a:lnTo>
                  <a:lnTo>
                    <a:pt x="352699" y="57714"/>
                  </a:lnTo>
                  <a:lnTo>
                    <a:pt x="351655" y="57945"/>
                  </a:lnTo>
                  <a:lnTo>
                    <a:pt x="350607" y="58191"/>
                  </a:lnTo>
                  <a:lnTo>
                    <a:pt x="349553" y="58452"/>
                  </a:lnTo>
                  <a:lnTo>
                    <a:pt x="348507" y="58656"/>
                  </a:lnTo>
                  <a:lnTo>
                    <a:pt x="347459" y="58839"/>
                  </a:lnTo>
                  <a:lnTo>
                    <a:pt x="346409" y="59004"/>
                  </a:lnTo>
                  <a:lnTo>
                    <a:pt x="345357" y="59151"/>
                  </a:lnTo>
                  <a:lnTo>
                    <a:pt x="344304" y="59282"/>
                  </a:lnTo>
                  <a:lnTo>
                    <a:pt x="343250" y="59400"/>
                  </a:lnTo>
                  <a:lnTo>
                    <a:pt x="342194" y="59505"/>
                  </a:lnTo>
                  <a:lnTo>
                    <a:pt x="341137" y="59600"/>
                  </a:lnTo>
                  <a:lnTo>
                    <a:pt x="340079" y="59685"/>
                  </a:lnTo>
                  <a:lnTo>
                    <a:pt x="339020" y="59763"/>
                  </a:lnTo>
                  <a:lnTo>
                    <a:pt x="337960" y="59835"/>
                  </a:lnTo>
                  <a:lnTo>
                    <a:pt x="336899" y="59903"/>
                  </a:lnTo>
                  <a:lnTo>
                    <a:pt x="335837" y="59969"/>
                  </a:lnTo>
                  <a:lnTo>
                    <a:pt x="334775" y="60034"/>
                  </a:lnTo>
                  <a:lnTo>
                    <a:pt x="333711" y="60099"/>
                  </a:lnTo>
                  <a:lnTo>
                    <a:pt x="332282" y="60245"/>
                  </a:lnTo>
                  <a:lnTo>
                    <a:pt x="331246" y="60382"/>
                  </a:lnTo>
                  <a:lnTo>
                    <a:pt x="330433" y="60556"/>
                  </a:lnTo>
                  <a:lnTo>
                    <a:pt x="329678" y="60815"/>
                  </a:lnTo>
                  <a:lnTo>
                    <a:pt x="328810" y="61205"/>
                  </a:lnTo>
                  <a:lnTo>
                    <a:pt x="327663" y="61773"/>
                  </a:lnTo>
                  <a:lnTo>
                    <a:pt x="326573" y="61875"/>
                  </a:lnTo>
                  <a:lnTo>
                    <a:pt x="325483" y="61971"/>
                  </a:lnTo>
                  <a:lnTo>
                    <a:pt x="324393" y="62062"/>
                  </a:lnTo>
                  <a:lnTo>
                    <a:pt x="323302" y="62147"/>
                  </a:lnTo>
                  <a:lnTo>
                    <a:pt x="322210" y="62228"/>
                  </a:lnTo>
                  <a:lnTo>
                    <a:pt x="321118" y="62304"/>
                  </a:lnTo>
                  <a:lnTo>
                    <a:pt x="320026" y="62376"/>
                  </a:lnTo>
                  <a:lnTo>
                    <a:pt x="318934" y="62444"/>
                  </a:lnTo>
                  <a:lnTo>
                    <a:pt x="317874" y="62514"/>
                  </a:lnTo>
                  <a:lnTo>
                    <a:pt x="316814" y="62586"/>
                  </a:lnTo>
                  <a:lnTo>
                    <a:pt x="315754" y="62659"/>
                  </a:lnTo>
                  <a:lnTo>
                    <a:pt x="314695" y="62735"/>
                  </a:lnTo>
                  <a:lnTo>
                    <a:pt x="313636" y="62812"/>
                  </a:lnTo>
                  <a:lnTo>
                    <a:pt x="312578" y="62890"/>
                  </a:lnTo>
                  <a:lnTo>
                    <a:pt x="311519" y="62971"/>
                  </a:lnTo>
                  <a:lnTo>
                    <a:pt x="310461" y="63054"/>
                  </a:lnTo>
                  <a:lnTo>
                    <a:pt x="309404" y="63139"/>
                  </a:lnTo>
                  <a:lnTo>
                    <a:pt x="308346" y="63225"/>
                  </a:lnTo>
                  <a:lnTo>
                    <a:pt x="307289" y="63314"/>
                  </a:lnTo>
                  <a:lnTo>
                    <a:pt x="306232" y="63405"/>
                  </a:lnTo>
                  <a:lnTo>
                    <a:pt x="305175" y="63498"/>
                  </a:lnTo>
                  <a:lnTo>
                    <a:pt x="304118" y="63594"/>
                  </a:lnTo>
                  <a:lnTo>
                    <a:pt x="303062" y="63691"/>
                  </a:lnTo>
                  <a:lnTo>
                    <a:pt x="302006" y="63791"/>
                  </a:lnTo>
                  <a:lnTo>
                    <a:pt x="300949" y="63894"/>
                  </a:lnTo>
                  <a:lnTo>
                    <a:pt x="299893" y="63999"/>
                  </a:lnTo>
                  <a:lnTo>
                    <a:pt x="298837" y="64106"/>
                  </a:lnTo>
                  <a:lnTo>
                    <a:pt x="297782" y="64216"/>
                  </a:lnTo>
                  <a:lnTo>
                    <a:pt x="296726" y="64328"/>
                  </a:lnTo>
                  <a:lnTo>
                    <a:pt x="295670" y="64443"/>
                  </a:lnTo>
                  <a:lnTo>
                    <a:pt x="294615" y="64561"/>
                  </a:lnTo>
                  <a:lnTo>
                    <a:pt x="293559" y="64682"/>
                  </a:lnTo>
                  <a:lnTo>
                    <a:pt x="292504" y="64805"/>
                  </a:lnTo>
                  <a:lnTo>
                    <a:pt x="291451" y="64920"/>
                  </a:lnTo>
                  <a:lnTo>
                    <a:pt x="290398" y="65027"/>
                  </a:lnTo>
                  <a:lnTo>
                    <a:pt x="289346" y="65129"/>
                  </a:lnTo>
                  <a:lnTo>
                    <a:pt x="288294" y="65223"/>
                  </a:lnTo>
                  <a:lnTo>
                    <a:pt x="287243" y="65312"/>
                  </a:lnTo>
                  <a:lnTo>
                    <a:pt x="286191" y="65395"/>
                  </a:lnTo>
                  <a:lnTo>
                    <a:pt x="285140" y="65472"/>
                  </a:lnTo>
                  <a:lnTo>
                    <a:pt x="284089" y="65543"/>
                  </a:lnTo>
                  <a:lnTo>
                    <a:pt x="283038" y="65610"/>
                  </a:lnTo>
                  <a:lnTo>
                    <a:pt x="281987" y="65671"/>
                  </a:lnTo>
                  <a:lnTo>
                    <a:pt x="280936" y="65728"/>
                  </a:lnTo>
                  <a:lnTo>
                    <a:pt x="279884" y="65780"/>
                  </a:lnTo>
                  <a:lnTo>
                    <a:pt x="278833" y="65827"/>
                  </a:lnTo>
                  <a:lnTo>
                    <a:pt x="277782" y="65871"/>
                  </a:lnTo>
                  <a:lnTo>
                    <a:pt x="276730" y="65911"/>
                  </a:lnTo>
                  <a:lnTo>
                    <a:pt x="275678" y="65948"/>
                  </a:lnTo>
                  <a:lnTo>
                    <a:pt x="274625" y="65981"/>
                  </a:lnTo>
                  <a:lnTo>
                    <a:pt x="273572" y="66011"/>
                  </a:lnTo>
                  <a:lnTo>
                    <a:pt x="272519" y="66038"/>
                  </a:lnTo>
                  <a:lnTo>
                    <a:pt x="271465" y="66062"/>
                  </a:lnTo>
                  <a:lnTo>
                    <a:pt x="270411" y="66084"/>
                  </a:lnTo>
                  <a:lnTo>
                    <a:pt x="269356" y="66104"/>
                  </a:lnTo>
                  <a:lnTo>
                    <a:pt x="268301" y="66122"/>
                  </a:lnTo>
                  <a:lnTo>
                    <a:pt x="267244" y="66138"/>
                  </a:lnTo>
                  <a:lnTo>
                    <a:pt x="266187" y="66153"/>
                  </a:lnTo>
                  <a:lnTo>
                    <a:pt x="265129" y="66166"/>
                  </a:lnTo>
                  <a:lnTo>
                    <a:pt x="264071" y="66179"/>
                  </a:lnTo>
                  <a:lnTo>
                    <a:pt x="263515" y="66187"/>
                  </a:lnTo>
                  <a:lnTo>
                    <a:pt x="262795" y="66197"/>
                  </a:lnTo>
                  <a:lnTo>
                    <a:pt x="261432" y="66217"/>
                  </a:lnTo>
                  <a:lnTo>
                    <a:pt x="258944" y="66254"/>
                  </a:lnTo>
                  <a:lnTo>
                    <a:pt x="257868" y="66269"/>
                  </a:lnTo>
                  <a:lnTo>
                    <a:pt x="256792" y="66285"/>
                  </a:lnTo>
                  <a:lnTo>
                    <a:pt x="255717" y="66300"/>
                  </a:lnTo>
                  <a:lnTo>
                    <a:pt x="254641" y="66315"/>
                  </a:lnTo>
                  <a:lnTo>
                    <a:pt x="253565" y="66330"/>
                  </a:lnTo>
                  <a:lnTo>
                    <a:pt x="252490" y="66344"/>
                  </a:lnTo>
                  <a:lnTo>
                    <a:pt x="251414" y="66359"/>
                  </a:lnTo>
                  <a:lnTo>
                    <a:pt x="250338" y="66374"/>
                  </a:lnTo>
                  <a:lnTo>
                    <a:pt x="249263" y="66388"/>
                  </a:lnTo>
                  <a:lnTo>
                    <a:pt x="248187" y="66402"/>
                  </a:lnTo>
                  <a:lnTo>
                    <a:pt x="247112" y="66417"/>
                  </a:lnTo>
                  <a:lnTo>
                    <a:pt x="246036" y="66431"/>
                  </a:lnTo>
                  <a:lnTo>
                    <a:pt x="244960" y="66445"/>
                  </a:lnTo>
                  <a:lnTo>
                    <a:pt x="243885" y="66459"/>
                  </a:lnTo>
                  <a:lnTo>
                    <a:pt x="242809" y="66473"/>
                  </a:lnTo>
                  <a:lnTo>
                    <a:pt x="240470" y="66503"/>
                  </a:lnTo>
                  <a:lnTo>
                    <a:pt x="238203" y="66532"/>
                  </a:lnTo>
                  <a:lnTo>
                    <a:pt x="236008" y="66561"/>
                  </a:lnTo>
                  <a:lnTo>
                    <a:pt x="233882" y="66589"/>
                  </a:lnTo>
                  <a:lnTo>
                    <a:pt x="231824" y="66616"/>
                  </a:lnTo>
                  <a:lnTo>
                    <a:pt x="229832" y="66643"/>
                  </a:lnTo>
                  <a:lnTo>
                    <a:pt x="227905" y="66669"/>
                  </a:lnTo>
                  <a:lnTo>
                    <a:pt x="226041" y="66694"/>
                  </a:lnTo>
                  <a:lnTo>
                    <a:pt x="224239" y="66720"/>
                  </a:lnTo>
                  <a:lnTo>
                    <a:pt x="222496" y="66745"/>
                  </a:lnTo>
                  <a:lnTo>
                    <a:pt x="220812" y="66770"/>
                  </a:lnTo>
                  <a:lnTo>
                    <a:pt x="219185" y="66794"/>
                  </a:lnTo>
                  <a:lnTo>
                    <a:pt x="217612" y="66819"/>
                  </a:lnTo>
                  <a:lnTo>
                    <a:pt x="216094" y="66844"/>
                  </a:lnTo>
                  <a:lnTo>
                    <a:pt x="214627" y="66869"/>
                  </a:lnTo>
                  <a:lnTo>
                    <a:pt x="213210" y="66894"/>
                  </a:lnTo>
                  <a:lnTo>
                    <a:pt x="211843" y="66919"/>
                  </a:lnTo>
                  <a:lnTo>
                    <a:pt x="210522" y="66945"/>
                  </a:lnTo>
                  <a:lnTo>
                    <a:pt x="209247" y="66971"/>
                  </a:lnTo>
                  <a:lnTo>
                    <a:pt x="208016" y="66998"/>
                  </a:lnTo>
                  <a:lnTo>
                    <a:pt x="206828" y="67025"/>
                  </a:lnTo>
                  <a:lnTo>
                    <a:pt x="205680" y="67053"/>
                  </a:lnTo>
                  <a:lnTo>
                    <a:pt x="204571" y="67081"/>
                  </a:lnTo>
                  <a:lnTo>
                    <a:pt x="203500" y="67111"/>
                  </a:lnTo>
                  <a:lnTo>
                    <a:pt x="202466" y="67141"/>
                  </a:lnTo>
                  <a:lnTo>
                    <a:pt x="201465" y="67172"/>
                  </a:lnTo>
                  <a:lnTo>
                    <a:pt x="200497" y="67204"/>
                  </a:lnTo>
                  <a:lnTo>
                    <a:pt x="199561" y="67238"/>
                  </a:lnTo>
                  <a:lnTo>
                    <a:pt x="198654" y="67272"/>
                  </a:lnTo>
                  <a:lnTo>
                    <a:pt x="197776" y="67308"/>
                  </a:lnTo>
                  <a:lnTo>
                    <a:pt x="196924" y="67345"/>
                  </a:lnTo>
                  <a:lnTo>
                    <a:pt x="196096" y="67384"/>
                  </a:lnTo>
                  <a:lnTo>
                    <a:pt x="195292" y="67424"/>
                  </a:lnTo>
                  <a:lnTo>
                    <a:pt x="194510" y="67466"/>
                  </a:lnTo>
                  <a:lnTo>
                    <a:pt x="193748" y="67509"/>
                  </a:lnTo>
                  <a:lnTo>
                    <a:pt x="193004" y="67554"/>
                  </a:lnTo>
                  <a:lnTo>
                    <a:pt x="192278" y="67601"/>
                  </a:lnTo>
                  <a:lnTo>
                    <a:pt x="191566" y="67650"/>
                  </a:lnTo>
                  <a:lnTo>
                    <a:pt x="190868" y="67700"/>
                  </a:lnTo>
                  <a:lnTo>
                    <a:pt x="190183" y="67753"/>
                  </a:lnTo>
                  <a:lnTo>
                    <a:pt x="189508" y="67808"/>
                  </a:lnTo>
                  <a:lnTo>
                    <a:pt x="188842" y="67865"/>
                  </a:lnTo>
                  <a:lnTo>
                    <a:pt x="188183" y="67924"/>
                  </a:lnTo>
                  <a:lnTo>
                    <a:pt x="187530" y="67986"/>
                  </a:lnTo>
                  <a:lnTo>
                    <a:pt x="186881" y="68050"/>
                  </a:lnTo>
                  <a:lnTo>
                    <a:pt x="186235" y="68117"/>
                  </a:lnTo>
                  <a:lnTo>
                    <a:pt x="185590" y="68186"/>
                  </a:lnTo>
                  <a:lnTo>
                    <a:pt x="184944" y="68258"/>
                  </a:lnTo>
                  <a:lnTo>
                    <a:pt x="184296" y="68332"/>
                  </a:lnTo>
                  <a:lnTo>
                    <a:pt x="183645" y="68410"/>
                  </a:lnTo>
                  <a:lnTo>
                    <a:pt x="182988" y="68490"/>
                  </a:lnTo>
                  <a:lnTo>
                    <a:pt x="182324" y="68573"/>
                  </a:lnTo>
                  <a:lnTo>
                    <a:pt x="181651" y="68659"/>
                  </a:lnTo>
                  <a:lnTo>
                    <a:pt x="180968" y="68749"/>
                  </a:lnTo>
                  <a:lnTo>
                    <a:pt x="180274" y="68841"/>
                  </a:lnTo>
                  <a:lnTo>
                    <a:pt x="179566" y="68937"/>
                  </a:lnTo>
                  <a:lnTo>
                    <a:pt x="178843" y="69036"/>
                  </a:lnTo>
                  <a:lnTo>
                    <a:pt x="178104" y="69139"/>
                  </a:lnTo>
                  <a:lnTo>
                    <a:pt x="177346" y="69245"/>
                  </a:lnTo>
                  <a:lnTo>
                    <a:pt x="176569" y="69354"/>
                  </a:lnTo>
                  <a:lnTo>
                    <a:pt x="175771" y="69468"/>
                  </a:lnTo>
                  <a:lnTo>
                    <a:pt x="174949" y="69585"/>
                  </a:lnTo>
                  <a:lnTo>
                    <a:pt x="174103" y="69705"/>
                  </a:lnTo>
                  <a:lnTo>
                    <a:pt x="173231" y="69830"/>
                  </a:lnTo>
                  <a:lnTo>
                    <a:pt x="172088" y="69921"/>
                  </a:lnTo>
                  <a:lnTo>
                    <a:pt x="170944" y="70005"/>
                  </a:lnTo>
                  <a:lnTo>
                    <a:pt x="169799" y="70081"/>
                  </a:lnTo>
                  <a:lnTo>
                    <a:pt x="168654" y="70149"/>
                  </a:lnTo>
                  <a:lnTo>
                    <a:pt x="167508" y="70207"/>
                  </a:lnTo>
                  <a:lnTo>
                    <a:pt x="166042" y="70283"/>
                  </a:lnTo>
                  <a:lnTo>
                    <a:pt x="164552" y="70360"/>
                  </a:lnTo>
                  <a:lnTo>
                    <a:pt x="163348" y="70417"/>
                  </a:lnTo>
                  <a:lnTo>
                    <a:pt x="162144" y="70474"/>
                  </a:lnTo>
                  <a:lnTo>
                    <a:pt x="160940" y="70530"/>
                  </a:lnTo>
                  <a:lnTo>
                    <a:pt x="159735" y="70587"/>
                  </a:lnTo>
                  <a:lnTo>
                    <a:pt x="158531" y="70642"/>
                  </a:lnTo>
                  <a:lnTo>
                    <a:pt x="157457" y="70703"/>
                  </a:lnTo>
                  <a:lnTo>
                    <a:pt x="156395" y="70773"/>
                  </a:lnTo>
                  <a:lnTo>
                    <a:pt x="155343" y="70854"/>
                  </a:lnTo>
                  <a:lnTo>
                    <a:pt x="154301" y="70946"/>
                  </a:lnTo>
                  <a:lnTo>
                    <a:pt x="153266" y="71052"/>
                  </a:lnTo>
                  <a:lnTo>
                    <a:pt x="152236" y="71172"/>
                  </a:lnTo>
                  <a:lnTo>
                    <a:pt x="151210" y="71308"/>
                  </a:lnTo>
                  <a:lnTo>
                    <a:pt x="150186" y="71461"/>
                  </a:lnTo>
                  <a:lnTo>
                    <a:pt x="149162" y="71631"/>
                  </a:lnTo>
                  <a:lnTo>
                    <a:pt x="148136" y="71820"/>
                  </a:lnTo>
                  <a:lnTo>
                    <a:pt x="147107" y="72030"/>
                  </a:lnTo>
                  <a:lnTo>
                    <a:pt x="146072" y="72262"/>
                  </a:lnTo>
                  <a:lnTo>
                    <a:pt x="145031" y="72516"/>
                  </a:lnTo>
                  <a:lnTo>
                    <a:pt x="143941" y="72590"/>
                  </a:lnTo>
                  <a:lnTo>
                    <a:pt x="142850" y="72661"/>
                  </a:lnTo>
                  <a:lnTo>
                    <a:pt x="141759" y="72728"/>
                  </a:lnTo>
                  <a:lnTo>
                    <a:pt x="140668" y="72792"/>
                  </a:lnTo>
                  <a:lnTo>
                    <a:pt x="139577" y="72853"/>
                  </a:lnTo>
                  <a:lnTo>
                    <a:pt x="138485" y="72911"/>
                  </a:lnTo>
                  <a:lnTo>
                    <a:pt x="137394" y="72966"/>
                  </a:lnTo>
                  <a:lnTo>
                    <a:pt x="136302" y="73019"/>
                  </a:lnTo>
                  <a:lnTo>
                    <a:pt x="135259" y="73090"/>
                  </a:lnTo>
                  <a:lnTo>
                    <a:pt x="134210" y="73164"/>
                  </a:lnTo>
                  <a:lnTo>
                    <a:pt x="133158" y="73243"/>
                  </a:lnTo>
                  <a:lnTo>
                    <a:pt x="132101" y="73328"/>
                  </a:lnTo>
                  <a:lnTo>
                    <a:pt x="131042" y="73420"/>
                  </a:lnTo>
                  <a:lnTo>
                    <a:pt x="129981" y="73519"/>
                  </a:lnTo>
                  <a:lnTo>
                    <a:pt x="128918" y="73626"/>
                  </a:lnTo>
                  <a:lnTo>
                    <a:pt x="127853" y="73743"/>
                  </a:lnTo>
                  <a:lnTo>
                    <a:pt x="126789" y="73869"/>
                  </a:lnTo>
                  <a:lnTo>
                    <a:pt x="125725" y="74007"/>
                  </a:lnTo>
                  <a:lnTo>
                    <a:pt x="124662" y="74156"/>
                  </a:lnTo>
                  <a:lnTo>
                    <a:pt x="123601" y="74318"/>
                  </a:lnTo>
                  <a:lnTo>
                    <a:pt x="122542" y="74493"/>
                  </a:lnTo>
                  <a:lnTo>
                    <a:pt x="121486" y="74683"/>
                  </a:lnTo>
                  <a:lnTo>
                    <a:pt x="120434" y="74888"/>
                  </a:lnTo>
                  <a:lnTo>
                    <a:pt x="119387" y="75109"/>
                  </a:lnTo>
                  <a:lnTo>
                    <a:pt x="118344" y="75346"/>
                  </a:lnTo>
                  <a:lnTo>
                    <a:pt x="117307" y="75602"/>
                  </a:lnTo>
                  <a:lnTo>
                    <a:pt x="116276" y="75876"/>
                  </a:lnTo>
                  <a:lnTo>
                    <a:pt x="115252" y="76169"/>
                  </a:lnTo>
                  <a:lnTo>
                    <a:pt x="114236" y="76483"/>
                  </a:lnTo>
                  <a:lnTo>
                    <a:pt x="113229" y="76818"/>
                  </a:lnTo>
                  <a:lnTo>
                    <a:pt x="112230" y="77175"/>
                  </a:lnTo>
                  <a:lnTo>
                    <a:pt x="111241" y="77554"/>
                  </a:lnTo>
                  <a:lnTo>
                    <a:pt x="110262" y="77958"/>
                  </a:lnTo>
                  <a:lnTo>
                    <a:pt x="109294" y="78386"/>
                  </a:lnTo>
                  <a:lnTo>
                    <a:pt x="108338" y="78839"/>
                  </a:lnTo>
                  <a:lnTo>
                    <a:pt x="107394" y="79319"/>
                  </a:lnTo>
                  <a:lnTo>
                    <a:pt x="106352" y="79775"/>
                  </a:lnTo>
                  <a:lnTo>
                    <a:pt x="105342" y="80145"/>
                  </a:lnTo>
                  <a:lnTo>
                    <a:pt x="104351" y="80440"/>
                  </a:lnTo>
                  <a:lnTo>
                    <a:pt x="103367" y="80671"/>
                  </a:lnTo>
                  <a:lnTo>
                    <a:pt x="102378" y="80849"/>
                  </a:lnTo>
                  <a:lnTo>
                    <a:pt x="101370" y="80984"/>
                  </a:lnTo>
                  <a:lnTo>
                    <a:pt x="100332" y="81088"/>
                  </a:lnTo>
                  <a:lnTo>
                    <a:pt x="99250" y="81171"/>
                  </a:lnTo>
                  <a:lnTo>
                    <a:pt x="98113" y="81245"/>
                  </a:lnTo>
                  <a:lnTo>
                    <a:pt x="96980" y="81345"/>
                  </a:lnTo>
                  <a:lnTo>
                    <a:pt x="95877" y="81458"/>
                  </a:lnTo>
                  <a:lnTo>
                    <a:pt x="94801" y="81588"/>
                  </a:lnTo>
                  <a:lnTo>
                    <a:pt x="93748" y="81739"/>
                  </a:lnTo>
                  <a:lnTo>
                    <a:pt x="92713" y="81914"/>
                  </a:lnTo>
                  <a:lnTo>
                    <a:pt x="91693" y="82116"/>
                  </a:lnTo>
                  <a:lnTo>
                    <a:pt x="90682" y="82349"/>
                  </a:lnTo>
                  <a:lnTo>
                    <a:pt x="89678" y="82617"/>
                  </a:lnTo>
                  <a:lnTo>
                    <a:pt x="88676" y="82923"/>
                  </a:lnTo>
                  <a:lnTo>
                    <a:pt x="87671" y="83271"/>
                  </a:lnTo>
                  <a:lnTo>
                    <a:pt x="86660" y="83664"/>
                  </a:lnTo>
                  <a:lnTo>
                    <a:pt x="85638" y="84107"/>
                  </a:lnTo>
                  <a:lnTo>
                    <a:pt x="84601" y="84602"/>
                  </a:lnTo>
                  <a:lnTo>
                    <a:pt x="83933" y="84936"/>
                  </a:lnTo>
                  <a:lnTo>
                    <a:pt x="81915" y="85945"/>
                  </a:lnTo>
                  <a:lnTo>
                    <a:pt x="81915" y="84612"/>
                  </a:lnTo>
                  <a:lnTo>
                    <a:pt x="81915" y="83259"/>
                  </a:lnTo>
                  <a:lnTo>
                    <a:pt x="81443" y="83326"/>
                  </a:lnTo>
                  <a:lnTo>
                    <a:pt x="81008" y="83388"/>
                  </a:lnTo>
                  <a:lnTo>
                    <a:pt x="80533" y="83456"/>
                  </a:lnTo>
                  <a:lnTo>
                    <a:pt x="79941" y="83541"/>
                  </a:lnTo>
                  <a:lnTo>
                    <a:pt x="79155" y="83653"/>
                  </a:lnTo>
                  <a:lnTo>
                    <a:pt x="78096" y="83804"/>
                  </a:lnTo>
                  <a:lnTo>
                    <a:pt x="76688" y="84006"/>
                  </a:lnTo>
                  <a:lnTo>
                    <a:pt x="74854" y="84268"/>
                  </a:lnTo>
                  <a:lnTo>
                    <a:pt x="72515" y="84602"/>
                  </a:lnTo>
                  <a:lnTo>
                    <a:pt x="72515" y="83269"/>
                  </a:lnTo>
                  <a:lnTo>
                    <a:pt x="72515" y="81916"/>
                  </a:lnTo>
                  <a:lnTo>
                    <a:pt x="71170" y="82306"/>
                  </a:lnTo>
                  <a:lnTo>
                    <a:pt x="69803" y="82703"/>
                  </a:lnTo>
                  <a:lnTo>
                    <a:pt x="68742" y="83000"/>
                  </a:lnTo>
                  <a:lnTo>
                    <a:pt x="67685" y="83290"/>
                  </a:lnTo>
                  <a:lnTo>
                    <a:pt x="66633" y="83574"/>
                  </a:lnTo>
                  <a:lnTo>
                    <a:pt x="65584" y="83852"/>
                  </a:lnTo>
                  <a:lnTo>
                    <a:pt x="64538" y="84122"/>
                  </a:lnTo>
                  <a:lnTo>
                    <a:pt x="63496" y="84386"/>
                  </a:lnTo>
                  <a:lnTo>
                    <a:pt x="62456" y="84642"/>
                  </a:lnTo>
                  <a:lnTo>
                    <a:pt x="61419" y="84892"/>
                  </a:lnTo>
                  <a:lnTo>
                    <a:pt x="60384" y="85134"/>
                  </a:lnTo>
                  <a:lnTo>
                    <a:pt x="59351" y="85370"/>
                  </a:lnTo>
                  <a:lnTo>
                    <a:pt x="58320" y="85598"/>
                  </a:lnTo>
                  <a:lnTo>
                    <a:pt x="57290" y="85818"/>
                  </a:lnTo>
                  <a:lnTo>
                    <a:pt x="56262" y="86031"/>
                  </a:lnTo>
                  <a:lnTo>
                    <a:pt x="55234" y="86237"/>
                  </a:lnTo>
                  <a:lnTo>
                    <a:pt x="54207" y="86435"/>
                  </a:lnTo>
                  <a:lnTo>
                    <a:pt x="53181" y="86625"/>
                  </a:lnTo>
                  <a:lnTo>
                    <a:pt x="52155" y="86808"/>
                  </a:lnTo>
                  <a:lnTo>
                    <a:pt x="51128" y="86982"/>
                  </a:lnTo>
                  <a:lnTo>
                    <a:pt x="50101" y="87149"/>
                  </a:lnTo>
                  <a:lnTo>
                    <a:pt x="49074" y="87308"/>
                  </a:lnTo>
                  <a:lnTo>
                    <a:pt x="48045" y="87458"/>
                  </a:lnTo>
                  <a:lnTo>
                    <a:pt x="47015" y="87600"/>
                  </a:lnTo>
                  <a:lnTo>
                    <a:pt x="45984" y="87734"/>
                  </a:lnTo>
                  <a:lnTo>
                    <a:pt x="44951" y="87860"/>
                  </a:lnTo>
                  <a:lnTo>
                    <a:pt x="43916" y="87977"/>
                  </a:lnTo>
                  <a:lnTo>
                    <a:pt x="42879" y="88086"/>
                  </a:lnTo>
                  <a:lnTo>
                    <a:pt x="41839" y="88185"/>
                  </a:lnTo>
                  <a:lnTo>
                    <a:pt x="40796" y="88277"/>
                  </a:lnTo>
                  <a:lnTo>
                    <a:pt x="39750" y="88359"/>
                  </a:lnTo>
                  <a:lnTo>
                    <a:pt x="38701" y="88433"/>
                  </a:lnTo>
                  <a:lnTo>
                    <a:pt x="37648" y="88497"/>
                  </a:lnTo>
                  <a:lnTo>
                    <a:pt x="36591" y="88553"/>
                  </a:lnTo>
                  <a:lnTo>
                    <a:pt x="35530" y="88599"/>
                  </a:lnTo>
                  <a:lnTo>
                    <a:pt x="34464" y="88636"/>
                  </a:lnTo>
                  <a:lnTo>
                    <a:pt x="33394" y="88664"/>
                  </a:lnTo>
                  <a:lnTo>
                    <a:pt x="32318" y="88682"/>
                  </a:lnTo>
                  <a:lnTo>
                    <a:pt x="31238" y="88691"/>
                  </a:lnTo>
                  <a:lnTo>
                    <a:pt x="30152" y="88691"/>
                  </a:lnTo>
                  <a:lnTo>
                    <a:pt x="29060" y="88680"/>
                  </a:lnTo>
                  <a:lnTo>
                    <a:pt x="27962" y="88660"/>
                  </a:lnTo>
                  <a:lnTo>
                    <a:pt x="26857" y="88630"/>
                  </a:lnTo>
                  <a:lnTo>
                    <a:pt x="27151" y="87295"/>
                  </a:lnTo>
                  <a:lnTo>
                    <a:pt x="27449" y="85939"/>
                  </a:lnTo>
                  <a:lnTo>
                    <a:pt x="27646" y="84853"/>
                  </a:lnTo>
                  <a:lnTo>
                    <a:pt x="27833" y="83765"/>
                  </a:lnTo>
                  <a:lnTo>
                    <a:pt x="28010" y="82676"/>
                  </a:lnTo>
                  <a:lnTo>
                    <a:pt x="28178" y="81586"/>
                  </a:lnTo>
                  <a:lnTo>
                    <a:pt x="28337" y="80495"/>
                  </a:lnTo>
                  <a:lnTo>
                    <a:pt x="28489" y="79403"/>
                  </a:lnTo>
                  <a:lnTo>
                    <a:pt x="28635" y="78311"/>
                  </a:lnTo>
                  <a:lnTo>
                    <a:pt x="28774" y="77217"/>
                  </a:lnTo>
                  <a:lnTo>
                    <a:pt x="28908" y="76123"/>
                  </a:lnTo>
                  <a:lnTo>
                    <a:pt x="29038" y="75028"/>
                  </a:lnTo>
                  <a:lnTo>
                    <a:pt x="29163" y="73933"/>
                  </a:lnTo>
                  <a:lnTo>
                    <a:pt x="29286" y="72837"/>
                  </a:lnTo>
                  <a:lnTo>
                    <a:pt x="29406" y="71740"/>
                  </a:lnTo>
                  <a:lnTo>
                    <a:pt x="29525" y="70643"/>
                  </a:lnTo>
                  <a:lnTo>
                    <a:pt x="29643" y="69546"/>
                  </a:lnTo>
                  <a:lnTo>
                    <a:pt x="29761" y="68448"/>
                  </a:lnTo>
                  <a:lnTo>
                    <a:pt x="29899" y="67323"/>
                  </a:lnTo>
                  <a:lnTo>
                    <a:pt x="30052" y="66212"/>
                  </a:lnTo>
                  <a:lnTo>
                    <a:pt x="30219" y="65114"/>
                  </a:lnTo>
                  <a:lnTo>
                    <a:pt x="30401" y="64027"/>
                  </a:lnTo>
                  <a:lnTo>
                    <a:pt x="30599" y="62950"/>
                  </a:lnTo>
                  <a:lnTo>
                    <a:pt x="30812" y="61880"/>
                  </a:lnTo>
                  <a:lnTo>
                    <a:pt x="31043" y="60818"/>
                  </a:lnTo>
                  <a:lnTo>
                    <a:pt x="31291" y="59760"/>
                  </a:lnTo>
                  <a:lnTo>
                    <a:pt x="31558" y="58706"/>
                  </a:lnTo>
                  <a:lnTo>
                    <a:pt x="31843" y="57654"/>
                  </a:lnTo>
                  <a:lnTo>
                    <a:pt x="32147" y="56603"/>
                  </a:lnTo>
                  <a:lnTo>
                    <a:pt x="32472" y="55551"/>
                  </a:lnTo>
                  <a:lnTo>
                    <a:pt x="32817" y="54496"/>
                  </a:lnTo>
                  <a:lnTo>
                    <a:pt x="33183" y="53437"/>
                  </a:lnTo>
                  <a:lnTo>
                    <a:pt x="33572" y="52373"/>
                  </a:lnTo>
                  <a:lnTo>
                    <a:pt x="32456" y="52778"/>
                  </a:lnTo>
                  <a:lnTo>
                    <a:pt x="31408" y="53188"/>
                  </a:lnTo>
                  <a:lnTo>
                    <a:pt x="30419" y="53611"/>
                  </a:lnTo>
                  <a:lnTo>
                    <a:pt x="29482" y="54053"/>
                  </a:lnTo>
                  <a:lnTo>
                    <a:pt x="28588" y="54520"/>
                  </a:lnTo>
                  <a:lnTo>
                    <a:pt x="27728" y="55020"/>
                  </a:lnTo>
                  <a:lnTo>
                    <a:pt x="26895" y="55560"/>
                  </a:lnTo>
                  <a:lnTo>
                    <a:pt x="26079" y="56145"/>
                  </a:lnTo>
                  <a:lnTo>
                    <a:pt x="25273" y="56784"/>
                  </a:lnTo>
                  <a:lnTo>
                    <a:pt x="24468" y="57483"/>
                  </a:lnTo>
                  <a:lnTo>
                    <a:pt x="23656" y="58248"/>
                  </a:lnTo>
                  <a:lnTo>
                    <a:pt x="22829" y="59087"/>
                  </a:lnTo>
                  <a:lnTo>
                    <a:pt x="21496" y="59087"/>
                  </a:lnTo>
                  <a:lnTo>
                    <a:pt x="20143" y="59087"/>
                  </a:lnTo>
                  <a:lnTo>
                    <a:pt x="20143" y="60420"/>
                  </a:lnTo>
                  <a:lnTo>
                    <a:pt x="20143" y="61773"/>
                  </a:lnTo>
                  <a:lnTo>
                    <a:pt x="18981" y="62483"/>
                  </a:lnTo>
                  <a:lnTo>
                    <a:pt x="17964" y="63052"/>
                  </a:lnTo>
                  <a:lnTo>
                    <a:pt x="17058" y="63489"/>
                  </a:lnTo>
                  <a:lnTo>
                    <a:pt x="16228" y="63803"/>
                  </a:lnTo>
                  <a:lnTo>
                    <a:pt x="15437" y="64005"/>
                  </a:lnTo>
                  <a:lnTo>
                    <a:pt x="14650" y="64105"/>
                  </a:lnTo>
                  <a:lnTo>
                    <a:pt x="13833" y="64113"/>
                  </a:lnTo>
                  <a:lnTo>
                    <a:pt x="12951" y="64039"/>
                  </a:lnTo>
                  <a:lnTo>
                    <a:pt x="11967" y="63892"/>
                  </a:lnTo>
                  <a:lnTo>
                    <a:pt x="10847" y="63682"/>
                  </a:lnTo>
                  <a:lnTo>
                    <a:pt x="9555" y="63420"/>
                  </a:lnTo>
                  <a:lnTo>
                    <a:pt x="8057" y="63116"/>
                  </a:lnTo>
                  <a:lnTo>
                    <a:pt x="8057" y="62052"/>
                  </a:lnTo>
                  <a:lnTo>
                    <a:pt x="8057" y="60988"/>
                  </a:lnTo>
                  <a:lnTo>
                    <a:pt x="8057" y="59924"/>
                  </a:lnTo>
                  <a:lnTo>
                    <a:pt x="8057" y="58858"/>
                  </a:lnTo>
                  <a:lnTo>
                    <a:pt x="8057" y="57792"/>
                  </a:lnTo>
                  <a:lnTo>
                    <a:pt x="8057" y="56724"/>
                  </a:lnTo>
                  <a:lnTo>
                    <a:pt x="8057" y="55654"/>
                  </a:lnTo>
                  <a:lnTo>
                    <a:pt x="8057" y="54583"/>
                  </a:lnTo>
                  <a:lnTo>
                    <a:pt x="8057" y="53509"/>
                  </a:lnTo>
                  <a:lnTo>
                    <a:pt x="8057" y="52432"/>
                  </a:lnTo>
                  <a:lnTo>
                    <a:pt x="8057" y="51353"/>
                  </a:lnTo>
                  <a:lnTo>
                    <a:pt x="8057" y="50270"/>
                  </a:lnTo>
                  <a:lnTo>
                    <a:pt x="8057" y="49184"/>
                  </a:lnTo>
                  <a:lnTo>
                    <a:pt x="8057" y="48095"/>
                  </a:lnTo>
                  <a:lnTo>
                    <a:pt x="8057" y="47001"/>
                  </a:lnTo>
                  <a:lnTo>
                    <a:pt x="6724" y="47001"/>
                  </a:lnTo>
                  <a:lnTo>
                    <a:pt x="5371" y="47001"/>
                  </a:lnTo>
                  <a:lnTo>
                    <a:pt x="5322" y="45799"/>
                  </a:lnTo>
                  <a:lnTo>
                    <a:pt x="5272" y="44593"/>
                  </a:lnTo>
                  <a:lnTo>
                    <a:pt x="5222" y="43378"/>
                  </a:lnTo>
                  <a:lnTo>
                    <a:pt x="5172" y="42149"/>
                  </a:lnTo>
                  <a:lnTo>
                    <a:pt x="5122" y="41097"/>
                  </a:lnTo>
                  <a:lnTo>
                    <a:pt x="5071" y="40045"/>
                  </a:lnTo>
                  <a:lnTo>
                    <a:pt x="5020" y="38994"/>
                  </a:lnTo>
                  <a:lnTo>
                    <a:pt x="4970" y="37942"/>
                  </a:lnTo>
                  <a:lnTo>
                    <a:pt x="4919" y="36890"/>
                  </a:lnTo>
                  <a:lnTo>
                    <a:pt x="4868" y="35839"/>
                  </a:lnTo>
                  <a:lnTo>
                    <a:pt x="4849" y="35369"/>
                  </a:lnTo>
                  <a:lnTo>
                    <a:pt x="4817" y="34540"/>
                  </a:lnTo>
                  <a:lnTo>
                    <a:pt x="4741" y="32642"/>
                  </a:lnTo>
                  <a:lnTo>
                    <a:pt x="4703" y="31875"/>
                  </a:lnTo>
                  <a:lnTo>
                    <a:pt x="4584" y="29560"/>
                  </a:lnTo>
                  <a:lnTo>
                    <a:pt x="4521" y="28153"/>
                  </a:lnTo>
                  <a:lnTo>
                    <a:pt x="4457" y="26725"/>
                  </a:lnTo>
                  <a:lnTo>
                    <a:pt x="4290" y="25768"/>
                  </a:lnTo>
                  <a:lnTo>
                    <a:pt x="4122" y="25008"/>
                  </a:lnTo>
                  <a:lnTo>
                    <a:pt x="3897" y="24331"/>
                  </a:lnTo>
                  <a:lnTo>
                    <a:pt x="3561" y="23621"/>
                  </a:lnTo>
                  <a:lnTo>
                    <a:pt x="3059" y="22763"/>
                  </a:lnTo>
                  <a:lnTo>
                    <a:pt x="2338" y="21642"/>
                  </a:lnTo>
                  <a:lnTo>
                    <a:pt x="1342" y="20143"/>
                  </a:lnTo>
                  <a:lnTo>
                    <a:pt x="676" y="20143"/>
                  </a:lnTo>
                  <a:lnTo>
                    <a:pt x="0" y="20143"/>
                  </a:lnTo>
                  <a:lnTo>
                    <a:pt x="77" y="18935"/>
                  </a:lnTo>
                  <a:lnTo>
                    <a:pt x="167" y="17793"/>
                  </a:lnTo>
                  <a:lnTo>
                    <a:pt x="276" y="16709"/>
                  </a:lnTo>
                  <a:lnTo>
                    <a:pt x="413" y="15675"/>
                  </a:lnTo>
                  <a:lnTo>
                    <a:pt x="584" y="14681"/>
                  </a:lnTo>
                  <a:lnTo>
                    <a:pt x="796" y="13717"/>
                  </a:lnTo>
                  <a:lnTo>
                    <a:pt x="1056" y="12776"/>
                  </a:lnTo>
                  <a:lnTo>
                    <a:pt x="1371" y="11848"/>
                  </a:lnTo>
                  <a:lnTo>
                    <a:pt x="1749" y="10924"/>
                  </a:lnTo>
                  <a:lnTo>
                    <a:pt x="2197" y="9996"/>
                  </a:lnTo>
                  <a:lnTo>
                    <a:pt x="2721" y="9054"/>
                  </a:lnTo>
                  <a:lnTo>
                    <a:pt x="3329" y="8089"/>
                  </a:lnTo>
                  <a:lnTo>
                    <a:pt x="4028" y="7092"/>
                  </a:lnTo>
                  <a:lnTo>
                    <a:pt x="5031" y="6367"/>
                  </a:lnTo>
                  <a:lnTo>
                    <a:pt x="6001" y="5739"/>
                  </a:lnTo>
                  <a:lnTo>
                    <a:pt x="6946" y="5203"/>
                  </a:lnTo>
                  <a:lnTo>
                    <a:pt x="7872" y="4751"/>
                  </a:lnTo>
                  <a:lnTo>
                    <a:pt x="8785" y="4378"/>
                  </a:lnTo>
                  <a:lnTo>
                    <a:pt x="9693" y="4076"/>
                  </a:lnTo>
                  <a:lnTo>
                    <a:pt x="10601" y="3840"/>
                  </a:lnTo>
                  <a:lnTo>
                    <a:pt x="11517" y="3663"/>
                  </a:lnTo>
                  <a:lnTo>
                    <a:pt x="12446" y="3539"/>
                  </a:lnTo>
                  <a:lnTo>
                    <a:pt x="13396" y="3461"/>
                  </a:lnTo>
                  <a:lnTo>
                    <a:pt x="14373" y="3424"/>
                  </a:lnTo>
                  <a:lnTo>
                    <a:pt x="15383" y="3419"/>
                  </a:lnTo>
                  <a:lnTo>
                    <a:pt x="16433" y="3442"/>
                  </a:lnTo>
                  <a:lnTo>
                    <a:pt x="17530" y="3486"/>
                  </a:lnTo>
                  <a:lnTo>
                    <a:pt x="18680" y="3544"/>
                  </a:lnTo>
                  <a:lnTo>
                    <a:pt x="19890" y="3610"/>
                  </a:lnTo>
                  <a:lnTo>
                    <a:pt x="20951" y="3640"/>
                  </a:lnTo>
                  <a:lnTo>
                    <a:pt x="22018" y="3670"/>
                  </a:lnTo>
                  <a:lnTo>
                    <a:pt x="23098" y="3701"/>
                  </a:lnTo>
                  <a:lnTo>
                    <a:pt x="24211" y="3737"/>
                  </a:lnTo>
                  <a:lnTo>
                    <a:pt x="25324" y="3778"/>
                  </a:lnTo>
                  <a:lnTo>
                    <a:pt x="26437" y="3822"/>
                  </a:lnTo>
                  <a:lnTo>
                    <a:pt x="27549" y="3870"/>
                  </a:lnTo>
                  <a:lnTo>
                    <a:pt x="28662" y="3921"/>
                  </a:lnTo>
                  <a:lnTo>
                    <a:pt x="29774" y="3974"/>
                  </a:lnTo>
                  <a:lnTo>
                    <a:pt x="30886" y="4029"/>
                  </a:lnTo>
                  <a:lnTo>
                    <a:pt x="30886" y="2696"/>
                  </a:lnTo>
                  <a:lnTo>
                    <a:pt x="30886" y="1343"/>
                  </a:lnTo>
                  <a:lnTo>
                    <a:pt x="31995" y="1347"/>
                  </a:lnTo>
                  <a:lnTo>
                    <a:pt x="33120" y="1352"/>
                  </a:lnTo>
                  <a:lnTo>
                    <a:pt x="34163" y="1356"/>
                  </a:lnTo>
                  <a:lnTo>
                    <a:pt x="35205" y="1360"/>
                  </a:lnTo>
                  <a:lnTo>
                    <a:pt x="36248" y="1364"/>
                  </a:lnTo>
                  <a:lnTo>
                    <a:pt x="37290" y="1368"/>
                  </a:lnTo>
                  <a:lnTo>
                    <a:pt x="38333" y="1371"/>
                  </a:lnTo>
                  <a:lnTo>
                    <a:pt x="39375" y="1375"/>
                  </a:lnTo>
                  <a:lnTo>
                    <a:pt x="40418" y="1378"/>
                  </a:lnTo>
                  <a:lnTo>
                    <a:pt x="41461" y="1381"/>
                  </a:lnTo>
                  <a:lnTo>
                    <a:pt x="42503" y="1384"/>
                  </a:lnTo>
                  <a:lnTo>
                    <a:pt x="43546" y="1387"/>
                  </a:lnTo>
                  <a:lnTo>
                    <a:pt x="44588" y="1390"/>
                  </a:lnTo>
                  <a:lnTo>
                    <a:pt x="45631" y="1393"/>
                  </a:lnTo>
                  <a:lnTo>
                    <a:pt x="46673" y="1396"/>
                  </a:lnTo>
                  <a:lnTo>
                    <a:pt x="47716" y="1398"/>
                  </a:lnTo>
                  <a:lnTo>
                    <a:pt x="48758" y="1401"/>
                  </a:lnTo>
                  <a:lnTo>
                    <a:pt x="49801" y="1403"/>
                  </a:lnTo>
                  <a:lnTo>
                    <a:pt x="50844" y="1406"/>
                  </a:lnTo>
                  <a:lnTo>
                    <a:pt x="51886" y="1408"/>
                  </a:lnTo>
                  <a:lnTo>
                    <a:pt x="52929" y="1410"/>
                  </a:lnTo>
                  <a:lnTo>
                    <a:pt x="53972" y="1413"/>
                  </a:lnTo>
                  <a:lnTo>
                    <a:pt x="55014" y="1415"/>
                  </a:lnTo>
                  <a:lnTo>
                    <a:pt x="56057" y="1417"/>
                  </a:lnTo>
                  <a:lnTo>
                    <a:pt x="57128" y="1419"/>
                  </a:lnTo>
                  <a:lnTo>
                    <a:pt x="58199" y="1422"/>
                  </a:lnTo>
                  <a:lnTo>
                    <a:pt x="59270" y="1425"/>
                  </a:lnTo>
                  <a:lnTo>
                    <a:pt x="60342" y="1429"/>
                  </a:lnTo>
                  <a:lnTo>
                    <a:pt x="61413" y="1432"/>
                  </a:lnTo>
                  <a:lnTo>
                    <a:pt x="62484" y="1436"/>
                  </a:lnTo>
                  <a:lnTo>
                    <a:pt x="63556" y="1440"/>
                  </a:lnTo>
                  <a:lnTo>
                    <a:pt x="64627" y="1444"/>
                  </a:lnTo>
                  <a:lnTo>
                    <a:pt x="65744" y="1448"/>
                  </a:lnTo>
                  <a:lnTo>
                    <a:pt x="66861" y="1452"/>
                  </a:lnTo>
                  <a:lnTo>
                    <a:pt x="67979" y="1456"/>
                  </a:lnTo>
                  <a:lnTo>
                    <a:pt x="69096" y="1459"/>
                  </a:lnTo>
                  <a:lnTo>
                    <a:pt x="70213" y="1462"/>
                  </a:lnTo>
                  <a:lnTo>
                    <a:pt x="71330" y="1464"/>
                  </a:lnTo>
                  <a:lnTo>
                    <a:pt x="72447" y="1467"/>
                  </a:lnTo>
                  <a:lnTo>
                    <a:pt x="73565" y="1469"/>
                  </a:lnTo>
                  <a:lnTo>
                    <a:pt x="74682" y="1471"/>
                  </a:lnTo>
                  <a:lnTo>
                    <a:pt x="75799" y="1473"/>
                  </a:lnTo>
                  <a:lnTo>
                    <a:pt x="76916" y="1475"/>
                  </a:lnTo>
                  <a:lnTo>
                    <a:pt x="78203" y="1481"/>
                  </a:lnTo>
                  <a:lnTo>
                    <a:pt x="79499" y="1488"/>
                  </a:lnTo>
                  <a:lnTo>
                    <a:pt x="80812" y="1495"/>
                  </a:lnTo>
                  <a:lnTo>
                    <a:pt x="81996" y="1495"/>
                  </a:lnTo>
                  <a:lnTo>
                    <a:pt x="83188" y="1495"/>
                  </a:lnTo>
                  <a:lnTo>
                    <a:pt x="84396" y="1496"/>
                  </a:lnTo>
                  <a:lnTo>
                    <a:pt x="85444" y="1499"/>
                  </a:lnTo>
                  <a:lnTo>
                    <a:pt x="86499" y="1501"/>
                  </a:lnTo>
                  <a:lnTo>
                    <a:pt x="87568" y="1504"/>
                  </a:lnTo>
                  <a:lnTo>
                    <a:pt x="88979" y="1390"/>
                  </a:lnTo>
                  <a:lnTo>
                    <a:pt x="89840" y="1195"/>
                  </a:lnTo>
                  <a:lnTo>
                    <a:pt x="90502" y="779"/>
                  </a:lnTo>
                  <a:lnTo>
                    <a:pt x="91316" y="0"/>
                  </a:lnTo>
                  <a:close/>
                </a:path>
              </a:pathLst>
            </a:custGeom>
            <a:solidFill>
              <a:srgbClr val="BDA89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egion 13 #455978"/>
            <p:cNvSpPr/>
            <p:nvPr/>
          </p:nvSpPr>
          <p:spPr>
            <a:xfrm>
              <a:off x="2576839" y="164869"/>
              <a:ext cx="98959" cy="431371"/>
            </a:xfrm>
            <a:custGeom>
              <a:avLst/>
              <a:gdLst/>
              <a:ahLst/>
              <a:cxnLst/>
              <a:rect l="l" t="t" r="r" b="b"/>
              <a:pathLst>
                <a:path w="98959" h="431371">
                  <a:moveTo>
                    <a:pt x="153" y="305"/>
                  </a:moveTo>
                  <a:lnTo>
                    <a:pt x="1199" y="297"/>
                  </a:lnTo>
                  <a:lnTo>
                    <a:pt x="2245" y="289"/>
                  </a:lnTo>
                  <a:lnTo>
                    <a:pt x="3291" y="281"/>
                  </a:lnTo>
                  <a:lnTo>
                    <a:pt x="4338" y="274"/>
                  </a:lnTo>
                  <a:lnTo>
                    <a:pt x="5384" y="267"/>
                  </a:lnTo>
                  <a:lnTo>
                    <a:pt x="6430" y="259"/>
                  </a:lnTo>
                  <a:lnTo>
                    <a:pt x="7476" y="252"/>
                  </a:lnTo>
                  <a:lnTo>
                    <a:pt x="8522" y="246"/>
                  </a:lnTo>
                  <a:lnTo>
                    <a:pt x="9568" y="239"/>
                  </a:lnTo>
                  <a:lnTo>
                    <a:pt x="10615" y="233"/>
                  </a:lnTo>
                  <a:lnTo>
                    <a:pt x="11661" y="227"/>
                  </a:lnTo>
                  <a:lnTo>
                    <a:pt x="12707" y="221"/>
                  </a:lnTo>
                  <a:lnTo>
                    <a:pt x="13753" y="215"/>
                  </a:lnTo>
                  <a:lnTo>
                    <a:pt x="14799" y="209"/>
                  </a:lnTo>
                  <a:lnTo>
                    <a:pt x="15845" y="204"/>
                  </a:lnTo>
                  <a:lnTo>
                    <a:pt x="16891" y="198"/>
                  </a:lnTo>
                  <a:lnTo>
                    <a:pt x="17938" y="193"/>
                  </a:lnTo>
                  <a:lnTo>
                    <a:pt x="18984" y="188"/>
                  </a:lnTo>
                  <a:lnTo>
                    <a:pt x="20030" y="183"/>
                  </a:lnTo>
                  <a:lnTo>
                    <a:pt x="21076" y="179"/>
                  </a:lnTo>
                  <a:lnTo>
                    <a:pt x="22122" y="174"/>
                  </a:lnTo>
                  <a:lnTo>
                    <a:pt x="23168" y="170"/>
                  </a:lnTo>
                  <a:lnTo>
                    <a:pt x="24215" y="165"/>
                  </a:lnTo>
                  <a:lnTo>
                    <a:pt x="25261" y="161"/>
                  </a:lnTo>
                  <a:lnTo>
                    <a:pt x="26307" y="157"/>
                  </a:lnTo>
                  <a:lnTo>
                    <a:pt x="27417" y="152"/>
                  </a:lnTo>
                  <a:lnTo>
                    <a:pt x="28527" y="147"/>
                  </a:lnTo>
                  <a:lnTo>
                    <a:pt x="29638" y="140"/>
                  </a:lnTo>
                  <a:lnTo>
                    <a:pt x="30748" y="134"/>
                  </a:lnTo>
                  <a:lnTo>
                    <a:pt x="31858" y="127"/>
                  </a:lnTo>
                  <a:lnTo>
                    <a:pt x="32968" y="119"/>
                  </a:lnTo>
                  <a:lnTo>
                    <a:pt x="34078" y="111"/>
                  </a:lnTo>
                  <a:lnTo>
                    <a:pt x="35189" y="102"/>
                  </a:lnTo>
                  <a:lnTo>
                    <a:pt x="36258" y="95"/>
                  </a:lnTo>
                  <a:lnTo>
                    <a:pt x="37327" y="88"/>
                  </a:lnTo>
                  <a:lnTo>
                    <a:pt x="38396" y="81"/>
                  </a:lnTo>
                  <a:lnTo>
                    <a:pt x="39466" y="75"/>
                  </a:lnTo>
                  <a:lnTo>
                    <a:pt x="40535" y="70"/>
                  </a:lnTo>
                  <a:lnTo>
                    <a:pt x="41604" y="65"/>
                  </a:lnTo>
                  <a:lnTo>
                    <a:pt x="42673" y="60"/>
                  </a:lnTo>
                  <a:lnTo>
                    <a:pt x="43742" y="56"/>
                  </a:lnTo>
                  <a:lnTo>
                    <a:pt x="44812" y="52"/>
                  </a:lnTo>
                  <a:lnTo>
                    <a:pt x="45881" y="49"/>
                  </a:lnTo>
                  <a:lnTo>
                    <a:pt x="46950" y="46"/>
                  </a:lnTo>
                  <a:lnTo>
                    <a:pt x="48020" y="43"/>
                  </a:lnTo>
                  <a:lnTo>
                    <a:pt x="49325" y="29"/>
                  </a:lnTo>
                  <a:lnTo>
                    <a:pt x="50640" y="15"/>
                  </a:lnTo>
                  <a:lnTo>
                    <a:pt x="51972" y="0"/>
                  </a:lnTo>
                  <a:lnTo>
                    <a:pt x="53071" y="2"/>
                  </a:lnTo>
                  <a:lnTo>
                    <a:pt x="54164" y="8"/>
                  </a:lnTo>
                  <a:lnTo>
                    <a:pt x="55251" y="19"/>
                  </a:lnTo>
                  <a:lnTo>
                    <a:pt x="56332" y="36"/>
                  </a:lnTo>
                  <a:lnTo>
                    <a:pt x="57406" y="60"/>
                  </a:lnTo>
                  <a:lnTo>
                    <a:pt x="58475" y="92"/>
                  </a:lnTo>
                  <a:lnTo>
                    <a:pt x="59537" y="133"/>
                  </a:lnTo>
                  <a:lnTo>
                    <a:pt x="60592" y="184"/>
                  </a:lnTo>
                  <a:lnTo>
                    <a:pt x="61641" y="246"/>
                  </a:lnTo>
                  <a:lnTo>
                    <a:pt x="62684" y="319"/>
                  </a:lnTo>
                  <a:lnTo>
                    <a:pt x="63719" y="406"/>
                  </a:lnTo>
                  <a:lnTo>
                    <a:pt x="64748" y="506"/>
                  </a:lnTo>
                  <a:lnTo>
                    <a:pt x="65770" y="621"/>
                  </a:lnTo>
                  <a:lnTo>
                    <a:pt x="66784" y="751"/>
                  </a:lnTo>
                  <a:lnTo>
                    <a:pt x="67792" y="898"/>
                  </a:lnTo>
                  <a:lnTo>
                    <a:pt x="68792" y="1063"/>
                  </a:lnTo>
                  <a:lnTo>
                    <a:pt x="69785" y="1246"/>
                  </a:lnTo>
                  <a:lnTo>
                    <a:pt x="70771" y="1448"/>
                  </a:lnTo>
                  <a:lnTo>
                    <a:pt x="71749" y="1671"/>
                  </a:lnTo>
                  <a:lnTo>
                    <a:pt x="72719" y="1915"/>
                  </a:lnTo>
                  <a:lnTo>
                    <a:pt x="73682" y="2181"/>
                  </a:lnTo>
                  <a:lnTo>
                    <a:pt x="74637" y="2471"/>
                  </a:lnTo>
                  <a:lnTo>
                    <a:pt x="75584" y="2785"/>
                  </a:lnTo>
                  <a:lnTo>
                    <a:pt x="76524" y="3124"/>
                  </a:lnTo>
                  <a:lnTo>
                    <a:pt x="77455" y="3489"/>
                  </a:lnTo>
                  <a:lnTo>
                    <a:pt x="78378" y="3882"/>
                  </a:lnTo>
                  <a:lnTo>
                    <a:pt x="79292" y="4302"/>
                  </a:lnTo>
                  <a:lnTo>
                    <a:pt x="80199" y="4751"/>
                  </a:lnTo>
                  <a:lnTo>
                    <a:pt x="81097" y="5231"/>
                  </a:lnTo>
                  <a:lnTo>
                    <a:pt x="81986" y="5741"/>
                  </a:lnTo>
                  <a:lnTo>
                    <a:pt x="82867" y="6283"/>
                  </a:lnTo>
                  <a:lnTo>
                    <a:pt x="83739" y="6858"/>
                  </a:lnTo>
                  <a:lnTo>
                    <a:pt x="84602" y="7466"/>
                  </a:lnTo>
                  <a:lnTo>
                    <a:pt x="85457" y="8109"/>
                  </a:lnTo>
                  <a:lnTo>
                    <a:pt x="86302" y="8788"/>
                  </a:lnTo>
                  <a:lnTo>
                    <a:pt x="87138" y="9504"/>
                  </a:lnTo>
                  <a:lnTo>
                    <a:pt x="87965" y="10257"/>
                  </a:lnTo>
                  <a:lnTo>
                    <a:pt x="88783" y="11048"/>
                  </a:lnTo>
                  <a:lnTo>
                    <a:pt x="89658" y="12301"/>
                  </a:lnTo>
                  <a:lnTo>
                    <a:pt x="90316" y="13260"/>
                  </a:lnTo>
                  <a:lnTo>
                    <a:pt x="90827" y="14043"/>
                  </a:lnTo>
                  <a:lnTo>
                    <a:pt x="91261" y="14768"/>
                  </a:lnTo>
                  <a:lnTo>
                    <a:pt x="91690" y="15551"/>
                  </a:lnTo>
                  <a:lnTo>
                    <a:pt x="92183" y="16510"/>
                  </a:lnTo>
                  <a:lnTo>
                    <a:pt x="92812" y="17763"/>
                  </a:lnTo>
                  <a:lnTo>
                    <a:pt x="93493" y="18561"/>
                  </a:lnTo>
                  <a:lnTo>
                    <a:pt x="94177" y="19362"/>
                  </a:lnTo>
                  <a:lnTo>
                    <a:pt x="94866" y="20169"/>
                  </a:lnTo>
                  <a:lnTo>
                    <a:pt x="95562" y="20984"/>
                  </a:lnTo>
                  <a:lnTo>
                    <a:pt x="96161" y="21947"/>
                  </a:lnTo>
                  <a:lnTo>
                    <a:pt x="96686" y="22924"/>
                  </a:lnTo>
                  <a:lnTo>
                    <a:pt x="97144" y="23914"/>
                  </a:lnTo>
                  <a:lnTo>
                    <a:pt x="97538" y="24916"/>
                  </a:lnTo>
                  <a:lnTo>
                    <a:pt x="97873" y="25931"/>
                  </a:lnTo>
                  <a:lnTo>
                    <a:pt x="98153" y="26956"/>
                  </a:lnTo>
                  <a:lnTo>
                    <a:pt x="98382" y="27992"/>
                  </a:lnTo>
                  <a:lnTo>
                    <a:pt x="98566" y="29038"/>
                  </a:lnTo>
                  <a:lnTo>
                    <a:pt x="98709" y="30093"/>
                  </a:lnTo>
                  <a:lnTo>
                    <a:pt x="98815" y="31156"/>
                  </a:lnTo>
                  <a:lnTo>
                    <a:pt x="98888" y="32227"/>
                  </a:lnTo>
                  <a:lnTo>
                    <a:pt x="98933" y="33304"/>
                  </a:lnTo>
                  <a:lnTo>
                    <a:pt x="98955" y="34388"/>
                  </a:lnTo>
                  <a:lnTo>
                    <a:pt x="98959" y="35477"/>
                  </a:lnTo>
                  <a:lnTo>
                    <a:pt x="98947" y="36570"/>
                  </a:lnTo>
                  <a:lnTo>
                    <a:pt x="98926" y="37668"/>
                  </a:lnTo>
                  <a:lnTo>
                    <a:pt x="98899" y="38769"/>
                  </a:lnTo>
                  <a:lnTo>
                    <a:pt x="98871" y="39872"/>
                  </a:lnTo>
                  <a:lnTo>
                    <a:pt x="98846" y="40977"/>
                  </a:lnTo>
                  <a:lnTo>
                    <a:pt x="98829" y="42084"/>
                  </a:lnTo>
                  <a:lnTo>
                    <a:pt x="98833" y="43323"/>
                  </a:lnTo>
                  <a:lnTo>
                    <a:pt x="98836" y="44568"/>
                  </a:lnTo>
                  <a:lnTo>
                    <a:pt x="98839" y="45821"/>
                  </a:lnTo>
                  <a:lnTo>
                    <a:pt x="98843" y="47090"/>
                  </a:lnTo>
                  <a:lnTo>
                    <a:pt x="98844" y="48146"/>
                  </a:lnTo>
                  <a:lnTo>
                    <a:pt x="98845" y="49201"/>
                  </a:lnTo>
                  <a:lnTo>
                    <a:pt x="98844" y="50257"/>
                  </a:lnTo>
                  <a:lnTo>
                    <a:pt x="98843" y="51313"/>
                  </a:lnTo>
                  <a:lnTo>
                    <a:pt x="98842" y="52368"/>
                  </a:lnTo>
                  <a:lnTo>
                    <a:pt x="98839" y="53424"/>
                  </a:lnTo>
                  <a:lnTo>
                    <a:pt x="98836" y="54480"/>
                  </a:lnTo>
                  <a:lnTo>
                    <a:pt x="98832" y="55535"/>
                  </a:lnTo>
                  <a:lnTo>
                    <a:pt x="98828" y="56591"/>
                  </a:lnTo>
                  <a:lnTo>
                    <a:pt x="98823" y="57647"/>
                  </a:lnTo>
                  <a:lnTo>
                    <a:pt x="98818" y="58703"/>
                  </a:lnTo>
                  <a:lnTo>
                    <a:pt x="98812" y="59758"/>
                  </a:lnTo>
                  <a:lnTo>
                    <a:pt x="98806" y="60814"/>
                  </a:lnTo>
                  <a:lnTo>
                    <a:pt x="98802" y="61872"/>
                  </a:lnTo>
                  <a:lnTo>
                    <a:pt x="98798" y="62930"/>
                  </a:lnTo>
                  <a:lnTo>
                    <a:pt x="98796" y="63988"/>
                  </a:lnTo>
                  <a:lnTo>
                    <a:pt x="98794" y="65046"/>
                  </a:lnTo>
                  <a:lnTo>
                    <a:pt x="98792" y="66105"/>
                  </a:lnTo>
                  <a:lnTo>
                    <a:pt x="98791" y="67163"/>
                  </a:lnTo>
                  <a:lnTo>
                    <a:pt x="98791" y="68221"/>
                  </a:lnTo>
                  <a:lnTo>
                    <a:pt x="98791" y="69279"/>
                  </a:lnTo>
                  <a:lnTo>
                    <a:pt x="98791" y="70337"/>
                  </a:lnTo>
                  <a:lnTo>
                    <a:pt x="98792" y="71395"/>
                  </a:lnTo>
                  <a:lnTo>
                    <a:pt x="98793" y="72453"/>
                  </a:lnTo>
                  <a:lnTo>
                    <a:pt x="98794" y="73511"/>
                  </a:lnTo>
                  <a:lnTo>
                    <a:pt x="98795" y="74569"/>
                  </a:lnTo>
                  <a:lnTo>
                    <a:pt x="98796" y="75627"/>
                  </a:lnTo>
                  <a:lnTo>
                    <a:pt x="98796" y="76696"/>
                  </a:lnTo>
                  <a:lnTo>
                    <a:pt x="98796" y="77765"/>
                  </a:lnTo>
                  <a:lnTo>
                    <a:pt x="98796" y="78834"/>
                  </a:lnTo>
                  <a:lnTo>
                    <a:pt x="98795" y="79903"/>
                  </a:lnTo>
                  <a:lnTo>
                    <a:pt x="98795" y="80972"/>
                  </a:lnTo>
                  <a:lnTo>
                    <a:pt x="98794" y="82041"/>
                  </a:lnTo>
                  <a:lnTo>
                    <a:pt x="98793" y="83110"/>
                  </a:lnTo>
                  <a:lnTo>
                    <a:pt x="98792" y="84179"/>
                  </a:lnTo>
                  <a:lnTo>
                    <a:pt x="98791" y="85247"/>
                  </a:lnTo>
                  <a:lnTo>
                    <a:pt x="98789" y="86316"/>
                  </a:lnTo>
                  <a:lnTo>
                    <a:pt x="98787" y="87385"/>
                  </a:lnTo>
                  <a:lnTo>
                    <a:pt x="98786" y="88454"/>
                  </a:lnTo>
                  <a:lnTo>
                    <a:pt x="98784" y="89523"/>
                  </a:lnTo>
                  <a:lnTo>
                    <a:pt x="98781" y="90592"/>
                  </a:lnTo>
                  <a:lnTo>
                    <a:pt x="98779" y="91661"/>
                  </a:lnTo>
                  <a:lnTo>
                    <a:pt x="98777" y="92729"/>
                  </a:lnTo>
                  <a:lnTo>
                    <a:pt x="98774" y="93798"/>
                  </a:lnTo>
                  <a:lnTo>
                    <a:pt x="98771" y="94867"/>
                  </a:lnTo>
                  <a:lnTo>
                    <a:pt x="98768" y="95936"/>
                  </a:lnTo>
                  <a:lnTo>
                    <a:pt x="98765" y="97005"/>
                  </a:lnTo>
                  <a:lnTo>
                    <a:pt x="98762" y="98074"/>
                  </a:lnTo>
                  <a:lnTo>
                    <a:pt x="98759" y="99143"/>
                  </a:lnTo>
                  <a:lnTo>
                    <a:pt x="98755" y="100212"/>
                  </a:lnTo>
                  <a:lnTo>
                    <a:pt x="98751" y="101281"/>
                  </a:lnTo>
                  <a:lnTo>
                    <a:pt x="98748" y="102340"/>
                  </a:lnTo>
                  <a:lnTo>
                    <a:pt x="98744" y="103400"/>
                  </a:lnTo>
                  <a:lnTo>
                    <a:pt x="98741" y="104460"/>
                  </a:lnTo>
                  <a:lnTo>
                    <a:pt x="98737" y="105520"/>
                  </a:lnTo>
                  <a:lnTo>
                    <a:pt x="98734" y="106579"/>
                  </a:lnTo>
                  <a:lnTo>
                    <a:pt x="98731" y="107639"/>
                  </a:lnTo>
                  <a:lnTo>
                    <a:pt x="98728" y="108699"/>
                  </a:lnTo>
                  <a:lnTo>
                    <a:pt x="98726" y="109759"/>
                  </a:lnTo>
                  <a:lnTo>
                    <a:pt x="98723" y="110818"/>
                  </a:lnTo>
                  <a:lnTo>
                    <a:pt x="98720" y="111878"/>
                  </a:lnTo>
                  <a:lnTo>
                    <a:pt x="98718" y="112938"/>
                  </a:lnTo>
                  <a:lnTo>
                    <a:pt x="98716" y="113998"/>
                  </a:lnTo>
                  <a:lnTo>
                    <a:pt x="98714" y="115057"/>
                  </a:lnTo>
                  <a:lnTo>
                    <a:pt x="98712" y="116117"/>
                  </a:lnTo>
                  <a:lnTo>
                    <a:pt x="98710" y="117177"/>
                  </a:lnTo>
                  <a:lnTo>
                    <a:pt x="98708" y="118237"/>
                  </a:lnTo>
                  <a:lnTo>
                    <a:pt x="98706" y="119296"/>
                  </a:lnTo>
                  <a:lnTo>
                    <a:pt x="98704" y="120356"/>
                  </a:lnTo>
                  <a:lnTo>
                    <a:pt x="98703" y="121416"/>
                  </a:lnTo>
                  <a:lnTo>
                    <a:pt x="98701" y="122476"/>
                  </a:lnTo>
                  <a:lnTo>
                    <a:pt x="98700" y="123535"/>
                  </a:lnTo>
                  <a:lnTo>
                    <a:pt x="98698" y="124595"/>
                  </a:lnTo>
                  <a:lnTo>
                    <a:pt x="98697" y="125655"/>
                  </a:lnTo>
                  <a:lnTo>
                    <a:pt x="98696" y="126714"/>
                  </a:lnTo>
                  <a:lnTo>
                    <a:pt x="98695" y="127774"/>
                  </a:lnTo>
                  <a:lnTo>
                    <a:pt x="98694" y="128834"/>
                  </a:lnTo>
                  <a:lnTo>
                    <a:pt x="98693" y="129894"/>
                  </a:lnTo>
                  <a:lnTo>
                    <a:pt x="98692" y="130953"/>
                  </a:lnTo>
                  <a:lnTo>
                    <a:pt x="98691" y="132013"/>
                  </a:lnTo>
                  <a:lnTo>
                    <a:pt x="98690" y="133073"/>
                  </a:lnTo>
                  <a:lnTo>
                    <a:pt x="98690" y="134132"/>
                  </a:lnTo>
                  <a:lnTo>
                    <a:pt x="98689" y="135192"/>
                  </a:lnTo>
                  <a:lnTo>
                    <a:pt x="98688" y="136252"/>
                  </a:lnTo>
                  <a:lnTo>
                    <a:pt x="98688" y="137311"/>
                  </a:lnTo>
                  <a:lnTo>
                    <a:pt x="98687" y="138371"/>
                  </a:lnTo>
                  <a:lnTo>
                    <a:pt x="98686" y="139427"/>
                  </a:lnTo>
                  <a:lnTo>
                    <a:pt x="98686" y="140483"/>
                  </a:lnTo>
                  <a:lnTo>
                    <a:pt x="98685" y="141538"/>
                  </a:lnTo>
                  <a:lnTo>
                    <a:pt x="98684" y="142594"/>
                  </a:lnTo>
                  <a:lnTo>
                    <a:pt x="98683" y="143650"/>
                  </a:lnTo>
                  <a:lnTo>
                    <a:pt x="98682" y="144706"/>
                  </a:lnTo>
                  <a:lnTo>
                    <a:pt x="98681" y="145761"/>
                  </a:lnTo>
                  <a:lnTo>
                    <a:pt x="98681" y="146817"/>
                  </a:lnTo>
                  <a:lnTo>
                    <a:pt x="98680" y="147873"/>
                  </a:lnTo>
                  <a:lnTo>
                    <a:pt x="98679" y="148929"/>
                  </a:lnTo>
                  <a:lnTo>
                    <a:pt x="98677" y="149985"/>
                  </a:lnTo>
                  <a:lnTo>
                    <a:pt x="98676" y="151040"/>
                  </a:lnTo>
                  <a:lnTo>
                    <a:pt x="98675" y="152096"/>
                  </a:lnTo>
                  <a:lnTo>
                    <a:pt x="98674" y="153152"/>
                  </a:lnTo>
                  <a:lnTo>
                    <a:pt x="98673" y="154208"/>
                  </a:lnTo>
                  <a:lnTo>
                    <a:pt x="98672" y="155264"/>
                  </a:lnTo>
                  <a:lnTo>
                    <a:pt x="98670" y="156319"/>
                  </a:lnTo>
                  <a:lnTo>
                    <a:pt x="98669" y="157375"/>
                  </a:lnTo>
                  <a:lnTo>
                    <a:pt x="98667" y="158431"/>
                  </a:lnTo>
                  <a:lnTo>
                    <a:pt x="98666" y="159487"/>
                  </a:lnTo>
                  <a:lnTo>
                    <a:pt x="98665" y="160542"/>
                  </a:lnTo>
                  <a:lnTo>
                    <a:pt x="98663" y="161598"/>
                  </a:lnTo>
                  <a:lnTo>
                    <a:pt x="98662" y="162654"/>
                  </a:lnTo>
                  <a:lnTo>
                    <a:pt x="98660" y="163710"/>
                  </a:lnTo>
                  <a:lnTo>
                    <a:pt x="98658" y="164766"/>
                  </a:lnTo>
                  <a:lnTo>
                    <a:pt x="98657" y="165821"/>
                  </a:lnTo>
                  <a:lnTo>
                    <a:pt x="98655" y="166877"/>
                  </a:lnTo>
                  <a:lnTo>
                    <a:pt x="98653" y="167933"/>
                  </a:lnTo>
                  <a:lnTo>
                    <a:pt x="98652" y="168989"/>
                  </a:lnTo>
                  <a:lnTo>
                    <a:pt x="98650" y="170044"/>
                  </a:lnTo>
                  <a:lnTo>
                    <a:pt x="98648" y="171100"/>
                  </a:lnTo>
                  <a:lnTo>
                    <a:pt x="98646" y="172156"/>
                  </a:lnTo>
                  <a:lnTo>
                    <a:pt x="98644" y="173212"/>
                  </a:lnTo>
                  <a:lnTo>
                    <a:pt x="98642" y="174267"/>
                  </a:lnTo>
                  <a:lnTo>
                    <a:pt x="98640" y="175323"/>
                  </a:lnTo>
                  <a:lnTo>
                    <a:pt x="98638" y="176379"/>
                  </a:lnTo>
                  <a:lnTo>
                    <a:pt x="98636" y="177435"/>
                  </a:lnTo>
                  <a:lnTo>
                    <a:pt x="98634" y="178491"/>
                  </a:lnTo>
                  <a:lnTo>
                    <a:pt x="98632" y="179546"/>
                  </a:lnTo>
                  <a:lnTo>
                    <a:pt x="98630" y="180602"/>
                  </a:lnTo>
                  <a:lnTo>
                    <a:pt x="98628" y="181658"/>
                  </a:lnTo>
                  <a:lnTo>
                    <a:pt x="98626" y="182714"/>
                  </a:lnTo>
                  <a:lnTo>
                    <a:pt x="98624" y="183769"/>
                  </a:lnTo>
                  <a:lnTo>
                    <a:pt x="98621" y="184825"/>
                  </a:lnTo>
                  <a:lnTo>
                    <a:pt x="98619" y="185881"/>
                  </a:lnTo>
                  <a:lnTo>
                    <a:pt x="98617" y="186937"/>
                  </a:lnTo>
                  <a:lnTo>
                    <a:pt x="98614" y="187992"/>
                  </a:lnTo>
                  <a:lnTo>
                    <a:pt x="98612" y="189048"/>
                  </a:lnTo>
                  <a:lnTo>
                    <a:pt x="98609" y="190104"/>
                  </a:lnTo>
                  <a:lnTo>
                    <a:pt x="98607" y="191159"/>
                  </a:lnTo>
                  <a:lnTo>
                    <a:pt x="98604" y="192215"/>
                  </a:lnTo>
                  <a:lnTo>
                    <a:pt x="98602" y="193271"/>
                  </a:lnTo>
                  <a:lnTo>
                    <a:pt x="98599" y="194327"/>
                  </a:lnTo>
                  <a:lnTo>
                    <a:pt x="98597" y="195382"/>
                  </a:lnTo>
                  <a:lnTo>
                    <a:pt x="98594" y="196438"/>
                  </a:lnTo>
                  <a:lnTo>
                    <a:pt x="98592" y="197494"/>
                  </a:lnTo>
                  <a:lnTo>
                    <a:pt x="98589" y="198550"/>
                  </a:lnTo>
                  <a:lnTo>
                    <a:pt x="98586" y="199593"/>
                  </a:lnTo>
                  <a:lnTo>
                    <a:pt x="98584" y="200637"/>
                  </a:lnTo>
                  <a:lnTo>
                    <a:pt x="98581" y="201681"/>
                  </a:lnTo>
                  <a:lnTo>
                    <a:pt x="98578" y="202725"/>
                  </a:lnTo>
                  <a:lnTo>
                    <a:pt x="98576" y="203769"/>
                  </a:lnTo>
                  <a:lnTo>
                    <a:pt x="98573" y="204813"/>
                  </a:lnTo>
                  <a:lnTo>
                    <a:pt x="98571" y="205857"/>
                  </a:lnTo>
                  <a:lnTo>
                    <a:pt x="98568" y="206900"/>
                  </a:lnTo>
                  <a:lnTo>
                    <a:pt x="98566" y="207944"/>
                  </a:lnTo>
                  <a:lnTo>
                    <a:pt x="98563" y="208988"/>
                  </a:lnTo>
                  <a:lnTo>
                    <a:pt x="98561" y="210032"/>
                  </a:lnTo>
                  <a:lnTo>
                    <a:pt x="98559" y="211076"/>
                  </a:lnTo>
                  <a:lnTo>
                    <a:pt x="98556" y="212120"/>
                  </a:lnTo>
                  <a:lnTo>
                    <a:pt x="98554" y="213163"/>
                  </a:lnTo>
                  <a:lnTo>
                    <a:pt x="98552" y="214207"/>
                  </a:lnTo>
                  <a:lnTo>
                    <a:pt x="98549" y="215251"/>
                  </a:lnTo>
                  <a:lnTo>
                    <a:pt x="98547" y="216295"/>
                  </a:lnTo>
                  <a:lnTo>
                    <a:pt x="98545" y="217339"/>
                  </a:lnTo>
                  <a:lnTo>
                    <a:pt x="98543" y="218383"/>
                  </a:lnTo>
                  <a:lnTo>
                    <a:pt x="98540" y="219427"/>
                  </a:lnTo>
                  <a:lnTo>
                    <a:pt x="98538" y="220470"/>
                  </a:lnTo>
                  <a:lnTo>
                    <a:pt x="98536" y="221514"/>
                  </a:lnTo>
                  <a:lnTo>
                    <a:pt x="98534" y="222558"/>
                  </a:lnTo>
                  <a:lnTo>
                    <a:pt x="98532" y="223602"/>
                  </a:lnTo>
                  <a:lnTo>
                    <a:pt x="98530" y="224646"/>
                  </a:lnTo>
                  <a:lnTo>
                    <a:pt x="98528" y="225690"/>
                  </a:lnTo>
                  <a:lnTo>
                    <a:pt x="98526" y="226734"/>
                  </a:lnTo>
                  <a:lnTo>
                    <a:pt x="98524" y="227777"/>
                  </a:lnTo>
                  <a:lnTo>
                    <a:pt x="98522" y="228821"/>
                  </a:lnTo>
                  <a:lnTo>
                    <a:pt x="98520" y="229865"/>
                  </a:lnTo>
                  <a:lnTo>
                    <a:pt x="98518" y="230909"/>
                  </a:lnTo>
                  <a:lnTo>
                    <a:pt x="98516" y="231953"/>
                  </a:lnTo>
                  <a:lnTo>
                    <a:pt x="98514" y="232997"/>
                  </a:lnTo>
                  <a:lnTo>
                    <a:pt x="98512" y="234041"/>
                  </a:lnTo>
                  <a:lnTo>
                    <a:pt x="98511" y="235084"/>
                  </a:lnTo>
                  <a:lnTo>
                    <a:pt x="98509" y="236128"/>
                  </a:lnTo>
                  <a:lnTo>
                    <a:pt x="98507" y="237172"/>
                  </a:lnTo>
                  <a:lnTo>
                    <a:pt x="98505" y="238216"/>
                  </a:lnTo>
                  <a:lnTo>
                    <a:pt x="98504" y="239260"/>
                  </a:lnTo>
                  <a:lnTo>
                    <a:pt x="98502" y="240304"/>
                  </a:lnTo>
                  <a:lnTo>
                    <a:pt x="98500" y="241347"/>
                  </a:lnTo>
                  <a:lnTo>
                    <a:pt x="98499" y="242391"/>
                  </a:lnTo>
                  <a:lnTo>
                    <a:pt x="98497" y="243435"/>
                  </a:lnTo>
                  <a:lnTo>
                    <a:pt x="98495" y="244479"/>
                  </a:lnTo>
                  <a:lnTo>
                    <a:pt x="98494" y="245523"/>
                  </a:lnTo>
                  <a:lnTo>
                    <a:pt x="98492" y="246567"/>
                  </a:lnTo>
                  <a:lnTo>
                    <a:pt x="98491" y="247611"/>
                  </a:lnTo>
                  <a:lnTo>
                    <a:pt x="98489" y="248654"/>
                  </a:lnTo>
                  <a:lnTo>
                    <a:pt x="98488" y="249698"/>
                  </a:lnTo>
                  <a:lnTo>
                    <a:pt x="98487" y="250742"/>
                  </a:lnTo>
                  <a:lnTo>
                    <a:pt x="98485" y="251786"/>
                  </a:lnTo>
                  <a:lnTo>
                    <a:pt x="98484" y="252830"/>
                  </a:lnTo>
                  <a:lnTo>
                    <a:pt x="98483" y="253874"/>
                  </a:lnTo>
                  <a:lnTo>
                    <a:pt x="98481" y="254918"/>
                  </a:lnTo>
                  <a:lnTo>
                    <a:pt x="98480" y="255961"/>
                  </a:lnTo>
                  <a:lnTo>
                    <a:pt x="98479" y="257005"/>
                  </a:lnTo>
                  <a:lnTo>
                    <a:pt x="98478" y="257540"/>
                  </a:lnTo>
                  <a:lnTo>
                    <a:pt x="98477" y="258484"/>
                  </a:lnTo>
                  <a:lnTo>
                    <a:pt x="98475" y="260644"/>
                  </a:lnTo>
                  <a:lnTo>
                    <a:pt x="98473" y="261708"/>
                  </a:lnTo>
                  <a:lnTo>
                    <a:pt x="98472" y="262772"/>
                  </a:lnTo>
                  <a:lnTo>
                    <a:pt x="98471" y="263835"/>
                  </a:lnTo>
                  <a:lnTo>
                    <a:pt x="98469" y="264899"/>
                  </a:lnTo>
                  <a:lnTo>
                    <a:pt x="98468" y="265962"/>
                  </a:lnTo>
                  <a:lnTo>
                    <a:pt x="98467" y="267026"/>
                  </a:lnTo>
                  <a:lnTo>
                    <a:pt x="98465" y="268089"/>
                  </a:lnTo>
                  <a:lnTo>
                    <a:pt x="98464" y="269153"/>
                  </a:lnTo>
                  <a:lnTo>
                    <a:pt x="98463" y="270216"/>
                  </a:lnTo>
                  <a:lnTo>
                    <a:pt x="98462" y="271280"/>
                  </a:lnTo>
                  <a:lnTo>
                    <a:pt x="98460" y="272343"/>
                  </a:lnTo>
                  <a:lnTo>
                    <a:pt x="98459" y="273407"/>
                  </a:lnTo>
                  <a:lnTo>
                    <a:pt x="98458" y="274470"/>
                  </a:lnTo>
                  <a:lnTo>
                    <a:pt x="98457" y="275534"/>
                  </a:lnTo>
                  <a:lnTo>
                    <a:pt x="98456" y="276597"/>
                  </a:lnTo>
                  <a:lnTo>
                    <a:pt x="98454" y="277660"/>
                  </a:lnTo>
                  <a:lnTo>
                    <a:pt x="98453" y="278724"/>
                  </a:lnTo>
                  <a:lnTo>
                    <a:pt x="98451" y="281067"/>
                  </a:lnTo>
                  <a:lnTo>
                    <a:pt x="98448" y="283410"/>
                  </a:lnTo>
                  <a:lnTo>
                    <a:pt x="98445" y="285753"/>
                  </a:lnTo>
                  <a:lnTo>
                    <a:pt x="98442" y="288096"/>
                  </a:lnTo>
                  <a:lnTo>
                    <a:pt x="98440" y="290439"/>
                  </a:lnTo>
                  <a:lnTo>
                    <a:pt x="98437" y="292783"/>
                  </a:lnTo>
                  <a:lnTo>
                    <a:pt x="98434" y="295126"/>
                  </a:lnTo>
                  <a:lnTo>
                    <a:pt x="98431" y="297469"/>
                  </a:lnTo>
                  <a:lnTo>
                    <a:pt x="98428" y="299812"/>
                  </a:lnTo>
                  <a:lnTo>
                    <a:pt x="98425" y="302155"/>
                  </a:lnTo>
                  <a:lnTo>
                    <a:pt x="98421" y="304498"/>
                  </a:lnTo>
                  <a:lnTo>
                    <a:pt x="98418" y="306842"/>
                  </a:lnTo>
                  <a:lnTo>
                    <a:pt x="98415" y="309185"/>
                  </a:lnTo>
                  <a:lnTo>
                    <a:pt x="98412" y="311528"/>
                  </a:lnTo>
                  <a:lnTo>
                    <a:pt x="98408" y="313871"/>
                  </a:lnTo>
                  <a:lnTo>
                    <a:pt x="98405" y="316214"/>
                  </a:lnTo>
                  <a:lnTo>
                    <a:pt x="98401" y="318557"/>
                  </a:lnTo>
                  <a:lnTo>
                    <a:pt x="98398" y="320900"/>
                  </a:lnTo>
                  <a:lnTo>
                    <a:pt x="98394" y="323243"/>
                  </a:lnTo>
                  <a:lnTo>
                    <a:pt x="98390" y="325587"/>
                  </a:lnTo>
                  <a:lnTo>
                    <a:pt x="98387" y="327930"/>
                  </a:lnTo>
                  <a:lnTo>
                    <a:pt x="98383" y="330273"/>
                  </a:lnTo>
                  <a:lnTo>
                    <a:pt x="98379" y="332616"/>
                  </a:lnTo>
                  <a:lnTo>
                    <a:pt x="98375" y="334959"/>
                  </a:lnTo>
                  <a:lnTo>
                    <a:pt x="98371" y="337302"/>
                  </a:lnTo>
                  <a:lnTo>
                    <a:pt x="98367" y="339645"/>
                  </a:lnTo>
                  <a:lnTo>
                    <a:pt x="98363" y="341989"/>
                  </a:lnTo>
                  <a:lnTo>
                    <a:pt x="98359" y="344332"/>
                  </a:lnTo>
                  <a:lnTo>
                    <a:pt x="98355" y="346675"/>
                  </a:lnTo>
                  <a:lnTo>
                    <a:pt x="98351" y="349018"/>
                  </a:lnTo>
                  <a:lnTo>
                    <a:pt x="98347" y="351361"/>
                  </a:lnTo>
                  <a:lnTo>
                    <a:pt x="98342" y="353704"/>
                  </a:lnTo>
                  <a:lnTo>
                    <a:pt x="98338" y="356047"/>
                  </a:lnTo>
                  <a:lnTo>
                    <a:pt x="98334" y="358390"/>
                  </a:lnTo>
                  <a:lnTo>
                    <a:pt x="98329" y="360734"/>
                  </a:lnTo>
                  <a:lnTo>
                    <a:pt x="98325" y="363077"/>
                  </a:lnTo>
                  <a:lnTo>
                    <a:pt x="98321" y="365420"/>
                  </a:lnTo>
                  <a:lnTo>
                    <a:pt x="98316" y="367763"/>
                  </a:lnTo>
                  <a:lnTo>
                    <a:pt x="98311" y="370106"/>
                  </a:lnTo>
                  <a:lnTo>
                    <a:pt x="98307" y="372449"/>
                  </a:lnTo>
                  <a:lnTo>
                    <a:pt x="98302" y="374792"/>
                  </a:lnTo>
                  <a:lnTo>
                    <a:pt x="98297" y="377136"/>
                  </a:lnTo>
                  <a:lnTo>
                    <a:pt x="98293" y="379479"/>
                  </a:lnTo>
                  <a:lnTo>
                    <a:pt x="98288" y="381822"/>
                  </a:lnTo>
                  <a:lnTo>
                    <a:pt x="98283" y="384165"/>
                  </a:lnTo>
                  <a:lnTo>
                    <a:pt x="98278" y="386508"/>
                  </a:lnTo>
                  <a:lnTo>
                    <a:pt x="98273" y="388851"/>
                  </a:lnTo>
                  <a:lnTo>
                    <a:pt x="98268" y="391194"/>
                  </a:lnTo>
                  <a:lnTo>
                    <a:pt x="98263" y="393538"/>
                  </a:lnTo>
                  <a:lnTo>
                    <a:pt x="98258" y="395881"/>
                  </a:lnTo>
                  <a:lnTo>
                    <a:pt x="98253" y="398224"/>
                  </a:lnTo>
                  <a:lnTo>
                    <a:pt x="98248" y="400567"/>
                  </a:lnTo>
                  <a:lnTo>
                    <a:pt x="98243" y="402910"/>
                  </a:lnTo>
                  <a:lnTo>
                    <a:pt x="98238" y="405253"/>
                  </a:lnTo>
                  <a:lnTo>
                    <a:pt x="98232" y="407596"/>
                  </a:lnTo>
                  <a:lnTo>
                    <a:pt x="98227" y="409940"/>
                  </a:lnTo>
                  <a:lnTo>
                    <a:pt x="98222" y="412283"/>
                  </a:lnTo>
                  <a:lnTo>
                    <a:pt x="98216" y="414626"/>
                  </a:lnTo>
                  <a:lnTo>
                    <a:pt x="98211" y="416969"/>
                  </a:lnTo>
                  <a:lnTo>
                    <a:pt x="98205" y="419312"/>
                  </a:lnTo>
                  <a:lnTo>
                    <a:pt x="98200" y="421655"/>
                  </a:lnTo>
                  <a:lnTo>
                    <a:pt x="98194" y="423998"/>
                  </a:lnTo>
                  <a:lnTo>
                    <a:pt x="98189" y="426342"/>
                  </a:lnTo>
                  <a:lnTo>
                    <a:pt x="98183" y="428685"/>
                  </a:lnTo>
                  <a:lnTo>
                    <a:pt x="96860" y="428718"/>
                  </a:lnTo>
                  <a:lnTo>
                    <a:pt x="95529" y="428752"/>
                  </a:lnTo>
                  <a:lnTo>
                    <a:pt x="94179" y="428787"/>
                  </a:lnTo>
                  <a:lnTo>
                    <a:pt x="93128" y="428814"/>
                  </a:lnTo>
                  <a:lnTo>
                    <a:pt x="92078" y="428841"/>
                  </a:lnTo>
                  <a:lnTo>
                    <a:pt x="91027" y="428869"/>
                  </a:lnTo>
                  <a:lnTo>
                    <a:pt x="89976" y="428897"/>
                  </a:lnTo>
                  <a:lnTo>
                    <a:pt x="88926" y="428925"/>
                  </a:lnTo>
                  <a:lnTo>
                    <a:pt x="87875" y="428953"/>
                  </a:lnTo>
                  <a:lnTo>
                    <a:pt x="86825" y="428982"/>
                  </a:lnTo>
                  <a:lnTo>
                    <a:pt x="85774" y="429010"/>
                  </a:lnTo>
                  <a:lnTo>
                    <a:pt x="84724" y="429039"/>
                  </a:lnTo>
                  <a:lnTo>
                    <a:pt x="83673" y="429068"/>
                  </a:lnTo>
                  <a:lnTo>
                    <a:pt x="82623" y="429097"/>
                  </a:lnTo>
                  <a:lnTo>
                    <a:pt x="81572" y="429126"/>
                  </a:lnTo>
                  <a:lnTo>
                    <a:pt x="80522" y="429155"/>
                  </a:lnTo>
                  <a:lnTo>
                    <a:pt x="79472" y="429184"/>
                  </a:lnTo>
                  <a:lnTo>
                    <a:pt x="78411" y="429214"/>
                  </a:lnTo>
                  <a:lnTo>
                    <a:pt x="77350" y="429242"/>
                  </a:lnTo>
                  <a:lnTo>
                    <a:pt x="76289" y="429270"/>
                  </a:lnTo>
                  <a:lnTo>
                    <a:pt x="75228" y="429298"/>
                  </a:lnTo>
                  <a:lnTo>
                    <a:pt x="74166" y="429325"/>
                  </a:lnTo>
                  <a:lnTo>
                    <a:pt x="73105" y="429352"/>
                  </a:lnTo>
                  <a:lnTo>
                    <a:pt x="71961" y="429382"/>
                  </a:lnTo>
                  <a:lnTo>
                    <a:pt x="70818" y="429412"/>
                  </a:lnTo>
                  <a:lnTo>
                    <a:pt x="69674" y="429443"/>
                  </a:lnTo>
                  <a:lnTo>
                    <a:pt x="68530" y="429474"/>
                  </a:lnTo>
                  <a:lnTo>
                    <a:pt x="67387" y="429506"/>
                  </a:lnTo>
                  <a:lnTo>
                    <a:pt x="66243" y="429538"/>
                  </a:lnTo>
                  <a:lnTo>
                    <a:pt x="65100" y="429571"/>
                  </a:lnTo>
                  <a:lnTo>
                    <a:pt x="63956" y="429603"/>
                  </a:lnTo>
                  <a:lnTo>
                    <a:pt x="63241" y="429620"/>
                  </a:lnTo>
                  <a:lnTo>
                    <a:pt x="61081" y="429670"/>
                  </a:lnTo>
                  <a:lnTo>
                    <a:pt x="59880" y="429713"/>
                  </a:lnTo>
                  <a:lnTo>
                    <a:pt x="58720" y="429770"/>
                  </a:lnTo>
                  <a:lnTo>
                    <a:pt x="57591" y="429846"/>
                  </a:lnTo>
                  <a:lnTo>
                    <a:pt x="56485" y="429948"/>
                  </a:lnTo>
                  <a:lnTo>
                    <a:pt x="55393" y="430079"/>
                  </a:lnTo>
                  <a:lnTo>
                    <a:pt x="54307" y="430246"/>
                  </a:lnTo>
                  <a:lnTo>
                    <a:pt x="53217" y="430453"/>
                  </a:lnTo>
                  <a:lnTo>
                    <a:pt x="52115" y="430706"/>
                  </a:lnTo>
                  <a:lnTo>
                    <a:pt x="50992" y="431010"/>
                  </a:lnTo>
                  <a:lnTo>
                    <a:pt x="49840" y="431371"/>
                  </a:lnTo>
                  <a:lnTo>
                    <a:pt x="49838" y="430164"/>
                  </a:lnTo>
                  <a:lnTo>
                    <a:pt x="49837" y="428939"/>
                  </a:lnTo>
                  <a:lnTo>
                    <a:pt x="49835" y="426710"/>
                  </a:lnTo>
                  <a:lnTo>
                    <a:pt x="49832" y="424482"/>
                  </a:lnTo>
                  <a:lnTo>
                    <a:pt x="49830" y="422254"/>
                  </a:lnTo>
                  <a:lnTo>
                    <a:pt x="49828" y="420026"/>
                  </a:lnTo>
                  <a:lnTo>
                    <a:pt x="49825" y="417797"/>
                  </a:lnTo>
                  <a:lnTo>
                    <a:pt x="49823" y="415569"/>
                  </a:lnTo>
                  <a:lnTo>
                    <a:pt x="49820" y="413341"/>
                  </a:lnTo>
                  <a:lnTo>
                    <a:pt x="49817" y="411113"/>
                  </a:lnTo>
                  <a:lnTo>
                    <a:pt x="49815" y="408885"/>
                  </a:lnTo>
                  <a:lnTo>
                    <a:pt x="49812" y="406656"/>
                  </a:lnTo>
                  <a:lnTo>
                    <a:pt x="49810" y="404428"/>
                  </a:lnTo>
                  <a:lnTo>
                    <a:pt x="49807" y="402200"/>
                  </a:lnTo>
                  <a:lnTo>
                    <a:pt x="49804" y="399972"/>
                  </a:lnTo>
                  <a:lnTo>
                    <a:pt x="49801" y="397744"/>
                  </a:lnTo>
                  <a:lnTo>
                    <a:pt x="49798" y="395515"/>
                  </a:lnTo>
                  <a:lnTo>
                    <a:pt x="49795" y="393287"/>
                  </a:lnTo>
                  <a:lnTo>
                    <a:pt x="49792" y="391059"/>
                  </a:lnTo>
                  <a:lnTo>
                    <a:pt x="49789" y="388831"/>
                  </a:lnTo>
                  <a:lnTo>
                    <a:pt x="49786" y="386602"/>
                  </a:lnTo>
                  <a:lnTo>
                    <a:pt x="49783" y="384374"/>
                  </a:lnTo>
                  <a:lnTo>
                    <a:pt x="49780" y="382146"/>
                  </a:lnTo>
                  <a:lnTo>
                    <a:pt x="49777" y="379918"/>
                  </a:lnTo>
                  <a:lnTo>
                    <a:pt x="49774" y="377690"/>
                  </a:lnTo>
                  <a:lnTo>
                    <a:pt x="49771" y="375461"/>
                  </a:lnTo>
                  <a:lnTo>
                    <a:pt x="49767" y="373233"/>
                  </a:lnTo>
                  <a:lnTo>
                    <a:pt x="49764" y="371005"/>
                  </a:lnTo>
                  <a:lnTo>
                    <a:pt x="49761" y="368777"/>
                  </a:lnTo>
                  <a:lnTo>
                    <a:pt x="49757" y="366549"/>
                  </a:lnTo>
                  <a:lnTo>
                    <a:pt x="49754" y="364320"/>
                  </a:lnTo>
                  <a:lnTo>
                    <a:pt x="49750" y="362092"/>
                  </a:lnTo>
                  <a:lnTo>
                    <a:pt x="49747" y="359864"/>
                  </a:lnTo>
                  <a:lnTo>
                    <a:pt x="49743" y="357636"/>
                  </a:lnTo>
                  <a:lnTo>
                    <a:pt x="49739" y="355407"/>
                  </a:lnTo>
                  <a:lnTo>
                    <a:pt x="49735" y="353179"/>
                  </a:lnTo>
                  <a:lnTo>
                    <a:pt x="49732" y="350951"/>
                  </a:lnTo>
                  <a:lnTo>
                    <a:pt x="49728" y="348723"/>
                  </a:lnTo>
                  <a:lnTo>
                    <a:pt x="49724" y="346495"/>
                  </a:lnTo>
                  <a:lnTo>
                    <a:pt x="49720" y="344266"/>
                  </a:lnTo>
                  <a:lnTo>
                    <a:pt x="49716" y="342038"/>
                  </a:lnTo>
                  <a:lnTo>
                    <a:pt x="49712" y="339810"/>
                  </a:lnTo>
                  <a:lnTo>
                    <a:pt x="49708" y="337582"/>
                  </a:lnTo>
                  <a:lnTo>
                    <a:pt x="49704" y="335354"/>
                  </a:lnTo>
                  <a:lnTo>
                    <a:pt x="49700" y="333125"/>
                  </a:lnTo>
                  <a:lnTo>
                    <a:pt x="49696" y="330897"/>
                  </a:lnTo>
                  <a:lnTo>
                    <a:pt x="49691" y="328669"/>
                  </a:lnTo>
                  <a:lnTo>
                    <a:pt x="49687" y="326441"/>
                  </a:lnTo>
                  <a:lnTo>
                    <a:pt x="49683" y="324213"/>
                  </a:lnTo>
                  <a:lnTo>
                    <a:pt x="49678" y="321985"/>
                  </a:lnTo>
                  <a:lnTo>
                    <a:pt x="49674" y="319756"/>
                  </a:lnTo>
                  <a:lnTo>
                    <a:pt x="49669" y="317528"/>
                  </a:lnTo>
                  <a:lnTo>
                    <a:pt x="49665" y="315300"/>
                  </a:lnTo>
                  <a:lnTo>
                    <a:pt x="49660" y="313072"/>
                  </a:lnTo>
                  <a:lnTo>
                    <a:pt x="49655" y="310844"/>
                  </a:lnTo>
                  <a:lnTo>
                    <a:pt x="49651" y="308615"/>
                  </a:lnTo>
                  <a:lnTo>
                    <a:pt x="49646" y="306387"/>
                  </a:lnTo>
                  <a:lnTo>
                    <a:pt x="49641" y="304159"/>
                  </a:lnTo>
                  <a:lnTo>
                    <a:pt x="49636" y="301931"/>
                  </a:lnTo>
                  <a:lnTo>
                    <a:pt x="49631" y="299703"/>
                  </a:lnTo>
                  <a:lnTo>
                    <a:pt x="49626" y="297475"/>
                  </a:lnTo>
                  <a:lnTo>
                    <a:pt x="49621" y="295246"/>
                  </a:lnTo>
                  <a:lnTo>
                    <a:pt x="49616" y="293018"/>
                  </a:lnTo>
                  <a:lnTo>
                    <a:pt x="49611" y="290790"/>
                  </a:lnTo>
                  <a:lnTo>
                    <a:pt x="49606" y="288562"/>
                  </a:lnTo>
                  <a:lnTo>
                    <a:pt x="49601" y="286334"/>
                  </a:lnTo>
                  <a:lnTo>
                    <a:pt x="49598" y="285264"/>
                  </a:lnTo>
                  <a:lnTo>
                    <a:pt x="49596" y="284195"/>
                  </a:lnTo>
                  <a:lnTo>
                    <a:pt x="49593" y="283125"/>
                  </a:lnTo>
                  <a:lnTo>
                    <a:pt x="49590" y="282056"/>
                  </a:lnTo>
                  <a:lnTo>
                    <a:pt x="49588" y="280986"/>
                  </a:lnTo>
                  <a:lnTo>
                    <a:pt x="49585" y="279917"/>
                  </a:lnTo>
                  <a:lnTo>
                    <a:pt x="49583" y="278847"/>
                  </a:lnTo>
                  <a:lnTo>
                    <a:pt x="49580" y="277778"/>
                  </a:lnTo>
                  <a:lnTo>
                    <a:pt x="49578" y="276708"/>
                  </a:lnTo>
                  <a:lnTo>
                    <a:pt x="49575" y="275639"/>
                  </a:lnTo>
                  <a:lnTo>
                    <a:pt x="49573" y="274570"/>
                  </a:lnTo>
                  <a:lnTo>
                    <a:pt x="49570" y="273500"/>
                  </a:lnTo>
                  <a:lnTo>
                    <a:pt x="49568" y="272431"/>
                  </a:lnTo>
                  <a:lnTo>
                    <a:pt x="49565" y="271362"/>
                  </a:lnTo>
                  <a:lnTo>
                    <a:pt x="49563" y="270292"/>
                  </a:lnTo>
                  <a:lnTo>
                    <a:pt x="49560" y="269223"/>
                  </a:lnTo>
                  <a:lnTo>
                    <a:pt x="49559" y="268086"/>
                  </a:lnTo>
                  <a:lnTo>
                    <a:pt x="49556" y="266942"/>
                  </a:lnTo>
                  <a:lnTo>
                    <a:pt x="49554" y="265782"/>
                  </a:lnTo>
                  <a:lnTo>
                    <a:pt x="49551" y="264741"/>
                  </a:lnTo>
                  <a:lnTo>
                    <a:pt x="49549" y="263699"/>
                  </a:lnTo>
                  <a:lnTo>
                    <a:pt x="49547" y="262657"/>
                  </a:lnTo>
                  <a:lnTo>
                    <a:pt x="49544" y="261616"/>
                  </a:lnTo>
                  <a:lnTo>
                    <a:pt x="49542" y="260574"/>
                  </a:lnTo>
                  <a:lnTo>
                    <a:pt x="49540" y="259532"/>
                  </a:lnTo>
                  <a:lnTo>
                    <a:pt x="49538" y="258491"/>
                  </a:lnTo>
                  <a:lnTo>
                    <a:pt x="49536" y="257449"/>
                  </a:lnTo>
                  <a:lnTo>
                    <a:pt x="49534" y="256407"/>
                  </a:lnTo>
                  <a:lnTo>
                    <a:pt x="49532" y="255366"/>
                  </a:lnTo>
                  <a:lnTo>
                    <a:pt x="49530" y="254324"/>
                  </a:lnTo>
                  <a:lnTo>
                    <a:pt x="49528" y="253282"/>
                  </a:lnTo>
                  <a:lnTo>
                    <a:pt x="49526" y="252241"/>
                  </a:lnTo>
                  <a:lnTo>
                    <a:pt x="49524" y="251199"/>
                  </a:lnTo>
                  <a:lnTo>
                    <a:pt x="49522" y="250157"/>
                  </a:lnTo>
                  <a:lnTo>
                    <a:pt x="49521" y="249116"/>
                  </a:lnTo>
                  <a:lnTo>
                    <a:pt x="49519" y="248074"/>
                  </a:lnTo>
                  <a:lnTo>
                    <a:pt x="49517" y="247032"/>
                  </a:lnTo>
                  <a:lnTo>
                    <a:pt x="49515" y="245991"/>
                  </a:lnTo>
                  <a:lnTo>
                    <a:pt x="49514" y="244949"/>
                  </a:lnTo>
                  <a:lnTo>
                    <a:pt x="49512" y="243907"/>
                  </a:lnTo>
                  <a:lnTo>
                    <a:pt x="49511" y="242866"/>
                  </a:lnTo>
                  <a:lnTo>
                    <a:pt x="49509" y="241824"/>
                  </a:lnTo>
                  <a:lnTo>
                    <a:pt x="49507" y="240782"/>
                  </a:lnTo>
                  <a:lnTo>
                    <a:pt x="49506" y="239741"/>
                  </a:lnTo>
                  <a:lnTo>
                    <a:pt x="49504" y="238699"/>
                  </a:lnTo>
                  <a:lnTo>
                    <a:pt x="49503" y="237657"/>
                  </a:lnTo>
                  <a:lnTo>
                    <a:pt x="49502" y="236616"/>
                  </a:lnTo>
                  <a:lnTo>
                    <a:pt x="49500" y="235574"/>
                  </a:lnTo>
                  <a:lnTo>
                    <a:pt x="49499" y="234532"/>
                  </a:lnTo>
                  <a:lnTo>
                    <a:pt x="49497" y="233491"/>
                  </a:lnTo>
                  <a:lnTo>
                    <a:pt x="49496" y="232449"/>
                  </a:lnTo>
                  <a:lnTo>
                    <a:pt x="49495" y="231407"/>
                  </a:lnTo>
                  <a:lnTo>
                    <a:pt x="49493" y="230366"/>
                  </a:lnTo>
                  <a:lnTo>
                    <a:pt x="49492" y="229324"/>
                  </a:lnTo>
                  <a:lnTo>
                    <a:pt x="49491" y="228283"/>
                  </a:lnTo>
                  <a:lnTo>
                    <a:pt x="49490" y="227241"/>
                  </a:lnTo>
                  <a:lnTo>
                    <a:pt x="49489" y="226199"/>
                  </a:lnTo>
                  <a:lnTo>
                    <a:pt x="49487" y="225158"/>
                  </a:lnTo>
                  <a:lnTo>
                    <a:pt x="49486" y="224116"/>
                  </a:lnTo>
                  <a:lnTo>
                    <a:pt x="49485" y="223074"/>
                  </a:lnTo>
                  <a:lnTo>
                    <a:pt x="49484" y="222033"/>
                  </a:lnTo>
                  <a:lnTo>
                    <a:pt x="49483" y="220991"/>
                  </a:lnTo>
                  <a:lnTo>
                    <a:pt x="49482" y="219950"/>
                  </a:lnTo>
                  <a:lnTo>
                    <a:pt x="49481" y="218908"/>
                  </a:lnTo>
                  <a:lnTo>
                    <a:pt x="49480" y="217866"/>
                  </a:lnTo>
                  <a:lnTo>
                    <a:pt x="49479" y="216825"/>
                  </a:lnTo>
                  <a:lnTo>
                    <a:pt x="49478" y="215783"/>
                  </a:lnTo>
                  <a:lnTo>
                    <a:pt x="49477" y="214741"/>
                  </a:lnTo>
                  <a:lnTo>
                    <a:pt x="49476" y="213700"/>
                  </a:lnTo>
                  <a:lnTo>
                    <a:pt x="49475" y="212658"/>
                  </a:lnTo>
                  <a:lnTo>
                    <a:pt x="49474" y="211617"/>
                  </a:lnTo>
                  <a:lnTo>
                    <a:pt x="49473" y="210575"/>
                  </a:lnTo>
                  <a:lnTo>
                    <a:pt x="49472" y="209527"/>
                  </a:lnTo>
                  <a:lnTo>
                    <a:pt x="49471" y="208478"/>
                  </a:lnTo>
                  <a:lnTo>
                    <a:pt x="49470" y="207430"/>
                  </a:lnTo>
                  <a:lnTo>
                    <a:pt x="49469" y="206381"/>
                  </a:lnTo>
                  <a:lnTo>
                    <a:pt x="49468" y="205333"/>
                  </a:lnTo>
                  <a:lnTo>
                    <a:pt x="49466" y="204284"/>
                  </a:lnTo>
                  <a:lnTo>
                    <a:pt x="49465" y="203236"/>
                  </a:lnTo>
                  <a:lnTo>
                    <a:pt x="49464" y="202187"/>
                  </a:lnTo>
                  <a:lnTo>
                    <a:pt x="49463" y="201139"/>
                  </a:lnTo>
                  <a:lnTo>
                    <a:pt x="49461" y="200090"/>
                  </a:lnTo>
                  <a:lnTo>
                    <a:pt x="49460" y="199042"/>
                  </a:lnTo>
                  <a:lnTo>
                    <a:pt x="49459" y="197993"/>
                  </a:lnTo>
                  <a:lnTo>
                    <a:pt x="49457" y="196945"/>
                  </a:lnTo>
                  <a:lnTo>
                    <a:pt x="49456" y="195896"/>
                  </a:lnTo>
                  <a:lnTo>
                    <a:pt x="49454" y="194848"/>
                  </a:lnTo>
                  <a:lnTo>
                    <a:pt x="49452" y="193799"/>
                  </a:lnTo>
                  <a:lnTo>
                    <a:pt x="49451" y="192751"/>
                  </a:lnTo>
                  <a:lnTo>
                    <a:pt x="49449" y="191702"/>
                  </a:lnTo>
                  <a:lnTo>
                    <a:pt x="49448" y="190654"/>
                  </a:lnTo>
                  <a:lnTo>
                    <a:pt x="49446" y="189605"/>
                  </a:lnTo>
                  <a:lnTo>
                    <a:pt x="49444" y="188557"/>
                  </a:lnTo>
                  <a:lnTo>
                    <a:pt x="49442" y="187508"/>
                  </a:lnTo>
                  <a:lnTo>
                    <a:pt x="49440" y="186460"/>
                  </a:lnTo>
                  <a:lnTo>
                    <a:pt x="49438" y="185411"/>
                  </a:lnTo>
                  <a:lnTo>
                    <a:pt x="49437" y="184363"/>
                  </a:lnTo>
                  <a:lnTo>
                    <a:pt x="49435" y="183314"/>
                  </a:lnTo>
                  <a:lnTo>
                    <a:pt x="49433" y="182266"/>
                  </a:lnTo>
                  <a:lnTo>
                    <a:pt x="49430" y="181217"/>
                  </a:lnTo>
                  <a:lnTo>
                    <a:pt x="49428" y="180169"/>
                  </a:lnTo>
                  <a:lnTo>
                    <a:pt x="49426" y="179120"/>
                  </a:lnTo>
                  <a:lnTo>
                    <a:pt x="49424" y="178072"/>
                  </a:lnTo>
                  <a:lnTo>
                    <a:pt x="49422" y="177023"/>
                  </a:lnTo>
                  <a:lnTo>
                    <a:pt x="49420" y="175975"/>
                  </a:lnTo>
                  <a:lnTo>
                    <a:pt x="49417" y="174926"/>
                  </a:lnTo>
                  <a:lnTo>
                    <a:pt x="49415" y="173878"/>
                  </a:lnTo>
                  <a:lnTo>
                    <a:pt x="49413" y="172829"/>
                  </a:lnTo>
                  <a:lnTo>
                    <a:pt x="49410" y="171781"/>
                  </a:lnTo>
                  <a:lnTo>
                    <a:pt x="49408" y="170732"/>
                  </a:lnTo>
                  <a:lnTo>
                    <a:pt x="49405" y="169684"/>
                  </a:lnTo>
                  <a:lnTo>
                    <a:pt x="49403" y="168635"/>
                  </a:lnTo>
                  <a:lnTo>
                    <a:pt x="49400" y="167587"/>
                  </a:lnTo>
                  <a:lnTo>
                    <a:pt x="49397" y="166538"/>
                  </a:lnTo>
                  <a:lnTo>
                    <a:pt x="49395" y="165490"/>
                  </a:lnTo>
                  <a:lnTo>
                    <a:pt x="49392" y="164441"/>
                  </a:lnTo>
                  <a:lnTo>
                    <a:pt x="49389" y="163393"/>
                  </a:lnTo>
                  <a:lnTo>
                    <a:pt x="49387" y="162344"/>
                  </a:lnTo>
                  <a:lnTo>
                    <a:pt x="49384" y="161296"/>
                  </a:lnTo>
                  <a:lnTo>
                    <a:pt x="49381" y="160247"/>
                  </a:lnTo>
                  <a:lnTo>
                    <a:pt x="49378" y="159199"/>
                  </a:lnTo>
                  <a:lnTo>
                    <a:pt x="49375" y="158150"/>
                  </a:lnTo>
                  <a:lnTo>
                    <a:pt x="49372" y="157102"/>
                  </a:lnTo>
                  <a:lnTo>
                    <a:pt x="49369" y="156053"/>
                  </a:lnTo>
                  <a:lnTo>
                    <a:pt x="49366" y="155005"/>
                  </a:lnTo>
                  <a:lnTo>
                    <a:pt x="49363" y="153956"/>
                  </a:lnTo>
                  <a:lnTo>
                    <a:pt x="49360" y="152897"/>
                  </a:lnTo>
                  <a:lnTo>
                    <a:pt x="49357" y="151838"/>
                  </a:lnTo>
                  <a:lnTo>
                    <a:pt x="49354" y="150779"/>
                  </a:lnTo>
                  <a:lnTo>
                    <a:pt x="49351" y="149719"/>
                  </a:lnTo>
                  <a:lnTo>
                    <a:pt x="49349" y="148660"/>
                  </a:lnTo>
                  <a:lnTo>
                    <a:pt x="49346" y="147601"/>
                  </a:lnTo>
                  <a:lnTo>
                    <a:pt x="49344" y="146541"/>
                  </a:lnTo>
                  <a:lnTo>
                    <a:pt x="49341" y="145482"/>
                  </a:lnTo>
                  <a:lnTo>
                    <a:pt x="49339" y="144423"/>
                  </a:lnTo>
                  <a:lnTo>
                    <a:pt x="49337" y="143364"/>
                  </a:lnTo>
                  <a:lnTo>
                    <a:pt x="49335" y="142304"/>
                  </a:lnTo>
                  <a:lnTo>
                    <a:pt x="49333" y="141245"/>
                  </a:lnTo>
                  <a:lnTo>
                    <a:pt x="49331" y="140186"/>
                  </a:lnTo>
                  <a:lnTo>
                    <a:pt x="49329" y="139126"/>
                  </a:lnTo>
                  <a:lnTo>
                    <a:pt x="49327" y="138067"/>
                  </a:lnTo>
                  <a:lnTo>
                    <a:pt x="49326" y="137008"/>
                  </a:lnTo>
                  <a:lnTo>
                    <a:pt x="49324" y="135948"/>
                  </a:lnTo>
                  <a:lnTo>
                    <a:pt x="49323" y="134889"/>
                  </a:lnTo>
                  <a:lnTo>
                    <a:pt x="49322" y="133830"/>
                  </a:lnTo>
                  <a:lnTo>
                    <a:pt x="49320" y="132771"/>
                  </a:lnTo>
                  <a:lnTo>
                    <a:pt x="49319" y="131711"/>
                  </a:lnTo>
                  <a:lnTo>
                    <a:pt x="49318" y="130652"/>
                  </a:lnTo>
                  <a:lnTo>
                    <a:pt x="49318" y="129593"/>
                  </a:lnTo>
                  <a:lnTo>
                    <a:pt x="49317" y="128533"/>
                  </a:lnTo>
                  <a:lnTo>
                    <a:pt x="49316" y="127474"/>
                  </a:lnTo>
                  <a:lnTo>
                    <a:pt x="49315" y="126415"/>
                  </a:lnTo>
                  <a:lnTo>
                    <a:pt x="49315" y="125356"/>
                  </a:lnTo>
                  <a:lnTo>
                    <a:pt x="49315" y="124296"/>
                  </a:lnTo>
                  <a:lnTo>
                    <a:pt x="49314" y="123237"/>
                  </a:lnTo>
                  <a:lnTo>
                    <a:pt x="49314" y="122178"/>
                  </a:lnTo>
                  <a:lnTo>
                    <a:pt x="49314" y="121118"/>
                  </a:lnTo>
                  <a:lnTo>
                    <a:pt x="49314" y="120059"/>
                  </a:lnTo>
                  <a:lnTo>
                    <a:pt x="49315" y="119000"/>
                  </a:lnTo>
                  <a:lnTo>
                    <a:pt x="49314" y="117959"/>
                  </a:lnTo>
                  <a:lnTo>
                    <a:pt x="49314" y="116917"/>
                  </a:lnTo>
                  <a:lnTo>
                    <a:pt x="49313" y="115876"/>
                  </a:lnTo>
                  <a:lnTo>
                    <a:pt x="49313" y="114835"/>
                  </a:lnTo>
                  <a:lnTo>
                    <a:pt x="49312" y="113793"/>
                  </a:lnTo>
                  <a:lnTo>
                    <a:pt x="49310" y="112752"/>
                  </a:lnTo>
                  <a:lnTo>
                    <a:pt x="49309" y="111711"/>
                  </a:lnTo>
                  <a:lnTo>
                    <a:pt x="49307" y="110670"/>
                  </a:lnTo>
                  <a:lnTo>
                    <a:pt x="49306" y="109628"/>
                  </a:lnTo>
                  <a:lnTo>
                    <a:pt x="49304" y="108587"/>
                  </a:lnTo>
                  <a:lnTo>
                    <a:pt x="49301" y="107546"/>
                  </a:lnTo>
                  <a:lnTo>
                    <a:pt x="49299" y="106505"/>
                  </a:lnTo>
                  <a:lnTo>
                    <a:pt x="49296" y="105464"/>
                  </a:lnTo>
                  <a:lnTo>
                    <a:pt x="49293" y="104422"/>
                  </a:lnTo>
                  <a:lnTo>
                    <a:pt x="49290" y="103381"/>
                  </a:lnTo>
                  <a:lnTo>
                    <a:pt x="49287" y="102340"/>
                  </a:lnTo>
                  <a:lnTo>
                    <a:pt x="49284" y="101299"/>
                  </a:lnTo>
                  <a:lnTo>
                    <a:pt x="49280" y="100257"/>
                  </a:lnTo>
                  <a:lnTo>
                    <a:pt x="49276" y="99216"/>
                  </a:lnTo>
                  <a:lnTo>
                    <a:pt x="49272" y="98175"/>
                  </a:lnTo>
                  <a:lnTo>
                    <a:pt x="49268" y="97133"/>
                  </a:lnTo>
                  <a:lnTo>
                    <a:pt x="49264" y="96092"/>
                  </a:lnTo>
                  <a:lnTo>
                    <a:pt x="49259" y="95051"/>
                  </a:lnTo>
                  <a:lnTo>
                    <a:pt x="49255" y="93987"/>
                  </a:lnTo>
                  <a:lnTo>
                    <a:pt x="49251" y="92923"/>
                  </a:lnTo>
                  <a:lnTo>
                    <a:pt x="49247" y="91859"/>
                  </a:lnTo>
                  <a:lnTo>
                    <a:pt x="49244" y="90795"/>
                  </a:lnTo>
                  <a:lnTo>
                    <a:pt x="49241" y="89732"/>
                  </a:lnTo>
                  <a:lnTo>
                    <a:pt x="49239" y="88668"/>
                  </a:lnTo>
                  <a:lnTo>
                    <a:pt x="49237" y="87604"/>
                  </a:lnTo>
                  <a:lnTo>
                    <a:pt x="49236" y="86540"/>
                  </a:lnTo>
                  <a:lnTo>
                    <a:pt x="49236" y="85476"/>
                  </a:lnTo>
                  <a:lnTo>
                    <a:pt x="49236" y="84412"/>
                  </a:lnTo>
                  <a:lnTo>
                    <a:pt x="49237" y="83348"/>
                  </a:lnTo>
                  <a:lnTo>
                    <a:pt x="49238" y="82284"/>
                  </a:lnTo>
                  <a:lnTo>
                    <a:pt x="49241" y="81221"/>
                  </a:lnTo>
                  <a:lnTo>
                    <a:pt x="49242" y="80151"/>
                  </a:lnTo>
                  <a:lnTo>
                    <a:pt x="49243" y="79081"/>
                  </a:lnTo>
                  <a:lnTo>
                    <a:pt x="49242" y="78012"/>
                  </a:lnTo>
                  <a:lnTo>
                    <a:pt x="49241" y="76942"/>
                  </a:lnTo>
                  <a:lnTo>
                    <a:pt x="49239" y="75873"/>
                  </a:lnTo>
                  <a:lnTo>
                    <a:pt x="49236" y="74803"/>
                  </a:lnTo>
                  <a:lnTo>
                    <a:pt x="49233" y="73734"/>
                  </a:lnTo>
                  <a:lnTo>
                    <a:pt x="49229" y="72664"/>
                  </a:lnTo>
                  <a:lnTo>
                    <a:pt x="49224" y="71595"/>
                  </a:lnTo>
                  <a:lnTo>
                    <a:pt x="49219" y="70526"/>
                  </a:lnTo>
                  <a:lnTo>
                    <a:pt x="49213" y="69456"/>
                  </a:lnTo>
                  <a:lnTo>
                    <a:pt x="49207" y="68387"/>
                  </a:lnTo>
                  <a:lnTo>
                    <a:pt x="49200" y="67317"/>
                  </a:lnTo>
                  <a:lnTo>
                    <a:pt x="49194" y="66247"/>
                  </a:lnTo>
                  <a:lnTo>
                    <a:pt x="49202" y="65146"/>
                  </a:lnTo>
                  <a:lnTo>
                    <a:pt x="49210" y="64041"/>
                  </a:lnTo>
                  <a:lnTo>
                    <a:pt x="49217" y="62927"/>
                  </a:lnTo>
                  <a:lnTo>
                    <a:pt x="49225" y="61801"/>
                  </a:lnTo>
                  <a:lnTo>
                    <a:pt x="49210" y="60468"/>
                  </a:lnTo>
                  <a:lnTo>
                    <a:pt x="49195" y="59126"/>
                  </a:lnTo>
                  <a:lnTo>
                    <a:pt x="49179" y="57766"/>
                  </a:lnTo>
                  <a:lnTo>
                    <a:pt x="49177" y="56611"/>
                  </a:lnTo>
                  <a:lnTo>
                    <a:pt x="49175" y="55449"/>
                  </a:lnTo>
                  <a:lnTo>
                    <a:pt x="49172" y="54272"/>
                  </a:lnTo>
                  <a:lnTo>
                    <a:pt x="48834" y="53071"/>
                  </a:lnTo>
                  <a:lnTo>
                    <a:pt x="48419" y="52061"/>
                  </a:lnTo>
                  <a:lnTo>
                    <a:pt x="47926" y="51208"/>
                  </a:lnTo>
                  <a:lnTo>
                    <a:pt x="47350" y="50472"/>
                  </a:lnTo>
                  <a:lnTo>
                    <a:pt x="46688" y="49820"/>
                  </a:lnTo>
                  <a:lnTo>
                    <a:pt x="45938" y="49213"/>
                  </a:lnTo>
                  <a:lnTo>
                    <a:pt x="45096" y="48616"/>
                  </a:lnTo>
                  <a:lnTo>
                    <a:pt x="44160" y="47993"/>
                  </a:lnTo>
                  <a:lnTo>
                    <a:pt x="43125" y="47306"/>
                  </a:lnTo>
                  <a:lnTo>
                    <a:pt x="43125" y="45973"/>
                  </a:lnTo>
                  <a:lnTo>
                    <a:pt x="43125" y="44620"/>
                  </a:lnTo>
                  <a:lnTo>
                    <a:pt x="41792" y="44620"/>
                  </a:lnTo>
                  <a:lnTo>
                    <a:pt x="40439" y="44620"/>
                  </a:lnTo>
                  <a:lnTo>
                    <a:pt x="40439" y="43289"/>
                  </a:lnTo>
                  <a:lnTo>
                    <a:pt x="40439" y="41949"/>
                  </a:lnTo>
                  <a:lnTo>
                    <a:pt x="40439" y="40592"/>
                  </a:lnTo>
                  <a:lnTo>
                    <a:pt x="39337" y="40542"/>
                  </a:lnTo>
                  <a:lnTo>
                    <a:pt x="38228" y="40491"/>
                  </a:lnTo>
                  <a:lnTo>
                    <a:pt x="37104" y="40440"/>
                  </a:lnTo>
                  <a:lnTo>
                    <a:pt x="36017" y="40373"/>
                  </a:lnTo>
                  <a:lnTo>
                    <a:pt x="34927" y="40307"/>
                  </a:lnTo>
                  <a:lnTo>
                    <a:pt x="33828" y="40240"/>
                  </a:lnTo>
                  <a:lnTo>
                    <a:pt x="32718" y="40173"/>
                  </a:lnTo>
                  <a:lnTo>
                    <a:pt x="31642" y="40113"/>
                  </a:lnTo>
                  <a:lnTo>
                    <a:pt x="30562" y="40054"/>
                  </a:lnTo>
                  <a:lnTo>
                    <a:pt x="29475" y="39995"/>
                  </a:lnTo>
                  <a:lnTo>
                    <a:pt x="28375" y="39936"/>
                  </a:lnTo>
                  <a:lnTo>
                    <a:pt x="27132" y="39709"/>
                  </a:lnTo>
                  <a:lnTo>
                    <a:pt x="26013" y="39463"/>
                  </a:lnTo>
                  <a:lnTo>
                    <a:pt x="24996" y="39184"/>
                  </a:lnTo>
                  <a:lnTo>
                    <a:pt x="24059" y="38861"/>
                  </a:lnTo>
                  <a:lnTo>
                    <a:pt x="23183" y="38479"/>
                  </a:lnTo>
                  <a:lnTo>
                    <a:pt x="22345" y="38025"/>
                  </a:lnTo>
                  <a:lnTo>
                    <a:pt x="21524" y="37485"/>
                  </a:lnTo>
                  <a:lnTo>
                    <a:pt x="20699" y="36847"/>
                  </a:lnTo>
                  <a:lnTo>
                    <a:pt x="19849" y="36096"/>
                  </a:lnTo>
                  <a:lnTo>
                    <a:pt x="18953" y="35220"/>
                  </a:lnTo>
                  <a:lnTo>
                    <a:pt x="18653" y="33740"/>
                  </a:lnTo>
                  <a:lnTo>
                    <a:pt x="18416" y="32549"/>
                  </a:lnTo>
                  <a:lnTo>
                    <a:pt x="18232" y="31570"/>
                  </a:lnTo>
                  <a:lnTo>
                    <a:pt x="18089" y="30726"/>
                  </a:lnTo>
                  <a:lnTo>
                    <a:pt x="17977" y="29940"/>
                  </a:lnTo>
                  <a:lnTo>
                    <a:pt x="17884" y="29133"/>
                  </a:lnTo>
                  <a:lnTo>
                    <a:pt x="17799" y="28229"/>
                  </a:lnTo>
                  <a:lnTo>
                    <a:pt x="17712" y="27151"/>
                  </a:lnTo>
                  <a:lnTo>
                    <a:pt x="17610" y="25820"/>
                  </a:lnTo>
                  <a:lnTo>
                    <a:pt x="16278" y="25820"/>
                  </a:lnTo>
                  <a:lnTo>
                    <a:pt x="14925" y="25820"/>
                  </a:lnTo>
                  <a:lnTo>
                    <a:pt x="14764" y="25240"/>
                  </a:lnTo>
                  <a:lnTo>
                    <a:pt x="14482" y="24217"/>
                  </a:lnTo>
                  <a:lnTo>
                    <a:pt x="13834" y="21874"/>
                  </a:lnTo>
                  <a:lnTo>
                    <a:pt x="13439" y="20856"/>
                  </a:lnTo>
                  <a:lnTo>
                    <a:pt x="13043" y="19834"/>
                  </a:lnTo>
                  <a:lnTo>
                    <a:pt x="12643" y="18804"/>
                  </a:lnTo>
                  <a:lnTo>
                    <a:pt x="12239" y="17763"/>
                  </a:lnTo>
                  <a:lnTo>
                    <a:pt x="11241" y="17430"/>
                  </a:lnTo>
                  <a:lnTo>
                    <a:pt x="10240" y="17096"/>
                  </a:lnTo>
                  <a:lnTo>
                    <a:pt x="9231" y="16760"/>
                  </a:lnTo>
                  <a:lnTo>
                    <a:pt x="8210" y="16420"/>
                  </a:lnTo>
                  <a:lnTo>
                    <a:pt x="7878" y="15422"/>
                  </a:lnTo>
                  <a:lnTo>
                    <a:pt x="7544" y="14420"/>
                  </a:lnTo>
                  <a:lnTo>
                    <a:pt x="7207" y="13411"/>
                  </a:lnTo>
                  <a:lnTo>
                    <a:pt x="6867" y="12391"/>
                  </a:lnTo>
                  <a:lnTo>
                    <a:pt x="6015" y="11767"/>
                  </a:lnTo>
                  <a:lnTo>
                    <a:pt x="5160" y="11141"/>
                  </a:lnTo>
                  <a:lnTo>
                    <a:pt x="4298" y="10511"/>
                  </a:lnTo>
                  <a:lnTo>
                    <a:pt x="3427" y="9873"/>
                  </a:lnTo>
                  <a:lnTo>
                    <a:pt x="2616" y="9166"/>
                  </a:lnTo>
                  <a:lnTo>
                    <a:pt x="1802" y="8457"/>
                  </a:lnTo>
                  <a:lnTo>
                    <a:pt x="982" y="7742"/>
                  </a:lnTo>
                  <a:lnTo>
                    <a:pt x="153" y="7020"/>
                  </a:lnTo>
                  <a:lnTo>
                    <a:pt x="68" y="5515"/>
                  </a:lnTo>
                  <a:lnTo>
                    <a:pt x="17" y="4414"/>
                  </a:lnTo>
                  <a:lnTo>
                    <a:pt x="0" y="3528"/>
                  </a:lnTo>
                  <a:lnTo>
                    <a:pt x="17" y="2673"/>
                  </a:lnTo>
                  <a:lnTo>
                    <a:pt x="68" y="1661"/>
                  </a:lnTo>
                  <a:lnTo>
                    <a:pt x="153" y="305"/>
                  </a:lnTo>
                  <a:close/>
                </a:path>
              </a:pathLst>
            </a:custGeom>
            <a:solidFill>
              <a:srgbClr val="45597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egion 14 #9E0630"/>
            <p:cNvSpPr/>
            <p:nvPr/>
          </p:nvSpPr>
          <p:spPr>
            <a:xfrm>
              <a:off x="2569840" y="638930"/>
              <a:ext cx="190273" cy="216926"/>
            </a:xfrm>
            <a:custGeom>
              <a:avLst/>
              <a:gdLst/>
              <a:ahLst/>
              <a:cxnLst/>
              <a:rect l="l" t="t" r="r" b="b"/>
              <a:pathLst>
                <a:path w="190273" h="216926">
                  <a:moveTo>
                    <a:pt x="79138" y="20"/>
                  </a:moveTo>
                  <a:lnTo>
                    <a:pt x="80266" y="24"/>
                  </a:lnTo>
                  <a:lnTo>
                    <a:pt x="81401" y="28"/>
                  </a:lnTo>
                  <a:lnTo>
                    <a:pt x="82553" y="32"/>
                  </a:lnTo>
                  <a:lnTo>
                    <a:pt x="83632" y="37"/>
                  </a:lnTo>
                  <a:lnTo>
                    <a:pt x="84712" y="43"/>
                  </a:lnTo>
                  <a:lnTo>
                    <a:pt x="85791" y="49"/>
                  </a:lnTo>
                  <a:lnTo>
                    <a:pt x="86871" y="57"/>
                  </a:lnTo>
                  <a:lnTo>
                    <a:pt x="87950" y="66"/>
                  </a:lnTo>
                  <a:lnTo>
                    <a:pt x="89030" y="74"/>
                  </a:lnTo>
                  <a:lnTo>
                    <a:pt x="90109" y="84"/>
                  </a:lnTo>
                  <a:lnTo>
                    <a:pt x="91189" y="94"/>
                  </a:lnTo>
                  <a:lnTo>
                    <a:pt x="92269" y="103"/>
                  </a:lnTo>
                  <a:lnTo>
                    <a:pt x="93348" y="114"/>
                  </a:lnTo>
                  <a:lnTo>
                    <a:pt x="94394" y="119"/>
                  </a:lnTo>
                  <a:lnTo>
                    <a:pt x="95440" y="125"/>
                  </a:lnTo>
                  <a:lnTo>
                    <a:pt x="96485" y="130"/>
                  </a:lnTo>
                  <a:lnTo>
                    <a:pt x="97531" y="135"/>
                  </a:lnTo>
                  <a:lnTo>
                    <a:pt x="98577" y="141"/>
                  </a:lnTo>
                  <a:lnTo>
                    <a:pt x="99622" y="146"/>
                  </a:lnTo>
                  <a:lnTo>
                    <a:pt x="100668" y="151"/>
                  </a:lnTo>
                  <a:lnTo>
                    <a:pt x="101724" y="156"/>
                  </a:lnTo>
                  <a:lnTo>
                    <a:pt x="102779" y="162"/>
                  </a:lnTo>
                  <a:lnTo>
                    <a:pt x="103835" y="168"/>
                  </a:lnTo>
                  <a:lnTo>
                    <a:pt x="104890" y="175"/>
                  </a:lnTo>
                  <a:lnTo>
                    <a:pt x="105946" y="181"/>
                  </a:lnTo>
                  <a:lnTo>
                    <a:pt x="107001" y="188"/>
                  </a:lnTo>
                  <a:lnTo>
                    <a:pt x="108057" y="195"/>
                  </a:lnTo>
                  <a:lnTo>
                    <a:pt x="109112" y="203"/>
                  </a:lnTo>
                  <a:lnTo>
                    <a:pt x="110168" y="211"/>
                  </a:lnTo>
                  <a:lnTo>
                    <a:pt x="111223" y="219"/>
                  </a:lnTo>
                  <a:lnTo>
                    <a:pt x="112279" y="227"/>
                  </a:lnTo>
                  <a:lnTo>
                    <a:pt x="113334" y="235"/>
                  </a:lnTo>
                  <a:lnTo>
                    <a:pt x="114390" y="244"/>
                  </a:lnTo>
                  <a:lnTo>
                    <a:pt x="115445" y="253"/>
                  </a:lnTo>
                  <a:lnTo>
                    <a:pt x="116501" y="262"/>
                  </a:lnTo>
                  <a:lnTo>
                    <a:pt x="117556" y="272"/>
                  </a:lnTo>
                  <a:lnTo>
                    <a:pt x="118612" y="281"/>
                  </a:lnTo>
                  <a:lnTo>
                    <a:pt x="118612" y="1614"/>
                  </a:lnTo>
                  <a:lnTo>
                    <a:pt x="118612" y="2967"/>
                  </a:lnTo>
                  <a:lnTo>
                    <a:pt x="119902" y="3176"/>
                  </a:lnTo>
                  <a:lnTo>
                    <a:pt x="121213" y="3387"/>
                  </a:lnTo>
                  <a:lnTo>
                    <a:pt x="122249" y="3628"/>
                  </a:lnTo>
                  <a:lnTo>
                    <a:pt x="123280" y="3881"/>
                  </a:lnTo>
                  <a:lnTo>
                    <a:pt x="124306" y="4147"/>
                  </a:lnTo>
                  <a:lnTo>
                    <a:pt x="125328" y="4425"/>
                  </a:lnTo>
                  <a:lnTo>
                    <a:pt x="126346" y="4713"/>
                  </a:lnTo>
                  <a:lnTo>
                    <a:pt x="127360" y="5011"/>
                  </a:lnTo>
                  <a:lnTo>
                    <a:pt x="128371" y="5318"/>
                  </a:lnTo>
                  <a:lnTo>
                    <a:pt x="129380" y="5633"/>
                  </a:lnTo>
                  <a:lnTo>
                    <a:pt x="130386" y="5955"/>
                  </a:lnTo>
                  <a:lnTo>
                    <a:pt x="131391" y="6284"/>
                  </a:lnTo>
                  <a:lnTo>
                    <a:pt x="132395" y="6618"/>
                  </a:lnTo>
                  <a:lnTo>
                    <a:pt x="133398" y="6956"/>
                  </a:lnTo>
                  <a:lnTo>
                    <a:pt x="134400" y="7299"/>
                  </a:lnTo>
                  <a:lnTo>
                    <a:pt x="135404" y="7644"/>
                  </a:lnTo>
                  <a:lnTo>
                    <a:pt x="136407" y="7991"/>
                  </a:lnTo>
                  <a:lnTo>
                    <a:pt x="137412" y="8339"/>
                  </a:lnTo>
                  <a:lnTo>
                    <a:pt x="137412" y="9671"/>
                  </a:lnTo>
                  <a:lnTo>
                    <a:pt x="137412" y="11024"/>
                  </a:lnTo>
                  <a:lnTo>
                    <a:pt x="138451" y="11108"/>
                  </a:lnTo>
                  <a:lnTo>
                    <a:pt x="139494" y="11191"/>
                  </a:lnTo>
                  <a:lnTo>
                    <a:pt x="140545" y="11275"/>
                  </a:lnTo>
                  <a:lnTo>
                    <a:pt x="141609" y="11360"/>
                  </a:lnTo>
                  <a:lnTo>
                    <a:pt x="142551" y="11562"/>
                  </a:lnTo>
                  <a:lnTo>
                    <a:pt x="143493" y="11801"/>
                  </a:lnTo>
                  <a:lnTo>
                    <a:pt x="144435" y="12076"/>
                  </a:lnTo>
                  <a:lnTo>
                    <a:pt x="145376" y="12387"/>
                  </a:lnTo>
                  <a:lnTo>
                    <a:pt x="146316" y="12732"/>
                  </a:lnTo>
                  <a:lnTo>
                    <a:pt x="147254" y="13110"/>
                  </a:lnTo>
                  <a:lnTo>
                    <a:pt x="148189" y="13519"/>
                  </a:lnTo>
                  <a:lnTo>
                    <a:pt x="149121" y="13958"/>
                  </a:lnTo>
                  <a:lnTo>
                    <a:pt x="150050" y="14427"/>
                  </a:lnTo>
                  <a:lnTo>
                    <a:pt x="150975" y="14924"/>
                  </a:lnTo>
                  <a:lnTo>
                    <a:pt x="151895" y="15447"/>
                  </a:lnTo>
                  <a:lnTo>
                    <a:pt x="152810" y="15996"/>
                  </a:lnTo>
                  <a:lnTo>
                    <a:pt x="153719" y="16569"/>
                  </a:lnTo>
                  <a:lnTo>
                    <a:pt x="154622" y="17166"/>
                  </a:lnTo>
                  <a:lnTo>
                    <a:pt x="155517" y="17784"/>
                  </a:lnTo>
                  <a:lnTo>
                    <a:pt x="156406" y="18424"/>
                  </a:lnTo>
                  <a:lnTo>
                    <a:pt x="157286" y="19082"/>
                  </a:lnTo>
                  <a:lnTo>
                    <a:pt x="158158" y="19759"/>
                  </a:lnTo>
                  <a:lnTo>
                    <a:pt x="159021" y="20453"/>
                  </a:lnTo>
                  <a:lnTo>
                    <a:pt x="159874" y="21163"/>
                  </a:lnTo>
                  <a:lnTo>
                    <a:pt x="160717" y="21888"/>
                  </a:lnTo>
                  <a:lnTo>
                    <a:pt x="161549" y="22626"/>
                  </a:lnTo>
                  <a:lnTo>
                    <a:pt x="162370" y="23376"/>
                  </a:lnTo>
                  <a:lnTo>
                    <a:pt x="163179" y="24138"/>
                  </a:lnTo>
                  <a:lnTo>
                    <a:pt x="163976" y="24909"/>
                  </a:lnTo>
                  <a:lnTo>
                    <a:pt x="164759" y="25689"/>
                  </a:lnTo>
                  <a:lnTo>
                    <a:pt x="165530" y="26477"/>
                  </a:lnTo>
                  <a:lnTo>
                    <a:pt x="166286" y="27270"/>
                  </a:lnTo>
                  <a:lnTo>
                    <a:pt x="167027" y="28069"/>
                  </a:lnTo>
                  <a:lnTo>
                    <a:pt x="167754" y="28872"/>
                  </a:lnTo>
                  <a:lnTo>
                    <a:pt x="168464" y="29677"/>
                  </a:lnTo>
                  <a:lnTo>
                    <a:pt x="169159" y="30484"/>
                  </a:lnTo>
                  <a:lnTo>
                    <a:pt x="169836" y="31290"/>
                  </a:lnTo>
                  <a:lnTo>
                    <a:pt x="170496" y="32096"/>
                  </a:lnTo>
                  <a:lnTo>
                    <a:pt x="171138" y="32900"/>
                  </a:lnTo>
                  <a:lnTo>
                    <a:pt x="171762" y="33700"/>
                  </a:lnTo>
                  <a:lnTo>
                    <a:pt x="172367" y="34495"/>
                  </a:lnTo>
                  <a:lnTo>
                    <a:pt x="172952" y="35285"/>
                  </a:lnTo>
                  <a:lnTo>
                    <a:pt x="173517" y="36068"/>
                  </a:lnTo>
                  <a:lnTo>
                    <a:pt x="174557" y="37912"/>
                  </a:lnTo>
                  <a:lnTo>
                    <a:pt x="175408" y="39439"/>
                  </a:lnTo>
                  <a:lnTo>
                    <a:pt x="176090" y="40701"/>
                  </a:lnTo>
                  <a:lnTo>
                    <a:pt x="176621" y="41747"/>
                  </a:lnTo>
                  <a:lnTo>
                    <a:pt x="177020" y="42628"/>
                  </a:lnTo>
                  <a:lnTo>
                    <a:pt x="177306" y="43394"/>
                  </a:lnTo>
                  <a:lnTo>
                    <a:pt x="177498" y="44097"/>
                  </a:lnTo>
                  <a:lnTo>
                    <a:pt x="177614" y="44787"/>
                  </a:lnTo>
                  <a:lnTo>
                    <a:pt x="177674" y="45514"/>
                  </a:lnTo>
                  <a:lnTo>
                    <a:pt x="177696" y="46329"/>
                  </a:lnTo>
                  <a:lnTo>
                    <a:pt x="177699" y="47282"/>
                  </a:lnTo>
                  <a:lnTo>
                    <a:pt x="179031" y="47282"/>
                  </a:lnTo>
                  <a:lnTo>
                    <a:pt x="180384" y="47282"/>
                  </a:lnTo>
                  <a:lnTo>
                    <a:pt x="181021" y="48270"/>
                  </a:lnTo>
                  <a:lnTo>
                    <a:pt x="181595" y="49226"/>
                  </a:lnTo>
                  <a:lnTo>
                    <a:pt x="182112" y="50160"/>
                  </a:lnTo>
                  <a:lnTo>
                    <a:pt x="182578" y="51082"/>
                  </a:lnTo>
                  <a:lnTo>
                    <a:pt x="183001" y="52003"/>
                  </a:lnTo>
                  <a:lnTo>
                    <a:pt x="183386" y="52932"/>
                  </a:lnTo>
                  <a:lnTo>
                    <a:pt x="183741" y="53880"/>
                  </a:lnTo>
                  <a:lnTo>
                    <a:pt x="184073" y="54856"/>
                  </a:lnTo>
                  <a:lnTo>
                    <a:pt x="184387" y="55871"/>
                  </a:lnTo>
                  <a:lnTo>
                    <a:pt x="184691" y="56933"/>
                  </a:lnTo>
                  <a:lnTo>
                    <a:pt x="184991" y="58055"/>
                  </a:lnTo>
                  <a:lnTo>
                    <a:pt x="185372" y="59371"/>
                  </a:lnTo>
                  <a:lnTo>
                    <a:pt x="185655" y="60293"/>
                  </a:lnTo>
                  <a:lnTo>
                    <a:pt x="185924" y="61066"/>
                  </a:lnTo>
                  <a:lnTo>
                    <a:pt x="186265" y="61934"/>
                  </a:lnTo>
                  <a:lnTo>
                    <a:pt x="186762" y="63140"/>
                  </a:lnTo>
                  <a:lnTo>
                    <a:pt x="187166" y="64182"/>
                  </a:lnTo>
                  <a:lnTo>
                    <a:pt x="187539" y="65221"/>
                  </a:lnTo>
                  <a:lnTo>
                    <a:pt x="187881" y="66259"/>
                  </a:lnTo>
                  <a:lnTo>
                    <a:pt x="188195" y="67297"/>
                  </a:lnTo>
                  <a:lnTo>
                    <a:pt x="188480" y="68334"/>
                  </a:lnTo>
                  <a:lnTo>
                    <a:pt x="188739" y="69371"/>
                  </a:lnTo>
                  <a:lnTo>
                    <a:pt x="188973" y="70408"/>
                  </a:lnTo>
                  <a:lnTo>
                    <a:pt x="189182" y="71446"/>
                  </a:lnTo>
                  <a:lnTo>
                    <a:pt x="189369" y="72484"/>
                  </a:lnTo>
                  <a:lnTo>
                    <a:pt x="189533" y="73524"/>
                  </a:lnTo>
                  <a:lnTo>
                    <a:pt x="189678" y="74566"/>
                  </a:lnTo>
                  <a:lnTo>
                    <a:pt x="189803" y="75609"/>
                  </a:lnTo>
                  <a:lnTo>
                    <a:pt x="189910" y="76655"/>
                  </a:lnTo>
                  <a:lnTo>
                    <a:pt x="190001" y="77704"/>
                  </a:lnTo>
                  <a:lnTo>
                    <a:pt x="190076" y="78756"/>
                  </a:lnTo>
                  <a:lnTo>
                    <a:pt x="190137" y="79811"/>
                  </a:lnTo>
                  <a:lnTo>
                    <a:pt x="190185" y="80869"/>
                  </a:lnTo>
                  <a:lnTo>
                    <a:pt x="190221" y="81932"/>
                  </a:lnTo>
                  <a:lnTo>
                    <a:pt x="190247" y="83000"/>
                  </a:lnTo>
                  <a:lnTo>
                    <a:pt x="190263" y="84072"/>
                  </a:lnTo>
                  <a:lnTo>
                    <a:pt x="190271" y="85149"/>
                  </a:lnTo>
                  <a:lnTo>
                    <a:pt x="190273" y="86232"/>
                  </a:lnTo>
                  <a:lnTo>
                    <a:pt x="190269" y="87321"/>
                  </a:lnTo>
                  <a:lnTo>
                    <a:pt x="190261" y="88416"/>
                  </a:lnTo>
                  <a:lnTo>
                    <a:pt x="190249" y="89518"/>
                  </a:lnTo>
                  <a:lnTo>
                    <a:pt x="190236" y="90627"/>
                  </a:lnTo>
                  <a:lnTo>
                    <a:pt x="190224" y="91806"/>
                  </a:lnTo>
                  <a:lnTo>
                    <a:pt x="190216" y="92985"/>
                  </a:lnTo>
                  <a:lnTo>
                    <a:pt x="190212" y="94164"/>
                  </a:lnTo>
                  <a:lnTo>
                    <a:pt x="190210" y="95343"/>
                  </a:lnTo>
                  <a:lnTo>
                    <a:pt x="190211" y="96523"/>
                  </a:lnTo>
                  <a:lnTo>
                    <a:pt x="190213" y="97702"/>
                  </a:lnTo>
                  <a:lnTo>
                    <a:pt x="190217" y="98881"/>
                  </a:lnTo>
                  <a:lnTo>
                    <a:pt x="190205" y="101028"/>
                  </a:lnTo>
                  <a:lnTo>
                    <a:pt x="190191" y="102953"/>
                  </a:lnTo>
                  <a:lnTo>
                    <a:pt x="190174" y="104675"/>
                  </a:lnTo>
                  <a:lnTo>
                    <a:pt x="190149" y="106210"/>
                  </a:lnTo>
                  <a:lnTo>
                    <a:pt x="190115" y="107575"/>
                  </a:lnTo>
                  <a:lnTo>
                    <a:pt x="190068" y="108787"/>
                  </a:lnTo>
                  <a:lnTo>
                    <a:pt x="190007" y="109864"/>
                  </a:lnTo>
                  <a:lnTo>
                    <a:pt x="189927" y="110823"/>
                  </a:lnTo>
                  <a:lnTo>
                    <a:pt x="189827" y="111680"/>
                  </a:lnTo>
                  <a:lnTo>
                    <a:pt x="189704" y="112454"/>
                  </a:lnTo>
                  <a:lnTo>
                    <a:pt x="189555" y="113160"/>
                  </a:lnTo>
                  <a:lnTo>
                    <a:pt x="189377" y="113817"/>
                  </a:lnTo>
                  <a:lnTo>
                    <a:pt x="189168" y="114440"/>
                  </a:lnTo>
                  <a:lnTo>
                    <a:pt x="188924" y="115049"/>
                  </a:lnTo>
                  <a:lnTo>
                    <a:pt x="188644" y="115658"/>
                  </a:lnTo>
                  <a:lnTo>
                    <a:pt x="188324" y="116287"/>
                  </a:lnTo>
                  <a:lnTo>
                    <a:pt x="187962" y="116951"/>
                  </a:lnTo>
                  <a:lnTo>
                    <a:pt x="187554" y="117668"/>
                  </a:lnTo>
                  <a:lnTo>
                    <a:pt x="187099" y="118455"/>
                  </a:lnTo>
                  <a:lnTo>
                    <a:pt x="186796" y="119498"/>
                  </a:lnTo>
                  <a:lnTo>
                    <a:pt x="186494" y="120542"/>
                  </a:lnTo>
                  <a:lnTo>
                    <a:pt x="186193" y="121586"/>
                  </a:lnTo>
                  <a:lnTo>
                    <a:pt x="185894" y="122630"/>
                  </a:lnTo>
                  <a:lnTo>
                    <a:pt x="185595" y="123674"/>
                  </a:lnTo>
                  <a:lnTo>
                    <a:pt x="185298" y="124719"/>
                  </a:lnTo>
                  <a:lnTo>
                    <a:pt x="185002" y="125764"/>
                  </a:lnTo>
                  <a:lnTo>
                    <a:pt x="184707" y="126810"/>
                  </a:lnTo>
                  <a:lnTo>
                    <a:pt x="184413" y="127855"/>
                  </a:lnTo>
                  <a:lnTo>
                    <a:pt x="184080" y="128939"/>
                  </a:lnTo>
                  <a:lnTo>
                    <a:pt x="183709" y="129977"/>
                  </a:lnTo>
                  <a:lnTo>
                    <a:pt x="183300" y="130972"/>
                  </a:lnTo>
                  <a:lnTo>
                    <a:pt x="182856" y="131929"/>
                  </a:lnTo>
                  <a:lnTo>
                    <a:pt x="182377" y="132852"/>
                  </a:lnTo>
                  <a:lnTo>
                    <a:pt x="181866" y="133744"/>
                  </a:lnTo>
                  <a:lnTo>
                    <a:pt x="181324" y="134609"/>
                  </a:lnTo>
                  <a:lnTo>
                    <a:pt x="180753" y="135452"/>
                  </a:lnTo>
                  <a:lnTo>
                    <a:pt x="180154" y="136276"/>
                  </a:lnTo>
                  <a:lnTo>
                    <a:pt x="179529" y="137086"/>
                  </a:lnTo>
                  <a:lnTo>
                    <a:pt x="178879" y="137885"/>
                  </a:lnTo>
                  <a:lnTo>
                    <a:pt x="178206" y="138677"/>
                  </a:lnTo>
                  <a:lnTo>
                    <a:pt x="177512" y="139466"/>
                  </a:lnTo>
                  <a:lnTo>
                    <a:pt x="176797" y="140256"/>
                  </a:lnTo>
                  <a:lnTo>
                    <a:pt x="176065" y="141052"/>
                  </a:lnTo>
                  <a:lnTo>
                    <a:pt x="175315" y="141856"/>
                  </a:lnTo>
                  <a:lnTo>
                    <a:pt x="174551" y="142674"/>
                  </a:lnTo>
                  <a:lnTo>
                    <a:pt x="173858" y="143524"/>
                  </a:lnTo>
                  <a:lnTo>
                    <a:pt x="173215" y="144368"/>
                  </a:lnTo>
                  <a:lnTo>
                    <a:pt x="172619" y="145213"/>
                  </a:lnTo>
                  <a:lnTo>
                    <a:pt x="172061" y="146065"/>
                  </a:lnTo>
                  <a:lnTo>
                    <a:pt x="171536" y="146932"/>
                  </a:lnTo>
                  <a:lnTo>
                    <a:pt x="171037" y="147821"/>
                  </a:lnTo>
                  <a:lnTo>
                    <a:pt x="170560" y="148738"/>
                  </a:lnTo>
                  <a:lnTo>
                    <a:pt x="170096" y="149690"/>
                  </a:lnTo>
                  <a:lnTo>
                    <a:pt x="169641" y="150684"/>
                  </a:lnTo>
                  <a:lnTo>
                    <a:pt x="168309" y="150684"/>
                  </a:lnTo>
                  <a:lnTo>
                    <a:pt x="166956" y="150684"/>
                  </a:lnTo>
                  <a:lnTo>
                    <a:pt x="166372" y="151934"/>
                  </a:lnTo>
                  <a:lnTo>
                    <a:pt x="165781" y="153202"/>
                  </a:lnTo>
                  <a:lnTo>
                    <a:pt x="165170" y="154277"/>
                  </a:lnTo>
                  <a:lnTo>
                    <a:pt x="164543" y="155231"/>
                  </a:lnTo>
                  <a:lnTo>
                    <a:pt x="163895" y="156078"/>
                  </a:lnTo>
                  <a:lnTo>
                    <a:pt x="163220" y="156828"/>
                  </a:lnTo>
                  <a:lnTo>
                    <a:pt x="162515" y="157496"/>
                  </a:lnTo>
                  <a:lnTo>
                    <a:pt x="161774" y="158094"/>
                  </a:lnTo>
                  <a:lnTo>
                    <a:pt x="160994" y="158633"/>
                  </a:lnTo>
                  <a:lnTo>
                    <a:pt x="160168" y="159128"/>
                  </a:lnTo>
                  <a:lnTo>
                    <a:pt x="159293" y="159589"/>
                  </a:lnTo>
                  <a:lnTo>
                    <a:pt x="158364" y="160031"/>
                  </a:lnTo>
                  <a:lnTo>
                    <a:pt x="157376" y="160465"/>
                  </a:lnTo>
                  <a:lnTo>
                    <a:pt x="156325" y="160904"/>
                  </a:lnTo>
                  <a:lnTo>
                    <a:pt x="155205" y="161360"/>
                  </a:lnTo>
                  <a:lnTo>
                    <a:pt x="154259" y="161812"/>
                  </a:lnTo>
                  <a:lnTo>
                    <a:pt x="153324" y="162279"/>
                  </a:lnTo>
                  <a:lnTo>
                    <a:pt x="152399" y="162759"/>
                  </a:lnTo>
                  <a:lnTo>
                    <a:pt x="151482" y="163250"/>
                  </a:lnTo>
                  <a:lnTo>
                    <a:pt x="150573" y="163753"/>
                  </a:lnTo>
                  <a:lnTo>
                    <a:pt x="149669" y="164265"/>
                  </a:lnTo>
                  <a:lnTo>
                    <a:pt x="148770" y="164786"/>
                  </a:lnTo>
                  <a:lnTo>
                    <a:pt x="147874" y="165313"/>
                  </a:lnTo>
                  <a:lnTo>
                    <a:pt x="146980" y="165847"/>
                  </a:lnTo>
                  <a:lnTo>
                    <a:pt x="146086" y="166385"/>
                  </a:lnTo>
                  <a:lnTo>
                    <a:pt x="145192" y="166926"/>
                  </a:lnTo>
                  <a:lnTo>
                    <a:pt x="144294" y="167470"/>
                  </a:lnTo>
                  <a:lnTo>
                    <a:pt x="143310" y="168041"/>
                  </a:lnTo>
                  <a:lnTo>
                    <a:pt x="142328" y="168592"/>
                  </a:lnTo>
                  <a:lnTo>
                    <a:pt x="141350" y="169123"/>
                  </a:lnTo>
                  <a:lnTo>
                    <a:pt x="140373" y="169635"/>
                  </a:lnTo>
                  <a:lnTo>
                    <a:pt x="139399" y="170128"/>
                  </a:lnTo>
                  <a:lnTo>
                    <a:pt x="138426" y="170603"/>
                  </a:lnTo>
                  <a:lnTo>
                    <a:pt x="137454" y="171060"/>
                  </a:lnTo>
                  <a:lnTo>
                    <a:pt x="136483" y="171500"/>
                  </a:lnTo>
                  <a:lnTo>
                    <a:pt x="135513" y="171923"/>
                  </a:lnTo>
                  <a:lnTo>
                    <a:pt x="134542" y="172330"/>
                  </a:lnTo>
                  <a:lnTo>
                    <a:pt x="133570" y="172721"/>
                  </a:lnTo>
                  <a:lnTo>
                    <a:pt x="132598" y="173097"/>
                  </a:lnTo>
                  <a:lnTo>
                    <a:pt x="131624" y="173459"/>
                  </a:lnTo>
                  <a:lnTo>
                    <a:pt x="130649" y="173806"/>
                  </a:lnTo>
                  <a:lnTo>
                    <a:pt x="129671" y="174140"/>
                  </a:lnTo>
                  <a:lnTo>
                    <a:pt x="128690" y="174460"/>
                  </a:lnTo>
                  <a:lnTo>
                    <a:pt x="127706" y="174768"/>
                  </a:lnTo>
                  <a:lnTo>
                    <a:pt x="126719" y="175063"/>
                  </a:lnTo>
                  <a:lnTo>
                    <a:pt x="125728" y="175347"/>
                  </a:lnTo>
                  <a:lnTo>
                    <a:pt x="124733" y="175620"/>
                  </a:lnTo>
                  <a:lnTo>
                    <a:pt x="123732" y="175882"/>
                  </a:lnTo>
                  <a:lnTo>
                    <a:pt x="122727" y="176135"/>
                  </a:lnTo>
                  <a:lnTo>
                    <a:pt x="121716" y="176377"/>
                  </a:lnTo>
                  <a:lnTo>
                    <a:pt x="120699" y="176610"/>
                  </a:lnTo>
                  <a:lnTo>
                    <a:pt x="119675" y="176835"/>
                  </a:lnTo>
                  <a:lnTo>
                    <a:pt x="118645" y="177052"/>
                  </a:lnTo>
                  <a:lnTo>
                    <a:pt x="117607" y="177261"/>
                  </a:lnTo>
                  <a:lnTo>
                    <a:pt x="116561" y="177463"/>
                  </a:lnTo>
                  <a:lnTo>
                    <a:pt x="115508" y="177658"/>
                  </a:lnTo>
                  <a:lnTo>
                    <a:pt x="114445" y="177848"/>
                  </a:lnTo>
                  <a:lnTo>
                    <a:pt x="113374" y="178031"/>
                  </a:lnTo>
                  <a:lnTo>
                    <a:pt x="112294" y="178210"/>
                  </a:lnTo>
                  <a:lnTo>
                    <a:pt x="111203" y="178384"/>
                  </a:lnTo>
                  <a:lnTo>
                    <a:pt x="110103" y="178555"/>
                  </a:lnTo>
                  <a:lnTo>
                    <a:pt x="108991" y="178721"/>
                  </a:lnTo>
                  <a:lnTo>
                    <a:pt x="107869" y="178885"/>
                  </a:lnTo>
                  <a:lnTo>
                    <a:pt x="107947" y="180216"/>
                  </a:lnTo>
                  <a:lnTo>
                    <a:pt x="108025" y="181556"/>
                  </a:lnTo>
                  <a:lnTo>
                    <a:pt x="108104" y="182913"/>
                  </a:lnTo>
                  <a:lnTo>
                    <a:pt x="108186" y="184915"/>
                  </a:lnTo>
                  <a:lnTo>
                    <a:pt x="108259" y="186759"/>
                  </a:lnTo>
                  <a:lnTo>
                    <a:pt x="108321" y="188455"/>
                  </a:lnTo>
                  <a:lnTo>
                    <a:pt x="108371" y="190014"/>
                  </a:lnTo>
                  <a:lnTo>
                    <a:pt x="108406" y="191444"/>
                  </a:lnTo>
                  <a:lnTo>
                    <a:pt x="108425" y="192755"/>
                  </a:lnTo>
                  <a:lnTo>
                    <a:pt x="108425" y="193957"/>
                  </a:lnTo>
                  <a:lnTo>
                    <a:pt x="108405" y="195058"/>
                  </a:lnTo>
                  <a:lnTo>
                    <a:pt x="108363" y="196070"/>
                  </a:lnTo>
                  <a:lnTo>
                    <a:pt x="108296" y="197000"/>
                  </a:lnTo>
                  <a:lnTo>
                    <a:pt x="108203" y="197859"/>
                  </a:lnTo>
                  <a:lnTo>
                    <a:pt x="108082" y="198656"/>
                  </a:lnTo>
                  <a:lnTo>
                    <a:pt x="107931" y="199402"/>
                  </a:lnTo>
                  <a:lnTo>
                    <a:pt x="107748" y="200104"/>
                  </a:lnTo>
                  <a:lnTo>
                    <a:pt x="107532" y="200773"/>
                  </a:lnTo>
                  <a:lnTo>
                    <a:pt x="107279" y="201419"/>
                  </a:lnTo>
                  <a:lnTo>
                    <a:pt x="106988" y="202050"/>
                  </a:lnTo>
                  <a:lnTo>
                    <a:pt x="106658" y="202677"/>
                  </a:lnTo>
                  <a:lnTo>
                    <a:pt x="106286" y="203309"/>
                  </a:lnTo>
                  <a:lnTo>
                    <a:pt x="105871" y="203955"/>
                  </a:lnTo>
                  <a:lnTo>
                    <a:pt x="105410" y="204625"/>
                  </a:lnTo>
                  <a:lnTo>
                    <a:pt x="104902" y="205329"/>
                  </a:lnTo>
                  <a:lnTo>
                    <a:pt x="104344" y="206076"/>
                  </a:lnTo>
                  <a:lnTo>
                    <a:pt x="103735" y="206875"/>
                  </a:lnTo>
                  <a:lnTo>
                    <a:pt x="103073" y="207737"/>
                  </a:lnTo>
                  <a:lnTo>
                    <a:pt x="102197" y="208650"/>
                  </a:lnTo>
                  <a:lnTo>
                    <a:pt x="101341" y="209506"/>
                  </a:lnTo>
                  <a:lnTo>
                    <a:pt x="100501" y="210308"/>
                  </a:lnTo>
                  <a:lnTo>
                    <a:pt x="99672" y="211055"/>
                  </a:lnTo>
                  <a:lnTo>
                    <a:pt x="98850" y="211750"/>
                  </a:lnTo>
                  <a:lnTo>
                    <a:pt x="98028" y="212394"/>
                  </a:lnTo>
                  <a:lnTo>
                    <a:pt x="97204" y="212989"/>
                  </a:lnTo>
                  <a:lnTo>
                    <a:pt x="96370" y="213535"/>
                  </a:lnTo>
                  <a:lnTo>
                    <a:pt x="95524" y="214035"/>
                  </a:lnTo>
                  <a:lnTo>
                    <a:pt x="94659" y="214489"/>
                  </a:lnTo>
                  <a:lnTo>
                    <a:pt x="93771" y="214899"/>
                  </a:lnTo>
                  <a:lnTo>
                    <a:pt x="92856" y="215266"/>
                  </a:lnTo>
                  <a:lnTo>
                    <a:pt x="91907" y="215592"/>
                  </a:lnTo>
                  <a:lnTo>
                    <a:pt x="90921" y="215878"/>
                  </a:lnTo>
                  <a:lnTo>
                    <a:pt x="89892" y="216125"/>
                  </a:lnTo>
                  <a:lnTo>
                    <a:pt x="88816" y="216336"/>
                  </a:lnTo>
                  <a:lnTo>
                    <a:pt x="87688" y="216510"/>
                  </a:lnTo>
                  <a:lnTo>
                    <a:pt x="86502" y="216651"/>
                  </a:lnTo>
                  <a:lnTo>
                    <a:pt x="85255" y="216758"/>
                  </a:lnTo>
                  <a:lnTo>
                    <a:pt x="84643" y="216768"/>
                  </a:lnTo>
                  <a:lnTo>
                    <a:pt x="83564" y="216784"/>
                  </a:lnTo>
                  <a:lnTo>
                    <a:pt x="81094" y="216821"/>
                  </a:lnTo>
                  <a:lnTo>
                    <a:pt x="80484" y="216837"/>
                  </a:lnTo>
                  <a:lnTo>
                    <a:pt x="79408" y="216864"/>
                  </a:lnTo>
                  <a:lnTo>
                    <a:pt x="76945" y="216926"/>
                  </a:lnTo>
                  <a:lnTo>
                    <a:pt x="75821" y="216769"/>
                  </a:lnTo>
                  <a:lnTo>
                    <a:pt x="74738" y="216553"/>
                  </a:lnTo>
                  <a:lnTo>
                    <a:pt x="73691" y="216280"/>
                  </a:lnTo>
                  <a:lnTo>
                    <a:pt x="72679" y="215955"/>
                  </a:lnTo>
                  <a:lnTo>
                    <a:pt x="71697" y="215581"/>
                  </a:lnTo>
                  <a:lnTo>
                    <a:pt x="70743" y="215161"/>
                  </a:lnTo>
                  <a:lnTo>
                    <a:pt x="69814" y="214699"/>
                  </a:lnTo>
                  <a:lnTo>
                    <a:pt x="68907" y="214198"/>
                  </a:lnTo>
                  <a:lnTo>
                    <a:pt x="68020" y="213661"/>
                  </a:lnTo>
                  <a:lnTo>
                    <a:pt x="67148" y="213092"/>
                  </a:lnTo>
                  <a:lnTo>
                    <a:pt x="66289" y="212494"/>
                  </a:lnTo>
                  <a:lnTo>
                    <a:pt x="65440" y="211871"/>
                  </a:lnTo>
                  <a:lnTo>
                    <a:pt x="64598" y="211226"/>
                  </a:lnTo>
                  <a:lnTo>
                    <a:pt x="63760" y="210563"/>
                  </a:lnTo>
                  <a:lnTo>
                    <a:pt x="62923" y="209884"/>
                  </a:lnTo>
                  <a:lnTo>
                    <a:pt x="62084" y="209193"/>
                  </a:lnTo>
                  <a:lnTo>
                    <a:pt x="61240" y="208495"/>
                  </a:lnTo>
                  <a:lnTo>
                    <a:pt x="60388" y="207791"/>
                  </a:lnTo>
                  <a:lnTo>
                    <a:pt x="59525" y="207085"/>
                  </a:lnTo>
                  <a:lnTo>
                    <a:pt x="58192" y="206419"/>
                  </a:lnTo>
                  <a:lnTo>
                    <a:pt x="56839" y="205742"/>
                  </a:lnTo>
                  <a:lnTo>
                    <a:pt x="56309" y="204730"/>
                  </a:lnTo>
                  <a:lnTo>
                    <a:pt x="55844" y="203718"/>
                  </a:lnTo>
                  <a:lnTo>
                    <a:pt x="55439" y="202706"/>
                  </a:lnTo>
                  <a:lnTo>
                    <a:pt x="55092" y="201693"/>
                  </a:lnTo>
                  <a:lnTo>
                    <a:pt x="54797" y="200678"/>
                  </a:lnTo>
                  <a:lnTo>
                    <a:pt x="54551" y="199660"/>
                  </a:lnTo>
                  <a:lnTo>
                    <a:pt x="54350" y="198639"/>
                  </a:lnTo>
                  <a:lnTo>
                    <a:pt x="54188" y="197613"/>
                  </a:lnTo>
                  <a:lnTo>
                    <a:pt x="54063" y="196582"/>
                  </a:lnTo>
                  <a:lnTo>
                    <a:pt x="53971" y="195544"/>
                  </a:lnTo>
                  <a:lnTo>
                    <a:pt x="53906" y="194500"/>
                  </a:lnTo>
                  <a:lnTo>
                    <a:pt x="53865" y="193447"/>
                  </a:lnTo>
                  <a:lnTo>
                    <a:pt x="53844" y="192386"/>
                  </a:lnTo>
                  <a:lnTo>
                    <a:pt x="53838" y="191315"/>
                  </a:lnTo>
                  <a:lnTo>
                    <a:pt x="53844" y="190233"/>
                  </a:lnTo>
                  <a:lnTo>
                    <a:pt x="53858" y="189140"/>
                  </a:lnTo>
                  <a:lnTo>
                    <a:pt x="53874" y="188035"/>
                  </a:lnTo>
                  <a:lnTo>
                    <a:pt x="53890" y="186917"/>
                  </a:lnTo>
                  <a:lnTo>
                    <a:pt x="53894" y="185762"/>
                  </a:lnTo>
                  <a:lnTo>
                    <a:pt x="53898" y="184600"/>
                  </a:lnTo>
                  <a:lnTo>
                    <a:pt x="53902" y="183422"/>
                  </a:lnTo>
                  <a:lnTo>
                    <a:pt x="53907" y="182322"/>
                  </a:lnTo>
                  <a:lnTo>
                    <a:pt x="53913" y="181222"/>
                  </a:lnTo>
                  <a:lnTo>
                    <a:pt x="53920" y="180122"/>
                  </a:lnTo>
                  <a:lnTo>
                    <a:pt x="53928" y="179022"/>
                  </a:lnTo>
                  <a:lnTo>
                    <a:pt x="53936" y="177922"/>
                  </a:lnTo>
                  <a:lnTo>
                    <a:pt x="53945" y="176822"/>
                  </a:lnTo>
                  <a:lnTo>
                    <a:pt x="53955" y="175722"/>
                  </a:lnTo>
                  <a:lnTo>
                    <a:pt x="53965" y="174623"/>
                  </a:lnTo>
                  <a:lnTo>
                    <a:pt x="53975" y="173523"/>
                  </a:lnTo>
                  <a:lnTo>
                    <a:pt x="53986" y="172423"/>
                  </a:lnTo>
                  <a:lnTo>
                    <a:pt x="53991" y="171355"/>
                  </a:lnTo>
                  <a:lnTo>
                    <a:pt x="53997" y="170286"/>
                  </a:lnTo>
                  <a:lnTo>
                    <a:pt x="54002" y="169218"/>
                  </a:lnTo>
                  <a:lnTo>
                    <a:pt x="54007" y="168150"/>
                  </a:lnTo>
                  <a:lnTo>
                    <a:pt x="54012" y="167082"/>
                  </a:lnTo>
                  <a:lnTo>
                    <a:pt x="54017" y="166013"/>
                  </a:lnTo>
                  <a:lnTo>
                    <a:pt x="54022" y="164944"/>
                  </a:lnTo>
                  <a:lnTo>
                    <a:pt x="54027" y="163869"/>
                  </a:lnTo>
                  <a:lnTo>
                    <a:pt x="54033" y="162793"/>
                  </a:lnTo>
                  <a:lnTo>
                    <a:pt x="54039" y="161717"/>
                  </a:lnTo>
                  <a:lnTo>
                    <a:pt x="54045" y="160642"/>
                  </a:lnTo>
                  <a:lnTo>
                    <a:pt x="54052" y="159566"/>
                  </a:lnTo>
                  <a:lnTo>
                    <a:pt x="54059" y="158490"/>
                  </a:lnTo>
                  <a:lnTo>
                    <a:pt x="54066" y="157414"/>
                  </a:lnTo>
                  <a:lnTo>
                    <a:pt x="54074" y="156338"/>
                  </a:lnTo>
                  <a:lnTo>
                    <a:pt x="54082" y="155263"/>
                  </a:lnTo>
                  <a:lnTo>
                    <a:pt x="54090" y="154187"/>
                  </a:lnTo>
                  <a:lnTo>
                    <a:pt x="54098" y="153111"/>
                  </a:lnTo>
                  <a:lnTo>
                    <a:pt x="54107" y="152035"/>
                  </a:lnTo>
                  <a:lnTo>
                    <a:pt x="54115" y="150959"/>
                  </a:lnTo>
                  <a:lnTo>
                    <a:pt x="54125" y="149883"/>
                  </a:lnTo>
                  <a:lnTo>
                    <a:pt x="54134" y="148807"/>
                  </a:lnTo>
                  <a:lnTo>
                    <a:pt x="54144" y="147732"/>
                  </a:lnTo>
                  <a:lnTo>
                    <a:pt x="54153" y="146656"/>
                  </a:lnTo>
                  <a:lnTo>
                    <a:pt x="55486" y="146656"/>
                  </a:lnTo>
                  <a:lnTo>
                    <a:pt x="56839" y="146656"/>
                  </a:lnTo>
                  <a:lnTo>
                    <a:pt x="57042" y="145451"/>
                  </a:lnTo>
                  <a:lnTo>
                    <a:pt x="57247" y="144228"/>
                  </a:lnTo>
                  <a:lnTo>
                    <a:pt x="57672" y="143019"/>
                  </a:lnTo>
                  <a:lnTo>
                    <a:pt x="58125" y="141983"/>
                  </a:lnTo>
                  <a:lnTo>
                    <a:pt x="58625" y="141079"/>
                  </a:lnTo>
                  <a:lnTo>
                    <a:pt x="59186" y="140268"/>
                  </a:lnTo>
                  <a:lnTo>
                    <a:pt x="59826" y="139512"/>
                  </a:lnTo>
                  <a:lnTo>
                    <a:pt x="60560" y="138770"/>
                  </a:lnTo>
                  <a:lnTo>
                    <a:pt x="61406" y="138003"/>
                  </a:lnTo>
                  <a:lnTo>
                    <a:pt x="62379" y="137172"/>
                  </a:lnTo>
                  <a:lnTo>
                    <a:pt x="63508" y="136191"/>
                  </a:lnTo>
                  <a:lnTo>
                    <a:pt x="64655" y="135194"/>
                  </a:lnTo>
                  <a:lnTo>
                    <a:pt x="65617" y="134564"/>
                  </a:lnTo>
                  <a:lnTo>
                    <a:pt x="66571" y="133971"/>
                  </a:lnTo>
                  <a:lnTo>
                    <a:pt x="67519" y="133416"/>
                  </a:lnTo>
                  <a:lnTo>
                    <a:pt x="68460" y="132896"/>
                  </a:lnTo>
                  <a:lnTo>
                    <a:pt x="69398" y="132412"/>
                  </a:lnTo>
                  <a:lnTo>
                    <a:pt x="70333" y="131960"/>
                  </a:lnTo>
                  <a:lnTo>
                    <a:pt x="71266" y="131542"/>
                  </a:lnTo>
                  <a:lnTo>
                    <a:pt x="72200" y="131154"/>
                  </a:lnTo>
                  <a:lnTo>
                    <a:pt x="73135" y="130797"/>
                  </a:lnTo>
                  <a:lnTo>
                    <a:pt x="74073" y="130469"/>
                  </a:lnTo>
                  <a:lnTo>
                    <a:pt x="75016" y="130168"/>
                  </a:lnTo>
                  <a:lnTo>
                    <a:pt x="75964" y="129894"/>
                  </a:lnTo>
                  <a:lnTo>
                    <a:pt x="76919" y="129646"/>
                  </a:lnTo>
                  <a:lnTo>
                    <a:pt x="77884" y="129422"/>
                  </a:lnTo>
                  <a:lnTo>
                    <a:pt x="78858" y="129222"/>
                  </a:lnTo>
                  <a:lnTo>
                    <a:pt x="79843" y="129043"/>
                  </a:lnTo>
                  <a:lnTo>
                    <a:pt x="80842" y="128886"/>
                  </a:lnTo>
                  <a:lnTo>
                    <a:pt x="81855" y="128748"/>
                  </a:lnTo>
                  <a:lnTo>
                    <a:pt x="82884" y="128629"/>
                  </a:lnTo>
                  <a:lnTo>
                    <a:pt x="83929" y="128528"/>
                  </a:lnTo>
                  <a:lnTo>
                    <a:pt x="84994" y="128443"/>
                  </a:lnTo>
                  <a:lnTo>
                    <a:pt x="86078" y="128374"/>
                  </a:lnTo>
                  <a:lnTo>
                    <a:pt x="87184" y="128318"/>
                  </a:lnTo>
                  <a:lnTo>
                    <a:pt x="88312" y="128276"/>
                  </a:lnTo>
                  <a:lnTo>
                    <a:pt x="89790" y="128206"/>
                  </a:lnTo>
                  <a:lnTo>
                    <a:pt x="91290" y="128136"/>
                  </a:lnTo>
                  <a:lnTo>
                    <a:pt x="92485" y="128083"/>
                  </a:lnTo>
                  <a:lnTo>
                    <a:pt x="93682" y="128033"/>
                  </a:lnTo>
                  <a:lnTo>
                    <a:pt x="94878" y="127986"/>
                  </a:lnTo>
                  <a:lnTo>
                    <a:pt x="96075" y="127941"/>
                  </a:lnTo>
                  <a:lnTo>
                    <a:pt x="97272" y="127897"/>
                  </a:lnTo>
                  <a:lnTo>
                    <a:pt x="98469" y="127855"/>
                  </a:lnTo>
                  <a:lnTo>
                    <a:pt x="98469" y="126522"/>
                  </a:lnTo>
                  <a:lnTo>
                    <a:pt x="98469" y="125169"/>
                  </a:lnTo>
                  <a:lnTo>
                    <a:pt x="99175" y="124902"/>
                  </a:lnTo>
                  <a:lnTo>
                    <a:pt x="101311" y="124090"/>
                  </a:lnTo>
                  <a:lnTo>
                    <a:pt x="102535" y="123614"/>
                  </a:lnTo>
                  <a:lnTo>
                    <a:pt x="103767" y="123136"/>
                  </a:lnTo>
                  <a:lnTo>
                    <a:pt x="105015" y="122652"/>
                  </a:lnTo>
                  <a:lnTo>
                    <a:pt x="106231" y="122184"/>
                  </a:lnTo>
                  <a:lnTo>
                    <a:pt x="107456" y="121713"/>
                  </a:lnTo>
                  <a:lnTo>
                    <a:pt x="108697" y="121236"/>
                  </a:lnTo>
                  <a:lnTo>
                    <a:pt x="110058" y="120618"/>
                  </a:lnTo>
                  <a:lnTo>
                    <a:pt x="111049" y="120125"/>
                  </a:lnTo>
                  <a:lnTo>
                    <a:pt x="111833" y="119642"/>
                  </a:lnTo>
                  <a:lnTo>
                    <a:pt x="112575" y="119055"/>
                  </a:lnTo>
                  <a:lnTo>
                    <a:pt x="113437" y="118250"/>
                  </a:lnTo>
                  <a:lnTo>
                    <a:pt x="114583" y="117112"/>
                  </a:lnTo>
                  <a:lnTo>
                    <a:pt x="115914" y="117112"/>
                  </a:lnTo>
                  <a:lnTo>
                    <a:pt x="117254" y="117112"/>
                  </a:lnTo>
                  <a:lnTo>
                    <a:pt x="118612" y="117112"/>
                  </a:lnTo>
                  <a:lnTo>
                    <a:pt x="118612" y="115779"/>
                  </a:lnTo>
                  <a:lnTo>
                    <a:pt x="118612" y="114426"/>
                  </a:lnTo>
                  <a:lnTo>
                    <a:pt x="119084" y="114291"/>
                  </a:lnTo>
                  <a:lnTo>
                    <a:pt x="119519" y="114167"/>
                  </a:lnTo>
                  <a:lnTo>
                    <a:pt x="119994" y="114032"/>
                  </a:lnTo>
                  <a:lnTo>
                    <a:pt x="120586" y="113862"/>
                  </a:lnTo>
                  <a:lnTo>
                    <a:pt x="121373" y="113638"/>
                  </a:lnTo>
                  <a:lnTo>
                    <a:pt x="122431" y="113335"/>
                  </a:lnTo>
                  <a:lnTo>
                    <a:pt x="123839" y="112933"/>
                  </a:lnTo>
                  <a:lnTo>
                    <a:pt x="125673" y="112409"/>
                  </a:lnTo>
                  <a:lnTo>
                    <a:pt x="128012" y="111741"/>
                  </a:lnTo>
                  <a:lnTo>
                    <a:pt x="128012" y="110410"/>
                  </a:lnTo>
                  <a:lnTo>
                    <a:pt x="128012" y="109070"/>
                  </a:lnTo>
                  <a:lnTo>
                    <a:pt x="128012" y="107712"/>
                  </a:lnTo>
                  <a:lnTo>
                    <a:pt x="129343" y="107712"/>
                  </a:lnTo>
                  <a:lnTo>
                    <a:pt x="130683" y="107712"/>
                  </a:lnTo>
                  <a:lnTo>
                    <a:pt x="132041" y="107712"/>
                  </a:lnTo>
                  <a:lnTo>
                    <a:pt x="132345" y="106721"/>
                  </a:lnTo>
                  <a:lnTo>
                    <a:pt x="132641" y="105718"/>
                  </a:lnTo>
                  <a:lnTo>
                    <a:pt x="132926" y="104704"/>
                  </a:lnTo>
                  <a:lnTo>
                    <a:pt x="133201" y="103680"/>
                  </a:lnTo>
                  <a:lnTo>
                    <a:pt x="133463" y="102647"/>
                  </a:lnTo>
                  <a:lnTo>
                    <a:pt x="133714" y="101606"/>
                  </a:lnTo>
                  <a:lnTo>
                    <a:pt x="133950" y="100556"/>
                  </a:lnTo>
                  <a:lnTo>
                    <a:pt x="134173" y="99500"/>
                  </a:lnTo>
                  <a:lnTo>
                    <a:pt x="134380" y="98437"/>
                  </a:lnTo>
                  <a:lnTo>
                    <a:pt x="134571" y="97369"/>
                  </a:lnTo>
                  <a:lnTo>
                    <a:pt x="134746" y="96297"/>
                  </a:lnTo>
                  <a:lnTo>
                    <a:pt x="134903" y="95220"/>
                  </a:lnTo>
                  <a:lnTo>
                    <a:pt x="135041" y="94140"/>
                  </a:lnTo>
                  <a:lnTo>
                    <a:pt x="135160" y="93058"/>
                  </a:lnTo>
                  <a:lnTo>
                    <a:pt x="135259" y="91975"/>
                  </a:lnTo>
                  <a:lnTo>
                    <a:pt x="135337" y="90890"/>
                  </a:lnTo>
                  <a:lnTo>
                    <a:pt x="135393" y="89806"/>
                  </a:lnTo>
                  <a:lnTo>
                    <a:pt x="135427" y="88722"/>
                  </a:lnTo>
                  <a:lnTo>
                    <a:pt x="135437" y="87640"/>
                  </a:lnTo>
                  <a:lnTo>
                    <a:pt x="135423" y="86560"/>
                  </a:lnTo>
                  <a:lnTo>
                    <a:pt x="135383" y="85483"/>
                  </a:lnTo>
                  <a:lnTo>
                    <a:pt x="135318" y="84410"/>
                  </a:lnTo>
                  <a:lnTo>
                    <a:pt x="135225" y="83341"/>
                  </a:lnTo>
                  <a:lnTo>
                    <a:pt x="135105" y="82278"/>
                  </a:lnTo>
                  <a:lnTo>
                    <a:pt x="134957" y="81221"/>
                  </a:lnTo>
                  <a:lnTo>
                    <a:pt x="134779" y="80171"/>
                  </a:lnTo>
                  <a:lnTo>
                    <a:pt x="134571" y="79128"/>
                  </a:lnTo>
                  <a:lnTo>
                    <a:pt x="134332" y="78094"/>
                  </a:lnTo>
                  <a:lnTo>
                    <a:pt x="134060" y="77069"/>
                  </a:lnTo>
                  <a:lnTo>
                    <a:pt x="133757" y="76054"/>
                  </a:lnTo>
                  <a:lnTo>
                    <a:pt x="133419" y="75049"/>
                  </a:lnTo>
                  <a:lnTo>
                    <a:pt x="133048" y="74057"/>
                  </a:lnTo>
                  <a:lnTo>
                    <a:pt x="132435" y="73059"/>
                  </a:lnTo>
                  <a:lnTo>
                    <a:pt x="131815" y="72113"/>
                  </a:lnTo>
                  <a:lnTo>
                    <a:pt x="131185" y="71210"/>
                  </a:lnTo>
                  <a:lnTo>
                    <a:pt x="130541" y="70344"/>
                  </a:lnTo>
                  <a:lnTo>
                    <a:pt x="129879" y="69508"/>
                  </a:lnTo>
                  <a:lnTo>
                    <a:pt x="129195" y="68696"/>
                  </a:lnTo>
                  <a:lnTo>
                    <a:pt x="128487" y="67900"/>
                  </a:lnTo>
                  <a:lnTo>
                    <a:pt x="127749" y="67113"/>
                  </a:lnTo>
                  <a:lnTo>
                    <a:pt x="126979" y="66328"/>
                  </a:lnTo>
                  <a:lnTo>
                    <a:pt x="126173" y="65540"/>
                  </a:lnTo>
                  <a:lnTo>
                    <a:pt x="125326" y="64740"/>
                  </a:lnTo>
                  <a:lnTo>
                    <a:pt x="125326" y="63407"/>
                  </a:lnTo>
                  <a:lnTo>
                    <a:pt x="125326" y="62054"/>
                  </a:lnTo>
                  <a:lnTo>
                    <a:pt x="124326" y="61540"/>
                  </a:lnTo>
                  <a:lnTo>
                    <a:pt x="123322" y="61034"/>
                  </a:lnTo>
                  <a:lnTo>
                    <a:pt x="122315" y="60538"/>
                  </a:lnTo>
                  <a:lnTo>
                    <a:pt x="121305" y="60050"/>
                  </a:lnTo>
                  <a:lnTo>
                    <a:pt x="120292" y="59570"/>
                  </a:lnTo>
                  <a:lnTo>
                    <a:pt x="119275" y="59097"/>
                  </a:lnTo>
                  <a:lnTo>
                    <a:pt x="118254" y="58633"/>
                  </a:lnTo>
                  <a:lnTo>
                    <a:pt x="117230" y="58175"/>
                  </a:lnTo>
                  <a:lnTo>
                    <a:pt x="116202" y="57724"/>
                  </a:lnTo>
                  <a:lnTo>
                    <a:pt x="115171" y="57280"/>
                  </a:lnTo>
                  <a:lnTo>
                    <a:pt x="114136" y="56842"/>
                  </a:lnTo>
                  <a:lnTo>
                    <a:pt x="113098" y="56410"/>
                  </a:lnTo>
                  <a:lnTo>
                    <a:pt x="112040" y="55958"/>
                  </a:lnTo>
                  <a:lnTo>
                    <a:pt x="110988" y="55494"/>
                  </a:lnTo>
                  <a:lnTo>
                    <a:pt x="109939" y="55022"/>
                  </a:lnTo>
                  <a:lnTo>
                    <a:pt x="108893" y="54541"/>
                  </a:lnTo>
                  <a:lnTo>
                    <a:pt x="107851" y="54055"/>
                  </a:lnTo>
                  <a:lnTo>
                    <a:pt x="106810" y="53566"/>
                  </a:lnTo>
                  <a:lnTo>
                    <a:pt x="105770" y="53074"/>
                  </a:lnTo>
                  <a:lnTo>
                    <a:pt x="104810" y="52735"/>
                  </a:lnTo>
                  <a:lnTo>
                    <a:pt x="103831" y="52419"/>
                  </a:lnTo>
                  <a:lnTo>
                    <a:pt x="102833" y="52125"/>
                  </a:lnTo>
                  <a:lnTo>
                    <a:pt x="101820" y="51855"/>
                  </a:lnTo>
                  <a:lnTo>
                    <a:pt x="100791" y="51608"/>
                  </a:lnTo>
                  <a:lnTo>
                    <a:pt x="99748" y="51385"/>
                  </a:lnTo>
                  <a:lnTo>
                    <a:pt x="98693" y="51185"/>
                  </a:lnTo>
                  <a:lnTo>
                    <a:pt x="97627" y="51008"/>
                  </a:lnTo>
                  <a:lnTo>
                    <a:pt x="96552" y="50856"/>
                  </a:lnTo>
                  <a:lnTo>
                    <a:pt x="95469" y="50727"/>
                  </a:lnTo>
                  <a:lnTo>
                    <a:pt x="94380" y="50623"/>
                  </a:lnTo>
                  <a:lnTo>
                    <a:pt x="93286" y="50542"/>
                  </a:lnTo>
                  <a:lnTo>
                    <a:pt x="92188" y="50486"/>
                  </a:lnTo>
                  <a:lnTo>
                    <a:pt x="91087" y="50454"/>
                  </a:lnTo>
                  <a:lnTo>
                    <a:pt x="89986" y="50447"/>
                  </a:lnTo>
                  <a:lnTo>
                    <a:pt x="88886" y="50464"/>
                  </a:lnTo>
                  <a:lnTo>
                    <a:pt x="87788" y="50506"/>
                  </a:lnTo>
                  <a:lnTo>
                    <a:pt x="86694" y="50573"/>
                  </a:lnTo>
                  <a:lnTo>
                    <a:pt x="85604" y="50665"/>
                  </a:lnTo>
                  <a:lnTo>
                    <a:pt x="84521" y="50783"/>
                  </a:lnTo>
                  <a:lnTo>
                    <a:pt x="83446" y="50925"/>
                  </a:lnTo>
                  <a:lnTo>
                    <a:pt x="82381" y="51093"/>
                  </a:lnTo>
                  <a:lnTo>
                    <a:pt x="81326" y="51286"/>
                  </a:lnTo>
                  <a:lnTo>
                    <a:pt x="80283" y="51505"/>
                  </a:lnTo>
                  <a:lnTo>
                    <a:pt x="79254" y="51750"/>
                  </a:lnTo>
                  <a:lnTo>
                    <a:pt x="78240" y="52021"/>
                  </a:lnTo>
                  <a:lnTo>
                    <a:pt x="77243" y="52318"/>
                  </a:lnTo>
                  <a:lnTo>
                    <a:pt x="76264" y="52640"/>
                  </a:lnTo>
                  <a:lnTo>
                    <a:pt x="75304" y="52990"/>
                  </a:lnTo>
                  <a:lnTo>
                    <a:pt x="74098" y="53790"/>
                  </a:lnTo>
                  <a:lnTo>
                    <a:pt x="73115" y="54521"/>
                  </a:lnTo>
                  <a:lnTo>
                    <a:pt x="72313" y="55218"/>
                  </a:lnTo>
                  <a:lnTo>
                    <a:pt x="71649" y="55918"/>
                  </a:lnTo>
                  <a:lnTo>
                    <a:pt x="71081" y="56656"/>
                  </a:lnTo>
                  <a:lnTo>
                    <a:pt x="70567" y="57468"/>
                  </a:lnTo>
                  <a:lnTo>
                    <a:pt x="70064" y="58391"/>
                  </a:lnTo>
                  <a:lnTo>
                    <a:pt x="69531" y="59460"/>
                  </a:lnTo>
                  <a:lnTo>
                    <a:pt x="68925" y="60711"/>
                  </a:lnTo>
                  <a:lnTo>
                    <a:pt x="67932" y="61288"/>
                  </a:lnTo>
                  <a:lnTo>
                    <a:pt x="66937" y="61862"/>
                  </a:lnTo>
                  <a:lnTo>
                    <a:pt x="65939" y="62429"/>
                  </a:lnTo>
                  <a:lnTo>
                    <a:pt x="64935" y="62987"/>
                  </a:lnTo>
                  <a:lnTo>
                    <a:pt x="63925" y="63532"/>
                  </a:lnTo>
                  <a:lnTo>
                    <a:pt x="62907" y="64062"/>
                  </a:lnTo>
                  <a:lnTo>
                    <a:pt x="61879" y="64572"/>
                  </a:lnTo>
                  <a:lnTo>
                    <a:pt x="60907" y="65225"/>
                  </a:lnTo>
                  <a:lnTo>
                    <a:pt x="60041" y="65872"/>
                  </a:lnTo>
                  <a:lnTo>
                    <a:pt x="59262" y="66528"/>
                  </a:lnTo>
                  <a:lnTo>
                    <a:pt x="58556" y="67206"/>
                  </a:lnTo>
                  <a:lnTo>
                    <a:pt x="57903" y="67922"/>
                  </a:lnTo>
                  <a:lnTo>
                    <a:pt x="57288" y="68691"/>
                  </a:lnTo>
                  <a:lnTo>
                    <a:pt x="56694" y="69526"/>
                  </a:lnTo>
                  <a:lnTo>
                    <a:pt x="56102" y="70442"/>
                  </a:lnTo>
                  <a:lnTo>
                    <a:pt x="55496" y="71454"/>
                  </a:lnTo>
                  <a:lnTo>
                    <a:pt x="55203" y="72841"/>
                  </a:lnTo>
                  <a:lnTo>
                    <a:pt x="54970" y="73965"/>
                  </a:lnTo>
                  <a:lnTo>
                    <a:pt x="54783" y="74906"/>
                  </a:lnTo>
                  <a:lnTo>
                    <a:pt x="54629" y="75744"/>
                  </a:lnTo>
                  <a:lnTo>
                    <a:pt x="54496" y="76558"/>
                  </a:lnTo>
                  <a:lnTo>
                    <a:pt x="54369" y="77430"/>
                  </a:lnTo>
                  <a:lnTo>
                    <a:pt x="54237" y="78439"/>
                  </a:lnTo>
                  <a:lnTo>
                    <a:pt x="54085" y="79666"/>
                  </a:lnTo>
                  <a:lnTo>
                    <a:pt x="53901" y="81190"/>
                  </a:lnTo>
                  <a:lnTo>
                    <a:pt x="53831" y="81748"/>
                  </a:lnTo>
                  <a:lnTo>
                    <a:pt x="53741" y="82469"/>
                  </a:lnTo>
                  <a:lnTo>
                    <a:pt x="53569" y="83836"/>
                  </a:lnTo>
                  <a:lnTo>
                    <a:pt x="53256" y="86331"/>
                  </a:lnTo>
                  <a:lnTo>
                    <a:pt x="53109" y="87628"/>
                  </a:lnTo>
                  <a:lnTo>
                    <a:pt x="52960" y="88933"/>
                  </a:lnTo>
                  <a:lnTo>
                    <a:pt x="52811" y="90255"/>
                  </a:lnTo>
                  <a:lnTo>
                    <a:pt x="51478" y="90255"/>
                  </a:lnTo>
                  <a:lnTo>
                    <a:pt x="50125" y="90255"/>
                  </a:lnTo>
                  <a:lnTo>
                    <a:pt x="50125" y="91587"/>
                  </a:lnTo>
                  <a:lnTo>
                    <a:pt x="50125" y="92940"/>
                  </a:lnTo>
                  <a:lnTo>
                    <a:pt x="49193" y="93899"/>
                  </a:lnTo>
                  <a:lnTo>
                    <a:pt x="48501" y="94588"/>
                  </a:lnTo>
                  <a:lnTo>
                    <a:pt x="47837" y="95201"/>
                  </a:lnTo>
                  <a:lnTo>
                    <a:pt x="46994" y="95930"/>
                  </a:lnTo>
                  <a:lnTo>
                    <a:pt x="45760" y="96969"/>
                  </a:lnTo>
                  <a:lnTo>
                    <a:pt x="44949" y="97663"/>
                  </a:lnTo>
                  <a:lnTo>
                    <a:pt x="44132" y="98361"/>
                  </a:lnTo>
                  <a:lnTo>
                    <a:pt x="43304" y="99068"/>
                  </a:lnTo>
                  <a:lnTo>
                    <a:pt x="42360" y="99745"/>
                  </a:lnTo>
                  <a:lnTo>
                    <a:pt x="41411" y="100367"/>
                  </a:lnTo>
                  <a:lnTo>
                    <a:pt x="40457" y="100937"/>
                  </a:lnTo>
                  <a:lnTo>
                    <a:pt x="39497" y="101456"/>
                  </a:lnTo>
                  <a:lnTo>
                    <a:pt x="38532" y="101926"/>
                  </a:lnTo>
                  <a:lnTo>
                    <a:pt x="37562" y="102349"/>
                  </a:lnTo>
                  <a:lnTo>
                    <a:pt x="36585" y="102727"/>
                  </a:lnTo>
                  <a:lnTo>
                    <a:pt x="35602" y="103061"/>
                  </a:lnTo>
                  <a:lnTo>
                    <a:pt x="34612" y="103353"/>
                  </a:lnTo>
                  <a:lnTo>
                    <a:pt x="33616" y="103605"/>
                  </a:lnTo>
                  <a:lnTo>
                    <a:pt x="32612" y="103820"/>
                  </a:lnTo>
                  <a:lnTo>
                    <a:pt x="31602" y="103997"/>
                  </a:lnTo>
                  <a:lnTo>
                    <a:pt x="30584" y="104141"/>
                  </a:lnTo>
                  <a:lnTo>
                    <a:pt x="29558" y="104251"/>
                  </a:lnTo>
                  <a:lnTo>
                    <a:pt x="28524" y="104331"/>
                  </a:lnTo>
                  <a:lnTo>
                    <a:pt x="27482" y="104382"/>
                  </a:lnTo>
                  <a:lnTo>
                    <a:pt x="26431" y="104405"/>
                  </a:lnTo>
                  <a:lnTo>
                    <a:pt x="25372" y="104403"/>
                  </a:lnTo>
                  <a:lnTo>
                    <a:pt x="24303" y="104377"/>
                  </a:lnTo>
                  <a:lnTo>
                    <a:pt x="23226" y="104329"/>
                  </a:lnTo>
                  <a:lnTo>
                    <a:pt x="22139" y="104261"/>
                  </a:lnTo>
                  <a:lnTo>
                    <a:pt x="21042" y="104175"/>
                  </a:lnTo>
                  <a:lnTo>
                    <a:pt x="19935" y="104072"/>
                  </a:lnTo>
                  <a:lnTo>
                    <a:pt x="18818" y="103955"/>
                  </a:lnTo>
                  <a:lnTo>
                    <a:pt x="17691" y="103825"/>
                  </a:lnTo>
                  <a:lnTo>
                    <a:pt x="16553" y="103683"/>
                  </a:lnTo>
                  <a:lnTo>
                    <a:pt x="15537" y="103186"/>
                  </a:lnTo>
                  <a:lnTo>
                    <a:pt x="14590" y="102664"/>
                  </a:lnTo>
                  <a:lnTo>
                    <a:pt x="13703" y="102116"/>
                  </a:lnTo>
                  <a:lnTo>
                    <a:pt x="12868" y="101539"/>
                  </a:lnTo>
                  <a:lnTo>
                    <a:pt x="12079" y="100932"/>
                  </a:lnTo>
                  <a:lnTo>
                    <a:pt x="11326" y="100291"/>
                  </a:lnTo>
                  <a:lnTo>
                    <a:pt x="10602" y="99615"/>
                  </a:lnTo>
                  <a:lnTo>
                    <a:pt x="9901" y="98902"/>
                  </a:lnTo>
                  <a:lnTo>
                    <a:pt x="9212" y="98148"/>
                  </a:lnTo>
                  <a:lnTo>
                    <a:pt x="8530" y="97353"/>
                  </a:lnTo>
                  <a:lnTo>
                    <a:pt x="7846" y="96513"/>
                  </a:lnTo>
                  <a:lnTo>
                    <a:pt x="7153" y="95626"/>
                  </a:lnTo>
                  <a:lnTo>
                    <a:pt x="6137" y="94478"/>
                  </a:lnTo>
                  <a:lnTo>
                    <a:pt x="5106" y="93314"/>
                  </a:lnTo>
                  <a:lnTo>
                    <a:pt x="4407" y="92360"/>
                  </a:lnTo>
                  <a:lnTo>
                    <a:pt x="3771" y="91402"/>
                  </a:lnTo>
                  <a:lnTo>
                    <a:pt x="3196" y="90439"/>
                  </a:lnTo>
                  <a:lnTo>
                    <a:pt x="2679" y="89472"/>
                  </a:lnTo>
                  <a:lnTo>
                    <a:pt x="2216" y="88499"/>
                  </a:lnTo>
                  <a:lnTo>
                    <a:pt x="1807" y="87520"/>
                  </a:lnTo>
                  <a:lnTo>
                    <a:pt x="1447" y="86536"/>
                  </a:lnTo>
                  <a:lnTo>
                    <a:pt x="1134" y="85545"/>
                  </a:lnTo>
                  <a:lnTo>
                    <a:pt x="866" y="84548"/>
                  </a:lnTo>
                  <a:lnTo>
                    <a:pt x="639" y="83544"/>
                  </a:lnTo>
                  <a:lnTo>
                    <a:pt x="452" y="82533"/>
                  </a:lnTo>
                  <a:lnTo>
                    <a:pt x="301" y="81514"/>
                  </a:lnTo>
                  <a:lnTo>
                    <a:pt x="184" y="80487"/>
                  </a:lnTo>
                  <a:lnTo>
                    <a:pt x="98" y="79451"/>
                  </a:lnTo>
                  <a:lnTo>
                    <a:pt x="40" y="78408"/>
                  </a:lnTo>
                  <a:lnTo>
                    <a:pt x="8" y="77355"/>
                  </a:lnTo>
                  <a:lnTo>
                    <a:pt x="0" y="76293"/>
                  </a:lnTo>
                  <a:lnTo>
                    <a:pt x="11" y="75222"/>
                  </a:lnTo>
                  <a:lnTo>
                    <a:pt x="40" y="74140"/>
                  </a:lnTo>
                  <a:lnTo>
                    <a:pt x="85" y="73049"/>
                  </a:lnTo>
                  <a:lnTo>
                    <a:pt x="141" y="71947"/>
                  </a:lnTo>
                  <a:lnTo>
                    <a:pt x="208" y="70833"/>
                  </a:lnTo>
                  <a:lnTo>
                    <a:pt x="281" y="69709"/>
                  </a:lnTo>
                  <a:lnTo>
                    <a:pt x="359" y="68573"/>
                  </a:lnTo>
                  <a:lnTo>
                    <a:pt x="438" y="67426"/>
                  </a:lnTo>
                  <a:lnTo>
                    <a:pt x="1771" y="67426"/>
                  </a:lnTo>
                  <a:lnTo>
                    <a:pt x="3124" y="67426"/>
                  </a:lnTo>
                  <a:lnTo>
                    <a:pt x="3041" y="66107"/>
                  </a:lnTo>
                  <a:lnTo>
                    <a:pt x="2957" y="64779"/>
                  </a:lnTo>
                  <a:lnTo>
                    <a:pt x="2871" y="63434"/>
                  </a:lnTo>
                  <a:lnTo>
                    <a:pt x="2894" y="62299"/>
                  </a:lnTo>
                  <a:lnTo>
                    <a:pt x="2962" y="61187"/>
                  </a:lnTo>
                  <a:lnTo>
                    <a:pt x="3071" y="60097"/>
                  </a:lnTo>
                  <a:lnTo>
                    <a:pt x="3220" y="59025"/>
                  </a:lnTo>
                  <a:lnTo>
                    <a:pt x="3405" y="57969"/>
                  </a:lnTo>
                  <a:lnTo>
                    <a:pt x="3625" y="56926"/>
                  </a:lnTo>
                  <a:lnTo>
                    <a:pt x="3876" y="55895"/>
                  </a:lnTo>
                  <a:lnTo>
                    <a:pt x="4157" y="54873"/>
                  </a:lnTo>
                  <a:lnTo>
                    <a:pt x="4464" y="53856"/>
                  </a:lnTo>
                  <a:lnTo>
                    <a:pt x="4796" y="52843"/>
                  </a:lnTo>
                  <a:lnTo>
                    <a:pt x="5149" y="51831"/>
                  </a:lnTo>
                  <a:lnTo>
                    <a:pt x="5522" y="50817"/>
                  </a:lnTo>
                  <a:lnTo>
                    <a:pt x="5911" y="49799"/>
                  </a:lnTo>
                  <a:lnTo>
                    <a:pt x="6314" y="48774"/>
                  </a:lnTo>
                  <a:lnTo>
                    <a:pt x="6729" y="47741"/>
                  </a:lnTo>
                  <a:lnTo>
                    <a:pt x="7153" y="46695"/>
                  </a:lnTo>
                  <a:lnTo>
                    <a:pt x="7324" y="46258"/>
                  </a:lnTo>
                  <a:lnTo>
                    <a:pt x="7626" y="45486"/>
                  </a:lnTo>
                  <a:lnTo>
                    <a:pt x="8317" y="43718"/>
                  </a:lnTo>
                  <a:lnTo>
                    <a:pt x="8721" y="42691"/>
                  </a:lnTo>
                  <a:lnTo>
                    <a:pt x="9127" y="41664"/>
                  </a:lnTo>
                  <a:lnTo>
                    <a:pt x="9535" y="40638"/>
                  </a:lnTo>
                  <a:lnTo>
                    <a:pt x="9945" y="39613"/>
                  </a:lnTo>
                  <a:lnTo>
                    <a:pt x="10356" y="38588"/>
                  </a:lnTo>
                  <a:lnTo>
                    <a:pt x="10768" y="37564"/>
                  </a:lnTo>
                  <a:lnTo>
                    <a:pt x="11181" y="36539"/>
                  </a:lnTo>
                  <a:lnTo>
                    <a:pt x="12514" y="36539"/>
                  </a:lnTo>
                  <a:lnTo>
                    <a:pt x="13867" y="36539"/>
                  </a:lnTo>
                  <a:lnTo>
                    <a:pt x="14367" y="35415"/>
                  </a:lnTo>
                  <a:lnTo>
                    <a:pt x="14874" y="34274"/>
                  </a:lnTo>
                  <a:lnTo>
                    <a:pt x="15423" y="33287"/>
                  </a:lnTo>
                  <a:lnTo>
                    <a:pt x="15989" y="32329"/>
                  </a:lnTo>
                  <a:lnTo>
                    <a:pt x="16571" y="31397"/>
                  </a:lnTo>
                  <a:lnTo>
                    <a:pt x="17170" y="30487"/>
                  </a:lnTo>
                  <a:lnTo>
                    <a:pt x="17788" y="29595"/>
                  </a:lnTo>
                  <a:lnTo>
                    <a:pt x="18424" y="28719"/>
                  </a:lnTo>
                  <a:lnTo>
                    <a:pt x="19081" y="27855"/>
                  </a:lnTo>
                  <a:lnTo>
                    <a:pt x="19759" y="27000"/>
                  </a:lnTo>
                  <a:lnTo>
                    <a:pt x="20458" y="26150"/>
                  </a:lnTo>
                  <a:lnTo>
                    <a:pt x="21179" y="25303"/>
                  </a:lnTo>
                  <a:lnTo>
                    <a:pt x="21924" y="24453"/>
                  </a:lnTo>
                  <a:lnTo>
                    <a:pt x="23257" y="24453"/>
                  </a:lnTo>
                  <a:lnTo>
                    <a:pt x="24610" y="24453"/>
                  </a:lnTo>
                  <a:lnTo>
                    <a:pt x="24943" y="23456"/>
                  </a:lnTo>
                  <a:lnTo>
                    <a:pt x="25276" y="22454"/>
                  </a:lnTo>
                  <a:lnTo>
                    <a:pt x="25613" y="21445"/>
                  </a:lnTo>
                  <a:lnTo>
                    <a:pt x="25953" y="20425"/>
                  </a:lnTo>
                  <a:lnTo>
                    <a:pt x="27080" y="19671"/>
                  </a:lnTo>
                  <a:lnTo>
                    <a:pt x="27956" y="19094"/>
                  </a:lnTo>
                  <a:lnTo>
                    <a:pt x="28697" y="18624"/>
                  </a:lnTo>
                  <a:lnTo>
                    <a:pt x="29422" y="18189"/>
                  </a:lnTo>
                  <a:lnTo>
                    <a:pt x="30246" y="17720"/>
                  </a:lnTo>
                  <a:lnTo>
                    <a:pt x="31289" y="17146"/>
                  </a:lnTo>
                  <a:lnTo>
                    <a:pt x="32667" y="16396"/>
                  </a:lnTo>
                  <a:lnTo>
                    <a:pt x="33764" y="15747"/>
                  </a:lnTo>
                  <a:lnTo>
                    <a:pt x="34868" y="15092"/>
                  </a:lnTo>
                  <a:lnTo>
                    <a:pt x="35987" y="14429"/>
                  </a:lnTo>
                  <a:lnTo>
                    <a:pt x="36928" y="13899"/>
                  </a:lnTo>
                  <a:lnTo>
                    <a:pt x="37868" y="13380"/>
                  </a:lnTo>
                  <a:lnTo>
                    <a:pt x="38807" y="12873"/>
                  </a:lnTo>
                  <a:lnTo>
                    <a:pt x="39746" y="12377"/>
                  </a:lnTo>
                  <a:lnTo>
                    <a:pt x="40684" y="11892"/>
                  </a:lnTo>
                  <a:lnTo>
                    <a:pt x="41623" y="11417"/>
                  </a:lnTo>
                  <a:lnTo>
                    <a:pt x="42563" y="10953"/>
                  </a:lnTo>
                  <a:lnTo>
                    <a:pt x="43505" y="10499"/>
                  </a:lnTo>
                  <a:lnTo>
                    <a:pt x="44448" y="10054"/>
                  </a:lnTo>
                  <a:lnTo>
                    <a:pt x="45393" y="9620"/>
                  </a:lnTo>
                  <a:lnTo>
                    <a:pt x="46341" y="9195"/>
                  </a:lnTo>
                  <a:lnTo>
                    <a:pt x="47293" y="8779"/>
                  </a:lnTo>
                  <a:lnTo>
                    <a:pt x="48247" y="8373"/>
                  </a:lnTo>
                  <a:lnTo>
                    <a:pt x="49206" y="7975"/>
                  </a:lnTo>
                  <a:lnTo>
                    <a:pt x="50170" y="7586"/>
                  </a:lnTo>
                  <a:lnTo>
                    <a:pt x="51139" y="7205"/>
                  </a:lnTo>
                  <a:lnTo>
                    <a:pt x="52112" y="6833"/>
                  </a:lnTo>
                  <a:lnTo>
                    <a:pt x="53092" y="6468"/>
                  </a:lnTo>
                  <a:lnTo>
                    <a:pt x="54078" y="6111"/>
                  </a:lnTo>
                  <a:lnTo>
                    <a:pt x="55071" y="5762"/>
                  </a:lnTo>
                  <a:lnTo>
                    <a:pt x="56071" y="5420"/>
                  </a:lnTo>
                  <a:lnTo>
                    <a:pt x="57079" y="5086"/>
                  </a:lnTo>
                  <a:lnTo>
                    <a:pt x="58095" y="4758"/>
                  </a:lnTo>
                  <a:lnTo>
                    <a:pt x="59120" y="4437"/>
                  </a:lnTo>
                  <a:lnTo>
                    <a:pt x="60153" y="4122"/>
                  </a:lnTo>
                  <a:lnTo>
                    <a:pt x="62098" y="3462"/>
                  </a:lnTo>
                  <a:lnTo>
                    <a:pt x="63833" y="2876"/>
                  </a:lnTo>
                  <a:lnTo>
                    <a:pt x="65379" y="2358"/>
                  </a:lnTo>
                  <a:lnTo>
                    <a:pt x="66755" y="1906"/>
                  </a:lnTo>
                  <a:lnTo>
                    <a:pt x="67981" y="1514"/>
                  </a:lnTo>
                  <a:lnTo>
                    <a:pt x="69077" y="1179"/>
                  </a:lnTo>
                  <a:lnTo>
                    <a:pt x="70061" y="895"/>
                  </a:lnTo>
                  <a:lnTo>
                    <a:pt x="70954" y="660"/>
                  </a:lnTo>
                  <a:lnTo>
                    <a:pt x="71774" y="469"/>
                  </a:lnTo>
                  <a:lnTo>
                    <a:pt x="72542" y="317"/>
                  </a:lnTo>
                  <a:lnTo>
                    <a:pt x="73277" y="200"/>
                  </a:lnTo>
                  <a:lnTo>
                    <a:pt x="73999" y="115"/>
                  </a:lnTo>
                  <a:lnTo>
                    <a:pt x="74726" y="57"/>
                  </a:lnTo>
                  <a:lnTo>
                    <a:pt x="75479" y="21"/>
                  </a:lnTo>
                  <a:lnTo>
                    <a:pt x="76277" y="3"/>
                  </a:lnTo>
                  <a:lnTo>
                    <a:pt x="77140" y="0"/>
                  </a:lnTo>
                  <a:lnTo>
                    <a:pt x="78087" y="7"/>
                  </a:lnTo>
                  <a:lnTo>
                    <a:pt x="79138" y="20"/>
                  </a:lnTo>
                  <a:close/>
                </a:path>
              </a:pathLst>
            </a:custGeom>
            <a:solidFill>
              <a:srgbClr val="9E063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egion 15 #CEDAE3"/>
            <p:cNvSpPr/>
            <p:nvPr/>
          </p:nvSpPr>
          <p:spPr>
            <a:xfrm>
              <a:off x="461951" y="416293"/>
              <a:ext cx="224262" cy="170546"/>
            </a:xfrm>
            <a:custGeom>
              <a:avLst/>
              <a:gdLst/>
              <a:ahLst/>
              <a:cxnLst/>
              <a:rect l="l" t="t" r="r" b="b"/>
              <a:pathLst>
                <a:path w="224262" h="170546">
                  <a:moveTo>
                    <a:pt x="0" y="0"/>
                  </a:moveTo>
                  <a:lnTo>
                    <a:pt x="2431" y="271"/>
                  </a:lnTo>
                  <a:lnTo>
                    <a:pt x="4463" y="502"/>
                  </a:lnTo>
                  <a:lnTo>
                    <a:pt x="6138" y="703"/>
                  </a:lnTo>
                  <a:lnTo>
                    <a:pt x="7498" y="883"/>
                  </a:lnTo>
                  <a:lnTo>
                    <a:pt x="8586" y="1051"/>
                  </a:lnTo>
                  <a:lnTo>
                    <a:pt x="9442" y="1217"/>
                  </a:lnTo>
                  <a:lnTo>
                    <a:pt x="10110" y="1390"/>
                  </a:lnTo>
                  <a:lnTo>
                    <a:pt x="10631" y="1579"/>
                  </a:lnTo>
                  <a:lnTo>
                    <a:pt x="11048" y="1794"/>
                  </a:lnTo>
                  <a:lnTo>
                    <a:pt x="11401" y="2044"/>
                  </a:lnTo>
                  <a:lnTo>
                    <a:pt x="11733" y="2338"/>
                  </a:lnTo>
                  <a:lnTo>
                    <a:pt x="12086" y="2686"/>
                  </a:lnTo>
                  <a:lnTo>
                    <a:pt x="13214" y="2896"/>
                  </a:lnTo>
                  <a:lnTo>
                    <a:pt x="14341" y="3103"/>
                  </a:lnTo>
                  <a:lnTo>
                    <a:pt x="15468" y="3305"/>
                  </a:lnTo>
                  <a:lnTo>
                    <a:pt x="16595" y="3503"/>
                  </a:lnTo>
                  <a:lnTo>
                    <a:pt x="17722" y="3698"/>
                  </a:lnTo>
                  <a:lnTo>
                    <a:pt x="18851" y="3890"/>
                  </a:lnTo>
                  <a:lnTo>
                    <a:pt x="19980" y="4079"/>
                  </a:lnTo>
                  <a:lnTo>
                    <a:pt x="21110" y="4264"/>
                  </a:lnTo>
                  <a:lnTo>
                    <a:pt x="22241" y="4448"/>
                  </a:lnTo>
                  <a:lnTo>
                    <a:pt x="23283" y="4625"/>
                  </a:lnTo>
                  <a:lnTo>
                    <a:pt x="24323" y="4804"/>
                  </a:lnTo>
                  <a:lnTo>
                    <a:pt x="25362" y="4987"/>
                  </a:lnTo>
                  <a:lnTo>
                    <a:pt x="26401" y="5172"/>
                  </a:lnTo>
                  <a:lnTo>
                    <a:pt x="27438" y="5360"/>
                  </a:lnTo>
                  <a:lnTo>
                    <a:pt x="28474" y="5552"/>
                  </a:lnTo>
                  <a:lnTo>
                    <a:pt x="29509" y="5746"/>
                  </a:lnTo>
                  <a:lnTo>
                    <a:pt x="30543" y="5943"/>
                  </a:lnTo>
                  <a:lnTo>
                    <a:pt x="31577" y="6144"/>
                  </a:lnTo>
                  <a:lnTo>
                    <a:pt x="32609" y="6347"/>
                  </a:lnTo>
                  <a:lnTo>
                    <a:pt x="33641" y="6554"/>
                  </a:lnTo>
                  <a:lnTo>
                    <a:pt x="34672" y="6764"/>
                  </a:lnTo>
                  <a:lnTo>
                    <a:pt x="35702" y="6978"/>
                  </a:lnTo>
                  <a:lnTo>
                    <a:pt x="36732" y="7195"/>
                  </a:lnTo>
                  <a:lnTo>
                    <a:pt x="37761" y="7416"/>
                  </a:lnTo>
                  <a:lnTo>
                    <a:pt x="38789" y="7640"/>
                  </a:lnTo>
                  <a:lnTo>
                    <a:pt x="39817" y="7867"/>
                  </a:lnTo>
                  <a:lnTo>
                    <a:pt x="40845" y="8099"/>
                  </a:lnTo>
                  <a:lnTo>
                    <a:pt x="41872" y="8334"/>
                  </a:lnTo>
                  <a:lnTo>
                    <a:pt x="42898" y="8573"/>
                  </a:lnTo>
                  <a:lnTo>
                    <a:pt x="43924" y="8816"/>
                  </a:lnTo>
                  <a:lnTo>
                    <a:pt x="44950" y="9063"/>
                  </a:lnTo>
                  <a:lnTo>
                    <a:pt x="45976" y="9313"/>
                  </a:lnTo>
                  <a:lnTo>
                    <a:pt x="47001" y="9568"/>
                  </a:lnTo>
                  <a:lnTo>
                    <a:pt x="48390" y="9913"/>
                  </a:lnTo>
                  <a:lnTo>
                    <a:pt x="49800" y="10263"/>
                  </a:lnTo>
                  <a:lnTo>
                    <a:pt x="51923" y="10809"/>
                  </a:lnTo>
                  <a:lnTo>
                    <a:pt x="53538" y="11238"/>
                  </a:lnTo>
                  <a:lnTo>
                    <a:pt x="54736" y="11587"/>
                  </a:lnTo>
                  <a:lnTo>
                    <a:pt x="55611" y="11893"/>
                  </a:lnTo>
                  <a:lnTo>
                    <a:pt x="56256" y="12193"/>
                  </a:lnTo>
                  <a:lnTo>
                    <a:pt x="56765" y="12524"/>
                  </a:lnTo>
                  <a:lnTo>
                    <a:pt x="57230" y="12924"/>
                  </a:lnTo>
                  <a:lnTo>
                    <a:pt x="57744" y="13429"/>
                  </a:lnTo>
                  <a:lnTo>
                    <a:pt x="58839" y="13670"/>
                  </a:lnTo>
                  <a:lnTo>
                    <a:pt x="59935" y="13900"/>
                  </a:lnTo>
                  <a:lnTo>
                    <a:pt x="61033" y="14121"/>
                  </a:lnTo>
                  <a:lnTo>
                    <a:pt x="62134" y="14333"/>
                  </a:lnTo>
                  <a:lnTo>
                    <a:pt x="63235" y="14537"/>
                  </a:lnTo>
                  <a:lnTo>
                    <a:pt x="64338" y="14736"/>
                  </a:lnTo>
                  <a:lnTo>
                    <a:pt x="64930" y="14841"/>
                  </a:lnTo>
                  <a:lnTo>
                    <a:pt x="65974" y="15028"/>
                  </a:lnTo>
                  <a:lnTo>
                    <a:pt x="68364" y="15457"/>
                  </a:lnTo>
                  <a:lnTo>
                    <a:pt x="69413" y="15640"/>
                  </a:lnTo>
                  <a:lnTo>
                    <a:pt x="70466" y="15825"/>
                  </a:lnTo>
                  <a:lnTo>
                    <a:pt x="71527" y="16011"/>
                  </a:lnTo>
                  <a:lnTo>
                    <a:pt x="72599" y="16198"/>
                  </a:lnTo>
                  <a:lnTo>
                    <a:pt x="73652" y="16386"/>
                  </a:lnTo>
                  <a:lnTo>
                    <a:pt x="74710" y="16575"/>
                  </a:lnTo>
                  <a:lnTo>
                    <a:pt x="75775" y="16765"/>
                  </a:lnTo>
                  <a:lnTo>
                    <a:pt x="76852" y="16957"/>
                  </a:lnTo>
                  <a:lnTo>
                    <a:pt x="77895" y="17142"/>
                  </a:lnTo>
                  <a:lnTo>
                    <a:pt x="78938" y="17328"/>
                  </a:lnTo>
                  <a:lnTo>
                    <a:pt x="79982" y="17513"/>
                  </a:lnTo>
                  <a:lnTo>
                    <a:pt x="81025" y="17698"/>
                  </a:lnTo>
                  <a:lnTo>
                    <a:pt x="82069" y="17882"/>
                  </a:lnTo>
                  <a:lnTo>
                    <a:pt x="83113" y="18066"/>
                  </a:lnTo>
                  <a:lnTo>
                    <a:pt x="84156" y="18250"/>
                  </a:lnTo>
                  <a:lnTo>
                    <a:pt x="85200" y="18434"/>
                  </a:lnTo>
                  <a:lnTo>
                    <a:pt x="86244" y="18618"/>
                  </a:lnTo>
                  <a:lnTo>
                    <a:pt x="87288" y="18801"/>
                  </a:lnTo>
                  <a:lnTo>
                    <a:pt x="87288" y="20133"/>
                  </a:lnTo>
                  <a:lnTo>
                    <a:pt x="87288" y="21486"/>
                  </a:lnTo>
                  <a:lnTo>
                    <a:pt x="88351" y="21486"/>
                  </a:lnTo>
                  <a:lnTo>
                    <a:pt x="89416" y="21486"/>
                  </a:lnTo>
                  <a:lnTo>
                    <a:pt x="90481" y="21486"/>
                  </a:lnTo>
                  <a:lnTo>
                    <a:pt x="91549" y="21486"/>
                  </a:lnTo>
                  <a:lnTo>
                    <a:pt x="92619" y="21486"/>
                  </a:lnTo>
                  <a:lnTo>
                    <a:pt x="93692" y="21486"/>
                  </a:lnTo>
                  <a:lnTo>
                    <a:pt x="94769" y="21486"/>
                  </a:lnTo>
                  <a:lnTo>
                    <a:pt x="95851" y="21486"/>
                  </a:lnTo>
                  <a:lnTo>
                    <a:pt x="96938" y="21486"/>
                  </a:lnTo>
                  <a:lnTo>
                    <a:pt x="98031" y="21486"/>
                  </a:lnTo>
                  <a:lnTo>
                    <a:pt x="98031" y="22819"/>
                  </a:lnTo>
                  <a:lnTo>
                    <a:pt x="98031" y="24172"/>
                  </a:lnTo>
                  <a:lnTo>
                    <a:pt x="99184" y="24141"/>
                  </a:lnTo>
                  <a:lnTo>
                    <a:pt x="100342" y="24110"/>
                  </a:lnTo>
                  <a:lnTo>
                    <a:pt x="101509" y="24078"/>
                  </a:lnTo>
                  <a:lnTo>
                    <a:pt x="102689" y="24046"/>
                  </a:lnTo>
                  <a:lnTo>
                    <a:pt x="103812" y="24057"/>
                  </a:lnTo>
                  <a:lnTo>
                    <a:pt x="104927" y="24088"/>
                  </a:lnTo>
                  <a:lnTo>
                    <a:pt x="106034" y="24140"/>
                  </a:lnTo>
                  <a:lnTo>
                    <a:pt x="107134" y="24210"/>
                  </a:lnTo>
                  <a:lnTo>
                    <a:pt x="108229" y="24299"/>
                  </a:lnTo>
                  <a:lnTo>
                    <a:pt x="109320" y="24404"/>
                  </a:lnTo>
                  <a:lnTo>
                    <a:pt x="110406" y="24526"/>
                  </a:lnTo>
                  <a:lnTo>
                    <a:pt x="111491" y="24663"/>
                  </a:lnTo>
                  <a:lnTo>
                    <a:pt x="112573" y="24814"/>
                  </a:lnTo>
                  <a:lnTo>
                    <a:pt x="113655" y="24978"/>
                  </a:lnTo>
                  <a:lnTo>
                    <a:pt x="114737" y="25154"/>
                  </a:lnTo>
                  <a:lnTo>
                    <a:pt x="115821" y="25342"/>
                  </a:lnTo>
                  <a:lnTo>
                    <a:pt x="116907" y="25540"/>
                  </a:lnTo>
                  <a:lnTo>
                    <a:pt x="117996" y="25747"/>
                  </a:lnTo>
                  <a:lnTo>
                    <a:pt x="119089" y="25963"/>
                  </a:lnTo>
                  <a:lnTo>
                    <a:pt x="120188" y="26186"/>
                  </a:lnTo>
                  <a:lnTo>
                    <a:pt x="121656" y="26475"/>
                  </a:lnTo>
                  <a:lnTo>
                    <a:pt x="123147" y="26769"/>
                  </a:lnTo>
                  <a:lnTo>
                    <a:pt x="124333" y="27004"/>
                  </a:lnTo>
                  <a:lnTo>
                    <a:pt x="125519" y="27241"/>
                  </a:lnTo>
                  <a:lnTo>
                    <a:pt x="126704" y="27479"/>
                  </a:lnTo>
                  <a:lnTo>
                    <a:pt x="127890" y="27719"/>
                  </a:lnTo>
                  <a:lnTo>
                    <a:pt x="129075" y="27959"/>
                  </a:lnTo>
                  <a:lnTo>
                    <a:pt x="130260" y="28201"/>
                  </a:lnTo>
                  <a:lnTo>
                    <a:pt x="130260" y="29534"/>
                  </a:lnTo>
                  <a:lnTo>
                    <a:pt x="130260" y="30887"/>
                  </a:lnTo>
                  <a:lnTo>
                    <a:pt x="131366" y="30962"/>
                  </a:lnTo>
                  <a:lnTo>
                    <a:pt x="132489" y="31038"/>
                  </a:lnTo>
                  <a:lnTo>
                    <a:pt x="133567" y="31132"/>
                  </a:lnTo>
                  <a:lnTo>
                    <a:pt x="134642" y="31234"/>
                  </a:lnTo>
                  <a:lnTo>
                    <a:pt x="135714" y="31344"/>
                  </a:lnTo>
                  <a:lnTo>
                    <a:pt x="136785" y="31462"/>
                  </a:lnTo>
                  <a:lnTo>
                    <a:pt x="137853" y="31588"/>
                  </a:lnTo>
                  <a:lnTo>
                    <a:pt x="138920" y="31721"/>
                  </a:lnTo>
                  <a:lnTo>
                    <a:pt x="139985" y="31860"/>
                  </a:lnTo>
                  <a:lnTo>
                    <a:pt x="141048" y="32007"/>
                  </a:lnTo>
                  <a:lnTo>
                    <a:pt x="142109" y="32159"/>
                  </a:lnTo>
                  <a:lnTo>
                    <a:pt x="143169" y="32318"/>
                  </a:lnTo>
                  <a:lnTo>
                    <a:pt x="144228" y="32483"/>
                  </a:lnTo>
                  <a:lnTo>
                    <a:pt x="145286" y="32654"/>
                  </a:lnTo>
                  <a:lnTo>
                    <a:pt x="146343" y="32829"/>
                  </a:lnTo>
                  <a:lnTo>
                    <a:pt x="147399" y="33010"/>
                  </a:lnTo>
                  <a:lnTo>
                    <a:pt x="148455" y="33195"/>
                  </a:lnTo>
                  <a:lnTo>
                    <a:pt x="149510" y="33386"/>
                  </a:lnTo>
                  <a:lnTo>
                    <a:pt x="150564" y="33580"/>
                  </a:lnTo>
                  <a:lnTo>
                    <a:pt x="151619" y="33778"/>
                  </a:lnTo>
                  <a:lnTo>
                    <a:pt x="152673" y="33980"/>
                  </a:lnTo>
                  <a:lnTo>
                    <a:pt x="153727" y="34185"/>
                  </a:lnTo>
                  <a:lnTo>
                    <a:pt x="154781" y="34393"/>
                  </a:lnTo>
                  <a:lnTo>
                    <a:pt x="155836" y="34605"/>
                  </a:lnTo>
                  <a:lnTo>
                    <a:pt x="156891" y="34819"/>
                  </a:lnTo>
                  <a:lnTo>
                    <a:pt x="157946" y="35035"/>
                  </a:lnTo>
                  <a:lnTo>
                    <a:pt x="159003" y="35253"/>
                  </a:lnTo>
                  <a:lnTo>
                    <a:pt x="160060" y="35473"/>
                  </a:lnTo>
                  <a:lnTo>
                    <a:pt x="161118" y="35694"/>
                  </a:lnTo>
                  <a:lnTo>
                    <a:pt x="162197" y="35918"/>
                  </a:lnTo>
                  <a:lnTo>
                    <a:pt x="163277" y="36140"/>
                  </a:lnTo>
                  <a:lnTo>
                    <a:pt x="164356" y="36360"/>
                  </a:lnTo>
                  <a:lnTo>
                    <a:pt x="165436" y="36580"/>
                  </a:lnTo>
                  <a:lnTo>
                    <a:pt x="166516" y="36799"/>
                  </a:lnTo>
                  <a:lnTo>
                    <a:pt x="167597" y="37016"/>
                  </a:lnTo>
                  <a:lnTo>
                    <a:pt x="168677" y="37233"/>
                  </a:lnTo>
                  <a:lnTo>
                    <a:pt x="169758" y="37449"/>
                  </a:lnTo>
                  <a:lnTo>
                    <a:pt x="170839" y="37665"/>
                  </a:lnTo>
                  <a:lnTo>
                    <a:pt x="171920" y="37880"/>
                  </a:lnTo>
                  <a:lnTo>
                    <a:pt x="173001" y="38095"/>
                  </a:lnTo>
                  <a:lnTo>
                    <a:pt x="174082" y="38310"/>
                  </a:lnTo>
                  <a:lnTo>
                    <a:pt x="175163" y="38525"/>
                  </a:lnTo>
                  <a:lnTo>
                    <a:pt x="175662" y="38624"/>
                  </a:lnTo>
                  <a:lnTo>
                    <a:pt x="176127" y="38717"/>
                  </a:lnTo>
                  <a:lnTo>
                    <a:pt x="176660" y="38824"/>
                  </a:lnTo>
                  <a:lnTo>
                    <a:pt x="177366" y="38965"/>
                  </a:lnTo>
                  <a:lnTo>
                    <a:pt x="178347" y="39161"/>
                  </a:lnTo>
                  <a:lnTo>
                    <a:pt x="179706" y="39433"/>
                  </a:lnTo>
                  <a:lnTo>
                    <a:pt x="181548" y="39801"/>
                  </a:lnTo>
                  <a:lnTo>
                    <a:pt x="183975" y="40287"/>
                  </a:lnTo>
                  <a:lnTo>
                    <a:pt x="183975" y="41620"/>
                  </a:lnTo>
                  <a:lnTo>
                    <a:pt x="183975" y="42972"/>
                  </a:lnTo>
                  <a:lnTo>
                    <a:pt x="184512" y="42936"/>
                  </a:lnTo>
                  <a:lnTo>
                    <a:pt x="185207" y="42889"/>
                  </a:lnTo>
                  <a:lnTo>
                    <a:pt x="186524" y="42800"/>
                  </a:lnTo>
                  <a:lnTo>
                    <a:pt x="188928" y="42637"/>
                  </a:lnTo>
                  <a:lnTo>
                    <a:pt x="190016" y="42648"/>
                  </a:lnTo>
                  <a:lnTo>
                    <a:pt x="191090" y="42690"/>
                  </a:lnTo>
                  <a:lnTo>
                    <a:pt x="192150" y="42763"/>
                  </a:lnTo>
                  <a:lnTo>
                    <a:pt x="193197" y="42864"/>
                  </a:lnTo>
                  <a:lnTo>
                    <a:pt x="194234" y="42992"/>
                  </a:lnTo>
                  <a:lnTo>
                    <a:pt x="195261" y="43145"/>
                  </a:lnTo>
                  <a:lnTo>
                    <a:pt x="196279" y="43321"/>
                  </a:lnTo>
                  <a:lnTo>
                    <a:pt x="197290" y="43520"/>
                  </a:lnTo>
                  <a:lnTo>
                    <a:pt x="198295" y="43739"/>
                  </a:lnTo>
                  <a:lnTo>
                    <a:pt x="199296" y="43978"/>
                  </a:lnTo>
                  <a:lnTo>
                    <a:pt x="200293" y="44233"/>
                  </a:lnTo>
                  <a:lnTo>
                    <a:pt x="201289" y="44505"/>
                  </a:lnTo>
                  <a:lnTo>
                    <a:pt x="202284" y="44791"/>
                  </a:lnTo>
                  <a:lnTo>
                    <a:pt x="203280" y="45089"/>
                  </a:lnTo>
                  <a:lnTo>
                    <a:pt x="204278" y="45399"/>
                  </a:lnTo>
                  <a:lnTo>
                    <a:pt x="205279" y="45718"/>
                  </a:lnTo>
                  <a:lnTo>
                    <a:pt x="206285" y="46045"/>
                  </a:lnTo>
                  <a:lnTo>
                    <a:pt x="207297" y="46379"/>
                  </a:lnTo>
                  <a:lnTo>
                    <a:pt x="208316" y="46717"/>
                  </a:lnTo>
                  <a:lnTo>
                    <a:pt x="209344" y="47059"/>
                  </a:lnTo>
                  <a:lnTo>
                    <a:pt x="210416" y="47377"/>
                  </a:lnTo>
                  <a:lnTo>
                    <a:pt x="211479" y="47670"/>
                  </a:lnTo>
                  <a:lnTo>
                    <a:pt x="212535" y="47939"/>
                  </a:lnTo>
                  <a:lnTo>
                    <a:pt x="213585" y="48185"/>
                  </a:lnTo>
                  <a:lnTo>
                    <a:pt x="214633" y="48410"/>
                  </a:lnTo>
                  <a:lnTo>
                    <a:pt x="215679" y="48614"/>
                  </a:lnTo>
                  <a:lnTo>
                    <a:pt x="216727" y="48799"/>
                  </a:lnTo>
                  <a:lnTo>
                    <a:pt x="217777" y="48968"/>
                  </a:lnTo>
                  <a:lnTo>
                    <a:pt x="218833" y="49120"/>
                  </a:lnTo>
                  <a:lnTo>
                    <a:pt x="219896" y="49257"/>
                  </a:lnTo>
                  <a:lnTo>
                    <a:pt x="220968" y="49381"/>
                  </a:lnTo>
                  <a:lnTo>
                    <a:pt x="222052" y="49493"/>
                  </a:lnTo>
                  <a:lnTo>
                    <a:pt x="223149" y="49595"/>
                  </a:lnTo>
                  <a:lnTo>
                    <a:pt x="224262" y="49687"/>
                  </a:lnTo>
                  <a:lnTo>
                    <a:pt x="224150" y="50916"/>
                  </a:lnTo>
                  <a:lnTo>
                    <a:pt x="223972" y="52067"/>
                  </a:lnTo>
                  <a:lnTo>
                    <a:pt x="223729" y="53147"/>
                  </a:lnTo>
                  <a:lnTo>
                    <a:pt x="223424" y="54166"/>
                  </a:lnTo>
                  <a:lnTo>
                    <a:pt x="223060" y="55130"/>
                  </a:lnTo>
                  <a:lnTo>
                    <a:pt x="222638" y="56049"/>
                  </a:lnTo>
                  <a:lnTo>
                    <a:pt x="222163" y="56929"/>
                  </a:lnTo>
                  <a:lnTo>
                    <a:pt x="221635" y="57780"/>
                  </a:lnTo>
                  <a:lnTo>
                    <a:pt x="221059" y="58609"/>
                  </a:lnTo>
                  <a:lnTo>
                    <a:pt x="220436" y="59425"/>
                  </a:lnTo>
                  <a:lnTo>
                    <a:pt x="219768" y="60236"/>
                  </a:lnTo>
                  <a:lnTo>
                    <a:pt x="219059" y="61050"/>
                  </a:lnTo>
                  <a:lnTo>
                    <a:pt x="218311" y="61874"/>
                  </a:lnTo>
                  <a:lnTo>
                    <a:pt x="217527" y="62718"/>
                  </a:lnTo>
                  <a:lnTo>
                    <a:pt x="216708" y="63588"/>
                  </a:lnTo>
                  <a:lnTo>
                    <a:pt x="215924" y="64539"/>
                  </a:lnTo>
                  <a:lnTo>
                    <a:pt x="215359" y="65295"/>
                  </a:lnTo>
                  <a:lnTo>
                    <a:pt x="214924" y="66028"/>
                  </a:lnTo>
                  <a:lnTo>
                    <a:pt x="214532" y="66913"/>
                  </a:lnTo>
                  <a:lnTo>
                    <a:pt x="214093" y="68123"/>
                  </a:lnTo>
                  <a:lnTo>
                    <a:pt x="213519" y="69830"/>
                  </a:lnTo>
                  <a:lnTo>
                    <a:pt x="212437" y="70246"/>
                  </a:lnTo>
                  <a:lnTo>
                    <a:pt x="211348" y="70665"/>
                  </a:lnTo>
                  <a:lnTo>
                    <a:pt x="210245" y="71090"/>
                  </a:lnTo>
                  <a:lnTo>
                    <a:pt x="208987" y="71652"/>
                  </a:lnTo>
                  <a:lnTo>
                    <a:pt x="207990" y="72193"/>
                  </a:lnTo>
                  <a:lnTo>
                    <a:pt x="207203" y="72743"/>
                  </a:lnTo>
                  <a:lnTo>
                    <a:pt x="206577" y="73332"/>
                  </a:lnTo>
                  <a:lnTo>
                    <a:pt x="206063" y="73989"/>
                  </a:lnTo>
                  <a:lnTo>
                    <a:pt x="205609" y="74743"/>
                  </a:lnTo>
                  <a:lnTo>
                    <a:pt x="205167" y="75625"/>
                  </a:lnTo>
                  <a:lnTo>
                    <a:pt x="204687" y="76663"/>
                  </a:lnTo>
                  <a:lnTo>
                    <a:pt x="204118" y="77887"/>
                  </a:lnTo>
                  <a:lnTo>
                    <a:pt x="203470" y="78745"/>
                  </a:lnTo>
                  <a:lnTo>
                    <a:pt x="202812" y="79595"/>
                  </a:lnTo>
                  <a:lnTo>
                    <a:pt x="202145" y="80438"/>
                  </a:lnTo>
                  <a:lnTo>
                    <a:pt x="201469" y="81274"/>
                  </a:lnTo>
                  <a:lnTo>
                    <a:pt x="200784" y="82102"/>
                  </a:lnTo>
                  <a:lnTo>
                    <a:pt x="200090" y="82923"/>
                  </a:lnTo>
                  <a:lnTo>
                    <a:pt x="199396" y="83748"/>
                  </a:lnTo>
                  <a:lnTo>
                    <a:pt x="198699" y="84578"/>
                  </a:lnTo>
                  <a:lnTo>
                    <a:pt x="197992" y="85420"/>
                  </a:lnTo>
                  <a:lnTo>
                    <a:pt x="197028" y="86331"/>
                  </a:lnTo>
                  <a:lnTo>
                    <a:pt x="196306" y="86884"/>
                  </a:lnTo>
                  <a:lnTo>
                    <a:pt x="195605" y="87168"/>
                  </a:lnTo>
                  <a:lnTo>
                    <a:pt x="194701" y="87273"/>
                  </a:lnTo>
                  <a:lnTo>
                    <a:pt x="193375" y="87288"/>
                  </a:lnTo>
                  <a:lnTo>
                    <a:pt x="193375" y="88620"/>
                  </a:lnTo>
                  <a:lnTo>
                    <a:pt x="193375" y="89973"/>
                  </a:lnTo>
                  <a:lnTo>
                    <a:pt x="192100" y="90306"/>
                  </a:lnTo>
                  <a:lnTo>
                    <a:pt x="190815" y="90641"/>
                  </a:lnTo>
                  <a:lnTo>
                    <a:pt x="189515" y="90981"/>
                  </a:lnTo>
                  <a:lnTo>
                    <a:pt x="188084" y="91579"/>
                  </a:lnTo>
                  <a:lnTo>
                    <a:pt x="186943" y="92129"/>
                  </a:lnTo>
                  <a:lnTo>
                    <a:pt x="186039" y="92670"/>
                  </a:lnTo>
                  <a:lnTo>
                    <a:pt x="185319" y="93244"/>
                  </a:lnTo>
                  <a:lnTo>
                    <a:pt x="184730" y="93891"/>
                  </a:lnTo>
                  <a:lnTo>
                    <a:pt x="184219" y="94653"/>
                  </a:lnTo>
                  <a:lnTo>
                    <a:pt x="183735" y="95569"/>
                  </a:lnTo>
                  <a:lnTo>
                    <a:pt x="183223" y="96681"/>
                  </a:lnTo>
                  <a:lnTo>
                    <a:pt x="182632" y="98031"/>
                  </a:lnTo>
                  <a:lnTo>
                    <a:pt x="181563" y="98579"/>
                  </a:lnTo>
                  <a:lnTo>
                    <a:pt x="180492" y="99121"/>
                  </a:lnTo>
                  <a:lnTo>
                    <a:pt x="179418" y="99659"/>
                  </a:lnTo>
                  <a:lnTo>
                    <a:pt x="178341" y="100191"/>
                  </a:lnTo>
                  <a:lnTo>
                    <a:pt x="177261" y="100716"/>
                  </a:lnTo>
                  <a:lnTo>
                    <a:pt x="176928" y="101714"/>
                  </a:lnTo>
                  <a:lnTo>
                    <a:pt x="176594" y="102716"/>
                  </a:lnTo>
                  <a:lnTo>
                    <a:pt x="176258" y="103725"/>
                  </a:lnTo>
                  <a:lnTo>
                    <a:pt x="175918" y="104745"/>
                  </a:lnTo>
                  <a:lnTo>
                    <a:pt x="174587" y="104745"/>
                  </a:lnTo>
                  <a:lnTo>
                    <a:pt x="173247" y="104745"/>
                  </a:lnTo>
                  <a:lnTo>
                    <a:pt x="171889" y="104745"/>
                  </a:lnTo>
                  <a:lnTo>
                    <a:pt x="171514" y="106245"/>
                  </a:lnTo>
                  <a:lnTo>
                    <a:pt x="171135" y="107767"/>
                  </a:lnTo>
                  <a:lnTo>
                    <a:pt x="170529" y="108850"/>
                  </a:lnTo>
                  <a:lnTo>
                    <a:pt x="169914" y="109802"/>
                  </a:lnTo>
                  <a:lnTo>
                    <a:pt x="169279" y="110639"/>
                  </a:lnTo>
                  <a:lnTo>
                    <a:pt x="168617" y="111378"/>
                  </a:lnTo>
                  <a:lnTo>
                    <a:pt x="167918" y="112036"/>
                  </a:lnTo>
                  <a:lnTo>
                    <a:pt x="167172" y="112630"/>
                  </a:lnTo>
                  <a:lnTo>
                    <a:pt x="166370" y="113177"/>
                  </a:lnTo>
                  <a:lnTo>
                    <a:pt x="165503" y="113695"/>
                  </a:lnTo>
                  <a:lnTo>
                    <a:pt x="164562" y="114199"/>
                  </a:lnTo>
                  <a:lnTo>
                    <a:pt x="163538" y="114707"/>
                  </a:lnTo>
                  <a:lnTo>
                    <a:pt x="162421" y="115236"/>
                  </a:lnTo>
                  <a:lnTo>
                    <a:pt x="161524" y="115810"/>
                  </a:lnTo>
                  <a:lnTo>
                    <a:pt x="160666" y="116416"/>
                  </a:lnTo>
                  <a:lnTo>
                    <a:pt x="159840" y="117049"/>
                  </a:lnTo>
                  <a:lnTo>
                    <a:pt x="159042" y="117707"/>
                  </a:lnTo>
                  <a:lnTo>
                    <a:pt x="158268" y="118387"/>
                  </a:lnTo>
                  <a:lnTo>
                    <a:pt x="157512" y="119087"/>
                  </a:lnTo>
                  <a:lnTo>
                    <a:pt x="156769" y="119804"/>
                  </a:lnTo>
                  <a:lnTo>
                    <a:pt x="156035" y="120535"/>
                  </a:lnTo>
                  <a:lnTo>
                    <a:pt x="155304" y="121277"/>
                  </a:lnTo>
                  <a:lnTo>
                    <a:pt x="154573" y="122028"/>
                  </a:lnTo>
                  <a:lnTo>
                    <a:pt x="153836" y="122785"/>
                  </a:lnTo>
                  <a:lnTo>
                    <a:pt x="153089" y="123545"/>
                  </a:lnTo>
                  <a:lnTo>
                    <a:pt x="152224" y="124241"/>
                  </a:lnTo>
                  <a:lnTo>
                    <a:pt x="151356" y="124933"/>
                  </a:lnTo>
                  <a:lnTo>
                    <a:pt x="150485" y="125621"/>
                  </a:lnTo>
                  <a:lnTo>
                    <a:pt x="149611" y="126306"/>
                  </a:lnTo>
                  <a:lnTo>
                    <a:pt x="148735" y="126986"/>
                  </a:lnTo>
                  <a:lnTo>
                    <a:pt x="147855" y="127663"/>
                  </a:lnTo>
                  <a:lnTo>
                    <a:pt x="146973" y="128336"/>
                  </a:lnTo>
                  <a:lnTo>
                    <a:pt x="146088" y="129006"/>
                  </a:lnTo>
                  <a:lnTo>
                    <a:pt x="145199" y="129672"/>
                  </a:lnTo>
                  <a:lnTo>
                    <a:pt x="144205" y="130421"/>
                  </a:lnTo>
                  <a:lnTo>
                    <a:pt x="143206" y="131174"/>
                  </a:lnTo>
                  <a:lnTo>
                    <a:pt x="142199" y="131932"/>
                  </a:lnTo>
                  <a:lnTo>
                    <a:pt x="141182" y="132699"/>
                  </a:lnTo>
                  <a:lnTo>
                    <a:pt x="140263" y="133332"/>
                  </a:lnTo>
                  <a:lnTo>
                    <a:pt x="139345" y="133954"/>
                  </a:lnTo>
                  <a:lnTo>
                    <a:pt x="138425" y="134564"/>
                  </a:lnTo>
                  <a:lnTo>
                    <a:pt x="137504" y="135164"/>
                  </a:lnTo>
                  <a:lnTo>
                    <a:pt x="136579" y="135754"/>
                  </a:lnTo>
                  <a:lnTo>
                    <a:pt x="135651" y="136335"/>
                  </a:lnTo>
                  <a:lnTo>
                    <a:pt x="134717" y="136908"/>
                  </a:lnTo>
                  <a:lnTo>
                    <a:pt x="133778" y="137474"/>
                  </a:lnTo>
                  <a:lnTo>
                    <a:pt x="132833" y="138033"/>
                  </a:lnTo>
                  <a:lnTo>
                    <a:pt x="131880" y="138587"/>
                  </a:lnTo>
                  <a:lnTo>
                    <a:pt x="130919" y="139136"/>
                  </a:lnTo>
                  <a:lnTo>
                    <a:pt x="129948" y="139680"/>
                  </a:lnTo>
                  <a:lnTo>
                    <a:pt x="128951" y="140240"/>
                  </a:lnTo>
                  <a:lnTo>
                    <a:pt x="127956" y="140806"/>
                  </a:lnTo>
                  <a:lnTo>
                    <a:pt x="126965" y="141377"/>
                  </a:lnTo>
                  <a:lnTo>
                    <a:pt x="125975" y="141951"/>
                  </a:lnTo>
                  <a:lnTo>
                    <a:pt x="124988" y="142529"/>
                  </a:lnTo>
                  <a:lnTo>
                    <a:pt x="124001" y="143108"/>
                  </a:lnTo>
                  <a:lnTo>
                    <a:pt x="123015" y="143689"/>
                  </a:lnTo>
                  <a:lnTo>
                    <a:pt x="122083" y="144233"/>
                  </a:lnTo>
                  <a:lnTo>
                    <a:pt x="121151" y="144774"/>
                  </a:lnTo>
                  <a:lnTo>
                    <a:pt x="120221" y="145312"/>
                  </a:lnTo>
                  <a:lnTo>
                    <a:pt x="119291" y="145846"/>
                  </a:lnTo>
                  <a:lnTo>
                    <a:pt x="118361" y="146375"/>
                  </a:lnTo>
                  <a:lnTo>
                    <a:pt x="117431" y="146900"/>
                  </a:lnTo>
                  <a:lnTo>
                    <a:pt x="116500" y="147420"/>
                  </a:lnTo>
                  <a:lnTo>
                    <a:pt x="115568" y="147934"/>
                  </a:lnTo>
                  <a:lnTo>
                    <a:pt x="114635" y="148443"/>
                  </a:lnTo>
                  <a:lnTo>
                    <a:pt x="113699" y="148947"/>
                  </a:lnTo>
                  <a:lnTo>
                    <a:pt x="112762" y="149444"/>
                  </a:lnTo>
                  <a:lnTo>
                    <a:pt x="111821" y="149934"/>
                  </a:lnTo>
                  <a:lnTo>
                    <a:pt x="110878" y="150417"/>
                  </a:lnTo>
                  <a:lnTo>
                    <a:pt x="109931" y="150894"/>
                  </a:lnTo>
                  <a:lnTo>
                    <a:pt x="108980" y="151362"/>
                  </a:lnTo>
                  <a:lnTo>
                    <a:pt x="108024" y="151823"/>
                  </a:lnTo>
                  <a:lnTo>
                    <a:pt x="107064" y="152276"/>
                  </a:lnTo>
                  <a:lnTo>
                    <a:pt x="106099" y="152720"/>
                  </a:lnTo>
                  <a:lnTo>
                    <a:pt x="105129" y="153155"/>
                  </a:lnTo>
                  <a:lnTo>
                    <a:pt x="104152" y="153581"/>
                  </a:lnTo>
                  <a:lnTo>
                    <a:pt x="103169" y="153998"/>
                  </a:lnTo>
                  <a:lnTo>
                    <a:pt x="102180" y="154404"/>
                  </a:lnTo>
                  <a:lnTo>
                    <a:pt x="101183" y="154801"/>
                  </a:lnTo>
                  <a:lnTo>
                    <a:pt x="100179" y="155187"/>
                  </a:lnTo>
                  <a:lnTo>
                    <a:pt x="99167" y="155562"/>
                  </a:lnTo>
                  <a:lnTo>
                    <a:pt x="98146" y="155926"/>
                  </a:lnTo>
                  <a:lnTo>
                    <a:pt x="96953" y="156438"/>
                  </a:lnTo>
                  <a:lnTo>
                    <a:pt x="96075" y="156840"/>
                  </a:lnTo>
                  <a:lnTo>
                    <a:pt x="95357" y="157223"/>
                  </a:lnTo>
                  <a:lnTo>
                    <a:pt x="94647" y="157677"/>
                  </a:lnTo>
                  <a:lnTo>
                    <a:pt x="93791" y="158290"/>
                  </a:lnTo>
                  <a:lnTo>
                    <a:pt x="92638" y="159153"/>
                  </a:lnTo>
                  <a:lnTo>
                    <a:pt x="91628" y="159874"/>
                  </a:lnTo>
                  <a:lnTo>
                    <a:pt x="90654" y="160500"/>
                  </a:lnTo>
                  <a:lnTo>
                    <a:pt x="89696" y="161045"/>
                  </a:lnTo>
                  <a:lnTo>
                    <a:pt x="88733" y="161523"/>
                  </a:lnTo>
                  <a:lnTo>
                    <a:pt x="87745" y="161951"/>
                  </a:lnTo>
                  <a:lnTo>
                    <a:pt x="86713" y="162343"/>
                  </a:lnTo>
                  <a:lnTo>
                    <a:pt x="85616" y="162713"/>
                  </a:lnTo>
                  <a:lnTo>
                    <a:pt x="84434" y="163077"/>
                  </a:lnTo>
                  <a:lnTo>
                    <a:pt x="83411" y="163400"/>
                  </a:lnTo>
                  <a:lnTo>
                    <a:pt x="82394" y="163731"/>
                  </a:lnTo>
                  <a:lnTo>
                    <a:pt x="81381" y="164071"/>
                  </a:lnTo>
                  <a:lnTo>
                    <a:pt x="80373" y="164418"/>
                  </a:lnTo>
                  <a:lnTo>
                    <a:pt x="79369" y="164773"/>
                  </a:lnTo>
                  <a:lnTo>
                    <a:pt x="78369" y="165135"/>
                  </a:lnTo>
                  <a:lnTo>
                    <a:pt x="77372" y="165505"/>
                  </a:lnTo>
                  <a:lnTo>
                    <a:pt x="76378" y="165880"/>
                  </a:lnTo>
                  <a:lnTo>
                    <a:pt x="75386" y="166263"/>
                  </a:lnTo>
                  <a:lnTo>
                    <a:pt x="74396" y="166651"/>
                  </a:lnTo>
                  <a:lnTo>
                    <a:pt x="73409" y="167045"/>
                  </a:lnTo>
                  <a:lnTo>
                    <a:pt x="72422" y="167444"/>
                  </a:lnTo>
                  <a:lnTo>
                    <a:pt x="71437" y="167849"/>
                  </a:lnTo>
                  <a:lnTo>
                    <a:pt x="70452" y="168258"/>
                  </a:lnTo>
                  <a:lnTo>
                    <a:pt x="69467" y="168672"/>
                  </a:lnTo>
                  <a:lnTo>
                    <a:pt x="68482" y="169090"/>
                  </a:lnTo>
                  <a:lnTo>
                    <a:pt x="67496" y="169512"/>
                  </a:lnTo>
                  <a:lnTo>
                    <a:pt x="66483" y="169854"/>
                  </a:lnTo>
                  <a:lnTo>
                    <a:pt x="65656" y="170110"/>
                  </a:lnTo>
                  <a:lnTo>
                    <a:pt x="64917" y="170294"/>
                  </a:lnTo>
                  <a:lnTo>
                    <a:pt x="64167" y="170417"/>
                  </a:lnTo>
                  <a:lnTo>
                    <a:pt x="63307" y="170492"/>
                  </a:lnTo>
                  <a:lnTo>
                    <a:pt x="62240" y="170530"/>
                  </a:lnTo>
                  <a:lnTo>
                    <a:pt x="60866" y="170544"/>
                  </a:lnTo>
                  <a:lnTo>
                    <a:pt x="59087" y="170546"/>
                  </a:lnTo>
                  <a:lnTo>
                    <a:pt x="58546" y="169130"/>
                  </a:lnTo>
                  <a:lnTo>
                    <a:pt x="57997" y="167693"/>
                  </a:lnTo>
                  <a:lnTo>
                    <a:pt x="57466" y="166411"/>
                  </a:lnTo>
                  <a:lnTo>
                    <a:pt x="57042" y="165400"/>
                  </a:lnTo>
                  <a:lnTo>
                    <a:pt x="56680" y="164571"/>
                  </a:lnTo>
                  <a:lnTo>
                    <a:pt x="56339" y="163832"/>
                  </a:lnTo>
                  <a:lnTo>
                    <a:pt x="55973" y="163093"/>
                  </a:lnTo>
                  <a:lnTo>
                    <a:pt x="55541" y="162263"/>
                  </a:lnTo>
                  <a:lnTo>
                    <a:pt x="54999" y="161253"/>
                  </a:lnTo>
                  <a:lnTo>
                    <a:pt x="54304" y="159971"/>
                  </a:lnTo>
                  <a:lnTo>
                    <a:pt x="53728" y="158715"/>
                  </a:lnTo>
                  <a:lnTo>
                    <a:pt x="53274" y="157697"/>
                  </a:lnTo>
                  <a:lnTo>
                    <a:pt x="52920" y="156841"/>
                  </a:lnTo>
                  <a:lnTo>
                    <a:pt x="52645" y="156074"/>
                  </a:lnTo>
                  <a:lnTo>
                    <a:pt x="52427" y="155323"/>
                  </a:lnTo>
                  <a:lnTo>
                    <a:pt x="52245" y="154513"/>
                  </a:lnTo>
                  <a:lnTo>
                    <a:pt x="52078" y="153570"/>
                  </a:lnTo>
                  <a:lnTo>
                    <a:pt x="51904" y="152421"/>
                  </a:lnTo>
                  <a:lnTo>
                    <a:pt x="51701" y="150991"/>
                  </a:lnTo>
                  <a:lnTo>
                    <a:pt x="51447" y="149273"/>
                  </a:lnTo>
                  <a:lnTo>
                    <a:pt x="51232" y="147986"/>
                  </a:lnTo>
                  <a:lnTo>
                    <a:pt x="51010" y="146995"/>
                  </a:lnTo>
                  <a:lnTo>
                    <a:pt x="50739" y="146166"/>
                  </a:lnTo>
                  <a:lnTo>
                    <a:pt x="50375" y="145366"/>
                  </a:lnTo>
                  <a:lnTo>
                    <a:pt x="49872" y="144459"/>
                  </a:lnTo>
                  <a:lnTo>
                    <a:pt x="49189" y="143311"/>
                  </a:lnTo>
                  <a:lnTo>
                    <a:pt x="48626" y="142343"/>
                  </a:lnTo>
                  <a:lnTo>
                    <a:pt x="48095" y="141376"/>
                  </a:lnTo>
                  <a:lnTo>
                    <a:pt x="47595" y="140407"/>
                  </a:lnTo>
                  <a:lnTo>
                    <a:pt x="47120" y="139435"/>
                  </a:lnTo>
                  <a:lnTo>
                    <a:pt x="46670" y="138460"/>
                  </a:lnTo>
                  <a:lnTo>
                    <a:pt x="46240" y="137479"/>
                  </a:lnTo>
                  <a:lnTo>
                    <a:pt x="45828" y="136491"/>
                  </a:lnTo>
                  <a:lnTo>
                    <a:pt x="45430" y="135495"/>
                  </a:lnTo>
                  <a:lnTo>
                    <a:pt x="45045" y="134489"/>
                  </a:lnTo>
                  <a:lnTo>
                    <a:pt x="44668" y="133473"/>
                  </a:lnTo>
                  <a:lnTo>
                    <a:pt x="44297" y="132444"/>
                  </a:lnTo>
                  <a:lnTo>
                    <a:pt x="43929" y="131401"/>
                  </a:lnTo>
                  <a:lnTo>
                    <a:pt x="43561" y="130343"/>
                  </a:lnTo>
                  <a:lnTo>
                    <a:pt x="43143" y="129150"/>
                  </a:lnTo>
                  <a:lnTo>
                    <a:pt x="42725" y="127951"/>
                  </a:lnTo>
                  <a:lnTo>
                    <a:pt x="42303" y="126744"/>
                  </a:lnTo>
                  <a:lnTo>
                    <a:pt x="41877" y="125524"/>
                  </a:lnTo>
                  <a:lnTo>
                    <a:pt x="41483" y="124369"/>
                  </a:lnTo>
                  <a:lnTo>
                    <a:pt x="41087" y="123209"/>
                  </a:lnTo>
                  <a:lnTo>
                    <a:pt x="40689" y="122041"/>
                  </a:lnTo>
                  <a:lnTo>
                    <a:pt x="40287" y="120860"/>
                  </a:lnTo>
                  <a:lnTo>
                    <a:pt x="39906" y="119785"/>
                  </a:lnTo>
                  <a:lnTo>
                    <a:pt x="39524" y="118707"/>
                  </a:lnTo>
                  <a:lnTo>
                    <a:pt x="39139" y="117621"/>
                  </a:lnTo>
                  <a:lnTo>
                    <a:pt x="38749" y="116522"/>
                  </a:lnTo>
                  <a:lnTo>
                    <a:pt x="38433" y="115420"/>
                  </a:lnTo>
                  <a:lnTo>
                    <a:pt x="38171" y="114345"/>
                  </a:lnTo>
                  <a:lnTo>
                    <a:pt x="37959" y="113290"/>
                  </a:lnTo>
                  <a:lnTo>
                    <a:pt x="37794" y="112249"/>
                  </a:lnTo>
                  <a:lnTo>
                    <a:pt x="37671" y="111213"/>
                  </a:lnTo>
                  <a:lnTo>
                    <a:pt x="37587" y="110177"/>
                  </a:lnTo>
                  <a:lnTo>
                    <a:pt x="37537" y="109133"/>
                  </a:lnTo>
                  <a:lnTo>
                    <a:pt x="37518" y="108075"/>
                  </a:lnTo>
                  <a:lnTo>
                    <a:pt x="37524" y="106996"/>
                  </a:lnTo>
                  <a:lnTo>
                    <a:pt x="37553" y="105888"/>
                  </a:lnTo>
                  <a:lnTo>
                    <a:pt x="37601" y="104745"/>
                  </a:lnTo>
                  <a:lnTo>
                    <a:pt x="36268" y="104745"/>
                  </a:lnTo>
                  <a:lnTo>
                    <a:pt x="34915" y="104745"/>
                  </a:lnTo>
                  <a:lnTo>
                    <a:pt x="34517" y="103739"/>
                  </a:lnTo>
                  <a:lnTo>
                    <a:pt x="34119" y="102733"/>
                  </a:lnTo>
                  <a:lnTo>
                    <a:pt x="33723" y="101727"/>
                  </a:lnTo>
                  <a:lnTo>
                    <a:pt x="33327" y="100720"/>
                  </a:lnTo>
                  <a:lnTo>
                    <a:pt x="32932" y="99713"/>
                  </a:lnTo>
                  <a:lnTo>
                    <a:pt x="32539" y="98706"/>
                  </a:lnTo>
                  <a:lnTo>
                    <a:pt x="32146" y="97698"/>
                  </a:lnTo>
                  <a:lnTo>
                    <a:pt x="31753" y="96690"/>
                  </a:lnTo>
                  <a:lnTo>
                    <a:pt x="31361" y="95682"/>
                  </a:lnTo>
                  <a:lnTo>
                    <a:pt x="30970" y="94673"/>
                  </a:lnTo>
                  <a:lnTo>
                    <a:pt x="30690" y="93969"/>
                  </a:lnTo>
                  <a:lnTo>
                    <a:pt x="29840" y="91841"/>
                  </a:lnTo>
                  <a:lnTo>
                    <a:pt x="29457" y="90821"/>
                  </a:lnTo>
                  <a:lnTo>
                    <a:pt x="29095" y="89809"/>
                  </a:lnTo>
                  <a:lnTo>
                    <a:pt x="28752" y="88804"/>
                  </a:lnTo>
                  <a:lnTo>
                    <a:pt x="28429" y="87805"/>
                  </a:lnTo>
                  <a:lnTo>
                    <a:pt x="28125" y="86809"/>
                  </a:lnTo>
                  <a:lnTo>
                    <a:pt x="27839" y="85817"/>
                  </a:lnTo>
                  <a:lnTo>
                    <a:pt x="27571" y="84825"/>
                  </a:lnTo>
                  <a:lnTo>
                    <a:pt x="27320" y="83834"/>
                  </a:lnTo>
                  <a:lnTo>
                    <a:pt x="27085" y="82840"/>
                  </a:lnTo>
                  <a:lnTo>
                    <a:pt x="26866" y="81844"/>
                  </a:lnTo>
                  <a:lnTo>
                    <a:pt x="26663" y="80844"/>
                  </a:lnTo>
                  <a:lnTo>
                    <a:pt x="26474" y="79838"/>
                  </a:lnTo>
                  <a:lnTo>
                    <a:pt x="26300" y="78824"/>
                  </a:lnTo>
                  <a:lnTo>
                    <a:pt x="26138" y="77803"/>
                  </a:lnTo>
                  <a:lnTo>
                    <a:pt x="25990" y="76771"/>
                  </a:lnTo>
                  <a:lnTo>
                    <a:pt x="25854" y="75728"/>
                  </a:lnTo>
                  <a:lnTo>
                    <a:pt x="25730" y="74672"/>
                  </a:lnTo>
                  <a:lnTo>
                    <a:pt x="25617" y="73602"/>
                  </a:lnTo>
                  <a:lnTo>
                    <a:pt x="25515" y="72516"/>
                  </a:lnTo>
                  <a:lnTo>
                    <a:pt x="24182" y="72516"/>
                  </a:lnTo>
                  <a:lnTo>
                    <a:pt x="22829" y="72516"/>
                  </a:lnTo>
                  <a:lnTo>
                    <a:pt x="22608" y="71391"/>
                  </a:lnTo>
                  <a:lnTo>
                    <a:pt x="22383" y="70249"/>
                  </a:lnTo>
                  <a:lnTo>
                    <a:pt x="22155" y="69176"/>
                  </a:lnTo>
                  <a:lnTo>
                    <a:pt x="21919" y="68111"/>
                  </a:lnTo>
                  <a:lnTo>
                    <a:pt x="21673" y="67054"/>
                  </a:lnTo>
                  <a:lnTo>
                    <a:pt x="21419" y="66004"/>
                  </a:lnTo>
                  <a:lnTo>
                    <a:pt x="21156" y="64961"/>
                  </a:lnTo>
                  <a:lnTo>
                    <a:pt x="20884" y="63925"/>
                  </a:lnTo>
                  <a:lnTo>
                    <a:pt x="20603" y="62894"/>
                  </a:lnTo>
                  <a:lnTo>
                    <a:pt x="20313" y="61869"/>
                  </a:lnTo>
                  <a:lnTo>
                    <a:pt x="20013" y="60850"/>
                  </a:lnTo>
                  <a:lnTo>
                    <a:pt x="19704" y="59835"/>
                  </a:lnTo>
                  <a:lnTo>
                    <a:pt x="19385" y="58824"/>
                  </a:lnTo>
                  <a:lnTo>
                    <a:pt x="19056" y="57818"/>
                  </a:lnTo>
                  <a:lnTo>
                    <a:pt x="18718" y="56815"/>
                  </a:lnTo>
                  <a:lnTo>
                    <a:pt x="18369" y="55815"/>
                  </a:lnTo>
                  <a:lnTo>
                    <a:pt x="18011" y="54818"/>
                  </a:lnTo>
                  <a:lnTo>
                    <a:pt x="17642" y="53823"/>
                  </a:lnTo>
                  <a:lnTo>
                    <a:pt x="17264" y="52830"/>
                  </a:lnTo>
                  <a:lnTo>
                    <a:pt x="16874" y="51839"/>
                  </a:lnTo>
                  <a:lnTo>
                    <a:pt x="16474" y="50848"/>
                  </a:lnTo>
                  <a:lnTo>
                    <a:pt x="16064" y="49858"/>
                  </a:lnTo>
                  <a:lnTo>
                    <a:pt x="15643" y="48869"/>
                  </a:lnTo>
                  <a:lnTo>
                    <a:pt x="15211" y="47879"/>
                  </a:lnTo>
                  <a:lnTo>
                    <a:pt x="14768" y="46888"/>
                  </a:lnTo>
                  <a:lnTo>
                    <a:pt x="14313" y="45897"/>
                  </a:lnTo>
                  <a:lnTo>
                    <a:pt x="13848" y="44904"/>
                  </a:lnTo>
                  <a:lnTo>
                    <a:pt x="13438" y="43771"/>
                  </a:lnTo>
                  <a:lnTo>
                    <a:pt x="13086" y="42677"/>
                  </a:lnTo>
                  <a:lnTo>
                    <a:pt x="12788" y="41612"/>
                  </a:lnTo>
                  <a:lnTo>
                    <a:pt x="12542" y="40570"/>
                  </a:lnTo>
                  <a:lnTo>
                    <a:pt x="12344" y="39542"/>
                  </a:lnTo>
                  <a:lnTo>
                    <a:pt x="12191" y="38520"/>
                  </a:lnTo>
                  <a:lnTo>
                    <a:pt x="12079" y="37497"/>
                  </a:lnTo>
                  <a:lnTo>
                    <a:pt x="12004" y="36464"/>
                  </a:lnTo>
                  <a:lnTo>
                    <a:pt x="11965" y="35414"/>
                  </a:lnTo>
                  <a:lnTo>
                    <a:pt x="11957" y="34339"/>
                  </a:lnTo>
                  <a:lnTo>
                    <a:pt x="11976" y="33232"/>
                  </a:lnTo>
                  <a:lnTo>
                    <a:pt x="12021" y="32083"/>
                  </a:lnTo>
                  <a:lnTo>
                    <a:pt x="12086" y="30887"/>
                  </a:lnTo>
                  <a:lnTo>
                    <a:pt x="10753" y="30887"/>
                  </a:lnTo>
                  <a:lnTo>
                    <a:pt x="9400" y="30887"/>
                  </a:lnTo>
                  <a:lnTo>
                    <a:pt x="8964" y="29702"/>
                  </a:lnTo>
                  <a:lnTo>
                    <a:pt x="8526" y="28512"/>
                  </a:lnTo>
                  <a:lnTo>
                    <a:pt x="8085" y="27315"/>
                  </a:lnTo>
                  <a:lnTo>
                    <a:pt x="7639" y="26103"/>
                  </a:lnTo>
                  <a:lnTo>
                    <a:pt x="7267" y="25111"/>
                  </a:lnTo>
                  <a:lnTo>
                    <a:pt x="6890" y="24127"/>
                  </a:lnTo>
                  <a:lnTo>
                    <a:pt x="6507" y="23151"/>
                  </a:lnTo>
                  <a:lnTo>
                    <a:pt x="6118" y="22180"/>
                  </a:lnTo>
                  <a:lnTo>
                    <a:pt x="5723" y="21214"/>
                  </a:lnTo>
                  <a:lnTo>
                    <a:pt x="5321" y="20251"/>
                  </a:lnTo>
                  <a:lnTo>
                    <a:pt x="4911" y="19290"/>
                  </a:lnTo>
                  <a:lnTo>
                    <a:pt x="4494" y="18330"/>
                  </a:lnTo>
                  <a:lnTo>
                    <a:pt x="4068" y="17370"/>
                  </a:lnTo>
                  <a:lnTo>
                    <a:pt x="3633" y="16408"/>
                  </a:lnTo>
                  <a:lnTo>
                    <a:pt x="3190" y="15443"/>
                  </a:lnTo>
                  <a:lnTo>
                    <a:pt x="2790" y="14388"/>
                  </a:lnTo>
                  <a:lnTo>
                    <a:pt x="2428" y="13353"/>
                  </a:lnTo>
                  <a:lnTo>
                    <a:pt x="2101" y="12335"/>
                  </a:lnTo>
                  <a:lnTo>
                    <a:pt x="1807" y="11329"/>
                  </a:lnTo>
                  <a:lnTo>
                    <a:pt x="1542" y="10332"/>
                  </a:lnTo>
                  <a:lnTo>
                    <a:pt x="1305" y="9340"/>
                  </a:lnTo>
                  <a:lnTo>
                    <a:pt x="1094" y="8349"/>
                  </a:lnTo>
                  <a:lnTo>
                    <a:pt x="904" y="7356"/>
                  </a:lnTo>
                  <a:lnTo>
                    <a:pt x="735" y="6356"/>
                  </a:lnTo>
                  <a:lnTo>
                    <a:pt x="583" y="5345"/>
                  </a:lnTo>
                  <a:lnTo>
                    <a:pt x="446" y="4320"/>
                  </a:lnTo>
                  <a:lnTo>
                    <a:pt x="322" y="3277"/>
                  </a:lnTo>
                  <a:lnTo>
                    <a:pt x="208" y="2212"/>
                  </a:lnTo>
                  <a:lnTo>
                    <a:pt x="102" y="11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EDAE3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egion 16 #9A7A71"/>
            <p:cNvSpPr/>
            <p:nvPr/>
          </p:nvSpPr>
          <p:spPr>
            <a:xfrm>
              <a:off x="1376455" y="734556"/>
              <a:ext cx="253986" cy="259177"/>
            </a:xfrm>
            <a:custGeom>
              <a:avLst/>
              <a:gdLst/>
              <a:ahLst/>
              <a:cxnLst/>
              <a:rect l="l" t="t" r="r" b="b"/>
              <a:pathLst>
                <a:path w="253986" h="259177">
                  <a:moveTo>
                    <a:pt x="37600" y="0"/>
                  </a:moveTo>
                  <a:lnTo>
                    <a:pt x="38598" y="333"/>
                  </a:lnTo>
                  <a:lnTo>
                    <a:pt x="39599" y="667"/>
                  </a:lnTo>
                  <a:lnTo>
                    <a:pt x="40609" y="1003"/>
                  </a:lnTo>
                  <a:lnTo>
                    <a:pt x="41629" y="1343"/>
                  </a:lnTo>
                  <a:lnTo>
                    <a:pt x="41629" y="2676"/>
                  </a:lnTo>
                  <a:lnTo>
                    <a:pt x="41629" y="4029"/>
                  </a:lnTo>
                  <a:lnTo>
                    <a:pt x="42066" y="4175"/>
                  </a:lnTo>
                  <a:lnTo>
                    <a:pt x="42631" y="4363"/>
                  </a:lnTo>
                  <a:lnTo>
                    <a:pt x="43702" y="4720"/>
                  </a:lnTo>
                  <a:lnTo>
                    <a:pt x="45658" y="5372"/>
                  </a:lnTo>
                  <a:lnTo>
                    <a:pt x="45658" y="6703"/>
                  </a:lnTo>
                  <a:lnTo>
                    <a:pt x="45658" y="8043"/>
                  </a:lnTo>
                  <a:lnTo>
                    <a:pt x="45658" y="9401"/>
                  </a:lnTo>
                  <a:lnTo>
                    <a:pt x="46990" y="9401"/>
                  </a:lnTo>
                  <a:lnTo>
                    <a:pt x="48343" y="9401"/>
                  </a:lnTo>
                  <a:lnTo>
                    <a:pt x="48573" y="10089"/>
                  </a:lnTo>
                  <a:lnTo>
                    <a:pt x="49267" y="12170"/>
                  </a:lnTo>
                  <a:lnTo>
                    <a:pt x="49681" y="13089"/>
                  </a:lnTo>
                  <a:lnTo>
                    <a:pt x="50111" y="14023"/>
                  </a:lnTo>
                  <a:lnTo>
                    <a:pt x="50559" y="14965"/>
                  </a:lnTo>
                  <a:lnTo>
                    <a:pt x="51025" y="15911"/>
                  </a:lnTo>
                  <a:lnTo>
                    <a:pt x="51511" y="16856"/>
                  </a:lnTo>
                  <a:lnTo>
                    <a:pt x="52020" y="17795"/>
                  </a:lnTo>
                  <a:lnTo>
                    <a:pt x="52552" y="18723"/>
                  </a:lnTo>
                  <a:lnTo>
                    <a:pt x="53110" y="19637"/>
                  </a:lnTo>
                  <a:lnTo>
                    <a:pt x="53695" y="20530"/>
                  </a:lnTo>
                  <a:lnTo>
                    <a:pt x="54308" y="21398"/>
                  </a:lnTo>
                  <a:lnTo>
                    <a:pt x="54951" y="22235"/>
                  </a:lnTo>
                  <a:lnTo>
                    <a:pt x="55626" y="23039"/>
                  </a:lnTo>
                  <a:lnTo>
                    <a:pt x="56334" y="23802"/>
                  </a:lnTo>
                  <a:lnTo>
                    <a:pt x="57077" y="24522"/>
                  </a:lnTo>
                  <a:lnTo>
                    <a:pt x="57856" y="25192"/>
                  </a:lnTo>
                  <a:lnTo>
                    <a:pt x="58674" y="25808"/>
                  </a:lnTo>
                  <a:lnTo>
                    <a:pt x="59531" y="26365"/>
                  </a:lnTo>
                  <a:lnTo>
                    <a:pt x="60429" y="26858"/>
                  </a:lnTo>
                  <a:lnTo>
                    <a:pt x="60678" y="25778"/>
                  </a:lnTo>
                  <a:lnTo>
                    <a:pt x="60929" y="24693"/>
                  </a:lnTo>
                  <a:lnTo>
                    <a:pt x="61181" y="23599"/>
                  </a:lnTo>
                  <a:lnTo>
                    <a:pt x="61436" y="22494"/>
                  </a:lnTo>
                  <a:lnTo>
                    <a:pt x="61862" y="21272"/>
                  </a:lnTo>
                  <a:lnTo>
                    <a:pt x="62284" y="20176"/>
                  </a:lnTo>
                  <a:lnTo>
                    <a:pt x="62713" y="19188"/>
                  </a:lnTo>
                  <a:lnTo>
                    <a:pt x="63159" y="18289"/>
                  </a:lnTo>
                  <a:lnTo>
                    <a:pt x="63631" y="17461"/>
                  </a:lnTo>
                  <a:lnTo>
                    <a:pt x="64138" y="16685"/>
                  </a:lnTo>
                  <a:lnTo>
                    <a:pt x="64691" y="15942"/>
                  </a:lnTo>
                  <a:lnTo>
                    <a:pt x="65300" y="15215"/>
                  </a:lnTo>
                  <a:lnTo>
                    <a:pt x="65975" y="14484"/>
                  </a:lnTo>
                  <a:lnTo>
                    <a:pt x="66724" y="13732"/>
                  </a:lnTo>
                  <a:lnTo>
                    <a:pt x="67558" y="12938"/>
                  </a:lnTo>
                  <a:lnTo>
                    <a:pt x="68487" y="12086"/>
                  </a:lnTo>
                  <a:lnTo>
                    <a:pt x="69314" y="10593"/>
                  </a:lnTo>
                  <a:lnTo>
                    <a:pt x="69867" y="9567"/>
                  </a:lnTo>
                  <a:lnTo>
                    <a:pt x="70275" y="8751"/>
                  </a:lnTo>
                  <a:lnTo>
                    <a:pt x="70667" y="7886"/>
                  </a:lnTo>
                  <a:lnTo>
                    <a:pt x="71172" y="6715"/>
                  </a:lnTo>
                  <a:lnTo>
                    <a:pt x="72503" y="6715"/>
                  </a:lnTo>
                  <a:lnTo>
                    <a:pt x="73843" y="6715"/>
                  </a:lnTo>
                  <a:lnTo>
                    <a:pt x="75201" y="6715"/>
                  </a:lnTo>
                  <a:lnTo>
                    <a:pt x="75341" y="7764"/>
                  </a:lnTo>
                  <a:lnTo>
                    <a:pt x="75481" y="8814"/>
                  </a:lnTo>
                  <a:lnTo>
                    <a:pt x="75621" y="9864"/>
                  </a:lnTo>
                  <a:lnTo>
                    <a:pt x="75761" y="10915"/>
                  </a:lnTo>
                  <a:lnTo>
                    <a:pt x="75901" y="11966"/>
                  </a:lnTo>
                  <a:lnTo>
                    <a:pt x="76041" y="13019"/>
                  </a:lnTo>
                  <a:lnTo>
                    <a:pt x="76182" y="14072"/>
                  </a:lnTo>
                  <a:lnTo>
                    <a:pt x="76323" y="15126"/>
                  </a:lnTo>
                  <a:lnTo>
                    <a:pt x="76463" y="16182"/>
                  </a:lnTo>
                  <a:lnTo>
                    <a:pt x="76604" y="17240"/>
                  </a:lnTo>
                  <a:lnTo>
                    <a:pt x="76746" y="18299"/>
                  </a:lnTo>
                  <a:lnTo>
                    <a:pt x="76887" y="19360"/>
                  </a:lnTo>
                  <a:lnTo>
                    <a:pt x="77029" y="20424"/>
                  </a:lnTo>
                  <a:lnTo>
                    <a:pt x="77171" y="21489"/>
                  </a:lnTo>
                  <a:lnTo>
                    <a:pt x="77313" y="22558"/>
                  </a:lnTo>
                  <a:lnTo>
                    <a:pt x="77456" y="23628"/>
                  </a:lnTo>
                  <a:lnTo>
                    <a:pt x="77599" y="24702"/>
                  </a:lnTo>
                  <a:lnTo>
                    <a:pt x="77743" y="25778"/>
                  </a:lnTo>
                  <a:lnTo>
                    <a:pt x="77887" y="26858"/>
                  </a:lnTo>
                  <a:lnTo>
                    <a:pt x="78313" y="26602"/>
                  </a:lnTo>
                  <a:lnTo>
                    <a:pt x="78722" y="26357"/>
                  </a:lnTo>
                  <a:lnTo>
                    <a:pt x="79229" y="26053"/>
                  </a:lnTo>
                  <a:lnTo>
                    <a:pt x="79954" y="25618"/>
                  </a:lnTo>
                  <a:lnTo>
                    <a:pt x="81012" y="24983"/>
                  </a:lnTo>
                  <a:lnTo>
                    <a:pt x="82522" y="24077"/>
                  </a:lnTo>
                  <a:lnTo>
                    <a:pt x="84601" y="22829"/>
                  </a:lnTo>
                  <a:lnTo>
                    <a:pt x="85934" y="22829"/>
                  </a:lnTo>
                  <a:lnTo>
                    <a:pt x="87287" y="22829"/>
                  </a:lnTo>
                  <a:lnTo>
                    <a:pt x="87433" y="22393"/>
                  </a:lnTo>
                  <a:lnTo>
                    <a:pt x="87621" y="21827"/>
                  </a:lnTo>
                  <a:lnTo>
                    <a:pt x="87978" y="20756"/>
                  </a:lnTo>
                  <a:lnTo>
                    <a:pt x="88630" y="18801"/>
                  </a:lnTo>
                  <a:lnTo>
                    <a:pt x="89649" y="18008"/>
                  </a:lnTo>
                  <a:lnTo>
                    <a:pt x="90417" y="17425"/>
                  </a:lnTo>
                  <a:lnTo>
                    <a:pt x="91081" y="16953"/>
                  </a:lnTo>
                  <a:lnTo>
                    <a:pt x="91788" y="16490"/>
                  </a:lnTo>
                  <a:lnTo>
                    <a:pt x="92684" y="15936"/>
                  </a:lnTo>
                  <a:lnTo>
                    <a:pt x="93918" y="15191"/>
                  </a:lnTo>
                  <a:lnTo>
                    <a:pt x="94873" y="14605"/>
                  </a:lnTo>
                  <a:lnTo>
                    <a:pt x="95834" y="14013"/>
                  </a:lnTo>
                  <a:lnTo>
                    <a:pt x="96808" y="13413"/>
                  </a:lnTo>
                  <a:lnTo>
                    <a:pt x="98081" y="12766"/>
                  </a:lnTo>
                  <a:lnTo>
                    <a:pt x="98991" y="12373"/>
                  </a:lnTo>
                  <a:lnTo>
                    <a:pt x="99789" y="12171"/>
                  </a:lnTo>
                  <a:lnTo>
                    <a:pt x="100727" y="12097"/>
                  </a:lnTo>
                  <a:lnTo>
                    <a:pt x="102059" y="12086"/>
                  </a:lnTo>
                  <a:lnTo>
                    <a:pt x="102059" y="10754"/>
                  </a:lnTo>
                  <a:lnTo>
                    <a:pt x="102059" y="9401"/>
                  </a:lnTo>
                  <a:lnTo>
                    <a:pt x="103167" y="8957"/>
                  </a:lnTo>
                  <a:lnTo>
                    <a:pt x="104277" y="8513"/>
                  </a:lnTo>
                  <a:lnTo>
                    <a:pt x="105391" y="8068"/>
                  </a:lnTo>
                  <a:lnTo>
                    <a:pt x="106510" y="7620"/>
                  </a:lnTo>
                  <a:lnTo>
                    <a:pt x="107637" y="7169"/>
                  </a:lnTo>
                  <a:lnTo>
                    <a:pt x="108773" y="6715"/>
                  </a:lnTo>
                  <a:lnTo>
                    <a:pt x="108773" y="5382"/>
                  </a:lnTo>
                  <a:lnTo>
                    <a:pt x="108773" y="4029"/>
                  </a:lnTo>
                  <a:lnTo>
                    <a:pt x="109770" y="3697"/>
                  </a:lnTo>
                  <a:lnTo>
                    <a:pt x="110768" y="3364"/>
                  </a:lnTo>
                  <a:lnTo>
                    <a:pt x="111769" y="3031"/>
                  </a:lnTo>
                  <a:lnTo>
                    <a:pt x="112771" y="2696"/>
                  </a:lnTo>
                  <a:lnTo>
                    <a:pt x="113778" y="2361"/>
                  </a:lnTo>
                  <a:lnTo>
                    <a:pt x="114790" y="2024"/>
                  </a:lnTo>
                  <a:lnTo>
                    <a:pt x="115807" y="1685"/>
                  </a:lnTo>
                  <a:lnTo>
                    <a:pt x="116830" y="1343"/>
                  </a:lnTo>
                  <a:lnTo>
                    <a:pt x="116580" y="2397"/>
                  </a:lnTo>
                  <a:lnTo>
                    <a:pt x="116315" y="3445"/>
                  </a:lnTo>
                  <a:lnTo>
                    <a:pt x="116039" y="4488"/>
                  </a:lnTo>
                  <a:lnTo>
                    <a:pt x="115751" y="5527"/>
                  </a:lnTo>
                  <a:lnTo>
                    <a:pt x="115453" y="6561"/>
                  </a:lnTo>
                  <a:lnTo>
                    <a:pt x="115145" y="7593"/>
                  </a:lnTo>
                  <a:lnTo>
                    <a:pt x="114829" y="8622"/>
                  </a:lnTo>
                  <a:lnTo>
                    <a:pt x="114505" y="9648"/>
                  </a:lnTo>
                  <a:lnTo>
                    <a:pt x="114174" y="10674"/>
                  </a:lnTo>
                  <a:lnTo>
                    <a:pt x="113838" y="11698"/>
                  </a:lnTo>
                  <a:lnTo>
                    <a:pt x="113496" y="12722"/>
                  </a:lnTo>
                  <a:lnTo>
                    <a:pt x="113150" y="13747"/>
                  </a:lnTo>
                  <a:lnTo>
                    <a:pt x="112802" y="14772"/>
                  </a:lnTo>
                  <a:lnTo>
                    <a:pt x="111469" y="14772"/>
                  </a:lnTo>
                  <a:lnTo>
                    <a:pt x="110116" y="14772"/>
                  </a:lnTo>
                  <a:lnTo>
                    <a:pt x="109869" y="15886"/>
                  </a:lnTo>
                  <a:lnTo>
                    <a:pt x="109618" y="17017"/>
                  </a:lnTo>
                  <a:lnTo>
                    <a:pt x="109322" y="18067"/>
                  </a:lnTo>
                  <a:lnTo>
                    <a:pt x="109009" y="19105"/>
                  </a:lnTo>
                  <a:lnTo>
                    <a:pt x="108678" y="20131"/>
                  </a:lnTo>
                  <a:lnTo>
                    <a:pt x="108331" y="21149"/>
                  </a:lnTo>
                  <a:lnTo>
                    <a:pt x="107971" y="22160"/>
                  </a:lnTo>
                  <a:lnTo>
                    <a:pt x="107597" y="23167"/>
                  </a:lnTo>
                  <a:lnTo>
                    <a:pt x="107212" y="24172"/>
                  </a:lnTo>
                  <a:lnTo>
                    <a:pt x="106818" y="25176"/>
                  </a:lnTo>
                  <a:lnTo>
                    <a:pt x="106414" y="26183"/>
                  </a:lnTo>
                  <a:lnTo>
                    <a:pt x="106004" y="27194"/>
                  </a:lnTo>
                  <a:lnTo>
                    <a:pt x="105786" y="27728"/>
                  </a:lnTo>
                  <a:lnTo>
                    <a:pt x="105404" y="28669"/>
                  </a:lnTo>
                  <a:lnTo>
                    <a:pt x="104530" y="30824"/>
                  </a:lnTo>
                  <a:lnTo>
                    <a:pt x="104249" y="31508"/>
                  </a:lnTo>
                  <a:lnTo>
                    <a:pt x="103402" y="33573"/>
                  </a:lnTo>
                  <a:lnTo>
                    <a:pt x="102069" y="33573"/>
                  </a:lnTo>
                  <a:lnTo>
                    <a:pt x="100716" y="33573"/>
                  </a:lnTo>
                  <a:lnTo>
                    <a:pt x="100716" y="34905"/>
                  </a:lnTo>
                  <a:lnTo>
                    <a:pt x="100716" y="36258"/>
                  </a:lnTo>
                  <a:lnTo>
                    <a:pt x="101713" y="35926"/>
                  </a:lnTo>
                  <a:lnTo>
                    <a:pt x="102715" y="35592"/>
                  </a:lnTo>
                  <a:lnTo>
                    <a:pt x="103724" y="35256"/>
                  </a:lnTo>
                  <a:lnTo>
                    <a:pt x="104744" y="34915"/>
                  </a:lnTo>
                  <a:lnTo>
                    <a:pt x="105931" y="34880"/>
                  </a:lnTo>
                  <a:lnTo>
                    <a:pt x="107118" y="34853"/>
                  </a:lnTo>
                  <a:lnTo>
                    <a:pt x="108305" y="34834"/>
                  </a:lnTo>
                  <a:lnTo>
                    <a:pt x="109492" y="34823"/>
                  </a:lnTo>
                  <a:lnTo>
                    <a:pt x="110679" y="34819"/>
                  </a:lnTo>
                  <a:lnTo>
                    <a:pt x="111867" y="34822"/>
                  </a:lnTo>
                  <a:lnTo>
                    <a:pt x="113054" y="34832"/>
                  </a:lnTo>
                  <a:lnTo>
                    <a:pt x="113533" y="34836"/>
                  </a:lnTo>
                  <a:lnTo>
                    <a:pt x="114154" y="34841"/>
                  </a:lnTo>
                  <a:lnTo>
                    <a:pt x="115329" y="34850"/>
                  </a:lnTo>
                  <a:lnTo>
                    <a:pt x="117475" y="34868"/>
                  </a:lnTo>
                  <a:lnTo>
                    <a:pt x="118593" y="34884"/>
                  </a:lnTo>
                  <a:lnTo>
                    <a:pt x="119718" y="34899"/>
                  </a:lnTo>
                  <a:lnTo>
                    <a:pt x="120859" y="34915"/>
                  </a:lnTo>
                  <a:lnTo>
                    <a:pt x="120713" y="35352"/>
                  </a:lnTo>
                  <a:lnTo>
                    <a:pt x="120525" y="35918"/>
                  </a:lnTo>
                  <a:lnTo>
                    <a:pt x="120168" y="36989"/>
                  </a:lnTo>
                  <a:lnTo>
                    <a:pt x="119516" y="38944"/>
                  </a:lnTo>
                  <a:lnTo>
                    <a:pt x="118183" y="38944"/>
                  </a:lnTo>
                  <a:lnTo>
                    <a:pt x="116830" y="38944"/>
                  </a:lnTo>
                  <a:lnTo>
                    <a:pt x="116247" y="40152"/>
                  </a:lnTo>
                  <a:lnTo>
                    <a:pt x="115655" y="41377"/>
                  </a:lnTo>
                  <a:lnTo>
                    <a:pt x="115088" y="42477"/>
                  </a:lnTo>
                  <a:lnTo>
                    <a:pt x="114633" y="43339"/>
                  </a:lnTo>
                  <a:lnTo>
                    <a:pt x="114215" y="44085"/>
                  </a:lnTo>
                  <a:lnTo>
                    <a:pt x="113762" y="44836"/>
                  </a:lnTo>
                  <a:lnTo>
                    <a:pt x="113201" y="45715"/>
                  </a:lnTo>
                  <a:lnTo>
                    <a:pt x="112458" y="46844"/>
                  </a:lnTo>
                  <a:lnTo>
                    <a:pt x="111459" y="48344"/>
                  </a:lnTo>
                  <a:lnTo>
                    <a:pt x="112706" y="48289"/>
                  </a:lnTo>
                  <a:lnTo>
                    <a:pt x="113962" y="48233"/>
                  </a:lnTo>
                  <a:lnTo>
                    <a:pt x="115235" y="48176"/>
                  </a:lnTo>
                  <a:lnTo>
                    <a:pt x="116656" y="48237"/>
                  </a:lnTo>
                  <a:lnTo>
                    <a:pt x="117773" y="48315"/>
                  </a:lnTo>
                  <a:lnTo>
                    <a:pt x="118683" y="48445"/>
                  </a:lnTo>
                  <a:lnTo>
                    <a:pt x="119485" y="48659"/>
                  </a:lnTo>
                  <a:lnTo>
                    <a:pt x="120274" y="48991"/>
                  </a:lnTo>
                  <a:lnTo>
                    <a:pt x="121149" y="49475"/>
                  </a:lnTo>
                  <a:lnTo>
                    <a:pt x="122207" y="50143"/>
                  </a:lnTo>
                  <a:lnTo>
                    <a:pt x="123545" y="51030"/>
                  </a:lnTo>
                  <a:lnTo>
                    <a:pt x="124585" y="51344"/>
                  </a:lnTo>
                  <a:lnTo>
                    <a:pt x="125626" y="51654"/>
                  </a:lnTo>
                  <a:lnTo>
                    <a:pt x="126668" y="51960"/>
                  </a:lnTo>
                  <a:lnTo>
                    <a:pt x="127712" y="52262"/>
                  </a:lnTo>
                  <a:lnTo>
                    <a:pt x="128756" y="52560"/>
                  </a:lnTo>
                  <a:lnTo>
                    <a:pt x="129802" y="52855"/>
                  </a:lnTo>
                  <a:lnTo>
                    <a:pt x="130848" y="53146"/>
                  </a:lnTo>
                  <a:lnTo>
                    <a:pt x="131896" y="53433"/>
                  </a:lnTo>
                  <a:lnTo>
                    <a:pt x="132945" y="53716"/>
                  </a:lnTo>
                  <a:lnTo>
                    <a:pt x="134648" y="54294"/>
                  </a:lnTo>
                  <a:lnTo>
                    <a:pt x="135830" y="54760"/>
                  </a:lnTo>
                  <a:lnTo>
                    <a:pt x="136638" y="55227"/>
                  </a:lnTo>
                  <a:lnTo>
                    <a:pt x="137222" y="55805"/>
                  </a:lnTo>
                  <a:lnTo>
                    <a:pt x="137732" y="56607"/>
                  </a:lnTo>
                  <a:lnTo>
                    <a:pt x="138316" y="57744"/>
                  </a:lnTo>
                  <a:lnTo>
                    <a:pt x="139377" y="58015"/>
                  </a:lnTo>
                  <a:lnTo>
                    <a:pt x="140441" y="58286"/>
                  </a:lnTo>
                  <a:lnTo>
                    <a:pt x="141513" y="58559"/>
                  </a:lnTo>
                  <a:lnTo>
                    <a:pt x="142598" y="58835"/>
                  </a:lnTo>
                  <a:lnTo>
                    <a:pt x="143782" y="59225"/>
                  </a:lnTo>
                  <a:lnTo>
                    <a:pt x="144868" y="59626"/>
                  </a:lnTo>
                  <a:lnTo>
                    <a:pt x="145870" y="60043"/>
                  </a:lnTo>
                  <a:lnTo>
                    <a:pt x="146802" y="60484"/>
                  </a:lnTo>
                  <a:lnTo>
                    <a:pt x="147680" y="60952"/>
                  </a:lnTo>
                  <a:lnTo>
                    <a:pt x="148517" y="61454"/>
                  </a:lnTo>
                  <a:lnTo>
                    <a:pt x="149330" y="61996"/>
                  </a:lnTo>
                  <a:lnTo>
                    <a:pt x="150132" y="62583"/>
                  </a:lnTo>
                  <a:lnTo>
                    <a:pt x="150938" y="63221"/>
                  </a:lnTo>
                  <a:lnTo>
                    <a:pt x="151763" y="63916"/>
                  </a:lnTo>
                  <a:lnTo>
                    <a:pt x="152621" y="64672"/>
                  </a:lnTo>
                  <a:lnTo>
                    <a:pt x="153529" y="65497"/>
                  </a:lnTo>
                  <a:lnTo>
                    <a:pt x="154540" y="66191"/>
                  </a:lnTo>
                  <a:lnTo>
                    <a:pt x="155543" y="66788"/>
                  </a:lnTo>
                  <a:lnTo>
                    <a:pt x="156548" y="67305"/>
                  </a:lnTo>
                  <a:lnTo>
                    <a:pt x="157567" y="67758"/>
                  </a:lnTo>
                  <a:lnTo>
                    <a:pt x="158610" y="68162"/>
                  </a:lnTo>
                  <a:lnTo>
                    <a:pt x="159687" y="68533"/>
                  </a:lnTo>
                  <a:lnTo>
                    <a:pt x="160808" y="68888"/>
                  </a:lnTo>
                  <a:lnTo>
                    <a:pt x="161985" y="69242"/>
                  </a:lnTo>
                  <a:lnTo>
                    <a:pt x="163128" y="69600"/>
                  </a:lnTo>
                  <a:lnTo>
                    <a:pt x="164188" y="69966"/>
                  </a:lnTo>
                  <a:lnTo>
                    <a:pt x="165177" y="70349"/>
                  </a:lnTo>
                  <a:lnTo>
                    <a:pt x="166103" y="70755"/>
                  </a:lnTo>
                  <a:lnTo>
                    <a:pt x="166977" y="71191"/>
                  </a:lnTo>
                  <a:lnTo>
                    <a:pt x="167807" y="71662"/>
                  </a:lnTo>
                  <a:lnTo>
                    <a:pt x="168604" y="72177"/>
                  </a:lnTo>
                  <a:lnTo>
                    <a:pt x="169378" y="72742"/>
                  </a:lnTo>
                  <a:lnTo>
                    <a:pt x="170138" y="73363"/>
                  </a:lnTo>
                  <a:lnTo>
                    <a:pt x="170893" y="74047"/>
                  </a:lnTo>
                  <a:lnTo>
                    <a:pt x="171654" y="74801"/>
                  </a:lnTo>
                  <a:lnTo>
                    <a:pt x="172430" y="75631"/>
                  </a:lnTo>
                  <a:lnTo>
                    <a:pt x="173231" y="76545"/>
                  </a:lnTo>
                  <a:lnTo>
                    <a:pt x="174067" y="77254"/>
                  </a:lnTo>
                  <a:lnTo>
                    <a:pt x="174903" y="77959"/>
                  </a:lnTo>
                  <a:lnTo>
                    <a:pt x="175740" y="78661"/>
                  </a:lnTo>
                  <a:lnTo>
                    <a:pt x="176579" y="79360"/>
                  </a:lnTo>
                  <a:lnTo>
                    <a:pt x="177419" y="80054"/>
                  </a:lnTo>
                  <a:lnTo>
                    <a:pt x="178263" y="80745"/>
                  </a:lnTo>
                  <a:lnTo>
                    <a:pt x="179109" y="81432"/>
                  </a:lnTo>
                  <a:lnTo>
                    <a:pt x="179958" y="82114"/>
                  </a:lnTo>
                  <a:lnTo>
                    <a:pt x="180812" y="82792"/>
                  </a:lnTo>
                  <a:lnTo>
                    <a:pt x="181669" y="83466"/>
                  </a:lnTo>
                  <a:lnTo>
                    <a:pt x="182531" y="84135"/>
                  </a:lnTo>
                  <a:lnTo>
                    <a:pt x="183398" y="84799"/>
                  </a:lnTo>
                  <a:lnTo>
                    <a:pt x="184271" y="85459"/>
                  </a:lnTo>
                  <a:lnTo>
                    <a:pt x="185150" y="86113"/>
                  </a:lnTo>
                  <a:lnTo>
                    <a:pt x="186092" y="86945"/>
                  </a:lnTo>
                  <a:lnTo>
                    <a:pt x="187041" y="87782"/>
                  </a:lnTo>
                  <a:lnTo>
                    <a:pt x="188003" y="88631"/>
                  </a:lnTo>
                  <a:lnTo>
                    <a:pt x="188003" y="89962"/>
                  </a:lnTo>
                  <a:lnTo>
                    <a:pt x="188003" y="91302"/>
                  </a:lnTo>
                  <a:lnTo>
                    <a:pt x="188003" y="92659"/>
                  </a:lnTo>
                  <a:lnTo>
                    <a:pt x="189034" y="92990"/>
                  </a:lnTo>
                  <a:lnTo>
                    <a:pt x="190072" y="93323"/>
                  </a:lnTo>
                  <a:lnTo>
                    <a:pt x="191124" y="93661"/>
                  </a:lnTo>
                  <a:lnTo>
                    <a:pt x="192265" y="94224"/>
                  </a:lnTo>
                  <a:lnTo>
                    <a:pt x="193248" y="94772"/>
                  </a:lnTo>
                  <a:lnTo>
                    <a:pt x="194098" y="95323"/>
                  </a:lnTo>
                  <a:lnTo>
                    <a:pt x="194841" y="95896"/>
                  </a:lnTo>
                  <a:lnTo>
                    <a:pt x="195503" y="96508"/>
                  </a:lnTo>
                  <a:lnTo>
                    <a:pt x="196110" y="97179"/>
                  </a:lnTo>
                  <a:lnTo>
                    <a:pt x="196686" y="97925"/>
                  </a:lnTo>
                  <a:lnTo>
                    <a:pt x="197258" y="98765"/>
                  </a:lnTo>
                  <a:lnTo>
                    <a:pt x="197852" y="99717"/>
                  </a:lnTo>
                  <a:lnTo>
                    <a:pt x="198494" y="100800"/>
                  </a:lnTo>
                  <a:lnTo>
                    <a:pt x="199083" y="101735"/>
                  </a:lnTo>
                  <a:lnTo>
                    <a:pt x="199677" y="102653"/>
                  </a:lnTo>
                  <a:lnTo>
                    <a:pt x="200279" y="103556"/>
                  </a:lnTo>
                  <a:lnTo>
                    <a:pt x="200887" y="104444"/>
                  </a:lnTo>
                  <a:lnTo>
                    <a:pt x="201504" y="105320"/>
                  </a:lnTo>
                  <a:lnTo>
                    <a:pt x="202131" y="106184"/>
                  </a:lnTo>
                  <a:lnTo>
                    <a:pt x="202767" y="107037"/>
                  </a:lnTo>
                  <a:lnTo>
                    <a:pt x="203414" y="107882"/>
                  </a:lnTo>
                  <a:lnTo>
                    <a:pt x="204072" y="108718"/>
                  </a:lnTo>
                  <a:lnTo>
                    <a:pt x="204743" y="109548"/>
                  </a:lnTo>
                  <a:lnTo>
                    <a:pt x="205427" y="110372"/>
                  </a:lnTo>
                  <a:lnTo>
                    <a:pt x="206126" y="111193"/>
                  </a:lnTo>
                  <a:lnTo>
                    <a:pt x="206839" y="112010"/>
                  </a:lnTo>
                  <a:lnTo>
                    <a:pt x="207568" y="112826"/>
                  </a:lnTo>
                  <a:lnTo>
                    <a:pt x="208314" y="113642"/>
                  </a:lnTo>
                  <a:lnTo>
                    <a:pt x="209062" y="114475"/>
                  </a:lnTo>
                  <a:lnTo>
                    <a:pt x="209784" y="115306"/>
                  </a:lnTo>
                  <a:lnTo>
                    <a:pt x="210480" y="116134"/>
                  </a:lnTo>
                  <a:lnTo>
                    <a:pt x="211153" y="116961"/>
                  </a:lnTo>
                  <a:lnTo>
                    <a:pt x="211801" y="117789"/>
                  </a:lnTo>
                  <a:lnTo>
                    <a:pt x="212428" y="118617"/>
                  </a:lnTo>
                  <a:lnTo>
                    <a:pt x="213032" y="119448"/>
                  </a:lnTo>
                  <a:lnTo>
                    <a:pt x="213616" y="120281"/>
                  </a:lnTo>
                  <a:lnTo>
                    <a:pt x="214180" y="121119"/>
                  </a:lnTo>
                  <a:lnTo>
                    <a:pt x="214725" y="121962"/>
                  </a:lnTo>
                  <a:lnTo>
                    <a:pt x="215252" y="122811"/>
                  </a:lnTo>
                  <a:lnTo>
                    <a:pt x="215761" y="123667"/>
                  </a:lnTo>
                  <a:lnTo>
                    <a:pt x="216255" y="124532"/>
                  </a:lnTo>
                  <a:lnTo>
                    <a:pt x="216732" y="125405"/>
                  </a:lnTo>
                  <a:lnTo>
                    <a:pt x="217195" y="126289"/>
                  </a:lnTo>
                  <a:lnTo>
                    <a:pt x="217645" y="127184"/>
                  </a:lnTo>
                  <a:lnTo>
                    <a:pt x="218081" y="128091"/>
                  </a:lnTo>
                  <a:lnTo>
                    <a:pt x="218505" y="129012"/>
                  </a:lnTo>
                  <a:lnTo>
                    <a:pt x="218919" y="129946"/>
                  </a:lnTo>
                  <a:lnTo>
                    <a:pt x="219322" y="130897"/>
                  </a:lnTo>
                  <a:lnTo>
                    <a:pt x="219716" y="131863"/>
                  </a:lnTo>
                  <a:lnTo>
                    <a:pt x="220101" y="132846"/>
                  </a:lnTo>
                  <a:lnTo>
                    <a:pt x="220479" y="133848"/>
                  </a:lnTo>
                  <a:lnTo>
                    <a:pt x="220850" y="134870"/>
                  </a:lnTo>
                  <a:lnTo>
                    <a:pt x="221215" y="135911"/>
                  </a:lnTo>
                  <a:lnTo>
                    <a:pt x="221575" y="136975"/>
                  </a:lnTo>
                  <a:lnTo>
                    <a:pt x="222083" y="137985"/>
                  </a:lnTo>
                  <a:lnTo>
                    <a:pt x="222599" y="138977"/>
                  </a:lnTo>
                  <a:lnTo>
                    <a:pt x="223125" y="139951"/>
                  </a:lnTo>
                  <a:lnTo>
                    <a:pt x="223663" y="140907"/>
                  </a:lnTo>
                  <a:lnTo>
                    <a:pt x="224216" y="141846"/>
                  </a:lnTo>
                  <a:lnTo>
                    <a:pt x="224784" y="142769"/>
                  </a:lnTo>
                  <a:lnTo>
                    <a:pt x="225371" y="143676"/>
                  </a:lnTo>
                  <a:lnTo>
                    <a:pt x="225979" y="144567"/>
                  </a:lnTo>
                  <a:lnTo>
                    <a:pt x="226609" y="145442"/>
                  </a:lnTo>
                  <a:lnTo>
                    <a:pt x="227263" y="146303"/>
                  </a:lnTo>
                  <a:lnTo>
                    <a:pt x="227945" y="147150"/>
                  </a:lnTo>
                  <a:lnTo>
                    <a:pt x="228654" y="147983"/>
                  </a:lnTo>
                  <a:lnTo>
                    <a:pt x="229395" y="148802"/>
                  </a:lnTo>
                  <a:lnTo>
                    <a:pt x="230168" y="149609"/>
                  </a:lnTo>
                  <a:lnTo>
                    <a:pt x="230975" y="150403"/>
                  </a:lnTo>
                  <a:lnTo>
                    <a:pt x="231527" y="151357"/>
                  </a:lnTo>
                  <a:lnTo>
                    <a:pt x="232032" y="152315"/>
                  </a:lnTo>
                  <a:lnTo>
                    <a:pt x="232494" y="153281"/>
                  </a:lnTo>
                  <a:lnTo>
                    <a:pt x="232917" y="154253"/>
                  </a:lnTo>
                  <a:lnTo>
                    <a:pt x="233307" y="155234"/>
                  </a:lnTo>
                  <a:lnTo>
                    <a:pt x="233667" y="156224"/>
                  </a:lnTo>
                  <a:lnTo>
                    <a:pt x="234004" y="157223"/>
                  </a:lnTo>
                  <a:lnTo>
                    <a:pt x="234321" y="158234"/>
                  </a:lnTo>
                  <a:lnTo>
                    <a:pt x="234623" y="159256"/>
                  </a:lnTo>
                  <a:lnTo>
                    <a:pt x="234915" y="160291"/>
                  </a:lnTo>
                  <a:lnTo>
                    <a:pt x="235201" y="161338"/>
                  </a:lnTo>
                  <a:lnTo>
                    <a:pt x="235486" y="162401"/>
                  </a:lnTo>
                  <a:lnTo>
                    <a:pt x="235816" y="163432"/>
                  </a:lnTo>
                  <a:lnTo>
                    <a:pt x="236162" y="164457"/>
                  </a:lnTo>
                  <a:lnTo>
                    <a:pt x="236524" y="165476"/>
                  </a:lnTo>
                  <a:lnTo>
                    <a:pt x="236899" y="166489"/>
                  </a:lnTo>
                  <a:lnTo>
                    <a:pt x="237286" y="167497"/>
                  </a:lnTo>
                  <a:lnTo>
                    <a:pt x="237684" y="168502"/>
                  </a:lnTo>
                  <a:lnTo>
                    <a:pt x="238090" y="169502"/>
                  </a:lnTo>
                  <a:lnTo>
                    <a:pt x="238505" y="170500"/>
                  </a:lnTo>
                  <a:lnTo>
                    <a:pt x="238925" y="171496"/>
                  </a:lnTo>
                  <a:lnTo>
                    <a:pt x="239350" y="172491"/>
                  </a:lnTo>
                  <a:lnTo>
                    <a:pt x="239778" y="173484"/>
                  </a:lnTo>
                  <a:lnTo>
                    <a:pt x="240208" y="174478"/>
                  </a:lnTo>
                  <a:lnTo>
                    <a:pt x="240637" y="175472"/>
                  </a:lnTo>
                  <a:lnTo>
                    <a:pt x="240994" y="176516"/>
                  </a:lnTo>
                  <a:lnTo>
                    <a:pt x="241262" y="177367"/>
                  </a:lnTo>
                  <a:lnTo>
                    <a:pt x="241455" y="178123"/>
                  </a:lnTo>
                  <a:lnTo>
                    <a:pt x="241583" y="178884"/>
                  </a:lnTo>
                  <a:lnTo>
                    <a:pt x="241661" y="179750"/>
                  </a:lnTo>
                  <a:lnTo>
                    <a:pt x="241702" y="180821"/>
                  </a:lnTo>
                  <a:lnTo>
                    <a:pt x="241716" y="182196"/>
                  </a:lnTo>
                  <a:lnTo>
                    <a:pt x="241718" y="183975"/>
                  </a:lnTo>
                  <a:lnTo>
                    <a:pt x="242716" y="184308"/>
                  </a:lnTo>
                  <a:lnTo>
                    <a:pt x="243718" y="184642"/>
                  </a:lnTo>
                  <a:lnTo>
                    <a:pt x="244727" y="184978"/>
                  </a:lnTo>
                  <a:lnTo>
                    <a:pt x="245747" y="185318"/>
                  </a:lnTo>
                  <a:lnTo>
                    <a:pt x="246076" y="186354"/>
                  </a:lnTo>
                  <a:lnTo>
                    <a:pt x="246397" y="187391"/>
                  </a:lnTo>
                  <a:lnTo>
                    <a:pt x="246711" y="188432"/>
                  </a:lnTo>
                  <a:lnTo>
                    <a:pt x="247017" y="189474"/>
                  </a:lnTo>
                  <a:lnTo>
                    <a:pt x="247316" y="190519"/>
                  </a:lnTo>
                  <a:lnTo>
                    <a:pt x="247607" y="191566"/>
                  </a:lnTo>
                  <a:lnTo>
                    <a:pt x="247890" y="192615"/>
                  </a:lnTo>
                  <a:lnTo>
                    <a:pt x="248165" y="193666"/>
                  </a:lnTo>
                  <a:lnTo>
                    <a:pt x="248433" y="194719"/>
                  </a:lnTo>
                  <a:lnTo>
                    <a:pt x="249099" y="195385"/>
                  </a:lnTo>
                  <a:lnTo>
                    <a:pt x="249776" y="196061"/>
                  </a:lnTo>
                  <a:lnTo>
                    <a:pt x="249809" y="197162"/>
                  </a:lnTo>
                  <a:lnTo>
                    <a:pt x="249834" y="198264"/>
                  </a:lnTo>
                  <a:lnTo>
                    <a:pt x="249853" y="199365"/>
                  </a:lnTo>
                  <a:lnTo>
                    <a:pt x="249865" y="200467"/>
                  </a:lnTo>
                  <a:lnTo>
                    <a:pt x="249872" y="201569"/>
                  </a:lnTo>
                  <a:lnTo>
                    <a:pt x="249872" y="202670"/>
                  </a:lnTo>
                  <a:lnTo>
                    <a:pt x="249868" y="203772"/>
                  </a:lnTo>
                  <a:lnTo>
                    <a:pt x="249859" y="204873"/>
                  </a:lnTo>
                  <a:lnTo>
                    <a:pt x="249850" y="206081"/>
                  </a:lnTo>
                  <a:lnTo>
                    <a:pt x="249841" y="207292"/>
                  </a:lnTo>
                  <a:lnTo>
                    <a:pt x="249832" y="208513"/>
                  </a:lnTo>
                  <a:lnTo>
                    <a:pt x="249823" y="209747"/>
                  </a:lnTo>
                  <a:lnTo>
                    <a:pt x="249808" y="210993"/>
                  </a:lnTo>
                  <a:lnTo>
                    <a:pt x="249792" y="212248"/>
                  </a:lnTo>
                  <a:lnTo>
                    <a:pt x="249776" y="213519"/>
                  </a:lnTo>
                  <a:lnTo>
                    <a:pt x="251109" y="213519"/>
                  </a:lnTo>
                  <a:lnTo>
                    <a:pt x="252462" y="213519"/>
                  </a:lnTo>
                  <a:lnTo>
                    <a:pt x="252522" y="214627"/>
                  </a:lnTo>
                  <a:lnTo>
                    <a:pt x="252581" y="215734"/>
                  </a:lnTo>
                  <a:lnTo>
                    <a:pt x="252639" y="216842"/>
                  </a:lnTo>
                  <a:lnTo>
                    <a:pt x="252697" y="217950"/>
                  </a:lnTo>
                  <a:lnTo>
                    <a:pt x="252754" y="219057"/>
                  </a:lnTo>
                  <a:lnTo>
                    <a:pt x="252811" y="220165"/>
                  </a:lnTo>
                  <a:lnTo>
                    <a:pt x="252867" y="221273"/>
                  </a:lnTo>
                  <a:lnTo>
                    <a:pt x="252922" y="222381"/>
                  </a:lnTo>
                  <a:lnTo>
                    <a:pt x="252978" y="223489"/>
                  </a:lnTo>
                  <a:lnTo>
                    <a:pt x="253032" y="224597"/>
                  </a:lnTo>
                  <a:lnTo>
                    <a:pt x="253086" y="225705"/>
                  </a:lnTo>
                  <a:lnTo>
                    <a:pt x="253140" y="226813"/>
                  </a:lnTo>
                  <a:lnTo>
                    <a:pt x="253194" y="227921"/>
                  </a:lnTo>
                  <a:lnTo>
                    <a:pt x="253248" y="229029"/>
                  </a:lnTo>
                  <a:lnTo>
                    <a:pt x="253301" y="230137"/>
                  </a:lnTo>
                  <a:lnTo>
                    <a:pt x="253366" y="231322"/>
                  </a:lnTo>
                  <a:lnTo>
                    <a:pt x="253431" y="232511"/>
                  </a:lnTo>
                  <a:lnTo>
                    <a:pt x="253496" y="233710"/>
                  </a:lnTo>
                  <a:lnTo>
                    <a:pt x="253563" y="234922"/>
                  </a:lnTo>
                  <a:lnTo>
                    <a:pt x="253615" y="236052"/>
                  </a:lnTo>
                  <a:lnTo>
                    <a:pt x="253667" y="237186"/>
                  </a:lnTo>
                  <a:lnTo>
                    <a:pt x="253720" y="238329"/>
                  </a:lnTo>
                  <a:lnTo>
                    <a:pt x="253774" y="239485"/>
                  </a:lnTo>
                  <a:lnTo>
                    <a:pt x="253826" y="240530"/>
                  </a:lnTo>
                  <a:lnTo>
                    <a:pt x="253879" y="241579"/>
                  </a:lnTo>
                  <a:lnTo>
                    <a:pt x="253932" y="242636"/>
                  </a:lnTo>
                  <a:lnTo>
                    <a:pt x="253986" y="243704"/>
                  </a:lnTo>
                  <a:lnTo>
                    <a:pt x="253897" y="245143"/>
                  </a:lnTo>
                  <a:lnTo>
                    <a:pt x="253759" y="246187"/>
                  </a:lnTo>
                  <a:lnTo>
                    <a:pt x="253491" y="247003"/>
                  </a:lnTo>
                  <a:lnTo>
                    <a:pt x="253015" y="247761"/>
                  </a:lnTo>
                  <a:lnTo>
                    <a:pt x="252251" y="248630"/>
                  </a:lnTo>
                  <a:lnTo>
                    <a:pt x="251119" y="249777"/>
                  </a:lnTo>
                  <a:lnTo>
                    <a:pt x="249788" y="249777"/>
                  </a:lnTo>
                  <a:lnTo>
                    <a:pt x="248448" y="249777"/>
                  </a:lnTo>
                  <a:lnTo>
                    <a:pt x="247090" y="249777"/>
                  </a:lnTo>
                  <a:lnTo>
                    <a:pt x="246549" y="250984"/>
                  </a:lnTo>
                  <a:lnTo>
                    <a:pt x="246000" y="252210"/>
                  </a:lnTo>
                  <a:lnTo>
                    <a:pt x="245400" y="253300"/>
                  </a:lnTo>
                  <a:lnTo>
                    <a:pt x="244823" y="254301"/>
                  </a:lnTo>
                  <a:lnTo>
                    <a:pt x="244242" y="255225"/>
                  </a:lnTo>
                  <a:lnTo>
                    <a:pt x="243631" y="256086"/>
                  </a:lnTo>
                  <a:lnTo>
                    <a:pt x="242965" y="256898"/>
                  </a:lnTo>
                  <a:lnTo>
                    <a:pt x="242218" y="257675"/>
                  </a:lnTo>
                  <a:lnTo>
                    <a:pt x="241363" y="258430"/>
                  </a:lnTo>
                  <a:lnTo>
                    <a:pt x="240376" y="259177"/>
                  </a:lnTo>
                  <a:lnTo>
                    <a:pt x="239047" y="259145"/>
                  </a:lnTo>
                  <a:lnTo>
                    <a:pt x="237872" y="259044"/>
                  </a:lnTo>
                  <a:lnTo>
                    <a:pt x="236823" y="258867"/>
                  </a:lnTo>
                  <a:lnTo>
                    <a:pt x="235870" y="258607"/>
                  </a:lnTo>
                  <a:lnTo>
                    <a:pt x="234985" y="258256"/>
                  </a:lnTo>
                  <a:lnTo>
                    <a:pt x="234138" y="257808"/>
                  </a:lnTo>
                  <a:lnTo>
                    <a:pt x="233301" y="257255"/>
                  </a:lnTo>
                  <a:lnTo>
                    <a:pt x="232444" y="256590"/>
                  </a:lnTo>
                  <a:lnTo>
                    <a:pt x="231539" y="255806"/>
                  </a:lnTo>
                  <a:lnTo>
                    <a:pt x="230556" y="254896"/>
                  </a:lnTo>
                  <a:lnTo>
                    <a:pt x="229905" y="253752"/>
                  </a:lnTo>
                  <a:lnTo>
                    <a:pt x="229368" y="252681"/>
                  </a:lnTo>
                  <a:lnTo>
                    <a:pt x="228938" y="251662"/>
                  </a:lnTo>
                  <a:lnTo>
                    <a:pt x="228605" y="250676"/>
                  </a:lnTo>
                  <a:lnTo>
                    <a:pt x="228361" y="249704"/>
                  </a:lnTo>
                  <a:lnTo>
                    <a:pt x="228198" y="248726"/>
                  </a:lnTo>
                  <a:lnTo>
                    <a:pt x="228107" y="247723"/>
                  </a:lnTo>
                  <a:lnTo>
                    <a:pt x="228079" y="246674"/>
                  </a:lnTo>
                  <a:lnTo>
                    <a:pt x="228106" y="245561"/>
                  </a:lnTo>
                  <a:lnTo>
                    <a:pt x="228179" y="244363"/>
                  </a:lnTo>
                  <a:lnTo>
                    <a:pt x="228290" y="243062"/>
                  </a:lnTo>
                  <a:lnTo>
                    <a:pt x="226957" y="243062"/>
                  </a:lnTo>
                  <a:lnTo>
                    <a:pt x="225604" y="243062"/>
                  </a:lnTo>
                  <a:lnTo>
                    <a:pt x="225154" y="242068"/>
                  </a:lnTo>
                  <a:lnTo>
                    <a:pt x="224715" y="241075"/>
                  </a:lnTo>
                  <a:lnTo>
                    <a:pt x="224285" y="240084"/>
                  </a:lnTo>
                  <a:lnTo>
                    <a:pt x="223865" y="239093"/>
                  </a:lnTo>
                  <a:lnTo>
                    <a:pt x="223455" y="238102"/>
                  </a:lnTo>
                  <a:lnTo>
                    <a:pt x="223054" y="237109"/>
                  </a:lnTo>
                  <a:lnTo>
                    <a:pt x="222663" y="236115"/>
                  </a:lnTo>
                  <a:lnTo>
                    <a:pt x="222281" y="235117"/>
                  </a:lnTo>
                  <a:lnTo>
                    <a:pt x="221909" y="234116"/>
                  </a:lnTo>
                  <a:lnTo>
                    <a:pt x="221546" y="233111"/>
                  </a:lnTo>
                  <a:lnTo>
                    <a:pt x="221192" y="232101"/>
                  </a:lnTo>
                  <a:lnTo>
                    <a:pt x="220848" y="231085"/>
                  </a:lnTo>
                  <a:lnTo>
                    <a:pt x="220513" y="230063"/>
                  </a:lnTo>
                  <a:lnTo>
                    <a:pt x="220187" y="229033"/>
                  </a:lnTo>
                  <a:lnTo>
                    <a:pt x="219869" y="227995"/>
                  </a:lnTo>
                  <a:lnTo>
                    <a:pt x="219561" y="226948"/>
                  </a:lnTo>
                  <a:lnTo>
                    <a:pt x="219256" y="225913"/>
                  </a:lnTo>
                  <a:lnTo>
                    <a:pt x="218947" y="224886"/>
                  </a:lnTo>
                  <a:lnTo>
                    <a:pt x="218631" y="223867"/>
                  </a:lnTo>
                  <a:lnTo>
                    <a:pt x="218309" y="222855"/>
                  </a:lnTo>
                  <a:lnTo>
                    <a:pt x="217979" y="221850"/>
                  </a:lnTo>
                  <a:lnTo>
                    <a:pt x="217640" y="220852"/>
                  </a:lnTo>
                  <a:lnTo>
                    <a:pt x="217291" y="219860"/>
                  </a:lnTo>
                  <a:lnTo>
                    <a:pt x="216931" y="218875"/>
                  </a:lnTo>
                  <a:lnTo>
                    <a:pt x="216560" y="217896"/>
                  </a:lnTo>
                  <a:lnTo>
                    <a:pt x="216176" y="216923"/>
                  </a:lnTo>
                  <a:lnTo>
                    <a:pt x="215778" y="215956"/>
                  </a:lnTo>
                  <a:lnTo>
                    <a:pt x="215366" y="214994"/>
                  </a:lnTo>
                  <a:lnTo>
                    <a:pt x="214938" y="214038"/>
                  </a:lnTo>
                  <a:lnTo>
                    <a:pt x="214493" y="213086"/>
                  </a:lnTo>
                  <a:lnTo>
                    <a:pt x="214031" y="212140"/>
                  </a:lnTo>
                  <a:lnTo>
                    <a:pt x="213550" y="211199"/>
                  </a:lnTo>
                  <a:lnTo>
                    <a:pt x="213049" y="210262"/>
                  </a:lnTo>
                  <a:lnTo>
                    <a:pt x="212528" y="209329"/>
                  </a:lnTo>
                  <a:lnTo>
                    <a:pt x="211985" y="208401"/>
                  </a:lnTo>
                  <a:lnTo>
                    <a:pt x="211420" y="207476"/>
                  </a:lnTo>
                  <a:lnTo>
                    <a:pt x="210898" y="206529"/>
                  </a:lnTo>
                  <a:lnTo>
                    <a:pt x="210417" y="205582"/>
                  </a:lnTo>
                  <a:lnTo>
                    <a:pt x="209973" y="204633"/>
                  </a:lnTo>
                  <a:lnTo>
                    <a:pt x="209564" y="203679"/>
                  </a:lnTo>
                  <a:lnTo>
                    <a:pt x="209184" y="202721"/>
                  </a:lnTo>
                  <a:lnTo>
                    <a:pt x="208832" y="201757"/>
                  </a:lnTo>
                  <a:lnTo>
                    <a:pt x="208502" y="200785"/>
                  </a:lnTo>
                  <a:lnTo>
                    <a:pt x="208192" y="199804"/>
                  </a:lnTo>
                  <a:lnTo>
                    <a:pt x="207897" y="198813"/>
                  </a:lnTo>
                  <a:lnTo>
                    <a:pt x="207615" y="197810"/>
                  </a:lnTo>
                  <a:lnTo>
                    <a:pt x="207341" y="196794"/>
                  </a:lnTo>
                  <a:lnTo>
                    <a:pt x="207072" y="195764"/>
                  </a:lnTo>
                  <a:lnTo>
                    <a:pt x="206804" y="194719"/>
                  </a:lnTo>
                  <a:lnTo>
                    <a:pt x="205471" y="194719"/>
                  </a:lnTo>
                  <a:lnTo>
                    <a:pt x="204118" y="194719"/>
                  </a:lnTo>
                  <a:lnTo>
                    <a:pt x="203889" y="193713"/>
                  </a:lnTo>
                  <a:lnTo>
                    <a:pt x="203659" y="192701"/>
                  </a:lnTo>
                  <a:lnTo>
                    <a:pt x="203425" y="191676"/>
                  </a:lnTo>
                  <a:lnTo>
                    <a:pt x="203280" y="191087"/>
                  </a:lnTo>
                  <a:lnTo>
                    <a:pt x="203024" y="190048"/>
                  </a:lnTo>
                  <a:lnTo>
                    <a:pt x="202439" y="187668"/>
                  </a:lnTo>
                  <a:lnTo>
                    <a:pt x="202300" y="187086"/>
                  </a:lnTo>
                  <a:lnTo>
                    <a:pt x="202056" y="186057"/>
                  </a:lnTo>
                  <a:lnTo>
                    <a:pt x="201495" y="183703"/>
                  </a:lnTo>
                  <a:lnTo>
                    <a:pt x="201055" y="182606"/>
                  </a:lnTo>
                  <a:lnTo>
                    <a:pt x="200594" y="181609"/>
                  </a:lnTo>
                  <a:lnTo>
                    <a:pt x="200107" y="180697"/>
                  </a:lnTo>
                  <a:lnTo>
                    <a:pt x="199590" y="179854"/>
                  </a:lnTo>
                  <a:lnTo>
                    <a:pt x="199038" y="179064"/>
                  </a:lnTo>
                  <a:lnTo>
                    <a:pt x="198446" y="178313"/>
                  </a:lnTo>
                  <a:lnTo>
                    <a:pt x="197809" y="177583"/>
                  </a:lnTo>
                  <a:lnTo>
                    <a:pt x="197123" y="176861"/>
                  </a:lnTo>
                  <a:lnTo>
                    <a:pt x="196382" y="176129"/>
                  </a:lnTo>
                  <a:lnTo>
                    <a:pt x="195582" y="175372"/>
                  </a:lnTo>
                  <a:lnTo>
                    <a:pt x="194718" y="174575"/>
                  </a:lnTo>
                  <a:lnTo>
                    <a:pt x="193792" y="172953"/>
                  </a:lnTo>
                  <a:lnTo>
                    <a:pt x="193020" y="171582"/>
                  </a:lnTo>
                  <a:lnTo>
                    <a:pt x="192389" y="170421"/>
                  </a:lnTo>
                  <a:lnTo>
                    <a:pt x="191883" y="169428"/>
                  </a:lnTo>
                  <a:lnTo>
                    <a:pt x="191489" y="168560"/>
                  </a:lnTo>
                  <a:lnTo>
                    <a:pt x="191193" y="167777"/>
                  </a:lnTo>
                  <a:lnTo>
                    <a:pt x="190980" y="167036"/>
                  </a:lnTo>
                  <a:lnTo>
                    <a:pt x="190838" y="166294"/>
                  </a:lnTo>
                  <a:lnTo>
                    <a:pt x="190752" y="165511"/>
                  </a:lnTo>
                  <a:lnTo>
                    <a:pt x="190708" y="164644"/>
                  </a:lnTo>
                  <a:lnTo>
                    <a:pt x="190691" y="163650"/>
                  </a:lnTo>
                  <a:lnTo>
                    <a:pt x="190689" y="162489"/>
                  </a:lnTo>
                  <a:lnTo>
                    <a:pt x="189440" y="162031"/>
                  </a:lnTo>
                  <a:lnTo>
                    <a:pt x="188171" y="161565"/>
                  </a:lnTo>
                  <a:lnTo>
                    <a:pt x="187060" y="160805"/>
                  </a:lnTo>
                  <a:lnTo>
                    <a:pt x="186160" y="160033"/>
                  </a:lnTo>
                  <a:lnTo>
                    <a:pt x="185434" y="159235"/>
                  </a:lnTo>
                  <a:lnTo>
                    <a:pt x="184844" y="158396"/>
                  </a:lnTo>
                  <a:lnTo>
                    <a:pt x="184354" y="157503"/>
                  </a:lnTo>
                  <a:lnTo>
                    <a:pt x="183925" y="156539"/>
                  </a:lnTo>
                  <a:lnTo>
                    <a:pt x="183520" y="155492"/>
                  </a:lnTo>
                  <a:lnTo>
                    <a:pt x="183101" y="154347"/>
                  </a:lnTo>
                  <a:lnTo>
                    <a:pt x="182632" y="153089"/>
                  </a:lnTo>
                  <a:lnTo>
                    <a:pt x="181634" y="152757"/>
                  </a:lnTo>
                  <a:lnTo>
                    <a:pt x="180632" y="152423"/>
                  </a:lnTo>
                  <a:lnTo>
                    <a:pt x="179623" y="152086"/>
                  </a:lnTo>
                  <a:lnTo>
                    <a:pt x="178603" y="151746"/>
                  </a:lnTo>
                  <a:lnTo>
                    <a:pt x="178167" y="150811"/>
                  </a:lnTo>
                  <a:lnTo>
                    <a:pt x="177729" y="149872"/>
                  </a:lnTo>
                  <a:lnTo>
                    <a:pt x="177287" y="148926"/>
                  </a:lnTo>
                  <a:lnTo>
                    <a:pt x="176841" y="147970"/>
                  </a:lnTo>
                  <a:lnTo>
                    <a:pt x="176213" y="146848"/>
                  </a:lnTo>
                  <a:lnTo>
                    <a:pt x="175578" y="145840"/>
                  </a:lnTo>
                  <a:lnTo>
                    <a:pt x="174932" y="144934"/>
                  </a:lnTo>
                  <a:lnTo>
                    <a:pt x="174268" y="144115"/>
                  </a:lnTo>
                  <a:lnTo>
                    <a:pt x="173580" y="143368"/>
                  </a:lnTo>
                  <a:lnTo>
                    <a:pt x="172863" y="142681"/>
                  </a:lnTo>
                  <a:lnTo>
                    <a:pt x="172110" y="142037"/>
                  </a:lnTo>
                  <a:lnTo>
                    <a:pt x="171315" y="141424"/>
                  </a:lnTo>
                  <a:lnTo>
                    <a:pt x="170474" y="140827"/>
                  </a:lnTo>
                  <a:lnTo>
                    <a:pt x="169579" y="140232"/>
                  </a:lnTo>
                  <a:lnTo>
                    <a:pt x="168625" y="139625"/>
                  </a:lnTo>
                  <a:lnTo>
                    <a:pt x="167606" y="138991"/>
                  </a:lnTo>
                  <a:lnTo>
                    <a:pt x="166517" y="138317"/>
                  </a:lnTo>
                  <a:lnTo>
                    <a:pt x="165755" y="137588"/>
                  </a:lnTo>
                  <a:lnTo>
                    <a:pt x="164996" y="136854"/>
                  </a:lnTo>
                  <a:lnTo>
                    <a:pt x="164242" y="136116"/>
                  </a:lnTo>
                  <a:lnTo>
                    <a:pt x="163491" y="135374"/>
                  </a:lnTo>
                  <a:lnTo>
                    <a:pt x="162745" y="134629"/>
                  </a:lnTo>
                  <a:lnTo>
                    <a:pt x="162003" y="133879"/>
                  </a:lnTo>
                  <a:lnTo>
                    <a:pt x="161265" y="133124"/>
                  </a:lnTo>
                  <a:lnTo>
                    <a:pt x="160531" y="132366"/>
                  </a:lnTo>
                  <a:lnTo>
                    <a:pt x="159803" y="131603"/>
                  </a:lnTo>
                  <a:lnTo>
                    <a:pt x="159034" y="130875"/>
                  </a:lnTo>
                  <a:lnTo>
                    <a:pt x="158262" y="130145"/>
                  </a:lnTo>
                  <a:lnTo>
                    <a:pt x="157484" y="129409"/>
                  </a:lnTo>
                  <a:lnTo>
                    <a:pt x="156698" y="128665"/>
                  </a:lnTo>
                  <a:lnTo>
                    <a:pt x="155592" y="127456"/>
                  </a:lnTo>
                  <a:lnTo>
                    <a:pt x="154921" y="126585"/>
                  </a:lnTo>
                  <a:lnTo>
                    <a:pt x="154576" y="125807"/>
                  </a:lnTo>
                  <a:lnTo>
                    <a:pt x="154449" y="124876"/>
                  </a:lnTo>
                  <a:lnTo>
                    <a:pt x="154431" y="123546"/>
                  </a:lnTo>
                  <a:lnTo>
                    <a:pt x="152973" y="123671"/>
                  </a:lnTo>
                  <a:lnTo>
                    <a:pt x="151493" y="123798"/>
                  </a:lnTo>
                  <a:lnTo>
                    <a:pt x="150308" y="123690"/>
                  </a:lnTo>
                  <a:lnTo>
                    <a:pt x="149218" y="123528"/>
                  </a:lnTo>
                  <a:lnTo>
                    <a:pt x="148207" y="123314"/>
                  </a:lnTo>
                  <a:lnTo>
                    <a:pt x="147259" y="123044"/>
                  </a:lnTo>
                  <a:lnTo>
                    <a:pt x="146356" y="122718"/>
                  </a:lnTo>
                  <a:lnTo>
                    <a:pt x="145484" y="122335"/>
                  </a:lnTo>
                  <a:lnTo>
                    <a:pt x="144625" y="121893"/>
                  </a:lnTo>
                  <a:lnTo>
                    <a:pt x="143764" y="121392"/>
                  </a:lnTo>
                  <a:lnTo>
                    <a:pt x="142884" y="120830"/>
                  </a:lnTo>
                  <a:lnTo>
                    <a:pt x="141969" y="120205"/>
                  </a:lnTo>
                  <a:lnTo>
                    <a:pt x="141002" y="119517"/>
                  </a:lnTo>
                  <a:lnTo>
                    <a:pt x="140336" y="118184"/>
                  </a:lnTo>
                  <a:lnTo>
                    <a:pt x="139659" y="116831"/>
                  </a:lnTo>
                  <a:lnTo>
                    <a:pt x="138768" y="116227"/>
                  </a:lnTo>
                  <a:lnTo>
                    <a:pt x="137872" y="115654"/>
                  </a:lnTo>
                  <a:lnTo>
                    <a:pt x="136972" y="115110"/>
                  </a:lnTo>
                  <a:lnTo>
                    <a:pt x="136066" y="114593"/>
                  </a:lnTo>
                  <a:lnTo>
                    <a:pt x="135153" y="114100"/>
                  </a:lnTo>
                  <a:lnTo>
                    <a:pt x="134235" y="113631"/>
                  </a:lnTo>
                  <a:lnTo>
                    <a:pt x="133309" y="113182"/>
                  </a:lnTo>
                  <a:lnTo>
                    <a:pt x="132376" y="112753"/>
                  </a:lnTo>
                  <a:lnTo>
                    <a:pt x="131435" y="112341"/>
                  </a:lnTo>
                  <a:lnTo>
                    <a:pt x="130486" y="111944"/>
                  </a:lnTo>
                  <a:lnTo>
                    <a:pt x="129527" y="111561"/>
                  </a:lnTo>
                  <a:lnTo>
                    <a:pt x="128559" y="111189"/>
                  </a:lnTo>
                  <a:lnTo>
                    <a:pt x="127580" y="110826"/>
                  </a:lnTo>
                  <a:lnTo>
                    <a:pt x="126591" y="110471"/>
                  </a:lnTo>
                  <a:lnTo>
                    <a:pt x="125591" y="110122"/>
                  </a:lnTo>
                  <a:lnTo>
                    <a:pt x="124579" y="109776"/>
                  </a:lnTo>
                  <a:lnTo>
                    <a:pt x="123565" y="109341"/>
                  </a:lnTo>
                  <a:lnTo>
                    <a:pt x="122807" y="108971"/>
                  </a:lnTo>
                  <a:lnTo>
                    <a:pt x="122163" y="108564"/>
                  </a:lnTo>
                  <a:lnTo>
                    <a:pt x="121494" y="108015"/>
                  </a:lnTo>
                  <a:lnTo>
                    <a:pt x="120659" y="107224"/>
                  </a:lnTo>
                  <a:lnTo>
                    <a:pt x="119516" y="106088"/>
                  </a:lnTo>
                  <a:lnTo>
                    <a:pt x="118421" y="105721"/>
                  </a:lnTo>
                  <a:lnTo>
                    <a:pt x="117322" y="105367"/>
                  </a:lnTo>
                  <a:lnTo>
                    <a:pt x="116218" y="105026"/>
                  </a:lnTo>
                  <a:lnTo>
                    <a:pt x="115110" y="104698"/>
                  </a:lnTo>
                  <a:lnTo>
                    <a:pt x="113999" y="104380"/>
                  </a:lnTo>
                  <a:lnTo>
                    <a:pt x="112885" y="104074"/>
                  </a:lnTo>
                  <a:lnTo>
                    <a:pt x="111734" y="103755"/>
                  </a:lnTo>
                  <a:lnTo>
                    <a:pt x="110656" y="103439"/>
                  </a:lnTo>
                  <a:lnTo>
                    <a:pt x="109639" y="103118"/>
                  </a:lnTo>
                  <a:lnTo>
                    <a:pt x="108668" y="102783"/>
                  </a:lnTo>
                  <a:lnTo>
                    <a:pt x="107730" y="102426"/>
                  </a:lnTo>
                  <a:lnTo>
                    <a:pt x="106813" y="102040"/>
                  </a:lnTo>
                  <a:lnTo>
                    <a:pt x="105902" y="101616"/>
                  </a:lnTo>
                  <a:lnTo>
                    <a:pt x="104984" y="101145"/>
                  </a:lnTo>
                  <a:lnTo>
                    <a:pt x="104047" y="100620"/>
                  </a:lnTo>
                  <a:lnTo>
                    <a:pt x="103076" y="100032"/>
                  </a:lnTo>
                  <a:lnTo>
                    <a:pt x="102059" y="99374"/>
                  </a:lnTo>
                  <a:lnTo>
                    <a:pt x="100995" y="99241"/>
                  </a:lnTo>
                  <a:lnTo>
                    <a:pt x="99931" y="99108"/>
                  </a:lnTo>
                  <a:lnTo>
                    <a:pt x="98865" y="98975"/>
                  </a:lnTo>
                  <a:lnTo>
                    <a:pt x="97798" y="98841"/>
                  </a:lnTo>
                  <a:lnTo>
                    <a:pt x="96727" y="98707"/>
                  </a:lnTo>
                  <a:lnTo>
                    <a:pt x="95654" y="98573"/>
                  </a:lnTo>
                  <a:lnTo>
                    <a:pt x="94577" y="98439"/>
                  </a:lnTo>
                  <a:lnTo>
                    <a:pt x="93495" y="98303"/>
                  </a:lnTo>
                  <a:lnTo>
                    <a:pt x="92408" y="98168"/>
                  </a:lnTo>
                  <a:lnTo>
                    <a:pt x="91316" y="98031"/>
                  </a:lnTo>
                  <a:lnTo>
                    <a:pt x="91353" y="99065"/>
                  </a:lnTo>
                  <a:lnTo>
                    <a:pt x="91389" y="100099"/>
                  </a:lnTo>
                  <a:lnTo>
                    <a:pt x="91426" y="101133"/>
                  </a:lnTo>
                  <a:lnTo>
                    <a:pt x="91463" y="102168"/>
                  </a:lnTo>
                  <a:lnTo>
                    <a:pt x="91500" y="103202"/>
                  </a:lnTo>
                  <a:lnTo>
                    <a:pt x="91537" y="104237"/>
                  </a:lnTo>
                  <a:lnTo>
                    <a:pt x="91574" y="105272"/>
                  </a:lnTo>
                  <a:lnTo>
                    <a:pt x="91611" y="106307"/>
                  </a:lnTo>
                  <a:lnTo>
                    <a:pt x="91648" y="107343"/>
                  </a:lnTo>
                  <a:lnTo>
                    <a:pt x="91685" y="108379"/>
                  </a:lnTo>
                  <a:lnTo>
                    <a:pt x="91722" y="109416"/>
                  </a:lnTo>
                  <a:lnTo>
                    <a:pt x="91759" y="110453"/>
                  </a:lnTo>
                  <a:lnTo>
                    <a:pt x="91796" y="111491"/>
                  </a:lnTo>
                  <a:lnTo>
                    <a:pt x="91833" y="112529"/>
                  </a:lnTo>
                  <a:lnTo>
                    <a:pt x="91870" y="113568"/>
                  </a:lnTo>
                  <a:lnTo>
                    <a:pt x="91908" y="114608"/>
                  </a:lnTo>
                  <a:lnTo>
                    <a:pt x="91945" y="115649"/>
                  </a:lnTo>
                  <a:lnTo>
                    <a:pt x="91982" y="116690"/>
                  </a:lnTo>
                  <a:lnTo>
                    <a:pt x="92019" y="117733"/>
                  </a:lnTo>
                  <a:lnTo>
                    <a:pt x="92056" y="118776"/>
                  </a:lnTo>
                  <a:lnTo>
                    <a:pt x="92094" y="119820"/>
                  </a:lnTo>
                  <a:lnTo>
                    <a:pt x="92131" y="120865"/>
                  </a:lnTo>
                  <a:lnTo>
                    <a:pt x="92168" y="121911"/>
                  </a:lnTo>
                  <a:lnTo>
                    <a:pt x="92206" y="122959"/>
                  </a:lnTo>
                  <a:lnTo>
                    <a:pt x="92243" y="124007"/>
                  </a:lnTo>
                  <a:lnTo>
                    <a:pt x="92281" y="125057"/>
                  </a:lnTo>
                  <a:lnTo>
                    <a:pt x="92318" y="126108"/>
                  </a:lnTo>
                  <a:lnTo>
                    <a:pt x="92356" y="127160"/>
                  </a:lnTo>
                  <a:lnTo>
                    <a:pt x="92394" y="128214"/>
                  </a:lnTo>
                  <a:lnTo>
                    <a:pt x="92431" y="129269"/>
                  </a:lnTo>
                  <a:lnTo>
                    <a:pt x="92469" y="130326"/>
                  </a:lnTo>
                  <a:lnTo>
                    <a:pt x="92507" y="131384"/>
                  </a:lnTo>
                  <a:lnTo>
                    <a:pt x="92545" y="132443"/>
                  </a:lnTo>
                  <a:lnTo>
                    <a:pt x="92582" y="133504"/>
                  </a:lnTo>
                  <a:lnTo>
                    <a:pt x="92620" y="134567"/>
                  </a:lnTo>
                  <a:lnTo>
                    <a:pt x="92658" y="135632"/>
                  </a:lnTo>
                  <a:lnTo>
                    <a:pt x="92222" y="135340"/>
                  </a:lnTo>
                  <a:lnTo>
                    <a:pt x="91656" y="134964"/>
                  </a:lnTo>
                  <a:lnTo>
                    <a:pt x="90585" y="134249"/>
                  </a:lnTo>
                  <a:lnTo>
                    <a:pt x="88630" y="132946"/>
                  </a:lnTo>
                  <a:lnTo>
                    <a:pt x="88630" y="131613"/>
                  </a:lnTo>
                  <a:lnTo>
                    <a:pt x="88630" y="130260"/>
                  </a:lnTo>
                  <a:lnTo>
                    <a:pt x="88193" y="130115"/>
                  </a:lnTo>
                  <a:lnTo>
                    <a:pt x="87628" y="129926"/>
                  </a:lnTo>
                  <a:lnTo>
                    <a:pt x="86556" y="129569"/>
                  </a:lnTo>
                  <a:lnTo>
                    <a:pt x="84601" y="128917"/>
                  </a:lnTo>
                  <a:lnTo>
                    <a:pt x="84411" y="127777"/>
                  </a:lnTo>
                  <a:lnTo>
                    <a:pt x="84221" y="126636"/>
                  </a:lnTo>
                  <a:lnTo>
                    <a:pt x="84030" y="125492"/>
                  </a:lnTo>
                  <a:lnTo>
                    <a:pt x="83839" y="124344"/>
                  </a:lnTo>
                  <a:lnTo>
                    <a:pt x="83647" y="123190"/>
                  </a:lnTo>
                  <a:lnTo>
                    <a:pt x="83453" y="122029"/>
                  </a:lnTo>
                  <a:lnTo>
                    <a:pt x="83258" y="120860"/>
                  </a:lnTo>
                  <a:lnTo>
                    <a:pt x="81925" y="120860"/>
                  </a:lnTo>
                  <a:lnTo>
                    <a:pt x="80573" y="120860"/>
                  </a:lnTo>
                  <a:lnTo>
                    <a:pt x="80573" y="119527"/>
                  </a:lnTo>
                  <a:lnTo>
                    <a:pt x="80573" y="118174"/>
                  </a:lnTo>
                  <a:lnTo>
                    <a:pt x="79240" y="118174"/>
                  </a:lnTo>
                  <a:lnTo>
                    <a:pt x="77887" y="118174"/>
                  </a:lnTo>
                  <a:lnTo>
                    <a:pt x="77819" y="117702"/>
                  </a:lnTo>
                  <a:lnTo>
                    <a:pt x="77757" y="117267"/>
                  </a:lnTo>
                  <a:lnTo>
                    <a:pt x="77689" y="116792"/>
                  </a:lnTo>
                  <a:lnTo>
                    <a:pt x="77605" y="116200"/>
                  </a:lnTo>
                  <a:lnTo>
                    <a:pt x="77492" y="115413"/>
                  </a:lnTo>
                  <a:lnTo>
                    <a:pt x="77341" y="114355"/>
                  </a:lnTo>
                  <a:lnTo>
                    <a:pt x="77140" y="112947"/>
                  </a:lnTo>
                  <a:lnTo>
                    <a:pt x="76878" y="111113"/>
                  </a:lnTo>
                  <a:lnTo>
                    <a:pt x="76544" y="108774"/>
                  </a:lnTo>
                  <a:lnTo>
                    <a:pt x="75211" y="108774"/>
                  </a:lnTo>
                  <a:lnTo>
                    <a:pt x="73858" y="108774"/>
                  </a:lnTo>
                  <a:lnTo>
                    <a:pt x="73858" y="107443"/>
                  </a:lnTo>
                  <a:lnTo>
                    <a:pt x="73858" y="106103"/>
                  </a:lnTo>
                  <a:lnTo>
                    <a:pt x="73858" y="104745"/>
                  </a:lnTo>
                  <a:lnTo>
                    <a:pt x="72794" y="104745"/>
                  </a:lnTo>
                  <a:lnTo>
                    <a:pt x="71728" y="104745"/>
                  </a:lnTo>
                  <a:lnTo>
                    <a:pt x="70656" y="104745"/>
                  </a:lnTo>
                  <a:lnTo>
                    <a:pt x="69576" y="104745"/>
                  </a:lnTo>
                  <a:lnTo>
                    <a:pt x="68487" y="104745"/>
                  </a:lnTo>
                  <a:lnTo>
                    <a:pt x="68154" y="105743"/>
                  </a:lnTo>
                  <a:lnTo>
                    <a:pt x="67821" y="106741"/>
                  </a:lnTo>
                  <a:lnTo>
                    <a:pt x="67488" y="107741"/>
                  </a:lnTo>
                  <a:lnTo>
                    <a:pt x="67154" y="108744"/>
                  </a:lnTo>
                  <a:lnTo>
                    <a:pt x="66818" y="109750"/>
                  </a:lnTo>
                  <a:lnTo>
                    <a:pt x="66481" y="110762"/>
                  </a:lnTo>
                  <a:lnTo>
                    <a:pt x="66142" y="111779"/>
                  </a:lnTo>
                  <a:lnTo>
                    <a:pt x="65801" y="112803"/>
                  </a:lnTo>
                  <a:lnTo>
                    <a:pt x="64470" y="112803"/>
                  </a:lnTo>
                  <a:lnTo>
                    <a:pt x="63130" y="112803"/>
                  </a:lnTo>
                  <a:lnTo>
                    <a:pt x="61772" y="112803"/>
                  </a:lnTo>
                  <a:lnTo>
                    <a:pt x="61400" y="111751"/>
                  </a:lnTo>
                  <a:lnTo>
                    <a:pt x="61025" y="110692"/>
                  </a:lnTo>
                  <a:lnTo>
                    <a:pt x="60644" y="109619"/>
                  </a:lnTo>
                  <a:lnTo>
                    <a:pt x="60484" y="109172"/>
                  </a:lnTo>
                  <a:lnTo>
                    <a:pt x="60278" y="108594"/>
                  </a:lnTo>
                  <a:lnTo>
                    <a:pt x="59885" y="107499"/>
                  </a:lnTo>
                  <a:lnTo>
                    <a:pt x="59170" y="105500"/>
                  </a:lnTo>
                  <a:lnTo>
                    <a:pt x="58808" y="104483"/>
                  </a:lnTo>
                  <a:lnTo>
                    <a:pt x="58444" y="103462"/>
                  </a:lnTo>
                  <a:lnTo>
                    <a:pt x="58078" y="102434"/>
                  </a:lnTo>
                  <a:lnTo>
                    <a:pt x="57707" y="101394"/>
                  </a:lnTo>
                  <a:lnTo>
                    <a:pt x="57059" y="99742"/>
                  </a:lnTo>
                  <a:lnTo>
                    <a:pt x="56597" y="98671"/>
                  </a:lnTo>
                  <a:lnTo>
                    <a:pt x="56194" y="97956"/>
                  </a:lnTo>
                  <a:lnTo>
                    <a:pt x="55724" y="97370"/>
                  </a:lnTo>
                  <a:lnTo>
                    <a:pt x="55058" y="96688"/>
                  </a:lnTo>
                  <a:lnTo>
                    <a:pt x="54015" y="96525"/>
                  </a:lnTo>
                  <a:lnTo>
                    <a:pt x="52972" y="96365"/>
                  </a:lnTo>
                  <a:lnTo>
                    <a:pt x="51929" y="96209"/>
                  </a:lnTo>
                  <a:lnTo>
                    <a:pt x="50885" y="96056"/>
                  </a:lnTo>
                  <a:lnTo>
                    <a:pt x="49840" y="95907"/>
                  </a:lnTo>
                  <a:lnTo>
                    <a:pt x="48795" y="95761"/>
                  </a:lnTo>
                  <a:lnTo>
                    <a:pt x="47750" y="95619"/>
                  </a:lnTo>
                  <a:lnTo>
                    <a:pt x="46704" y="95480"/>
                  </a:lnTo>
                  <a:lnTo>
                    <a:pt x="45658" y="95345"/>
                  </a:lnTo>
                  <a:lnTo>
                    <a:pt x="45325" y="94348"/>
                  </a:lnTo>
                  <a:lnTo>
                    <a:pt x="44992" y="93350"/>
                  </a:lnTo>
                  <a:lnTo>
                    <a:pt x="44659" y="92350"/>
                  </a:lnTo>
                  <a:lnTo>
                    <a:pt x="44325" y="91347"/>
                  </a:lnTo>
                  <a:lnTo>
                    <a:pt x="43989" y="90340"/>
                  </a:lnTo>
                  <a:lnTo>
                    <a:pt x="43652" y="89329"/>
                  </a:lnTo>
                  <a:lnTo>
                    <a:pt x="43313" y="88312"/>
                  </a:lnTo>
                  <a:lnTo>
                    <a:pt x="42972" y="87288"/>
                  </a:lnTo>
                  <a:lnTo>
                    <a:pt x="40956" y="87424"/>
                  </a:lnTo>
                  <a:lnTo>
                    <a:pt x="39118" y="87550"/>
                  </a:lnTo>
                  <a:lnTo>
                    <a:pt x="37447" y="87668"/>
                  </a:lnTo>
                  <a:lnTo>
                    <a:pt x="35929" y="87779"/>
                  </a:lnTo>
                  <a:lnTo>
                    <a:pt x="34552" y="87886"/>
                  </a:lnTo>
                  <a:lnTo>
                    <a:pt x="33302" y="87992"/>
                  </a:lnTo>
                  <a:lnTo>
                    <a:pt x="32166" y="88098"/>
                  </a:lnTo>
                  <a:lnTo>
                    <a:pt x="31133" y="88208"/>
                  </a:lnTo>
                  <a:lnTo>
                    <a:pt x="30188" y="88322"/>
                  </a:lnTo>
                  <a:lnTo>
                    <a:pt x="29319" y="88444"/>
                  </a:lnTo>
                  <a:lnTo>
                    <a:pt x="28514" y="88576"/>
                  </a:lnTo>
                  <a:lnTo>
                    <a:pt x="27758" y="88720"/>
                  </a:lnTo>
                  <a:lnTo>
                    <a:pt x="27041" y="88878"/>
                  </a:lnTo>
                  <a:lnTo>
                    <a:pt x="26347" y="89052"/>
                  </a:lnTo>
                  <a:lnTo>
                    <a:pt x="25666" y="89246"/>
                  </a:lnTo>
                  <a:lnTo>
                    <a:pt x="24983" y="89460"/>
                  </a:lnTo>
                  <a:lnTo>
                    <a:pt x="24287" y="89698"/>
                  </a:lnTo>
                  <a:lnTo>
                    <a:pt x="23563" y="89961"/>
                  </a:lnTo>
                  <a:lnTo>
                    <a:pt x="22800" y="90253"/>
                  </a:lnTo>
                  <a:lnTo>
                    <a:pt x="21984" y="90574"/>
                  </a:lnTo>
                  <a:lnTo>
                    <a:pt x="21102" y="90928"/>
                  </a:lnTo>
                  <a:lnTo>
                    <a:pt x="20143" y="91317"/>
                  </a:lnTo>
                  <a:lnTo>
                    <a:pt x="20143" y="89984"/>
                  </a:lnTo>
                  <a:lnTo>
                    <a:pt x="20143" y="88631"/>
                  </a:lnTo>
                  <a:lnTo>
                    <a:pt x="21476" y="88631"/>
                  </a:lnTo>
                  <a:lnTo>
                    <a:pt x="22829" y="88631"/>
                  </a:lnTo>
                  <a:lnTo>
                    <a:pt x="22829" y="87491"/>
                  </a:lnTo>
                  <a:lnTo>
                    <a:pt x="22829" y="86350"/>
                  </a:lnTo>
                  <a:lnTo>
                    <a:pt x="22829" y="85206"/>
                  </a:lnTo>
                  <a:lnTo>
                    <a:pt x="22829" y="84058"/>
                  </a:lnTo>
                  <a:lnTo>
                    <a:pt x="22829" y="82904"/>
                  </a:lnTo>
                  <a:lnTo>
                    <a:pt x="22829" y="81743"/>
                  </a:lnTo>
                  <a:lnTo>
                    <a:pt x="22829" y="80573"/>
                  </a:lnTo>
                  <a:lnTo>
                    <a:pt x="24161" y="80573"/>
                  </a:lnTo>
                  <a:lnTo>
                    <a:pt x="25514" y="80573"/>
                  </a:lnTo>
                  <a:lnTo>
                    <a:pt x="25847" y="79576"/>
                  </a:lnTo>
                  <a:lnTo>
                    <a:pt x="26179" y="78579"/>
                  </a:lnTo>
                  <a:lnTo>
                    <a:pt x="26512" y="77580"/>
                  </a:lnTo>
                  <a:lnTo>
                    <a:pt x="26845" y="76581"/>
                  </a:lnTo>
                  <a:lnTo>
                    <a:pt x="27179" y="75579"/>
                  </a:lnTo>
                  <a:lnTo>
                    <a:pt x="27514" y="74576"/>
                  </a:lnTo>
                  <a:lnTo>
                    <a:pt x="27849" y="73570"/>
                  </a:lnTo>
                  <a:lnTo>
                    <a:pt x="28185" y="72561"/>
                  </a:lnTo>
                  <a:lnTo>
                    <a:pt x="28523" y="71549"/>
                  </a:lnTo>
                  <a:lnTo>
                    <a:pt x="28861" y="70533"/>
                  </a:lnTo>
                  <a:lnTo>
                    <a:pt x="29201" y="69512"/>
                  </a:lnTo>
                  <a:lnTo>
                    <a:pt x="29543" y="68488"/>
                  </a:lnTo>
                  <a:lnTo>
                    <a:pt x="28554" y="68120"/>
                  </a:lnTo>
                  <a:lnTo>
                    <a:pt x="27557" y="67750"/>
                  </a:lnTo>
                  <a:lnTo>
                    <a:pt x="26548" y="67376"/>
                  </a:lnTo>
                  <a:lnTo>
                    <a:pt x="25594" y="66961"/>
                  </a:lnTo>
                  <a:lnTo>
                    <a:pt x="24644" y="66528"/>
                  </a:lnTo>
                  <a:lnTo>
                    <a:pt x="23697" y="66077"/>
                  </a:lnTo>
                  <a:lnTo>
                    <a:pt x="22753" y="65608"/>
                  </a:lnTo>
                  <a:lnTo>
                    <a:pt x="21814" y="65122"/>
                  </a:lnTo>
                  <a:lnTo>
                    <a:pt x="20879" y="64620"/>
                  </a:lnTo>
                  <a:lnTo>
                    <a:pt x="19948" y="64103"/>
                  </a:lnTo>
                  <a:lnTo>
                    <a:pt x="19021" y="63572"/>
                  </a:lnTo>
                  <a:lnTo>
                    <a:pt x="18099" y="63026"/>
                  </a:lnTo>
                  <a:lnTo>
                    <a:pt x="17182" y="62468"/>
                  </a:lnTo>
                  <a:lnTo>
                    <a:pt x="16269" y="61897"/>
                  </a:lnTo>
                  <a:lnTo>
                    <a:pt x="15361" y="61315"/>
                  </a:lnTo>
                  <a:lnTo>
                    <a:pt x="14458" y="60722"/>
                  </a:lnTo>
                  <a:lnTo>
                    <a:pt x="13560" y="60118"/>
                  </a:lnTo>
                  <a:lnTo>
                    <a:pt x="12667" y="59505"/>
                  </a:lnTo>
                  <a:lnTo>
                    <a:pt x="11780" y="58884"/>
                  </a:lnTo>
                  <a:lnTo>
                    <a:pt x="10898" y="58254"/>
                  </a:lnTo>
                  <a:lnTo>
                    <a:pt x="10022" y="57618"/>
                  </a:lnTo>
                  <a:lnTo>
                    <a:pt x="9152" y="56975"/>
                  </a:lnTo>
                  <a:lnTo>
                    <a:pt x="8288" y="56326"/>
                  </a:lnTo>
                  <a:lnTo>
                    <a:pt x="7429" y="55672"/>
                  </a:lnTo>
                  <a:lnTo>
                    <a:pt x="6577" y="55015"/>
                  </a:lnTo>
                  <a:lnTo>
                    <a:pt x="5731" y="54353"/>
                  </a:lnTo>
                  <a:lnTo>
                    <a:pt x="4892" y="53689"/>
                  </a:lnTo>
                  <a:lnTo>
                    <a:pt x="4059" y="53023"/>
                  </a:lnTo>
                  <a:lnTo>
                    <a:pt x="3233" y="52355"/>
                  </a:lnTo>
                  <a:lnTo>
                    <a:pt x="2414" y="51687"/>
                  </a:lnTo>
                  <a:lnTo>
                    <a:pt x="1602" y="51019"/>
                  </a:lnTo>
                  <a:lnTo>
                    <a:pt x="797" y="50352"/>
                  </a:lnTo>
                  <a:lnTo>
                    <a:pt x="0" y="49687"/>
                  </a:lnTo>
                  <a:lnTo>
                    <a:pt x="0" y="49021"/>
                  </a:lnTo>
                  <a:lnTo>
                    <a:pt x="0" y="48344"/>
                  </a:lnTo>
                  <a:lnTo>
                    <a:pt x="1063" y="48344"/>
                  </a:lnTo>
                  <a:lnTo>
                    <a:pt x="2127" y="48344"/>
                  </a:lnTo>
                  <a:lnTo>
                    <a:pt x="3191" y="48344"/>
                  </a:lnTo>
                  <a:lnTo>
                    <a:pt x="4255" y="48344"/>
                  </a:lnTo>
                  <a:lnTo>
                    <a:pt x="5319" y="48344"/>
                  </a:lnTo>
                  <a:lnTo>
                    <a:pt x="6383" y="48344"/>
                  </a:lnTo>
                  <a:lnTo>
                    <a:pt x="7449" y="48344"/>
                  </a:lnTo>
                  <a:lnTo>
                    <a:pt x="8514" y="48344"/>
                  </a:lnTo>
                  <a:lnTo>
                    <a:pt x="9580" y="48344"/>
                  </a:lnTo>
                  <a:lnTo>
                    <a:pt x="10647" y="48344"/>
                  </a:lnTo>
                  <a:lnTo>
                    <a:pt x="11715" y="48344"/>
                  </a:lnTo>
                  <a:lnTo>
                    <a:pt x="12783" y="48344"/>
                  </a:lnTo>
                  <a:lnTo>
                    <a:pt x="13852" y="48344"/>
                  </a:lnTo>
                  <a:lnTo>
                    <a:pt x="14922" y="48344"/>
                  </a:lnTo>
                  <a:lnTo>
                    <a:pt x="15993" y="48344"/>
                  </a:lnTo>
                  <a:lnTo>
                    <a:pt x="17065" y="48344"/>
                  </a:lnTo>
                  <a:lnTo>
                    <a:pt x="18139" y="48344"/>
                  </a:lnTo>
                  <a:lnTo>
                    <a:pt x="19213" y="48344"/>
                  </a:lnTo>
                  <a:lnTo>
                    <a:pt x="20289" y="48344"/>
                  </a:lnTo>
                  <a:lnTo>
                    <a:pt x="21366" y="48344"/>
                  </a:lnTo>
                  <a:lnTo>
                    <a:pt x="22445" y="48344"/>
                  </a:lnTo>
                  <a:lnTo>
                    <a:pt x="23525" y="48344"/>
                  </a:lnTo>
                  <a:lnTo>
                    <a:pt x="24607" y="48344"/>
                  </a:lnTo>
                  <a:lnTo>
                    <a:pt x="25690" y="48344"/>
                  </a:lnTo>
                  <a:lnTo>
                    <a:pt x="26775" y="48344"/>
                  </a:lnTo>
                  <a:lnTo>
                    <a:pt x="27862" y="48344"/>
                  </a:lnTo>
                  <a:lnTo>
                    <a:pt x="28951" y="48344"/>
                  </a:lnTo>
                  <a:lnTo>
                    <a:pt x="30041" y="48344"/>
                  </a:lnTo>
                  <a:lnTo>
                    <a:pt x="31134" y="48344"/>
                  </a:lnTo>
                  <a:lnTo>
                    <a:pt x="32229" y="48344"/>
                  </a:lnTo>
                  <a:lnTo>
                    <a:pt x="31786" y="47310"/>
                  </a:lnTo>
                  <a:lnTo>
                    <a:pt x="31342" y="46275"/>
                  </a:lnTo>
                  <a:lnTo>
                    <a:pt x="30898" y="45239"/>
                  </a:lnTo>
                  <a:lnTo>
                    <a:pt x="30453" y="44200"/>
                  </a:lnTo>
                  <a:lnTo>
                    <a:pt x="30006" y="43158"/>
                  </a:lnTo>
                  <a:lnTo>
                    <a:pt x="29558" y="42112"/>
                  </a:lnTo>
                  <a:lnTo>
                    <a:pt x="29108" y="41062"/>
                  </a:lnTo>
                  <a:lnTo>
                    <a:pt x="28655" y="40006"/>
                  </a:lnTo>
                  <a:lnTo>
                    <a:pt x="28200" y="38944"/>
                  </a:lnTo>
                  <a:lnTo>
                    <a:pt x="27934" y="37880"/>
                  </a:lnTo>
                  <a:lnTo>
                    <a:pt x="27667" y="36814"/>
                  </a:lnTo>
                  <a:lnTo>
                    <a:pt x="27400" y="35742"/>
                  </a:lnTo>
                  <a:lnTo>
                    <a:pt x="27130" y="34662"/>
                  </a:lnTo>
                  <a:lnTo>
                    <a:pt x="26857" y="33573"/>
                  </a:lnTo>
                  <a:lnTo>
                    <a:pt x="27902" y="33478"/>
                  </a:lnTo>
                  <a:lnTo>
                    <a:pt x="28947" y="33383"/>
                  </a:lnTo>
                  <a:lnTo>
                    <a:pt x="29992" y="33288"/>
                  </a:lnTo>
                  <a:lnTo>
                    <a:pt x="31039" y="33192"/>
                  </a:lnTo>
                  <a:lnTo>
                    <a:pt x="32087" y="33097"/>
                  </a:lnTo>
                  <a:lnTo>
                    <a:pt x="33136" y="33002"/>
                  </a:lnTo>
                  <a:lnTo>
                    <a:pt x="34188" y="32906"/>
                  </a:lnTo>
                  <a:lnTo>
                    <a:pt x="35241" y="32810"/>
                  </a:lnTo>
                  <a:lnTo>
                    <a:pt x="36298" y="32714"/>
                  </a:lnTo>
                  <a:lnTo>
                    <a:pt x="37357" y="32618"/>
                  </a:lnTo>
                  <a:lnTo>
                    <a:pt x="38419" y="32521"/>
                  </a:lnTo>
                  <a:lnTo>
                    <a:pt x="39485" y="32425"/>
                  </a:lnTo>
                  <a:lnTo>
                    <a:pt x="40555" y="32327"/>
                  </a:lnTo>
                  <a:lnTo>
                    <a:pt x="41629" y="32230"/>
                  </a:lnTo>
                  <a:lnTo>
                    <a:pt x="41695" y="31063"/>
                  </a:lnTo>
                  <a:lnTo>
                    <a:pt x="41742" y="29941"/>
                  </a:lnTo>
                  <a:lnTo>
                    <a:pt x="41767" y="28857"/>
                  </a:lnTo>
                  <a:lnTo>
                    <a:pt x="41766" y="27804"/>
                  </a:lnTo>
                  <a:lnTo>
                    <a:pt x="41736" y="26776"/>
                  </a:lnTo>
                  <a:lnTo>
                    <a:pt x="41674" y="25768"/>
                  </a:lnTo>
                  <a:lnTo>
                    <a:pt x="41577" y="24772"/>
                  </a:lnTo>
                  <a:lnTo>
                    <a:pt x="41440" y="23782"/>
                  </a:lnTo>
                  <a:lnTo>
                    <a:pt x="41261" y="22792"/>
                  </a:lnTo>
                  <a:lnTo>
                    <a:pt x="41036" y="21797"/>
                  </a:lnTo>
                  <a:lnTo>
                    <a:pt x="40763" y="20788"/>
                  </a:lnTo>
                  <a:lnTo>
                    <a:pt x="40437" y="19761"/>
                  </a:lnTo>
                  <a:lnTo>
                    <a:pt x="40055" y="18709"/>
                  </a:lnTo>
                  <a:lnTo>
                    <a:pt x="39615" y="17626"/>
                  </a:lnTo>
                  <a:lnTo>
                    <a:pt x="39205" y="16588"/>
                  </a:lnTo>
                  <a:lnTo>
                    <a:pt x="38844" y="15558"/>
                  </a:lnTo>
                  <a:lnTo>
                    <a:pt x="38531" y="14536"/>
                  </a:lnTo>
                  <a:lnTo>
                    <a:pt x="38263" y="13520"/>
                  </a:lnTo>
                  <a:lnTo>
                    <a:pt x="38036" y="12507"/>
                  </a:lnTo>
                  <a:lnTo>
                    <a:pt x="37849" y="11497"/>
                  </a:lnTo>
                  <a:lnTo>
                    <a:pt x="37698" y="10486"/>
                  </a:lnTo>
                  <a:lnTo>
                    <a:pt x="37580" y="9474"/>
                  </a:lnTo>
                  <a:lnTo>
                    <a:pt x="37494" y="8458"/>
                  </a:lnTo>
                  <a:lnTo>
                    <a:pt x="37436" y="7438"/>
                  </a:lnTo>
                  <a:lnTo>
                    <a:pt x="37404" y="6410"/>
                  </a:lnTo>
                  <a:lnTo>
                    <a:pt x="37395" y="5374"/>
                  </a:lnTo>
                  <a:lnTo>
                    <a:pt x="37406" y="4327"/>
                  </a:lnTo>
                  <a:lnTo>
                    <a:pt x="37435" y="3269"/>
                  </a:lnTo>
                  <a:lnTo>
                    <a:pt x="37478" y="2196"/>
                  </a:lnTo>
                  <a:lnTo>
                    <a:pt x="37535" y="1107"/>
                  </a:lnTo>
                  <a:lnTo>
                    <a:pt x="37600" y="0"/>
                  </a:lnTo>
                  <a:close/>
                </a:path>
              </a:pathLst>
            </a:custGeom>
            <a:solidFill>
              <a:srgbClr val="9A7A7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gion 17 #8E0324"/>
            <p:cNvSpPr/>
            <p:nvPr/>
          </p:nvSpPr>
          <p:spPr>
            <a:xfrm>
              <a:off x="1340197" y="158460"/>
              <a:ext cx="190689" cy="173232"/>
            </a:xfrm>
            <a:custGeom>
              <a:avLst/>
              <a:gdLst/>
              <a:ahLst/>
              <a:cxnLst/>
              <a:rect l="l" t="t" r="r" b="b"/>
              <a:pathLst>
                <a:path w="190689" h="173232">
                  <a:moveTo>
                    <a:pt x="106087" y="0"/>
                  </a:moveTo>
                  <a:lnTo>
                    <a:pt x="106774" y="1060"/>
                  </a:lnTo>
                  <a:lnTo>
                    <a:pt x="107390" y="2078"/>
                  </a:lnTo>
                  <a:lnTo>
                    <a:pt x="107938" y="3063"/>
                  </a:lnTo>
                  <a:lnTo>
                    <a:pt x="108421" y="4028"/>
                  </a:lnTo>
                  <a:lnTo>
                    <a:pt x="108841" y="4981"/>
                  </a:lnTo>
                  <a:lnTo>
                    <a:pt x="109200" y="5933"/>
                  </a:lnTo>
                  <a:lnTo>
                    <a:pt x="109502" y="6895"/>
                  </a:lnTo>
                  <a:lnTo>
                    <a:pt x="109749" y="7876"/>
                  </a:lnTo>
                  <a:lnTo>
                    <a:pt x="109943" y="8888"/>
                  </a:lnTo>
                  <a:lnTo>
                    <a:pt x="110087" y="9940"/>
                  </a:lnTo>
                  <a:lnTo>
                    <a:pt x="110185" y="11044"/>
                  </a:lnTo>
                  <a:lnTo>
                    <a:pt x="110237" y="12208"/>
                  </a:lnTo>
                  <a:lnTo>
                    <a:pt x="110248" y="13445"/>
                  </a:lnTo>
                  <a:lnTo>
                    <a:pt x="110244" y="14211"/>
                  </a:lnTo>
                  <a:lnTo>
                    <a:pt x="110234" y="16527"/>
                  </a:lnTo>
                  <a:lnTo>
                    <a:pt x="110229" y="16996"/>
                  </a:lnTo>
                  <a:lnTo>
                    <a:pt x="110220" y="17825"/>
                  </a:lnTo>
                  <a:lnTo>
                    <a:pt x="110199" y="19724"/>
                  </a:lnTo>
                  <a:lnTo>
                    <a:pt x="110194" y="20795"/>
                  </a:lnTo>
                  <a:lnTo>
                    <a:pt x="110188" y="21874"/>
                  </a:lnTo>
                  <a:lnTo>
                    <a:pt x="110182" y="22968"/>
                  </a:lnTo>
                  <a:lnTo>
                    <a:pt x="110175" y="24099"/>
                  </a:lnTo>
                  <a:lnTo>
                    <a:pt x="110166" y="25230"/>
                  </a:lnTo>
                  <a:lnTo>
                    <a:pt x="110157" y="26362"/>
                  </a:lnTo>
                  <a:lnTo>
                    <a:pt x="110148" y="27493"/>
                  </a:lnTo>
                  <a:lnTo>
                    <a:pt x="110137" y="28624"/>
                  </a:lnTo>
                  <a:lnTo>
                    <a:pt x="110127" y="29755"/>
                  </a:lnTo>
                  <a:lnTo>
                    <a:pt x="110116" y="30886"/>
                  </a:lnTo>
                  <a:lnTo>
                    <a:pt x="111449" y="30886"/>
                  </a:lnTo>
                  <a:lnTo>
                    <a:pt x="112802" y="30886"/>
                  </a:lnTo>
                  <a:lnTo>
                    <a:pt x="112802" y="31950"/>
                  </a:lnTo>
                  <a:lnTo>
                    <a:pt x="112802" y="33014"/>
                  </a:lnTo>
                  <a:lnTo>
                    <a:pt x="112802" y="34078"/>
                  </a:lnTo>
                  <a:lnTo>
                    <a:pt x="112802" y="35143"/>
                  </a:lnTo>
                  <a:lnTo>
                    <a:pt x="112802" y="36210"/>
                  </a:lnTo>
                  <a:lnTo>
                    <a:pt x="112802" y="37278"/>
                  </a:lnTo>
                  <a:lnTo>
                    <a:pt x="112802" y="38347"/>
                  </a:lnTo>
                  <a:lnTo>
                    <a:pt x="112802" y="39419"/>
                  </a:lnTo>
                  <a:lnTo>
                    <a:pt x="112802" y="40493"/>
                  </a:lnTo>
                  <a:lnTo>
                    <a:pt x="112802" y="41569"/>
                  </a:lnTo>
                  <a:lnTo>
                    <a:pt x="112802" y="42649"/>
                  </a:lnTo>
                  <a:lnTo>
                    <a:pt x="112802" y="43731"/>
                  </a:lnTo>
                  <a:lnTo>
                    <a:pt x="112802" y="44817"/>
                  </a:lnTo>
                  <a:lnTo>
                    <a:pt x="112802" y="45907"/>
                  </a:lnTo>
                  <a:lnTo>
                    <a:pt x="112802" y="47001"/>
                  </a:lnTo>
                  <a:lnTo>
                    <a:pt x="114077" y="46999"/>
                  </a:lnTo>
                  <a:lnTo>
                    <a:pt x="115269" y="46989"/>
                  </a:lnTo>
                  <a:lnTo>
                    <a:pt x="116393" y="46967"/>
                  </a:lnTo>
                  <a:lnTo>
                    <a:pt x="117467" y="46926"/>
                  </a:lnTo>
                  <a:lnTo>
                    <a:pt x="118505" y="46860"/>
                  </a:lnTo>
                  <a:lnTo>
                    <a:pt x="119524" y="46766"/>
                  </a:lnTo>
                  <a:lnTo>
                    <a:pt x="120539" y="46636"/>
                  </a:lnTo>
                  <a:lnTo>
                    <a:pt x="121567" y="46466"/>
                  </a:lnTo>
                  <a:lnTo>
                    <a:pt x="122624" y="46250"/>
                  </a:lnTo>
                  <a:lnTo>
                    <a:pt x="123726" y="45982"/>
                  </a:lnTo>
                  <a:lnTo>
                    <a:pt x="124888" y="45658"/>
                  </a:lnTo>
                  <a:lnTo>
                    <a:pt x="124888" y="44325"/>
                  </a:lnTo>
                  <a:lnTo>
                    <a:pt x="124888" y="42972"/>
                  </a:lnTo>
                  <a:lnTo>
                    <a:pt x="126205" y="41717"/>
                  </a:lnTo>
                  <a:lnTo>
                    <a:pt x="127358" y="40628"/>
                  </a:lnTo>
                  <a:lnTo>
                    <a:pt x="128372" y="39695"/>
                  </a:lnTo>
                  <a:lnTo>
                    <a:pt x="129269" y="38905"/>
                  </a:lnTo>
                  <a:lnTo>
                    <a:pt x="130075" y="38247"/>
                  </a:lnTo>
                  <a:lnTo>
                    <a:pt x="130812" y="37708"/>
                  </a:lnTo>
                  <a:lnTo>
                    <a:pt x="131505" y="37276"/>
                  </a:lnTo>
                  <a:lnTo>
                    <a:pt x="132177" y="36940"/>
                  </a:lnTo>
                  <a:lnTo>
                    <a:pt x="132853" y="36687"/>
                  </a:lnTo>
                  <a:lnTo>
                    <a:pt x="133556" y="36506"/>
                  </a:lnTo>
                  <a:lnTo>
                    <a:pt x="134310" y="36385"/>
                  </a:lnTo>
                  <a:lnTo>
                    <a:pt x="135140" y="36311"/>
                  </a:lnTo>
                  <a:lnTo>
                    <a:pt x="136068" y="36273"/>
                  </a:lnTo>
                  <a:lnTo>
                    <a:pt x="137119" y="36260"/>
                  </a:lnTo>
                  <a:lnTo>
                    <a:pt x="138317" y="36258"/>
                  </a:lnTo>
                  <a:lnTo>
                    <a:pt x="138341" y="37376"/>
                  </a:lnTo>
                  <a:lnTo>
                    <a:pt x="138355" y="38495"/>
                  </a:lnTo>
                  <a:lnTo>
                    <a:pt x="138359" y="39615"/>
                  </a:lnTo>
                  <a:lnTo>
                    <a:pt x="138354" y="40734"/>
                  </a:lnTo>
                  <a:lnTo>
                    <a:pt x="138340" y="41853"/>
                  </a:lnTo>
                  <a:lnTo>
                    <a:pt x="138317" y="42972"/>
                  </a:lnTo>
                  <a:lnTo>
                    <a:pt x="137650" y="43638"/>
                  </a:lnTo>
                  <a:lnTo>
                    <a:pt x="136974" y="44315"/>
                  </a:lnTo>
                  <a:lnTo>
                    <a:pt x="136825" y="45424"/>
                  </a:lnTo>
                  <a:lnTo>
                    <a:pt x="136681" y="46533"/>
                  </a:lnTo>
                  <a:lnTo>
                    <a:pt x="136540" y="47642"/>
                  </a:lnTo>
                  <a:lnTo>
                    <a:pt x="136404" y="48752"/>
                  </a:lnTo>
                  <a:lnTo>
                    <a:pt x="136270" y="49861"/>
                  </a:lnTo>
                  <a:lnTo>
                    <a:pt x="136140" y="50971"/>
                  </a:lnTo>
                  <a:lnTo>
                    <a:pt x="136013" y="52081"/>
                  </a:lnTo>
                  <a:lnTo>
                    <a:pt x="135889" y="53191"/>
                  </a:lnTo>
                  <a:lnTo>
                    <a:pt x="135767" y="54302"/>
                  </a:lnTo>
                  <a:lnTo>
                    <a:pt x="135647" y="55414"/>
                  </a:lnTo>
                  <a:lnTo>
                    <a:pt x="135529" y="56526"/>
                  </a:lnTo>
                  <a:lnTo>
                    <a:pt x="135413" y="57639"/>
                  </a:lnTo>
                  <a:lnTo>
                    <a:pt x="135278" y="58778"/>
                  </a:lnTo>
                  <a:lnTo>
                    <a:pt x="135132" y="59896"/>
                  </a:lnTo>
                  <a:lnTo>
                    <a:pt x="134972" y="60995"/>
                  </a:lnTo>
                  <a:lnTo>
                    <a:pt x="134796" y="62078"/>
                  </a:lnTo>
                  <a:lnTo>
                    <a:pt x="134601" y="63147"/>
                  </a:lnTo>
                  <a:lnTo>
                    <a:pt x="134385" y="64205"/>
                  </a:lnTo>
                  <a:lnTo>
                    <a:pt x="134145" y="65252"/>
                  </a:lnTo>
                  <a:lnTo>
                    <a:pt x="133879" y="66293"/>
                  </a:lnTo>
                  <a:lnTo>
                    <a:pt x="133585" y="67329"/>
                  </a:lnTo>
                  <a:lnTo>
                    <a:pt x="133260" y="68362"/>
                  </a:lnTo>
                  <a:lnTo>
                    <a:pt x="132902" y="69395"/>
                  </a:lnTo>
                  <a:lnTo>
                    <a:pt x="132507" y="70430"/>
                  </a:lnTo>
                  <a:lnTo>
                    <a:pt x="132075" y="71469"/>
                  </a:lnTo>
                  <a:lnTo>
                    <a:pt x="131602" y="72515"/>
                  </a:lnTo>
                  <a:lnTo>
                    <a:pt x="132659" y="72469"/>
                  </a:lnTo>
                  <a:lnTo>
                    <a:pt x="133714" y="72413"/>
                  </a:lnTo>
                  <a:lnTo>
                    <a:pt x="134765" y="72350"/>
                  </a:lnTo>
                  <a:lnTo>
                    <a:pt x="135813" y="72277"/>
                  </a:lnTo>
                  <a:lnTo>
                    <a:pt x="136858" y="72197"/>
                  </a:lnTo>
                  <a:lnTo>
                    <a:pt x="137901" y="72109"/>
                  </a:lnTo>
                  <a:lnTo>
                    <a:pt x="138942" y="72013"/>
                  </a:lnTo>
                  <a:lnTo>
                    <a:pt x="139980" y="71910"/>
                  </a:lnTo>
                  <a:lnTo>
                    <a:pt x="141016" y="71799"/>
                  </a:lnTo>
                  <a:lnTo>
                    <a:pt x="142050" y="71682"/>
                  </a:lnTo>
                  <a:lnTo>
                    <a:pt x="143082" y="71557"/>
                  </a:lnTo>
                  <a:lnTo>
                    <a:pt x="144113" y="71425"/>
                  </a:lnTo>
                  <a:lnTo>
                    <a:pt x="145142" y="71287"/>
                  </a:lnTo>
                  <a:lnTo>
                    <a:pt x="146170" y="71142"/>
                  </a:lnTo>
                  <a:lnTo>
                    <a:pt x="147197" y="70991"/>
                  </a:lnTo>
                  <a:lnTo>
                    <a:pt x="148223" y="70834"/>
                  </a:lnTo>
                  <a:lnTo>
                    <a:pt x="149248" y="70671"/>
                  </a:lnTo>
                  <a:lnTo>
                    <a:pt x="150272" y="70502"/>
                  </a:lnTo>
                  <a:lnTo>
                    <a:pt x="151295" y="70328"/>
                  </a:lnTo>
                  <a:lnTo>
                    <a:pt x="152318" y="70148"/>
                  </a:lnTo>
                  <a:lnTo>
                    <a:pt x="153341" y="69964"/>
                  </a:lnTo>
                  <a:lnTo>
                    <a:pt x="154364" y="69774"/>
                  </a:lnTo>
                  <a:lnTo>
                    <a:pt x="155387" y="69579"/>
                  </a:lnTo>
                  <a:lnTo>
                    <a:pt x="156410" y="69380"/>
                  </a:lnTo>
                  <a:lnTo>
                    <a:pt x="157433" y="69177"/>
                  </a:lnTo>
                  <a:lnTo>
                    <a:pt x="158457" y="68969"/>
                  </a:lnTo>
                  <a:lnTo>
                    <a:pt x="159482" y="68757"/>
                  </a:lnTo>
                  <a:lnTo>
                    <a:pt x="160507" y="68541"/>
                  </a:lnTo>
                  <a:lnTo>
                    <a:pt x="161533" y="68322"/>
                  </a:lnTo>
                  <a:lnTo>
                    <a:pt x="162561" y="68099"/>
                  </a:lnTo>
                  <a:lnTo>
                    <a:pt x="163590" y="67873"/>
                  </a:lnTo>
                  <a:lnTo>
                    <a:pt x="164620" y="67643"/>
                  </a:lnTo>
                  <a:lnTo>
                    <a:pt x="165091" y="67538"/>
                  </a:lnTo>
                  <a:lnTo>
                    <a:pt x="165922" y="67353"/>
                  </a:lnTo>
                  <a:lnTo>
                    <a:pt x="167824" y="66929"/>
                  </a:lnTo>
                  <a:lnTo>
                    <a:pt x="169245" y="66603"/>
                  </a:lnTo>
                  <a:lnTo>
                    <a:pt x="170688" y="66272"/>
                  </a:lnTo>
                  <a:lnTo>
                    <a:pt x="171778" y="66074"/>
                  </a:lnTo>
                  <a:lnTo>
                    <a:pt x="172627" y="65941"/>
                  </a:lnTo>
                  <a:lnTo>
                    <a:pt x="173417" y="65860"/>
                  </a:lnTo>
                  <a:lnTo>
                    <a:pt x="174331" y="65818"/>
                  </a:lnTo>
                  <a:lnTo>
                    <a:pt x="175551" y="65803"/>
                  </a:lnTo>
                  <a:lnTo>
                    <a:pt x="177260" y="65801"/>
                  </a:lnTo>
                  <a:lnTo>
                    <a:pt x="176765" y="66892"/>
                  </a:lnTo>
                  <a:lnTo>
                    <a:pt x="176260" y="67904"/>
                  </a:lnTo>
                  <a:lnTo>
                    <a:pt x="175737" y="68848"/>
                  </a:lnTo>
                  <a:lnTo>
                    <a:pt x="175189" y="69732"/>
                  </a:lnTo>
                  <a:lnTo>
                    <a:pt x="174609" y="70567"/>
                  </a:lnTo>
                  <a:lnTo>
                    <a:pt x="173990" y="71364"/>
                  </a:lnTo>
                  <a:lnTo>
                    <a:pt x="173323" y="72131"/>
                  </a:lnTo>
                  <a:lnTo>
                    <a:pt x="172603" y="72881"/>
                  </a:lnTo>
                  <a:lnTo>
                    <a:pt x="171821" y="73621"/>
                  </a:lnTo>
                  <a:lnTo>
                    <a:pt x="170970" y="74364"/>
                  </a:lnTo>
                  <a:lnTo>
                    <a:pt x="170042" y="75118"/>
                  </a:lnTo>
                  <a:lnTo>
                    <a:pt x="169200" y="75823"/>
                  </a:lnTo>
                  <a:lnTo>
                    <a:pt x="168382" y="76533"/>
                  </a:lnTo>
                  <a:lnTo>
                    <a:pt x="167587" y="77250"/>
                  </a:lnTo>
                  <a:lnTo>
                    <a:pt x="166813" y="77975"/>
                  </a:lnTo>
                  <a:lnTo>
                    <a:pt x="166058" y="78709"/>
                  </a:lnTo>
                  <a:lnTo>
                    <a:pt x="165321" y="79454"/>
                  </a:lnTo>
                  <a:lnTo>
                    <a:pt x="164598" y="80210"/>
                  </a:lnTo>
                  <a:lnTo>
                    <a:pt x="163889" y="80980"/>
                  </a:lnTo>
                  <a:lnTo>
                    <a:pt x="163191" y="81764"/>
                  </a:lnTo>
                  <a:lnTo>
                    <a:pt x="162502" y="82563"/>
                  </a:lnTo>
                  <a:lnTo>
                    <a:pt x="161821" y="83380"/>
                  </a:lnTo>
                  <a:lnTo>
                    <a:pt x="161146" y="84215"/>
                  </a:lnTo>
                  <a:lnTo>
                    <a:pt x="160473" y="85069"/>
                  </a:lnTo>
                  <a:lnTo>
                    <a:pt x="159803" y="85944"/>
                  </a:lnTo>
                  <a:lnTo>
                    <a:pt x="158723" y="87144"/>
                  </a:lnTo>
                  <a:lnTo>
                    <a:pt x="157974" y="87954"/>
                  </a:lnTo>
                  <a:lnTo>
                    <a:pt x="157361" y="88566"/>
                  </a:lnTo>
                  <a:lnTo>
                    <a:pt x="156693" y="89175"/>
                  </a:lnTo>
                  <a:lnTo>
                    <a:pt x="155774" y="89973"/>
                  </a:lnTo>
                  <a:lnTo>
                    <a:pt x="154441" y="89973"/>
                  </a:lnTo>
                  <a:lnTo>
                    <a:pt x="153088" y="89973"/>
                  </a:lnTo>
                  <a:lnTo>
                    <a:pt x="152797" y="91264"/>
                  </a:lnTo>
                  <a:lnTo>
                    <a:pt x="152500" y="92575"/>
                  </a:lnTo>
                  <a:lnTo>
                    <a:pt x="152043" y="94197"/>
                  </a:lnTo>
                  <a:lnTo>
                    <a:pt x="151672" y="95166"/>
                  </a:lnTo>
                  <a:lnTo>
                    <a:pt x="151191" y="95868"/>
                  </a:lnTo>
                  <a:lnTo>
                    <a:pt x="150403" y="96687"/>
                  </a:lnTo>
                  <a:lnTo>
                    <a:pt x="151466" y="96902"/>
                  </a:lnTo>
                  <a:lnTo>
                    <a:pt x="152529" y="97117"/>
                  </a:lnTo>
                  <a:lnTo>
                    <a:pt x="153592" y="97331"/>
                  </a:lnTo>
                  <a:lnTo>
                    <a:pt x="154655" y="97546"/>
                  </a:lnTo>
                  <a:lnTo>
                    <a:pt x="155718" y="97761"/>
                  </a:lnTo>
                  <a:lnTo>
                    <a:pt x="156781" y="97975"/>
                  </a:lnTo>
                  <a:lnTo>
                    <a:pt x="157844" y="98189"/>
                  </a:lnTo>
                  <a:lnTo>
                    <a:pt x="158908" y="98404"/>
                  </a:lnTo>
                  <a:lnTo>
                    <a:pt x="159971" y="98618"/>
                  </a:lnTo>
                  <a:lnTo>
                    <a:pt x="161314" y="98890"/>
                  </a:lnTo>
                  <a:lnTo>
                    <a:pt x="162678" y="99166"/>
                  </a:lnTo>
                  <a:lnTo>
                    <a:pt x="163737" y="99378"/>
                  </a:lnTo>
                  <a:lnTo>
                    <a:pt x="164796" y="99587"/>
                  </a:lnTo>
                  <a:lnTo>
                    <a:pt x="165855" y="99793"/>
                  </a:lnTo>
                  <a:lnTo>
                    <a:pt x="166914" y="99997"/>
                  </a:lnTo>
                  <a:lnTo>
                    <a:pt x="167974" y="100199"/>
                  </a:lnTo>
                  <a:lnTo>
                    <a:pt x="169035" y="100398"/>
                  </a:lnTo>
                  <a:lnTo>
                    <a:pt x="170095" y="100594"/>
                  </a:lnTo>
                  <a:lnTo>
                    <a:pt x="171157" y="100787"/>
                  </a:lnTo>
                  <a:lnTo>
                    <a:pt x="172218" y="100977"/>
                  </a:lnTo>
                  <a:lnTo>
                    <a:pt x="173281" y="101165"/>
                  </a:lnTo>
                  <a:lnTo>
                    <a:pt x="174344" y="101350"/>
                  </a:lnTo>
                  <a:lnTo>
                    <a:pt x="175407" y="101532"/>
                  </a:lnTo>
                  <a:lnTo>
                    <a:pt x="176472" y="101710"/>
                  </a:lnTo>
                  <a:lnTo>
                    <a:pt x="177537" y="101886"/>
                  </a:lnTo>
                  <a:lnTo>
                    <a:pt x="178603" y="102059"/>
                  </a:lnTo>
                  <a:lnTo>
                    <a:pt x="178603" y="103392"/>
                  </a:lnTo>
                  <a:lnTo>
                    <a:pt x="178603" y="104745"/>
                  </a:lnTo>
                  <a:lnTo>
                    <a:pt x="176912" y="106287"/>
                  </a:lnTo>
                  <a:lnTo>
                    <a:pt x="175489" y="107573"/>
                  </a:lnTo>
                  <a:lnTo>
                    <a:pt x="174299" y="108626"/>
                  </a:lnTo>
                  <a:lnTo>
                    <a:pt x="173303" y="109470"/>
                  </a:lnTo>
                  <a:lnTo>
                    <a:pt x="172464" y="110126"/>
                  </a:lnTo>
                  <a:lnTo>
                    <a:pt x="171745" y="110620"/>
                  </a:lnTo>
                  <a:lnTo>
                    <a:pt x="171109" y="110973"/>
                  </a:lnTo>
                  <a:lnTo>
                    <a:pt x="170518" y="111210"/>
                  </a:lnTo>
                  <a:lnTo>
                    <a:pt x="169934" y="111354"/>
                  </a:lnTo>
                  <a:lnTo>
                    <a:pt x="169322" y="111428"/>
                  </a:lnTo>
                  <a:lnTo>
                    <a:pt x="168643" y="111455"/>
                  </a:lnTo>
                  <a:lnTo>
                    <a:pt x="167860" y="111459"/>
                  </a:lnTo>
                  <a:lnTo>
                    <a:pt x="167860" y="112792"/>
                  </a:lnTo>
                  <a:lnTo>
                    <a:pt x="167860" y="114145"/>
                  </a:lnTo>
                  <a:lnTo>
                    <a:pt x="166991" y="114934"/>
                  </a:lnTo>
                  <a:lnTo>
                    <a:pt x="166110" y="115650"/>
                  </a:lnTo>
                  <a:lnTo>
                    <a:pt x="165215" y="116297"/>
                  </a:lnTo>
                  <a:lnTo>
                    <a:pt x="164306" y="116882"/>
                  </a:lnTo>
                  <a:lnTo>
                    <a:pt x="163381" y="117410"/>
                  </a:lnTo>
                  <a:lnTo>
                    <a:pt x="162440" y="117887"/>
                  </a:lnTo>
                  <a:lnTo>
                    <a:pt x="161482" y="118320"/>
                  </a:lnTo>
                  <a:lnTo>
                    <a:pt x="160506" y="118713"/>
                  </a:lnTo>
                  <a:lnTo>
                    <a:pt x="159511" y="119073"/>
                  </a:lnTo>
                  <a:lnTo>
                    <a:pt x="158496" y="119405"/>
                  </a:lnTo>
                  <a:lnTo>
                    <a:pt x="157460" y="119716"/>
                  </a:lnTo>
                  <a:lnTo>
                    <a:pt x="156402" y="120011"/>
                  </a:lnTo>
                  <a:lnTo>
                    <a:pt x="155321" y="120296"/>
                  </a:lnTo>
                  <a:lnTo>
                    <a:pt x="154217" y="120577"/>
                  </a:lnTo>
                  <a:lnTo>
                    <a:pt x="153088" y="120859"/>
                  </a:lnTo>
                  <a:lnTo>
                    <a:pt x="153504" y="122107"/>
                  </a:lnTo>
                  <a:lnTo>
                    <a:pt x="153923" y="123363"/>
                  </a:lnTo>
                  <a:lnTo>
                    <a:pt x="154348" y="124635"/>
                  </a:lnTo>
                  <a:lnTo>
                    <a:pt x="154694" y="125674"/>
                  </a:lnTo>
                  <a:lnTo>
                    <a:pt x="155040" y="126713"/>
                  </a:lnTo>
                  <a:lnTo>
                    <a:pt x="155386" y="127752"/>
                  </a:lnTo>
                  <a:lnTo>
                    <a:pt x="155732" y="128791"/>
                  </a:lnTo>
                  <a:lnTo>
                    <a:pt x="156078" y="129829"/>
                  </a:lnTo>
                  <a:lnTo>
                    <a:pt x="156424" y="130868"/>
                  </a:lnTo>
                  <a:lnTo>
                    <a:pt x="156771" y="131907"/>
                  </a:lnTo>
                  <a:lnTo>
                    <a:pt x="157117" y="132945"/>
                  </a:lnTo>
                  <a:lnTo>
                    <a:pt x="158181" y="133503"/>
                  </a:lnTo>
                  <a:lnTo>
                    <a:pt x="159251" y="134049"/>
                  </a:lnTo>
                  <a:lnTo>
                    <a:pt x="160326" y="134586"/>
                  </a:lnTo>
                  <a:lnTo>
                    <a:pt x="161405" y="135113"/>
                  </a:lnTo>
                  <a:lnTo>
                    <a:pt x="162489" y="135631"/>
                  </a:lnTo>
                  <a:lnTo>
                    <a:pt x="163487" y="136519"/>
                  </a:lnTo>
                  <a:lnTo>
                    <a:pt x="164223" y="137184"/>
                  </a:lnTo>
                  <a:lnTo>
                    <a:pt x="164824" y="137749"/>
                  </a:lnTo>
                  <a:lnTo>
                    <a:pt x="165420" y="138337"/>
                  </a:lnTo>
                  <a:lnTo>
                    <a:pt x="166137" y="139073"/>
                  </a:lnTo>
                  <a:lnTo>
                    <a:pt x="167105" y="140078"/>
                  </a:lnTo>
                  <a:lnTo>
                    <a:pt x="167912" y="140914"/>
                  </a:lnTo>
                  <a:lnTo>
                    <a:pt x="168725" y="141755"/>
                  </a:lnTo>
                  <a:lnTo>
                    <a:pt x="169549" y="142607"/>
                  </a:lnTo>
                  <a:lnTo>
                    <a:pt x="170322" y="143408"/>
                  </a:lnTo>
                  <a:lnTo>
                    <a:pt x="171100" y="144214"/>
                  </a:lnTo>
                  <a:lnTo>
                    <a:pt x="171889" y="145031"/>
                  </a:lnTo>
                  <a:lnTo>
                    <a:pt x="172218" y="145345"/>
                  </a:lnTo>
                  <a:lnTo>
                    <a:pt x="172579" y="145690"/>
                  </a:lnTo>
                  <a:lnTo>
                    <a:pt x="173153" y="146239"/>
                  </a:lnTo>
                  <a:lnTo>
                    <a:pt x="174121" y="147165"/>
                  </a:lnTo>
                  <a:lnTo>
                    <a:pt x="175665" y="148641"/>
                  </a:lnTo>
                  <a:lnTo>
                    <a:pt x="176757" y="149799"/>
                  </a:lnTo>
                  <a:lnTo>
                    <a:pt x="177566" y="150683"/>
                  </a:lnTo>
                  <a:lnTo>
                    <a:pt x="178167" y="151397"/>
                  </a:lnTo>
                  <a:lnTo>
                    <a:pt x="178638" y="152049"/>
                  </a:lnTo>
                  <a:lnTo>
                    <a:pt x="179054" y="152744"/>
                  </a:lnTo>
                  <a:lnTo>
                    <a:pt x="179493" y="153587"/>
                  </a:lnTo>
                  <a:lnTo>
                    <a:pt x="180029" y="154684"/>
                  </a:lnTo>
                  <a:lnTo>
                    <a:pt x="180657" y="155753"/>
                  </a:lnTo>
                  <a:lnTo>
                    <a:pt x="181314" y="156608"/>
                  </a:lnTo>
                  <a:lnTo>
                    <a:pt x="182015" y="157295"/>
                  </a:lnTo>
                  <a:lnTo>
                    <a:pt x="182773" y="157859"/>
                  </a:lnTo>
                  <a:lnTo>
                    <a:pt x="183603" y="158346"/>
                  </a:lnTo>
                  <a:lnTo>
                    <a:pt x="184519" y="158802"/>
                  </a:lnTo>
                  <a:lnTo>
                    <a:pt x="185533" y="159272"/>
                  </a:lnTo>
                  <a:lnTo>
                    <a:pt x="186660" y="159803"/>
                  </a:lnTo>
                  <a:lnTo>
                    <a:pt x="187860" y="161178"/>
                  </a:lnTo>
                  <a:lnTo>
                    <a:pt x="188794" y="162279"/>
                  </a:lnTo>
                  <a:lnTo>
                    <a:pt x="189495" y="163171"/>
                  </a:lnTo>
                  <a:lnTo>
                    <a:pt x="189998" y="163921"/>
                  </a:lnTo>
                  <a:lnTo>
                    <a:pt x="190335" y="164595"/>
                  </a:lnTo>
                  <a:lnTo>
                    <a:pt x="190540" y="165260"/>
                  </a:lnTo>
                  <a:lnTo>
                    <a:pt x="190645" y="165981"/>
                  </a:lnTo>
                  <a:lnTo>
                    <a:pt x="190684" y="166826"/>
                  </a:lnTo>
                  <a:lnTo>
                    <a:pt x="190689" y="167860"/>
                  </a:lnTo>
                  <a:lnTo>
                    <a:pt x="189616" y="167630"/>
                  </a:lnTo>
                  <a:lnTo>
                    <a:pt x="188575" y="167365"/>
                  </a:lnTo>
                  <a:lnTo>
                    <a:pt x="187561" y="167068"/>
                  </a:lnTo>
                  <a:lnTo>
                    <a:pt x="186569" y="166741"/>
                  </a:lnTo>
                  <a:lnTo>
                    <a:pt x="185597" y="166386"/>
                  </a:lnTo>
                  <a:lnTo>
                    <a:pt x="184640" y="166004"/>
                  </a:lnTo>
                  <a:lnTo>
                    <a:pt x="183694" y="165597"/>
                  </a:lnTo>
                  <a:lnTo>
                    <a:pt x="182755" y="165168"/>
                  </a:lnTo>
                  <a:lnTo>
                    <a:pt x="181818" y="164717"/>
                  </a:lnTo>
                  <a:lnTo>
                    <a:pt x="180880" y="164247"/>
                  </a:lnTo>
                  <a:lnTo>
                    <a:pt x="179936" y="163760"/>
                  </a:lnTo>
                  <a:lnTo>
                    <a:pt x="178982" y="163257"/>
                  </a:lnTo>
                  <a:lnTo>
                    <a:pt x="178015" y="162741"/>
                  </a:lnTo>
                  <a:lnTo>
                    <a:pt x="177029" y="162245"/>
                  </a:lnTo>
                  <a:lnTo>
                    <a:pt x="176044" y="161763"/>
                  </a:lnTo>
                  <a:lnTo>
                    <a:pt x="175060" y="161296"/>
                  </a:lnTo>
                  <a:lnTo>
                    <a:pt x="174075" y="160842"/>
                  </a:lnTo>
                  <a:lnTo>
                    <a:pt x="173089" y="160401"/>
                  </a:lnTo>
                  <a:lnTo>
                    <a:pt x="172103" y="159973"/>
                  </a:lnTo>
                  <a:lnTo>
                    <a:pt x="171115" y="159556"/>
                  </a:lnTo>
                  <a:lnTo>
                    <a:pt x="170125" y="159151"/>
                  </a:lnTo>
                  <a:lnTo>
                    <a:pt x="169133" y="158757"/>
                  </a:lnTo>
                  <a:lnTo>
                    <a:pt x="168139" y="158373"/>
                  </a:lnTo>
                  <a:lnTo>
                    <a:pt x="167141" y="157998"/>
                  </a:lnTo>
                  <a:lnTo>
                    <a:pt x="166140" y="157633"/>
                  </a:lnTo>
                  <a:lnTo>
                    <a:pt x="165135" y="157276"/>
                  </a:lnTo>
                  <a:lnTo>
                    <a:pt x="164126" y="156927"/>
                  </a:lnTo>
                  <a:lnTo>
                    <a:pt x="163112" y="156585"/>
                  </a:lnTo>
                  <a:lnTo>
                    <a:pt x="162093" y="156250"/>
                  </a:lnTo>
                  <a:lnTo>
                    <a:pt x="161068" y="155922"/>
                  </a:lnTo>
                  <a:lnTo>
                    <a:pt x="160038" y="155599"/>
                  </a:lnTo>
                  <a:lnTo>
                    <a:pt x="159001" y="155281"/>
                  </a:lnTo>
                  <a:lnTo>
                    <a:pt x="157957" y="154967"/>
                  </a:lnTo>
                  <a:lnTo>
                    <a:pt x="156906" y="154658"/>
                  </a:lnTo>
                  <a:lnTo>
                    <a:pt x="155848" y="154352"/>
                  </a:lnTo>
                  <a:lnTo>
                    <a:pt x="154834" y="154032"/>
                  </a:lnTo>
                  <a:lnTo>
                    <a:pt x="153830" y="153698"/>
                  </a:lnTo>
                  <a:lnTo>
                    <a:pt x="152835" y="153353"/>
                  </a:lnTo>
                  <a:lnTo>
                    <a:pt x="151848" y="152995"/>
                  </a:lnTo>
                  <a:lnTo>
                    <a:pt x="150868" y="152625"/>
                  </a:lnTo>
                  <a:lnTo>
                    <a:pt x="149894" y="152245"/>
                  </a:lnTo>
                  <a:lnTo>
                    <a:pt x="148926" y="151853"/>
                  </a:lnTo>
                  <a:lnTo>
                    <a:pt x="147962" y="151451"/>
                  </a:lnTo>
                  <a:lnTo>
                    <a:pt x="147001" y="151038"/>
                  </a:lnTo>
                  <a:lnTo>
                    <a:pt x="146043" y="150615"/>
                  </a:lnTo>
                  <a:lnTo>
                    <a:pt x="145086" y="150183"/>
                  </a:lnTo>
                  <a:lnTo>
                    <a:pt x="144129" y="149742"/>
                  </a:lnTo>
                  <a:lnTo>
                    <a:pt x="143172" y="149292"/>
                  </a:lnTo>
                  <a:lnTo>
                    <a:pt x="142214" y="148834"/>
                  </a:lnTo>
                  <a:lnTo>
                    <a:pt x="141252" y="148416"/>
                  </a:lnTo>
                  <a:lnTo>
                    <a:pt x="140465" y="148093"/>
                  </a:lnTo>
                  <a:lnTo>
                    <a:pt x="139713" y="147820"/>
                  </a:lnTo>
                  <a:lnTo>
                    <a:pt x="138858" y="147554"/>
                  </a:lnTo>
                  <a:lnTo>
                    <a:pt x="137762" y="147253"/>
                  </a:lnTo>
                  <a:lnTo>
                    <a:pt x="136284" y="146874"/>
                  </a:lnTo>
                  <a:lnTo>
                    <a:pt x="134288" y="146374"/>
                  </a:lnTo>
                  <a:lnTo>
                    <a:pt x="134288" y="147419"/>
                  </a:lnTo>
                  <a:lnTo>
                    <a:pt x="134288" y="148464"/>
                  </a:lnTo>
                  <a:lnTo>
                    <a:pt x="134288" y="149509"/>
                  </a:lnTo>
                  <a:lnTo>
                    <a:pt x="134288" y="150556"/>
                  </a:lnTo>
                  <a:lnTo>
                    <a:pt x="134288" y="151604"/>
                  </a:lnTo>
                  <a:lnTo>
                    <a:pt x="134288" y="152653"/>
                  </a:lnTo>
                  <a:lnTo>
                    <a:pt x="134288" y="153704"/>
                  </a:lnTo>
                  <a:lnTo>
                    <a:pt x="134288" y="154758"/>
                  </a:lnTo>
                  <a:lnTo>
                    <a:pt x="134288" y="155814"/>
                  </a:lnTo>
                  <a:lnTo>
                    <a:pt x="134288" y="156873"/>
                  </a:lnTo>
                  <a:lnTo>
                    <a:pt x="134288" y="157936"/>
                  </a:lnTo>
                  <a:lnTo>
                    <a:pt x="134288" y="159002"/>
                  </a:lnTo>
                  <a:lnTo>
                    <a:pt x="134288" y="160072"/>
                  </a:lnTo>
                  <a:lnTo>
                    <a:pt x="134288" y="161146"/>
                  </a:lnTo>
                  <a:lnTo>
                    <a:pt x="133128" y="160897"/>
                  </a:lnTo>
                  <a:lnTo>
                    <a:pt x="132022" y="160627"/>
                  </a:lnTo>
                  <a:lnTo>
                    <a:pt x="130965" y="160335"/>
                  </a:lnTo>
                  <a:lnTo>
                    <a:pt x="129951" y="160020"/>
                  </a:lnTo>
                  <a:lnTo>
                    <a:pt x="128976" y="159684"/>
                  </a:lnTo>
                  <a:lnTo>
                    <a:pt x="128035" y="159325"/>
                  </a:lnTo>
                  <a:lnTo>
                    <a:pt x="127123" y="158943"/>
                  </a:lnTo>
                  <a:lnTo>
                    <a:pt x="126234" y="158539"/>
                  </a:lnTo>
                  <a:lnTo>
                    <a:pt x="125363" y="158112"/>
                  </a:lnTo>
                  <a:lnTo>
                    <a:pt x="124507" y="157662"/>
                  </a:lnTo>
                  <a:lnTo>
                    <a:pt x="123659" y="157188"/>
                  </a:lnTo>
                  <a:lnTo>
                    <a:pt x="122814" y="156691"/>
                  </a:lnTo>
                  <a:lnTo>
                    <a:pt x="121968" y="156171"/>
                  </a:lnTo>
                  <a:lnTo>
                    <a:pt x="121116" y="155627"/>
                  </a:lnTo>
                  <a:lnTo>
                    <a:pt x="120252" y="155058"/>
                  </a:lnTo>
                  <a:lnTo>
                    <a:pt x="119372" y="154466"/>
                  </a:lnTo>
                  <a:lnTo>
                    <a:pt x="118471" y="153850"/>
                  </a:lnTo>
                  <a:lnTo>
                    <a:pt x="117543" y="153209"/>
                  </a:lnTo>
                  <a:lnTo>
                    <a:pt x="116583" y="152543"/>
                  </a:lnTo>
                  <a:lnTo>
                    <a:pt x="115500" y="151957"/>
                  </a:lnTo>
                  <a:lnTo>
                    <a:pt x="114448" y="151443"/>
                  </a:lnTo>
                  <a:lnTo>
                    <a:pt x="113417" y="150996"/>
                  </a:lnTo>
                  <a:lnTo>
                    <a:pt x="112398" y="150608"/>
                  </a:lnTo>
                  <a:lnTo>
                    <a:pt x="111380" y="150274"/>
                  </a:lnTo>
                  <a:lnTo>
                    <a:pt x="110354" y="149988"/>
                  </a:lnTo>
                  <a:lnTo>
                    <a:pt x="109309" y="149744"/>
                  </a:lnTo>
                  <a:lnTo>
                    <a:pt x="108236" y="149535"/>
                  </a:lnTo>
                  <a:lnTo>
                    <a:pt x="107124" y="149355"/>
                  </a:lnTo>
                  <a:lnTo>
                    <a:pt x="105964" y="149199"/>
                  </a:lnTo>
                  <a:lnTo>
                    <a:pt x="104745" y="149060"/>
                  </a:lnTo>
                  <a:lnTo>
                    <a:pt x="104412" y="150057"/>
                  </a:lnTo>
                  <a:lnTo>
                    <a:pt x="104079" y="151055"/>
                  </a:lnTo>
                  <a:lnTo>
                    <a:pt x="103746" y="152055"/>
                  </a:lnTo>
                  <a:lnTo>
                    <a:pt x="103412" y="153058"/>
                  </a:lnTo>
                  <a:lnTo>
                    <a:pt x="103076" y="154065"/>
                  </a:lnTo>
                  <a:lnTo>
                    <a:pt x="102739" y="155076"/>
                  </a:lnTo>
                  <a:lnTo>
                    <a:pt x="102400" y="156093"/>
                  </a:lnTo>
                  <a:lnTo>
                    <a:pt x="102059" y="157117"/>
                  </a:lnTo>
                  <a:lnTo>
                    <a:pt x="100919" y="157117"/>
                  </a:lnTo>
                  <a:lnTo>
                    <a:pt x="99778" y="157117"/>
                  </a:lnTo>
                  <a:lnTo>
                    <a:pt x="98634" y="157117"/>
                  </a:lnTo>
                  <a:lnTo>
                    <a:pt x="97486" y="157117"/>
                  </a:lnTo>
                  <a:lnTo>
                    <a:pt x="96332" y="157117"/>
                  </a:lnTo>
                  <a:lnTo>
                    <a:pt x="95171" y="157117"/>
                  </a:lnTo>
                  <a:lnTo>
                    <a:pt x="94002" y="157117"/>
                  </a:lnTo>
                  <a:lnTo>
                    <a:pt x="93669" y="156119"/>
                  </a:lnTo>
                  <a:lnTo>
                    <a:pt x="93335" y="155118"/>
                  </a:lnTo>
                  <a:lnTo>
                    <a:pt x="92999" y="154109"/>
                  </a:lnTo>
                  <a:lnTo>
                    <a:pt x="92659" y="153088"/>
                  </a:lnTo>
                  <a:lnTo>
                    <a:pt x="91326" y="153088"/>
                  </a:lnTo>
                  <a:lnTo>
                    <a:pt x="89973" y="153088"/>
                  </a:lnTo>
                  <a:lnTo>
                    <a:pt x="89045" y="151944"/>
                  </a:lnTo>
                  <a:lnTo>
                    <a:pt x="88369" y="151099"/>
                  </a:lnTo>
                  <a:lnTo>
                    <a:pt x="87833" y="150403"/>
                  </a:lnTo>
                  <a:lnTo>
                    <a:pt x="87324" y="149706"/>
                  </a:lnTo>
                  <a:lnTo>
                    <a:pt x="86732" y="148861"/>
                  </a:lnTo>
                  <a:lnTo>
                    <a:pt x="85944" y="147717"/>
                  </a:lnTo>
                  <a:lnTo>
                    <a:pt x="84654" y="147793"/>
                  </a:lnTo>
                  <a:lnTo>
                    <a:pt x="83681" y="147878"/>
                  </a:lnTo>
                  <a:lnTo>
                    <a:pt x="82839" y="148011"/>
                  </a:lnTo>
                  <a:lnTo>
                    <a:pt x="81940" y="148227"/>
                  </a:lnTo>
                  <a:lnTo>
                    <a:pt x="80800" y="148564"/>
                  </a:lnTo>
                  <a:lnTo>
                    <a:pt x="79230" y="149060"/>
                  </a:lnTo>
                  <a:lnTo>
                    <a:pt x="78611" y="149939"/>
                  </a:lnTo>
                  <a:lnTo>
                    <a:pt x="77997" y="150823"/>
                  </a:lnTo>
                  <a:lnTo>
                    <a:pt x="77388" y="151711"/>
                  </a:lnTo>
                  <a:lnTo>
                    <a:pt x="76785" y="152602"/>
                  </a:lnTo>
                  <a:lnTo>
                    <a:pt x="76188" y="153498"/>
                  </a:lnTo>
                  <a:lnTo>
                    <a:pt x="75597" y="154397"/>
                  </a:lnTo>
                  <a:lnTo>
                    <a:pt x="75011" y="155300"/>
                  </a:lnTo>
                  <a:lnTo>
                    <a:pt x="74432" y="156207"/>
                  </a:lnTo>
                  <a:lnTo>
                    <a:pt x="73858" y="157117"/>
                  </a:lnTo>
                  <a:lnTo>
                    <a:pt x="72861" y="157450"/>
                  </a:lnTo>
                  <a:lnTo>
                    <a:pt x="71859" y="157783"/>
                  </a:lnTo>
                  <a:lnTo>
                    <a:pt x="70850" y="158120"/>
                  </a:lnTo>
                  <a:lnTo>
                    <a:pt x="69830" y="158460"/>
                  </a:lnTo>
                  <a:lnTo>
                    <a:pt x="69152" y="159925"/>
                  </a:lnTo>
                  <a:lnTo>
                    <a:pt x="68667" y="161003"/>
                  </a:lnTo>
                  <a:lnTo>
                    <a:pt x="68297" y="161881"/>
                  </a:lnTo>
                  <a:lnTo>
                    <a:pt x="67970" y="162744"/>
                  </a:lnTo>
                  <a:lnTo>
                    <a:pt x="67611" y="163780"/>
                  </a:lnTo>
                  <a:lnTo>
                    <a:pt x="67144" y="165174"/>
                  </a:lnTo>
                  <a:lnTo>
                    <a:pt x="65811" y="165174"/>
                  </a:lnTo>
                  <a:lnTo>
                    <a:pt x="64458" y="165174"/>
                  </a:lnTo>
                  <a:lnTo>
                    <a:pt x="64098" y="166256"/>
                  </a:lnTo>
                  <a:lnTo>
                    <a:pt x="63735" y="167345"/>
                  </a:lnTo>
                  <a:lnTo>
                    <a:pt x="63368" y="168448"/>
                  </a:lnTo>
                  <a:lnTo>
                    <a:pt x="62841" y="169585"/>
                  </a:lnTo>
                  <a:lnTo>
                    <a:pt x="62310" y="170729"/>
                  </a:lnTo>
                  <a:lnTo>
                    <a:pt x="61772" y="171889"/>
                  </a:lnTo>
                  <a:lnTo>
                    <a:pt x="60775" y="172221"/>
                  </a:lnTo>
                  <a:lnTo>
                    <a:pt x="59773" y="172555"/>
                  </a:lnTo>
                  <a:lnTo>
                    <a:pt x="58764" y="172891"/>
                  </a:lnTo>
                  <a:lnTo>
                    <a:pt x="57744" y="173232"/>
                  </a:lnTo>
                  <a:lnTo>
                    <a:pt x="57705" y="172176"/>
                  </a:lnTo>
                  <a:lnTo>
                    <a:pt x="57665" y="171120"/>
                  </a:lnTo>
                  <a:lnTo>
                    <a:pt x="57626" y="170064"/>
                  </a:lnTo>
                  <a:lnTo>
                    <a:pt x="57587" y="169008"/>
                  </a:lnTo>
                  <a:lnTo>
                    <a:pt x="57548" y="167952"/>
                  </a:lnTo>
                  <a:lnTo>
                    <a:pt x="57509" y="166895"/>
                  </a:lnTo>
                  <a:lnTo>
                    <a:pt x="57470" y="165838"/>
                  </a:lnTo>
                  <a:lnTo>
                    <a:pt x="57431" y="164781"/>
                  </a:lnTo>
                  <a:lnTo>
                    <a:pt x="57392" y="163723"/>
                  </a:lnTo>
                  <a:lnTo>
                    <a:pt x="57352" y="162665"/>
                  </a:lnTo>
                  <a:lnTo>
                    <a:pt x="57313" y="161606"/>
                  </a:lnTo>
                  <a:lnTo>
                    <a:pt x="57274" y="160547"/>
                  </a:lnTo>
                  <a:lnTo>
                    <a:pt x="57235" y="159487"/>
                  </a:lnTo>
                  <a:lnTo>
                    <a:pt x="57195" y="158426"/>
                  </a:lnTo>
                  <a:lnTo>
                    <a:pt x="57156" y="157364"/>
                  </a:lnTo>
                  <a:lnTo>
                    <a:pt x="57117" y="156302"/>
                  </a:lnTo>
                  <a:lnTo>
                    <a:pt x="57077" y="155239"/>
                  </a:lnTo>
                  <a:lnTo>
                    <a:pt x="57038" y="154174"/>
                  </a:lnTo>
                  <a:lnTo>
                    <a:pt x="56998" y="153109"/>
                  </a:lnTo>
                  <a:lnTo>
                    <a:pt x="56959" y="152043"/>
                  </a:lnTo>
                  <a:lnTo>
                    <a:pt x="56919" y="150976"/>
                  </a:lnTo>
                  <a:lnTo>
                    <a:pt x="56880" y="149907"/>
                  </a:lnTo>
                  <a:lnTo>
                    <a:pt x="56840" y="148837"/>
                  </a:lnTo>
                  <a:lnTo>
                    <a:pt x="56801" y="147766"/>
                  </a:lnTo>
                  <a:lnTo>
                    <a:pt x="56761" y="146694"/>
                  </a:lnTo>
                  <a:lnTo>
                    <a:pt x="56721" y="145620"/>
                  </a:lnTo>
                  <a:lnTo>
                    <a:pt x="56681" y="144545"/>
                  </a:lnTo>
                  <a:lnTo>
                    <a:pt x="56641" y="143468"/>
                  </a:lnTo>
                  <a:lnTo>
                    <a:pt x="56601" y="142390"/>
                  </a:lnTo>
                  <a:lnTo>
                    <a:pt x="56561" y="141310"/>
                  </a:lnTo>
                  <a:lnTo>
                    <a:pt x="56521" y="140229"/>
                  </a:lnTo>
                  <a:lnTo>
                    <a:pt x="56481" y="139146"/>
                  </a:lnTo>
                  <a:lnTo>
                    <a:pt x="56441" y="138061"/>
                  </a:lnTo>
                  <a:lnTo>
                    <a:pt x="56401" y="136974"/>
                  </a:lnTo>
                  <a:lnTo>
                    <a:pt x="55329" y="137040"/>
                  </a:lnTo>
                  <a:lnTo>
                    <a:pt x="54256" y="137107"/>
                  </a:lnTo>
                  <a:lnTo>
                    <a:pt x="53182" y="137173"/>
                  </a:lnTo>
                  <a:lnTo>
                    <a:pt x="52106" y="137240"/>
                  </a:lnTo>
                  <a:lnTo>
                    <a:pt x="51028" y="137307"/>
                  </a:lnTo>
                  <a:lnTo>
                    <a:pt x="49946" y="137374"/>
                  </a:lnTo>
                  <a:lnTo>
                    <a:pt x="48861" y="137441"/>
                  </a:lnTo>
                  <a:lnTo>
                    <a:pt x="47771" y="137509"/>
                  </a:lnTo>
                  <a:lnTo>
                    <a:pt x="46676" y="137577"/>
                  </a:lnTo>
                  <a:lnTo>
                    <a:pt x="45574" y="137645"/>
                  </a:lnTo>
                  <a:lnTo>
                    <a:pt x="44515" y="137704"/>
                  </a:lnTo>
                  <a:lnTo>
                    <a:pt x="43455" y="137760"/>
                  </a:lnTo>
                  <a:lnTo>
                    <a:pt x="42395" y="137813"/>
                  </a:lnTo>
                  <a:lnTo>
                    <a:pt x="41336" y="137864"/>
                  </a:lnTo>
                  <a:lnTo>
                    <a:pt x="40276" y="137911"/>
                  </a:lnTo>
                  <a:lnTo>
                    <a:pt x="39217" y="137956"/>
                  </a:lnTo>
                  <a:lnTo>
                    <a:pt x="38157" y="137998"/>
                  </a:lnTo>
                  <a:lnTo>
                    <a:pt x="37098" y="138038"/>
                  </a:lnTo>
                  <a:lnTo>
                    <a:pt x="36038" y="138075"/>
                  </a:lnTo>
                  <a:lnTo>
                    <a:pt x="34979" y="138110"/>
                  </a:lnTo>
                  <a:lnTo>
                    <a:pt x="33919" y="138142"/>
                  </a:lnTo>
                  <a:lnTo>
                    <a:pt x="32860" y="138172"/>
                  </a:lnTo>
                  <a:lnTo>
                    <a:pt x="31800" y="138200"/>
                  </a:lnTo>
                  <a:lnTo>
                    <a:pt x="30741" y="138226"/>
                  </a:lnTo>
                  <a:lnTo>
                    <a:pt x="29681" y="138249"/>
                  </a:lnTo>
                  <a:lnTo>
                    <a:pt x="28622" y="138271"/>
                  </a:lnTo>
                  <a:lnTo>
                    <a:pt x="27562" y="138290"/>
                  </a:lnTo>
                  <a:lnTo>
                    <a:pt x="26503" y="138308"/>
                  </a:lnTo>
                  <a:lnTo>
                    <a:pt x="25443" y="138324"/>
                  </a:lnTo>
                  <a:lnTo>
                    <a:pt x="24384" y="138338"/>
                  </a:lnTo>
                  <a:lnTo>
                    <a:pt x="23324" y="138350"/>
                  </a:lnTo>
                  <a:lnTo>
                    <a:pt x="22264" y="138361"/>
                  </a:lnTo>
                  <a:lnTo>
                    <a:pt x="21205" y="138370"/>
                  </a:lnTo>
                  <a:lnTo>
                    <a:pt x="20145" y="138377"/>
                  </a:lnTo>
                  <a:lnTo>
                    <a:pt x="19085" y="138383"/>
                  </a:lnTo>
                  <a:lnTo>
                    <a:pt x="18025" y="138388"/>
                  </a:lnTo>
                  <a:lnTo>
                    <a:pt x="16966" y="138391"/>
                  </a:lnTo>
                  <a:lnTo>
                    <a:pt x="15906" y="138393"/>
                  </a:lnTo>
                  <a:lnTo>
                    <a:pt x="14846" y="138394"/>
                  </a:lnTo>
                  <a:lnTo>
                    <a:pt x="13786" y="138394"/>
                  </a:lnTo>
                  <a:lnTo>
                    <a:pt x="12726" y="138393"/>
                  </a:lnTo>
                  <a:lnTo>
                    <a:pt x="11666" y="138390"/>
                  </a:lnTo>
                  <a:lnTo>
                    <a:pt x="10606" y="138387"/>
                  </a:lnTo>
                  <a:lnTo>
                    <a:pt x="9545" y="138383"/>
                  </a:lnTo>
                  <a:lnTo>
                    <a:pt x="8485" y="138378"/>
                  </a:lnTo>
                  <a:lnTo>
                    <a:pt x="7425" y="138372"/>
                  </a:lnTo>
                  <a:lnTo>
                    <a:pt x="6364" y="138366"/>
                  </a:lnTo>
                  <a:lnTo>
                    <a:pt x="5304" y="138359"/>
                  </a:lnTo>
                  <a:lnTo>
                    <a:pt x="4243" y="138351"/>
                  </a:lnTo>
                  <a:lnTo>
                    <a:pt x="3182" y="138343"/>
                  </a:lnTo>
                  <a:lnTo>
                    <a:pt x="2122" y="138335"/>
                  </a:lnTo>
                  <a:lnTo>
                    <a:pt x="1061" y="138326"/>
                  </a:lnTo>
                  <a:lnTo>
                    <a:pt x="0" y="138317"/>
                  </a:lnTo>
                  <a:lnTo>
                    <a:pt x="1004" y="136822"/>
                  </a:lnTo>
                  <a:lnTo>
                    <a:pt x="1789" y="135735"/>
                  </a:lnTo>
                  <a:lnTo>
                    <a:pt x="2462" y="134967"/>
                  </a:lnTo>
                  <a:lnTo>
                    <a:pt x="3132" y="134433"/>
                  </a:lnTo>
                  <a:lnTo>
                    <a:pt x="3907" y="134045"/>
                  </a:lnTo>
                  <a:lnTo>
                    <a:pt x="4898" y="133718"/>
                  </a:lnTo>
                  <a:lnTo>
                    <a:pt x="6211" y="133364"/>
                  </a:lnTo>
                  <a:lnTo>
                    <a:pt x="7264" y="133226"/>
                  </a:lnTo>
                  <a:lnTo>
                    <a:pt x="8325" y="133086"/>
                  </a:lnTo>
                  <a:lnTo>
                    <a:pt x="9400" y="132945"/>
                  </a:lnTo>
                  <a:lnTo>
                    <a:pt x="9732" y="131947"/>
                  </a:lnTo>
                  <a:lnTo>
                    <a:pt x="10066" y="130946"/>
                  </a:lnTo>
                  <a:lnTo>
                    <a:pt x="10403" y="129937"/>
                  </a:lnTo>
                  <a:lnTo>
                    <a:pt x="10743" y="128916"/>
                  </a:lnTo>
                  <a:lnTo>
                    <a:pt x="12074" y="128916"/>
                  </a:lnTo>
                  <a:lnTo>
                    <a:pt x="13414" y="128916"/>
                  </a:lnTo>
                  <a:lnTo>
                    <a:pt x="14771" y="128916"/>
                  </a:lnTo>
                  <a:lnTo>
                    <a:pt x="15104" y="127919"/>
                  </a:lnTo>
                  <a:lnTo>
                    <a:pt x="15438" y="126917"/>
                  </a:lnTo>
                  <a:lnTo>
                    <a:pt x="15774" y="125908"/>
                  </a:lnTo>
                  <a:lnTo>
                    <a:pt x="16114" y="124888"/>
                  </a:lnTo>
                  <a:lnTo>
                    <a:pt x="17219" y="124261"/>
                  </a:lnTo>
                  <a:lnTo>
                    <a:pt x="18053" y="123802"/>
                  </a:lnTo>
                  <a:lnTo>
                    <a:pt x="18778" y="123436"/>
                  </a:lnTo>
                  <a:lnTo>
                    <a:pt x="19554" y="123084"/>
                  </a:lnTo>
                  <a:lnTo>
                    <a:pt x="20543" y="122671"/>
                  </a:lnTo>
                  <a:lnTo>
                    <a:pt x="21905" y="122119"/>
                  </a:lnTo>
                  <a:lnTo>
                    <a:pt x="24029" y="121244"/>
                  </a:lnTo>
                  <a:lnTo>
                    <a:pt x="25874" y="120479"/>
                  </a:lnTo>
                  <a:lnTo>
                    <a:pt x="27462" y="119811"/>
                  </a:lnTo>
                  <a:lnTo>
                    <a:pt x="28817" y="119224"/>
                  </a:lnTo>
                  <a:lnTo>
                    <a:pt x="29961" y="118706"/>
                  </a:lnTo>
                  <a:lnTo>
                    <a:pt x="30917" y="118242"/>
                  </a:lnTo>
                  <a:lnTo>
                    <a:pt x="31710" y="117817"/>
                  </a:lnTo>
                  <a:lnTo>
                    <a:pt x="32361" y="117418"/>
                  </a:lnTo>
                  <a:lnTo>
                    <a:pt x="32895" y="117030"/>
                  </a:lnTo>
                  <a:lnTo>
                    <a:pt x="33333" y="116639"/>
                  </a:lnTo>
                  <a:lnTo>
                    <a:pt x="33701" y="116231"/>
                  </a:lnTo>
                  <a:lnTo>
                    <a:pt x="34019" y="115792"/>
                  </a:lnTo>
                  <a:lnTo>
                    <a:pt x="34312" y="115307"/>
                  </a:lnTo>
                  <a:lnTo>
                    <a:pt x="34603" y="114763"/>
                  </a:lnTo>
                  <a:lnTo>
                    <a:pt x="34915" y="114145"/>
                  </a:lnTo>
                  <a:lnTo>
                    <a:pt x="36021" y="113666"/>
                  </a:lnTo>
                  <a:lnTo>
                    <a:pt x="37133" y="113198"/>
                  </a:lnTo>
                  <a:lnTo>
                    <a:pt x="38249" y="112743"/>
                  </a:lnTo>
                  <a:lnTo>
                    <a:pt x="39371" y="112302"/>
                  </a:lnTo>
                  <a:lnTo>
                    <a:pt x="40497" y="111873"/>
                  </a:lnTo>
                  <a:lnTo>
                    <a:pt x="41629" y="111459"/>
                  </a:lnTo>
                  <a:lnTo>
                    <a:pt x="40607" y="110804"/>
                  </a:lnTo>
                  <a:lnTo>
                    <a:pt x="39604" y="110213"/>
                  </a:lnTo>
                  <a:lnTo>
                    <a:pt x="38616" y="109679"/>
                  </a:lnTo>
                  <a:lnTo>
                    <a:pt x="37636" y="109197"/>
                  </a:lnTo>
                  <a:lnTo>
                    <a:pt x="36657" y="108759"/>
                  </a:lnTo>
                  <a:lnTo>
                    <a:pt x="35675" y="108359"/>
                  </a:lnTo>
                  <a:lnTo>
                    <a:pt x="34684" y="107992"/>
                  </a:lnTo>
                  <a:lnTo>
                    <a:pt x="33676" y="107649"/>
                  </a:lnTo>
                  <a:lnTo>
                    <a:pt x="32648" y="107325"/>
                  </a:lnTo>
                  <a:lnTo>
                    <a:pt x="31592" y="107014"/>
                  </a:lnTo>
                  <a:lnTo>
                    <a:pt x="30502" y="106708"/>
                  </a:lnTo>
                  <a:lnTo>
                    <a:pt x="29374" y="106401"/>
                  </a:lnTo>
                  <a:lnTo>
                    <a:pt x="28200" y="106087"/>
                  </a:lnTo>
                  <a:lnTo>
                    <a:pt x="27142" y="105787"/>
                  </a:lnTo>
                  <a:lnTo>
                    <a:pt x="26084" y="105486"/>
                  </a:lnTo>
                  <a:lnTo>
                    <a:pt x="25027" y="105184"/>
                  </a:lnTo>
                  <a:lnTo>
                    <a:pt x="23969" y="104881"/>
                  </a:lnTo>
                  <a:lnTo>
                    <a:pt x="22912" y="104577"/>
                  </a:lnTo>
                  <a:lnTo>
                    <a:pt x="21894" y="104286"/>
                  </a:lnTo>
                  <a:lnTo>
                    <a:pt x="20872" y="103994"/>
                  </a:lnTo>
                  <a:lnTo>
                    <a:pt x="19842" y="103700"/>
                  </a:lnTo>
                  <a:lnTo>
                    <a:pt x="18800" y="103402"/>
                  </a:lnTo>
                  <a:lnTo>
                    <a:pt x="18889" y="102180"/>
                  </a:lnTo>
                  <a:lnTo>
                    <a:pt x="19003" y="101290"/>
                  </a:lnTo>
                  <a:lnTo>
                    <a:pt x="19207" y="100474"/>
                  </a:lnTo>
                  <a:lnTo>
                    <a:pt x="19566" y="99473"/>
                  </a:lnTo>
                  <a:lnTo>
                    <a:pt x="20143" y="98030"/>
                  </a:lnTo>
                  <a:lnTo>
                    <a:pt x="21359" y="97369"/>
                  </a:lnTo>
                  <a:lnTo>
                    <a:pt x="22327" y="96851"/>
                  </a:lnTo>
                  <a:lnTo>
                    <a:pt x="23143" y="96434"/>
                  </a:lnTo>
                  <a:lnTo>
                    <a:pt x="23903" y="96074"/>
                  </a:lnTo>
                  <a:lnTo>
                    <a:pt x="24701" y="95727"/>
                  </a:lnTo>
                  <a:lnTo>
                    <a:pt x="25634" y="95351"/>
                  </a:lnTo>
                  <a:lnTo>
                    <a:pt x="26796" y="94902"/>
                  </a:lnTo>
                  <a:lnTo>
                    <a:pt x="28283" y="94337"/>
                  </a:lnTo>
                  <a:lnTo>
                    <a:pt x="29397" y="93906"/>
                  </a:lnTo>
                  <a:lnTo>
                    <a:pt x="30515" y="93473"/>
                  </a:lnTo>
                  <a:lnTo>
                    <a:pt x="31641" y="93037"/>
                  </a:lnTo>
                  <a:lnTo>
                    <a:pt x="32779" y="92595"/>
                  </a:lnTo>
                  <a:lnTo>
                    <a:pt x="33929" y="92173"/>
                  </a:lnTo>
                  <a:lnTo>
                    <a:pt x="35085" y="91747"/>
                  </a:lnTo>
                  <a:lnTo>
                    <a:pt x="36258" y="91316"/>
                  </a:lnTo>
                  <a:lnTo>
                    <a:pt x="36081" y="90203"/>
                  </a:lnTo>
                  <a:lnTo>
                    <a:pt x="35853" y="89122"/>
                  </a:lnTo>
                  <a:lnTo>
                    <a:pt x="35578" y="88072"/>
                  </a:lnTo>
                  <a:lnTo>
                    <a:pt x="35255" y="87051"/>
                  </a:lnTo>
                  <a:lnTo>
                    <a:pt x="34888" y="86059"/>
                  </a:lnTo>
                  <a:lnTo>
                    <a:pt x="34478" y="85093"/>
                  </a:lnTo>
                  <a:lnTo>
                    <a:pt x="34028" y="84153"/>
                  </a:lnTo>
                  <a:lnTo>
                    <a:pt x="33538" y="83237"/>
                  </a:lnTo>
                  <a:lnTo>
                    <a:pt x="33012" y="82345"/>
                  </a:lnTo>
                  <a:lnTo>
                    <a:pt x="32451" y="81474"/>
                  </a:lnTo>
                  <a:lnTo>
                    <a:pt x="31857" y="80624"/>
                  </a:lnTo>
                  <a:lnTo>
                    <a:pt x="31231" y="79793"/>
                  </a:lnTo>
                  <a:lnTo>
                    <a:pt x="30577" y="78980"/>
                  </a:lnTo>
                  <a:lnTo>
                    <a:pt x="29895" y="78184"/>
                  </a:lnTo>
                  <a:lnTo>
                    <a:pt x="29188" y="77403"/>
                  </a:lnTo>
                  <a:lnTo>
                    <a:pt x="28457" y="76637"/>
                  </a:lnTo>
                  <a:lnTo>
                    <a:pt x="27705" y="75883"/>
                  </a:lnTo>
                  <a:lnTo>
                    <a:pt x="26934" y="75141"/>
                  </a:lnTo>
                  <a:lnTo>
                    <a:pt x="26145" y="74409"/>
                  </a:lnTo>
                  <a:lnTo>
                    <a:pt x="25340" y="73687"/>
                  </a:lnTo>
                  <a:lnTo>
                    <a:pt x="24522" y="72972"/>
                  </a:lnTo>
                  <a:lnTo>
                    <a:pt x="23692" y="72264"/>
                  </a:lnTo>
                  <a:lnTo>
                    <a:pt x="22852" y="71561"/>
                  </a:lnTo>
                  <a:lnTo>
                    <a:pt x="22004" y="70862"/>
                  </a:lnTo>
                  <a:lnTo>
                    <a:pt x="21150" y="70165"/>
                  </a:lnTo>
                  <a:lnTo>
                    <a:pt x="20213" y="69375"/>
                  </a:lnTo>
                  <a:lnTo>
                    <a:pt x="19340" y="68590"/>
                  </a:lnTo>
                  <a:lnTo>
                    <a:pt x="18520" y="67806"/>
                  </a:lnTo>
                  <a:lnTo>
                    <a:pt x="17745" y="67016"/>
                  </a:lnTo>
                  <a:lnTo>
                    <a:pt x="17002" y="66212"/>
                  </a:lnTo>
                  <a:lnTo>
                    <a:pt x="16283" y="65389"/>
                  </a:lnTo>
                  <a:lnTo>
                    <a:pt x="15576" y="64540"/>
                  </a:lnTo>
                  <a:lnTo>
                    <a:pt x="14872" y="63658"/>
                  </a:lnTo>
                  <a:lnTo>
                    <a:pt x="14159" y="62738"/>
                  </a:lnTo>
                  <a:lnTo>
                    <a:pt x="13429" y="61772"/>
                  </a:lnTo>
                  <a:lnTo>
                    <a:pt x="12431" y="61440"/>
                  </a:lnTo>
                  <a:lnTo>
                    <a:pt x="11429" y="61106"/>
                  </a:lnTo>
                  <a:lnTo>
                    <a:pt x="10420" y="60770"/>
                  </a:lnTo>
                  <a:lnTo>
                    <a:pt x="9400" y="60429"/>
                  </a:lnTo>
                  <a:lnTo>
                    <a:pt x="9400" y="59098"/>
                  </a:lnTo>
                  <a:lnTo>
                    <a:pt x="9400" y="57759"/>
                  </a:lnTo>
                  <a:lnTo>
                    <a:pt x="9400" y="56401"/>
                  </a:lnTo>
                  <a:lnTo>
                    <a:pt x="8402" y="56068"/>
                  </a:lnTo>
                  <a:lnTo>
                    <a:pt x="7401" y="55734"/>
                  </a:lnTo>
                  <a:lnTo>
                    <a:pt x="6392" y="55398"/>
                  </a:lnTo>
                  <a:lnTo>
                    <a:pt x="5371" y="55058"/>
                  </a:lnTo>
                  <a:lnTo>
                    <a:pt x="5371" y="53725"/>
                  </a:lnTo>
                  <a:lnTo>
                    <a:pt x="5371" y="52372"/>
                  </a:lnTo>
                  <a:lnTo>
                    <a:pt x="7874" y="53207"/>
                  </a:lnTo>
                  <a:lnTo>
                    <a:pt x="10141" y="53962"/>
                  </a:lnTo>
                  <a:lnTo>
                    <a:pt x="12186" y="54644"/>
                  </a:lnTo>
                  <a:lnTo>
                    <a:pt x="14022" y="55256"/>
                  </a:lnTo>
                  <a:lnTo>
                    <a:pt x="15664" y="55803"/>
                  </a:lnTo>
                  <a:lnTo>
                    <a:pt x="17125" y="56290"/>
                  </a:lnTo>
                  <a:lnTo>
                    <a:pt x="18419" y="56722"/>
                  </a:lnTo>
                  <a:lnTo>
                    <a:pt x="19560" y="57102"/>
                  </a:lnTo>
                  <a:lnTo>
                    <a:pt x="20561" y="57436"/>
                  </a:lnTo>
                  <a:lnTo>
                    <a:pt x="21438" y="57728"/>
                  </a:lnTo>
                  <a:lnTo>
                    <a:pt x="22203" y="57983"/>
                  </a:lnTo>
                  <a:lnTo>
                    <a:pt x="22871" y="58206"/>
                  </a:lnTo>
                  <a:lnTo>
                    <a:pt x="23455" y="58401"/>
                  </a:lnTo>
                  <a:lnTo>
                    <a:pt x="23970" y="58572"/>
                  </a:lnTo>
                  <a:lnTo>
                    <a:pt x="24428" y="58725"/>
                  </a:lnTo>
                  <a:lnTo>
                    <a:pt x="24845" y="58864"/>
                  </a:lnTo>
                  <a:lnTo>
                    <a:pt x="25233" y="58994"/>
                  </a:lnTo>
                  <a:lnTo>
                    <a:pt x="25608" y="59119"/>
                  </a:lnTo>
                  <a:lnTo>
                    <a:pt x="25982" y="59243"/>
                  </a:lnTo>
                  <a:lnTo>
                    <a:pt x="26369" y="59373"/>
                  </a:lnTo>
                  <a:lnTo>
                    <a:pt x="26783" y="59511"/>
                  </a:lnTo>
                  <a:lnTo>
                    <a:pt x="27928" y="59891"/>
                  </a:lnTo>
                  <a:lnTo>
                    <a:pt x="29073" y="60269"/>
                  </a:lnTo>
                  <a:lnTo>
                    <a:pt x="30218" y="60647"/>
                  </a:lnTo>
                  <a:lnTo>
                    <a:pt x="31364" y="61023"/>
                  </a:lnTo>
                  <a:lnTo>
                    <a:pt x="32509" y="61398"/>
                  </a:lnTo>
                  <a:lnTo>
                    <a:pt x="33655" y="61772"/>
                  </a:lnTo>
                  <a:lnTo>
                    <a:pt x="34642" y="62111"/>
                  </a:lnTo>
                  <a:lnTo>
                    <a:pt x="35628" y="62453"/>
                  </a:lnTo>
                  <a:lnTo>
                    <a:pt x="36611" y="62799"/>
                  </a:lnTo>
                  <a:lnTo>
                    <a:pt x="37594" y="63148"/>
                  </a:lnTo>
                  <a:lnTo>
                    <a:pt x="38575" y="63501"/>
                  </a:lnTo>
                  <a:lnTo>
                    <a:pt x="39555" y="63856"/>
                  </a:lnTo>
                  <a:lnTo>
                    <a:pt x="40533" y="64215"/>
                  </a:lnTo>
                  <a:lnTo>
                    <a:pt x="41511" y="64575"/>
                  </a:lnTo>
                  <a:lnTo>
                    <a:pt x="42488" y="64938"/>
                  </a:lnTo>
                  <a:lnTo>
                    <a:pt x="43465" y="65302"/>
                  </a:lnTo>
                  <a:lnTo>
                    <a:pt x="44441" y="65669"/>
                  </a:lnTo>
                  <a:lnTo>
                    <a:pt x="45417" y="66036"/>
                  </a:lnTo>
                  <a:lnTo>
                    <a:pt x="46392" y="66405"/>
                  </a:lnTo>
                  <a:lnTo>
                    <a:pt x="47368" y="66774"/>
                  </a:lnTo>
                  <a:lnTo>
                    <a:pt x="48343" y="67144"/>
                  </a:lnTo>
                  <a:lnTo>
                    <a:pt x="48343" y="68477"/>
                  </a:lnTo>
                  <a:lnTo>
                    <a:pt x="48343" y="69830"/>
                  </a:lnTo>
                  <a:lnTo>
                    <a:pt x="49483" y="69830"/>
                  </a:lnTo>
                  <a:lnTo>
                    <a:pt x="50624" y="69830"/>
                  </a:lnTo>
                  <a:lnTo>
                    <a:pt x="51768" y="69830"/>
                  </a:lnTo>
                  <a:lnTo>
                    <a:pt x="52917" y="69830"/>
                  </a:lnTo>
                  <a:lnTo>
                    <a:pt x="54071" y="69830"/>
                  </a:lnTo>
                  <a:lnTo>
                    <a:pt x="55231" y="69830"/>
                  </a:lnTo>
                  <a:lnTo>
                    <a:pt x="56401" y="69830"/>
                  </a:lnTo>
                  <a:lnTo>
                    <a:pt x="56401" y="68791"/>
                  </a:lnTo>
                  <a:lnTo>
                    <a:pt x="56401" y="67752"/>
                  </a:lnTo>
                  <a:lnTo>
                    <a:pt x="56401" y="66713"/>
                  </a:lnTo>
                  <a:lnTo>
                    <a:pt x="56401" y="65674"/>
                  </a:lnTo>
                  <a:lnTo>
                    <a:pt x="56401" y="64635"/>
                  </a:lnTo>
                  <a:lnTo>
                    <a:pt x="56401" y="63596"/>
                  </a:lnTo>
                  <a:lnTo>
                    <a:pt x="56401" y="62556"/>
                  </a:lnTo>
                  <a:lnTo>
                    <a:pt x="56401" y="61515"/>
                  </a:lnTo>
                  <a:lnTo>
                    <a:pt x="56401" y="60474"/>
                  </a:lnTo>
                  <a:lnTo>
                    <a:pt x="56401" y="59433"/>
                  </a:lnTo>
                  <a:lnTo>
                    <a:pt x="56401" y="58391"/>
                  </a:lnTo>
                  <a:lnTo>
                    <a:pt x="56401" y="57348"/>
                  </a:lnTo>
                  <a:lnTo>
                    <a:pt x="56401" y="56305"/>
                  </a:lnTo>
                  <a:lnTo>
                    <a:pt x="56401" y="55261"/>
                  </a:lnTo>
                  <a:lnTo>
                    <a:pt x="56401" y="54215"/>
                  </a:lnTo>
                  <a:lnTo>
                    <a:pt x="56401" y="53169"/>
                  </a:lnTo>
                  <a:lnTo>
                    <a:pt x="56401" y="52122"/>
                  </a:lnTo>
                  <a:lnTo>
                    <a:pt x="56401" y="51074"/>
                  </a:lnTo>
                  <a:lnTo>
                    <a:pt x="56401" y="50025"/>
                  </a:lnTo>
                  <a:lnTo>
                    <a:pt x="56401" y="48975"/>
                  </a:lnTo>
                  <a:lnTo>
                    <a:pt x="56401" y="47923"/>
                  </a:lnTo>
                  <a:lnTo>
                    <a:pt x="56401" y="46871"/>
                  </a:lnTo>
                  <a:lnTo>
                    <a:pt x="56401" y="45816"/>
                  </a:lnTo>
                  <a:lnTo>
                    <a:pt x="56401" y="44761"/>
                  </a:lnTo>
                  <a:lnTo>
                    <a:pt x="56401" y="43704"/>
                  </a:lnTo>
                  <a:lnTo>
                    <a:pt x="56401" y="42645"/>
                  </a:lnTo>
                  <a:lnTo>
                    <a:pt x="56401" y="41585"/>
                  </a:lnTo>
                  <a:lnTo>
                    <a:pt x="56401" y="40523"/>
                  </a:lnTo>
                  <a:lnTo>
                    <a:pt x="56401" y="39459"/>
                  </a:lnTo>
                  <a:lnTo>
                    <a:pt x="56401" y="38394"/>
                  </a:lnTo>
                  <a:lnTo>
                    <a:pt x="56401" y="37327"/>
                  </a:lnTo>
                  <a:lnTo>
                    <a:pt x="56401" y="36258"/>
                  </a:lnTo>
                  <a:lnTo>
                    <a:pt x="58109" y="36268"/>
                  </a:lnTo>
                  <a:lnTo>
                    <a:pt x="59326" y="36341"/>
                  </a:lnTo>
                  <a:lnTo>
                    <a:pt x="60232" y="36540"/>
                  </a:lnTo>
                  <a:lnTo>
                    <a:pt x="61006" y="36926"/>
                  </a:lnTo>
                  <a:lnTo>
                    <a:pt x="61828" y="37563"/>
                  </a:lnTo>
                  <a:lnTo>
                    <a:pt x="62879" y="38514"/>
                  </a:lnTo>
                  <a:lnTo>
                    <a:pt x="63247" y="38947"/>
                  </a:lnTo>
                  <a:lnTo>
                    <a:pt x="63896" y="39711"/>
                  </a:lnTo>
                  <a:lnTo>
                    <a:pt x="65382" y="41461"/>
                  </a:lnTo>
                  <a:lnTo>
                    <a:pt x="66219" y="42428"/>
                  </a:lnTo>
                  <a:lnTo>
                    <a:pt x="67061" y="43402"/>
                  </a:lnTo>
                  <a:lnTo>
                    <a:pt x="67915" y="44389"/>
                  </a:lnTo>
                  <a:lnTo>
                    <a:pt x="68849" y="45685"/>
                  </a:lnTo>
                  <a:lnTo>
                    <a:pt x="69416" y="46608"/>
                  </a:lnTo>
                  <a:lnTo>
                    <a:pt x="69707" y="47414"/>
                  </a:lnTo>
                  <a:lnTo>
                    <a:pt x="69814" y="48355"/>
                  </a:lnTo>
                  <a:lnTo>
                    <a:pt x="69830" y="49686"/>
                  </a:lnTo>
                  <a:lnTo>
                    <a:pt x="70938" y="50130"/>
                  </a:lnTo>
                  <a:lnTo>
                    <a:pt x="72048" y="50574"/>
                  </a:lnTo>
                  <a:lnTo>
                    <a:pt x="73162" y="51019"/>
                  </a:lnTo>
                  <a:lnTo>
                    <a:pt x="74281" y="51467"/>
                  </a:lnTo>
                  <a:lnTo>
                    <a:pt x="75408" y="51918"/>
                  </a:lnTo>
                  <a:lnTo>
                    <a:pt x="76544" y="52372"/>
                  </a:lnTo>
                  <a:lnTo>
                    <a:pt x="76544" y="53703"/>
                  </a:lnTo>
                  <a:lnTo>
                    <a:pt x="76544" y="55043"/>
                  </a:lnTo>
                  <a:lnTo>
                    <a:pt x="76544" y="56401"/>
                  </a:lnTo>
                  <a:lnTo>
                    <a:pt x="77608" y="56667"/>
                  </a:lnTo>
                  <a:lnTo>
                    <a:pt x="78675" y="56933"/>
                  </a:lnTo>
                  <a:lnTo>
                    <a:pt x="79746" y="57201"/>
                  </a:lnTo>
                  <a:lnTo>
                    <a:pt x="80826" y="57471"/>
                  </a:lnTo>
                  <a:lnTo>
                    <a:pt x="81916" y="57744"/>
                  </a:lnTo>
                  <a:lnTo>
                    <a:pt x="81790" y="56327"/>
                  </a:lnTo>
                  <a:lnTo>
                    <a:pt x="81663" y="54890"/>
                  </a:lnTo>
                  <a:lnTo>
                    <a:pt x="81769" y="53739"/>
                  </a:lnTo>
                  <a:lnTo>
                    <a:pt x="81929" y="52648"/>
                  </a:lnTo>
                  <a:lnTo>
                    <a:pt x="82140" y="51607"/>
                  </a:lnTo>
                  <a:lnTo>
                    <a:pt x="82401" y="50608"/>
                  </a:lnTo>
                  <a:lnTo>
                    <a:pt x="82709" y="49640"/>
                  </a:lnTo>
                  <a:lnTo>
                    <a:pt x="83060" y="48695"/>
                  </a:lnTo>
                  <a:lnTo>
                    <a:pt x="83452" y="47763"/>
                  </a:lnTo>
                  <a:lnTo>
                    <a:pt x="83884" y="46835"/>
                  </a:lnTo>
                  <a:lnTo>
                    <a:pt x="84351" y="45901"/>
                  </a:lnTo>
                  <a:lnTo>
                    <a:pt x="84852" y="44953"/>
                  </a:lnTo>
                  <a:lnTo>
                    <a:pt x="85384" y="43979"/>
                  </a:lnTo>
                  <a:lnTo>
                    <a:pt x="85944" y="42972"/>
                  </a:lnTo>
                  <a:lnTo>
                    <a:pt x="87277" y="42972"/>
                  </a:lnTo>
                  <a:lnTo>
                    <a:pt x="88630" y="42972"/>
                  </a:lnTo>
                  <a:lnTo>
                    <a:pt x="88630" y="41864"/>
                  </a:lnTo>
                  <a:lnTo>
                    <a:pt x="88630" y="40754"/>
                  </a:lnTo>
                  <a:lnTo>
                    <a:pt x="88630" y="39640"/>
                  </a:lnTo>
                  <a:lnTo>
                    <a:pt x="88630" y="38521"/>
                  </a:lnTo>
                  <a:lnTo>
                    <a:pt x="88630" y="37394"/>
                  </a:lnTo>
                  <a:lnTo>
                    <a:pt x="88630" y="36258"/>
                  </a:lnTo>
                  <a:lnTo>
                    <a:pt x="89963" y="36258"/>
                  </a:lnTo>
                  <a:lnTo>
                    <a:pt x="91316" y="36258"/>
                  </a:lnTo>
                  <a:lnTo>
                    <a:pt x="91463" y="35223"/>
                  </a:lnTo>
                  <a:lnTo>
                    <a:pt x="91611" y="34188"/>
                  </a:lnTo>
                  <a:lnTo>
                    <a:pt x="91759" y="33152"/>
                  </a:lnTo>
                  <a:lnTo>
                    <a:pt x="91908" y="32113"/>
                  </a:lnTo>
                  <a:lnTo>
                    <a:pt x="92057" y="31071"/>
                  </a:lnTo>
                  <a:lnTo>
                    <a:pt x="92206" y="30026"/>
                  </a:lnTo>
                  <a:lnTo>
                    <a:pt x="92356" y="28975"/>
                  </a:lnTo>
                  <a:lnTo>
                    <a:pt x="92507" y="27919"/>
                  </a:lnTo>
                  <a:lnTo>
                    <a:pt x="92659" y="26857"/>
                  </a:lnTo>
                  <a:lnTo>
                    <a:pt x="93991" y="26857"/>
                  </a:lnTo>
                  <a:lnTo>
                    <a:pt x="95344" y="26857"/>
                  </a:lnTo>
                  <a:lnTo>
                    <a:pt x="95589" y="25771"/>
                  </a:lnTo>
                  <a:lnTo>
                    <a:pt x="95835" y="24677"/>
                  </a:lnTo>
                  <a:lnTo>
                    <a:pt x="96084" y="23569"/>
                  </a:lnTo>
                  <a:lnTo>
                    <a:pt x="96337" y="22491"/>
                  </a:lnTo>
                  <a:lnTo>
                    <a:pt x="96592" y="21410"/>
                  </a:lnTo>
                  <a:lnTo>
                    <a:pt x="96848" y="20321"/>
                  </a:lnTo>
                  <a:lnTo>
                    <a:pt x="97106" y="19219"/>
                  </a:lnTo>
                  <a:lnTo>
                    <a:pt x="97352" y="18156"/>
                  </a:lnTo>
                  <a:lnTo>
                    <a:pt x="97599" y="17088"/>
                  </a:lnTo>
                  <a:lnTo>
                    <a:pt x="97847" y="16012"/>
                  </a:lnTo>
                  <a:lnTo>
                    <a:pt x="98099" y="14923"/>
                  </a:lnTo>
                  <a:lnTo>
                    <a:pt x="98452" y="13806"/>
                  </a:lnTo>
                  <a:lnTo>
                    <a:pt x="98819" y="12734"/>
                  </a:lnTo>
                  <a:lnTo>
                    <a:pt x="99204" y="11699"/>
                  </a:lnTo>
                  <a:lnTo>
                    <a:pt x="99610" y="10695"/>
                  </a:lnTo>
                  <a:lnTo>
                    <a:pt x="100043" y="9717"/>
                  </a:lnTo>
                  <a:lnTo>
                    <a:pt x="100505" y="8758"/>
                  </a:lnTo>
                  <a:lnTo>
                    <a:pt x="101000" y="7812"/>
                  </a:lnTo>
                  <a:lnTo>
                    <a:pt x="101534" y="6872"/>
                  </a:lnTo>
                  <a:lnTo>
                    <a:pt x="102109" y="5932"/>
                  </a:lnTo>
                  <a:lnTo>
                    <a:pt x="102731" y="4986"/>
                  </a:lnTo>
                  <a:lnTo>
                    <a:pt x="103402" y="4028"/>
                  </a:lnTo>
                  <a:lnTo>
                    <a:pt x="104734" y="4028"/>
                  </a:lnTo>
                  <a:lnTo>
                    <a:pt x="106087" y="4028"/>
                  </a:lnTo>
                  <a:lnTo>
                    <a:pt x="106087" y="2697"/>
                  </a:lnTo>
                  <a:lnTo>
                    <a:pt x="106087" y="1357"/>
                  </a:lnTo>
                  <a:lnTo>
                    <a:pt x="106087" y="0"/>
                  </a:lnTo>
                  <a:close/>
                </a:path>
              </a:pathLst>
            </a:custGeom>
            <a:solidFill>
              <a:srgbClr val="8E03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egion 18 #8D0224"/>
            <p:cNvSpPr/>
            <p:nvPr/>
          </p:nvSpPr>
          <p:spPr>
            <a:xfrm>
              <a:off x="1702775" y="475380"/>
              <a:ext cx="212176" cy="177261"/>
            </a:xfrm>
            <a:custGeom>
              <a:avLst/>
              <a:gdLst/>
              <a:ahLst/>
              <a:cxnLst/>
              <a:rect l="l" t="t" r="r" b="b"/>
              <a:pathLst>
                <a:path w="212176" h="177261">
                  <a:moveTo>
                    <a:pt x="52373" y="0"/>
                  </a:moveTo>
                  <a:lnTo>
                    <a:pt x="53370" y="333"/>
                  </a:lnTo>
                  <a:lnTo>
                    <a:pt x="54372" y="666"/>
                  </a:lnTo>
                  <a:lnTo>
                    <a:pt x="55381" y="1003"/>
                  </a:lnTo>
                  <a:lnTo>
                    <a:pt x="56401" y="1343"/>
                  </a:lnTo>
                  <a:lnTo>
                    <a:pt x="56401" y="2674"/>
                  </a:lnTo>
                  <a:lnTo>
                    <a:pt x="56401" y="4014"/>
                  </a:lnTo>
                  <a:lnTo>
                    <a:pt x="56401" y="5372"/>
                  </a:lnTo>
                  <a:lnTo>
                    <a:pt x="57734" y="5372"/>
                  </a:lnTo>
                  <a:lnTo>
                    <a:pt x="59087" y="5372"/>
                  </a:lnTo>
                  <a:lnTo>
                    <a:pt x="60417" y="6913"/>
                  </a:lnTo>
                  <a:lnTo>
                    <a:pt x="61416" y="8113"/>
                  </a:lnTo>
                  <a:lnTo>
                    <a:pt x="62132" y="9065"/>
                  </a:lnTo>
                  <a:lnTo>
                    <a:pt x="62612" y="9866"/>
                  </a:lnTo>
                  <a:lnTo>
                    <a:pt x="62903" y="10608"/>
                  </a:lnTo>
                  <a:lnTo>
                    <a:pt x="63053" y="11386"/>
                  </a:lnTo>
                  <a:lnTo>
                    <a:pt x="63108" y="12295"/>
                  </a:lnTo>
                  <a:lnTo>
                    <a:pt x="63116" y="13429"/>
                  </a:lnTo>
                  <a:lnTo>
                    <a:pt x="64448" y="13429"/>
                  </a:lnTo>
                  <a:lnTo>
                    <a:pt x="65801" y="13429"/>
                  </a:lnTo>
                  <a:lnTo>
                    <a:pt x="66571" y="14300"/>
                  </a:lnTo>
                  <a:lnTo>
                    <a:pt x="67295" y="15144"/>
                  </a:lnTo>
                  <a:lnTo>
                    <a:pt x="67976" y="15968"/>
                  </a:lnTo>
                  <a:lnTo>
                    <a:pt x="68615" y="16784"/>
                  </a:lnTo>
                  <a:lnTo>
                    <a:pt x="69216" y="17601"/>
                  </a:lnTo>
                  <a:lnTo>
                    <a:pt x="69780" y="18429"/>
                  </a:lnTo>
                  <a:lnTo>
                    <a:pt x="70309" y="19278"/>
                  </a:lnTo>
                  <a:lnTo>
                    <a:pt x="70807" y="20157"/>
                  </a:lnTo>
                  <a:lnTo>
                    <a:pt x="71274" y="21076"/>
                  </a:lnTo>
                  <a:lnTo>
                    <a:pt x="71713" y="22045"/>
                  </a:lnTo>
                  <a:lnTo>
                    <a:pt x="72126" y="23074"/>
                  </a:lnTo>
                  <a:lnTo>
                    <a:pt x="72516" y="24172"/>
                  </a:lnTo>
                  <a:lnTo>
                    <a:pt x="73245" y="24935"/>
                  </a:lnTo>
                  <a:lnTo>
                    <a:pt x="73978" y="25693"/>
                  </a:lnTo>
                  <a:lnTo>
                    <a:pt x="74716" y="26448"/>
                  </a:lnTo>
                  <a:lnTo>
                    <a:pt x="75458" y="27198"/>
                  </a:lnTo>
                  <a:lnTo>
                    <a:pt x="76204" y="27944"/>
                  </a:lnTo>
                  <a:lnTo>
                    <a:pt x="76955" y="28686"/>
                  </a:lnTo>
                  <a:lnTo>
                    <a:pt x="77709" y="29424"/>
                  </a:lnTo>
                  <a:lnTo>
                    <a:pt x="78468" y="30157"/>
                  </a:lnTo>
                  <a:lnTo>
                    <a:pt x="79230" y="30886"/>
                  </a:lnTo>
                  <a:lnTo>
                    <a:pt x="80225" y="31893"/>
                  </a:lnTo>
                  <a:lnTo>
                    <a:pt x="80937" y="32687"/>
                  </a:lnTo>
                  <a:lnTo>
                    <a:pt x="81415" y="33388"/>
                  </a:lnTo>
                  <a:lnTo>
                    <a:pt x="81705" y="34112"/>
                  </a:lnTo>
                  <a:lnTo>
                    <a:pt x="81853" y="34978"/>
                  </a:lnTo>
                  <a:lnTo>
                    <a:pt x="81908" y="36101"/>
                  </a:lnTo>
                  <a:lnTo>
                    <a:pt x="81916" y="37601"/>
                  </a:lnTo>
                  <a:lnTo>
                    <a:pt x="82542" y="37914"/>
                  </a:lnTo>
                  <a:lnTo>
                    <a:pt x="84434" y="38860"/>
                  </a:lnTo>
                  <a:lnTo>
                    <a:pt x="85542" y="39414"/>
                  </a:lnTo>
                  <a:lnTo>
                    <a:pt x="86650" y="39968"/>
                  </a:lnTo>
                  <a:lnTo>
                    <a:pt x="87758" y="40521"/>
                  </a:lnTo>
                  <a:lnTo>
                    <a:pt x="88865" y="41075"/>
                  </a:lnTo>
                  <a:lnTo>
                    <a:pt x="89973" y="41629"/>
                  </a:lnTo>
                  <a:lnTo>
                    <a:pt x="90317" y="40429"/>
                  </a:lnTo>
                  <a:lnTo>
                    <a:pt x="90666" y="39211"/>
                  </a:lnTo>
                  <a:lnTo>
                    <a:pt x="90963" y="38204"/>
                  </a:lnTo>
                  <a:lnTo>
                    <a:pt x="91263" y="37199"/>
                  </a:lnTo>
                  <a:lnTo>
                    <a:pt x="91566" y="36196"/>
                  </a:lnTo>
                  <a:lnTo>
                    <a:pt x="91873" y="35194"/>
                  </a:lnTo>
                  <a:lnTo>
                    <a:pt x="92183" y="34194"/>
                  </a:lnTo>
                  <a:lnTo>
                    <a:pt x="92497" y="33195"/>
                  </a:lnTo>
                  <a:lnTo>
                    <a:pt x="92814" y="32198"/>
                  </a:lnTo>
                  <a:lnTo>
                    <a:pt x="93134" y="31202"/>
                  </a:lnTo>
                  <a:lnTo>
                    <a:pt x="93457" y="30207"/>
                  </a:lnTo>
                  <a:lnTo>
                    <a:pt x="93784" y="29214"/>
                  </a:lnTo>
                  <a:lnTo>
                    <a:pt x="94113" y="28221"/>
                  </a:lnTo>
                  <a:lnTo>
                    <a:pt x="94445" y="27230"/>
                  </a:lnTo>
                  <a:lnTo>
                    <a:pt x="94781" y="26240"/>
                  </a:lnTo>
                  <a:lnTo>
                    <a:pt x="95119" y="25251"/>
                  </a:lnTo>
                  <a:lnTo>
                    <a:pt x="95460" y="24262"/>
                  </a:lnTo>
                  <a:lnTo>
                    <a:pt x="95803" y="23274"/>
                  </a:lnTo>
                  <a:lnTo>
                    <a:pt x="96149" y="22288"/>
                  </a:lnTo>
                  <a:lnTo>
                    <a:pt x="96498" y="21301"/>
                  </a:lnTo>
                  <a:lnTo>
                    <a:pt x="96849" y="20316"/>
                  </a:lnTo>
                  <a:lnTo>
                    <a:pt x="97203" y="19331"/>
                  </a:lnTo>
                  <a:lnTo>
                    <a:pt x="97559" y="18346"/>
                  </a:lnTo>
                  <a:lnTo>
                    <a:pt x="97918" y="17362"/>
                  </a:lnTo>
                  <a:lnTo>
                    <a:pt x="98278" y="16379"/>
                  </a:lnTo>
                  <a:lnTo>
                    <a:pt x="98641" y="15395"/>
                  </a:lnTo>
                  <a:lnTo>
                    <a:pt x="99006" y="14412"/>
                  </a:lnTo>
                  <a:lnTo>
                    <a:pt x="99373" y="13429"/>
                  </a:lnTo>
                  <a:lnTo>
                    <a:pt x="100706" y="13429"/>
                  </a:lnTo>
                  <a:lnTo>
                    <a:pt x="102059" y="13429"/>
                  </a:lnTo>
                  <a:lnTo>
                    <a:pt x="102466" y="14437"/>
                  </a:lnTo>
                  <a:lnTo>
                    <a:pt x="102873" y="15445"/>
                  </a:lnTo>
                  <a:lnTo>
                    <a:pt x="103279" y="16453"/>
                  </a:lnTo>
                  <a:lnTo>
                    <a:pt x="103685" y="17462"/>
                  </a:lnTo>
                  <a:lnTo>
                    <a:pt x="104090" y="18470"/>
                  </a:lnTo>
                  <a:lnTo>
                    <a:pt x="104494" y="19479"/>
                  </a:lnTo>
                  <a:lnTo>
                    <a:pt x="104897" y="20488"/>
                  </a:lnTo>
                  <a:lnTo>
                    <a:pt x="105299" y="21498"/>
                  </a:lnTo>
                  <a:lnTo>
                    <a:pt x="105701" y="22508"/>
                  </a:lnTo>
                  <a:lnTo>
                    <a:pt x="106100" y="23519"/>
                  </a:lnTo>
                  <a:lnTo>
                    <a:pt x="106498" y="24530"/>
                  </a:lnTo>
                  <a:lnTo>
                    <a:pt x="106895" y="25542"/>
                  </a:lnTo>
                  <a:lnTo>
                    <a:pt x="107290" y="26555"/>
                  </a:lnTo>
                  <a:lnTo>
                    <a:pt x="107682" y="27568"/>
                  </a:lnTo>
                  <a:lnTo>
                    <a:pt x="108073" y="28582"/>
                  </a:lnTo>
                  <a:lnTo>
                    <a:pt x="108462" y="29597"/>
                  </a:lnTo>
                  <a:lnTo>
                    <a:pt x="108848" y="30613"/>
                  </a:lnTo>
                  <a:lnTo>
                    <a:pt x="109232" y="31630"/>
                  </a:lnTo>
                  <a:lnTo>
                    <a:pt x="109613" y="32648"/>
                  </a:lnTo>
                  <a:lnTo>
                    <a:pt x="109979" y="33625"/>
                  </a:lnTo>
                  <a:lnTo>
                    <a:pt x="110348" y="34600"/>
                  </a:lnTo>
                  <a:lnTo>
                    <a:pt x="110721" y="35574"/>
                  </a:lnTo>
                  <a:lnTo>
                    <a:pt x="111097" y="36546"/>
                  </a:lnTo>
                  <a:lnTo>
                    <a:pt x="111479" y="37517"/>
                  </a:lnTo>
                  <a:lnTo>
                    <a:pt x="111865" y="38485"/>
                  </a:lnTo>
                  <a:lnTo>
                    <a:pt x="112256" y="39452"/>
                  </a:lnTo>
                  <a:lnTo>
                    <a:pt x="112652" y="40416"/>
                  </a:lnTo>
                  <a:lnTo>
                    <a:pt x="113055" y="41377"/>
                  </a:lnTo>
                  <a:lnTo>
                    <a:pt x="113514" y="42633"/>
                  </a:lnTo>
                  <a:lnTo>
                    <a:pt x="113822" y="43594"/>
                  </a:lnTo>
                  <a:lnTo>
                    <a:pt x="114009" y="44452"/>
                  </a:lnTo>
                  <a:lnTo>
                    <a:pt x="114105" y="45400"/>
                  </a:lnTo>
                  <a:lnTo>
                    <a:pt x="114140" y="46633"/>
                  </a:lnTo>
                  <a:lnTo>
                    <a:pt x="114145" y="48344"/>
                  </a:lnTo>
                  <a:lnTo>
                    <a:pt x="115353" y="47677"/>
                  </a:lnTo>
                  <a:lnTo>
                    <a:pt x="116578" y="47001"/>
                  </a:lnTo>
                  <a:lnTo>
                    <a:pt x="117835" y="46435"/>
                  </a:lnTo>
                  <a:lnTo>
                    <a:pt x="118795" y="46056"/>
                  </a:lnTo>
                  <a:lnTo>
                    <a:pt x="119653" y="45826"/>
                  </a:lnTo>
                  <a:lnTo>
                    <a:pt x="120602" y="45708"/>
                  </a:lnTo>
                  <a:lnTo>
                    <a:pt x="121834" y="45664"/>
                  </a:lnTo>
                  <a:lnTo>
                    <a:pt x="123545" y="45658"/>
                  </a:lnTo>
                  <a:lnTo>
                    <a:pt x="123811" y="44594"/>
                  </a:lnTo>
                  <a:lnTo>
                    <a:pt x="124078" y="43528"/>
                  </a:lnTo>
                  <a:lnTo>
                    <a:pt x="124346" y="42456"/>
                  </a:lnTo>
                  <a:lnTo>
                    <a:pt x="124616" y="41376"/>
                  </a:lnTo>
                  <a:lnTo>
                    <a:pt x="124888" y="40287"/>
                  </a:lnTo>
                  <a:lnTo>
                    <a:pt x="126221" y="40287"/>
                  </a:lnTo>
                  <a:lnTo>
                    <a:pt x="127574" y="40287"/>
                  </a:lnTo>
                  <a:lnTo>
                    <a:pt x="127574" y="38954"/>
                  </a:lnTo>
                  <a:lnTo>
                    <a:pt x="127574" y="37601"/>
                  </a:lnTo>
                  <a:lnTo>
                    <a:pt x="128905" y="37601"/>
                  </a:lnTo>
                  <a:lnTo>
                    <a:pt x="130245" y="37601"/>
                  </a:lnTo>
                  <a:lnTo>
                    <a:pt x="131603" y="37601"/>
                  </a:lnTo>
                  <a:lnTo>
                    <a:pt x="131603" y="36268"/>
                  </a:lnTo>
                  <a:lnTo>
                    <a:pt x="131603" y="34915"/>
                  </a:lnTo>
                  <a:lnTo>
                    <a:pt x="132547" y="34007"/>
                  </a:lnTo>
                  <a:lnTo>
                    <a:pt x="133265" y="33327"/>
                  </a:lnTo>
                  <a:lnTo>
                    <a:pt x="133899" y="32751"/>
                  </a:lnTo>
                  <a:lnTo>
                    <a:pt x="134592" y="32152"/>
                  </a:lnTo>
                  <a:lnTo>
                    <a:pt x="135485" y="31405"/>
                  </a:lnTo>
                  <a:lnTo>
                    <a:pt x="136722" y="30383"/>
                  </a:lnTo>
                  <a:lnTo>
                    <a:pt x="137612" y="29641"/>
                  </a:lnTo>
                  <a:lnTo>
                    <a:pt x="138473" y="28910"/>
                  </a:lnTo>
                  <a:lnTo>
                    <a:pt x="139305" y="28182"/>
                  </a:lnTo>
                  <a:lnTo>
                    <a:pt x="140111" y="27449"/>
                  </a:lnTo>
                  <a:lnTo>
                    <a:pt x="140894" y="26704"/>
                  </a:lnTo>
                  <a:lnTo>
                    <a:pt x="141656" y="25939"/>
                  </a:lnTo>
                  <a:lnTo>
                    <a:pt x="142399" y="25146"/>
                  </a:lnTo>
                  <a:lnTo>
                    <a:pt x="143127" y="24318"/>
                  </a:lnTo>
                  <a:lnTo>
                    <a:pt x="143841" y="23446"/>
                  </a:lnTo>
                  <a:lnTo>
                    <a:pt x="144544" y="22524"/>
                  </a:lnTo>
                  <a:lnTo>
                    <a:pt x="145452" y="21343"/>
                  </a:lnTo>
                  <a:lnTo>
                    <a:pt x="146374" y="20143"/>
                  </a:lnTo>
                  <a:lnTo>
                    <a:pt x="147707" y="20143"/>
                  </a:lnTo>
                  <a:lnTo>
                    <a:pt x="149060" y="20143"/>
                  </a:lnTo>
                  <a:lnTo>
                    <a:pt x="149060" y="18812"/>
                  </a:lnTo>
                  <a:lnTo>
                    <a:pt x="149060" y="17472"/>
                  </a:lnTo>
                  <a:lnTo>
                    <a:pt x="149060" y="16115"/>
                  </a:lnTo>
                  <a:lnTo>
                    <a:pt x="150391" y="16115"/>
                  </a:lnTo>
                  <a:lnTo>
                    <a:pt x="151731" y="16115"/>
                  </a:lnTo>
                  <a:lnTo>
                    <a:pt x="153089" y="16115"/>
                  </a:lnTo>
                  <a:lnTo>
                    <a:pt x="152737" y="18465"/>
                  </a:lnTo>
                  <a:lnTo>
                    <a:pt x="152450" y="20309"/>
                  </a:lnTo>
                  <a:lnTo>
                    <a:pt x="152206" y="21722"/>
                  </a:lnTo>
                  <a:lnTo>
                    <a:pt x="151983" y="22784"/>
                  </a:lnTo>
                  <a:lnTo>
                    <a:pt x="151758" y="23571"/>
                  </a:lnTo>
                  <a:lnTo>
                    <a:pt x="151510" y="24160"/>
                  </a:lnTo>
                  <a:lnTo>
                    <a:pt x="151216" y="24628"/>
                  </a:lnTo>
                  <a:lnTo>
                    <a:pt x="150854" y="25054"/>
                  </a:lnTo>
                  <a:lnTo>
                    <a:pt x="150403" y="25515"/>
                  </a:lnTo>
                  <a:lnTo>
                    <a:pt x="150247" y="26634"/>
                  </a:lnTo>
                  <a:lnTo>
                    <a:pt x="150095" y="27752"/>
                  </a:lnTo>
                  <a:lnTo>
                    <a:pt x="149948" y="28870"/>
                  </a:lnTo>
                  <a:lnTo>
                    <a:pt x="149805" y="29988"/>
                  </a:lnTo>
                  <a:lnTo>
                    <a:pt x="149665" y="31106"/>
                  </a:lnTo>
                  <a:lnTo>
                    <a:pt x="149530" y="32224"/>
                  </a:lnTo>
                  <a:lnTo>
                    <a:pt x="149398" y="33344"/>
                  </a:lnTo>
                  <a:lnTo>
                    <a:pt x="149269" y="34464"/>
                  </a:lnTo>
                  <a:lnTo>
                    <a:pt x="149143" y="35586"/>
                  </a:lnTo>
                  <a:lnTo>
                    <a:pt x="149015" y="36673"/>
                  </a:lnTo>
                  <a:lnTo>
                    <a:pt x="148882" y="37757"/>
                  </a:lnTo>
                  <a:lnTo>
                    <a:pt x="148746" y="38837"/>
                  </a:lnTo>
                  <a:lnTo>
                    <a:pt x="148605" y="39915"/>
                  </a:lnTo>
                  <a:lnTo>
                    <a:pt x="148459" y="40991"/>
                  </a:lnTo>
                  <a:lnTo>
                    <a:pt x="148308" y="42064"/>
                  </a:lnTo>
                  <a:lnTo>
                    <a:pt x="148152" y="43135"/>
                  </a:lnTo>
                  <a:lnTo>
                    <a:pt x="147990" y="44204"/>
                  </a:lnTo>
                  <a:lnTo>
                    <a:pt x="147823" y="45271"/>
                  </a:lnTo>
                  <a:lnTo>
                    <a:pt x="147650" y="46337"/>
                  </a:lnTo>
                  <a:lnTo>
                    <a:pt x="147471" y="47402"/>
                  </a:lnTo>
                  <a:lnTo>
                    <a:pt x="147286" y="48466"/>
                  </a:lnTo>
                  <a:lnTo>
                    <a:pt x="147094" y="49528"/>
                  </a:lnTo>
                  <a:lnTo>
                    <a:pt x="146895" y="50591"/>
                  </a:lnTo>
                  <a:lnTo>
                    <a:pt x="146689" y="51652"/>
                  </a:lnTo>
                  <a:lnTo>
                    <a:pt x="146476" y="52713"/>
                  </a:lnTo>
                  <a:lnTo>
                    <a:pt x="146255" y="53775"/>
                  </a:lnTo>
                  <a:lnTo>
                    <a:pt x="146027" y="54836"/>
                  </a:lnTo>
                  <a:lnTo>
                    <a:pt x="145791" y="55898"/>
                  </a:lnTo>
                  <a:lnTo>
                    <a:pt x="145546" y="56960"/>
                  </a:lnTo>
                  <a:lnTo>
                    <a:pt x="145293" y="58023"/>
                  </a:lnTo>
                  <a:lnTo>
                    <a:pt x="145031" y="59087"/>
                  </a:lnTo>
                  <a:lnTo>
                    <a:pt x="146048" y="58824"/>
                  </a:lnTo>
                  <a:lnTo>
                    <a:pt x="147061" y="58554"/>
                  </a:lnTo>
                  <a:lnTo>
                    <a:pt x="148072" y="58276"/>
                  </a:lnTo>
                  <a:lnTo>
                    <a:pt x="149079" y="57991"/>
                  </a:lnTo>
                  <a:lnTo>
                    <a:pt x="150084" y="57697"/>
                  </a:lnTo>
                  <a:lnTo>
                    <a:pt x="151084" y="57395"/>
                  </a:lnTo>
                  <a:lnTo>
                    <a:pt x="152082" y="57084"/>
                  </a:lnTo>
                  <a:lnTo>
                    <a:pt x="153075" y="56763"/>
                  </a:lnTo>
                  <a:lnTo>
                    <a:pt x="154065" y="56433"/>
                  </a:lnTo>
                  <a:lnTo>
                    <a:pt x="155051" y="56092"/>
                  </a:lnTo>
                  <a:lnTo>
                    <a:pt x="156032" y="55740"/>
                  </a:lnTo>
                  <a:lnTo>
                    <a:pt x="157010" y="55376"/>
                  </a:lnTo>
                  <a:lnTo>
                    <a:pt x="157983" y="55002"/>
                  </a:lnTo>
                  <a:lnTo>
                    <a:pt x="158951" y="54614"/>
                  </a:lnTo>
                  <a:lnTo>
                    <a:pt x="159915" y="54215"/>
                  </a:lnTo>
                  <a:lnTo>
                    <a:pt x="160874" y="53802"/>
                  </a:lnTo>
                  <a:lnTo>
                    <a:pt x="161828" y="53376"/>
                  </a:lnTo>
                  <a:lnTo>
                    <a:pt x="162776" y="52936"/>
                  </a:lnTo>
                  <a:lnTo>
                    <a:pt x="163720" y="52482"/>
                  </a:lnTo>
                  <a:lnTo>
                    <a:pt x="164658" y="52013"/>
                  </a:lnTo>
                  <a:lnTo>
                    <a:pt x="165591" y="51529"/>
                  </a:lnTo>
                  <a:lnTo>
                    <a:pt x="166518" y="51030"/>
                  </a:lnTo>
                  <a:lnTo>
                    <a:pt x="166852" y="50362"/>
                  </a:lnTo>
                  <a:lnTo>
                    <a:pt x="167860" y="48344"/>
                  </a:lnTo>
                  <a:lnTo>
                    <a:pt x="168924" y="48344"/>
                  </a:lnTo>
                  <a:lnTo>
                    <a:pt x="169991" y="48344"/>
                  </a:lnTo>
                  <a:lnTo>
                    <a:pt x="171063" y="48344"/>
                  </a:lnTo>
                  <a:lnTo>
                    <a:pt x="172142" y="48344"/>
                  </a:lnTo>
                  <a:lnTo>
                    <a:pt x="173232" y="48344"/>
                  </a:lnTo>
                  <a:lnTo>
                    <a:pt x="173018" y="50585"/>
                  </a:lnTo>
                  <a:lnTo>
                    <a:pt x="172844" y="52395"/>
                  </a:lnTo>
                  <a:lnTo>
                    <a:pt x="172700" y="53839"/>
                  </a:lnTo>
                  <a:lnTo>
                    <a:pt x="172579" y="54980"/>
                  </a:lnTo>
                  <a:lnTo>
                    <a:pt x="172474" y="55883"/>
                  </a:lnTo>
                  <a:lnTo>
                    <a:pt x="172375" y="56613"/>
                  </a:lnTo>
                  <a:lnTo>
                    <a:pt x="172276" y="57233"/>
                  </a:lnTo>
                  <a:lnTo>
                    <a:pt x="172167" y="57810"/>
                  </a:lnTo>
                  <a:lnTo>
                    <a:pt x="172041" y="58406"/>
                  </a:lnTo>
                  <a:lnTo>
                    <a:pt x="171889" y="59087"/>
                  </a:lnTo>
                  <a:lnTo>
                    <a:pt x="171221" y="59421"/>
                  </a:lnTo>
                  <a:lnTo>
                    <a:pt x="169203" y="60430"/>
                  </a:lnTo>
                  <a:lnTo>
                    <a:pt x="168709" y="61455"/>
                  </a:lnTo>
                  <a:lnTo>
                    <a:pt x="168239" y="62467"/>
                  </a:lnTo>
                  <a:lnTo>
                    <a:pt x="167792" y="63469"/>
                  </a:lnTo>
                  <a:lnTo>
                    <a:pt x="167368" y="64462"/>
                  </a:lnTo>
                  <a:lnTo>
                    <a:pt x="166967" y="65451"/>
                  </a:lnTo>
                  <a:lnTo>
                    <a:pt x="166589" y="66437"/>
                  </a:lnTo>
                  <a:lnTo>
                    <a:pt x="166233" y="67423"/>
                  </a:lnTo>
                  <a:lnTo>
                    <a:pt x="165899" y="68412"/>
                  </a:lnTo>
                  <a:lnTo>
                    <a:pt x="165587" y="69407"/>
                  </a:lnTo>
                  <a:lnTo>
                    <a:pt x="165296" y="70410"/>
                  </a:lnTo>
                  <a:lnTo>
                    <a:pt x="165026" y="71424"/>
                  </a:lnTo>
                  <a:lnTo>
                    <a:pt x="164777" y="72451"/>
                  </a:lnTo>
                  <a:lnTo>
                    <a:pt x="164548" y="73495"/>
                  </a:lnTo>
                  <a:lnTo>
                    <a:pt x="164339" y="74558"/>
                  </a:lnTo>
                  <a:lnTo>
                    <a:pt x="164151" y="75643"/>
                  </a:lnTo>
                  <a:lnTo>
                    <a:pt x="163982" y="76751"/>
                  </a:lnTo>
                  <a:lnTo>
                    <a:pt x="163832" y="77887"/>
                  </a:lnTo>
                  <a:lnTo>
                    <a:pt x="162499" y="77887"/>
                  </a:lnTo>
                  <a:lnTo>
                    <a:pt x="161146" y="77887"/>
                  </a:lnTo>
                  <a:lnTo>
                    <a:pt x="161146" y="78951"/>
                  </a:lnTo>
                  <a:lnTo>
                    <a:pt x="161146" y="80018"/>
                  </a:lnTo>
                  <a:lnTo>
                    <a:pt x="161146" y="81090"/>
                  </a:lnTo>
                  <a:lnTo>
                    <a:pt x="161146" y="82169"/>
                  </a:lnTo>
                  <a:lnTo>
                    <a:pt x="161146" y="83259"/>
                  </a:lnTo>
                  <a:lnTo>
                    <a:pt x="161737" y="83237"/>
                  </a:lnTo>
                  <a:lnTo>
                    <a:pt x="162780" y="83199"/>
                  </a:lnTo>
                  <a:lnTo>
                    <a:pt x="165169" y="83112"/>
                  </a:lnTo>
                  <a:lnTo>
                    <a:pt x="166282" y="83128"/>
                  </a:lnTo>
                  <a:lnTo>
                    <a:pt x="167386" y="83173"/>
                  </a:lnTo>
                  <a:lnTo>
                    <a:pt x="168482" y="83244"/>
                  </a:lnTo>
                  <a:lnTo>
                    <a:pt x="169571" y="83340"/>
                  </a:lnTo>
                  <a:lnTo>
                    <a:pt x="170655" y="83461"/>
                  </a:lnTo>
                  <a:lnTo>
                    <a:pt x="171733" y="83603"/>
                  </a:lnTo>
                  <a:lnTo>
                    <a:pt x="172807" y="83766"/>
                  </a:lnTo>
                  <a:lnTo>
                    <a:pt x="173878" y="83947"/>
                  </a:lnTo>
                  <a:lnTo>
                    <a:pt x="174947" y="84146"/>
                  </a:lnTo>
                  <a:lnTo>
                    <a:pt x="176014" y="84360"/>
                  </a:lnTo>
                  <a:lnTo>
                    <a:pt x="177082" y="84588"/>
                  </a:lnTo>
                  <a:lnTo>
                    <a:pt x="178151" y="84829"/>
                  </a:lnTo>
                  <a:lnTo>
                    <a:pt x="179222" y="85080"/>
                  </a:lnTo>
                  <a:lnTo>
                    <a:pt x="180295" y="85341"/>
                  </a:lnTo>
                  <a:lnTo>
                    <a:pt x="181373" y="85609"/>
                  </a:lnTo>
                  <a:lnTo>
                    <a:pt x="182849" y="85968"/>
                  </a:lnTo>
                  <a:lnTo>
                    <a:pt x="184347" y="86331"/>
                  </a:lnTo>
                  <a:lnTo>
                    <a:pt x="185385" y="86589"/>
                  </a:lnTo>
                  <a:lnTo>
                    <a:pt x="186423" y="86848"/>
                  </a:lnTo>
                  <a:lnTo>
                    <a:pt x="187460" y="87111"/>
                  </a:lnTo>
                  <a:lnTo>
                    <a:pt x="188496" y="87376"/>
                  </a:lnTo>
                  <a:lnTo>
                    <a:pt x="189531" y="87643"/>
                  </a:lnTo>
                  <a:lnTo>
                    <a:pt x="190566" y="87912"/>
                  </a:lnTo>
                  <a:lnTo>
                    <a:pt x="191600" y="88184"/>
                  </a:lnTo>
                  <a:lnTo>
                    <a:pt x="192633" y="88457"/>
                  </a:lnTo>
                  <a:lnTo>
                    <a:pt x="193666" y="88733"/>
                  </a:lnTo>
                  <a:lnTo>
                    <a:pt x="194698" y="89011"/>
                  </a:lnTo>
                  <a:lnTo>
                    <a:pt x="195730" y="89291"/>
                  </a:lnTo>
                  <a:lnTo>
                    <a:pt x="196761" y="89573"/>
                  </a:lnTo>
                  <a:lnTo>
                    <a:pt x="197792" y="89857"/>
                  </a:lnTo>
                  <a:lnTo>
                    <a:pt x="198822" y="90143"/>
                  </a:lnTo>
                  <a:lnTo>
                    <a:pt x="199851" y="90431"/>
                  </a:lnTo>
                  <a:lnTo>
                    <a:pt x="200880" y="90720"/>
                  </a:lnTo>
                  <a:lnTo>
                    <a:pt x="201909" y="91011"/>
                  </a:lnTo>
                  <a:lnTo>
                    <a:pt x="202937" y="91304"/>
                  </a:lnTo>
                  <a:lnTo>
                    <a:pt x="203965" y="91598"/>
                  </a:lnTo>
                  <a:lnTo>
                    <a:pt x="204993" y="91894"/>
                  </a:lnTo>
                  <a:lnTo>
                    <a:pt x="206020" y="92191"/>
                  </a:lnTo>
                  <a:lnTo>
                    <a:pt x="207046" y="92489"/>
                  </a:lnTo>
                  <a:lnTo>
                    <a:pt x="208073" y="92789"/>
                  </a:lnTo>
                  <a:lnTo>
                    <a:pt x="209099" y="93091"/>
                  </a:lnTo>
                  <a:lnTo>
                    <a:pt x="210125" y="93393"/>
                  </a:lnTo>
                  <a:lnTo>
                    <a:pt x="211150" y="93697"/>
                  </a:lnTo>
                  <a:lnTo>
                    <a:pt x="212176" y="94002"/>
                  </a:lnTo>
                  <a:lnTo>
                    <a:pt x="212176" y="95335"/>
                  </a:lnTo>
                  <a:lnTo>
                    <a:pt x="212176" y="96688"/>
                  </a:lnTo>
                  <a:lnTo>
                    <a:pt x="211088" y="96688"/>
                  </a:lnTo>
                  <a:lnTo>
                    <a:pt x="209999" y="96688"/>
                  </a:lnTo>
                  <a:lnTo>
                    <a:pt x="208910" y="96688"/>
                  </a:lnTo>
                  <a:lnTo>
                    <a:pt x="207819" y="96688"/>
                  </a:lnTo>
                  <a:lnTo>
                    <a:pt x="206726" y="96688"/>
                  </a:lnTo>
                  <a:lnTo>
                    <a:pt x="205630" y="96688"/>
                  </a:lnTo>
                  <a:lnTo>
                    <a:pt x="204530" y="96688"/>
                  </a:lnTo>
                  <a:lnTo>
                    <a:pt x="203427" y="96688"/>
                  </a:lnTo>
                  <a:lnTo>
                    <a:pt x="202320" y="96688"/>
                  </a:lnTo>
                  <a:lnTo>
                    <a:pt x="201207" y="96688"/>
                  </a:lnTo>
                  <a:lnTo>
                    <a:pt x="200090" y="96688"/>
                  </a:lnTo>
                  <a:lnTo>
                    <a:pt x="200090" y="98020"/>
                  </a:lnTo>
                  <a:lnTo>
                    <a:pt x="200090" y="99373"/>
                  </a:lnTo>
                  <a:lnTo>
                    <a:pt x="198863" y="99643"/>
                  </a:lnTo>
                  <a:lnTo>
                    <a:pt x="197632" y="99915"/>
                  </a:lnTo>
                  <a:lnTo>
                    <a:pt x="196392" y="100188"/>
                  </a:lnTo>
                  <a:lnTo>
                    <a:pt x="195137" y="100464"/>
                  </a:lnTo>
                  <a:lnTo>
                    <a:pt x="194095" y="100695"/>
                  </a:lnTo>
                  <a:lnTo>
                    <a:pt x="193053" y="100927"/>
                  </a:lnTo>
                  <a:lnTo>
                    <a:pt x="192011" y="101161"/>
                  </a:lnTo>
                  <a:lnTo>
                    <a:pt x="190970" y="101396"/>
                  </a:lnTo>
                  <a:lnTo>
                    <a:pt x="189929" y="101633"/>
                  </a:lnTo>
                  <a:lnTo>
                    <a:pt x="188889" y="101871"/>
                  </a:lnTo>
                  <a:lnTo>
                    <a:pt x="187849" y="102111"/>
                  </a:lnTo>
                  <a:lnTo>
                    <a:pt x="186809" y="102352"/>
                  </a:lnTo>
                  <a:lnTo>
                    <a:pt x="185770" y="102596"/>
                  </a:lnTo>
                  <a:lnTo>
                    <a:pt x="184731" y="102841"/>
                  </a:lnTo>
                  <a:lnTo>
                    <a:pt x="183692" y="103088"/>
                  </a:lnTo>
                  <a:lnTo>
                    <a:pt x="182654" y="103333"/>
                  </a:lnTo>
                  <a:lnTo>
                    <a:pt x="181618" y="103576"/>
                  </a:lnTo>
                  <a:lnTo>
                    <a:pt x="180584" y="103815"/>
                  </a:lnTo>
                  <a:lnTo>
                    <a:pt x="179551" y="104050"/>
                  </a:lnTo>
                  <a:lnTo>
                    <a:pt x="178519" y="104282"/>
                  </a:lnTo>
                  <a:lnTo>
                    <a:pt x="177488" y="104509"/>
                  </a:lnTo>
                  <a:lnTo>
                    <a:pt x="176457" y="104732"/>
                  </a:lnTo>
                  <a:lnTo>
                    <a:pt x="175426" y="104950"/>
                  </a:lnTo>
                  <a:lnTo>
                    <a:pt x="174396" y="105162"/>
                  </a:lnTo>
                  <a:lnTo>
                    <a:pt x="173365" y="105370"/>
                  </a:lnTo>
                  <a:lnTo>
                    <a:pt x="172333" y="105571"/>
                  </a:lnTo>
                  <a:lnTo>
                    <a:pt x="171301" y="105767"/>
                  </a:lnTo>
                  <a:lnTo>
                    <a:pt x="170267" y="105956"/>
                  </a:lnTo>
                  <a:lnTo>
                    <a:pt x="169232" y="106138"/>
                  </a:lnTo>
                  <a:lnTo>
                    <a:pt x="168195" y="106314"/>
                  </a:lnTo>
                  <a:lnTo>
                    <a:pt x="167156" y="106482"/>
                  </a:lnTo>
                  <a:lnTo>
                    <a:pt x="166114" y="106642"/>
                  </a:lnTo>
                  <a:lnTo>
                    <a:pt x="165070" y="106795"/>
                  </a:lnTo>
                  <a:lnTo>
                    <a:pt x="164024" y="106940"/>
                  </a:lnTo>
                  <a:lnTo>
                    <a:pt x="162974" y="107076"/>
                  </a:lnTo>
                  <a:lnTo>
                    <a:pt x="161921" y="107203"/>
                  </a:lnTo>
                  <a:lnTo>
                    <a:pt x="160864" y="107322"/>
                  </a:lnTo>
                  <a:lnTo>
                    <a:pt x="159803" y="107431"/>
                  </a:lnTo>
                  <a:lnTo>
                    <a:pt x="159949" y="108791"/>
                  </a:lnTo>
                  <a:lnTo>
                    <a:pt x="160077" y="109806"/>
                  </a:lnTo>
                  <a:lnTo>
                    <a:pt x="160223" y="110662"/>
                  </a:lnTo>
                  <a:lnTo>
                    <a:pt x="160425" y="111546"/>
                  </a:lnTo>
                  <a:lnTo>
                    <a:pt x="160720" y="112645"/>
                  </a:lnTo>
                  <a:lnTo>
                    <a:pt x="161146" y="114145"/>
                  </a:lnTo>
                  <a:lnTo>
                    <a:pt x="162215" y="114693"/>
                  </a:lnTo>
                  <a:lnTo>
                    <a:pt x="163287" y="115236"/>
                  </a:lnTo>
                  <a:lnTo>
                    <a:pt x="164361" y="115773"/>
                  </a:lnTo>
                  <a:lnTo>
                    <a:pt x="165438" y="116305"/>
                  </a:lnTo>
                  <a:lnTo>
                    <a:pt x="166518" y="116831"/>
                  </a:lnTo>
                  <a:lnTo>
                    <a:pt x="167229" y="118331"/>
                  </a:lnTo>
                  <a:lnTo>
                    <a:pt x="167736" y="119430"/>
                  </a:lnTo>
                  <a:lnTo>
                    <a:pt x="168112" y="120314"/>
                  </a:lnTo>
                  <a:lnTo>
                    <a:pt x="168432" y="121170"/>
                  </a:lnTo>
                  <a:lnTo>
                    <a:pt x="168771" y="122185"/>
                  </a:lnTo>
                  <a:lnTo>
                    <a:pt x="169203" y="123545"/>
                  </a:lnTo>
                  <a:lnTo>
                    <a:pt x="168096" y="123780"/>
                  </a:lnTo>
                  <a:lnTo>
                    <a:pt x="166994" y="124000"/>
                  </a:lnTo>
                  <a:lnTo>
                    <a:pt x="165897" y="124203"/>
                  </a:lnTo>
                  <a:lnTo>
                    <a:pt x="164804" y="124390"/>
                  </a:lnTo>
                  <a:lnTo>
                    <a:pt x="163711" y="124562"/>
                  </a:lnTo>
                  <a:lnTo>
                    <a:pt x="162618" y="124717"/>
                  </a:lnTo>
                  <a:lnTo>
                    <a:pt x="161523" y="124856"/>
                  </a:lnTo>
                  <a:lnTo>
                    <a:pt x="160425" y="124980"/>
                  </a:lnTo>
                  <a:lnTo>
                    <a:pt x="159320" y="125087"/>
                  </a:lnTo>
                  <a:lnTo>
                    <a:pt x="158209" y="125178"/>
                  </a:lnTo>
                  <a:lnTo>
                    <a:pt x="157089" y="125253"/>
                  </a:lnTo>
                  <a:lnTo>
                    <a:pt x="155958" y="125313"/>
                  </a:lnTo>
                  <a:lnTo>
                    <a:pt x="154766" y="125369"/>
                  </a:lnTo>
                  <a:lnTo>
                    <a:pt x="153567" y="125426"/>
                  </a:lnTo>
                  <a:lnTo>
                    <a:pt x="152352" y="125483"/>
                  </a:lnTo>
                  <a:lnTo>
                    <a:pt x="151125" y="125536"/>
                  </a:lnTo>
                  <a:lnTo>
                    <a:pt x="149891" y="125590"/>
                  </a:lnTo>
                  <a:lnTo>
                    <a:pt x="148641" y="125643"/>
                  </a:lnTo>
                  <a:lnTo>
                    <a:pt x="147389" y="125702"/>
                  </a:lnTo>
                  <a:lnTo>
                    <a:pt x="146128" y="125760"/>
                  </a:lnTo>
                  <a:lnTo>
                    <a:pt x="144850" y="125819"/>
                  </a:lnTo>
                  <a:lnTo>
                    <a:pt x="143698" y="125872"/>
                  </a:lnTo>
                  <a:lnTo>
                    <a:pt x="142546" y="125924"/>
                  </a:lnTo>
                  <a:lnTo>
                    <a:pt x="141394" y="125976"/>
                  </a:lnTo>
                  <a:lnTo>
                    <a:pt x="140241" y="126028"/>
                  </a:lnTo>
                  <a:lnTo>
                    <a:pt x="139089" y="126079"/>
                  </a:lnTo>
                  <a:lnTo>
                    <a:pt x="137936" y="126130"/>
                  </a:lnTo>
                  <a:lnTo>
                    <a:pt x="136784" y="126181"/>
                  </a:lnTo>
                  <a:lnTo>
                    <a:pt x="135631" y="126231"/>
                  </a:lnTo>
                  <a:lnTo>
                    <a:pt x="135687" y="126735"/>
                  </a:lnTo>
                  <a:lnTo>
                    <a:pt x="135738" y="127194"/>
                  </a:lnTo>
                  <a:lnTo>
                    <a:pt x="135790" y="127663"/>
                  </a:lnTo>
                  <a:lnTo>
                    <a:pt x="135850" y="128197"/>
                  </a:lnTo>
                  <a:lnTo>
                    <a:pt x="135922" y="128849"/>
                  </a:lnTo>
                  <a:lnTo>
                    <a:pt x="136014" y="129676"/>
                  </a:lnTo>
                  <a:lnTo>
                    <a:pt x="136131" y="130730"/>
                  </a:lnTo>
                  <a:lnTo>
                    <a:pt x="136280" y="132067"/>
                  </a:lnTo>
                  <a:lnTo>
                    <a:pt x="136466" y="133741"/>
                  </a:lnTo>
                  <a:lnTo>
                    <a:pt x="136695" y="135806"/>
                  </a:lnTo>
                  <a:lnTo>
                    <a:pt x="136974" y="138317"/>
                  </a:lnTo>
                  <a:lnTo>
                    <a:pt x="135911" y="138317"/>
                  </a:lnTo>
                  <a:lnTo>
                    <a:pt x="134847" y="138317"/>
                  </a:lnTo>
                  <a:lnTo>
                    <a:pt x="133783" y="138317"/>
                  </a:lnTo>
                  <a:lnTo>
                    <a:pt x="132718" y="138317"/>
                  </a:lnTo>
                  <a:lnTo>
                    <a:pt x="131653" y="138317"/>
                  </a:lnTo>
                  <a:lnTo>
                    <a:pt x="130587" y="138317"/>
                  </a:lnTo>
                  <a:lnTo>
                    <a:pt x="129520" y="138317"/>
                  </a:lnTo>
                  <a:lnTo>
                    <a:pt x="128452" y="138317"/>
                  </a:lnTo>
                  <a:lnTo>
                    <a:pt x="127383" y="138317"/>
                  </a:lnTo>
                  <a:lnTo>
                    <a:pt x="126312" y="138317"/>
                  </a:lnTo>
                  <a:lnTo>
                    <a:pt x="125239" y="138317"/>
                  </a:lnTo>
                  <a:lnTo>
                    <a:pt x="124165" y="138317"/>
                  </a:lnTo>
                  <a:lnTo>
                    <a:pt x="123089" y="138317"/>
                  </a:lnTo>
                  <a:lnTo>
                    <a:pt x="122011" y="138317"/>
                  </a:lnTo>
                  <a:lnTo>
                    <a:pt x="120930" y="138317"/>
                  </a:lnTo>
                  <a:lnTo>
                    <a:pt x="119847" y="138317"/>
                  </a:lnTo>
                  <a:lnTo>
                    <a:pt x="118762" y="138317"/>
                  </a:lnTo>
                  <a:lnTo>
                    <a:pt x="117673" y="138317"/>
                  </a:lnTo>
                  <a:lnTo>
                    <a:pt x="116582" y="138317"/>
                  </a:lnTo>
                  <a:lnTo>
                    <a:pt x="115488" y="138317"/>
                  </a:lnTo>
                  <a:lnTo>
                    <a:pt x="115496" y="139356"/>
                  </a:lnTo>
                  <a:lnTo>
                    <a:pt x="115505" y="140395"/>
                  </a:lnTo>
                  <a:lnTo>
                    <a:pt x="115513" y="141436"/>
                  </a:lnTo>
                  <a:lnTo>
                    <a:pt x="115521" y="142478"/>
                  </a:lnTo>
                  <a:lnTo>
                    <a:pt x="115530" y="143523"/>
                  </a:lnTo>
                  <a:lnTo>
                    <a:pt x="115538" y="144571"/>
                  </a:lnTo>
                  <a:lnTo>
                    <a:pt x="115546" y="145623"/>
                  </a:lnTo>
                  <a:lnTo>
                    <a:pt x="115555" y="146679"/>
                  </a:lnTo>
                  <a:lnTo>
                    <a:pt x="115563" y="147741"/>
                  </a:lnTo>
                  <a:lnTo>
                    <a:pt x="115571" y="148808"/>
                  </a:lnTo>
                  <a:lnTo>
                    <a:pt x="115574" y="149858"/>
                  </a:lnTo>
                  <a:lnTo>
                    <a:pt x="115572" y="150906"/>
                  </a:lnTo>
                  <a:lnTo>
                    <a:pt x="115567" y="151954"/>
                  </a:lnTo>
                  <a:lnTo>
                    <a:pt x="115558" y="153001"/>
                  </a:lnTo>
                  <a:lnTo>
                    <a:pt x="115545" y="154046"/>
                  </a:lnTo>
                  <a:lnTo>
                    <a:pt x="115528" y="155091"/>
                  </a:lnTo>
                  <a:lnTo>
                    <a:pt x="115506" y="156134"/>
                  </a:lnTo>
                  <a:lnTo>
                    <a:pt x="115481" y="157177"/>
                  </a:lnTo>
                  <a:lnTo>
                    <a:pt x="115450" y="158220"/>
                  </a:lnTo>
                  <a:lnTo>
                    <a:pt x="115415" y="159261"/>
                  </a:lnTo>
                  <a:lnTo>
                    <a:pt x="115376" y="160303"/>
                  </a:lnTo>
                  <a:lnTo>
                    <a:pt x="115331" y="161343"/>
                  </a:lnTo>
                  <a:lnTo>
                    <a:pt x="115282" y="162384"/>
                  </a:lnTo>
                  <a:lnTo>
                    <a:pt x="115228" y="163424"/>
                  </a:lnTo>
                  <a:lnTo>
                    <a:pt x="115169" y="164464"/>
                  </a:lnTo>
                  <a:lnTo>
                    <a:pt x="115104" y="165504"/>
                  </a:lnTo>
                  <a:lnTo>
                    <a:pt x="115034" y="166544"/>
                  </a:lnTo>
                  <a:lnTo>
                    <a:pt x="114958" y="167584"/>
                  </a:lnTo>
                  <a:lnTo>
                    <a:pt x="114877" y="168624"/>
                  </a:lnTo>
                  <a:lnTo>
                    <a:pt x="114791" y="169665"/>
                  </a:lnTo>
                  <a:lnTo>
                    <a:pt x="114698" y="170706"/>
                  </a:lnTo>
                  <a:lnTo>
                    <a:pt x="114600" y="171747"/>
                  </a:lnTo>
                  <a:lnTo>
                    <a:pt x="114495" y="172789"/>
                  </a:lnTo>
                  <a:lnTo>
                    <a:pt x="114385" y="173831"/>
                  </a:lnTo>
                  <a:lnTo>
                    <a:pt x="114268" y="174874"/>
                  </a:lnTo>
                  <a:lnTo>
                    <a:pt x="114145" y="175918"/>
                  </a:lnTo>
                  <a:lnTo>
                    <a:pt x="112814" y="175918"/>
                  </a:lnTo>
                  <a:lnTo>
                    <a:pt x="111474" y="175918"/>
                  </a:lnTo>
                  <a:lnTo>
                    <a:pt x="110117" y="175918"/>
                  </a:lnTo>
                  <a:lnTo>
                    <a:pt x="110117" y="174587"/>
                  </a:lnTo>
                  <a:lnTo>
                    <a:pt x="110117" y="173247"/>
                  </a:lnTo>
                  <a:lnTo>
                    <a:pt x="110117" y="171889"/>
                  </a:lnTo>
                  <a:lnTo>
                    <a:pt x="108784" y="171889"/>
                  </a:lnTo>
                  <a:lnTo>
                    <a:pt x="107431" y="171889"/>
                  </a:lnTo>
                  <a:lnTo>
                    <a:pt x="106429" y="169967"/>
                  </a:lnTo>
                  <a:lnTo>
                    <a:pt x="105609" y="168379"/>
                  </a:lnTo>
                  <a:lnTo>
                    <a:pt x="104952" y="167077"/>
                  </a:lnTo>
                  <a:lnTo>
                    <a:pt x="104440" y="166012"/>
                  </a:lnTo>
                  <a:lnTo>
                    <a:pt x="104056" y="165137"/>
                  </a:lnTo>
                  <a:lnTo>
                    <a:pt x="103780" y="164402"/>
                  </a:lnTo>
                  <a:lnTo>
                    <a:pt x="103596" y="163760"/>
                  </a:lnTo>
                  <a:lnTo>
                    <a:pt x="103484" y="163162"/>
                  </a:lnTo>
                  <a:lnTo>
                    <a:pt x="103426" y="162559"/>
                  </a:lnTo>
                  <a:lnTo>
                    <a:pt x="103405" y="161903"/>
                  </a:lnTo>
                  <a:lnTo>
                    <a:pt x="103402" y="161146"/>
                  </a:lnTo>
                  <a:lnTo>
                    <a:pt x="102965" y="161000"/>
                  </a:lnTo>
                  <a:lnTo>
                    <a:pt x="102400" y="160812"/>
                  </a:lnTo>
                  <a:lnTo>
                    <a:pt x="101329" y="160455"/>
                  </a:lnTo>
                  <a:lnTo>
                    <a:pt x="99373" y="159803"/>
                  </a:lnTo>
                  <a:lnTo>
                    <a:pt x="98474" y="158785"/>
                  </a:lnTo>
                  <a:lnTo>
                    <a:pt x="97841" y="158041"/>
                  </a:lnTo>
                  <a:lnTo>
                    <a:pt x="97305" y="157352"/>
                  </a:lnTo>
                  <a:lnTo>
                    <a:pt x="96697" y="156501"/>
                  </a:lnTo>
                  <a:lnTo>
                    <a:pt x="95848" y="155271"/>
                  </a:lnTo>
                  <a:lnTo>
                    <a:pt x="94989" y="154047"/>
                  </a:lnTo>
                  <a:lnTo>
                    <a:pt x="94117" y="152805"/>
                  </a:lnTo>
                  <a:lnTo>
                    <a:pt x="93497" y="151775"/>
                  </a:lnTo>
                  <a:lnTo>
                    <a:pt x="93041" y="150966"/>
                  </a:lnTo>
                  <a:lnTo>
                    <a:pt x="92673" y="150200"/>
                  </a:lnTo>
                  <a:lnTo>
                    <a:pt x="92315" y="149298"/>
                  </a:lnTo>
                  <a:lnTo>
                    <a:pt x="91889" y="148083"/>
                  </a:lnTo>
                  <a:lnTo>
                    <a:pt x="91316" y="146374"/>
                  </a:lnTo>
                  <a:lnTo>
                    <a:pt x="90208" y="146374"/>
                  </a:lnTo>
                  <a:lnTo>
                    <a:pt x="89098" y="146374"/>
                  </a:lnTo>
                  <a:lnTo>
                    <a:pt x="87984" y="146374"/>
                  </a:lnTo>
                  <a:lnTo>
                    <a:pt x="86865" y="146374"/>
                  </a:lnTo>
                  <a:lnTo>
                    <a:pt x="85738" y="146374"/>
                  </a:lnTo>
                  <a:lnTo>
                    <a:pt x="84602" y="146374"/>
                  </a:lnTo>
                  <a:lnTo>
                    <a:pt x="84602" y="147707"/>
                  </a:lnTo>
                  <a:lnTo>
                    <a:pt x="84602" y="149060"/>
                  </a:lnTo>
                  <a:lnTo>
                    <a:pt x="83542" y="149621"/>
                  </a:lnTo>
                  <a:lnTo>
                    <a:pt x="82477" y="150185"/>
                  </a:lnTo>
                  <a:lnTo>
                    <a:pt x="81405" y="150753"/>
                  </a:lnTo>
                  <a:lnTo>
                    <a:pt x="80321" y="151327"/>
                  </a:lnTo>
                  <a:lnTo>
                    <a:pt x="79299" y="151919"/>
                  </a:lnTo>
                  <a:lnTo>
                    <a:pt x="78346" y="152502"/>
                  </a:lnTo>
                  <a:lnTo>
                    <a:pt x="77451" y="153084"/>
                  </a:lnTo>
                  <a:lnTo>
                    <a:pt x="76598" y="153677"/>
                  </a:lnTo>
                  <a:lnTo>
                    <a:pt x="75776" y="154288"/>
                  </a:lnTo>
                  <a:lnTo>
                    <a:pt x="74973" y="154927"/>
                  </a:lnTo>
                  <a:lnTo>
                    <a:pt x="74173" y="155604"/>
                  </a:lnTo>
                  <a:lnTo>
                    <a:pt x="73366" y="156329"/>
                  </a:lnTo>
                  <a:lnTo>
                    <a:pt x="72538" y="157110"/>
                  </a:lnTo>
                  <a:lnTo>
                    <a:pt x="71676" y="157957"/>
                  </a:lnTo>
                  <a:lnTo>
                    <a:pt x="70814" y="158792"/>
                  </a:lnTo>
                  <a:lnTo>
                    <a:pt x="69982" y="159540"/>
                  </a:lnTo>
                  <a:lnTo>
                    <a:pt x="69169" y="160209"/>
                  </a:lnTo>
                  <a:lnTo>
                    <a:pt x="68360" y="160809"/>
                  </a:lnTo>
                  <a:lnTo>
                    <a:pt x="67544" y="161349"/>
                  </a:lnTo>
                  <a:lnTo>
                    <a:pt x="66708" y="161837"/>
                  </a:lnTo>
                  <a:lnTo>
                    <a:pt x="65839" y="162284"/>
                  </a:lnTo>
                  <a:lnTo>
                    <a:pt x="64923" y="162697"/>
                  </a:lnTo>
                  <a:lnTo>
                    <a:pt x="63949" y="163087"/>
                  </a:lnTo>
                  <a:lnTo>
                    <a:pt x="62903" y="163462"/>
                  </a:lnTo>
                  <a:lnTo>
                    <a:pt x="61773" y="163832"/>
                  </a:lnTo>
                  <a:lnTo>
                    <a:pt x="61773" y="165165"/>
                  </a:lnTo>
                  <a:lnTo>
                    <a:pt x="61773" y="166518"/>
                  </a:lnTo>
                  <a:lnTo>
                    <a:pt x="60671" y="167353"/>
                  </a:lnTo>
                  <a:lnTo>
                    <a:pt x="59855" y="167950"/>
                  </a:lnTo>
                  <a:lnTo>
                    <a:pt x="59076" y="168473"/>
                  </a:lnTo>
                  <a:lnTo>
                    <a:pt x="58091" y="169087"/>
                  </a:lnTo>
                  <a:lnTo>
                    <a:pt x="56654" y="169958"/>
                  </a:lnTo>
                  <a:lnTo>
                    <a:pt x="56230" y="170219"/>
                  </a:lnTo>
                  <a:lnTo>
                    <a:pt x="55483" y="170677"/>
                  </a:lnTo>
                  <a:lnTo>
                    <a:pt x="53773" y="171727"/>
                  </a:lnTo>
                  <a:lnTo>
                    <a:pt x="52746" y="172288"/>
                  </a:lnTo>
                  <a:lnTo>
                    <a:pt x="51936" y="172715"/>
                  </a:lnTo>
                  <a:lnTo>
                    <a:pt x="51224" y="173057"/>
                  </a:lnTo>
                  <a:lnTo>
                    <a:pt x="50494" y="173364"/>
                  </a:lnTo>
                  <a:lnTo>
                    <a:pt x="49625" y="173686"/>
                  </a:lnTo>
                  <a:lnTo>
                    <a:pt x="48501" y="174073"/>
                  </a:lnTo>
                  <a:lnTo>
                    <a:pt x="47001" y="174575"/>
                  </a:lnTo>
                  <a:lnTo>
                    <a:pt x="47001" y="175908"/>
                  </a:lnTo>
                  <a:lnTo>
                    <a:pt x="47001" y="177261"/>
                  </a:lnTo>
                  <a:lnTo>
                    <a:pt x="45668" y="177261"/>
                  </a:lnTo>
                  <a:lnTo>
                    <a:pt x="44315" y="177261"/>
                  </a:lnTo>
                  <a:lnTo>
                    <a:pt x="44499" y="176126"/>
                  </a:lnTo>
                  <a:lnTo>
                    <a:pt x="44712" y="175034"/>
                  </a:lnTo>
                  <a:lnTo>
                    <a:pt x="44955" y="173979"/>
                  </a:lnTo>
                  <a:lnTo>
                    <a:pt x="45227" y="172957"/>
                  </a:lnTo>
                  <a:lnTo>
                    <a:pt x="45529" y="171961"/>
                  </a:lnTo>
                  <a:lnTo>
                    <a:pt x="45861" y="170987"/>
                  </a:lnTo>
                  <a:lnTo>
                    <a:pt x="46223" y="170029"/>
                  </a:lnTo>
                  <a:lnTo>
                    <a:pt x="46615" y="169082"/>
                  </a:lnTo>
                  <a:lnTo>
                    <a:pt x="47037" y="168140"/>
                  </a:lnTo>
                  <a:lnTo>
                    <a:pt x="47489" y="167199"/>
                  </a:lnTo>
                  <a:lnTo>
                    <a:pt x="47972" y="166252"/>
                  </a:lnTo>
                  <a:lnTo>
                    <a:pt x="48485" y="165295"/>
                  </a:lnTo>
                  <a:lnTo>
                    <a:pt x="49029" y="164322"/>
                  </a:lnTo>
                  <a:lnTo>
                    <a:pt x="49604" y="163328"/>
                  </a:lnTo>
                  <a:lnTo>
                    <a:pt x="50155" y="162338"/>
                  </a:lnTo>
                  <a:lnTo>
                    <a:pt x="50687" y="161360"/>
                  </a:lnTo>
                  <a:lnTo>
                    <a:pt x="51199" y="160390"/>
                  </a:lnTo>
                  <a:lnTo>
                    <a:pt x="51692" y="159426"/>
                  </a:lnTo>
                  <a:lnTo>
                    <a:pt x="52165" y="158466"/>
                  </a:lnTo>
                  <a:lnTo>
                    <a:pt x="52619" y="157507"/>
                  </a:lnTo>
                  <a:lnTo>
                    <a:pt x="53053" y="156547"/>
                  </a:lnTo>
                  <a:lnTo>
                    <a:pt x="53470" y="155584"/>
                  </a:lnTo>
                  <a:lnTo>
                    <a:pt x="53867" y="154616"/>
                  </a:lnTo>
                  <a:lnTo>
                    <a:pt x="54246" y="153639"/>
                  </a:lnTo>
                  <a:lnTo>
                    <a:pt x="54607" y="152652"/>
                  </a:lnTo>
                  <a:lnTo>
                    <a:pt x="54950" y="151652"/>
                  </a:lnTo>
                  <a:lnTo>
                    <a:pt x="55275" y="150636"/>
                  </a:lnTo>
                  <a:lnTo>
                    <a:pt x="55582" y="149603"/>
                  </a:lnTo>
                  <a:lnTo>
                    <a:pt x="55872" y="148550"/>
                  </a:lnTo>
                  <a:lnTo>
                    <a:pt x="56145" y="147475"/>
                  </a:lnTo>
                  <a:lnTo>
                    <a:pt x="56401" y="146374"/>
                  </a:lnTo>
                  <a:lnTo>
                    <a:pt x="57734" y="146374"/>
                  </a:lnTo>
                  <a:lnTo>
                    <a:pt x="59087" y="146374"/>
                  </a:lnTo>
                  <a:lnTo>
                    <a:pt x="58962" y="144958"/>
                  </a:lnTo>
                  <a:lnTo>
                    <a:pt x="58834" y="143521"/>
                  </a:lnTo>
                  <a:lnTo>
                    <a:pt x="58942" y="142371"/>
                  </a:lnTo>
                  <a:lnTo>
                    <a:pt x="59106" y="141283"/>
                  </a:lnTo>
                  <a:lnTo>
                    <a:pt x="59325" y="140246"/>
                  </a:lnTo>
                  <a:lnTo>
                    <a:pt x="59594" y="139251"/>
                  </a:lnTo>
                  <a:lnTo>
                    <a:pt x="59909" y="138288"/>
                  </a:lnTo>
                  <a:lnTo>
                    <a:pt x="60268" y="137346"/>
                  </a:lnTo>
                  <a:lnTo>
                    <a:pt x="60665" y="136417"/>
                  </a:lnTo>
                  <a:lnTo>
                    <a:pt x="61098" y="135489"/>
                  </a:lnTo>
                  <a:lnTo>
                    <a:pt x="61564" y="134554"/>
                  </a:lnTo>
                  <a:lnTo>
                    <a:pt x="62058" y="133601"/>
                  </a:lnTo>
                  <a:lnTo>
                    <a:pt x="62576" y="132621"/>
                  </a:lnTo>
                  <a:lnTo>
                    <a:pt x="63116" y="131603"/>
                  </a:lnTo>
                  <a:lnTo>
                    <a:pt x="62059" y="131894"/>
                  </a:lnTo>
                  <a:lnTo>
                    <a:pt x="60999" y="132186"/>
                  </a:lnTo>
                  <a:lnTo>
                    <a:pt x="59931" y="132480"/>
                  </a:lnTo>
                  <a:lnTo>
                    <a:pt x="58851" y="132778"/>
                  </a:lnTo>
                  <a:lnTo>
                    <a:pt x="57740" y="133080"/>
                  </a:lnTo>
                  <a:lnTo>
                    <a:pt x="56628" y="133382"/>
                  </a:lnTo>
                  <a:lnTo>
                    <a:pt x="55518" y="133684"/>
                  </a:lnTo>
                  <a:lnTo>
                    <a:pt x="54407" y="133986"/>
                  </a:lnTo>
                  <a:lnTo>
                    <a:pt x="53296" y="134288"/>
                  </a:lnTo>
                  <a:lnTo>
                    <a:pt x="51902" y="134674"/>
                  </a:lnTo>
                  <a:lnTo>
                    <a:pt x="50487" y="135065"/>
                  </a:lnTo>
                  <a:lnTo>
                    <a:pt x="49417" y="135351"/>
                  </a:lnTo>
                  <a:lnTo>
                    <a:pt x="48368" y="135623"/>
                  </a:lnTo>
                  <a:lnTo>
                    <a:pt x="47333" y="135878"/>
                  </a:lnTo>
                  <a:lnTo>
                    <a:pt x="46308" y="136112"/>
                  </a:lnTo>
                  <a:lnTo>
                    <a:pt x="45287" y="136325"/>
                  </a:lnTo>
                  <a:lnTo>
                    <a:pt x="44264" y="136512"/>
                  </a:lnTo>
                  <a:lnTo>
                    <a:pt x="43235" y="136671"/>
                  </a:lnTo>
                  <a:lnTo>
                    <a:pt x="42194" y="136800"/>
                  </a:lnTo>
                  <a:lnTo>
                    <a:pt x="41135" y="136895"/>
                  </a:lnTo>
                  <a:lnTo>
                    <a:pt x="40054" y="136954"/>
                  </a:lnTo>
                  <a:lnTo>
                    <a:pt x="38944" y="136974"/>
                  </a:lnTo>
                  <a:lnTo>
                    <a:pt x="39205" y="135911"/>
                  </a:lnTo>
                  <a:lnTo>
                    <a:pt x="39474" y="134857"/>
                  </a:lnTo>
                  <a:lnTo>
                    <a:pt x="39752" y="133809"/>
                  </a:lnTo>
                  <a:lnTo>
                    <a:pt x="40038" y="132767"/>
                  </a:lnTo>
                  <a:lnTo>
                    <a:pt x="40334" y="131728"/>
                  </a:lnTo>
                  <a:lnTo>
                    <a:pt x="40641" y="130691"/>
                  </a:lnTo>
                  <a:lnTo>
                    <a:pt x="40958" y="129655"/>
                  </a:lnTo>
                  <a:lnTo>
                    <a:pt x="41288" y="128616"/>
                  </a:lnTo>
                  <a:lnTo>
                    <a:pt x="41629" y="127574"/>
                  </a:lnTo>
                  <a:lnTo>
                    <a:pt x="42962" y="127574"/>
                  </a:lnTo>
                  <a:lnTo>
                    <a:pt x="44315" y="127574"/>
                  </a:lnTo>
                  <a:lnTo>
                    <a:pt x="44315" y="126510"/>
                  </a:lnTo>
                  <a:lnTo>
                    <a:pt x="44315" y="125443"/>
                  </a:lnTo>
                  <a:lnTo>
                    <a:pt x="44315" y="124372"/>
                  </a:lnTo>
                  <a:lnTo>
                    <a:pt x="44315" y="123292"/>
                  </a:lnTo>
                  <a:lnTo>
                    <a:pt x="44315" y="122202"/>
                  </a:lnTo>
                  <a:lnTo>
                    <a:pt x="45648" y="122202"/>
                  </a:lnTo>
                  <a:lnTo>
                    <a:pt x="47001" y="122202"/>
                  </a:lnTo>
                  <a:lnTo>
                    <a:pt x="47296" y="121168"/>
                  </a:lnTo>
                  <a:lnTo>
                    <a:pt x="47592" y="120133"/>
                  </a:lnTo>
                  <a:lnTo>
                    <a:pt x="47888" y="119097"/>
                  </a:lnTo>
                  <a:lnTo>
                    <a:pt x="48185" y="118058"/>
                  </a:lnTo>
                  <a:lnTo>
                    <a:pt x="48483" y="117016"/>
                  </a:lnTo>
                  <a:lnTo>
                    <a:pt x="48782" y="115970"/>
                  </a:lnTo>
                  <a:lnTo>
                    <a:pt x="49082" y="114920"/>
                  </a:lnTo>
                  <a:lnTo>
                    <a:pt x="49383" y="113864"/>
                  </a:lnTo>
                  <a:lnTo>
                    <a:pt x="49687" y="112802"/>
                  </a:lnTo>
                  <a:lnTo>
                    <a:pt x="48553" y="112721"/>
                  </a:lnTo>
                  <a:lnTo>
                    <a:pt x="47412" y="112639"/>
                  </a:lnTo>
                  <a:lnTo>
                    <a:pt x="46256" y="112555"/>
                  </a:lnTo>
                  <a:lnTo>
                    <a:pt x="45772" y="112519"/>
                  </a:lnTo>
                  <a:lnTo>
                    <a:pt x="45146" y="112471"/>
                  </a:lnTo>
                  <a:lnTo>
                    <a:pt x="43961" y="112380"/>
                  </a:lnTo>
                  <a:lnTo>
                    <a:pt x="41797" y="112214"/>
                  </a:lnTo>
                  <a:lnTo>
                    <a:pt x="41316" y="112179"/>
                  </a:lnTo>
                  <a:lnTo>
                    <a:pt x="40694" y="112132"/>
                  </a:lnTo>
                  <a:lnTo>
                    <a:pt x="39513" y="112044"/>
                  </a:lnTo>
                  <a:lnTo>
                    <a:pt x="37359" y="111884"/>
                  </a:lnTo>
                  <a:lnTo>
                    <a:pt x="35751" y="111699"/>
                  </a:lnTo>
                  <a:lnTo>
                    <a:pt x="34595" y="111535"/>
                  </a:lnTo>
                  <a:lnTo>
                    <a:pt x="33710" y="111345"/>
                  </a:lnTo>
                  <a:lnTo>
                    <a:pt x="32917" y="111077"/>
                  </a:lnTo>
                  <a:lnTo>
                    <a:pt x="32035" y="110684"/>
                  </a:lnTo>
                  <a:lnTo>
                    <a:pt x="30886" y="110116"/>
                  </a:lnTo>
                  <a:lnTo>
                    <a:pt x="29719" y="109974"/>
                  </a:lnTo>
                  <a:lnTo>
                    <a:pt x="28551" y="109841"/>
                  </a:lnTo>
                  <a:lnTo>
                    <a:pt x="27381" y="109718"/>
                  </a:lnTo>
                  <a:lnTo>
                    <a:pt x="26211" y="109604"/>
                  </a:lnTo>
                  <a:lnTo>
                    <a:pt x="25039" y="109498"/>
                  </a:lnTo>
                  <a:lnTo>
                    <a:pt x="23867" y="109398"/>
                  </a:lnTo>
                  <a:lnTo>
                    <a:pt x="22828" y="109310"/>
                  </a:lnTo>
                  <a:lnTo>
                    <a:pt x="21785" y="109222"/>
                  </a:lnTo>
                  <a:lnTo>
                    <a:pt x="20734" y="109133"/>
                  </a:lnTo>
                  <a:lnTo>
                    <a:pt x="19671" y="109044"/>
                  </a:lnTo>
                  <a:lnTo>
                    <a:pt x="18582" y="108956"/>
                  </a:lnTo>
                  <a:lnTo>
                    <a:pt x="17490" y="108868"/>
                  </a:lnTo>
                  <a:lnTo>
                    <a:pt x="16389" y="108780"/>
                  </a:lnTo>
                  <a:lnTo>
                    <a:pt x="15275" y="108690"/>
                  </a:lnTo>
                  <a:lnTo>
                    <a:pt x="14179" y="108599"/>
                  </a:lnTo>
                  <a:lnTo>
                    <a:pt x="13078" y="108507"/>
                  </a:lnTo>
                  <a:lnTo>
                    <a:pt x="11969" y="108414"/>
                  </a:lnTo>
                  <a:lnTo>
                    <a:pt x="10848" y="108320"/>
                  </a:lnTo>
                  <a:lnTo>
                    <a:pt x="9763" y="108230"/>
                  </a:lnTo>
                  <a:lnTo>
                    <a:pt x="8679" y="108140"/>
                  </a:lnTo>
                  <a:lnTo>
                    <a:pt x="7594" y="108050"/>
                  </a:lnTo>
                  <a:lnTo>
                    <a:pt x="6509" y="107961"/>
                  </a:lnTo>
                  <a:lnTo>
                    <a:pt x="5425" y="107872"/>
                  </a:lnTo>
                  <a:lnTo>
                    <a:pt x="4340" y="107783"/>
                  </a:lnTo>
                  <a:lnTo>
                    <a:pt x="3255" y="107694"/>
                  </a:lnTo>
                  <a:lnTo>
                    <a:pt x="2170" y="107606"/>
                  </a:lnTo>
                  <a:lnTo>
                    <a:pt x="1085" y="107518"/>
                  </a:lnTo>
                  <a:lnTo>
                    <a:pt x="0" y="107431"/>
                  </a:lnTo>
                  <a:lnTo>
                    <a:pt x="0" y="106367"/>
                  </a:lnTo>
                  <a:lnTo>
                    <a:pt x="0" y="105300"/>
                  </a:lnTo>
                  <a:lnTo>
                    <a:pt x="0" y="104228"/>
                  </a:lnTo>
                  <a:lnTo>
                    <a:pt x="0" y="103149"/>
                  </a:lnTo>
                  <a:lnTo>
                    <a:pt x="0" y="102059"/>
                  </a:lnTo>
                  <a:lnTo>
                    <a:pt x="1317" y="101984"/>
                  </a:lnTo>
                  <a:lnTo>
                    <a:pt x="2655" y="101907"/>
                  </a:lnTo>
                  <a:lnTo>
                    <a:pt x="4626" y="101758"/>
                  </a:lnTo>
                  <a:lnTo>
                    <a:pt x="6326" y="101625"/>
                  </a:lnTo>
                  <a:lnTo>
                    <a:pt x="7789" y="101501"/>
                  </a:lnTo>
                  <a:lnTo>
                    <a:pt x="9044" y="101379"/>
                  </a:lnTo>
                  <a:lnTo>
                    <a:pt x="10126" y="101253"/>
                  </a:lnTo>
                  <a:lnTo>
                    <a:pt x="11064" y="101115"/>
                  </a:lnTo>
                  <a:lnTo>
                    <a:pt x="11893" y="100959"/>
                  </a:lnTo>
                  <a:lnTo>
                    <a:pt x="12643" y="100778"/>
                  </a:lnTo>
                  <a:lnTo>
                    <a:pt x="13347" y="100566"/>
                  </a:lnTo>
                  <a:lnTo>
                    <a:pt x="14036" y="100314"/>
                  </a:lnTo>
                  <a:lnTo>
                    <a:pt x="14743" y="100017"/>
                  </a:lnTo>
                  <a:lnTo>
                    <a:pt x="15500" y="99668"/>
                  </a:lnTo>
                  <a:lnTo>
                    <a:pt x="16338" y="99260"/>
                  </a:lnTo>
                  <a:lnTo>
                    <a:pt x="17290" y="98785"/>
                  </a:lnTo>
                  <a:lnTo>
                    <a:pt x="18289" y="98308"/>
                  </a:lnTo>
                  <a:lnTo>
                    <a:pt x="19285" y="97875"/>
                  </a:lnTo>
                  <a:lnTo>
                    <a:pt x="20277" y="97484"/>
                  </a:lnTo>
                  <a:lnTo>
                    <a:pt x="21267" y="97131"/>
                  </a:lnTo>
                  <a:lnTo>
                    <a:pt x="22257" y="96813"/>
                  </a:lnTo>
                  <a:lnTo>
                    <a:pt x="23249" y="96527"/>
                  </a:lnTo>
                  <a:lnTo>
                    <a:pt x="24245" y="96268"/>
                  </a:lnTo>
                  <a:lnTo>
                    <a:pt x="25244" y="96034"/>
                  </a:lnTo>
                  <a:lnTo>
                    <a:pt x="26251" y="95822"/>
                  </a:lnTo>
                  <a:lnTo>
                    <a:pt x="27264" y="95626"/>
                  </a:lnTo>
                  <a:lnTo>
                    <a:pt x="28288" y="95446"/>
                  </a:lnTo>
                  <a:lnTo>
                    <a:pt x="29322" y="95276"/>
                  </a:lnTo>
                  <a:lnTo>
                    <a:pt x="30369" y="95113"/>
                  </a:lnTo>
                  <a:lnTo>
                    <a:pt x="31429" y="94955"/>
                  </a:lnTo>
                  <a:lnTo>
                    <a:pt x="32506" y="94797"/>
                  </a:lnTo>
                  <a:lnTo>
                    <a:pt x="33599" y="94637"/>
                  </a:lnTo>
                  <a:lnTo>
                    <a:pt x="34745" y="94449"/>
                  </a:lnTo>
                  <a:lnTo>
                    <a:pt x="35881" y="94248"/>
                  </a:lnTo>
                  <a:lnTo>
                    <a:pt x="37009" y="94036"/>
                  </a:lnTo>
                  <a:lnTo>
                    <a:pt x="38132" y="93811"/>
                  </a:lnTo>
                  <a:lnTo>
                    <a:pt x="39251" y="93573"/>
                  </a:lnTo>
                  <a:lnTo>
                    <a:pt x="40368" y="93323"/>
                  </a:lnTo>
                  <a:lnTo>
                    <a:pt x="41485" y="93059"/>
                  </a:lnTo>
                  <a:lnTo>
                    <a:pt x="42604" y="92782"/>
                  </a:lnTo>
                  <a:lnTo>
                    <a:pt x="43727" y="92491"/>
                  </a:lnTo>
                  <a:lnTo>
                    <a:pt x="45259" y="92103"/>
                  </a:lnTo>
                  <a:lnTo>
                    <a:pt x="46459" y="91812"/>
                  </a:lnTo>
                  <a:lnTo>
                    <a:pt x="47429" y="91603"/>
                  </a:lnTo>
                  <a:lnTo>
                    <a:pt x="48270" y="91463"/>
                  </a:lnTo>
                  <a:lnTo>
                    <a:pt x="49084" y="91378"/>
                  </a:lnTo>
                  <a:lnTo>
                    <a:pt x="49971" y="91334"/>
                  </a:lnTo>
                  <a:lnTo>
                    <a:pt x="51034" y="91318"/>
                  </a:lnTo>
                  <a:lnTo>
                    <a:pt x="52373" y="91316"/>
                  </a:lnTo>
                  <a:lnTo>
                    <a:pt x="52003" y="90896"/>
                  </a:lnTo>
                  <a:lnTo>
                    <a:pt x="51350" y="90156"/>
                  </a:lnTo>
                  <a:lnTo>
                    <a:pt x="49855" y="88462"/>
                  </a:lnTo>
                  <a:lnTo>
                    <a:pt x="49159" y="87490"/>
                  </a:lnTo>
                  <a:lnTo>
                    <a:pt x="48524" y="86537"/>
                  </a:lnTo>
                  <a:lnTo>
                    <a:pt x="47945" y="85597"/>
                  </a:lnTo>
                  <a:lnTo>
                    <a:pt x="47415" y="84663"/>
                  </a:lnTo>
                  <a:lnTo>
                    <a:pt x="46930" y="83727"/>
                  </a:lnTo>
                  <a:lnTo>
                    <a:pt x="46483" y="82783"/>
                  </a:lnTo>
                  <a:lnTo>
                    <a:pt x="46070" y="81823"/>
                  </a:lnTo>
                  <a:lnTo>
                    <a:pt x="45685" y="80841"/>
                  </a:lnTo>
                  <a:lnTo>
                    <a:pt x="45323" y="79829"/>
                  </a:lnTo>
                  <a:lnTo>
                    <a:pt x="44977" y="78780"/>
                  </a:lnTo>
                  <a:lnTo>
                    <a:pt x="44643" y="77688"/>
                  </a:lnTo>
                  <a:lnTo>
                    <a:pt x="44315" y="76544"/>
                  </a:lnTo>
                  <a:lnTo>
                    <a:pt x="42982" y="76544"/>
                  </a:lnTo>
                  <a:lnTo>
                    <a:pt x="41629" y="76544"/>
                  </a:lnTo>
                  <a:lnTo>
                    <a:pt x="40918" y="75524"/>
                  </a:lnTo>
                  <a:lnTo>
                    <a:pt x="40277" y="74576"/>
                  </a:lnTo>
                  <a:lnTo>
                    <a:pt x="39707" y="73679"/>
                  </a:lnTo>
                  <a:lnTo>
                    <a:pt x="39207" y="72812"/>
                  </a:lnTo>
                  <a:lnTo>
                    <a:pt x="38777" y="71955"/>
                  </a:lnTo>
                  <a:lnTo>
                    <a:pt x="38414" y="71084"/>
                  </a:lnTo>
                  <a:lnTo>
                    <a:pt x="38119" y="70180"/>
                  </a:lnTo>
                  <a:lnTo>
                    <a:pt x="37891" y="69221"/>
                  </a:lnTo>
                  <a:lnTo>
                    <a:pt x="37729" y="68186"/>
                  </a:lnTo>
                  <a:lnTo>
                    <a:pt x="37633" y="67053"/>
                  </a:lnTo>
                  <a:lnTo>
                    <a:pt x="37601" y="65801"/>
                  </a:lnTo>
                  <a:lnTo>
                    <a:pt x="36268" y="65801"/>
                  </a:lnTo>
                  <a:lnTo>
                    <a:pt x="34915" y="65801"/>
                  </a:lnTo>
                  <a:lnTo>
                    <a:pt x="34915" y="64470"/>
                  </a:lnTo>
                  <a:lnTo>
                    <a:pt x="34915" y="63130"/>
                  </a:lnTo>
                  <a:lnTo>
                    <a:pt x="34915" y="61773"/>
                  </a:lnTo>
                  <a:lnTo>
                    <a:pt x="35984" y="61759"/>
                  </a:lnTo>
                  <a:lnTo>
                    <a:pt x="37049" y="61752"/>
                  </a:lnTo>
                  <a:lnTo>
                    <a:pt x="38110" y="61751"/>
                  </a:lnTo>
                  <a:lnTo>
                    <a:pt x="39167" y="61757"/>
                  </a:lnTo>
                  <a:lnTo>
                    <a:pt x="40222" y="61769"/>
                  </a:lnTo>
                  <a:lnTo>
                    <a:pt x="41273" y="61787"/>
                  </a:lnTo>
                  <a:lnTo>
                    <a:pt x="42323" y="61813"/>
                  </a:lnTo>
                  <a:lnTo>
                    <a:pt x="43370" y="61844"/>
                  </a:lnTo>
                  <a:lnTo>
                    <a:pt x="44416" y="61883"/>
                  </a:lnTo>
                  <a:lnTo>
                    <a:pt x="45460" y="61928"/>
                  </a:lnTo>
                  <a:lnTo>
                    <a:pt x="46504" y="61979"/>
                  </a:lnTo>
                  <a:lnTo>
                    <a:pt x="47547" y="62037"/>
                  </a:lnTo>
                  <a:lnTo>
                    <a:pt x="48589" y="62102"/>
                  </a:lnTo>
                  <a:lnTo>
                    <a:pt x="49632" y="62173"/>
                  </a:lnTo>
                  <a:lnTo>
                    <a:pt x="50676" y="62251"/>
                  </a:lnTo>
                  <a:lnTo>
                    <a:pt x="51720" y="62336"/>
                  </a:lnTo>
                  <a:lnTo>
                    <a:pt x="52766" y="62427"/>
                  </a:lnTo>
                  <a:lnTo>
                    <a:pt x="53813" y="62525"/>
                  </a:lnTo>
                  <a:lnTo>
                    <a:pt x="54863" y="62630"/>
                  </a:lnTo>
                  <a:lnTo>
                    <a:pt x="55914" y="62741"/>
                  </a:lnTo>
                  <a:lnTo>
                    <a:pt x="56969" y="62859"/>
                  </a:lnTo>
                  <a:lnTo>
                    <a:pt x="58026" y="62984"/>
                  </a:lnTo>
                  <a:lnTo>
                    <a:pt x="59087" y="63116"/>
                  </a:lnTo>
                  <a:lnTo>
                    <a:pt x="59087" y="64448"/>
                  </a:lnTo>
                  <a:lnTo>
                    <a:pt x="59087" y="65801"/>
                  </a:lnTo>
                  <a:lnTo>
                    <a:pt x="60418" y="65801"/>
                  </a:lnTo>
                  <a:lnTo>
                    <a:pt x="61758" y="65801"/>
                  </a:lnTo>
                  <a:lnTo>
                    <a:pt x="63116" y="65801"/>
                  </a:lnTo>
                  <a:lnTo>
                    <a:pt x="63116" y="64757"/>
                  </a:lnTo>
                  <a:lnTo>
                    <a:pt x="63116" y="63712"/>
                  </a:lnTo>
                  <a:lnTo>
                    <a:pt x="63116" y="62666"/>
                  </a:lnTo>
                  <a:lnTo>
                    <a:pt x="63116" y="61620"/>
                  </a:lnTo>
                  <a:lnTo>
                    <a:pt x="63116" y="60572"/>
                  </a:lnTo>
                  <a:lnTo>
                    <a:pt x="63116" y="59522"/>
                  </a:lnTo>
                  <a:lnTo>
                    <a:pt x="63116" y="58471"/>
                  </a:lnTo>
                  <a:lnTo>
                    <a:pt x="63116" y="57417"/>
                  </a:lnTo>
                  <a:lnTo>
                    <a:pt x="63116" y="56361"/>
                  </a:lnTo>
                  <a:lnTo>
                    <a:pt x="63116" y="55302"/>
                  </a:lnTo>
                  <a:lnTo>
                    <a:pt x="63116" y="54239"/>
                  </a:lnTo>
                  <a:lnTo>
                    <a:pt x="63116" y="53173"/>
                  </a:lnTo>
                  <a:lnTo>
                    <a:pt x="63116" y="52104"/>
                  </a:lnTo>
                  <a:lnTo>
                    <a:pt x="63116" y="51030"/>
                  </a:lnTo>
                  <a:lnTo>
                    <a:pt x="61783" y="51030"/>
                  </a:lnTo>
                  <a:lnTo>
                    <a:pt x="60430" y="51030"/>
                  </a:lnTo>
                  <a:lnTo>
                    <a:pt x="60323" y="49991"/>
                  </a:lnTo>
                  <a:lnTo>
                    <a:pt x="60215" y="48951"/>
                  </a:lnTo>
                  <a:lnTo>
                    <a:pt x="60107" y="47905"/>
                  </a:lnTo>
                  <a:lnTo>
                    <a:pt x="59999" y="46852"/>
                  </a:lnTo>
                  <a:lnTo>
                    <a:pt x="59890" y="45790"/>
                  </a:lnTo>
                  <a:lnTo>
                    <a:pt x="59770" y="44662"/>
                  </a:lnTo>
                  <a:lnTo>
                    <a:pt x="59651" y="43535"/>
                  </a:lnTo>
                  <a:lnTo>
                    <a:pt x="59531" y="42408"/>
                  </a:lnTo>
                  <a:lnTo>
                    <a:pt x="59411" y="41281"/>
                  </a:lnTo>
                  <a:lnTo>
                    <a:pt x="59290" y="40154"/>
                  </a:lnTo>
                  <a:lnTo>
                    <a:pt x="59170" y="39027"/>
                  </a:lnTo>
                  <a:lnTo>
                    <a:pt x="59119" y="38518"/>
                  </a:lnTo>
                  <a:lnTo>
                    <a:pt x="59027" y="37621"/>
                  </a:lnTo>
                  <a:lnTo>
                    <a:pt x="58817" y="35568"/>
                  </a:lnTo>
                  <a:lnTo>
                    <a:pt x="58765" y="35084"/>
                  </a:lnTo>
                  <a:lnTo>
                    <a:pt x="58673" y="34231"/>
                  </a:lnTo>
                  <a:lnTo>
                    <a:pt x="58463" y="32276"/>
                  </a:lnTo>
                  <a:lnTo>
                    <a:pt x="58383" y="31519"/>
                  </a:lnTo>
                  <a:lnTo>
                    <a:pt x="58143" y="29229"/>
                  </a:lnTo>
                  <a:lnTo>
                    <a:pt x="57891" y="27837"/>
                  </a:lnTo>
                  <a:lnTo>
                    <a:pt x="57626" y="26986"/>
                  </a:lnTo>
                  <a:lnTo>
                    <a:pt x="57184" y="26328"/>
                  </a:lnTo>
                  <a:lnTo>
                    <a:pt x="56401" y="25515"/>
                  </a:lnTo>
                  <a:lnTo>
                    <a:pt x="56188" y="24440"/>
                  </a:lnTo>
                  <a:lnTo>
                    <a:pt x="55984" y="23363"/>
                  </a:lnTo>
                  <a:lnTo>
                    <a:pt x="55787" y="22285"/>
                  </a:lnTo>
                  <a:lnTo>
                    <a:pt x="55596" y="21205"/>
                  </a:lnTo>
                  <a:lnTo>
                    <a:pt x="55412" y="20125"/>
                  </a:lnTo>
                  <a:lnTo>
                    <a:pt x="55233" y="19043"/>
                  </a:lnTo>
                  <a:lnTo>
                    <a:pt x="55058" y="17961"/>
                  </a:lnTo>
                  <a:lnTo>
                    <a:pt x="54884" y="16873"/>
                  </a:lnTo>
                  <a:lnTo>
                    <a:pt x="54710" y="15780"/>
                  </a:lnTo>
                  <a:lnTo>
                    <a:pt x="54534" y="14679"/>
                  </a:lnTo>
                  <a:lnTo>
                    <a:pt x="54356" y="13566"/>
                  </a:lnTo>
                  <a:lnTo>
                    <a:pt x="54196" y="12523"/>
                  </a:lnTo>
                  <a:lnTo>
                    <a:pt x="54037" y="11480"/>
                  </a:lnTo>
                  <a:lnTo>
                    <a:pt x="53879" y="10438"/>
                  </a:lnTo>
                  <a:lnTo>
                    <a:pt x="53722" y="9395"/>
                  </a:lnTo>
                  <a:lnTo>
                    <a:pt x="53567" y="8352"/>
                  </a:lnTo>
                  <a:lnTo>
                    <a:pt x="53412" y="7309"/>
                  </a:lnTo>
                  <a:lnTo>
                    <a:pt x="53259" y="6265"/>
                  </a:lnTo>
                  <a:lnTo>
                    <a:pt x="53107" y="5222"/>
                  </a:lnTo>
                  <a:lnTo>
                    <a:pt x="52957" y="4178"/>
                  </a:lnTo>
                  <a:lnTo>
                    <a:pt x="52808" y="3134"/>
                  </a:lnTo>
                  <a:lnTo>
                    <a:pt x="52661" y="2090"/>
                  </a:lnTo>
                  <a:lnTo>
                    <a:pt x="52516" y="1045"/>
                  </a:lnTo>
                  <a:lnTo>
                    <a:pt x="52373" y="0"/>
                  </a:lnTo>
                  <a:close/>
                </a:path>
              </a:pathLst>
            </a:custGeom>
            <a:solidFill>
              <a:srgbClr val="8D02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egion 19 #464646"/>
            <p:cNvSpPr/>
            <p:nvPr/>
          </p:nvSpPr>
          <p:spPr>
            <a:xfrm>
              <a:off x="0" y="0"/>
              <a:ext cx="2971800" cy="1188451"/>
            </a:xfrm>
            <a:custGeom>
              <a:avLst/>
              <a:gdLst/>
              <a:ahLst/>
              <a:cxnLst/>
              <a:rect l="l" t="t" r="r" b="b"/>
              <a:pathLst>
                <a:path w="2971800" h="1188451">
                  <a:moveTo>
                    <a:pt x="2969114" y="0"/>
                  </a:moveTo>
                  <a:lnTo>
                    <a:pt x="2970447" y="0"/>
                  </a:lnTo>
                  <a:lnTo>
                    <a:pt x="2971800" y="0"/>
                  </a:lnTo>
                  <a:lnTo>
                    <a:pt x="2971800" y="18383"/>
                  </a:lnTo>
                  <a:lnTo>
                    <a:pt x="2971800" y="36768"/>
                  </a:lnTo>
                  <a:lnTo>
                    <a:pt x="2971800" y="55152"/>
                  </a:lnTo>
                  <a:lnTo>
                    <a:pt x="2971800" y="73538"/>
                  </a:lnTo>
                  <a:lnTo>
                    <a:pt x="2971800" y="91924"/>
                  </a:lnTo>
                  <a:lnTo>
                    <a:pt x="2971800" y="110312"/>
                  </a:lnTo>
                  <a:lnTo>
                    <a:pt x="2971800" y="128702"/>
                  </a:lnTo>
                  <a:lnTo>
                    <a:pt x="2971800" y="147094"/>
                  </a:lnTo>
                  <a:lnTo>
                    <a:pt x="2971800" y="165487"/>
                  </a:lnTo>
                  <a:lnTo>
                    <a:pt x="2971800" y="183883"/>
                  </a:lnTo>
                  <a:lnTo>
                    <a:pt x="2971800" y="202282"/>
                  </a:lnTo>
                  <a:lnTo>
                    <a:pt x="2971800" y="220684"/>
                  </a:lnTo>
                  <a:lnTo>
                    <a:pt x="2971800" y="239089"/>
                  </a:lnTo>
                  <a:lnTo>
                    <a:pt x="2971800" y="257498"/>
                  </a:lnTo>
                  <a:lnTo>
                    <a:pt x="2971800" y="275910"/>
                  </a:lnTo>
                  <a:lnTo>
                    <a:pt x="2971800" y="294327"/>
                  </a:lnTo>
                  <a:lnTo>
                    <a:pt x="2971800" y="312748"/>
                  </a:lnTo>
                  <a:lnTo>
                    <a:pt x="2971800" y="331173"/>
                  </a:lnTo>
                  <a:lnTo>
                    <a:pt x="2971800" y="349604"/>
                  </a:lnTo>
                  <a:lnTo>
                    <a:pt x="2971800" y="368039"/>
                  </a:lnTo>
                  <a:lnTo>
                    <a:pt x="2971800" y="386480"/>
                  </a:lnTo>
                  <a:lnTo>
                    <a:pt x="2971800" y="404927"/>
                  </a:lnTo>
                  <a:lnTo>
                    <a:pt x="2971800" y="423380"/>
                  </a:lnTo>
                  <a:lnTo>
                    <a:pt x="2971800" y="441839"/>
                  </a:lnTo>
                  <a:lnTo>
                    <a:pt x="2971800" y="460304"/>
                  </a:lnTo>
                  <a:lnTo>
                    <a:pt x="2971800" y="478777"/>
                  </a:lnTo>
                  <a:lnTo>
                    <a:pt x="2971800" y="497256"/>
                  </a:lnTo>
                  <a:lnTo>
                    <a:pt x="2971800" y="515743"/>
                  </a:lnTo>
                  <a:lnTo>
                    <a:pt x="2971800" y="534237"/>
                  </a:lnTo>
                  <a:lnTo>
                    <a:pt x="2971800" y="552739"/>
                  </a:lnTo>
                  <a:lnTo>
                    <a:pt x="2971800" y="571250"/>
                  </a:lnTo>
                  <a:lnTo>
                    <a:pt x="2971800" y="589769"/>
                  </a:lnTo>
                  <a:lnTo>
                    <a:pt x="2971800" y="608296"/>
                  </a:lnTo>
                  <a:lnTo>
                    <a:pt x="2971800" y="626833"/>
                  </a:lnTo>
                  <a:lnTo>
                    <a:pt x="2971800" y="645378"/>
                  </a:lnTo>
                  <a:lnTo>
                    <a:pt x="2971800" y="663934"/>
                  </a:lnTo>
                  <a:lnTo>
                    <a:pt x="2971800" y="682499"/>
                  </a:lnTo>
                  <a:lnTo>
                    <a:pt x="2971800" y="701074"/>
                  </a:lnTo>
                  <a:lnTo>
                    <a:pt x="2971800" y="719659"/>
                  </a:lnTo>
                  <a:lnTo>
                    <a:pt x="2971800" y="738255"/>
                  </a:lnTo>
                  <a:lnTo>
                    <a:pt x="2971800" y="756862"/>
                  </a:lnTo>
                  <a:lnTo>
                    <a:pt x="2971800" y="775480"/>
                  </a:lnTo>
                  <a:lnTo>
                    <a:pt x="2971800" y="794110"/>
                  </a:lnTo>
                  <a:lnTo>
                    <a:pt x="2971800" y="812751"/>
                  </a:lnTo>
                  <a:lnTo>
                    <a:pt x="2971800" y="831404"/>
                  </a:lnTo>
                  <a:lnTo>
                    <a:pt x="2971800" y="850070"/>
                  </a:lnTo>
                  <a:lnTo>
                    <a:pt x="2971800" y="868748"/>
                  </a:lnTo>
                  <a:lnTo>
                    <a:pt x="2971800" y="887438"/>
                  </a:lnTo>
                  <a:lnTo>
                    <a:pt x="2971800" y="906142"/>
                  </a:lnTo>
                  <a:lnTo>
                    <a:pt x="2971800" y="924859"/>
                  </a:lnTo>
                  <a:lnTo>
                    <a:pt x="2971800" y="943590"/>
                  </a:lnTo>
                  <a:lnTo>
                    <a:pt x="2971800" y="962335"/>
                  </a:lnTo>
                  <a:lnTo>
                    <a:pt x="2971800" y="981093"/>
                  </a:lnTo>
                  <a:lnTo>
                    <a:pt x="2971800" y="999867"/>
                  </a:lnTo>
                  <a:lnTo>
                    <a:pt x="2971800" y="1018654"/>
                  </a:lnTo>
                  <a:lnTo>
                    <a:pt x="2971800" y="1037457"/>
                  </a:lnTo>
                  <a:lnTo>
                    <a:pt x="2971800" y="1056275"/>
                  </a:lnTo>
                  <a:lnTo>
                    <a:pt x="2971800" y="1075109"/>
                  </a:lnTo>
                  <a:lnTo>
                    <a:pt x="2971800" y="1093958"/>
                  </a:lnTo>
                  <a:lnTo>
                    <a:pt x="2971800" y="1112824"/>
                  </a:lnTo>
                  <a:lnTo>
                    <a:pt x="2971800" y="1131705"/>
                  </a:lnTo>
                  <a:lnTo>
                    <a:pt x="2971800" y="1150603"/>
                  </a:lnTo>
                  <a:lnTo>
                    <a:pt x="2971800" y="1169519"/>
                  </a:lnTo>
                  <a:lnTo>
                    <a:pt x="2971800" y="1188451"/>
                  </a:lnTo>
                  <a:lnTo>
                    <a:pt x="2925829" y="1188451"/>
                  </a:lnTo>
                  <a:lnTo>
                    <a:pt x="2879859" y="1188451"/>
                  </a:lnTo>
                  <a:lnTo>
                    <a:pt x="2833886" y="1188451"/>
                  </a:lnTo>
                  <a:lnTo>
                    <a:pt x="2787912" y="1188451"/>
                  </a:lnTo>
                  <a:lnTo>
                    <a:pt x="2741935" y="1188451"/>
                  </a:lnTo>
                  <a:lnTo>
                    <a:pt x="2695955" y="1188451"/>
                  </a:lnTo>
                  <a:lnTo>
                    <a:pt x="2649970" y="1188451"/>
                  </a:lnTo>
                  <a:lnTo>
                    <a:pt x="2603981" y="1188451"/>
                  </a:lnTo>
                  <a:lnTo>
                    <a:pt x="2557987" y="1188451"/>
                  </a:lnTo>
                  <a:lnTo>
                    <a:pt x="2511986" y="1188451"/>
                  </a:lnTo>
                  <a:lnTo>
                    <a:pt x="2465978" y="1188451"/>
                  </a:lnTo>
                  <a:lnTo>
                    <a:pt x="2419963" y="1188451"/>
                  </a:lnTo>
                  <a:lnTo>
                    <a:pt x="2373940" y="1188451"/>
                  </a:lnTo>
                  <a:lnTo>
                    <a:pt x="2327908" y="1188451"/>
                  </a:lnTo>
                  <a:lnTo>
                    <a:pt x="2281866" y="1188451"/>
                  </a:lnTo>
                  <a:lnTo>
                    <a:pt x="2235815" y="1188451"/>
                  </a:lnTo>
                  <a:lnTo>
                    <a:pt x="2189752" y="1188451"/>
                  </a:lnTo>
                  <a:lnTo>
                    <a:pt x="2143678" y="1188451"/>
                  </a:lnTo>
                  <a:lnTo>
                    <a:pt x="2097591" y="1188451"/>
                  </a:lnTo>
                  <a:lnTo>
                    <a:pt x="2051492" y="1188451"/>
                  </a:lnTo>
                  <a:lnTo>
                    <a:pt x="2005379" y="1188451"/>
                  </a:lnTo>
                  <a:lnTo>
                    <a:pt x="1959252" y="1188451"/>
                  </a:lnTo>
                  <a:lnTo>
                    <a:pt x="1913109" y="1188451"/>
                  </a:lnTo>
                  <a:lnTo>
                    <a:pt x="1866952" y="1188451"/>
                  </a:lnTo>
                  <a:lnTo>
                    <a:pt x="1820777" y="1188451"/>
                  </a:lnTo>
                  <a:lnTo>
                    <a:pt x="1774586" y="1188451"/>
                  </a:lnTo>
                  <a:lnTo>
                    <a:pt x="1728377" y="1188451"/>
                  </a:lnTo>
                  <a:lnTo>
                    <a:pt x="1682150" y="1188451"/>
                  </a:lnTo>
                  <a:lnTo>
                    <a:pt x="1635904" y="1188451"/>
                  </a:lnTo>
                  <a:lnTo>
                    <a:pt x="1589638" y="1188451"/>
                  </a:lnTo>
                  <a:lnTo>
                    <a:pt x="1543351" y="1188451"/>
                  </a:lnTo>
                  <a:lnTo>
                    <a:pt x="1497044" y="1188451"/>
                  </a:lnTo>
                  <a:lnTo>
                    <a:pt x="1450714" y="1188451"/>
                  </a:lnTo>
                  <a:lnTo>
                    <a:pt x="1404363" y="1188451"/>
                  </a:lnTo>
                  <a:lnTo>
                    <a:pt x="1357988" y="1188451"/>
                  </a:lnTo>
                  <a:lnTo>
                    <a:pt x="1311589" y="1188451"/>
                  </a:lnTo>
                  <a:lnTo>
                    <a:pt x="1265166" y="1188451"/>
                  </a:lnTo>
                  <a:lnTo>
                    <a:pt x="1218718" y="1188451"/>
                  </a:lnTo>
                  <a:lnTo>
                    <a:pt x="1172244" y="1188451"/>
                  </a:lnTo>
                  <a:lnTo>
                    <a:pt x="1125743" y="1188451"/>
                  </a:lnTo>
                  <a:lnTo>
                    <a:pt x="1079215" y="1188451"/>
                  </a:lnTo>
                  <a:lnTo>
                    <a:pt x="1032659" y="1188451"/>
                  </a:lnTo>
                  <a:lnTo>
                    <a:pt x="986075" y="1188451"/>
                  </a:lnTo>
                  <a:lnTo>
                    <a:pt x="939461" y="1188451"/>
                  </a:lnTo>
                  <a:lnTo>
                    <a:pt x="892818" y="1188451"/>
                  </a:lnTo>
                  <a:lnTo>
                    <a:pt x="846144" y="1188451"/>
                  </a:lnTo>
                  <a:lnTo>
                    <a:pt x="799438" y="1188451"/>
                  </a:lnTo>
                  <a:lnTo>
                    <a:pt x="752701" y="1188451"/>
                  </a:lnTo>
                  <a:lnTo>
                    <a:pt x="705931" y="1188451"/>
                  </a:lnTo>
                  <a:lnTo>
                    <a:pt x="659127" y="1188451"/>
                  </a:lnTo>
                  <a:lnTo>
                    <a:pt x="612290" y="1188451"/>
                  </a:lnTo>
                  <a:lnTo>
                    <a:pt x="565418" y="1188451"/>
                  </a:lnTo>
                  <a:lnTo>
                    <a:pt x="518510" y="1188451"/>
                  </a:lnTo>
                  <a:lnTo>
                    <a:pt x="471567" y="1188451"/>
                  </a:lnTo>
                  <a:lnTo>
                    <a:pt x="424587" y="1188451"/>
                  </a:lnTo>
                  <a:lnTo>
                    <a:pt x="377569" y="1188451"/>
                  </a:lnTo>
                  <a:lnTo>
                    <a:pt x="330513" y="1188451"/>
                  </a:lnTo>
                  <a:lnTo>
                    <a:pt x="283419" y="1188451"/>
                  </a:lnTo>
                  <a:lnTo>
                    <a:pt x="236285" y="1188451"/>
                  </a:lnTo>
                  <a:lnTo>
                    <a:pt x="189111" y="1188451"/>
                  </a:lnTo>
                  <a:lnTo>
                    <a:pt x="141896" y="1188451"/>
                  </a:lnTo>
                  <a:lnTo>
                    <a:pt x="94639" y="1188451"/>
                  </a:lnTo>
                  <a:lnTo>
                    <a:pt x="47341" y="1188451"/>
                  </a:lnTo>
                  <a:lnTo>
                    <a:pt x="0" y="1188451"/>
                  </a:lnTo>
                  <a:lnTo>
                    <a:pt x="0" y="1187118"/>
                  </a:lnTo>
                  <a:lnTo>
                    <a:pt x="0" y="1185765"/>
                  </a:lnTo>
                  <a:lnTo>
                    <a:pt x="45928" y="1185765"/>
                  </a:lnTo>
                  <a:lnTo>
                    <a:pt x="91857" y="1185765"/>
                  </a:lnTo>
                  <a:lnTo>
                    <a:pt x="137788" y="1185765"/>
                  </a:lnTo>
                  <a:lnTo>
                    <a:pt x="183721" y="1185765"/>
                  </a:lnTo>
                  <a:lnTo>
                    <a:pt x="229656" y="1185765"/>
                  </a:lnTo>
                  <a:lnTo>
                    <a:pt x="275595" y="1185765"/>
                  </a:lnTo>
                  <a:lnTo>
                    <a:pt x="321538" y="1185765"/>
                  </a:lnTo>
                  <a:lnTo>
                    <a:pt x="367485" y="1185765"/>
                  </a:lnTo>
                  <a:lnTo>
                    <a:pt x="413438" y="1185765"/>
                  </a:lnTo>
                  <a:lnTo>
                    <a:pt x="459398" y="1185765"/>
                  </a:lnTo>
                  <a:lnTo>
                    <a:pt x="505364" y="1185765"/>
                  </a:lnTo>
                  <a:lnTo>
                    <a:pt x="551337" y="1185765"/>
                  </a:lnTo>
                  <a:lnTo>
                    <a:pt x="597319" y="1185765"/>
                  </a:lnTo>
                  <a:lnTo>
                    <a:pt x="643309" y="1185765"/>
                  </a:lnTo>
                  <a:lnTo>
                    <a:pt x="689309" y="1185765"/>
                  </a:lnTo>
                  <a:lnTo>
                    <a:pt x="735319" y="1185765"/>
                  </a:lnTo>
                  <a:lnTo>
                    <a:pt x="781340" y="1185765"/>
                  </a:lnTo>
                  <a:lnTo>
                    <a:pt x="827373" y="1185765"/>
                  </a:lnTo>
                  <a:lnTo>
                    <a:pt x="873418" y="1185765"/>
                  </a:lnTo>
                  <a:lnTo>
                    <a:pt x="919475" y="1185765"/>
                  </a:lnTo>
                  <a:lnTo>
                    <a:pt x="965547" y="1185765"/>
                  </a:lnTo>
                  <a:lnTo>
                    <a:pt x="1011632" y="1185765"/>
                  </a:lnTo>
                  <a:lnTo>
                    <a:pt x="1057733" y="1185765"/>
                  </a:lnTo>
                  <a:lnTo>
                    <a:pt x="1103849" y="1185765"/>
                  </a:lnTo>
                  <a:lnTo>
                    <a:pt x="1149981" y="1185765"/>
                  </a:lnTo>
                  <a:lnTo>
                    <a:pt x="1196131" y="1185765"/>
                  </a:lnTo>
                  <a:lnTo>
                    <a:pt x="1242298" y="1185765"/>
                  </a:lnTo>
                  <a:lnTo>
                    <a:pt x="1288483" y="1185765"/>
                  </a:lnTo>
                  <a:lnTo>
                    <a:pt x="1334688" y="1185765"/>
                  </a:lnTo>
                  <a:lnTo>
                    <a:pt x="1380912" y="1185765"/>
                  </a:lnTo>
                  <a:lnTo>
                    <a:pt x="1427157" y="1185765"/>
                  </a:lnTo>
                  <a:lnTo>
                    <a:pt x="1473422" y="1185765"/>
                  </a:lnTo>
                  <a:lnTo>
                    <a:pt x="1519710" y="1185765"/>
                  </a:lnTo>
                  <a:lnTo>
                    <a:pt x="1566020" y="1185765"/>
                  </a:lnTo>
                  <a:lnTo>
                    <a:pt x="1612353" y="1185765"/>
                  </a:lnTo>
                  <a:lnTo>
                    <a:pt x="1658709" y="1185765"/>
                  </a:lnTo>
                  <a:lnTo>
                    <a:pt x="1705091" y="1185765"/>
                  </a:lnTo>
                  <a:lnTo>
                    <a:pt x="1751497" y="1185765"/>
                  </a:lnTo>
                  <a:lnTo>
                    <a:pt x="1797929" y="1185765"/>
                  </a:lnTo>
                  <a:lnTo>
                    <a:pt x="1844388" y="1185765"/>
                  </a:lnTo>
                  <a:lnTo>
                    <a:pt x="1890874" y="1185765"/>
                  </a:lnTo>
                  <a:lnTo>
                    <a:pt x="1937387" y="1185765"/>
                  </a:lnTo>
                  <a:lnTo>
                    <a:pt x="1983930" y="1185765"/>
                  </a:lnTo>
                  <a:lnTo>
                    <a:pt x="2030501" y="1185765"/>
                  </a:lnTo>
                  <a:lnTo>
                    <a:pt x="2077102" y="1185765"/>
                  </a:lnTo>
                  <a:lnTo>
                    <a:pt x="2123734" y="1185765"/>
                  </a:lnTo>
                  <a:lnTo>
                    <a:pt x="2170398" y="1185765"/>
                  </a:lnTo>
                  <a:lnTo>
                    <a:pt x="2217093" y="1185765"/>
                  </a:lnTo>
                  <a:lnTo>
                    <a:pt x="2263821" y="1185765"/>
                  </a:lnTo>
                  <a:lnTo>
                    <a:pt x="2310582" y="1185765"/>
                  </a:lnTo>
                  <a:lnTo>
                    <a:pt x="2357377" y="1185765"/>
                  </a:lnTo>
                  <a:lnTo>
                    <a:pt x="2404206" y="1185765"/>
                  </a:lnTo>
                  <a:lnTo>
                    <a:pt x="2451071" y="1185765"/>
                  </a:lnTo>
                  <a:lnTo>
                    <a:pt x="2497973" y="1185765"/>
                  </a:lnTo>
                  <a:lnTo>
                    <a:pt x="2544910" y="1185765"/>
                  </a:lnTo>
                  <a:lnTo>
                    <a:pt x="2591885" y="1185765"/>
                  </a:lnTo>
                  <a:lnTo>
                    <a:pt x="2638899" y="1185765"/>
                  </a:lnTo>
                  <a:lnTo>
                    <a:pt x="2685951" y="1185765"/>
                  </a:lnTo>
                  <a:lnTo>
                    <a:pt x="2733042" y="1185765"/>
                  </a:lnTo>
                  <a:lnTo>
                    <a:pt x="2780173" y="1185765"/>
                  </a:lnTo>
                  <a:lnTo>
                    <a:pt x="2827346" y="1185765"/>
                  </a:lnTo>
                  <a:lnTo>
                    <a:pt x="2874559" y="1185765"/>
                  </a:lnTo>
                  <a:lnTo>
                    <a:pt x="2921815" y="1185765"/>
                  </a:lnTo>
                  <a:lnTo>
                    <a:pt x="2969114" y="1185765"/>
                  </a:lnTo>
                  <a:lnTo>
                    <a:pt x="2969114" y="1167423"/>
                  </a:lnTo>
                  <a:lnTo>
                    <a:pt x="2969114" y="1149080"/>
                  </a:lnTo>
                  <a:lnTo>
                    <a:pt x="2969114" y="1130737"/>
                  </a:lnTo>
                  <a:lnTo>
                    <a:pt x="2969114" y="1112393"/>
                  </a:lnTo>
                  <a:lnTo>
                    <a:pt x="2969114" y="1094048"/>
                  </a:lnTo>
                  <a:lnTo>
                    <a:pt x="2969114" y="1075702"/>
                  </a:lnTo>
                  <a:lnTo>
                    <a:pt x="2969114" y="1057353"/>
                  </a:lnTo>
                  <a:lnTo>
                    <a:pt x="2969114" y="1039003"/>
                  </a:lnTo>
                  <a:lnTo>
                    <a:pt x="2969114" y="1020651"/>
                  </a:lnTo>
                  <a:lnTo>
                    <a:pt x="2969114" y="1002297"/>
                  </a:lnTo>
                  <a:lnTo>
                    <a:pt x="2969114" y="983940"/>
                  </a:lnTo>
                  <a:lnTo>
                    <a:pt x="2969114" y="965579"/>
                  </a:lnTo>
                  <a:lnTo>
                    <a:pt x="2969114" y="947216"/>
                  </a:lnTo>
                  <a:lnTo>
                    <a:pt x="2969114" y="928849"/>
                  </a:lnTo>
                  <a:lnTo>
                    <a:pt x="2969114" y="910478"/>
                  </a:lnTo>
                  <a:lnTo>
                    <a:pt x="2969114" y="892103"/>
                  </a:lnTo>
                  <a:lnTo>
                    <a:pt x="2969114" y="873724"/>
                  </a:lnTo>
                  <a:lnTo>
                    <a:pt x="2969114" y="855340"/>
                  </a:lnTo>
                  <a:lnTo>
                    <a:pt x="2969114" y="836951"/>
                  </a:lnTo>
                  <a:lnTo>
                    <a:pt x="2969114" y="818557"/>
                  </a:lnTo>
                  <a:lnTo>
                    <a:pt x="2969114" y="800158"/>
                  </a:lnTo>
                  <a:lnTo>
                    <a:pt x="2969114" y="781753"/>
                  </a:lnTo>
                  <a:lnTo>
                    <a:pt x="2969114" y="763342"/>
                  </a:lnTo>
                  <a:lnTo>
                    <a:pt x="2969114" y="744924"/>
                  </a:lnTo>
                  <a:lnTo>
                    <a:pt x="2969114" y="726501"/>
                  </a:lnTo>
                  <a:lnTo>
                    <a:pt x="2969114" y="708070"/>
                  </a:lnTo>
                  <a:lnTo>
                    <a:pt x="2969114" y="689632"/>
                  </a:lnTo>
                  <a:lnTo>
                    <a:pt x="2969114" y="671187"/>
                  </a:lnTo>
                  <a:lnTo>
                    <a:pt x="2969114" y="652735"/>
                  </a:lnTo>
                  <a:lnTo>
                    <a:pt x="2969114" y="634274"/>
                  </a:lnTo>
                  <a:lnTo>
                    <a:pt x="2969114" y="615806"/>
                  </a:lnTo>
                  <a:lnTo>
                    <a:pt x="2969114" y="597329"/>
                  </a:lnTo>
                  <a:lnTo>
                    <a:pt x="2969114" y="578843"/>
                  </a:lnTo>
                  <a:lnTo>
                    <a:pt x="2969114" y="560349"/>
                  </a:lnTo>
                  <a:lnTo>
                    <a:pt x="2969114" y="541845"/>
                  </a:lnTo>
                  <a:lnTo>
                    <a:pt x="2969114" y="523331"/>
                  </a:lnTo>
                  <a:lnTo>
                    <a:pt x="2969114" y="504808"/>
                  </a:lnTo>
                  <a:lnTo>
                    <a:pt x="2969114" y="486275"/>
                  </a:lnTo>
                  <a:lnTo>
                    <a:pt x="2969114" y="467732"/>
                  </a:lnTo>
                  <a:lnTo>
                    <a:pt x="2969114" y="449178"/>
                  </a:lnTo>
                  <a:lnTo>
                    <a:pt x="2969114" y="430613"/>
                  </a:lnTo>
                  <a:lnTo>
                    <a:pt x="2969114" y="412037"/>
                  </a:lnTo>
                  <a:lnTo>
                    <a:pt x="2969114" y="393449"/>
                  </a:lnTo>
                  <a:lnTo>
                    <a:pt x="2969114" y="374850"/>
                  </a:lnTo>
                  <a:lnTo>
                    <a:pt x="2969114" y="356239"/>
                  </a:lnTo>
                  <a:lnTo>
                    <a:pt x="2969114" y="337616"/>
                  </a:lnTo>
                  <a:lnTo>
                    <a:pt x="2969114" y="318980"/>
                  </a:lnTo>
                  <a:lnTo>
                    <a:pt x="2969114" y="300332"/>
                  </a:lnTo>
                  <a:lnTo>
                    <a:pt x="2969114" y="281670"/>
                  </a:lnTo>
                  <a:lnTo>
                    <a:pt x="2969114" y="262995"/>
                  </a:lnTo>
                  <a:lnTo>
                    <a:pt x="2969114" y="244307"/>
                  </a:lnTo>
                  <a:lnTo>
                    <a:pt x="2969114" y="225605"/>
                  </a:lnTo>
                  <a:lnTo>
                    <a:pt x="2969114" y="206888"/>
                  </a:lnTo>
                  <a:lnTo>
                    <a:pt x="2969114" y="188158"/>
                  </a:lnTo>
                  <a:lnTo>
                    <a:pt x="2969114" y="169412"/>
                  </a:lnTo>
                  <a:lnTo>
                    <a:pt x="2969114" y="150652"/>
                  </a:lnTo>
                  <a:lnTo>
                    <a:pt x="2969114" y="131876"/>
                  </a:lnTo>
                  <a:lnTo>
                    <a:pt x="2969114" y="113085"/>
                  </a:lnTo>
                  <a:lnTo>
                    <a:pt x="2969114" y="94279"/>
                  </a:lnTo>
                  <a:lnTo>
                    <a:pt x="2969114" y="75456"/>
                  </a:lnTo>
                  <a:lnTo>
                    <a:pt x="2969114" y="56617"/>
                  </a:lnTo>
                  <a:lnTo>
                    <a:pt x="2969114" y="37761"/>
                  </a:lnTo>
                  <a:lnTo>
                    <a:pt x="2969114" y="18889"/>
                  </a:lnTo>
                  <a:lnTo>
                    <a:pt x="2969114" y="0"/>
                  </a:lnTo>
                  <a:close/>
                </a:path>
              </a:pathLst>
            </a:custGeom>
            <a:solidFill>
              <a:srgbClr val="46464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egion 20 #484848"/>
            <p:cNvSpPr/>
            <p:nvPr/>
          </p:nvSpPr>
          <p:spPr>
            <a:xfrm>
              <a:off x="1169" y="1165"/>
              <a:ext cx="2966602" cy="1181915"/>
            </a:xfrm>
            <a:custGeom>
              <a:avLst/>
              <a:gdLst/>
              <a:ahLst/>
              <a:cxnLst/>
              <a:rect l="l" t="t" r="r" b="b"/>
              <a:pathLst>
                <a:path w="2966602" h="1181915">
                  <a:moveTo>
                    <a:pt x="4883" y="10"/>
                  </a:moveTo>
                  <a:lnTo>
                    <a:pt x="6023" y="10"/>
                  </a:lnTo>
                  <a:lnTo>
                    <a:pt x="7167" y="10"/>
                  </a:lnTo>
                  <a:lnTo>
                    <a:pt x="8319" y="10"/>
                  </a:lnTo>
                  <a:lnTo>
                    <a:pt x="9484" y="10"/>
                  </a:lnTo>
                  <a:lnTo>
                    <a:pt x="10533" y="8"/>
                  </a:lnTo>
                  <a:lnTo>
                    <a:pt x="11585" y="6"/>
                  </a:lnTo>
                  <a:lnTo>
                    <a:pt x="12643" y="4"/>
                  </a:lnTo>
                  <a:lnTo>
                    <a:pt x="13707" y="2"/>
                  </a:lnTo>
                  <a:lnTo>
                    <a:pt x="14782" y="0"/>
                  </a:lnTo>
                  <a:lnTo>
                    <a:pt x="15964" y="3"/>
                  </a:lnTo>
                  <a:lnTo>
                    <a:pt x="17147" y="5"/>
                  </a:lnTo>
                  <a:lnTo>
                    <a:pt x="18330" y="7"/>
                  </a:lnTo>
                  <a:lnTo>
                    <a:pt x="19513" y="9"/>
                  </a:lnTo>
                  <a:lnTo>
                    <a:pt x="20696" y="11"/>
                  </a:lnTo>
                  <a:lnTo>
                    <a:pt x="21736" y="10"/>
                  </a:lnTo>
                  <a:lnTo>
                    <a:pt x="22777" y="9"/>
                  </a:lnTo>
                  <a:lnTo>
                    <a:pt x="23818" y="8"/>
                  </a:lnTo>
                  <a:lnTo>
                    <a:pt x="24859" y="7"/>
                  </a:lnTo>
                  <a:lnTo>
                    <a:pt x="25899" y="6"/>
                  </a:lnTo>
                  <a:lnTo>
                    <a:pt x="26940" y="6"/>
                  </a:lnTo>
                  <a:lnTo>
                    <a:pt x="28024" y="5"/>
                  </a:lnTo>
                  <a:lnTo>
                    <a:pt x="29109" y="4"/>
                  </a:lnTo>
                  <a:lnTo>
                    <a:pt x="30193" y="4"/>
                  </a:lnTo>
                  <a:lnTo>
                    <a:pt x="31277" y="3"/>
                  </a:lnTo>
                  <a:lnTo>
                    <a:pt x="32362" y="3"/>
                  </a:lnTo>
                  <a:lnTo>
                    <a:pt x="33446" y="3"/>
                  </a:lnTo>
                  <a:lnTo>
                    <a:pt x="34530" y="3"/>
                  </a:lnTo>
                  <a:lnTo>
                    <a:pt x="35614" y="4"/>
                  </a:lnTo>
                  <a:lnTo>
                    <a:pt x="36699" y="4"/>
                  </a:lnTo>
                  <a:lnTo>
                    <a:pt x="37783" y="5"/>
                  </a:lnTo>
                  <a:lnTo>
                    <a:pt x="38867" y="5"/>
                  </a:lnTo>
                  <a:lnTo>
                    <a:pt x="39952" y="6"/>
                  </a:lnTo>
                  <a:lnTo>
                    <a:pt x="41036" y="7"/>
                  </a:lnTo>
                  <a:lnTo>
                    <a:pt x="42120" y="8"/>
                  </a:lnTo>
                  <a:lnTo>
                    <a:pt x="43205" y="9"/>
                  </a:lnTo>
                  <a:lnTo>
                    <a:pt x="44289" y="10"/>
                  </a:lnTo>
                  <a:lnTo>
                    <a:pt x="45337" y="10"/>
                  </a:lnTo>
                  <a:lnTo>
                    <a:pt x="46386" y="11"/>
                  </a:lnTo>
                  <a:lnTo>
                    <a:pt x="47435" y="11"/>
                  </a:lnTo>
                  <a:lnTo>
                    <a:pt x="48483" y="11"/>
                  </a:lnTo>
                  <a:lnTo>
                    <a:pt x="49532" y="11"/>
                  </a:lnTo>
                  <a:lnTo>
                    <a:pt x="50580" y="11"/>
                  </a:lnTo>
                  <a:lnTo>
                    <a:pt x="51629" y="11"/>
                  </a:lnTo>
                  <a:lnTo>
                    <a:pt x="52677" y="11"/>
                  </a:lnTo>
                  <a:lnTo>
                    <a:pt x="53726" y="11"/>
                  </a:lnTo>
                  <a:lnTo>
                    <a:pt x="54775" y="11"/>
                  </a:lnTo>
                  <a:lnTo>
                    <a:pt x="55823" y="10"/>
                  </a:lnTo>
                  <a:lnTo>
                    <a:pt x="56872" y="10"/>
                  </a:lnTo>
                  <a:lnTo>
                    <a:pt x="57920" y="9"/>
                  </a:lnTo>
                  <a:lnTo>
                    <a:pt x="58969" y="9"/>
                  </a:lnTo>
                  <a:lnTo>
                    <a:pt x="60017" y="8"/>
                  </a:lnTo>
                  <a:lnTo>
                    <a:pt x="61066" y="8"/>
                  </a:lnTo>
                  <a:lnTo>
                    <a:pt x="62115" y="7"/>
                  </a:lnTo>
                  <a:lnTo>
                    <a:pt x="63163" y="7"/>
                  </a:lnTo>
                  <a:lnTo>
                    <a:pt x="64236" y="7"/>
                  </a:lnTo>
                  <a:lnTo>
                    <a:pt x="65309" y="7"/>
                  </a:lnTo>
                  <a:lnTo>
                    <a:pt x="66383" y="6"/>
                  </a:lnTo>
                  <a:lnTo>
                    <a:pt x="67456" y="6"/>
                  </a:lnTo>
                  <a:lnTo>
                    <a:pt x="68529" y="6"/>
                  </a:lnTo>
                  <a:lnTo>
                    <a:pt x="69602" y="6"/>
                  </a:lnTo>
                  <a:lnTo>
                    <a:pt x="70676" y="6"/>
                  </a:lnTo>
                  <a:lnTo>
                    <a:pt x="71749" y="6"/>
                  </a:lnTo>
                  <a:lnTo>
                    <a:pt x="72822" y="6"/>
                  </a:lnTo>
                  <a:lnTo>
                    <a:pt x="73895" y="6"/>
                  </a:lnTo>
                  <a:lnTo>
                    <a:pt x="74968" y="6"/>
                  </a:lnTo>
                  <a:lnTo>
                    <a:pt x="76042" y="6"/>
                  </a:lnTo>
                  <a:lnTo>
                    <a:pt x="77115" y="6"/>
                  </a:lnTo>
                  <a:lnTo>
                    <a:pt x="78188" y="6"/>
                  </a:lnTo>
                  <a:lnTo>
                    <a:pt x="79261" y="6"/>
                  </a:lnTo>
                  <a:lnTo>
                    <a:pt x="80335" y="6"/>
                  </a:lnTo>
                  <a:lnTo>
                    <a:pt x="81408" y="6"/>
                  </a:lnTo>
                  <a:lnTo>
                    <a:pt x="82481" y="6"/>
                  </a:lnTo>
                  <a:lnTo>
                    <a:pt x="83554" y="6"/>
                  </a:lnTo>
                  <a:lnTo>
                    <a:pt x="84628" y="6"/>
                  </a:lnTo>
                  <a:lnTo>
                    <a:pt x="85701" y="7"/>
                  </a:lnTo>
                  <a:lnTo>
                    <a:pt x="86774" y="7"/>
                  </a:lnTo>
                  <a:lnTo>
                    <a:pt x="87847" y="7"/>
                  </a:lnTo>
                  <a:lnTo>
                    <a:pt x="88921" y="7"/>
                  </a:lnTo>
                  <a:lnTo>
                    <a:pt x="89994" y="8"/>
                  </a:lnTo>
                  <a:lnTo>
                    <a:pt x="91067" y="8"/>
                  </a:lnTo>
                  <a:lnTo>
                    <a:pt x="92140" y="8"/>
                  </a:lnTo>
                  <a:lnTo>
                    <a:pt x="93213" y="9"/>
                  </a:lnTo>
                  <a:lnTo>
                    <a:pt x="94287" y="9"/>
                  </a:lnTo>
                  <a:lnTo>
                    <a:pt x="95360" y="9"/>
                  </a:lnTo>
                  <a:lnTo>
                    <a:pt x="96433" y="10"/>
                  </a:lnTo>
                  <a:lnTo>
                    <a:pt x="97493" y="10"/>
                  </a:lnTo>
                  <a:lnTo>
                    <a:pt x="98552" y="11"/>
                  </a:lnTo>
                  <a:lnTo>
                    <a:pt x="99612" y="11"/>
                  </a:lnTo>
                  <a:lnTo>
                    <a:pt x="100672" y="11"/>
                  </a:lnTo>
                  <a:lnTo>
                    <a:pt x="101732" y="12"/>
                  </a:lnTo>
                  <a:lnTo>
                    <a:pt x="102791" y="12"/>
                  </a:lnTo>
                  <a:lnTo>
                    <a:pt x="103851" y="12"/>
                  </a:lnTo>
                  <a:lnTo>
                    <a:pt x="104911" y="12"/>
                  </a:lnTo>
                  <a:lnTo>
                    <a:pt x="105970" y="13"/>
                  </a:lnTo>
                  <a:lnTo>
                    <a:pt x="107030" y="13"/>
                  </a:lnTo>
                  <a:lnTo>
                    <a:pt x="108090" y="13"/>
                  </a:lnTo>
                  <a:lnTo>
                    <a:pt x="109149" y="13"/>
                  </a:lnTo>
                  <a:lnTo>
                    <a:pt x="110209" y="14"/>
                  </a:lnTo>
                  <a:lnTo>
                    <a:pt x="111269" y="14"/>
                  </a:lnTo>
                  <a:lnTo>
                    <a:pt x="112329" y="14"/>
                  </a:lnTo>
                  <a:lnTo>
                    <a:pt x="113388" y="14"/>
                  </a:lnTo>
                  <a:lnTo>
                    <a:pt x="114448" y="14"/>
                  </a:lnTo>
                  <a:lnTo>
                    <a:pt x="115508" y="14"/>
                  </a:lnTo>
                  <a:lnTo>
                    <a:pt x="116567" y="14"/>
                  </a:lnTo>
                  <a:lnTo>
                    <a:pt x="117627" y="15"/>
                  </a:lnTo>
                  <a:lnTo>
                    <a:pt x="118687" y="15"/>
                  </a:lnTo>
                  <a:lnTo>
                    <a:pt x="119746" y="15"/>
                  </a:lnTo>
                  <a:lnTo>
                    <a:pt x="120806" y="15"/>
                  </a:lnTo>
                  <a:lnTo>
                    <a:pt x="121866" y="15"/>
                  </a:lnTo>
                  <a:lnTo>
                    <a:pt x="122925" y="15"/>
                  </a:lnTo>
                  <a:lnTo>
                    <a:pt x="123985" y="15"/>
                  </a:lnTo>
                  <a:lnTo>
                    <a:pt x="125045" y="15"/>
                  </a:lnTo>
                  <a:lnTo>
                    <a:pt x="126104" y="15"/>
                  </a:lnTo>
                  <a:lnTo>
                    <a:pt x="127164" y="15"/>
                  </a:lnTo>
                  <a:lnTo>
                    <a:pt x="128224" y="15"/>
                  </a:lnTo>
                  <a:lnTo>
                    <a:pt x="129283" y="15"/>
                  </a:lnTo>
                  <a:lnTo>
                    <a:pt x="130343" y="15"/>
                  </a:lnTo>
                  <a:lnTo>
                    <a:pt x="131403" y="15"/>
                  </a:lnTo>
                  <a:lnTo>
                    <a:pt x="132462" y="15"/>
                  </a:lnTo>
                  <a:lnTo>
                    <a:pt x="133522" y="15"/>
                  </a:lnTo>
                  <a:lnTo>
                    <a:pt x="134582" y="15"/>
                  </a:lnTo>
                  <a:lnTo>
                    <a:pt x="135641" y="15"/>
                  </a:lnTo>
                  <a:lnTo>
                    <a:pt x="136701" y="14"/>
                  </a:lnTo>
                  <a:lnTo>
                    <a:pt x="137761" y="14"/>
                  </a:lnTo>
                  <a:lnTo>
                    <a:pt x="138820" y="14"/>
                  </a:lnTo>
                  <a:lnTo>
                    <a:pt x="139880" y="14"/>
                  </a:lnTo>
                  <a:lnTo>
                    <a:pt x="140940" y="14"/>
                  </a:lnTo>
                  <a:lnTo>
                    <a:pt x="141999" y="14"/>
                  </a:lnTo>
                  <a:lnTo>
                    <a:pt x="143059" y="14"/>
                  </a:lnTo>
                  <a:lnTo>
                    <a:pt x="144119" y="14"/>
                  </a:lnTo>
                  <a:lnTo>
                    <a:pt x="145178" y="14"/>
                  </a:lnTo>
                  <a:lnTo>
                    <a:pt x="146238" y="14"/>
                  </a:lnTo>
                  <a:lnTo>
                    <a:pt x="147564" y="14"/>
                  </a:lnTo>
                  <a:lnTo>
                    <a:pt x="148890" y="13"/>
                  </a:lnTo>
                  <a:lnTo>
                    <a:pt x="150216" y="13"/>
                  </a:lnTo>
                  <a:lnTo>
                    <a:pt x="151542" y="13"/>
                  </a:lnTo>
                  <a:lnTo>
                    <a:pt x="152868" y="13"/>
                  </a:lnTo>
                  <a:lnTo>
                    <a:pt x="154194" y="13"/>
                  </a:lnTo>
                  <a:lnTo>
                    <a:pt x="155520" y="13"/>
                  </a:lnTo>
                  <a:lnTo>
                    <a:pt x="156846" y="12"/>
                  </a:lnTo>
                  <a:lnTo>
                    <a:pt x="158172" y="12"/>
                  </a:lnTo>
                  <a:lnTo>
                    <a:pt x="159498" y="12"/>
                  </a:lnTo>
                  <a:lnTo>
                    <a:pt x="160824" y="12"/>
                  </a:lnTo>
                  <a:lnTo>
                    <a:pt x="162150" y="12"/>
                  </a:lnTo>
                  <a:lnTo>
                    <a:pt x="163476" y="12"/>
                  </a:lnTo>
                  <a:lnTo>
                    <a:pt x="164802" y="12"/>
                  </a:lnTo>
                  <a:lnTo>
                    <a:pt x="166128" y="12"/>
                  </a:lnTo>
                  <a:lnTo>
                    <a:pt x="167454" y="12"/>
                  </a:lnTo>
                  <a:lnTo>
                    <a:pt x="168780" y="12"/>
                  </a:lnTo>
                  <a:lnTo>
                    <a:pt x="170106" y="12"/>
                  </a:lnTo>
                  <a:lnTo>
                    <a:pt x="171432" y="12"/>
                  </a:lnTo>
                  <a:lnTo>
                    <a:pt x="172758" y="12"/>
                  </a:lnTo>
                  <a:lnTo>
                    <a:pt x="174084" y="12"/>
                  </a:lnTo>
                  <a:lnTo>
                    <a:pt x="175410" y="11"/>
                  </a:lnTo>
                  <a:lnTo>
                    <a:pt x="176736" y="11"/>
                  </a:lnTo>
                  <a:lnTo>
                    <a:pt x="178062" y="11"/>
                  </a:lnTo>
                  <a:lnTo>
                    <a:pt x="179388" y="11"/>
                  </a:lnTo>
                  <a:lnTo>
                    <a:pt x="180714" y="11"/>
                  </a:lnTo>
                  <a:lnTo>
                    <a:pt x="182040" y="12"/>
                  </a:lnTo>
                  <a:lnTo>
                    <a:pt x="183366" y="12"/>
                  </a:lnTo>
                  <a:lnTo>
                    <a:pt x="184692" y="12"/>
                  </a:lnTo>
                  <a:lnTo>
                    <a:pt x="186018" y="12"/>
                  </a:lnTo>
                  <a:lnTo>
                    <a:pt x="187344" y="12"/>
                  </a:lnTo>
                  <a:lnTo>
                    <a:pt x="188670" y="12"/>
                  </a:lnTo>
                  <a:lnTo>
                    <a:pt x="189996" y="12"/>
                  </a:lnTo>
                  <a:lnTo>
                    <a:pt x="191322" y="12"/>
                  </a:lnTo>
                  <a:lnTo>
                    <a:pt x="192648" y="12"/>
                  </a:lnTo>
                  <a:lnTo>
                    <a:pt x="193974" y="12"/>
                  </a:lnTo>
                  <a:lnTo>
                    <a:pt x="195300" y="12"/>
                  </a:lnTo>
                  <a:lnTo>
                    <a:pt x="196626" y="12"/>
                  </a:lnTo>
                  <a:lnTo>
                    <a:pt x="197952" y="12"/>
                  </a:lnTo>
                  <a:lnTo>
                    <a:pt x="199278" y="12"/>
                  </a:lnTo>
                  <a:lnTo>
                    <a:pt x="200604" y="13"/>
                  </a:lnTo>
                  <a:lnTo>
                    <a:pt x="201930" y="13"/>
                  </a:lnTo>
                  <a:lnTo>
                    <a:pt x="203255" y="13"/>
                  </a:lnTo>
                  <a:lnTo>
                    <a:pt x="204581" y="13"/>
                  </a:lnTo>
                  <a:lnTo>
                    <a:pt x="205907" y="13"/>
                  </a:lnTo>
                  <a:lnTo>
                    <a:pt x="207233" y="13"/>
                  </a:lnTo>
                  <a:lnTo>
                    <a:pt x="208559" y="14"/>
                  </a:lnTo>
                  <a:lnTo>
                    <a:pt x="209885" y="14"/>
                  </a:lnTo>
                  <a:lnTo>
                    <a:pt x="211211" y="14"/>
                  </a:lnTo>
                  <a:lnTo>
                    <a:pt x="212537" y="14"/>
                  </a:lnTo>
                  <a:lnTo>
                    <a:pt x="213863" y="14"/>
                  </a:lnTo>
                  <a:lnTo>
                    <a:pt x="215189" y="15"/>
                  </a:lnTo>
                  <a:lnTo>
                    <a:pt x="216515" y="15"/>
                  </a:lnTo>
                  <a:lnTo>
                    <a:pt x="217841" y="15"/>
                  </a:lnTo>
                  <a:lnTo>
                    <a:pt x="219167" y="15"/>
                  </a:lnTo>
                  <a:lnTo>
                    <a:pt x="220493" y="15"/>
                  </a:lnTo>
                  <a:lnTo>
                    <a:pt x="221819" y="16"/>
                  </a:lnTo>
                  <a:lnTo>
                    <a:pt x="223145" y="16"/>
                  </a:lnTo>
                  <a:lnTo>
                    <a:pt x="224471" y="16"/>
                  </a:lnTo>
                  <a:lnTo>
                    <a:pt x="225797" y="17"/>
                  </a:lnTo>
                  <a:lnTo>
                    <a:pt x="227123" y="17"/>
                  </a:lnTo>
                  <a:lnTo>
                    <a:pt x="228449" y="17"/>
                  </a:lnTo>
                  <a:lnTo>
                    <a:pt x="229775" y="17"/>
                  </a:lnTo>
                  <a:lnTo>
                    <a:pt x="231101" y="18"/>
                  </a:lnTo>
                  <a:lnTo>
                    <a:pt x="232446" y="18"/>
                  </a:lnTo>
                  <a:lnTo>
                    <a:pt x="233791" y="18"/>
                  </a:lnTo>
                  <a:lnTo>
                    <a:pt x="235135" y="18"/>
                  </a:lnTo>
                  <a:lnTo>
                    <a:pt x="236480" y="19"/>
                  </a:lnTo>
                  <a:lnTo>
                    <a:pt x="237824" y="19"/>
                  </a:lnTo>
                  <a:lnTo>
                    <a:pt x="239169" y="19"/>
                  </a:lnTo>
                  <a:lnTo>
                    <a:pt x="240514" y="19"/>
                  </a:lnTo>
                  <a:lnTo>
                    <a:pt x="241858" y="20"/>
                  </a:lnTo>
                  <a:lnTo>
                    <a:pt x="243203" y="20"/>
                  </a:lnTo>
                  <a:lnTo>
                    <a:pt x="244548" y="20"/>
                  </a:lnTo>
                  <a:lnTo>
                    <a:pt x="245892" y="20"/>
                  </a:lnTo>
                  <a:lnTo>
                    <a:pt x="247237" y="20"/>
                  </a:lnTo>
                  <a:lnTo>
                    <a:pt x="248581" y="21"/>
                  </a:lnTo>
                  <a:lnTo>
                    <a:pt x="249926" y="21"/>
                  </a:lnTo>
                  <a:lnTo>
                    <a:pt x="251271" y="21"/>
                  </a:lnTo>
                  <a:lnTo>
                    <a:pt x="252615" y="21"/>
                  </a:lnTo>
                  <a:lnTo>
                    <a:pt x="253960" y="21"/>
                  </a:lnTo>
                  <a:lnTo>
                    <a:pt x="255305" y="22"/>
                  </a:lnTo>
                  <a:lnTo>
                    <a:pt x="256649" y="22"/>
                  </a:lnTo>
                  <a:lnTo>
                    <a:pt x="257994" y="22"/>
                  </a:lnTo>
                  <a:lnTo>
                    <a:pt x="259338" y="22"/>
                  </a:lnTo>
                  <a:lnTo>
                    <a:pt x="260683" y="22"/>
                  </a:lnTo>
                  <a:lnTo>
                    <a:pt x="262028" y="23"/>
                  </a:lnTo>
                  <a:lnTo>
                    <a:pt x="263372" y="23"/>
                  </a:lnTo>
                  <a:lnTo>
                    <a:pt x="264717" y="23"/>
                  </a:lnTo>
                  <a:lnTo>
                    <a:pt x="266062" y="23"/>
                  </a:lnTo>
                  <a:lnTo>
                    <a:pt x="267406" y="23"/>
                  </a:lnTo>
                  <a:lnTo>
                    <a:pt x="268751" y="23"/>
                  </a:lnTo>
                  <a:lnTo>
                    <a:pt x="270095" y="23"/>
                  </a:lnTo>
                  <a:lnTo>
                    <a:pt x="271440" y="24"/>
                  </a:lnTo>
                  <a:lnTo>
                    <a:pt x="272785" y="24"/>
                  </a:lnTo>
                  <a:lnTo>
                    <a:pt x="274129" y="24"/>
                  </a:lnTo>
                  <a:lnTo>
                    <a:pt x="275474" y="24"/>
                  </a:lnTo>
                  <a:lnTo>
                    <a:pt x="276819" y="24"/>
                  </a:lnTo>
                  <a:lnTo>
                    <a:pt x="278163" y="24"/>
                  </a:lnTo>
                  <a:lnTo>
                    <a:pt x="279508" y="24"/>
                  </a:lnTo>
                  <a:lnTo>
                    <a:pt x="280852" y="24"/>
                  </a:lnTo>
                  <a:lnTo>
                    <a:pt x="282197" y="24"/>
                  </a:lnTo>
                  <a:lnTo>
                    <a:pt x="283542" y="25"/>
                  </a:lnTo>
                  <a:lnTo>
                    <a:pt x="284886" y="25"/>
                  </a:lnTo>
                  <a:lnTo>
                    <a:pt x="286231" y="25"/>
                  </a:lnTo>
                  <a:lnTo>
                    <a:pt x="287576" y="25"/>
                  </a:lnTo>
                  <a:lnTo>
                    <a:pt x="288920" y="25"/>
                  </a:lnTo>
                  <a:lnTo>
                    <a:pt x="290265" y="25"/>
                  </a:lnTo>
                  <a:lnTo>
                    <a:pt x="291609" y="25"/>
                  </a:lnTo>
                  <a:lnTo>
                    <a:pt x="292954" y="25"/>
                  </a:lnTo>
                  <a:lnTo>
                    <a:pt x="294299" y="25"/>
                  </a:lnTo>
                  <a:lnTo>
                    <a:pt x="295643" y="25"/>
                  </a:lnTo>
                  <a:lnTo>
                    <a:pt x="296988" y="25"/>
                  </a:lnTo>
                  <a:lnTo>
                    <a:pt x="298333" y="25"/>
                  </a:lnTo>
                  <a:lnTo>
                    <a:pt x="299677" y="25"/>
                  </a:lnTo>
                  <a:lnTo>
                    <a:pt x="301022" y="26"/>
                  </a:lnTo>
                  <a:lnTo>
                    <a:pt x="302366" y="26"/>
                  </a:lnTo>
                  <a:lnTo>
                    <a:pt x="303711" y="26"/>
                  </a:lnTo>
                  <a:lnTo>
                    <a:pt x="305056" y="26"/>
                  </a:lnTo>
                  <a:lnTo>
                    <a:pt x="306400" y="26"/>
                  </a:lnTo>
                  <a:lnTo>
                    <a:pt x="307745" y="26"/>
                  </a:lnTo>
                  <a:lnTo>
                    <a:pt x="309090" y="26"/>
                  </a:lnTo>
                  <a:lnTo>
                    <a:pt x="310434" y="26"/>
                  </a:lnTo>
                  <a:lnTo>
                    <a:pt x="311779" y="26"/>
                  </a:lnTo>
                  <a:lnTo>
                    <a:pt x="313123" y="26"/>
                  </a:lnTo>
                  <a:lnTo>
                    <a:pt x="314468" y="26"/>
                  </a:lnTo>
                  <a:lnTo>
                    <a:pt x="315813" y="26"/>
                  </a:lnTo>
                  <a:lnTo>
                    <a:pt x="317157" y="26"/>
                  </a:lnTo>
                  <a:lnTo>
                    <a:pt x="318516" y="26"/>
                  </a:lnTo>
                  <a:lnTo>
                    <a:pt x="319895" y="26"/>
                  </a:lnTo>
                  <a:lnTo>
                    <a:pt x="320975" y="26"/>
                  </a:lnTo>
                  <a:lnTo>
                    <a:pt x="322055" y="26"/>
                  </a:lnTo>
                  <a:lnTo>
                    <a:pt x="323135" y="26"/>
                  </a:lnTo>
                  <a:lnTo>
                    <a:pt x="324215" y="26"/>
                  </a:lnTo>
                  <a:lnTo>
                    <a:pt x="325295" y="26"/>
                  </a:lnTo>
                  <a:lnTo>
                    <a:pt x="326375" y="26"/>
                  </a:lnTo>
                  <a:lnTo>
                    <a:pt x="327455" y="26"/>
                  </a:lnTo>
                  <a:lnTo>
                    <a:pt x="328535" y="25"/>
                  </a:lnTo>
                  <a:lnTo>
                    <a:pt x="329615" y="25"/>
                  </a:lnTo>
                  <a:lnTo>
                    <a:pt x="330695" y="25"/>
                  </a:lnTo>
                  <a:lnTo>
                    <a:pt x="331775" y="25"/>
                  </a:lnTo>
                  <a:lnTo>
                    <a:pt x="332855" y="25"/>
                  </a:lnTo>
                  <a:lnTo>
                    <a:pt x="333935" y="25"/>
                  </a:lnTo>
                  <a:lnTo>
                    <a:pt x="335015" y="25"/>
                  </a:lnTo>
                  <a:lnTo>
                    <a:pt x="336095" y="25"/>
                  </a:lnTo>
                  <a:lnTo>
                    <a:pt x="337175" y="25"/>
                  </a:lnTo>
                  <a:lnTo>
                    <a:pt x="338255" y="25"/>
                  </a:lnTo>
                  <a:lnTo>
                    <a:pt x="339335" y="25"/>
                  </a:lnTo>
                  <a:lnTo>
                    <a:pt x="340415" y="25"/>
                  </a:lnTo>
                  <a:lnTo>
                    <a:pt x="341495" y="25"/>
                  </a:lnTo>
                  <a:lnTo>
                    <a:pt x="342575" y="25"/>
                  </a:lnTo>
                  <a:lnTo>
                    <a:pt x="343655" y="24"/>
                  </a:lnTo>
                  <a:lnTo>
                    <a:pt x="344735" y="24"/>
                  </a:lnTo>
                  <a:lnTo>
                    <a:pt x="345791" y="24"/>
                  </a:lnTo>
                  <a:lnTo>
                    <a:pt x="346846" y="24"/>
                  </a:lnTo>
                  <a:lnTo>
                    <a:pt x="347902" y="24"/>
                  </a:lnTo>
                  <a:lnTo>
                    <a:pt x="348958" y="24"/>
                  </a:lnTo>
                  <a:lnTo>
                    <a:pt x="350014" y="24"/>
                  </a:lnTo>
                  <a:lnTo>
                    <a:pt x="351070" y="24"/>
                  </a:lnTo>
                  <a:lnTo>
                    <a:pt x="352126" y="24"/>
                  </a:lnTo>
                  <a:lnTo>
                    <a:pt x="353182" y="24"/>
                  </a:lnTo>
                  <a:lnTo>
                    <a:pt x="354237" y="24"/>
                  </a:lnTo>
                  <a:lnTo>
                    <a:pt x="355293" y="24"/>
                  </a:lnTo>
                  <a:lnTo>
                    <a:pt x="356349" y="24"/>
                  </a:lnTo>
                  <a:lnTo>
                    <a:pt x="357405" y="24"/>
                  </a:lnTo>
                  <a:lnTo>
                    <a:pt x="358461" y="24"/>
                  </a:lnTo>
                  <a:lnTo>
                    <a:pt x="359517" y="24"/>
                  </a:lnTo>
                  <a:lnTo>
                    <a:pt x="360572" y="24"/>
                  </a:lnTo>
                  <a:lnTo>
                    <a:pt x="361628" y="24"/>
                  </a:lnTo>
                  <a:lnTo>
                    <a:pt x="362684" y="24"/>
                  </a:lnTo>
                  <a:lnTo>
                    <a:pt x="363740" y="24"/>
                  </a:lnTo>
                  <a:lnTo>
                    <a:pt x="364796" y="24"/>
                  </a:lnTo>
                  <a:lnTo>
                    <a:pt x="365852" y="24"/>
                  </a:lnTo>
                  <a:lnTo>
                    <a:pt x="366908" y="24"/>
                  </a:lnTo>
                  <a:lnTo>
                    <a:pt x="367963" y="24"/>
                  </a:lnTo>
                  <a:lnTo>
                    <a:pt x="369019" y="24"/>
                  </a:lnTo>
                  <a:lnTo>
                    <a:pt x="370075" y="24"/>
                  </a:lnTo>
                  <a:lnTo>
                    <a:pt x="371131" y="24"/>
                  </a:lnTo>
                  <a:lnTo>
                    <a:pt x="372187" y="24"/>
                  </a:lnTo>
                  <a:lnTo>
                    <a:pt x="373243" y="24"/>
                  </a:lnTo>
                  <a:lnTo>
                    <a:pt x="374298" y="24"/>
                  </a:lnTo>
                  <a:lnTo>
                    <a:pt x="375354" y="24"/>
                  </a:lnTo>
                  <a:lnTo>
                    <a:pt x="376410" y="24"/>
                  </a:lnTo>
                  <a:lnTo>
                    <a:pt x="377466" y="24"/>
                  </a:lnTo>
                  <a:lnTo>
                    <a:pt x="378522" y="24"/>
                  </a:lnTo>
                  <a:lnTo>
                    <a:pt x="379578" y="24"/>
                  </a:lnTo>
                  <a:lnTo>
                    <a:pt x="380634" y="24"/>
                  </a:lnTo>
                  <a:lnTo>
                    <a:pt x="381689" y="24"/>
                  </a:lnTo>
                  <a:lnTo>
                    <a:pt x="382745" y="24"/>
                  </a:lnTo>
                  <a:lnTo>
                    <a:pt x="383801" y="24"/>
                  </a:lnTo>
                  <a:lnTo>
                    <a:pt x="384857" y="24"/>
                  </a:lnTo>
                  <a:lnTo>
                    <a:pt x="385913" y="24"/>
                  </a:lnTo>
                  <a:lnTo>
                    <a:pt x="386969" y="24"/>
                  </a:lnTo>
                  <a:lnTo>
                    <a:pt x="388024" y="24"/>
                  </a:lnTo>
                  <a:lnTo>
                    <a:pt x="389080" y="24"/>
                  </a:lnTo>
                  <a:lnTo>
                    <a:pt x="390136" y="24"/>
                  </a:lnTo>
                  <a:lnTo>
                    <a:pt x="391192" y="24"/>
                  </a:lnTo>
                  <a:lnTo>
                    <a:pt x="392248" y="24"/>
                  </a:lnTo>
                  <a:lnTo>
                    <a:pt x="393304" y="24"/>
                  </a:lnTo>
                  <a:lnTo>
                    <a:pt x="394360" y="24"/>
                  </a:lnTo>
                  <a:lnTo>
                    <a:pt x="395415" y="24"/>
                  </a:lnTo>
                  <a:lnTo>
                    <a:pt x="396471" y="24"/>
                  </a:lnTo>
                  <a:lnTo>
                    <a:pt x="397527" y="24"/>
                  </a:lnTo>
                  <a:lnTo>
                    <a:pt x="398583" y="24"/>
                  </a:lnTo>
                  <a:lnTo>
                    <a:pt x="399639" y="24"/>
                  </a:lnTo>
                  <a:lnTo>
                    <a:pt x="400695" y="24"/>
                  </a:lnTo>
                  <a:lnTo>
                    <a:pt x="401751" y="24"/>
                  </a:lnTo>
                  <a:lnTo>
                    <a:pt x="402806" y="24"/>
                  </a:lnTo>
                  <a:lnTo>
                    <a:pt x="403862" y="24"/>
                  </a:lnTo>
                  <a:lnTo>
                    <a:pt x="404918" y="24"/>
                  </a:lnTo>
                  <a:lnTo>
                    <a:pt x="405974" y="24"/>
                  </a:lnTo>
                  <a:lnTo>
                    <a:pt x="407030" y="24"/>
                  </a:lnTo>
                  <a:lnTo>
                    <a:pt x="408461" y="24"/>
                  </a:lnTo>
                  <a:lnTo>
                    <a:pt x="409914" y="24"/>
                  </a:lnTo>
                  <a:lnTo>
                    <a:pt x="412115" y="24"/>
                  </a:lnTo>
                  <a:lnTo>
                    <a:pt x="414316" y="24"/>
                  </a:lnTo>
                  <a:lnTo>
                    <a:pt x="416517" y="25"/>
                  </a:lnTo>
                  <a:lnTo>
                    <a:pt x="418718" y="25"/>
                  </a:lnTo>
                  <a:lnTo>
                    <a:pt x="420919" y="25"/>
                  </a:lnTo>
                  <a:lnTo>
                    <a:pt x="423120" y="25"/>
                  </a:lnTo>
                  <a:lnTo>
                    <a:pt x="425321" y="25"/>
                  </a:lnTo>
                  <a:lnTo>
                    <a:pt x="427522" y="25"/>
                  </a:lnTo>
                  <a:lnTo>
                    <a:pt x="429723" y="25"/>
                  </a:lnTo>
                  <a:lnTo>
                    <a:pt x="431925" y="25"/>
                  </a:lnTo>
                  <a:lnTo>
                    <a:pt x="434126" y="25"/>
                  </a:lnTo>
                  <a:lnTo>
                    <a:pt x="436327" y="25"/>
                  </a:lnTo>
                  <a:lnTo>
                    <a:pt x="438528" y="25"/>
                  </a:lnTo>
                  <a:lnTo>
                    <a:pt x="440729" y="25"/>
                  </a:lnTo>
                  <a:lnTo>
                    <a:pt x="442930" y="25"/>
                  </a:lnTo>
                  <a:lnTo>
                    <a:pt x="445131" y="25"/>
                  </a:lnTo>
                  <a:lnTo>
                    <a:pt x="447332" y="26"/>
                  </a:lnTo>
                  <a:lnTo>
                    <a:pt x="449533" y="26"/>
                  </a:lnTo>
                  <a:lnTo>
                    <a:pt x="451734" y="26"/>
                  </a:lnTo>
                  <a:lnTo>
                    <a:pt x="453935" y="26"/>
                  </a:lnTo>
                  <a:lnTo>
                    <a:pt x="456136" y="26"/>
                  </a:lnTo>
                  <a:lnTo>
                    <a:pt x="458337" y="26"/>
                  </a:lnTo>
                  <a:lnTo>
                    <a:pt x="460538" y="26"/>
                  </a:lnTo>
                  <a:lnTo>
                    <a:pt x="462739" y="26"/>
                  </a:lnTo>
                  <a:lnTo>
                    <a:pt x="464940" y="27"/>
                  </a:lnTo>
                  <a:lnTo>
                    <a:pt x="467141" y="27"/>
                  </a:lnTo>
                  <a:lnTo>
                    <a:pt x="469342" y="27"/>
                  </a:lnTo>
                  <a:lnTo>
                    <a:pt x="471543" y="27"/>
                  </a:lnTo>
                  <a:lnTo>
                    <a:pt x="473744" y="27"/>
                  </a:lnTo>
                  <a:lnTo>
                    <a:pt x="475945" y="27"/>
                  </a:lnTo>
                  <a:lnTo>
                    <a:pt x="478146" y="28"/>
                  </a:lnTo>
                  <a:lnTo>
                    <a:pt x="480347" y="28"/>
                  </a:lnTo>
                  <a:lnTo>
                    <a:pt x="482548" y="28"/>
                  </a:lnTo>
                  <a:lnTo>
                    <a:pt x="484749" y="28"/>
                  </a:lnTo>
                  <a:lnTo>
                    <a:pt x="486950" y="28"/>
                  </a:lnTo>
                  <a:lnTo>
                    <a:pt x="489151" y="29"/>
                  </a:lnTo>
                  <a:lnTo>
                    <a:pt x="491352" y="29"/>
                  </a:lnTo>
                  <a:lnTo>
                    <a:pt x="493553" y="29"/>
                  </a:lnTo>
                  <a:lnTo>
                    <a:pt x="495754" y="29"/>
                  </a:lnTo>
                  <a:lnTo>
                    <a:pt x="497955" y="29"/>
                  </a:lnTo>
                  <a:lnTo>
                    <a:pt x="500156" y="30"/>
                  </a:lnTo>
                  <a:lnTo>
                    <a:pt x="502357" y="30"/>
                  </a:lnTo>
                  <a:lnTo>
                    <a:pt x="504558" y="30"/>
                  </a:lnTo>
                  <a:lnTo>
                    <a:pt x="506759" y="30"/>
                  </a:lnTo>
                  <a:lnTo>
                    <a:pt x="508960" y="31"/>
                  </a:lnTo>
                  <a:lnTo>
                    <a:pt x="511161" y="31"/>
                  </a:lnTo>
                  <a:lnTo>
                    <a:pt x="513363" y="31"/>
                  </a:lnTo>
                  <a:lnTo>
                    <a:pt x="515564" y="31"/>
                  </a:lnTo>
                  <a:lnTo>
                    <a:pt x="517765" y="32"/>
                  </a:lnTo>
                  <a:lnTo>
                    <a:pt x="519966" y="32"/>
                  </a:lnTo>
                  <a:lnTo>
                    <a:pt x="522167" y="32"/>
                  </a:lnTo>
                  <a:lnTo>
                    <a:pt x="524368" y="32"/>
                  </a:lnTo>
                  <a:lnTo>
                    <a:pt x="526569" y="32"/>
                  </a:lnTo>
                  <a:lnTo>
                    <a:pt x="528770" y="33"/>
                  </a:lnTo>
                  <a:lnTo>
                    <a:pt x="530971" y="33"/>
                  </a:lnTo>
                  <a:lnTo>
                    <a:pt x="533172" y="33"/>
                  </a:lnTo>
                  <a:lnTo>
                    <a:pt x="535373" y="33"/>
                  </a:lnTo>
                  <a:lnTo>
                    <a:pt x="537574" y="34"/>
                  </a:lnTo>
                  <a:lnTo>
                    <a:pt x="539775" y="34"/>
                  </a:lnTo>
                  <a:lnTo>
                    <a:pt x="541976" y="34"/>
                  </a:lnTo>
                  <a:lnTo>
                    <a:pt x="544177" y="34"/>
                  </a:lnTo>
                  <a:lnTo>
                    <a:pt x="546378" y="35"/>
                  </a:lnTo>
                  <a:lnTo>
                    <a:pt x="548579" y="35"/>
                  </a:lnTo>
                  <a:lnTo>
                    <a:pt x="550780" y="35"/>
                  </a:lnTo>
                  <a:lnTo>
                    <a:pt x="551835" y="35"/>
                  </a:lnTo>
                  <a:lnTo>
                    <a:pt x="552891" y="36"/>
                  </a:lnTo>
                  <a:lnTo>
                    <a:pt x="553947" y="36"/>
                  </a:lnTo>
                  <a:lnTo>
                    <a:pt x="555002" y="36"/>
                  </a:lnTo>
                  <a:lnTo>
                    <a:pt x="556058" y="36"/>
                  </a:lnTo>
                  <a:lnTo>
                    <a:pt x="557113" y="36"/>
                  </a:lnTo>
                  <a:lnTo>
                    <a:pt x="558169" y="36"/>
                  </a:lnTo>
                  <a:lnTo>
                    <a:pt x="559224" y="36"/>
                  </a:lnTo>
                  <a:lnTo>
                    <a:pt x="560280" y="37"/>
                  </a:lnTo>
                  <a:lnTo>
                    <a:pt x="561335" y="37"/>
                  </a:lnTo>
                  <a:lnTo>
                    <a:pt x="562391" y="37"/>
                  </a:lnTo>
                  <a:lnTo>
                    <a:pt x="563446" y="37"/>
                  </a:lnTo>
                  <a:lnTo>
                    <a:pt x="564502" y="37"/>
                  </a:lnTo>
                  <a:lnTo>
                    <a:pt x="565557" y="37"/>
                  </a:lnTo>
                  <a:lnTo>
                    <a:pt x="566613" y="37"/>
                  </a:lnTo>
                  <a:lnTo>
                    <a:pt x="567668" y="38"/>
                  </a:lnTo>
                  <a:lnTo>
                    <a:pt x="568724" y="38"/>
                  </a:lnTo>
                  <a:lnTo>
                    <a:pt x="569779" y="38"/>
                  </a:lnTo>
                  <a:lnTo>
                    <a:pt x="570835" y="38"/>
                  </a:lnTo>
                  <a:lnTo>
                    <a:pt x="571890" y="38"/>
                  </a:lnTo>
                  <a:lnTo>
                    <a:pt x="572946" y="38"/>
                  </a:lnTo>
                  <a:lnTo>
                    <a:pt x="574001" y="38"/>
                  </a:lnTo>
                  <a:lnTo>
                    <a:pt x="575057" y="38"/>
                  </a:lnTo>
                  <a:lnTo>
                    <a:pt x="576112" y="38"/>
                  </a:lnTo>
                  <a:lnTo>
                    <a:pt x="577168" y="39"/>
                  </a:lnTo>
                  <a:lnTo>
                    <a:pt x="578223" y="39"/>
                  </a:lnTo>
                  <a:lnTo>
                    <a:pt x="579279" y="39"/>
                  </a:lnTo>
                  <a:lnTo>
                    <a:pt x="580334" y="39"/>
                  </a:lnTo>
                  <a:lnTo>
                    <a:pt x="581390" y="39"/>
                  </a:lnTo>
                  <a:lnTo>
                    <a:pt x="582446" y="39"/>
                  </a:lnTo>
                  <a:lnTo>
                    <a:pt x="583501" y="39"/>
                  </a:lnTo>
                  <a:lnTo>
                    <a:pt x="584557" y="39"/>
                  </a:lnTo>
                  <a:lnTo>
                    <a:pt x="585612" y="39"/>
                  </a:lnTo>
                  <a:lnTo>
                    <a:pt x="586668" y="39"/>
                  </a:lnTo>
                  <a:lnTo>
                    <a:pt x="587723" y="40"/>
                  </a:lnTo>
                  <a:lnTo>
                    <a:pt x="588779" y="40"/>
                  </a:lnTo>
                  <a:lnTo>
                    <a:pt x="589834" y="40"/>
                  </a:lnTo>
                  <a:lnTo>
                    <a:pt x="590890" y="40"/>
                  </a:lnTo>
                  <a:lnTo>
                    <a:pt x="591945" y="40"/>
                  </a:lnTo>
                  <a:lnTo>
                    <a:pt x="593001" y="40"/>
                  </a:lnTo>
                  <a:lnTo>
                    <a:pt x="594057" y="40"/>
                  </a:lnTo>
                  <a:lnTo>
                    <a:pt x="595112" y="40"/>
                  </a:lnTo>
                  <a:lnTo>
                    <a:pt x="596168" y="40"/>
                  </a:lnTo>
                  <a:lnTo>
                    <a:pt x="597223" y="40"/>
                  </a:lnTo>
                  <a:lnTo>
                    <a:pt x="598279" y="40"/>
                  </a:lnTo>
                  <a:lnTo>
                    <a:pt x="599335" y="41"/>
                  </a:lnTo>
                  <a:lnTo>
                    <a:pt x="600390" y="41"/>
                  </a:lnTo>
                  <a:lnTo>
                    <a:pt x="601164" y="42"/>
                  </a:lnTo>
                  <a:lnTo>
                    <a:pt x="603504" y="42"/>
                  </a:lnTo>
                  <a:lnTo>
                    <a:pt x="605735" y="42"/>
                  </a:lnTo>
                  <a:lnTo>
                    <a:pt x="607966" y="42"/>
                  </a:lnTo>
                  <a:lnTo>
                    <a:pt x="610197" y="43"/>
                  </a:lnTo>
                  <a:lnTo>
                    <a:pt x="612427" y="43"/>
                  </a:lnTo>
                  <a:lnTo>
                    <a:pt x="614658" y="43"/>
                  </a:lnTo>
                  <a:lnTo>
                    <a:pt x="616889" y="43"/>
                  </a:lnTo>
                  <a:lnTo>
                    <a:pt x="619120" y="44"/>
                  </a:lnTo>
                  <a:lnTo>
                    <a:pt x="621351" y="44"/>
                  </a:lnTo>
                  <a:lnTo>
                    <a:pt x="623581" y="44"/>
                  </a:lnTo>
                  <a:lnTo>
                    <a:pt x="625812" y="44"/>
                  </a:lnTo>
                  <a:lnTo>
                    <a:pt x="628043" y="44"/>
                  </a:lnTo>
                  <a:lnTo>
                    <a:pt x="630274" y="45"/>
                  </a:lnTo>
                  <a:lnTo>
                    <a:pt x="632505" y="45"/>
                  </a:lnTo>
                  <a:lnTo>
                    <a:pt x="634735" y="45"/>
                  </a:lnTo>
                  <a:lnTo>
                    <a:pt x="636966" y="45"/>
                  </a:lnTo>
                  <a:lnTo>
                    <a:pt x="639197" y="45"/>
                  </a:lnTo>
                  <a:lnTo>
                    <a:pt x="641428" y="45"/>
                  </a:lnTo>
                  <a:lnTo>
                    <a:pt x="643659" y="46"/>
                  </a:lnTo>
                  <a:lnTo>
                    <a:pt x="645889" y="46"/>
                  </a:lnTo>
                  <a:lnTo>
                    <a:pt x="648120" y="46"/>
                  </a:lnTo>
                  <a:lnTo>
                    <a:pt x="650351" y="46"/>
                  </a:lnTo>
                  <a:lnTo>
                    <a:pt x="652582" y="46"/>
                  </a:lnTo>
                  <a:lnTo>
                    <a:pt x="654813" y="46"/>
                  </a:lnTo>
                  <a:lnTo>
                    <a:pt x="657043" y="46"/>
                  </a:lnTo>
                  <a:lnTo>
                    <a:pt x="659274" y="47"/>
                  </a:lnTo>
                  <a:lnTo>
                    <a:pt x="661505" y="47"/>
                  </a:lnTo>
                  <a:lnTo>
                    <a:pt x="663736" y="47"/>
                  </a:lnTo>
                  <a:lnTo>
                    <a:pt x="665967" y="47"/>
                  </a:lnTo>
                  <a:lnTo>
                    <a:pt x="668197" y="47"/>
                  </a:lnTo>
                  <a:lnTo>
                    <a:pt x="670428" y="47"/>
                  </a:lnTo>
                  <a:lnTo>
                    <a:pt x="672659" y="47"/>
                  </a:lnTo>
                  <a:lnTo>
                    <a:pt x="674890" y="47"/>
                  </a:lnTo>
                  <a:lnTo>
                    <a:pt x="677121" y="48"/>
                  </a:lnTo>
                  <a:lnTo>
                    <a:pt x="679352" y="48"/>
                  </a:lnTo>
                  <a:lnTo>
                    <a:pt x="681582" y="48"/>
                  </a:lnTo>
                  <a:lnTo>
                    <a:pt x="683813" y="48"/>
                  </a:lnTo>
                  <a:lnTo>
                    <a:pt x="686044" y="48"/>
                  </a:lnTo>
                  <a:lnTo>
                    <a:pt x="688275" y="48"/>
                  </a:lnTo>
                  <a:lnTo>
                    <a:pt x="690506" y="48"/>
                  </a:lnTo>
                  <a:lnTo>
                    <a:pt x="692736" y="48"/>
                  </a:lnTo>
                  <a:lnTo>
                    <a:pt x="694967" y="48"/>
                  </a:lnTo>
                  <a:lnTo>
                    <a:pt x="697198" y="48"/>
                  </a:lnTo>
                  <a:lnTo>
                    <a:pt x="699429" y="49"/>
                  </a:lnTo>
                  <a:lnTo>
                    <a:pt x="701660" y="49"/>
                  </a:lnTo>
                  <a:lnTo>
                    <a:pt x="703890" y="49"/>
                  </a:lnTo>
                  <a:lnTo>
                    <a:pt x="706121" y="49"/>
                  </a:lnTo>
                  <a:lnTo>
                    <a:pt x="708352" y="49"/>
                  </a:lnTo>
                  <a:lnTo>
                    <a:pt x="710583" y="49"/>
                  </a:lnTo>
                  <a:lnTo>
                    <a:pt x="712814" y="49"/>
                  </a:lnTo>
                  <a:lnTo>
                    <a:pt x="715044" y="49"/>
                  </a:lnTo>
                  <a:lnTo>
                    <a:pt x="717275" y="49"/>
                  </a:lnTo>
                  <a:lnTo>
                    <a:pt x="719506" y="49"/>
                  </a:lnTo>
                  <a:lnTo>
                    <a:pt x="721737" y="49"/>
                  </a:lnTo>
                  <a:lnTo>
                    <a:pt x="723968" y="49"/>
                  </a:lnTo>
                  <a:lnTo>
                    <a:pt x="726198" y="49"/>
                  </a:lnTo>
                  <a:lnTo>
                    <a:pt x="728429" y="49"/>
                  </a:lnTo>
                  <a:lnTo>
                    <a:pt x="730660" y="50"/>
                  </a:lnTo>
                  <a:lnTo>
                    <a:pt x="732891" y="50"/>
                  </a:lnTo>
                  <a:lnTo>
                    <a:pt x="735122" y="50"/>
                  </a:lnTo>
                  <a:lnTo>
                    <a:pt x="737352" y="50"/>
                  </a:lnTo>
                  <a:lnTo>
                    <a:pt x="739583" y="50"/>
                  </a:lnTo>
                  <a:lnTo>
                    <a:pt x="741814" y="50"/>
                  </a:lnTo>
                  <a:lnTo>
                    <a:pt x="744045" y="50"/>
                  </a:lnTo>
                  <a:lnTo>
                    <a:pt x="746276" y="50"/>
                  </a:lnTo>
                  <a:lnTo>
                    <a:pt x="747442" y="50"/>
                  </a:lnTo>
                  <a:lnTo>
                    <a:pt x="748609" y="50"/>
                  </a:lnTo>
                  <a:lnTo>
                    <a:pt x="749776" y="50"/>
                  </a:lnTo>
                  <a:lnTo>
                    <a:pt x="750943" y="50"/>
                  </a:lnTo>
                  <a:lnTo>
                    <a:pt x="752110" y="50"/>
                  </a:lnTo>
                  <a:lnTo>
                    <a:pt x="753276" y="50"/>
                  </a:lnTo>
                  <a:lnTo>
                    <a:pt x="754443" y="50"/>
                  </a:lnTo>
                  <a:lnTo>
                    <a:pt x="755610" y="50"/>
                  </a:lnTo>
                  <a:lnTo>
                    <a:pt x="756652" y="50"/>
                  </a:lnTo>
                  <a:lnTo>
                    <a:pt x="757695" y="50"/>
                  </a:lnTo>
                  <a:lnTo>
                    <a:pt x="758737" y="50"/>
                  </a:lnTo>
                  <a:lnTo>
                    <a:pt x="759779" y="50"/>
                  </a:lnTo>
                  <a:lnTo>
                    <a:pt x="760821" y="50"/>
                  </a:lnTo>
                  <a:lnTo>
                    <a:pt x="761864" y="50"/>
                  </a:lnTo>
                  <a:lnTo>
                    <a:pt x="762906" y="50"/>
                  </a:lnTo>
                  <a:lnTo>
                    <a:pt x="763948" y="50"/>
                  </a:lnTo>
                  <a:lnTo>
                    <a:pt x="764991" y="50"/>
                  </a:lnTo>
                  <a:lnTo>
                    <a:pt x="766033" y="50"/>
                  </a:lnTo>
                  <a:lnTo>
                    <a:pt x="767075" y="50"/>
                  </a:lnTo>
                  <a:lnTo>
                    <a:pt x="768117" y="50"/>
                  </a:lnTo>
                  <a:lnTo>
                    <a:pt x="769160" y="50"/>
                  </a:lnTo>
                  <a:lnTo>
                    <a:pt x="770202" y="50"/>
                  </a:lnTo>
                  <a:lnTo>
                    <a:pt x="771244" y="50"/>
                  </a:lnTo>
                  <a:lnTo>
                    <a:pt x="772286" y="50"/>
                  </a:lnTo>
                  <a:lnTo>
                    <a:pt x="773329" y="50"/>
                  </a:lnTo>
                  <a:lnTo>
                    <a:pt x="774371" y="50"/>
                  </a:lnTo>
                  <a:lnTo>
                    <a:pt x="775413" y="50"/>
                  </a:lnTo>
                  <a:lnTo>
                    <a:pt x="776456" y="50"/>
                  </a:lnTo>
                  <a:lnTo>
                    <a:pt x="777498" y="50"/>
                  </a:lnTo>
                  <a:lnTo>
                    <a:pt x="778540" y="50"/>
                  </a:lnTo>
                  <a:lnTo>
                    <a:pt x="779582" y="51"/>
                  </a:lnTo>
                  <a:lnTo>
                    <a:pt x="780625" y="51"/>
                  </a:lnTo>
                  <a:lnTo>
                    <a:pt x="781667" y="51"/>
                  </a:lnTo>
                  <a:lnTo>
                    <a:pt x="782709" y="51"/>
                  </a:lnTo>
                  <a:lnTo>
                    <a:pt x="783751" y="51"/>
                  </a:lnTo>
                  <a:lnTo>
                    <a:pt x="784794" y="51"/>
                  </a:lnTo>
                  <a:lnTo>
                    <a:pt x="785836" y="51"/>
                  </a:lnTo>
                  <a:lnTo>
                    <a:pt x="786878" y="51"/>
                  </a:lnTo>
                  <a:lnTo>
                    <a:pt x="787920" y="51"/>
                  </a:lnTo>
                  <a:lnTo>
                    <a:pt x="788963" y="51"/>
                  </a:lnTo>
                  <a:lnTo>
                    <a:pt x="790005" y="51"/>
                  </a:lnTo>
                  <a:lnTo>
                    <a:pt x="791047" y="51"/>
                  </a:lnTo>
                  <a:lnTo>
                    <a:pt x="792089" y="51"/>
                  </a:lnTo>
                  <a:lnTo>
                    <a:pt x="793132" y="51"/>
                  </a:lnTo>
                  <a:lnTo>
                    <a:pt x="794174" y="51"/>
                  </a:lnTo>
                  <a:lnTo>
                    <a:pt x="795216" y="51"/>
                  </a:lnTo>
                  <a:lnTo>
                    <a:pt x="796259" y="51"/>
                  </a:lnTo>
                  <a:lnTo>
                    <a:pt x="797301" y="51"/>
                  </a:lnTo>
                  <a:lnTo>
                    <a:pt x="798343" y="51"/>
                  </a:lnTo>
                  <a:lnTo>
                    <a:pt x="799385" y="51"/>
                  </a:lnTo>
                  <a:lnTo>
                    <a:pt x="800428" y="51"/>
                  </a:lnTo>
                  <a:lnTo>
                    <a:pt x="801470" y="51"/>
                  </a:lnTo>
                  <a:lnTo>
                    <a:pt x="802512" y="51"/>
                  </a:lnTo>
                  <a:lnTo>
                    <a:pt x="803555" y="51"/>
                  </a:lnTo>
                  <a:lnTo>
                    <a:pt x="804597" y="51"/>
                  </a:lnTo>
                  <a:lnTo>
                    <a:pt x="805639" y="51"/>
                  </a:lnTo>
                  <a:lnTo>
                    <a:pt x="806681" y="51"/>
                  </a:lnTo>
                  <a:lnTo>
                    <a:pt x="807724" y="51"/>
                  </a:lnTo>
                  <a:lnTo>
                    <a:pt x="808766" y="51"/>
                  </a:lnTo>
                  <a:lnTo>
                    <a:pt x="809808" y="51"/>
                  </a:lnTo>
                  <a:lnTo>
                    <a:pt x="810851" y="51"/>
                  </a:lnTo>
                  <a:lnTo>
                    <a:pt x="811893" y="51"/>
                  </a:lnTo>
                  <a:lnTo>
                    <a:pt x="814079" y="51"/>
                  </a:lnTo>
                  <a:lnTo>
                    <a:pt x="816266" y="51"/>
                  </a:lnTo>
                  <a:lnTo>
                    <a:pt x="818452" y="52"/>
                  </a:lnTo>
                  <a:lnTo>
                    <a:pt x="820639" y="52"/>
                  </a:lnTo>
                  <a:lnTo>
                    <a:pt x="822825" y="52"/>
                  </a:lnTo>
                  <a:lnTo>
                    <a:pt x="825011" y="52"/>
                  </a:lnTo>
                  <a:lnTo>
                    <a:pt x="827198" y="52"/>
                  </a:lnTo>
                  <a:lnTo>
                    <a:pt x="829384" y="52"/>
                  </a:lnTo>
                  <a:lnTo>
                    <a:pt x="831571" y="52"/>
                  </a:lnTo>
                  <a:lnTo>
                    <a:pt x="833757" y="52"/>
                  </a:lnTo>
                  <a:lnTo>
                    <a:pt x="835943" y="52"/>
                  </a:lnTo>
                  <a:lnTo>
                    <a:pt x="838130" y="52"/>
                  </a:lnTo>
                  <a:lnTo>
                    <a:pt x="840316" y="52"/>
                  </a:lnTo>
                  <a:lnTo>
                    <a:pt x="842503" y="52"/>
                  </a:lnTo>
                  <a:lnTo>
                    <a:pt x="844689" y="52"/>
                  </a:lnTo>
                  <a:lnTo>
                    <a:pt x="846875" y="52"/>
                  </a:lnTo>
                  <a:lnTo>
                    <a:pt x="849062" y="52"/>
                  </a:lnTo>
                  <a:lnTo>
                    <a:pt x="851248" y="52"/>
                  </a:lnTo>
                  <a:lnTo>
                    <a:pt x="853435" y="53"/>
                  </a:lnTo>
                  <a:lnTo>
                    <a:pt x="855621" y="53"/>
                  </a:lnTo>
                  <a:lnTo>
                    <a:pt x="857807" y="53"/>
                  </a:lnTo>
                  <a:lnTo>
                    <a:pt x="859994" y="53"/>
                  </a:lnTo>
                  <a:lnTo>
                    <a:pt x="862180" y="53"/>
                  </a:lnTo>
                  <a:lnTo>
                    <a:pt x="864367" y="53"/>
                  </a:lnTo>
                  <a:lnTo>
                    <a:pt x="866553" y="53"/>
                  </a:lnTo>
                  <a:lnTo>
                    <a:pt x="868739" y="53"/>
                  </a:lnTo>
                  <a:lnTo>
                    <a:pt x="870926" y="53"/>
                  </a:lnTo>
                  <a:lnTo>
                    <a:pt x="873112" y="53"/>
                  </a:lnTo>
                  <a:lnTo>
                    <a:pt x="875299" y="53"/>
                  </a:lnTo>
                  <a:lnTo>
                    <a:pt x="877485" y="53"/>
                  </a:lnTo>
                  <a:lnTo>
                    <a:pt x="879671" y="53"/>
                  </a:lnTo>
                  <a:lnTo>
                    <a:pt x="881858" y="53"/>
                  </a:lnTo>
                  <a:lnTo>
                    <a:pt x="884044" y="53"/>
                  </a:lnTo>
                  <a:lnTo>
                    <a:pt x="886230" y="53"/>
                  </a:lnTo>
                  <a:lnTo>
                    <a:pt x="888417" y="54"/>
                  </a:lnTo>
                  <a:lnTo>
                    <a:pt x="890603" y="54"/>
                  </a:lnTo>
                  <a:lnTo>
                    <a:pt x="892790" y="54"/>
                  </a:lnTo>
                  <a:lnTo>
                    <a:pt x="894976" y="54"/>
                  </a:lnTo>
                  <a:lnTo>
                    <a:pt x="897162" y="54"/>
                  </a:lnTo>
                  <a:lnTo>
                    <a:pt x="899349" y="54"/>
                  </a:lnTo>
                  <a:lnTo>
                    <a:pt x="901535" y="54"/>
                  </a:lnTo>
                  <a:lnTo>
                    <a:pt x="903722" y="54"/>
                  </a:lnTo>
                  <a:lnTo>
                    <a:pt x="905908" y="54"/>
                  </a:lnTo>
                  <a:lnTo>
                    <a:pt x="908094" y="54"/>
                  </a:lnTo>
                  <a:lnTo>
                    <a:pt x="910281" y="54"/>
                  </a:lnTo>
                  <a:lnTo>
                    <a:pt x="912467" y="54"/>
                  </a:lnTo>
                  <a:lnTo>
                    <a:pt x="914654" y="54"/>
                  </a:lnTo>
                  <a:lnTo>
                    <a:pt x="916840" y="54"/>
                  </a:lnTo>
                  <a:lnTo>
                    <a:pt x="919026" y="54"/>
                  </a:lnTo>
                  <a:lnTo>
                    <a:pt x="921213" y="54"/>
                  </a:lnTo>
                  <a:lnTo>
                    <a:pt x="923399" y="55"/>
                  </a:lnTo>
                  <a:lnTo>
                    <a:pt x="925586" y="55"/>
                  </a:lnTo>
                  <a:lnTo>
                    <a:pt x="927772" y="55"/>
                  </a:lnTo>
                  <a:lnTo>
                    <a:pt x="929958" y="55"/>
                  </a:lnTo>
                  <a:lnTo>
                    <a:pt x="932145" y="55"/>
                  </a:lnTo>
                  <a:lnTo>
                    <a:pt x="934331" y="55"/>
                  </a:lnTo>
                  <a:lnTo>
                    <a:pt x="936518" y="55"/>
                  </a:lnTo>
                  <a:lnTo>
                    <a:pt x="938704" y="55"/>
                  </a:lnTo>
                  <a:lnTo>
                    <a:pt x="940890" y="55"/>
                  </a:lnTo>
                  <a:lnTo>
                    <a:pt x="943077" y="55"/>
                  </a:lnTo>
                  <a:lnTo>
                    <a:pt x="945263" y="55"/>
                  </a:lnTo>
                  <a:lnTo>
                    <a:pt x="947450" y="55"/>
                  </a:lnTo>
                  <a:lnTo>
                    <a:pt x="949636" y="55"/>
                  </a:lnTo>
                  <a:lnTo>
                    <a:pt x="951823" y="55"/>
                  </a:lnTo>
                  <a:lnTo>
                    <a:pt x="952886" y="55"/>
                  </a:lnTo>
                  <a:lnTo>
                    <a:pt x="953956" y="55"/>
                  </a:lnTo>
                  <a:lnTo>
                    <a:pt x="955040" y="55"/>
                  </a:lnTo>
                  <a:lnTo>
                    <a:pt x="958265" y="55"/>
                  </a:lnTo>
                  <a:lnTo>
                    <a:pt x="961490" y="56"/>
                  </a:lnTo>
                  <a:lnTo>
                    <a:pt x="964714" y="56"/>
                  </a:lnTo>
                  <a:lnTo>
                    <a:pt x="967939" y="56"/>
                  </a:lnTo>
                  <a:lnTo>
                    <a:pt x="971164" y="56"/>
                  </a:lnTo>
                  <a:lnTo>
                    <a:pt x="974389" y="56"/>
                  </a:lnTo>
                  <a:lnTo>
                    <a:pt x="977613" y="56"/>
                  </a:lnTo>
                  <a:lnTo>
                    <a:pt x="980838" y="56"/>
                  </a:lnTo>
                  <a:lnTo>
                    <a:pt x="984063" y="57"/>
                  </a:lnTo>
                  <a:lnTo>
                    <a:pt x="987288" y="57"/>
                  </a:lnTo>
                  <a:lnTo>
                    <a:pt x="990512" y="57"/>
                  </a:lnTo>
                  <a:lnTo>
                    <a:pt x="993737" y="57"/>
                  </a:lnTo>
                  <a:lnTo>
                    <a:pt x="996962" y="57"/>
                  </a:lnTo>
                  <a:lnTo>
                    <a:pt x="1000187" y="57"/>
                  </a:lnTo>
                  <a:lnTo>
                    <a:pt x="1003411" y="57"/>
                  </a:lnTo>
                  <a:lnTo>
                    <a:pt x="1006636" y="58"/>
                  </a:lnTo>
                  <a:lnTo>
                    <a:pt x="1009861" y="58"/>
                  </a:lnTo>
                  <a:lnTo>
                    <a:pt x="1013086" y="58"/>
                  </a:lnTo>
                  <a:lnTo>
                    <a:pt x="1016310" y="58"/>
                  </a:lnTo>
                  <a:lnTo>
                    <a:pt x="1019535" y="58"/>
                  </a:lnTo>
                  <a:lnTo>
                    <a:pt x="1022760" y="58"/>
                  </a:lnTo>
                  <a:lnTo>
                    <a:pt x="1025985" y="59"/>
                  </a:lnTo>
                  <a:lnTo>
                    <a:pt x="1029209" y="59"/>
                  </a:lnTo>
                  <a:lnTo>
                    <a:pt x="1032434" y="59"/>
                  </a:lnTo>
                  <a:lnTo>
                    <a:pt x="1035659" y="59"/>
                  </a:lnTo>
                  <a:lnTo>
                    <a:pt x="1038883" y="59"/>
                  </a:lnTo>
                  <a:lnTo>
                    <a:pt x="1042108" y="59"/>
                  </a:lnTo>
                  <a:lnTo>
                    <a:pt x="1045333" y="60"/>
                  </a:lnTo>
                  <a:lnTo>
                    <a:pt x="1048558" y="60"/>
                  </a:lnTo>
                  <a:lnTo>
                    <a:pt x="1051782" y="60"/>
                  </a:lnTo>
                  <a:lnTo>
                    <a:pt x="1055007" y="60"/>
                  </a:lnTo>
                  <a:lnTo>
                    <a:pt x="1058232" y="60"/>
                  </a:lnTo>
                  <a:lnTo>
                    <a:pt x="1061457" y="61"/>
                  </a:lnTo>
                  <a:lnTo>
                    <a:pt x="1064681" y="61"/>
                  </a:lnTo>
                  <a:lnTo>
                    <a:pt x="1067906" y="61"/>
                  </a:lnTo>
                  <a:lnTo>
                    <a:pt x="1071131" y="61"/>
                  </a:lnTo>
                  <a:lnTo>
                    <a:pt x="1074356" y="61"/>
                  </a:lnTo>
                  <a:lnTo>
                    <a:pt x="1077580" y="62"/>
                  </a:lnTo>
                  <a:lnTo>
                    <a:pt x="1080805" y="62"/>
                  </a:lnTo>
                  <a:lnTo>
                    <a:pt x="1084030" y="62"/>
                  </a:lnTo>
                  <a:lnTo>
                    <a:pt x="1087255" y="62"/>
                  </a:lnTo>
                  <a:lnTo>
                    <a:pt x="1090479" y="62"/>
                  </a:lnTo>
                  <a:lnTo>
                    <a:pt x="1093704" y="63"/>
                  </a:lnTo>
                  <a:lnTo>
                    <a:pt x="1096929" y="63"/>
                  </a:lnTo>
                  <a:lnTo>
                    <a:pt x="1100154" y="63"/>
                  </a:lnTo>
                  <a:lnTo>
                    <a:pt x="1103378" y="63"/>
                  </a:lnTo>
                  <a:lnTo>
                    <a:pt x="1106603" y="63"/>
                  </a:lnTo>
                  <a:lnTo>
                    <a:pt x="1109828" y="64"/>
                  </a:lnTo>
                  <a:lnTo>
                    <a:pt x="1113053" y="64"/>
                  </a:lnTo>
                  <a:lnTo>
                    <a:pt x="1116277" y="64"/>
                  </a:lnTo>
                  <a:lnTo>
                    <a:pt x="1119502" y="64"/>
                  </a:lnTo>
                  <a:lnTo>
                    <a:pt x="1122727" y="65"/>
                  </a:lnTo>
                  <a:lnTo>
                    <a:pt x="1125952" y="65"/>
                  </a:lnTo>
                  <a:lnTo>
                    <a:pt x="1129176" y="65"/>
                  </a:lnTo>
                  <a:lnTo>
                    <a:pt x="1132401" y="65"/>
                  </a:lnTo>
                  <a:lnTo>
                    <a:pt x="1135626" y="65"/>
                  </a:lnTo>
                  <a:lnTo>
                    <a:pt x="1138851" y="66"/>
                  </a:lnTo>
                  <a:lnTo>
                    <a:pt x="1142075" y="66"/>
                  </a:lnTo>
                  <a:lnTo>
                    <a:pt x="1145300" y="66"/>
                  </a:lnTo>
                  <a:lnTo>
                    <a:pt x="1148525" y="66"/>
                  </a:lnTo>
                  <a:lnTo>
                    <a:pt x="1151750" y="67"/>
                  </a:lnTo>
                  <a:lnTo>
                    <a:pt x="1154974" y="67"/>
                  </a:lnTo>
                  <a:lnTo>
                    <a:pt x="1158199" y="67"/>
                  </a:lnTo>
                  <a:lnTo>
                    <a:pt x="1161424" y="67"/>
                  </a:lnTo>
                  <a:lnTo>
                    <a:pt x="1161913" y="67"/>
                  </a:lnTo>
                  <a:lnTo>
                    <a:pt x="1162776" y="67"/>
                  </a:lnTo>
                  <a:lnTo>
                    <a:pt x="1164753" y="67"/>
                  </a:lnTo>
                  <a:lnTo>
                    <a:pt x="1166320" y="68"/>
                  </a:lnTo>
                  <a:lnTo>
                    <a:pt x="1167888" y="68"/>
                  </a:lnTo>
                  <a:lnTo>
                    <a:pt x="1169456" y="68"/>
                  </a:lnTo>
                  <a:lnTo>
                    <a:pt x="1171023" y="68"/>
                  </a:lnTo>
                  <a:lnTo>
                    <a:pt x="1172591" y="68"/>
                  </a:lnTo>
                  <a:lnTo>
                    <a:pt x="1174159" y="68"/>
                  </a:lnTo>
                  <a:lnTo>
                    <a:pt x="1175726" y="68"/>
                  </a:lnTo>
                  <a:lnTo>
                    <a:pt x="1177294" y="68"/>
                  </a:lnTo>
                  <a:lnTo>
                    <a:pt x="1178862" y="69"/>
                  </a:lnTo>
                  <a:lnTo>
                    <a:pt x="1180429" y="69"/>
                  </a:lnTo>
                  <a:lnTo>
                    <a:pt x="1181997" y="69"/>
                  </a:lnTo>
                  <a:lnTo>
                    <a:pt x="1183565" y="69"/>
                  </a:lnTo>
                  <a:lnTo>
                    <a:pt x="1185132" y="69"/>
                  </a:lnTo>
                  <a:lnTo>
                    <a:pt x="1186700" y="69"/>
                  </a:lnTo>
                  <a:lnTo>
                    <a:pt x="1188268" y="69"/>
                  </a:lnTo>
                  <a:lnTo>
                    <a:pt x="1189835" y="69"/>
                  </a:lnTo>
                  <a:lnTo>
                    <a:pt x="1191403" y="70"/>
                  </a:lnTo>
                  <a:lnTo>
                    <a:pt x="1192970" y="70"/>
                  </a:lnTo>
                  <a:lnTo>
                    <a:pt x="1194538" y="70"/>
                  </a:lnTo>
                  <a:lnTo>
                    <a:pt x="1196106" y="70"/>
                  </a:lnTo>
                  <a:lnTo>
                    <a:pt x="1197673" y="70"/>
                  </a:lnTo>
                  <a:lnTo>
                    <a:pt x="1199241" y="70"/>
                  </a:lnTo>
                  <a:lnTo>
                    <a:pt x="1200809" y="70"/>
                  </a:lnTo>
                  <a:lnTo>
                    <a:pt x="1202376" y="70"/>
                  </a:lnTo>
                  <a:lnTo>
                    <a:pt x="1203944" y="71"/>
                  </a:lnTo>
                  <a:lnTo>
                    <a:pt x="1205512" y="71"/>
                  </a:lnTo>
                  <a:lnTo>
                    <a:pt x="1207079" y="71"/>
                  </a:lnTo>
                  <a:lnTo>
                    <a:pt x="1208647" y="71"/>
                  </a:lnTo>
                  <a:lnTo>
                    <a:pt x="1210215" y="71"/>
                  </a:lnTo>
                  <a:lnTo>
                    <a:pt x="1211782" y="71"/>
                  </a:lnTo>
                  <a:lnTo>
                    <a:pt x="1213350" y="71"/>
                  </a:lnTo>
                  <a:lnTo>
                    <a:pt x="1214918" y="71"/>
                  </a:lnTo>
                  <a:lnTo>
                    <a:pt x="1216485" y="72"/>
                  </a:lnTo>
                  <a:lnTo>
                    <a:pt x="1218053" y="72"/>
                  </a:lnTo>
                  <a:lnTo>
                    <a:pt x="1219620" y="72"/>
                  </a:lnTo>
                  <a:lnTo>
                    <a:pt x="1221188" y="72"/>
                  </a:lnTo>
                  <a:lnTo>
                    <a:pt x="1222756" y="72"/>
                  </a:lnTo>
                  <a:lnTo>
                    <a:pt x="1224323" y="72"/>
                  </a:lnTo>
                  <a:lnTo>
                    <a:pt x="1225891" y="72"/>
                  </a:lnTo>
                  <a:lnTo>
                    <a:pt x="1227459" y="72"/>
                  </a:lnTo>
                  <a:lnTo>
                    <a:pt x="1229026" y="73"/>
                  </a:lnTo>
                  <a:lnTo>
                    <a:pt x="1230594" y="73"/>
                  </a:lnTo>
                  <a:lnTo>
                    <a:pt x="1232162" y="73"/>
                  </a:lnTo>
                  <a:lnTo>
                    <a:pt x="1233729" y="73"/>
                  </a:lnTo>
                  <a:lnTo>
                    <a:pt x="1235297" y="73"/>
                  </a:lnTo>
                  <a:lnTo>
                    <a:pt x="1236865" y="73"/>
                  </a:lnTo>
                  <a:lnTo>
                    <a:pt x="1238432" y="73"/>
                  </a:lnTo>
                  <a:lnTo>
                    <a:pt x="1240000" y="73"/>
                  </a:lnTo>
                  <a:lnTo>
                    <a:pt x="1241568" y="74"/>
                  </a:lnTo>
                  <a:lnTo>
                    <a:pt x="1243135" y="74"/>
                  </a:lnTo>
                  <a:lnTo>
                    <a:pt x="1244703" y="74"/>
                  </a:lnTo>
                  <a:lnTo>
                    <a:pt x="1246270" y="74"/>
                  </a:lnTo>
                  <a:lnTo>
                    <a:pt x="1247838" y="74"/>
                  </a:lnTo>
                  <a:lnTo>
                    <a:pt x="1249406" y="74"/>
                  </a:lnTo>
                  <a:lnTo>
                    <a:pt x="1250973" y="74"/>
                  </a:lnTo>
                  <a:lnTo>
                    <a:pt x="1252541" y="74"/>
                  </a:lnTo>
                  <a:lnTo>
                    <a:pt x="1254109" y="75"/>
                  </a:lnTo>
                  <a:lnTo>
                    <a:pt x="1255676" y="75"/>
                  </a:lnTo>
                  <a:lnTo>
                    <a:pt x="1257244" y="75"/>
                  </a:lnTo>
                  <a:lnTo>
                    <a:pt x="1258812" y="75"/>
                  </a:lnTo>
                  <a:lnTo>
                    <a:pt x="1260379" y="75"/>
                  </a:lnTo>
                  <a:lnTo>
                    <a:pt x="1261947" y="75"/>
                  </a:lnTo>
                  <a:lnTo>
                    <a:pt x="1263515" y="75"/>
                  </a:lnTo>
                  <a:lnTo>
                    <a:pt x="1265082" y="76"/>
                  </a:lnTo>
                  <a:lnTo>
                    <a:pt x="1266817" y="76"/>
                  </a:lnTo>
                  <a:lnTo>
                    <a:pt x="1268552" y="76"/>
                  </a:lnTo>
                  <a:lnTo>
                    <a:pt x="1270287" y="76"/>
                  </a:lnTo>
                  <a:lnTo>
                    <a:pt x="1272021" y="76"/>
                  </a:lnTo>
                  <a:lnTo>
                    <a:pt x="1273756" y="76"/>
                  </a:lnTo>
                  <a:lnTo>
                    <a:pt x="1275491" y="77"/>
                  </a:lnTo>
                  <a:lnTo>
                    <a:pt x="1277226" y="77"/>
                  </a:lnTo>
                  <a:lnTo>
                    <a:pt x="1278961" y="77"/>
                  </a:lnTo>
                  <a:lnTo>
                    <a:pt x="1280695" y="77"/>
                  </a:lnTo>
                  <a:lnTo>
                    <a:pt x="1282430" y="77"/>
                  </a:lnTo>
                  <a:lnTo>
                    <a:pt x="1284165" y="77"/>
                  </a:lnTo>
                  <a:lnTo>
                    <a:pt x="1285900" y="78"/>
                  </a:lnTo>
                  <a:lnTo>
                    <a:pt x="1287634" y="78"/>
                  </a:lnTo>
                  <a:lnTo>
                    <a:pt x="1289369" y="78"/>
                  </a:lnTo>
                  <a:lnTo>
                    <a:pt x="1291104" y="78"/>
                  </a:lnTo>
                  <a:lnTo>
                    <a:pt x="1292839" y="78"/>
                  </a:lnTo>
                  <a:lnTo>
                    <a:pt x="1294574" y="78"/>
                  </a:lnTo>
                  <a:lnTo>
                    <a:pt x="1296308" y="79"/>
                  </a:lnTo>
                  <a:lnTo>
                    <a:pt x="1298043" y="79"/>
                  </a:lnTo>
                  <a:lnTo>
                    <a:pt x="1299778" y="79"/>
                  </a:lnTo>
                  <a:lnTo>
                    <a:pt x="1301513" y="79"/>
                  </a:lnTo>
                  <a:lnTo>
                    <a:pt x="1303248" y="79"/>
                  </a:lnTo>
                  <a:lnTo>
                    <a:pt x="1304982" y="79"/>
                  </a:lnTo>
                  <a:lnTo>
                    <a:pt x="1306717" y="80"/>
                  </a:lnTo>
                  <a:lnTo>
                    <a:pt x="1308452" y="80"/>
                  </a:lnTo>
                  <a:lnTo>
                    <a:pt x="1310187" y="80"/>
                  </a:lnTo>
                  <a:lnTo>
                    <a:pt x="1311922" y="80"/>
                  </a:lnTo>
                  <a:lnTo>
                    <a:pt x="1313656" y="80"/>
                  </a:lnTo>
                  <a:lnTo>
                    <a:pt x="1315391" y="80"/>
                  </a:lnTo>
                  <a:lnTo>
                    <a:pt x="1317126" y="80"/>
                  </a:lnTo>
                  <a:lnTo>
                    <a:pt x="1318861" y="81"/>
                  </a:lnTo>
                  <a:lnTo>
                    <a:pt x="1320596" y="81"/>
                  </a:lnTo>
                  <a:lnTo>
                    <a:pt x="1322331" y="81"/>
                  </a:lnTo>
                  <a:lnTo>
                    <a:pt x="1324065" y="81"/>
                  </a:lnTo>
                  <a:lnTo>
                    <a:pt x="1325800" y="81"/>
                  </a:lnTo>
                  <a:lnTo>
                    <a:pt x="1327535" y="81"/>
                  </a:lnTo>
                  <a:lnTo>
                    <a:pt x="1329270" y="81"/>
                  </a:lnTo>
                  <a:lnTo>
                    <a:pt x="1331005" y="82"/>
                  </a:lnTo>
                  <a:lnTo>
                    <a:pt x="1332739" y="82"/>
                  </a:lnTo>
                  <a:lnTo>
                    <a:pt x="1334474" y="82"/>
                  </a:lnTo>
                  <a:lnTo>
                    <a:pt x="1336209" y="82"/>
                  </a:lnTo>
                  <a:lnTo>
                    <a:pt x="1337944" y="82"/>
                  </a:lnTo>
                  <a:lnTo>
                    <a:pt x="1339679" y="82"/>
                  </a:lnTo>
                  <a:lnTo>
                    <a:pt x="1341413" y="82"/>
                  </a:lnTo>
                  <a:lnTo>
                    <a:pt x="1343148" y="82"/>
                  </a:lnTo>
                  <a:lnTo>
                    <a:pt x="1344883" y="83"/>
                  </a:lnTo>
                  <a:lnTo>
                    <a:pt x="1346618" y="83"/>
                  </a:lnTo>
                  <a:lnTo>
                    <a:pt x="1348353" y="83"/>
                  </a:lnTo>
                  <a:lnTo>
                    <a:pt x="1350087" y="83"/>
                  </a:lnTo>
                  <a:lnTo>
                    <a:pt x="1351822" y="83"/>
                  </a:lnTo>
                  <a:lnTo>
                    <a:pt x="1353557" y="83"/>
                  </a:lnTo>
                  <a:lnTo>
                    <a:pt x="1355292" y="83"/>
                  </a:lnTo>
                  <a:lnTo>
                    <a:pt x="1357027" y="84"/>
                  </a:lnTo>
                  <a:lnTo>
                    <a:pt x="1358761" y="84"/>
                  </a:lnTo>
                  <a:lnTo>
                    <a:pt x="1360496" y="84"/>
                  </a:lnTo>
                  <a:lnTo>
                    <a:pt x="1362231" y="84"/>
                  </a:lnTo>
                  <a:lnTo>
                    <a:pt x="1363966" y="84"/>
                  </a:lnTo>
                  <a:lnTo>
                    <a:pt x="1365700" y="84"/>
                  </a:lnTo>
                  <a:lnTo>
                    <a:pt x="1367435" y="84"/>
                  </a:lnTo>
                  <a:lnTo>
                    <a:pt x="1369170" y="84"/>
                  </a:lnTo>
                  <a:lnTo>
                    <a:pt x="1370905" y="85"/>
                  </a:lnTo>
                  <a:lnTo>
                    <a:pt x="1372640" y="85"/>
                  </a:lnTo>
                  <a:lnTo>
                    <a:pt x="1374374" y="85"/>
                  </a:lnTo>
                  <a:lnTo>
                    <a:pt x="1376109" y="85"/>
                  </a:lnTo>
                  <a:lnTo>
                    <a:pt x="1376606" y="85"/>
                  </a:lnTo>
                  <a:lnTo>
                    <a:pt x="1377480" y="85"/>
                  </a:lnTo>
                  <a:lnTo>
                    <a:pt x="1379482" y="85"/>
                  </a:lnTo>
                  <a:lnTo>
                    <a:pt x="1384436" y="85"/>
                  </a:lnTo>
                  <a:lnTo>
                    <a:pt x="1389389" y="86"/>
                  </a:lnTo>
                  <a:lnTo>
                    <a:pt x="1394343" y="86"/>
                  </a:lnTo>
                  <a:lnTo>
                    <a:pt x="1399296" y="87"/>
                  </a:lnTo>
                  <a:lnTo>
                    <a:pt x="1404249" y="87"/>
                  </a:lnTo>
                  <a:lnTo>
                    <a:pt x="1409203" y="87"/>
                  </a:lnTo>
                  <a:lnTo>
                    <a:pt x="1414156" y="88"/>
                  </a:lnTo>
                  <a:lnTo>
                    <a:pt x="1419109" y="88"/>
                  </a:lnTo>
                  <a:lnTo>
                    <a:pt x="1424063" y="89"/>
                  </a:lnTo>
                  <a:lnTo>
                    <a:pt x="1429016" y="89"/>
                  </a:lnTo>
                  <a:lnTo>
                    <a:pt x="1433969" y="89"/>
                  </a:lnTo>
                  <a:lnTo>
                    <a:pt x="1438923" y="90"/>
                  </a:lnTo>
                  <a:lnTo>
                    <a:pt x="1443876" y="90"/>
                  </a:lnTo>
                  <a:lnTo>
                    <a:pt x="1448829" y="91"/>
                  </a:lnTo>
                  <a:lnTo>
                    <a:pt x="1453783" y="91"/>
                  </a:lnTo>
                  <a:lnTo>
                    <a:pt x="1458736" y="91"/>
                  </a:lnTo>
                  <a:lnTo>
                    <a:pt x="1463689" y="92"/>
                  </a:lnTo>
                  <a:lnTo>
                    <a:pt x="1468643" y="92"/>
                  </a:lnTo>
                  <a:lnTo>
                    <a:pt x="1473596" y="92"/>
                  </a:lnTo>
                  <a:lnTo>
                    <a:pt x="1478549" y="93"/>
                  </a:lnTo>
                  <a:lnTo>
                    <a:pt x="1483503" y="93"/>
                  </a:lnTo>
                  <a:lnTo>
                    <a:pt x="1488456" y="93"/>
                  </a:lnTo>
                  <a:lnTo>
                    <a:pt x="1493410" y="94"/>
                  </a:lnTo>
                  <a:lnTo>
                    <a:pt x="1498363" y="94"/>
                  </a:lnTo>
                  <a:lnTo>
                    <a:pt x="1503316" y="94"/>
                  </a:lnTo>
                  <a:lnTo>
                    <a:pt x="1508270" y="95"/>
                  </a:lnTo>
                  <a:lnTo>
                    <a:pt x="1513223" y="95"/>
                  </a:lnTo>
                  <a:lnTo>
                    <a:pt x="1518176" y="95"/>
                  </a:lnTo>
                  <a:lnTo>
                    <a:pt x="1523130" y="95"/>
                  </a:lnTo>
                  <a:lnTo>
                    <a:pt x="1528083" y="96"/>
                  </a:lnTo>
                  <a:lnTo>
                    <a:pt x="1533036" y="96"/>
                  </a:lnTo>
                  <a:lnTo>
                    <a:pt x="1537990" y="96"/>
                  </a:lnTo>
                  <a:lnTo>
                    <a:pt x="1542943" y="97"/>
                  </a:lnTo>
                  <a:lnTo>
                    <a:pt x="1547896" y="97"/>
                  </a:lnTo>
                  <a:lnTo>
                    <a:pt x="1552850" y="97"/>
                  </a:lnTo>
                  <a:lnTo>
                    <a:pt x="1557803" y="97"/>
                  </a:lnTo>
                  <a:lnTo>
                    <a:pt x="1562756" y="98"/>
                  </a:lnTo>
                  <a:lnTo>
                    <a:pt x="1567710" y="98"/>
                  </a:lnTo>
                  <a:lnTo>
                    <a:pt x="1572663" y="98"/>
                  </a:lnTo>
                  <a:lnTo>
                    <a:pt x="1577616" y="98"/>
                  </a:lnTo>
                  <a:lnTo>
                    <a:pt x="1582570" y="99"/>
                  </a:lnTo>
                  <a:lnTo>
                    <a:pt x="1587523" y="99"/>
                  </a:lnTo>
                  <a:lnTo>
                    <a:pt x="1592477" y="99"/>
                  </a:lnTo>
                  <a:lnTo>
                    <a:pt x="1597430" y="99"/>
                  </a:lnTo>
                  <a:lnTo>
                    <a:pt x="1602383" y="100"/>
                  </a:lnTo>
                  <a:lnTo>
                    <a:pt x="1607337" y="100"/>
                  </a:lnTo>
                  <a:lnTo>
                    <a:pt x="1612290" y="100"/>
                  </a:lnTo>
                  <a:lnTo>
                    <a:pt x="1617243" y="100"/>
                  </a:lnTo>
                  <a:lnTo>
                    <a:pt x="1622197" y="101"/>
                  </a:lnTo>
                  <a:lnTo>
                    <a:pt x="1627150" y="101"/>
                  </a:lnTo>
                  <a:lnTo>
                    <a:pt x="1632103" y="101"/>
                  </a:lnTo>
                  <a:lnTo>
                    <a:pt x="1637057" y="101"/>
                  </a:lnTo>
                  <a:lnTo>
                    <a:pt x="1642010" y="101"/>
                  </a:lnTo>
                  <a:lnTo>
                    <a:pt x="1646963" y="102"/>
                  </a:lnTo>
                  <a:lnTo>
                    <a:pt x="1651917" y="102"/>
                  </a:lnTo>
                  <a:lnTo>
                    <a:pt x="1656870" y="102"/>
                  </a:lnTo>
                  <a:lnTo>
                    <a:pt x="1661823" y="102"/>
                  </a:lnTo>
                  <a:lnTo>
                    <a:pt x="1666777" y="103"/>
                  </a:lnTo>
                  <a:lnTo>
                    <a:pt x="1671730" y="103"/>
                  </a:lnTo>
                  <a:lnTo>
                    <a:pt x="1676683" y="103"/>
                  </a:lnTo>
                  <a:lnTo>
                    <a:pt x="1681637" y="103"/>
                  </a:lnTo>
                  <a:lnTo>
                    <a:pt x="1686590" y="103"/>
                  </a:lnTo>
                  <a:lnTo>
                    <a:pt x="1691543" y="104"/>
                  </a:lnTo>
                  <a:lnTo>
                    <a:pt x="1696497" y="104"/>
                  </a:lnTo>
                  <a:lnTo>
                    <a:pt x="1697616" y="104"/>
                  </a:lnTo>
                  <a:lnTo>
                    <a:pt x="1698735" y="104"/>
                  </a:lnTo>
                  <a:lnTo>
                    <a:pt x="1699854" y="104"/>
                  </a:lnTo>
                  <a:lnTo>
                    <a:pt x="1700972" y="104"/>
                  </a:lnTo>
                  <a:lnTo>
                    <a:pt x="1702091" y="104"/>
                  </a:lnTo>
                  <a:lnTo>
                    <a:pt x="1703210" y="104"/>
                  </a:lnTo>
                  <a:lnTo>
                    <a:pt x="1704329" y="104"/>
                  </a:lnTo>
                  <a:lnTo>
                    <a:pt x="1705448" y="104"/>
                  </a:lnTo>
                  <a:lnTo>
                    <a:pt x="1706566" y="104"/>
                  </a:lnTo>
                  <a:lnTo>
                    <a:pt x="1707685" y="104"/>
                  </a:lnTo>
                  <a:lnTo>
                    <a:pt x="1708804" y="104"/>
                  </a:lnTo>
                  <a:lnTo>
                    <a:pt x="1709923" y="104"/>
                  </a:lnTo>
                  <a:lnTo>
                    <a:pt x="1711853" y="104"/>
                  </a:lnTo>
                  <a:lnTo>
                    <a:pt x="1713784" y="104"/>
                  </a:lnTo>
                  <a:lnTo>
                    <a:pt x="1715714" y="104"/>
                  </a:lnTo>
                  <a:lnTo>
                    <a:pt x="1717644" y="104"/>
                  </a:lnTo>
                  <a:lnTo>
                    <a:pt x="1719575" y="104"/>
                  </a:lnTo>
                  <a:lnTo>
                    <a:pt x="1721505" y="104"/>
                  </a:lnTo>
                  <a:lnTo>
                    <a:pt x="1723436" y="104"/>
                  </a:lnTo>
                  <a:lnTo>
                    <a:pt x="1725366" y="104"/>
                  </a:lnTo>
                  <a:lnTo>
                    <a:pt x="1727296" y="104"/>
                  </a:lnTo>
                  <a:lnTo>
                    <a:pt x="1729227" y="104"/>
                  </a:lnTo>
                  <a:lnTo>
                    <a:pt x="1731157" y="105"/>
                  </a:lnTo>
                  <a:lnTo>
                    <a:pt x="1733087" y="105"/>
                  </a:lnTo>
                  <a:lnTo>
                    <a:pt x="1735018" y="105"/>
                  </a:lnTo>
                  <a:lnTo>
                    <a:pt x="1736948" y="105"/>
                  </a:lnTo>
                  <a:lnTo>
                    <a:pt x="1738878" y="105"/>
                  </a:lnTo>
                  <a:lnTo>
                    <a:pt x="1740809" y="105"/>
                  </a:lnTo>
                  <a:lnTo>
                    <a:pt x="1742739" y="105"/>
                  </a:lnTo>
                  <a:lnTo>
                    <a:pt x="1744670" y="105"/>
                  </a:lnTo>
                  <a:lnTo>
                    <a:pt x="1746600" y="105"/>
                  </a:lnTo>
                  <a:lnTo>
                    <a:pt x="1748530" y="105"/>
                  </a:lnTo>
                  <a:lnTo>
                    <a:pt x="1750461" y="105"/>
                  </a:lnTo>
                  <a:lnTo>
                    <a:pt x="1752391" y="105"/>
                  </a:lnTo>
                  <a:lnTo>
                    <a:pt x="1754321" y="106"/>
                  </a:lnTo>
                  <a:lnTo>
                    <a:pt x="1756252" y="106"/>
                  </a:lnTo>
                  <a:lnTo>
                    <a:pt x="1758182" y="106"/>
                  </a:lnTo>
                  <a:lnTo>
                    <a:pt x="1760113" y="106"/>
                  </a:lnTo>
                  <a:lnTo>
                    <a:pt x="1762043" y="106"/>
                  </a:lnTo>
                  <a:lnTo>
                    <a:pt x="1763973" y="106"/>
                  </a:lnTo>
                  <a:lnTo>
                    <a:pt x="1765904" y="106"/>
                  </a:lnTo>
                  <a:lnTo>
                    <a:pt x="1767834" y="106"/>
                  </a:lnTo>
                  <a:lnTo>
                    <a:pt x="1769765" y="106"/>
                  </a:lnTo>
                  <a:lnTo>
                    <a:pt x="1771695" y="106"/>
                  </a:lnTo>
                  <a:lnTo>
                    <a:pt x="1773625" y="106"/>
                  </a:lnTo>
                  <a:lnTo>
                    <a:pt x="1775556" y="107"/>
                  </a:lnTo>
                  <a:lnTo>
                    <a:pt x="1777486" y="107"/>
                  </a:lnTo>
                  <a:lnTo>
                    <a:pt x="1779416" y="107"/>
                  </a:lnTo>
                  <a:lnTo>
                    <a:pt x="1781347" y="107"/>
                  </a:lnTo>
                  <a:lnTo>
                    <a:pt x="1783277" y="107"/>
                  </a:lnTo>
                  <a:lnTo>
                    <a:pt x="1785208" y="107"/>
                  </a:lnTo>
                  <a:lnTo>
                    <a:pt x="1787138" y="107"/>
                  </a:lnTo>
                  <a:lnTo>
                    <a:pt x="1789068" y="107"/>
                  </a:lnTo>
                  <a:lnTo>
                    <a:pt x="1790999" y="107"/>
                  </a:lnTo>
                  <a:lnTo>
                    <a:pt x="1792929" y="107"/>
                  </a:lnTo>
                  <a:lnTo>
                    <a:pt x="1794860" y="108"/>
                  </a:lnTo>
                  <a:lnTo>
                    <a:pt x="1796790" y="108"/>
                  </a:lnTo>
                  <a:lnTo>
                    <a:pt x="1798720" y="108"/>
                  </a:lnTo>
                  <a:lnTo>
                    <a:pt x="1800651" y="108"/>
                  </a:lnTo>
                  <a:lnTo>
                    <a:pt x="1802581" y="108"/>
                  </a:lnTo>
                  <a:lnTo>
                    <a:pt x="1804511" y="108"/>
                  </a:lnTo>
                  <a:lnTo>
                    <a:pt x="1806442" y="108"/>
                  </a:lnTo>
                  <a:lnTo>
                    <a:pt x="1808372" y="108"/>
                  </a:lnTo>
                  <a:lnTo>
                    <a:pt x="1810303" y="108"/>
                  </a:lnTo>
                  <a:lnTo>
                    <a:pt x="1812233" y="108"/>
                  </a:lnTo>
                  <a:lnTo>
                    <a:pt x="1814163" y="108"/>
                  </a:lnTo>
                  <a:lnTo>
                    <a:pt x="1816094" y="108"/>
                  </a:lnTo>
                  <a:lnTo>
                    <a:pt x="1818024" y="109"/>
                  </a:lnTo>
                  <a:lnTo>
                    <a:pt x="1819954" y="109"/>
                  </a:lnTo>
                  <a:lnTo>
                    <a:pt x="1821885" y="109"/>
                  </a:lnTo>
                  <a:lnTo>
                    <a:pt x="1823815" y="109"/>
                  </a:lnTo>
                  <a:lnTo>
                    <a:pt x="1825745" y="109"/>
                  </a:lnTo>
                  <a:lnTo>
                    <a:pt x="1827676" y="109"/>
                  </a:lnTo>
                  <a:lnTo>
                    <a:pt x="1829606" y="109"/>
                  </a:lnTo>
                  <a:lnTo>
                    <a:pt x="1831537" y="109"/>
                  </a:lnTo>
                  <a:lnTo>
                    <a:pt x="1833467" y="109"/>
                  </a:lnTo>
                  <a:lnTo>
                    <a:pt x="1833955" y="109"/>
                  </a:lnTo>
                  <a:lnTo>
                    <a:pt x="1834815" y="109"/>
                  </a:lnTo>
                  <a:lnTo>
                    <a:pt x="1836785" y="109"/>
                  </a:lnTo>
                  <a:lnTo>
                    <a:pt x="1837890" y="109"/>
                  </a:lnTo>
                  <a:lnTo>
                    <a:pt x="1838996" y="109"/>
                  </a:lnTo>
                  <a:lnTo>
                    <a:pt x="1840101" y="109"/>
                  </a:lnTo>
                  <a:lnTo>
                    <a:pt x="1841206" y="109"/>
                  </a:lnTo>
                  <a:lnTo>
                    <a:pt x="1842311" y="109"/>
                  </a:lnTo>
                  <a:lnTo>
                    <a:pt x="1843416" y="109"/>
                  </a:lnTo>
                  <a:lnTo>
                    <a:pt x="1844521" y="109"/>
                  </a:lnTo>
                  <a:lnTo>
                    <a:pt x="1845627" y="109"/>
                  </a:lnTo>
                  <a:lnTo>
                    <a:pt x="1846732" y="109"/>
                  </a:lnTo>
                  <a:lnTo>
                    <a:pt x="1850931" y="109"/>
                  </a:lnTo>
                  <a:lnTo>
                    <a:pt x="1855129" y="109"/>
                  </a:lnTo>
                  <a:lnTo>
                    <a:pt x="1859328" y="110"/>
                  </a:lnTo>
                  <a:lnTo>
                    <a:pt x="1863527" y="110"/>
                  </a:lnTo>
                  <a:lnTo>
                    <a:pt x="1867726" y="110"/>
                  </a:lnTo>
                  <a:lnTo>
                    <a:pt x="1871924" y="110"/>
                  </a:lnTo>
                  <a:lnTo>
                    <a:pt x="1876123" y="110"/>
                  </a:lnTo>
                  <a:lnTo>
                    <a:pt x="1880322" y="111"/>
                  </a:lnTo>
                  <a:lnTo>
                    <a:pt x="1884520" y="111"/>
                  </a:lnTo>
                  <a:lnTo>
                    <a:pt x="1888719" y="111"/>
                  </a:lnTo>
                  <a:lnTo>
                    <a:pt x="1892918" y="111"/>
                  </a:lnTo>
                  <a:lnTo>
                    <a:pt x="1897117" y="111"/>
                  </a:lnTo>
                  <a:lnTo>
                    <a:pt x="1901315" y="111"/>
                  </a:lnTo>
                  <a:lnTo>
                    <a:pt x="1905514" y="112"/>
                  </a:lnTo>
                  <a:lnTo>
                    <a:pt x="1909713" y="112"/>
                  </a:lnTo>
                  <a:lnTo>
                    <a:pt x="1913911" y="112"/>
                  </a:lnTo>
                  <a:lnTo>
                    <a:pt x="1918110" y="112"/>
                  </a:lnTo>
                  <a:lnTo>
                    <a:pt x="1922309" y="112"/>
                  </a:lnTo>
                  <a:lnTo>
                    <a:pt x="1926508" y="112"/>
                  </a:lnTo>
                  <a:lnTo>
                    <a:pt x="1930706" y="113"/>
                  </a:lnTo>
                  <a:lnTo>
                    <a:pt x="1934905" y="113"/>
                  </a:lnTo>
                  <a:lnTo>
                    <a:pt x="1939104" y="113"/>
                  </a:lnTo>
                  <a:lnTo>
                    <a:pt x="1943302" y="113"/>
                  </a:lnTo>
                  <a:lnTo>
                    <a:pt x="1947501" y="113"/>
                  </a:lnTo>
                  <a:lnTo>
                    <a:pt x="1951700" y="113"/>
                  </a:lnTo>
                  <a:lnTo>
                    <a:pt x="1955898" y="114"/>
                  </a:lnTo>
                  <a:lnTo>
                    <a:pt x="1960097" y="114"/>
                  </a:lnTo>
                  <a:lnTo>
                    <a:pt x="1964296" y="114"/>
                  </a:lnTo>
                  <a:lnTo>
                    <a:pt x="1968495" y="114"/>
                  </a:lnTo>
                  <a:lnTo>
                    <a:pt x="1972693" y="114"/>
                  </a:lnTo>
                  <a:lnTo>
                    <a:pt x="1976892" y="114"/>
                  </a:lnTo>
                  <a:lnTo>
                    <a:pt x="1981091" y="114"/>
                  </a:lnTo>
                  <a:lnTo>
                    <a:pt x="1985289" y="115"/>
                  </a:lnTo>
                  <a:lnTo>
                    <a:pt x="1989488" y="115"/>
                  </a:lnTo>
                  <a:lnTo>
                    <a:pt x="1993687" y="115"/>
                  </a:lnTo>
                  <a:lnTo>
                    <a:pt x="1997885" y="115"/>
                  </a:lnTo>
                  <a:lnTo>
                    <a:pt x="2002084" y="115"/>
                  </a:lnTo>
                  <a:lnTo>
                    <a:pt x="2006283" y="115"/>
                  </a:lnTo>
                  <a:lnTo>
                    <a:pt x="2010482" y="116"/>
                  </a:lnTo>
                  <a:lnTo>
                    <a:pt x="2014680" y="116"/>
                  </a:lnTo>
                  <a:lnTo>
                    <a:pt x="2018879" y="116"/>
                  </a:lnTo>
                  <a:lnTo>
                    <a:pt x="2023078" y="116"/>
                  </a:lnTo>
                  <a:lnTo>
                    <a:pt x="2027276" y="116"/>
                  </a:lnTo>
                  <a:lnTo>
                    <a:pt x="2031475" y="116"/>
                  </a:lnTo>
                  <a:lnTo>
                    <a:pt x="2035674" y="117"/>
                  </a:lnTo>
                  <a:lnTo>
                    <a:pt x="2039873" y="117"/>
                  </a:lnTo>
                  <a:lnTo>
                    <a:pt x="2044071" y="117"/>
                  </a:lnTo>
                  <a:lnTo>
                    <a:pt x="2048270" y="117"/>
                  </a:lnTo>
                  <a:lnTo>
                    <a:pt x="2052469" y="117"/>
                  </a:lnTo>
                  <a:lnTo>
                    <a:pt x="2056667" y="117"/>
                  </a:lnTo>
                  <a:lnTo>
                    <a:pt x="2060866" y="118"/>
                  </a:lnTo>
                  <a:lnTo>
                    <a:pt x="2065065" y="118"/>
                  </a:lnTo>
                  <a:lnTo>
                    <a:pt x="2069264" y="118"/>
                  </a:lnTo>
                  <a:lnTo>
                    <a:pt x="2073462" y="118"/>
                  </a:lnTo>
                  <a:lnTo>
                    <a:pt x="2077661" y="118"/>
                  </a:lnTo>
                  <a:lnTo>
                    <a:pt x="2081860" y="118"/>
                  </a:lnTo>
                  <a:lnTo>
                    <a:pt x="2086058" y="119"/>
                  </a:lnTo>
                  <a:lnTo>
                    <a:pt x="2090257" y="119"/>
                  </a:lnTo>
                  <a:lnTo>
                    <a:pt x="2094456" y="119"/>
                  </a:lnTo>
                  <a:lnTo>
                    <a:pt x="2098655" y="119"/>
                  </a:lnTo>
                  <a:lnTo>
                    <a:pt x="2102853" y="119"/>
                  </a:lnTo>
                  <a:lnTo>
                    <a:pt x="2107052" y="119"/>
                  </a:lnTo>
                  <a:lnTo>
                    <a:pt x="2111251" y="120"/>
                  </a:lnTo>
                  <a:lnTo>
                    <a:pt x="2115449" y="120"/>
                  </a:lnTo>
                  <a:lnTo>
                    <a:pt x="2116503" y="120"/>
                  </a:lnTo>
                  <a:lnTo>
                    <a:pt x="2117556" y="121"/>
                  </a:lnTo>
                  <a:lnTo>
                    <a:pt x="2118610" y="121"/>
                  </a:lnTo>
                  <a:lnTo>
                    <a:pt x="2119663" y="121"/>
                  </a:lnTo>
                  <a:lnTo>
                    <a:pt x="2120717" y="121"/>
                  </a:lnTo>
                  <a:lnTo>
                    <a:pt x="2121770" y="121"/>
                  </a:lnTo>
                  <a:lnTo>
                    <a:pt x="2122824" y="121"/>
                  </a:lnTo>
                  <a:lnTo>
                    <a:pt x="2123877" y="121"/>
                  </a:lnTo>
                  <a:lnTo>
                    <a:pt x="2124930" y="121"/>
                  </a:lnTo>
                  <a:lnTo>
                    <a:pt x="2129743" y="121"/>
                  </a:lnTo>
                  <a:lnTo>
                    <a:pt x="2134563" y="122"/>
                  </a:lnTo>
                  <a:lnTo>
                    <a:pt x="2139394" y="122"/>
                  </a:lnTo>
                  <a:lnTo>
                    <a:pt x="2144243" y="122"/>
                  </a:lnTo>
                  <a:lnTo>
                    <a:pt x="2149116" y="122"/>
                  </a:lnTo>
                  <a:lnTo>
                    <a:pt x="2154019" y="122"/>
                  </a:lnTo>
                  <a:lnTo>
                    <a:pt x="2158957" y="123"/>
                  </a:lnTo>
                  <a:lnTo>
                    <a:pt x="2163938" y="123"/>
                  </a:lnTo>
                  <a:lnTo>
                    <a:pt x="2168967" y="123"/>
                  </a:lnTo>
                  <a:lnTo>
                    <a:pt x="2174049" y="123"/>
                  </a:lnTo>
                  <a:lnTo>
                    <a:pt x="2179192" y="123"/>
                  </a:lnTo>
                  <a:lnTo>
                    <a:pt x="2184400" y="124"/>
                  </a:lnTo>
                  <a:lnTo>
                    <a:pt x="2189680" y="124"/>
                  </a:lnTo>
                  <a:lnTo>
                    <a:pt x="2195038" y="124"/>
                  </a:lnTo>
                  <a:lnTo>
                    <a:pt x="2200480" y="124"/>
                  </a:lnTo>
                  <a:lnTo>
                    <a:pt x="2206011" y="125"/>
                  </a:lnTo>
                  <a:lnTo>
                    <a:pt x="2211638" y="125"/>
                  </a:lnTo>
                  <a:lnTo>
                    <a:pt x="2217367" y="125"/>
                  </a:lnTo>
                  <a:lnTo>
                    <a:pt x="2223204" y="126"/>
                  </a:lnTo>
                  <a:lnTo>
                    <a:pt x="2229154" y="126"/>
                  </a:lnTo>
                  <a:lnTo>
                    <a:pt x="2235225" y="126"/>
                  </a:lnTo>
                  <a:lnTo>
                    <a:pt x="2241420" y="127"/>
                  </a:lnTo>
                  <a:lnTo>
                    <a:pt x="2247748" y="127"/>
                  </a:lnTo>
                  <a:lnTo>
                    <a:pt x="2254213" y="127"/>
                  </a:lnTo>
                  <a:lnTo>
                    <a:pt x="2260822" y="128"/>
                  </a:lnTo>
                  <a:lnTo>
                    <a:pt x="2267581" y="128"/>
                  </a:lnTo>
                  <a:lnTo>
                    <a:pt x="2274495" y="128"/>
                  </a:lnTo>
                  <a:lnTo>
                    <a:pt x="2281571" y="129"/>
                  </a:lnTo>
                  <a:lnTo>
                    <a:pt x="2288814" y="129"/>
                  </a:lnTo>
                  <a:lnTo>
                    <a:pt x="2296231" y="130"/>
                  </a:lnTo>
                  <a:lnTo>
                    <a:pt x="2303828" y="130"/>
                  </a:lnTo>
                  <a:lnTo>
                    <a:pt x="2311610" y="131"/>
                  </a:lnTo>
                  <a:lnTo>
                    <a:pt x="2319584" y="131"/>
                  </a:lnTo>
                  <a:lnTo>
                    <a:pt x="2327755" y="132"/>
                  </a:lnTo>
                  <a:lnTo>
                    <a:pt x="2336130" y="132"/>
                  </a:lnTo>
                  <a:lnTo>
                    <a:pt x="2344714" y="133"/>
                  </a:lnTo>
                  <a:lnTo>
                    <a:pt x="2353514" y="133"/>
                  </a:lnTo>
                  <a:lnTo>
                    <a:pt x="2362535" y="134"/>
                  </a:lnTo>
                  <a:lnTo>
                    <a:pt x="2371784" y="134"/>
                  </a:lnTo>
                  <a:lnTo>
                    <a:pt x="2381266" y="135"/>
                  </a:lnTo>
                  <a:lnTo>
                    <a:pt x="2390987" y="136"/>
                  </a:lnTo>
                  <a:lnTo>
                    <a:pt x="2400955" y="136"/>
                  </a:lnTo>
                  <a:lnTo>
                    <a:pt x="2411173" y="137"/>
                  </a:lnTo>
                  <a:lnTo>
                    <a:pt x="2421649" y="137"/>
                  </a:lnTo>
                  <a:lnTo>
                    <a:pt x="2432388" y="138"/>
                  </a:lnTo>
                  <a:lnTo>
                    <a:pt x="2443397" y="139"/>
                  </a:lnTo>
                  <a:lnTo>
                    <a:pt x="2454681" y="140"/>
                  </a:lnTo>
                  <a:lnTo>
                    <a:pt x="2466246" y="140"/>
                  </a:lnTo>
                  <a:lnTo>
                    <a:pt x="2478098" y="141"/>
                  </a:lnTo>
                  <a:lnTo>
                    <a:pt x="2490244" y="142"/>
                  </a:lnTo>
                  <a:lnTo>
                    <a:pt x="2502690" y="143"/>
                  </a:lnTo>
                  <a:lnTo>
                    <a:pt x="2515440" y="144"/>
                  </a:lnTo>
                  <a:lnTo>
                    <a:pt x="2528502" y="145"/>
                  </a:lnTo>
                  <a:lnTo>
                    <a:pt x="2541881" y="146"/>
                  </a:lnTo>
                  <a:lnTo>
                    <a:pt x="2555583" y="146"/>
                  </a:lnTo>
                  <a:lnTo>
                    <a:pt x="2569615" y="147"/>
                  </a:lnTo>
                  <a:lnTo>
                    <a:pt x="2583982" y="148"/>
                  </a:lnTo>
                  <a:lnTo>
                    <a:pt x="2598689" y="149"/>
                  </a:lnTo>
                  <a:lnTo>
                    <a:pt x="2613745" y="150"/>
                  </a:lnTo>
                  <a:lnTo>
                    <a:pt x="2629153" y="152"/>
                  </a:lnTo>
                  <a:lnTo>
                    <a:pt x="2644920" y="153"/>
                  </a:lnTo>
                  <a:lnTo>
                    <a:pt x="2661053" y="154"/>
                  </a:lnTo>
                  <a:lnTo>
                    <a:pt x="2677557" y="155"/>
                  </a:lnTo>
                  <a:lnTo>
                    <a:pt x="2694437" y="156"/>
                  </a:lnTo>
                  <a:lnTo>
                    <a:pt x="2695774" y="156"/>
                  </a:lnTo>
                  <a:lnTo>
                    <a:pt x="2697131" y="156"/>
                  </a:lnTo>
                  <a:lnTo>
                    <a:pt x="2701342" y="156"/>
                  </a:lnTo>
                  <a:lnTo>
                    <a:pt x="2705552" y="157"/>
                  </a:lnTo>
                  <a:lnTo>
                    <a:pt x="2709763" y="157"/>
                  </a:lnTo>
                  <a:lnTo>
                    <a:pt x="2713973" y="157"/>
                  </a:lnTo>
                  <a:lnTo>
                    <a:pt x="2718184" y="158"/>
                  </a:lnTo>
                  <a:lnTo>
                    <a:pt x="2722394" y="158"/>
                  </a:lnTo>
                  <a:lnTo>
                    <a:pt x="2726604" y="158"/>
                  </a:lnTo>
                  <a:lnTo>
                    <a:pt x="2730815" y="159"/>
                  </a:lnTo>
                  <a:lnTo>
                    <a:pt x="2735025" y="159"/>
                  </a:lnTo>
                  <a:lnTo>
                    <a:pt x="2739236" y="159"/>
                  </a:lnTo>
                  <a:lnTo>
                    <a:pt x="2743446" y="160"/>
                  </a:lnTo>
                  <a:lnTo>
                    <a:pt x="2747657" y="160"/>
                  </a:lnTo>
                  <a:lnTo>
                    <a:pt x="2751867" y="160"/>
                  </a:lnTo>
                  <a:lnTo>
                    <a:pt x="2756078" y="160"/>
                  </a:lnTo>
                  <a:lnTo>
                    <a:pt x="2760288" y="161"/>
                  </a:lnTo>
                  <a:lnTo>
                    <a:pt x="2764499" y="161"/>
                  </a:lnTo>
                  <a:lnTo>
                    <a:pt x="2768709" y="161"/>
                  </a:lnTo>
                  <a:lnTo>
                    <a:pt x="2772920" y="162"/>
                  </a:lnTo>
                  <a:lnTo>
                    <a:pt x="2777130" y="162"/>
                  </a:lnTo>
                  <a:lnTo>
                    <a:pt x="2781341" y="162"/>
                  </a:lnTo>
                  <a:lnTo>
                    <a:pt x="2785551" y="163"/>
                  </a:lnTo>
                  <a:lnTo>
                    <a:pt x="2789761" y="163"/>
                  </a:lnTo>
                  <a:lnTo>
                    <a:pt x="2793972" y="163"/>
                  </a:lnTo>
                  <a:lnTo>
                    <a:pt x="2798182" y="164"/>
                  </a:lnTo>
                  <a:lnTo>
                    <a:pt x="2802393" y="164"/>
                  </a:lnTo>
                  <a:lnTo>
                    <a:pt x="2806603" y="164"/>
                  </a:lnTo>
                  <a:lnTo>
                    <a:pt x="2810814" y="165"/>
                  </a:lnTo>
                  <a:lnTo>
                    <a:pt x="2815024" y="165"/>
                  </a:lnTo>
                  <a:lnTo>
                    <a:pt x="2819235" y="165"/>
                  </a:lnTo>
                  <a:lnTo>
                    <a:pt x="2823445" y="166"/>
                  </a:lnTo>
                  <a:lnTo>
                    <a:pt x="2827656" y="166"/>
                  </a:lnTo>
                  <a:lnTo>
                    <a:pt x="2831866" y="166"/>
                  </a:lnTo>
                  <a:lnTo>
                    <a:pt x="2836077" y="167"/>
                  </a:lnTo>
                  <a:lnTo>
                    <a:pt x="2840287" y="167"/>
                  </a:lnTo>
                  <a:lnTo>
                    <a:pt x="2844498" y="167"/>
                  </a:lnTo>
                  <a:lnTo>
                    <a:pt x="2848708" y="168"/>
                  </a:lnTo>
                  <a:lnTo>
                    <a:pt x="2852919" y="168"/>
                  </a:lnTo>
                  <a:lnTo>
                    <a:pt x="2857129" y="168"/>
                  </a:lnTo>
                  <a:lnTo>
                    <a:pt x="2861340" y="169"/>
                  </a:lnTo>
                  <a:lnTo>
                    <a:pt x="2865550" y="169"/>
                  </a:lnTo>
                  <a:lnTo>
                    <a:pt x="2869761" y="169"/>
                  </a:lnTo>
                  <a:lnTo>
                    <a:pt x="2873971" y="170"/>
                  </a:lnTo>
                  <a:lnTo>
                    <a:pt x="2878182" y="170"/>
                  </a:lnTo>
                  <a:lnTo>
                    <a:pt x="2882392" y="170"/>
                  </a:lnTo>
                  <a:lnTo>
                    <a:pt x="2886603" y="171"/>
                  </a:lnTo>
                  <a:lnTo>
                    <a:pt x="2890813" y="171"/>
                  </a:lnTo>
                  <a:lnTo>
                    <a:pt x="2895024" y="171"/>
                  </a:lnTo>
                  <a:lnTo>
                    <a:pt x="2899234" y="172"/>
                  </a:lnTo>
                  <a:lnTo>
                    <a:pt x="2903445" y="172"/>
                  </a:lnTo>
                  <a:lnTo>
                    <a:pt x="2907655" y="172"/>
                  </a:lnTo>
                  <a:lnTo>
                    <a:pt x="2911866" y="173"/>
                  </a:lnTo>
                  <a:lnTo>
                    <a:pt x="2916076" y="173"/>
                  </a:lnTo>
                  <a:lnTo>
                    <a:pt x="2920287" y="174"/>
                  </a:lnTo>
                  <a:lnTo>
                    <a:pt x="2924497" y="174"/>
                  </a:lnTo>
                  <a:lnTo>
                    <a:pt x="2928708" y="174"/>
                  </a:lnTo>
                  <a:lnTo>
                    <a:pt x="2932918" y="175"/>
                  </a:lnTo>
                  <a:lnTo>
                    <a:pt x="2937129" y="175"/>
                  </a:lnTo>
                  <a:lnTo>
                    <a:pt x="2941339" y="175"/>
                  </a:lnTo>
                  <a:lnTo>
                    <a:pt x="2945550" y="176"/>
                  </a:lnTo>
                  <a:lnTo>
                    <a:pt x="2949760" y="176"/>
                  </a:lnTo>
                  <a:lnTo>
                    <a:pt x="2953971" y="176"/>
                  </a:lnTo>
                  <a:lnTo>
                    <a:pt x="2958181" y="177"/>
                  </a:lnTo>
                  <a:lnTo>
                    <a:pt x="2962392" y="177"/>
                  </a:lnTo>
                  <a:lnTo>
                    <a:pt x="2966602" y="178"/>
                  </a:lnTo>
                  <a:lnTo>
                    <a:pt x="2966602" y="1510"/>
                  </a:lnTo>
                  <a:lnTo>
                    <a:pt x="2966602" y="2863"/>
                  </a:lnTo>
                  <a:lnTo>
                    <a:pt x="2920757" y="2863"/>
                  </a:lnTo>
                  <a:lnTo>
                    <a:pt x="2874911" y="2863"/>
                  </a:lnTo>
                  <a:lnTo>
                    <a:pt x="2829063" y="2863"/>
                  </a:lnTo>
                  <a:lnTo>
                    <a:pt x="2783213" y="2863"/>
                  </a:lnTo>
                  <a:lnTo>
                    <a:pt x="2737361" y="2863"/>
                  </a:lnTo>
                  <a:lnTo>
                    <a:pt x="2691505" y="2863"/>
                  </a:lnTo>
                  <a:lnTo>
                    <a:pt x="2645646" y="2863"/>
                  </a:lnTo>
                  <a:lnTo>
                    <a:pt x="2599781" y="2863"/>
                  </a:lnTo>
                  <a:lnTo>
                    <a:pt x="2553911" y="2863"/>
                  </a:lnTo>
                  <a:lnTo>
                    <a:pt x="2508035" y="2863"/>
                  </a:lnTo>
                  <a:lnTo>
                    <a:pt x="2462152" y="2863"/>
                  </a:lnTo>
                  <a:lnTo>
                    <a:pt x="2416262" y="2863"/>
                  </a:lnTo>
                  <a:lnTo>
                    <a:pt x="2370364" y="2863"/>
                  </a:lnTo>
                  <a:lnTo>
                    <a:pt x="2324457" y="2863"/>
                  </a:lnTo>
                  <a:lnTo>
                    <a:pt x="2278540" y="2863"/>
                  </a:lnTo>
                  <a:lnTo>
                    <a:pt x="2232613" y="2863"/>
                  </a:lnTo>
                  <a:lnTo>
                    <a:pt x="2186675" y="2863"/>
                  </a:lnTo>
                  <a:lnTo>
                    <a:pt x="2140726" y="2863"/>
                  </a:lnTo>
                  <a:lnTo>
                    <a:pt x="2094764" y="2863"/>
                  </a:lnTo>
                  <a:lnTo>
                    <a:pt x="2048790" y="2863"/>
                  </a:lnTo>
                  <a:lnTo>
                    <a:pt x="2002802" y="2863"/>
                  </a:lnTo>
                  <a:lnTo>
                    <a:pt x="1956800" y="2863"/>
                  </a:lnTo>
                  <a:lnTo>
                    <a:pt x="1910783" y="2863"/>
                  </a:lnTo>
                  <a:lnTo>
                    <a:pt x="1864750" y="2863"/>
                  </a:lnTo>
                  <a:lnTo>
                    <a:pt x="1818701" y="2863"/>
                  </a:lnTo>
                  <a:lnTo>
                    <a:pt x="1772635" y="2863"/>
                  </a:lnTo>
                  <a:lnTo>
                    <a:pt x="1726551" y="2863"/>
                  </a:lnTo>
                  <a:lnTo>
                    <a:pt x="1680449" y="2863"/>
                  </a:lnTo>
                  <a:lnTo>
                    <a:pt x="1634328" y="2863"/>
                  </a:lnTo>
                  <a:lnTo>
                    <a:pt x="1588188" y="2863"/>
                  </a:lnTo>
                  <a:lnTo>
                    <a:pt x="1542027" y="2863"/>
                  </a:lnTo>
                  <a:lnTo>
                    <a:pt x="1495845" y="2863"/>
                  </a:lnTo>
                  <a:lnTo>
                    <a:pt x="1449641" y="2863"/>
                  </a:lnTo>
                  <a:lnTo>
                    <a:pt x="1403415" y="2863"/>
                  </a:lnTo>
                  <a:lnTo>
                    <a:pt x="1357166" y="2863"/>
                  </a:lnTo>
                  <a:lnTo>
                    <a:pt x="1310893" y="2863"/>
                  </a:lnTo>
                  <a:lnTo>
                    <a:pt x="1264596" y="2863"/>
                  </a:lnTo>
                  <a:lnTo>
                    <a:pt x="1218274" y="2863"/>
                  </a:lnTo>
                  <a:lnTo>
                    <a:pt x="1171925" y="2863"/>
                  </a:lnTo>
                  <a:lnTo>
                    <a:pt x="1125551" y="2863"/>
                  </a:lnTo>
                  <a:lnTo>
                    <a:pt x="1079149" y="2863"/>
                  </a:lnTo>
                  <a:lnTo>
                    <a:pt x="1032719" y="2863"/>
                  </a:lnTo>
                  <a:lnTo>
                    <a:pt x="986261" y="2863"/>
                  </a:lnTo>
                  <a:lnTo>
                    <a:pt x="939774" y="2863"/>
                  </a:lnTo>
                  <a:lnTo>
                    <a:pt x="893257" y="2863"/>
                  </a:lnTo>
                  <a:lnTo>
                    <a:pt x="846710" y="2863"/>
                  </a:lnTo>
                  <a:lnTo>
                    <a:pt x="800131" y="2863"/>
                  </a:lnTo>
                  <a:lnTo>
                    <a:pt x="753520" y="2863"/>
                  </a:lnTo>
                  <a:lnTo>
                    <a:pt x="706877" y="2863"/>
                  </a:lnTo>
                  <a:lnTo>
                    <a:pt x="660200" y="2863"/>
                  </a:lnTo>
                  <a:lnTo>
                    <a:pt x="613490" y="2863"/>
                  </a:lnTo>
                  <a:lnTo>
                    <a:pt x="566745" y="2863"/>
                  </a:lnTo>
                  <a:lnTo>
                    <a:pt x="519965" y="2863"/>
                  </a:lnTo>
                  <a:lnTo>
                    <a:pt x="473148" y="2863"/>
                  </a:lnTo>
                  <a:lnTo>
                    <a:pt x="426296" y="2863"/>
                  </a:lnTo>
                  <a:lnTo>
                    <a:pt x="379405" y="2863"/>
                  </a:lnTo>
                  <a:lnTo>
                    <a:pt x="332477" y="2863"/>
                  </a:lnTo>
                  <a:lnTo>
                    <a:pt x="285510" y="2863"/>
                  </a:lnTo>
                  <a:lnTo>
                    <a:pt x="238504" y="2863"/>
                  </a:lnTo>
                  <a:lnTo>
                    <a:pt x="191458" y="2863"/>
                  </a:lnTo>
                  <a:lnTo>
                    <a:pt x="144371" y="2863"/>
                  </a:lnTo>
                  <a:lnTo>
                    <a:pt x="97243" y="2863"/>
                  </a:lnTo>
                  <a:lnTo>
                    <a:pt x="50073" y="2863"/>
                  </a:lnTo>
                  <a:lnTo>
                    <a:pt x="2860" y="2863"/>
                  </a:lnTo>
                  <a:lnTo>
                    <a:pt x="2860" y="21102"/>
                  </a:lnTo>
                  <a:lnTo>
                    <a:pt x="2860" y="39341"/>
                  </a:lnTo>
                  <a:lnTo>
                    <a:pt x="2860" y="57580"/>
                  </a:lnTo>
                  <a:lnTo>
                    <a:pt x="2860" y="75820"/>
                  </a:lnTo>
                  <a:lnTo>
                    <a:pt x="2860" y="94061"/>
                  </a:lnTo>
                  <a:lnTo>
                    <a:pt x="2860" y="112304"/>
                  </a:lnTo>
                  <a:lnTo>
                    <a:pt x="2860" y="130548"/>
                  </a:lnTo>
                  <a:lnTo>
                    <a:pt x="2860" y="148794"/>
                  </a:lnTo>
                  <a:lnTo>
                    <a:pt x="2860" y="167042"/>
                  </a:lnTo>
                  <a:lnTo>
                    <a:pt x="2860" y="185293"/>
                  </a:lnTo>
                  <a:lnTo>
                    <a:pt x="2860" y="203546"/>
                  </a:lnTo>
                  <a:lnTo>
                    <a:pt x="2860" y="221802"/>
                  </a:lnTo>
                  <a:lnTo>
                    <a:pt x="2860" y="240062"/>
                  </a:lnTo>
                  <a:lnTo>
                    <a:pt x="2860" y="258325"/>
                  </a:lnTo>
                  <a:lnTo>
                    <a:pt x="2860" y="276592"/>
                  </a:lnTo>
                  <a:lnTo>
                    <a:pt x="2860" y="294863"/>
                  </a:lnTo>
                  <a:lnTo>
                    <a:pt x="2860" y="313138"/>
                  </a:lnTo>
                  <a:lnTo>
                    <a:pt x="2860" y="331418"/>
                  </a:lnTo>
                  <a:lnTo>
                    <a:pt x="2860" y="349702"/>
                  </a:lnTo>
                  <a:lnTo>
                    <a:pt x="2860" y="367992"/>
                  </a:lnTo>
                  <a:lnTo>
                    <a:pt x="2860" y="386287"/>
                  </a:lnTo>
                  <a:lnTo>
                    <a:pt x="2860" y="404588"/>
                  </a:lnTo>
                  <a:lnTo>
                    <a:pt x="2860" y="422895"/>
                  </a:lnTo>
                  <a:lnTo>
                    <a:pt x="2860" y="441208"/>
                  </a:lnTo>
                  <a:lnTo>
                    <a:pt x="2860" y="459527"/>
                  </a:lnTo>
                  <a:lnTo>
                    <a:pt x="2860" y="477854"/>
                  </a:lnTo>
                  <a:lnTo>
                    <a:pt x="2860" y="496187"/>
                  </a:lnTo>
                  <a:lnTo>
                    <a:pt x="2860" y="514527"/>
                  </a:lnTo>
                  <a:lnTo>
                    <a:pt x="2860" y="532875"/>
                  </a:lnTo>
                  <a:lnTo>
                    <a:pt x="2860" y="551231"/>
                  </a:lnTo>
                  <a:lnTo>
                    <a:pt x="2860" y="569595"/>
                  </a:lnTo>
                  <a:lnTo>
                    <a:pt x="2860" y="587968"/>
                  </a:lnTo>
                  <a:lnTo>
                    <a:pt x="2860" y="606348"/>
                  </a:lnTo>
                  <a:lnTo>
                    <a:pt x="2860" y="624738"/>
                  </a:lnTo>
                  <a:lnTo>
                    <a:pt x="2860" y="643137"/>
                  </a:lnTo>
                  <a:lnTo>
                    <a:pt x="2860" y="661546"/>
                  </a:lnTo>
                  <a:lnTo>
                    <a:pt x="2860" y="679964"/>
                  </a:lnTo>
                  <a:lnTo>
                    <a:pt x="2860" y="698392"/>
                  </a:lnTo>
                  <a:lnTo>
                    <a:pt x="2860" y="716831"/>
                  </a:lnTo>
                  <a:lnTo>
                    <a:pt x="2860" y="735280"/>
                  </a:lnTo>
                  <a:lnTo>
                    <a:pt x="2860" y="753740"/>
                  </a:lnTo>
                  <a:lnTo>
                    <a:pt x="2860" y="772210"/>
                  </a:lnTo>
                  <a:lnTo>
                    <a:pt x="2860" y="790693"/>
                  </a:lnTo>
                  <a:lnTo>
                    <a:pt x="2860" y="809186"/>
                  </a:lnTo>
                  <a:lnTo>
                    <a:pt x="2860" y="827692"/>
                  </a:lnTo>
                  <a:lnTo>
                    <a:pt x="2860" y="846210"/>
                  </a:lnTo>
                  <a:lnTo>
                    <a:pt x="2860" y="864740"/>
                  </a:lnTo>
                  <a:lnTo>
                    <a:pt x="2860" y="883283"/>
                  </a:lnTo>
                  <a:lnTo>
                    <a:pt x="2860" y="901839"/>
                  </a:lnTo>
                  <a:lnTo>
                    <a:pt x="2860" y="920408"/>
                  </a:lnTo>
                  <a:lnTo>
                    <a:pt x="2860" y="938990"/>
                  </a:lnTo>
                  <a:lnTo>
                    <a:pt x="2860" y="957587"/>
                  </a:lnTo>
                  <a:lnTo>
                    <a:pt x="2860" y="976197"/>
                  </a:lnTo>
                  <a:lnTo>
                    <a:pt x="2860" y="994822"/>
                  </a:lnTo>
                  <a:lnTo>
                    <a:pt x="2860" y="1013461"/>
                  </a:lnTo>
                  <a:lnTo>
                    <a:pt x="2860" y="1032115"/>
                  </a:lnTo>
                  <a:lnTo>
                    <a:pt x="2860" y="1050784"/>
                  </a:lnTo>
                  <a:lnTo>
                    <a:pt x="2860" y="1069469"/>
                  </a:lnTo>
                  <a:lnTo>
                    <a:pt x="2860" y="1088169"/>
                  </a:lnTo>
                  <a:lnTo>
                    <a:pt x="2860" y="1106885"/>
                  </a:lnTo>
                  <a:lnTo>
                    <a:pt x="2860" y="1125618"/>
                  </a:lnTo>
                  <a:lnTo>
                    <a:pt x="2860" y="1144366"/>
                  </a:lnTo>
                  <a:lnTo>
                    <a:pt x="2860" y="1163132"/>
                  </a:lnTo>
                  <a:lnTo>
                    <a:pt x="2860" y="1181915"/>
                  </a:lnTo>
                  <a:lnTo>
                    <a:pt x="1527" y="1181915"/>
                  </a:lnTo>
                  <a:lnTo>
                    <a:pt x="174" y="1181915"/>
                  </a:lnTo>
                  <a:lnTo>
                    <a:pt x="173" y="1176640"/>
                  </a:lnTo>
                  <a:lnTo>
                    <a:pt x="172" y="1171366"/>
                  </a:lnTo>
                  <a:lnTo>
                    <a:pt x="171" y="1166092"/>
                  </a:lnTo>
                  <a:lnTo>
                    <a:pt x="170" y="1160818"/>
                  </a:lnTo>
                  <a:lnTo>
                    <a:pt x="168" y="1155544"/>
                  </a:lnTo>
                  <a:lnTo>
                    <a:pt x="167" y="1150269"/>
                  </a:lnTo>
                  <a:lnTo>
                    <a:pt x="166" y="1144995"/>
                  </a:lnTo>
                  <a:lnTo>
                    <a:pt x="165" y="1139721"/>
                  </a:lnTo>
                  <a:lnTo>
                    <a:pt x="164" y="1134447"/>
                  </a:lnTo>
                  <a:lnTo>
                    <a:pt x="163" y="1129173"/>
                  </a:lnTo>
                  <a:lnTo>
                    <a:pt x="162" y="1123898"/>
                  </a:lnTo>
                  <a:lnTo>
                    <a:pt x="161" y="1118624"/>
                  </a:lnTo>
                  <a:lnTo>
                    <a:pt x="160" y="1113350"/>
                  </a:lnTo>
                  <a:lnTo>
                    <a:pt x="159" y="1108076"/>
                  </a:lnTo>
                  <a:lnTo>
                    <a:pt x="158" y="1102802"/>
                  </a:lnTo>
                  <a:lnTo>
                    <a:pt x="157" y="1097527"/>
                  </a:lnTo>
                  <a:lnTo>
                    <a:pt x="156" y="1092253"/>
                  </a:lnTo>
                  <a:lnTo>
                    <a:pt x="155" y="1086979"/>
                  </a:lnTo>
                  <a:lnTo>
                    <a:pt x="154" y="1081705"/>
                  </a:lnTo>
                  <a:lnTo>
                    <a:pt x="153" y="1076431"/>
                  </a:lnTo>
                  <a:lnTo>
                    <a:pt x="152" y="1071157"/>
                  </a:lnTo>
                  <a:lnTo>
                    <a:pt x="151" y="1065882"/>
                  </a:lnTo>
                  <a:lnTo>
                    <a:pt x="150" y="1060608"/>
                  </a:lnTo>
                  <a:lnTo>
                    <a:pt x="149" y="1055334"/>
                  </a:lnTo>
                  <a:lnTo>
                    <a:pt x="148" y="1050060"/>
                  </a:lnTo>
                  <a:lnTo>
                    <a:pt x="147" y="1044786"/>
                  </a:lnTo>
                  <a:lnTo>
                    <a:pt x="146" y="1039511"/>
                  </a:lnTo>
                  <a:lnTo>
                    <a:pt x="145" y="1034237"/>
                  </a:lnTo>
                  <a:lnTo>
                    <a:pt x="144" y="1028963"/>
                  </a:lnTo>
                  <a:lnTo>
                    <a:pt x="143" y="1023689"/>
                  </a:lnTo>
                  <a:lnTo>
                    <a:pt x="142" y="1018415"/>
                  </a:lnTo>
                  <a:lnTo>
                    <a:pt x="141" y="1013140"/>
                  </a:lnTo>
                  <a:lnTo>
                    <a:pt x="140" y="1007866"/>
                  </a:lnTo>
                  <a:lnTo>
                    <a:pt x="140" y="1002592"/>
                  </a:lnTo>
                  <a:lnTo>
                    <a:pt x="139" y="997318"/>
                  </a:lnTo>
                  <a:lnTo>
                    <a:pt x="138" y="992044"/>
                  </a:lnTo>
                  <a:lnTo>
                    <a:pt x="137" y="986769"/>
                  </a:lnTo>
                  <a:lnTo>
                    <a:pt x="136" y="981495"/>
                  </a:lnTo>
                  <a:lnTo>
                    <a:pt x="135" y="976221"/>
                  </a:lnTo>
                  <a:lnTo>
                    <a:pt x="134" y="970947"/>
                  </a:lnTo>
                  <a:lnTo>
                    <a:pt x="133" y="965673"/>
                  </a:lnTo>
                  <a:lnTo>
                    <a:pt x="132" y="960398"/>
                  </a:lnTo>
                  <a:lnTo>
                    <a:pt x="132" y="955124"/>
                  </a:lnTo>
                  <a:lnTo>
                    <a:pt x="131" y="949850"/>
                  </a:lnTo>
                  <a:lnTo>
                    <a:pt x="130" y="944576"/>
                  </a:lnTo>
                  <a:lnTo>
                    <a:pt x="129" y="939302"/>
                  </a:lnTo>
                  <a:lnTo>
                    <a:pt x="128" y="934027"/>
                  </a:lnTo>
                  <a:lnTo>
                    <a:pt x="128" y="928753"/>
                  </a:lnTo>
                  <a:lnTo>
                    <a:pt x="127" y="923479"/>
                  </a:lnTo>
                  <a:lnTo>
                    <a:pt x="126" y="918205"/>
                  </a:lnTo>
                  <a:lnTo>
                    <a:pt x="125" y="912931"/>
                  </a:lnTo>
                  <a:lnTo>
                    <a:pt x="124" y="907656"/>
                  </a:lnTo>
                  <a:lnTo>
                    <a:pt x="124" y="902382"/>
                  </a:lnTo>
                  <a:lnTo>
                    <a:pt x="123" y="897108"/>
                  </a:lnTo>
                  <a:lnTo>
                    <a:pt x="122" y="891834"/>
                  </a:lnTo>
                  <a:lnTo>
                    <a:pt x="121" y="886560"/>
                  </a:lnTo>
                  <a:lnTo>
                    <a:pt x="121" y="881286"/>
                  </a:lnTo>
                  <a:lnTo>
                    <a:pt x="120" y="876011"/>
                  </a:lnTo>
                  <a:lnTo>
                    <a:pt x="119" y="870737"/>
                  </a:lnTo>
                  <a:lnTo>
                    <a:pt x="119" y="865463"/>
                  </a:lnTo>
                  <a:lnTo>
                    <a:pt x="118" y="860189"/>
                  </a:lnTo>
                  <a:lnTo>
                    <a:pt x="117" y="854915"/>
                  </a:lnTo>
                  <a:lnTo>
                    <a:pt x="117" y="849640"/>
                  </a:lnTo>
                  <a:lnTo>
                    <a:pt x="116" y="844366"/>
                  </a:lnTo>
                  <a:lnTo>
                    <a:pt x="116" y="843819"/>
                  </a:lnTo>
                  <a:lnTo>
                    <a:pt x="116" y="843111"/>
                  </a:lnTo>
                  <a:lnTo>
                    <a:pt x="116" y="841771"/>
                  </a:lnTo>
                  <a:lnTo>
                    <a:pt x="116" y="839324"/>
                  </a:lnTo>
                  <a:lnTo>
                    <a:pt x="116" y="837629"/>
                  </a:lnTo>
                  <a:lnTo>
                    <a:pt x="116" y="835934"/>
                  </a:lnTo>
                  <a:lnTo>
                    <a:pt x="115" y="834239"/>
                  </a:lnTo>
                  <a:lnTo>
                    <a:pt x="115" y="832544"/>
                  </a:lnTo>
                  <a:lnTo>
                    <a:pt x="115" y="830850"/>
                  </a:lnTo>
                  <a:lnTo>
                    <a:pt x="115" y="829155"/>
                  </a:lnTo>
                  <a:lnTo>
                    <a:pt x="115" y="827460"/>
                  </a:lnTo>
                  <a:lnTo>
                    <a:pt x="115" y="825765"/>
                  </a:lnTo>
                  <a:lnTo>
                    <a:pt x="114" y="824070"/>
                  </a:lnTo>
                  <a:lnTo>
                    <a:pt x="114" y="822376"/>
                  </a:lnTo>
                  <a:lnTo>
                    <a:pt x="114" y="820681"/>
                  </a:lnTo>
                  <a:lnTo>
                    <a:pt x="114" y="818986"/>
                  </a:lnTo>
                  <a:lnTo>
                    <a:pt x="114" y="817291"/>
                  </a:lnTo>
                  <a:lnTo>
                    <a:pt x="113" y="815597"/>
                  </a:lnTo>
                  <a:lnTo>
                    <a:pt x="113" y="813902"/>
                  </a:lnTo>
                  <a:lnTo>
                    <a:pt x="113" y="812207"/>
                  </a:lnTo>
                  <a:lnTo>
                    <a:pt x="113" y="810512"/>
                  </a:lnTo>
                  <a:lnTo>
                    <a:pt x="113" y="808817"/>
                  </a:lnTo>
                  <a:lnTo>
                    <a:pt x="113" y="807123"/>
                  </a:lnTo>
                  <a:lnTo>
                    <a:pt x="112" y="805428"/>
                  </a:lnTo>
                  <a:lnTo>
                    <a:pt x="112" y="803733"/>
                  </a:lnTo>
                  <a:lnTo>
                    <a:pt x="112" y="802038"/>
                  </a:lnTo>
                  <a:lnTo>
                    <a:pt x="112" y="800344"/>
                  </a:lnTo>
                  <a:lnTo>
                    <a:pt x="112" y="798649"/>
                  </a:lnTo>
                  <a:lnTo>
                    <a:pt x="111" y="796954"/>
                  </a:lnTo>
                  <a:lnTo>
                    <a:pt x="111" y="795259"/>
                  </a:lnTo>
                  <a:lnTo>
                    <a:pt x="111" y="793564"/>
                  </a:lnTo>
                  <a:lnTo>
                    <a:pt x="111" y="791870"/>
                  </a:lnTo>
                  <a:lnTo>
                    <a:pt x="111" y="790175"/>
                  </a:lnTo>
                  <a:lnTo>
                    <a:pt x="111" y="788480"/>
                  </a:lnTo>
                  <a:lnTo>
                    <a:pt x="110" y="786785"/>
                  </a:lnTo>
                  <a:lnTo>
                    <a:pt x="110" y="785091"/>
                  </a:lnTo>
                  <a:lnTo>
                    <a:pt x="110" y="783396"/>
                  </a:lnTo>
                  <a:lnTo>
                    <a:pt x="110" y="781701"/>
                  </a:lnTo>
                  <a:lnTo>
                    <a:pt x="110" y="780006"/>
                  </a:lnTo>
                  <a:lnTo>
                    <a:pt x="109" y="778312"/>
                  </a:lnTo>
                  <a:lnTo>
                    <a:pt x="109" y="776617"/>
                  </a:lnTo>
                  <a:lnTo>
                    <a:pt x="109" y="774922"/>
                  </a:lnTo>
                  <a:lnTo>
                    <a:pt x="109" y="773227"/>
                  </a:lnTo>
                  <a:lnTo>
                    <a:pt x="109" y="771532"/>
                  </a:lnTo>
                  <a:lnTo>
                    <a:pt x="109" y="769838"/>
                  </a:lnTo>
                  <a:lnTo>
                    <a:pt x="109" y="768143"/>
                  </a:lnTo>
                  <a:lnTo>
                    <a:pt x="108" y="766448"/>
                  </a:lnTo>
                  <a:lnTo>
                    <a:pt x="108" y="764753"/>
                  </a:lnTo>
                  <a:lnTo>
                    <a:pt x="108" y="763059"/>
                  </a:lnTo>
                  <a:lnTo>
                    <a:pt x="108" y="761364"/>
                  </a:lnTo>
                  <a:lnTo>
                    <a:pt x="108" y="759669"/>
                  </a:lnTo>
                  <a:lnTo>
                    <a:pt x="108" y="757974"/>
                  </a:lnTo>
                  <a:lnTo>
                    <a:pt x="107" y="756279"/>
                  </a:lnTo>
                  <a:lnTo>
                    <a:pt x="107" y="754585"/>
                  </a:lnTo>
                  <a:lnTo>
                    <a:pt x="107" y="752890"/>
                  </a:lnTo>
                  <a:lnTo>
                    <a:pt x="107" y="751195"/>
                  </a:lnTo>
                  <a:lnTo>
                    <a:pt x="107" y="749500"/>
                  </a:lnTo>
                  <a:lnTo>
                    <a:pt x="107" y="747806"/>
                  </a:lnTo>
                  <a:lnTo>
                    <a:pt x="107" y="746111"/>
                  </a:lnTo>
                  <a:lnTo>
                    <a:pt x="106" y="744416"/>
                  </a:lnTo>
                  <a:lnTo>
                    <a:pt x="106" y="742721"/>
                  </a:lnTo>
                  <a:lnTo>
                    <a:pt x="106" y="741026"/>
                  </a:lnTo>
                  <a:lnTo>
                    <a:pt x="106" y="739332"/>
                  </a:lnTo>
                  <a:lnTo>
                    <a:pt x="106" y="737637"/>
                  </a:lnTo>
                  <a:lnTo>
                    <a:pt x="106" y="735942"/>
                  </a:lnTo>
                  <a:lnTo>
                    <a:pt x="106" y="734247"/>
                  </a:lnTo>
                  <a:lnTo>
                    <a:pt x="105" y="732552"/>
                  </a:lnTo>
                  <a:lnTo>
                    <a:pt x="105" y="730858"/>
                  </a:lnTo>
                  <a:lnTo>
                    <a:pt x="105" y="729815"/>
                  </a:lnTo>
                  <a:lnTo>
                    <a:pt x="105" y="728772"/>
                  </a:lnTo>
                  <a:lnTo>
                    <a:pt x="105" y="727729"/>
                  </a:lnTo>
                  <a:lnTo>
                    <a:pt x="105" y="726686"/>
                  </a:lnTo>
                  <a:lnTo>
                    <a:pt x="105" y="725643"/>
                  </a:lnTo>
                  <a:lnTo>
                    <a:pt x="104" y="724600"/>
                  </a:lnTo>
                  <a:lnTo>
                    <a:pt x="104" y="723557"/>
                  </a:lnTo>
                  <a:lnTo>
                    <a:pt x="104" y="722514"/>
                  </a:lnTo>
                  <a:lnTo>
                    <a:pt x="104" y="721471"/>
                  </a:lnTo>
                  <a:lnTo>
                    <a:pt x="104" y="720428"/>
                  </a:lnTo>
                  <a:lnTo>
                    <a:pt x="104" y="719385"/>
                  </a:lnTo>
                  <a:lnTo>
                    <a:pt x="104" y="718342"/>
                  </a:lnTo>
                  <a:lnTo>
                    <a:pt x="103" y="717300"/>
                  </a:lnTo>
                  <a:lnTo>
                    <a:pt x="103" y="716257"/>
                  </a:lnTo>
                  <a:lnTo>
                    <a:pt x="103" y="715214"/>
                  </a:lnTo>
                  <a:lnTo>
                    <a:pt x="103" y="714171"/>
                  </a:lnTo>
                  <a:lnTo>
                    <a:pt x="103" y="713128"/>
                  </a:lnTo>
                  <a:lnTo>
                    <a:pt x="103" y="712085"/>
                  </a:lnTo>
                  <a:lnTo>
                    <a:pt x="103" y="711042"/>
                  </a:lnTo>
                  <a:lnTo>
                    <a:pt x="103" y="709999"/>
                  </a:lnTo>
                  <a:lnTo>
                    <a:pt x="103" y="708956"/>
                  </a:lnTo>
                  <a:lnTo>
                    <a:pt x="102" y="707913"/>
                  </a:lnTo>
                  <a:lnTo>
                    <a:pt x="102" y="706870"/>
                  </a:lnTo>
                  <a:lnTo>
                    <a:pt x="102" y="705828"/>
                  </a:lnTo>
                  <a:lnTo>
                    <a:pt x="102" y="704785"/>
                  </a:lnTo>
                  <a:lnTo>
                    <a:pt x="102" y="703742"/>
                  </a:lnTo>
                  <a:lnTo>
                    <a:pt x="102" y="702699"/>
                  </a:lnTo>
                  <a:lnTo>
                    <a:pt x="102" y="701656"/>
                  </a:lnTo>
                  <a:lnTo>
                    <a:pt x="102" y="700613"/>
                  </a:lnTo>
                  <a:lnTo>
                    <a:pt x="102" y="699570"/>
                  </a:lnTo>
                  <a:lnTo>
                    <a:pt x="102" y="698527"/>
                  </a:lnTo>
                  <a:lnTo>
                    <a:pt x="102" y="697484"/>
                  </a:lnTo>
                  <a:lnTo>
                    <a:pt x="101" y="696441"/>
                  </a:lnTo>
                  <a:lnTo>
                    <a:pt x="101" y="695398"/>
                  </a:lnTo>
                  <a:lnTo>
                    <a:pt x="101" y="694356"/>
                  </a:lnTo>
                  <a:lnTo>
                    <a:pt x="101" y="693313"/>
                  </a:lnTo>
                  <a:lnTo>
                    <a:pt x="101" y="692270"/>
                  </a:lnTo>
                  <a:lnTo>
                    <a:pt x="101" y="691227"/>
                  </a:lnTo>
                  <a:lnTo>
                    <a:pt x="101" y="690184"/>
                  </a:lnTo>
                  <a:lnTo>
                    <a:pt x="101" y="689141"/>
                  </a:lnTo>
                  <a:lnTo>
                    <a:pt x="101" y="688098"/>
                  </a:lnTo>
                  <a:lnTo>
                    <a:pt x="101" y="687055"/>
                  </a:lnTo>
                  <a:lnTo>
                    <a:pt x="101" y="686012"/>
                  </a:lnTo>
                  <a:lnTo>
                    <a:pt x="100" y="684969"/>
                  </a:lnTo>
                  <a:lnTo>
                    <a:pt x="100" y="683926"/>
                  </a:lnTo>
                  <a:lnTo>
                    <a:pt x="100" y="682883"/>
                  </a:lnTo>
                  <a:lnTo>
                    <a:pt x="100" y="681840"/>
                  </a:lnTo>
                  <a:lnTo>
                    <a:pt x="100" y="680798"/>
                  </a:lnTo>
                  <a:lnTo>
                    <a:pt x="100" y="679755"/>
                  </a:lnTo>
                  <a:lnTo>
                    <a:pt x="100" y="678712"/>
                  </a:lnTo>
                  <a:lnTo>
                    <a:pt x="100" y="677669"/>
                  </a:lnTo>
                  <a:lnTo>
                    <a:pt x="100" y="676610"/>
                  </a:lnTo>
                  <a:lnTo>
                    <a:pt x="99" y="675549"/>
                  </a:lnTo>
                  <a:lnTo>
                    <a:pt x="99" y="674482"/>
                  </a:lnTo>
                  <a:lnTo>
                    <a:pt x="99" y="673408"/>
                  </a:lnTo>
                  <a:lnTo>
                    <a:pt x="99" y="672323"/>
                  </a:lnTo>
                  <a:lnTo>
                    <a:pt x="98" y="669640"/>
                  </a:lnTo>
                  <a:lnTo>
                    <a:pt x="98" y="666956"/>
                  </a:lnTo>
                  <a:lnTo>
                    <a:pt x="98" y="664273"/>
                  </a:lnTo>
                  <a:lnTo>
                    <a:pt x="98" y="661590"/>
                  </a:lnTo>
                  <a:lnTo>
                    <a:pt x="97" y="658907"/>
                  </a:lnTo>
                  <a:lnTo>
                    <a:pt x="97" y="656223"/>
                  </a:lnTo>
                  <a:lnTo>
                    <a:pt x="97" y="653540"/>
                  </a:lnTo>
                  <a:lnTo>
                    <a:pt x="96" y="650857"/>
                  </a:lnTo>
                  <a:lnTo>
                    <a:pt x="96" y="648174"/>
                  </a:lnTo>
                  <a:lnTo>
                    <a:pt x="96" y="645491"/>
                  </a:lnTo>
                  <a:lnTo>
                    <a:pt x="95" y="642807"/>
                  </a:lnTo>
                  <a:lnTo>
                    <a:pt x="95" y="640124"/>
                  </a:lnTo>
                  <a:lnTo>
                    <a:pt x="95" y="637441"/>
                  </a:lnTo>
                  <a:lnTo>
                    <a:pt x="94" y="634758"/>
                  </a:lnTo>
                  <a:lnTo>
                    <a:pt x="94" y="632075"/>
                  </a:lnTo>
                  <a:lnTo>
                    <a:pt x="94" y="629391"/>
                  </a:lnTo>
                  <a:lnTo>
                    <a:pt x="93" y="626708"/>
                  </a:lnTo>
                  <a:lnTo>
                    <a:pt x="93" y="624025"/>
                  </a:lnTo>
                  <a:lnTo>
                    <a:pt x="93" y="621342"/>
                  </a:lnTo>
                  <a:lnTo>
                    <a:pt x="92" y="618659"/>
                  </a:lnTo>
                  <a:lnTo>
                    <a:pt x="92" y="615975"/>
                  </a:lnTo>
                  <a:lnTo>
                    <a:pt x="92" y="613292"/>
                  </a:lnTo>
                  <a:lnTo>
                    <a:pt x="91" y="610609"/>
                  </a:lnTo>
                  <a:lnTo>
                    <a:pt x="91" y="607926"/>
                  </a:lnTo>
                  <a:lnTo>
                    <a:pt x="90" y="605243"/>
                  </a:lnTo>
                  <a:lnTo>
                    <a:pt x="90" y="602559"/>
                  </a:lnTo>
                  <a:lnTo>
                    <a:pt x="90" y="599876"/>
                  </a:lnTo>
                  <a:lnTo>
                    <a:pt x="89" y="597193"/>
                  </a:lnTo>
                  <a:lnTo>
                    <a:pt x="89" y="594510"/>
                  </a:lnTo>
                  <a:lnTo>
                    <a:pt x="88" y="591827"/>
                  </a:lnTo>
                  <a:lnTo>
                    <a:pt x="88" y="589143"/>
                  </a:lnTo>
                  <a:lnTo>
                    <a:pt x="88" y="586460"/>
                  </a:lnTo>
                  <a:lnTo>
                    <a:pt x="87" y="583777"/>
                  </a:lnTo>
                  <a:lnTo>
                    <a:pt x="87" y="581094"/>
                  </a:lnTo>
                  <a:lnTo>
                    <a:pt x="86" y="578411"/>
                  </a:lnTo>
                  <a:lnTo>
                    <a:pt x="86" y="575727"/>
                  </a:lnTo>
                  <a:lnTo>
                    <a:pt x="85" y="573044"/>
                  </a:lnTo>
                  <a:lnTo>
                    <a:pt x="85" y="570361"/>
                  </a:lnTo>
                  <a:lnTo>
                    <a:pt x="84" y="567678"/>
                  </a:lnTo>
                  <a:lnTo>
                    <a:pt x="84" y="564994"/>
                  </a:lnTo>
                  <a:lnTo>
                    <a:pt x="83" y="562311"/>
                  </a:lnTo>
                  <a:lnTo>
                    <a:pt x="83" y="559628"/>
                  </a:lnTo>
                  <a:lnTo>
                    <a:pt x="82" y="556945"/>
                  </a:lnTo>
                  <a:lnTo>
                    <a:pt x="82" y="554262"/>
                  </a:lnTo>
                  <a:lnTo>
                    <a:pt x="81" y="551578"/>
                  </a:lnTo>
                  <a:lnTo>
                    <a:pt x="81" y="548895"/>
                  </a:lnTo>
                  <a:lnTo>
                    <a:pt x="80" y="546212"/>
                  </a:lnTo>
                  <a:lnTo>
                    <a:pt x="80" y="543529"/>
                  </a:lnTo>
                  <a:lnTo>
                    <a:pt x="79" y="540846"/>
                  </a:lnTo>
                  <a:lnTo>
                    <a:pt x="79" y="538162"/>
                  </a:lnTo>
                  <a:lnTo>
                    <a:pt x="78" y="535479"/>
                  </a:lnTo>
                  <a:lnTo>
                    <a:pt x="78" y="532796"/>
                  </a:lnTo>
                  <a:lnTo>
                    <a:pt x="77" y="530113"/>
                  </a:lnTo>
                  <a:lnTo>
                    <a:pt x="76" y="527430"/>
                  </a:lnTo>
                  <a:lnTo>
                    <a:pt x="76" y="524746"/>
                  </a:lnTo>
                  <a:lnTo>
                    <a:pt x="75" y="522063"/>
                  </a:lnTo>
                  <a:lnTo>
                    <a:pt x="75" y="519380"/>
                  </a:lnTo>
                  <a:lnTo>
                    <a:pt x="74" y="516697"/>
                  </a:lnTo>
                  <a:lnTo>
                    <a:pt x="73" y="514014"/>
                  </a:lnTo>
                  <a:lnTo>
                    <a:pt x="73" y="511330"/>
                  </a:lnTo>
                  <a:lnTo>
                    <a:pt x="72" y="508647"/>
                  </a:lnTo>
                  <a:lnTo>
                    <a:pt x="72" y="505964"/>
                  </a:lnTo>
                  <a:lnTo>
                    <a:pt x="71" y="503281"/>
                  </a:lnTo>
                  <a:lnTo>
                    <a:pt x="70" y="500598"/>
                  </a:lnTo>
                  <a:lnTo>
                    <a:pt x="70" y="497841"/>
                  </a:lnTo>
                  <a:lnTo>
                    <a:pt x="69" y="495085"/>
                  </a:lnTo>
                  <a:lnTo>
                    <a:pt x="69" y="492329"/>
                  </a:lnTo>
                  <a:lnTo>
                    <a:pt x="68" y="489573"/>
                  </a:lnTo>
                  <a:lnTo>
                    <a:pt x="68" y="486817"/>
                  </a:lnTo>
                  <a:lnTo>
                    <a:pt x="67" y="484061"/>
                  </a:lnTo>
                  <a:lnTo>
                    <a:pt x="67" y="481304"/>
                  </a:lnTo>
                  <a:lnTo>
                    <a:pt x="66" y="478548"/>
                  </a:lnTo>
                  <a:lnTo>
                    <a:pt x="66" y="475792"/>
                  </a:lnTo>
                  <a:lnTo>
                    <a:pt x="65" y="473036"/>
                  </a:lnTo>
                  <a:lnTo>
                    <a:pt x="65" y="470280"/>
                  </a:lnTo>
                  <a:lnTo>
                    <a:pt x="64" y="467524"/>
                  </a:lnTo>
                  <a:lnTo>
                    <a:pt x="64" y="464768"/>
                  </a:lnTo>
                  <a:lnTo>
                    <a:pt x="63" y="462011"/>
                  </a:lnTo>
                  <a:lnTo>
                    <a:pt x="63" y="459255"/>
                  </a:lnTo>
                  <a:lnTo>
                    <a:pt x="62" y="456499"/>
                  </a:lnTo>
                  <a:lnTo>
                    <a:pt x="62" y="453743"/>
                  </a:lnTo>
                  <a:lnTo>
                    <a:pt x="61" y="450987"/>
                  </a:lnTo>
                  <a:lnTo>
                    <a:pt x="61" y="448231"/>
                  </a:lnTo>
                  <a:lnTo>
                    <a:pt x="60" y="445475"/>
                  </a:lnTo>
                  <a:lnTo>
                    <a:pt x="60" y="442719"/>
                  </a:lnTo>
                  <a:lnTo>
                    <a:pt x="59" y="439962"/>
                  </a:lnTo>
                  <a:lnTo>
                    <a:pt x="59" y="437206"/>
                  </a:lnTo>
                  <a:lnTo>
                    <a:pt x="59" y="434450"/>
                  </a:lnTo>
                  <a:lnTo>
                    <a:pt x="58" y="431694"/>
                  </a:lnTo>
                  <a:lnTo>
                    <a:pt x="58" y="428938"/>
                  </a:lnTo>
                  <a:lnTo>
                    <a:pt x="57" y="426182"/>
                  </a:lnTo>
                  <a:lnTo>
                    <a:pt x="57" y="423426"/>
                  </a:lnTo>
                  <a:lnTo>
                    <a:pt x="57" y="420670"/>
                  </a:lnTo>
                  <a:lnTo>
                    <a:pt x="56" y="417913"/>
                  </a:lnTo>
                  <a:lnTo>
                    <a:pt x="56" y="415157"/>
                  </a:lnTo>
                  <a:lnTo>
                    <a:pt x="55" y="412401"/>
                  </a:lnTo>
                  <a:lnTo>
                    <a:pt x="55" y="409645"/>
                  </a:lnTo>
                  <a:lnTo>
                    <a:pt x="55" y="406889"/>
                  </a:lnTo>
                  <a:lnTo>
                    <a:pt x="54" y="404133"/>
                  </a:lnTo>
                  <a:lnTo>
                    <a:pt x="54" y="401377"/>
                  </a:lnTo>
                  <a:lnTo>
                    <a:pt x="54" y="398621"/>
                  </a:lnTo>
                  <a:lnTo>
                    <a:pt x="53" y="395864"/>
                  </a:lnTo>
                  <a:lnTo>
                    <a:pt x="53" y="393108"/>
                  </a:lnTo>
                  <a:lnTo>
                    <a:pt x="53" y="390352"/>
                  </a:lnTo>
                  <a:lnTo>
                    <a:pt x="52" y="387596"/>
                  </a:lnTo>
                  <a:lnTo>
                    <a:pt x="52" y="384840"/>
                  </a:lnTo>
                  <a:lnTo>
                    <a:pt x="52" y="382084"/>
                  </a:lnTo>
                  <a:lnTo>
                    <a:pt x="52" y="379328"/>
                  </a:lnTo>
                  <a:lnTo>
                    <a:pt x="51" y="376572"/>
                  </a:lnTo>
                  <a:lnTo>
                    <a:pt x="51" y="373816"/>
                  </a:lnTo>
                  <a:lnTo>
                    <a:pt x="51" y="371060"/>
                  </a:lnTo>
                  <a:lnTo>
                    <a:pt x="51" y="368303"/>
                  </a:lnTo>
                  <a:lnTo>
                    <a:pt x="50" y="365547"/>
                  </a:lnTo>
                  <a:lnTo>
                    <a:pt x="50" y="362791"/>
                  </a:lnTo>
                  <a:lnTo>
                    <a:pt x="50" y="360035"/>
                  </a:lnTo>
                  <a:lnTo>
                    <a:pt x="50" y="357279"/>
                  </a:lnTo>
                  <a:lnTo>
                    <a:pt x="49" y="354523"/>
                  </a:lnTo>
                  <a:lnTo>
                    <a:pt x="49" y="351767"/>
                  </a:lnTo>
                  <a:lnTo>
                    <a:pt x="49" y="349011"/>
                  </a:lnTo>
                  <a:lnTo>
                    <a:pt x="49" y="346255"/>
                  </a:lnTo>
                  <a:lnTo>
                    <a:pt x="49" y="343499"/>
                  </a:lnTo>
                  <a:lnTo>
                    <a:pt x="48" y="340742"/>
                  </a:lnTo>
                  <a:lnTo>
                    <a:pt x="48" y="337986"/>
                  </a:lnTo>
                  <a:lnTo>
                    <a:pt x="48" y="335230"/>
                  </a:lnTo>
                  <a:lnTo>
                    <a:pt x="48" y="332474"/>
                  </a:lnTo>
                  <a:lnTo>
                    <a:pt x="48" y="329718"/>
                  </a:lnTo>
                  <a:lnTo>
                    <a:pt x="48" y="326962"/>
                  </a:lnTo>
                  <a:lnTo>
                    <a:pt x="48" y="324206"/>
                  </a:lnTo>
                  <a:lnTo>
                    <a:pt x="47" y="323124"/>
                  </a:lnTo>
                  <a:lnTo>
                    <a:pt x="47" y="322042"/>
                  </a:lnTo>
                  <a:lnTo>
                    <a:pt x="47" y="320960"/>
                  </a:lnTo>
                  <a:lnTo>
                    <a:pt x="47" y="319878"/>
                  </a:lnTo>
                  <a:lnTo>
                    <a:pt x="47" y="318796"/>
                  </a:lnTo>
                  <a:lnTo>
                    <a:pt x="47" y="317714"/>
                  </a:lnTo>
                  <a:lnTo>
                    <a:pt x="47" y="316632"/>
                  </a:lnTo>
                  <a:lnTo>
                    <a:pt x="47" y="315550"/>
                  </a:lnTo>
                  <a:lnTo>
                    <a:pt x="47" y="314468"/>
                  </a:lnTo>
                  <a:lnTo>
                    <a:pt x="46" y="313386"/>
                  </a:lnTo>
                  <a:lnTo>
                    <a:pt x="46" y="312304"/>
                  </a:lnTo>
                  <a:lnTo>
                    <a:pt x="46" y="311223"/>
                  </a:lnTo>
                  <a:lnTo>
                    <a:pt x="46" y="310141"/>
                  </a:lnTo>
                  <a:lnTo>
                    <a:pt x="46" y="309059"/>
                  </a:lnTo>
                  <a:lnTo>
                    <a:pt x="46" y="307977"/>
                  </a:lnTo>
                  <a:lnTo>
                    <a:pt x="46" y="306895"/>
                  </a:lnTo>
                  <a:lnTo>
                    <a:pt x="46" y="305813"/>
                  </a:lnTo>
                  <a:lnTo>
                    <a:pt x="46" y="304731"/>
                  </a:lnTo>
                  <a:lnTo>
                    <a:pt x="46" y="303649"/>
                  </a:lnTo>
                  <a:lnTo>
                    <a:pt x="46" y="302568"/>
                  </a:lnTo>
                  <a:lnTo>
                    <a:pt x="46" y="301486"/>
                  </a:lnTo>
                  <a:lnTo>
                    <a:pt x="46" y="300404"/>
                  </a:lnTo>
                  <a:lnTo>
                    <a:pt x="46" y="299322"/>
                  </a:lnTo>
                  <a:lnTo>
                    <a:pt x="46" y="298097"/>
                  </a:lnTo>
                  <a:lnTo>
                    <a:pt x="46" y="296867"/>
                  </a:lnTo>
                  <a:lnTo>
                    <a:pt x="46" y="295628"/>
                  </a:lnTo>
                  <a:lnTo>
                    <a:pt x="46" y="294375"/>
                  </a:lnTo>
                  <a:lnTo>
                    <a:pt x="46" y="293140"/>
                  </a:lnTo>
                  <a:lnTo>
                    <a:pt x="46" y="291906"/>
                  </a:lnTo>
                  <a:lnTo>
                    <a:pt x="46" y="290671"/>
                  </a:lnTo>
                  <a:lnTo>
                    <a:pt x="46" y="289437"/>
                  </a:lnTo>
                  <a:lnTo>
                    <a:pt x="46" y="288202"/>
                  </a:lnTo>
                  <a:lnTo>
                    <a:pt x="45" y="286968"/>
                  </a:lnTo>
                  <a:lnTo>
                    <a:pt x="45" y="285733"/>
                  </a:lnTo>
                  <a:lnTo>
                    <a:pt x="45" y="284499"/>
                  </a:lnTo>
                  <a:lnTo>
                    <a:pt x="45" y="283264"/>
                  </a:lnTo>
                  <a:lnTo>
                    <a:pt x="45" y="282030"/>
                  </a:lnTo>
                  <a:lnTo>
                    <a:pt x="45" y="280795"/>
                  </a:lnTo>
                  <a:lnTo>
                    <a:pt x="44" y="279561"/>
                  </a:lnTo>
                  <a:lnTo>
                    <a:pt x="44" y="278326"/>
                  </a:lnTo>
                  <a:lnTo>
                    <a:pt x="44" y="277092"/>
                  </a:lnTo>
                  <a:lnTo>
                    <a:pt x="44" y="275857"/>
                  </a:lnTo>
                  <a:lnTo>
                    <a:pt x="44" y="274623"/>
                  </a:lnTo>
                  <a:lnTo>
                    <a:pt x="44" y="273388"/>
                  </a:lnTo>
                  <a:lnTo>
                    <a:pt x="43" y="272153"/>
                  </a:lnTo>
                  <a:lnTo>
                    <a:pt x="43" y="270919"/>
                  </a:lnTo>
                  <a:lnTo>
                    <a:pt x="43" y="269684"/>
                  </a:lnTo>
                  <a:lnTo>
                    <a:pt x="43" y="268450"/>
                  </a:lnTo>
                  <a:lnTo>
                    <a:pt x="43" y="267215"/>
                  </a:lnTo>
                  <a:lnTo>
                    <a:pt x="42" y="265981"/>
                  </a:lnTo>
                  <a:lnTo>
                    <a:pt x="42" y="264746"/>
                  </a:lnTo>
                  <a:lnTo>
                    <a:pt x="42" y="263512"/>
                  </a:lnTo>
                  <a:lnTo>
                    <a:pt x="42" y="262277"/>
                  </a:lnTo>
                  <a:lnTo>
                    <a:pt x="41" y="261043"/>
                  </a:lnTo>
                  <a:lnTo>
                    <a:pt x="41" y="259808"/>
                  </a:lnTo>
                  <a:lnTo>
                    <a:pt x="41" y="258574"/>
                  </a:lnTo>
                  <a:lnTo>
                    <a:pt x="41" y="257339"/>
                  </a:lnTo>
                  <a:lnTo>
                    <a:pt x="40" y="256105"/>
                  </a:lnTo>
                  <a:lnTo>
                    <a:pt x="40" y="254870"/>
                  </a:lnTo>
                  <a:lnTo>
                    <a:pt x="40" y="253636"/>
                  </a:lnTo>
                  <a:lnTo>
                    <a:pt x="40" y="252401"/>
                  </a:lnTo>
                  <a:lnTo>
                    <a:pt x="39" y="251167"/>
                  </a:lnTo>
                  <a:lnTo>
                    <a:pt x="39" y="249932"/>
                  </a:lnTo>
                  <a:lnTo>
                    <a:pt x="39" y="248697"/>
                  </a:lnTo>
                  <a:lnTo>
                    <a:pt x="39" y="247463"/>
                  </a:lnTo>
                  <a:lnTo>
                    <a:pt x="38" y="246228"/>
                  </a:lnTo>
                  <a:lnTo>
                    <a:pt x="38" y="244994"/>
                  </a:lnTo>
                  <a:lnTo>
                    <a:pt x="38" y="243759"/>
                  </a:lnTo>
                  <a:lnTo>
                    <a:pt x="37" y="242525"/>
                  </a:lnTo>
                  <a:lnTo>
                    <a:pt x="37" y="241290"/>
                  </a:lnTo>
                  <a:lnTo>
                    <a:pt x="37" y="240056"/>
                  </a:lnTo>
                  <a:lnTo>
                    <a:pt x="37" y="238821"/>
                  </a:lnTo>
                  <a:lnTo>
                    <a:pt x="36" y="237587"/>
                  </a:lnTo>
                  <a:lnTo>
                    <a:pt x="36" y="236352"/>
                  </a:lnTo>
                  <a:lnTo>
                    <a:pt x="36" y="235118"/>
                  </a:lnTo>
                  <a:lnTo>
                    <a:pt x="35" y="233883"/>
                  </a:lnTo>
                  <a:lnTo>
                    <a:pt x="35" y="232649"/>
                  </a:lnTo>
                  <a:lnTo>
                    <a:pt x="35" y="231414"/>
                  </a:lnTo>
                  <a:lnTo>
                    <a:pt x="34" y="230180"/>
                  </a:lnTo>
                  <a:lnTo>
                    <a:pt x="34" y="228945"/>
                  </a:lnTo>
                  <a:lnTo>
                    <a:pt x="34" y="227710"/>
                  </a:lnTo>
                  <a:lnTo>
                    <a:pt x="33" y="226476"/>
                  </a:lnTo>
                  <a:lnTo>
                    <a:pt x="33" y="225241"/>
                  </a:lnTo>
                  <a:lnTo>
                    <a:pt x="33" y="224007"/>
                  </a:lnTo>
                  <a:lnTo>
                    <a:pt x="32" y="222772"/>
                  </a:lnTo>
                  <a:lnTo>
                    <a:pt x="32" y="221538"/>
                  </a:lnTo>
                  <a:lnTo>
                    <a:pt x="32" y="220303"/>
                  </a:lnTo>
                  <a:lnTo>
                    <a:pt x="31" y="219069"/>
                  </a:lnTo>
                  <a:lnTo>
                    <a:pt x="31" y="217834"/>
                  </a:lnTo>
                  <a:lnTo>
                    <a:pt x="30" y="216600"/>
                  </a:lnTo>
                  <a:lnTo>
                    <a:pt x="30" y="215365"/>
                  </a:lnTo>
                  <a:lnTo>
                    <a:pt x="30" y="214126"/>
                  </a:lnTo>
                  <a:lnTo>
                    <a:pt x="29" y="212886"/>
                  </a:lnTo>
                  <a:lnTo>
                    <a:pt x="29" y="211647"/>
                  </a:lnTo>
                  <a:lnTo>
                    <a:pt x="29" y="210407"/>
                  </a:lnTo>
                  <a:lnTo>
                    <a:pt x="28" y="209168"/>
                  </a:lnTo>
                  <a:lnTo>
                    <a:pt x="28" y="207928"/>
                  </a:lnTo>
                  <a:lnTo>
                    <a:pt x="28" y="206689"/>
                  </a:lnTo>
                  <a:lnTo>
                    <a:pt x="27" y="205449"/>
                  </a:lnTo>
                  <a:lnTo>
                    <a:pt x="27" y="204210"/>
                  </a:lnTo>
                  <a:lnTo>
                    <a:pt x="27" y="202970"/>
                  </a:lnTo>
                  <a:lnTo>
                    <a:pt x="26" y="201731"/>
                  </a:lnTo>
                  <a:lnTo>
                    <a:pt x="26" y="200491"/>
                  </a:lnTo>
                  <a:lnTo>
                    <a:pt x="26" y="199252"/>
                  </a:lnTo>
                  <a:lnTo>
                    <a:pt x="26" y="198012"/>
                  </a:lnTo>
                  <a:lnTo>
                    <a:pt x="25" y="196773"/>
                  </a:lnTo>
                  <a:lnTo>
                    <a:pt x="25" y="195533"/>
                  </a:lnTo>
                  <a:lnTo>
                    <a:pt x="25" y="194294"/>
                  </a:lnTo>
                  <a:lnTo>
                    <a:pt x="25" y="193054"/>
                  </a:lnTo>
                  <a:lnTo>
                    <a:pt x="24" y="191815"/>
                  </a:lnTo>
                  <a:lnTo>
                    <a:pt x="24" y="190575"/>
                  </a:lnTo>
                  <a:lnTo>
                    <a:pt x="24" y="189336"/>
                  </a:lnTo>
                  <a:lnTo>
                    <a:pt x="24" y="188096"/>
                  </a:lnTo>
                  <a:lnTo>
                    <a:pt x="23" y="186857"/>
                  </a:lnTo>
                  <a:lnTo>
                    <a:pt x="23" y="185617"/>
                  </a:lnTo>
                  <a:lnTo>
                    <a:pt x="23" y="184378"/>
                  </a:lnTo>
                  <a:lnTo>
                    <a:pt x="23" y="183138"/>
                  </a:lnTo>
                  <a:lnTo>
                    <a:pt x="23" y="181899"/>
                  </a:lnTo>
                  <a:lnTo>
                    <a:pt x="23" y="180659"/>
                  </a:lnTo>
                  <a:lnTo>
                    <a:pt x="22" y="179420"/>
                  </a:lnTo>
                  <a:lnTo>
                    <a:pt x="22" y="178180"/>
                  </a:lnTo>
                  <a:lnTo>
                    <a:pt x="22" y="176941"/>
                  </a:lnTo>
                  <a:lnTo>
                    <a:pt x="22" y="175701"/>
                  </a:lnTo>
                  <a:lnTo>
                    <a:pt x="22" y="174462"/>
                  </a:lnTo>
                  <a:lnTo>
                    <a:pt x="22" y="173222"/>
                  </a:lnTo>
                  <a:lnTo>
                    <a:pt x="21" y="171983"/>
                  </a:lnTo>
                  <a:lnTo>
                    <a:pt x="21" y="170743"/>
                  </a:lnTo>
                  <a:lnTo>
                    <a:pt x="21" y="169504"/>
                  </a:lnTo>
                  <a:lnTo>
                    <a:pt x="21" y="168264"/>
                  </a:lnTo>
                  <a:lnTo>
                    <a:pt x="21" y="167025"/>
                  </a:lnTo>
                  <a:lnTo>
                    <a:pt x="21" y="165785"/>
                  </a:lnTo>
                  <a:lnTo>
                    <a:pt x="21" y="164546"/>
                  </a:lnTo>
                  <a:lnTo>
                    <a:pt x="21" y="163306"/>
                  </a:lnTo>
                  <a:lnTo>
                    <a:pt x="21" y="162067"/>
                  </a:lnTo>
                  <a:lnTo>
                    <a:pt x="21" y="160827"/>
                  </a:lnTo>
                  <a:lnTo>
                    <a:pt x="21" y="159588"/>
                  </a:lnTo>
                  <a:lnTo>
                    <a:pt x="21" y="158348"/>
                  </a:lnTo>
                  <a:lnTo>
                    <a:pt x="21" y="157109"/>
                  </a:lnTo>
                  <a:lnTo>
                    <a:pt x="20" y="155869"/>
                  </a:lnTo>
                  <a:lnTo>
                    <a:pt x="20" y="154630"/>
                  </a:lnTo>
                  <a:lnTo>
                    <a:pt x="20" y="153390"/>
                  </a:lnTo>
                  <a:lnTo>
                    <a:pt x="20" y="152151"/>
                  </a:lnTo>
                  <a:lnTo>
                    <a:pt x="20" y="150911"/>
                  </a:lnTo>
                  <a:lnTo>
                    <a:pt x="20" y="149672"/>
                  </a:lnTo>
                  <a:lnTo>
                    <a:pt x="20" y="148432"/>
                  </a:lnTo>
                  <a:lnTo>
                    <a:pt x="20" y="147193"/>
                  </a:lnTo>
                  <a:lnTo>
                    <a:pt x="20" y="145953"/>
                  </a:lnTo>
                  <a:lnTo>
                    <a:pt x="20" y="144714"/>
                  </a:lnTo>
                  <a:lnTo>
                    <a:pt x="20" y="143474"/>
                  </a:lnTo>
                  <a:lnTo>
                    <a:pt x="20" y="142235"/>
                  </a:lnTo>
                  <a:lnTo>
                    <a:pt x="21" y="140995"/>
                  </a:lnTo>
                  <a:lnTo>
                    <a:pt x="21" y="139756"/>
                  </a:lnTo>
                  <a:lnTo>
                    <a:pt x="21" y="138516"/>
                  </a:lnTo>
                  <a:lnTo>
                    <a:pt x="21" y="137277"/>
                  </a:lnTo>
                  <a:lnTo>
                    <a:pt x="21" y="136037"/>
                  </a:lnTo>
                  <a:lnTo>
                    <a:pt x="21" y="134988"/>
                  </a:lnTo>
                  <a:lnTo>
                    <a:pt x="21" y="133939"/>
                  </a:lnTo>
                  <a:lnTo>
                    <a:pt x="21" y="132891"/>
                  </a:lnTo>
                  <a:lnTo>
                    <a:pt x="21" y="131842"/>
                  </a:lnTo>
                  <a:lnTo>
                    <a:pt x="21" y="130793"/>
                  </a:lnTo>
                  <a:lnTo>
                    <a:pt x="21" y="129744"/>
                  </a:lnTo>
                  <a:lnTo>
                    <a:pt x="21" y="128695"/>
                  </a:lnTo>
                  <a:lnTo>
                    <a:pt x="21" y="127647"/>
                  </a:lnTo>
                  <a:lnTo>
                    <a:pt x="21" y="126598"/>
                  </a:lnTo>
                  <a:lnTo>
                    <a:pt x="21" y="125549"/>
                  </a:lnTo>
                  <a:lnTo>
                    <a:pt x="21" y="124500"/>
                  </a:lnTo>
                  <a:lnTo>
                    <a:pt x="21" y="123452"/>
                  </a:lnTo>
                  <a:lnTo>
                    <a:pt x="21" y="122403"/>
                  </a:lnTo>
                  <a:lnTo>
                    <a:pt x="21" y="121354"/>
                  </a:lnTo>
                  <a:lnTo>
                    <a:pt x="21" y="120305"/>
                  </a:lnTo>
                  <a:lnTo>
                    <a:pt x="21" y="119256"/>
                  </a:lnTo>
                  <a:lnTo>
                    <a:pt x="20" y="118208"/>
                  </a:lnTo>
                  <a:lnTo>
                    <a:pt x="20" y="117159"/>
                  </a:lnTo>
                  <a:lnTo>
                    <a:pt x="20" y="116110"/>
                  </a:lnTo>
                  <a:lnTo>
                    <a:pt x="20" y="115061"/>
                  </a:lnTo>
                  <a:lnTo>
                    <a:pt x="20" y="114012"/>
                  </a:lnTo>
                  <a:lnTo>
                    <a:pt x="20" y="112963"/>
                  </a:lnTo>
                  <a:lnTo>
                    <a:pt x="19" y="111915"/>
                  </a:lnTo>
                  <a:lnTo>
                    <a:pt x="19" y="110866"/>
                  </a:lnTo>
                  <a:lnTo>
                    <a:pt x="19" y="109817"/>
                  </a:lnTo>
                  <a:lnTo>
                    <a:pt x="19" y="108768"/>
                  </a:lnTo>
                  <a:lnTo>
                    <a:pt x="18" y="107719"/>
                  </a:lnTo>
                  <a:lnTo>
                    <a:pt x="18" y="106671"/>
                  </a:lnTo>
                  <a:lnTo>
                    <a:pt x="18" y="105622"/>
                  </a:lnTo>
                  <a:lnTo>
                    <a:pt x="18" y="104573"/>
                  </a:lnTo>
                  <a:lnTo>
                    <a:pt x="17" y="103524"/>
                  </a:lnTo>
                  <a:lnTo>
                    <a:pt x="17" y="102475"/>
                  </a:lnTo>
                  <a:lnTo>
                    <a:pt x="17" y="101426"/>
                  </a:lnTo>
                  <a:lnTo>
                    <a:pt x="16" y="100378"/>
                  </a:lnTo>
                  <a:lnTo>
                    <a:pt x="16" y="99329"/>
                  </a:lnTo>
                  <a:lnTo>
                    <a:pt x="16" y="98280"/>
                  </a:lnTo>
                  <a:lnTo>
                    <a:pt x="15" y="97231"/>
                  </a:lnTo>
                  <a:lnTo>
                    <a:pt x="15" y="96182"/>
                  </a:lnTo>
                  <a:lnTo>
                    <a:pt x="14" y="95133"/>
                  </a:lnTo>
                  <a:lnTo>
                    <a:pt x="14" y="94084"/>
                  </a:lnTo>
                  <a:lnTo>
                    <a:pt x="13" y="93036"/>
                  </a:lnTo>
                  <a:lnTo>
                    <a:pt x="13" y="91987"/>
                  </a:lnTo>
                  <a:lnTo>
                    <a:pt x="12" y="90938"/>
                  </a:lnTo>
                  <a:lnTo>
                    <a:pt x="12" y="89889"/>
                  </a:lnTo>
                  <a:lnTo>
                    <a:pt x="11" y="88840"/>
                  </a:lnTo>
                  <a:lnTo>
                    <a:pt x="11" y="87791"/>
                  </a:lnTo>
                  <a:lnTo>
                    <a:pt x="10" y="86742"/>
                  </a:lnTo>
                  <a:lnTo>
                    <a:pt x="10" y="85694"/>
                  </a:lnTo>
                  <a:lnTo>
                    <a:pt x="9" y="84645"/>
                  </a:lnTo>
                  <a:lnTo>
                    <a:pt x="9" y="83596"/>
                  </a:lnTo>
                  <a:lnTo>
                    <a:pt x="9" y="82547"/>
                  </a:lnTo>
                  <a:lnTo>
                    <a:pt x="8" y="81499"/>
                  </a:lnTo>
                  <a:lnTo>
                    <a:pt x="8" y="80450"/>
                  </a:lnTo>
                  <a:lnTo>
                    <a:pt x="8" y="79401"/>
                  </a:lnTo>
                  <a:lnTo>
                    <a:pt x="8" y="78352"/>
                  </a:lnTo>
                  <a:lnTo>
                    <a:pt x="8" y="77303"/>
                  </a:lnTo>
                  <a:lnTo>
                    <a:pt x="7" y="76254"/>
                  </a:lnTo>
                  <a:lnTo>
                    <a:pt x="7" y="75206"/>
                  </a:lnTo>
                  <a:lnTo>
                    <a:pt x="7" y="74157"/>
                  </a:lnTo>
                  <a:lnTo>
                    <a:pt x="7" y="73108"/>
                  </a:lnTo>
                  <a:lnTo>
                    <a:pt x="7" y="72059"/>
                  </a:lnTo>
                  <a:lnTo>
                    <a:pt x="7" y="71010"/>
                  </a:lnTo>
                  <a:lnTo>
                    <a:pt x="7" y="69962"/>
                  </a:lnTo>
                  <a:lnTo>
                    <a:pt x="7" y="68913"/>
                  </a:lnTo>
                  <a:lnTo>
                    <a:pt x="7" y="67864"/>
                  </a:lnTo>
                  <a:lnTo>
                    <a:pt x="7" y="66815"/>
                  </a:lnTo>
                  <a:lnTo>
                    <a:pt x="8" y="65766"/>
                  </a:lnTo>
                  <a:lnTo>
                    <a:pt x="8" y="64717"/>
                  </a:lnTo>
                  <a:lnTo>
                    <a:pt x="8" y="63668"/>
                  </a:lnTo>
                  <a:lnTo>
                    <a:pt x="8" y="62620"/>
                  </a:lnTo>
                  <a:lnTo>
                    <a:pt x="9" y="61571"/>
                  </a:lnTo>
                  <a:lnTo>
                    <a:pt x="9" y="60522"/>
                  </a:lnTo>
                  <a:lnTo>
                    <a:pt x="9" y="59473"/>
                  </a:lnTo>
                  <a:lnTo>
                    <a:pt x="10" y="58424"/>
                  </a:lnTo>
                  <a:lnTo>
                    <a:pt x="10" y="57375"/>
                  </a:lnTo>
                  <a:lnTo>
                    <a:pt x="10" y="56318"/>
                  </a:lnTo>
                  <a:lnTo>
                    <a:pt x="10" y="55261"/>
                  </a:lnTo>
                  <a:lnTo>
                    <a:pt x="11" y="54204"/>
                  </a:lnTo>
                  <a:lnTo>
                    <a:pt x="11" y="53147"/>
                  </a:lnTo>
                  <a:lnTo>
                    <a:pt x="11" y="52090"/>
                  </a:lnTo>
                  <a:lnTo>
                    <a:pt x="11" y="51033"/>
                  </a:lnTo>
                  <a:lnTo>
                    <a:pt x="11" y="49976"/>
                  </a:lnTo>
                  <a:lnTo>
                    <a:pt x="11" y="48920"/>
                  </a:lnTo>
                  <a:lnTo>
                    <a:pt x="10" y="47863"/>
                  </a:lnTo>
                  <a:lnTo>
                    <a:pt x="10" y="46806"/>
                  </a:lnTo>
                  <a:lnTo>
                    <a:pt x="10" y="45749"/>
                  </a:lnTo>
                  <a:lnTo>
                    <a:pt x="9" y="44692"/>
                  </a:lnTo>
                  <a:lnTo>
                    <a:pt x="9" y="43635"/>
                  </a:lnTo>
                  <a:lnTo>
                    <a:pt x="8" y="42578"/>
                  </a:lnTo>
                  <a:lnTo>
                    <a:pt x="8" y="41521"/>
                  </a:lnTo>
                  <a:lnTo>
                    <a:pt x="7" y="40464"/>
                  </a:lnTo>
                  <a:lnTo>
                    <a:pt x="6" y="39407"/>
                  </a:lnTo>
                  <a:lnTo>
                    <a:pt x="5" y="38320"/>
                  </a:lnTo>
                  <a:lnTo>
                    <a:pt x="4" y="37233"/>
                  </a:lnTo>
                  <a:lnTo>
                    <a:pt x="3" y="36146"/>
                  </a:lnTo>
                  <a:lnTo>
                    <a:pt x="3" y="35058"/>
                  </a:lnTo>
                  <a:lnTo>
                    <a:pt x="2" y="33971"/>
                  </a:lnTo>
                  <a:lnTo>
                    <a:pt x="2" y="32884"/>
                  </a:lnTo>
                  <a:lnTo>
                    <a:pt x="2" y="31797"/>
                  </a:lnTo>
                  <a:lnTo>
                    <a:pt x="2" y="30710"/>
                  </a:lnTo>
                  <a:lnTo>
                    <a:pt x="2" y="29622"/>
                  </a:lnTo>
                  <a:lnTo>
                    <a:pt x="3" y="28535"/>
                  </a:lnTo>
                  <a:lnTo>
                    <a:pt x="3" y="27448"/>
                  </a:lnTo>
                  <a:lnTo>
                    <a:pt x="4" y="26361"/>
                  </a:lnTo>
                  <a:lnTo>
                    <a:pt x="5" y="25274"/>
                  </a:lnTo>
                  <a:lnTo>
                    <a:pt x="6" y="24186"/>
                  </a:lnTo>
                  <a:lnTo>
                    <a:pt x="7" y="23099"/>
                  </a:lnTo>
                  <a:lnTo>
                    <a:pt x="7" y="21919"/>
                  </a:lnTo>
                  <a:lnTo>
                    <a:pt x="7" y="20739"/>
                  </a:lnTo>
                  <a:lnTo>
                    <a:pt x="6" y="19559"/>
                  </a:lnTo>
                  <a:lnTo>
                    <a:pt x="4" y="18380"/>
                  </a:lnTo>
                  <a:lnTo>
                    <a:pt x="2" y="17200"/>
                  </a:lnTo>
                  <a:lnTo>
                    <a:pt x="1" y="16065"/>
                  </a:lnTo>
                  <a:lnTo>
                    <a:pt x="0" y="14930"/>
                  </a:lnTo>
                  <a:lnTo>
                    <a:pt x="1" y="13795"/>
                  </a:lnTo>
                  <a:lnTo>
                    <a:pt x="1" y="12660"/>
                  </a:lnTo>
                  <a:lnTo>
                    <a:pt x="3" y="11525"/>
                  </a:lnTo>
                  <a:lnTo>
                    <a:pt x="4" y="10390"/>
                  </a:lnTo>
                  <a:lnTo>
                    <a:pt x="6" y="9255"/>
                  </a:lnTo>
                  <a:lnTo>
                    <a:pt x="6" y="8151"/>
                  </a:lnTo>
                  <a:lnTo>
                    <a:pt x="6" y="7041"/>
                  </a:lnTo>
                  <a:lnTo>
                    <a:pt x="6" y="5924"/>
                  </a:lnTo>
                  <a:lnTo>
                    <a:pt x="6" y="4793"/>
                  </a:lnTo>
                  <a:lnTo>
                    <a:pt x="97" y="3314"/>
                  </a:lnTo>
                  <a:lnTo>
                    <a:pt x="235" y="2192"/>
                  </a:lnTo>
                  <a:lnTo>
                    <a:pt x="469" y="1374"/>
                  </a:lnTo>
                  <a:lnTo>
                    <a:pt x="851" y="809"/>
                  </a:lnTo>
                  <a:lnTo>
                    <a:pt x="1433" y="443"/>
                  </a:lnTo>
                  <a:lnTo>
                    <a:pt x="2265" y="223"/>
                  </a:lnTo>
                  <a:lnTo>
                    <a:pt x="3398" y="96"/>
                  </a:lnTo>
                  <a:lnTo>
                    <a:pt x="4883" y="10"/>
                  </a:lnTo>
                  <a:close/>
                </a:path>
              </a:pathLst>
            </a:custGeom>
            <a:solidFill>
              <a:srgbClr val="48484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egion 21 #3683C0"/>
            <p:cNvSpPr/>
            <p:nvPr/>
          </p:nvSpPr>
          <p:spPr>
            <a:xfrm>
              <a:off x="2221950" y="567506"/>
              <a:ext cx="231421" cy="37122"/>
            </a:xfrm>
            <a:custGeom>
              <a:avLst/>
              <a:gdLst/>
              <a:ahLst/>
              <a:cxnLst/>
              <a:rect l="l" t="t" r="r" b="b"/>
              <a:pathLst>
                <a:path w="231421" h="37122">
                  <a:moveTo>
                    <a:pt x="36440" y="76"/>
                  </a:moveTo>
                  <a:lnTo>
                    <a:pt x="37648" y="76"/>
                  </a:lnTo>
                  <a:lnTo>
                    <a:pt x="38855" y="76"/>
                  </a:lnTo>
                  <a:lnTo>
                    <a:pt x="40062" y="76"/>
                  </a:lnTo>
                  <a:lnTo>
                    <a:pt x="41270" y="75"/>
                  </a:lnTo>
                  <a:lnTo>
                    <a:pt x="42478" y="74"/>
                  </a:lnTo>
                  <a:lnTo>
                    <a:pt x="43566" y="74"/>
                  </a:lnTo>
                  <a:lnTo>
                    <a:pt x="44655" y="75"/>
                  </a:lnTo>
                  <a:lnTo>
                    <a:pt x="45743" y="76"/>
                  </a:lnTo>
                  <a:lnTo>
                    <a:pt x="46832" y="78"/>
                  </a:lnTo>
                  <a:lnTo>
                    <a:pt x="47920" y="80"/>
                  </a:lnTo>
                  <a:lnTo>
                    <a:pt x="49009" y="83"/>
                  </a:lnTo>
                  <a:lnTo>
                    <a:pt x="50097" y="86"/>
                  </a:lnTo>
                  <a:lnTo>
                    <a:pt x="51186" y="90"/>
                  </a:lnTo>
                  <a:lnTo>
                    <a:pt x="52274" y="94"/>
                  </a:lnTo>
                  <a:lnTo>
                    <a:pt x="53363" y="98"/>
                  </a:lnTo>
                  <a:lnTo>
                    <a:pt x="54452" y="103"/>
                  </a:lnTo>
                  <a:lnTo>
                    <a:pt x="55540" y="108"/>
                  </a:lnTo>
                  <a:lnTo>
                    <a:pt x="56629" y="113"/>
                  </a:lnTo>
                  <a:lnTo>
                    <a:pt x="57717" y="118"/>
                  </a:lnTo>
                  <a:lnTo>
                    <a:pt x="58806" y="124"/>
                  </a:lnTo>
                  <a:lnTo>
                    <a:pt x="59874" y="129"/>
                  </a:lnTo>
                  <a:lnTo>
                    <a:pt x="60942" y="133"/>
                  </a:lnTo>
                  <a:lnTo>
                    <a:pt x="62010" y="136"/>
                  </a:lnTo>
                  <a:lnTo>
                    <a:pt x="63078" y="139"/>
                  </a:lnTo>
                  <a:lnTo>
                    <a:pt x="64146" y="142"/>
                  </a:lnTo>
                  <a:lnTo>
                    <a:pt x="65214" y="144"/>
                  </a:lnTo>
                  <a:lnTo>
                    <a:pt x="66282" y="146"/>
                  </a:lnTo>
                  <a:lnTo>
                    <a:pt x="67350" y="148"/>
                  </a:lnTo>
                  <a:lnTo>
                    <a:pt x="68418" y="150"/>
                  </a:lnTo>
                  <a:lnTo>
                    <a:pt x="69485" y="151"/>
                  </a:lnTo>
                  <a:lnTo>
                    <a:pt x="70553" y="152"/>
                  </a:lnTo>
                  <a:lnTo>
                    <a:pt x="71621" y="153"/>
                  </a:lnTo>
                  <a:lnTo>
                    <a:pt x="72689" y="154"/>
                  </a:lnTo>
                  <a:lnTo>
                    <a:pt x="73757" y="155"/>
                  </a:lnTo>
                  <a:lnTo>
                    <a:pt x="74825" y="155"/>
                  </a:lnTo>
                  <a:lnTo>
                    <a:pt x="75893" y="156"/>
                  </a:lnTo>
                  <a:lnTo>
                    <a:pt x="76935" y="158"/>
                  </a:lnTo>
                  <a:lnTo>
                    <a:pt x="77978" y="159"/>
                  </a:lnTo>
                  <a:lnTo>
                    <a:pt x="79021" y="161"/>
                  </a:lnTo>
                  <a:lnTo>
                    <a:pt x="80064" y="162"/>
                  </a:lnTo>
                  <a:lnTo>
                    <a:pt x="81107" y="164"/>
                  </a:lnTo>
                  <a:lnTo>
                    <a:pt x="82150" y="166"/>
                  </a:lnTo>
                  <a:lnTo>
                    <a:pt x="83193" y="168"/>
                  </a:lnTo>
                  <a:lnTo>
                    <a:pt x="84236" y="170"/>
                  </a:lnTo>
                  <a:lnTo>
                    <a:pt x="85279" y="172"/>
                  </a:lnTo>
                  <a:lnTo>
                    <a:pt x="86322" y="175"/>
                  </a:lnTo>
                  <a:lnTo>
                    <a:pt x="87364" y="177"/>
                  </a:lnTo>
                  <a:lnTo>
                    <a:pt x="88407" y="180"/>
                  </a:lnTo>
                  <a:lnTo>
                    <a:pt x="89450" y="182"/>
                  </a:lnTo>
                  <a:lnTo>
                    <a:pt x="90493" y="185"/>
                  </a:lnTo>
                  <a:lnTo>
                    <a:pt x="91536" y="188"/>
                  </a:lnTo>
                  <a:lnTo>
                    <a:pt x="92579" y="191"/>
                  </a:lnTo>
                  <a:lnTo>
                    <a:pt x="93622" y="194"/>
                  </a:lnTo>
                  <a:lnTo>
                    <a:pt x="94665" y="197"/>
                  </a:lnTo>
                  <a:lnTo>
                    <a:pt x="95708" y="200"/>
                  </a:lnTo>
                  <a:lnTo>
                    <a:pt x="96751" y="203"/>
                  </a:lnTo>
                  <a:lnTo>
                    <a:pt x="97793" y="206"/>
                  </a:lnTo>
                  <a:lnTo>
                    <a:pt x="98836" y="210"/>
                  </a:lnTo>
                  <a:lnTo>
                    <a:pt x="99879" y="213"/>
                  </a:lnTo>
                  <a:lnTo>
                    <a:pt x="100922" y="217"/>
                  </a:lnTo>
                  <a:lnTo>
                    <a:pt x="101965" y="220"/>
                  </a:lnTo>
                  <a:lnTo>
                    <a:pt x="103008" y="224"/>
                  </a:lnTo>
                  <a:lnTo>
                    <a:pt x="104051" y="228"/>
                  </a:lnTo>
                  <a:lnTo>
                    <a:pt x="105094" y="232"/>
                  </a:lnTo>
                  <a:lnTo>
                    <a:pt x="106137" y="236"/>
                  </a:lnTo>
                  <a:lnTo>
                    <a:pt x="107180" y="240"/>
                  </a:lnTo>
                  <a:lnTo>
                    <a:pt x="108222" y="244"/>
                  </a:lnTo>
                  <a:lnTo>
                    <a:pt x="109274" y="247"/>
                  </a:lnTo>
                  <a:lnTo>
                    <a:pt x="110327" y="251"/>
                  </a:lnTo>
                  <a:lnTo>
                    <a:pt x="111379" y="254"/>
                  </a:lnTo>
                  <a:lnTo>
                    <a:pt x="112431" y="258"/>
                  </a:lnTo>
                  <a:lnTo>
                    <a:pt x="113483" y="261"/>
                  </a:lnTo>
                  <a:lnTo>
                    <a:pt x="114535" y="264"/>
                  </a:lnTo>
                  <a:lnTo>
                    <a:pt x="115587" y="268"/>
                  </a:lnTo>
                  <a:lnTo>
                    <a:pt x="116639" y="271"/>
                  </a:lnTo>
                  <a:lnTo>
                    <a:pt x="117691" y="274"/>
                  </a:lnTo>
                  <a:lnTo>
                    <a:pt x="118743" y="277"/>
                  </a:lnTo>
                  <a:lnTo>
                    <a:pt x="119795" y="279"/>
                  </a:lnTo>
                  <a:lnTo>
                    <a:pt x="120847" y="282"/>
                  </a:lnTo>
                  <a:lnTo>
                    <a:pt x="121899" y="285"/>
                  </a:lnTo>
                  <a:lnTo>
                    <a:pt x="122951" y="288"/>
                  </a:lnTo>
                  <a:lnTo>
                    <a:pt x="124003" y="290"/>
                  </a:lnTo>
                  <a:lnTo>
                    <a:pt x="125055" y="293"/>
                  </a:lnTo>
                  <a:lnTo>
                    <a:pt x="126107" y="295"/>
                  </a:lnTo>
                  <a:lnTo>
                    <a:pt x="127159" y="297"/>
                  </a:lnTo>
                  <a:lnTo>
                    <a:pt x="128210" y="300"/>
                  </a:lnTo>
                  <a:lnTo>
                    <a:pt x="129262" y="302"/>
                  </a:lnTo>
                  <a:lnTo>
                    <a:pt x="130314" y="304"/>
                  </a:lnTo>
                  <a:lnTo>
                    <a:pt x="131366" y="306"/>
                  </a:lnTo>
                  <a:lnTo>
                    <a:pt x="132418" y="308"/>
                  </a:lnTo>
                  <a:lnTo>
                    <a:pt x="133470" y="310"/>
                  </a:lnTo>
                  <a:lnTo>
                    <a:pt x="134522" y="312"/>
                  </a:lnTo>
                  <a:lnTo>
                    <a:pt x="135574" y="314"/>
                  </a:lnTo>
                  <a:lnTo>
                    <a:pt x="136626" y="316"/>
                  </a:lnTo>
                  <a:lnTo>
                    <a:pt x="137678" y="318"/>
                  </a:lnTo>
                  <a:lnTo>
                    <a:pt x="138730" y="320"/>
                  </a:lnTo>
                  <a:lnTo>
                    <a:pt x="139782" y="322"/>
                  </a:lnTo>
                  <a:lnTo>
                    <a:pt x="140834" y="324"/>
                  </a:lnTo>
                  <a:lnTo>
                    <a:pt x="141886" y="326"/>
                  </a:lnTo>
                  <a:lnTo>
                    <a:pt x="142938" y="327"/>
                  </a:lnTo>
                  <a:lnTo>
                    <a:pt x="143990" y="329"/>
                  </a:lnTo>
                  <a:lnTo>
                    <a:pt x="145042" y="331"/>
                  </a:lnTo>
                  <a:lnTo>
                    <a:pt x="146225" y="333"/>
                  </a:lnTo>
                  <a:lnTo>
                    <a:pt x="147408" y="335"/>
                  </a:lnTo>
                  <a:lnTo>
                    <a:pt x="148591" y="337"/>
                  </a:lnTo>
                  <a:lnTo>
                    <a:pt x="149774" y="339"/>
                  </a:lnTo>
                  <a:lnTo>
                    <a:pt x="150957" y="341"/>
                  </a:lnTo>
                  <a:lnTo>
                    <a:pt x="152139" y="343"/>
                  </a:lnTo>
                  <a:lnTo>
                    <a:pt x="153322" y="345"/>
                  </a:lnTo>
                  <a:lnTo>
                    <a:pt x="154505" y="348"/>
                  </a:lnTo>
                  <a:lnTo>
                    <a:pt x="155688" y="350"/>
                  </a:lnTo>
                  <a:lnTo>
                    <a:pt x="156871" y="352"/>
                  </a:lnTo>
                  <a:lnTo>
                    <a:pt x="158054" y="355"/>
                  </a:lnTo>
                  <a:lnTo>
                    <a:pt x="159237" y="357"/>
                  </a:lnTo>
                  <a:lnTo>
                    <a:pt x="160420" y="360"/>
                  </a:lnTo>
                  <a:lnTo>
                    <a:pt x="161603" y="362"/>
                  </a:lnTo>
                  <a:lnTo>
                    <a:pt x="162786" y="365"/>
                  </a:lnTo>
                  <a:lnTo>
                    <a:pt x="163969" y="367"/>
                  </a:lnTo>
                  <a:lnTo>
                    <a:pt x="165152" y="370"/>
                  </a:lnTo>
                  <a:lnTo>
                    <a:pt x="166335" y="373"/>
                  </a:lnTo>
                  <a:lnTo>
                    <a:pt x="167518" y="375"/>
                  </a:lnTo>
                  <a:lnTo>
                    <a:pt x="168701" y="378"/>
                  </a:lnTo>
                  <a:lnTo>
                    <a:pt x="169884" y="381"/>
                  </a:lnTo>
                  <a:lnTo>
                    <a:pt x="171067" y="384"/>
                  </a:lnTo>
                  <a:lnTo>
                    <a:pt x="172250" y="387"/>
                  </a:lnTo>
                  <a:lnTo>
                    <a:pt x="173433" y="390"/>
                  </a:lnTo>
                  <a:lnTo>
                    <a:pt x="174616" y="392"/>
                  </a:lnTo>
                  <a:lnTo>
                    <a:pt x="175799" y="395"/>
                  </a:lnTo>
                  <a:lnTo>
                    <a:pt x="176982" y="398"/>
                  </a:lnTo>
                  <a:lnTo>
                    <a:pt x="178165" y="401"/>
                  </a:lnTo>
                  <a:lnTo>
                    <a:pt x="179348" y="405"/>
                  </a:lnTo>
                  <a:lnTo>
                    <a:pt x="180531" y="408"/>
                  </a:lnTo>
                  <a:lnTo>
                    <a:pt x="181714" y="411"/>
                  </a:lnTo>
                  <a:lnTo>
                    <a:pt x="182897" y="414"/>
                  </a:lnTo>
                  <a:lnTo>
                    <a:pt x="184080" y="417"/>
                  </a:lnTo>
                  <a:lnTo>
                    <a:pt x="185263" y="421"/>
                  </a:lnTo>
                  <a:lnTo>
                    <a:pt x="186446" y="424"/>
                  </a:lnTo>
                  <a:lnTo>
                    <a:pt x="187630" y="427"/>
                  </a:lnTo>
                  <a:lnTo>
                    <a:pt x="188813" y="431"/>
                  </a:lnTo>
                  <a:lnTo>
                    <a:pt x="189996" y="434"/>
                  </a:lnTo>
                  <a:lnTo>
                    <a:pt x="191179" y="437"/>
                  </a:lnTo>
                  <a:lnTo>
                    <a:pt x="192362" y="441"/>
                  </a:lnTo>
                  <a:lnTo>
                    <a:pt x="193545" y="444"/>
                  </a:lnTo>
                  <a:lnTo>
                    <a:pt x="194728" y="448"/>
                  </a:lnTo>
                  <a:lnTo>
                    <a:pt x="195911" y="451"/>
                  </a:lnTo>
                  <a:lnTo>
                    <a:pt x="197094" y="455"/>
                  </a:lnTo>
                  <a:lnTo>
                    <a:pt x="198277" y="459"/>
                  </a:lnTo>
                  <a:lnTo>
                    <a:pt x="199460" y="462"/>
                  </a:lnTo>
                  <a:lnTo>
                    <a:pt x="200643" y="466"/>
                  </a:lnTo>
                  <a:lnTo>
                    <a:pt x="201826" y="470"/>
                  </a:lnTo>
                  <a:lnTo>
                    <a:pt x="203009" y="474"/>
                  </a:lnTo>
                  <a:lnTo>
                    <a:pt x="204192" y="477"/>
                  </a:lnTo>
                  <a:lnTo>
                    <a:pt x="205375" y="481"/>
                  </a:lnTo>
                  <a:lnTo>
                    <a:pt x="206558" y="485"/>
                  </a:lnTo>
                  <a:lnTo>
                    <a:pt x="207741" y="489"/>
                  </a:lnTo>
                  <a:lnTo>
                    <a:pt x="208924" y="493"/>
                  </a:lnTo>
                  <a:lnTo>
                    <a:pt x="210107" y="497"/>
                  </a:lnTo>
                  <a:lnTo>
                    <a:pt x="211289" y="501"/>
                  </a:lnTo>
                  <a:lnTo>
                    <a:pt x="212472" y="505"/>
                  </a:lnTo>
                  <a:lnTo>
                    <a:pt x="213655" y="509"/>
                  </a:lnTo>
                  <a:lnTo>
                    <a:pt x="214838" y="513"/>
                  </a:lnTo>
                  <a:lnTo>
                    <a:pt x="216021" y="517"/>
                  </a:lnTo>
                  <a:lnTo>
                    <a:pt x="217204" y="521"/>
                  </a:lnTo>
                  <a:lnTo>
                    <a:pt x="218387" y="525"/>
                  </a:lnTo>
                  <a:lnTo>
                    <a:pt x="219570" y="529"/>
                  </a:lnTo>
                  <a:lnTo>
                    <a:pt x="220753" y="534"/>
                  </a:lnTo>
                  <a:lnTo>
                    <a:pt x="220927" y="1014"/>
                  </a:lnTo>
                  <a:lnTo>
                    <a:pt x="221231" y="1861"/>
                  </a:lnTo>
                  <a:lnTo>
                    <a:pt x="221928" y="3801"/>
                  </a:lnTo>
                  <a:lnTo>
                    <a:pt x="222511" y="5035"/>
                  </a:lnTo>
                  <a:lnTo>
                    <a:pt x="223074" y="6023"/>
                  </a:lnTo>
                  <a:lnTo>
                    <a:pt x="223646" y="6812"/>
                  </a:lnTo>
                  <a:lnTo>
                    <a:pt x="224254" y="7448"/>
                  </a:lnTo>
                  <a:lnTo>
                    <a:pt x="224926" y="7976"/>
                  </a:lnTo>
                  <a:lnTo>
                    <a:pt x="225689" y="8443"/>
                  </a:lnTo>
                  <a:lnTo>
                    <a:pt x="226573" y="8894"/>
                  </a:lnTo>
                  <a:lnTo>
                    <a:pt x="227604" y="9376"/>
                  </a:lnTo>
                  <a:lnTo>
                    <a:pt x="228811" y="9934"/>
                  </a:lnTo>
                  <a:lnTo>
                    <a:pt x="229475" y="11020"/>
                  </a:lnTo>
                  <a:lnTo>
                    <a:pt x="230030" y="12056"/>
                  </a:lnTo>
                  <a:lnTo>
                    <a:pt x="230482" y="13058"/>
                  </a:lnTo>
                  <a:lnTo>
                    <a:pt x="230837" y="14040"/>
                  </a:lnTo>
                  <a:lnTo>
                    <a:pt x="231102" y="15016"/>
                  </a:lnTo>
                  <a:lnTo>
                    <a:pt x="231283" y="16002"/>
                  </a:lnTo>
                  <a:lnTo>
                    <a:pt x="231388" y="17013"/>
                  </a:lnTo>
                  <a:lnTo>
                    <a:pt x="231421" y="18064"/>
                  </a:lnTo>
                  <a:lnTo>
                    <a:pt x="231390" y="19168"/>
                  </a:lnTo>
                  <a:lnTo>
                    <a:pt x="231301" y="20342"/>
                  </a:lnTo>
                  <a:lnTo>
                    <a:pt x="231161" y="21599"/>
                  </a:lnTo>
                  <a:lnTo>
                    <a:pt x="231043" y="22658"/>
                  </a:lnTo>
                  <a:lnTo>
                    <a:pt x="230925" y="23724"/>
                  </a:lnTo>
                  <a:lnTo>
                    <a:pt x="230805" y="24805"/>
                  </a:lnTo>
                  <a:lnTo>
                    <a:pt x="230643" y="25448"/>
                  </a:lnTo>
                  <a:lnTo>
                    <a:pt x="230154" y="27391"/>
                  </a:lnTo>
                  <a:lnTo>
                    <a:pt x="228821" y="28058"/>
                  </a:lnTo>
                  <a:lnTo>
                    <a:pt x="227468" y="28734"/>
                  </a:lnTo>
                  <a:lnTo>
                    <a:pt x="226843" y="30025"/>
                  </a:lnTo>
                  <a:lnTo>
                    <a:pt x="226209" y="31335"/>
                  </a:lnTo>
                  <a:lnTo>
                    <a:pt x="225669" y="32369"/>
                  </a:lnTo>
                  <a:lnTo>
                    <a:pt x="225208" y="33159"/>
                  </a:lnTo>
                  <a:lnTo>
                    <a:pt x="224731" y="33800"/>
                  </a:lnTo>
                  <a:lnTo>
                    <a:pt x="224143" y="34389"/>
                  </a:lnTo>
                  <a:lnTo>
                    <a:pt x="223347" y="35020"/>
                  </a:lnTo>
                  <a:lnTo>
                    <a:pt x="222249" y="35789"/>
                  </a:lnTo>
                  <a:lnTo>
                    <a:pt x="220753" y="36791"/>
                  </a:lnTo>
                  <a:lnTo>
                    <a:pt x="219480" y="36900"/>
                  </a:lnTo>
                  <a:lnTo>
                    <a:pt x="218465" y="36982"/>
                  </a:lnTo>
                  <a:lnTo>
                    <a:pt x="217607" y="37041"/>
                  </a:lnTo>
                  <a:lnTo>
                    <a:pt x="216807" y="37079"/>
                  </a:lnTo>
                  <a:lnTo>
                    <a:pt x="215963" y="37102"/>
                  </a:lnTo>
                  <a:lnTo>
                    <a:pt x="214975" y="37113"/>
                  </a:lnTo>
                  <a:lnTo>
                    <a:pt x="213742" y="37116"/>
                  </a:lnTo>
                  <a:lnTo>
                    <a:pt x="212163" y="37114"/>
                  </a:lnTo>
                  <a:lnTo>
                    <a:pt x="210846" y="37118"/>
                  </a:lnTo>
                  <a:lnTo>
                    <a:pt x="209511" y="37120"/>
                  </a:lnTo>
                  <a:lnTo>
                    <a:pt x="208409" y="37122"/>
                  </a:lnTo>
                  <a:lnTo>
                    <a:pt x="207307" y="37121"/>
                  </a:lnTo>
                  <a:lnTo>
                    <a:pt x="206205" y="37119"/>
                  </a:lnTo>
                  <a:lnTo>
                    <a:pt x="205103" y="37116"/>
                  </a:lnTo>
                  <a:lnTo>
                    <a:pt x="204002" y="37112"/>
                  </a:lnTo>
                  <a:lnTo>
                    <a:pt x="202900" y="37107"/>
                  </a:lnTo>
                  <a:lnTo>
                    <a:pt x="201798" y="37102"/>
                  </a:lnTo>
                  <a:lnTo>
                    <a:pt x="200696" y="37096"/>
                  </a:lnTo>
                  <a:lnTo>
                    <a:pt x="199644" y="37096"/>
                  </a:lnTo>
                  <a:lnTo>
                    <a:pt x="198592" y="37095"/>
                  </a:lnTo>
                  <a:lnTo>
                    <a:pt x="197540" y="37095"/>
                  </a:lnTo>
                  <a:lnTo>
                    <a:pt x="196487" y="37096"/>
                  </a:lnTo>
                  <a:lnTo>
                    <a:pt x="195435" y="37096"/>
                  </a:lnTo>
                  <a:lnTo>
                    <a:pt x="194383" y="37098"/>
                  </a:lnTo>
                  <a:lnTo>
                    <a:pt x="193311" y="37097"/>
                  </a:lnTo>
                  <a:lnTo>
                    <a:pt x="192239" y="37097"/>
                  </a:lnTo>
                  <a:lnTo>
                    <a:pt x="191167" y="37096"/>
                  </a:lnTo>
                  <a:lnTo>
                    <a:pt x="190095" y="37095"/>
                  </a:lnTo>
                  <a:lnTo>
                    <a:pt x="189023" y="37093"/>
                  </a:lnTo>
                  <a:lnTo>
                    <a:pt x="187950" y="37091"/>
                  </a:lnTo>
                  <a:lnTo>
                    <a:pt x="186878" y="37089"/>
                  </a:lnTo>
                  <a:lnTo>
                    <a:pt x="185806" y="37087"/>
                  </a:lnTo>
                  <a:lnTo>
                    <a:pt x="184734" y="37085"/>
                  </a:lnTo>
                  <a:lnTo>
                    <a:pt x="183662" y="37082"/>
                  </a:lnTo>
                  <a:lnTo>
                    <a:pt x="182590" y="37079"/>
                  </a:lnTo>
                  <a:lnTo>
                    <a:pt x="181518" y="37076"/>
                  </a:lnTo>
                  <a:lnTo>
                    <a:pt x="180446" y="37073"/>
                  </a:lnTo>
                  <a:lnTo>
                    <a:pt x="179373" y="37070"/>
                  </a:lnTo>
                  <a:lnTo>
                    <a:pt x="178301" y="37066"/>
                  </a:lnTo>
                  <a:lnTo>
                    <a:pt x="177229" y="37063"/>
                  </a:lnTo>
                  <a:lnTo>
                    <a:pt x="176175" y="37060"/>
                  </a:lnTo>
                  <a:lnTo>
                    <a:pt x="175121" y="37058"/>
                  </a:lnTo>
                  <a:lnTo>
                    <a:pt x="174067" y="37055"/>
                  </a:lnTo>
                  <a:lnTo>
                    <a:pt x="173013" y="37054"/>
                  </a:lnTo>
                  <a:lnTo>
                    <a:pt x="171959" y="37052"/>
                  </a:lnTo>
                  <a:lnTo>
                    <a:pt x="170905" y="37050"/>
                  </a:lnTo>
                  <a:lnTo>
                    <a:pt x="169850" y="37049"/>
                  </a:lnTo>
                  <a:lnTo>
                    <a:pt x="168796" y="37048"/>
                  </a:lnTo>
                  <a:lnTo>
                    <a:pt x="167742" y="37047"/>
                  </a:lnTo>
                  <a:lnTo>
                    <a:pt x="166688" y="37046"/>
                  </a:lnTo>
                  <a:lnTo>
                    <a:pt x="165634" y="37045"/>
                  </a:lnTo>
                  <a:lnTo>
                    <a:pt x="164580" y="37044"/>
                  </a:lnTo>
                  <a:lnTo>
                    <a:pt x="163525" y="37044"/>
                  </a:lnTo>
                  <a:lnTo>
                    <a:pt x="162471" y="37043"/>
                  </a:lnTo>
                  <a:lnTo>
                    <a:pt x="161417" y="37043"/>
                  </a:lnTo>
                  <a:lnTo>
                    <a:pt x="160363" y="37042"/>
                  </a:lnTo>
                  <a:lnTo>
                    <a:pt x="159308" y="37041"/>
                  </a:lnTo>
                  <a:lnTo>
                    <a:pt x="158248" y="37040"/>
                  </a:lnTo>
                  <a:lnTo>
                    <a:pt x="157187" y="37040"/>
                  </a:lnTo>
                  <a:lnTo>
                    <a:pt x="156126" y="37039"/>
                  </a:lnTo>
                  <a:lnTo>
                    <a:pt x="155066" y="37038"/>
                  </a:lnTo>
                  <a:lnTo>
                    <a:pt x="154005" y="37036"/>
                  </a:lnTo>
                  <a:lnTo>
                    <a:pt x="152944" y="37035"/>
                  </a:lnTo>
                  <a:lnTo>
                    <a:pt x="151884" y="37034"/>
                  </a:lnTo>
                  <a:lnTo>
                    <a:pt x="150823" y="37033"/>
                  </a:lnTo>
                  <a:lnTo>
                    <a:pt x="149762" y="37031"/>
                  </a:lnTo>
                  <a:lnTo>
                    <a:pt x="148702" y="37030"/>
                  </a:lnTo>
                  <a:lnTo>
                    <a:pt x="147641" y="37028"/>
                  </a:lnTo>
                  <a:lnTo>
                    <a:pt x="146580" y="37027"/>
                  </a:lnTo>
                  <a:lnTo>
                    <a:pt x="145520" y="37025"/>
                  </a:lnTo>
                  <a:lnTo>
                    <a:pt x="144459" y="37024"/>
                  </a:lnTo>
                  <a:lnTo>
                    <a:pt x="143398" y="37022"/>
                  </a:lnTo>
                  <a:lnTo>
                    <a:pt x="142338" y="37020"/>
                  </a:lnTo>
                  <a:lnTo>
                    <a:pt x="141277" y="37018"/>
                  </a:lnTo>
                  <a:lnTo>
                    <a:pt x="140216" y="37016"/>
                  </a:lnTo>
                  <a:lnTo>
                    <a:pt x="139155" y="37014"/>
                  </a:lnTo>
                  <a:lnTo>
                    <a:pt x="138095" y="37012"/>
                  </a:lnTo>
                  <a:lnTo>
                    <a:pt x="137034" y="37010"/>
                  </a:lnTo>
                  <a:lnTo>
                    <a:pt x="135973" y="37008"/>
                  </a:lnTo>
                  <a:lnTo>
                    <a:pt x="134913" y="37006"/>
                  </a:lnTo>
                  <a:lnTo>
                    <a:pt x="133852" y="37004"/>
                  </a:lnTo>
                  <a:lnTo>
                    <a:pt x="132791" y="37002"/>
                  </a:lnTo>
                  <a:lnTo>
                    <a:pt x="131730" y="36999"/>
                  </a:lnTo>
                  <a:lnTo>
                    <a:pt x="130670" y="36997"/>
                  </a:lnTo>
                  <a:lnTo>
                    <a:pt x="129609" y="36995"/>
                  </a:lnTo>
                  <a:lnTo>
                    <a:pt x="128548" y="36992"/>
                  </a:lnTo>
                  <a:lnTo>
                    <a:pt x="127487" y="36990"/>
                  </a:lnTo>
                  <a:lnTo>
                    <a:pt x="126426" y="36987"/>
                  </a:lnTo>
                  <a:lnTo>
                    <a:pt x="125366" y="36985"/>
                  </a:lnTo>
                  <a:lnTo>
                    <a:pt x="124321" y="36982"/>
                  </a:lnTo>
                  <a:lnTo>
                    <a:pt x="123277" y="36980"/>
                  </a:lnTo>
                  <a:lnTo>
                    <a:pt x="122233" y="36978"/>
                  </a:lnTo>
                  <a:lnTo>
                    <a:pt x="121189" y="36975"/>
                  </a:lnTo>
                  <a:lnTo>
                    <a:pt x="120144" y="36973"/>
                  </a:lnTo>
                  <a:lnTo>
                    <a:pt x="119100" y="36971"/>
                  </a:lnTo>
                  <a:lnTo>
                    <a:pt x="118056" y="36969"/>
                  </a:lnTo>
                  <a:lnTo>
                    <a:pt x="117011" y="36967"/>
                  </a:lnTo>
                  <a:lnTo>
                    <a:pt x="115967" y="36965"/>
                  </a:lnTo>
                  <a:lnTo>
                    <a:pt x="114923" y="36963"/>
                  </a:lnTo>
                  <a:lnTo>
                    <a:pt x="113878" y="36961"/>
                  </a:lnTo>
                  <a:lnTo>
                    <a:pt x="112834" y="36959"/>
                  </a:lnTo>
                  <a:lnTo>
                    <a:pt x="111790" y="36958"/>
                  </a:lnTo>
                  <a:lnTo>
                    <a:pt x="110746" y="36956"/>
                  </a:lnTo>
                  <a:lnTo>
                    <a:pt x="109701" y="36954"/>
                  </a:lnTo>
                  <a:lnTo>
                    <a:pt x="108657" y="36953"/>
                  </a:lnTo>
                  <a:lnTo>
                    <a:pt x="107613" y="36951"/>
                  </a:lnTo>
                  <a:lnTo>
                    <a:pt x="106568" y="36949"/>
                  </a:lnTo>
                  <a:lnTo>
                    <a:pt x="105524" y="36948"/>
                  </a:lnTo>
                  <a:lnTo>
                    <a:pt x="104480" y="36946"/>
                  </a:lnTo>
                  <a:lnTo>
                    <a:pt x="103436" y="36945"/>
                  </a:lnTo>
                  <a:lnTo>
                    <a:pt x="102391" y="36944"/>
                  </a:lnTo>
                  <a:lnTo>
                    <a:pt x="101347" y="36942"/>
                  </a:lnTo>
                  <a:lnTo>
                    <a:pt x="100303" y="36941"/>
                  </a:lnTo>
                  <a:lnTo>
                    <a:pt x="99258" y="36940"/>
                  </a:lnTo>
                  <a:lnTo>
                    <a:pt x="98214" y="36938"/>
                  </a:lnTo>
                  <a:lnTo>
                    <a:pt x="97170" y="36937"/>
                  </a:lnTo>
                  <a:lnTo>
                    <a:pt x="96126" y="36936"/>
                  </a:lnTo>
                  <a:lnTo>
                    <a:pt x="95081" y="36935"/>
                  </a:lnTo>
                  <a:lnTo>
                    <a:pt x="94037" y="36934"/>
                  </a:lnTo>
                  <a:lnTo>
                    <a:pt x="92993" y="36932"/>
                  </a:lnTo>
                  <a:lnTo>
                    <a:pt x="91948" y="36931"/>
                  </a:lnTo>
                  <a:lnTo>
                    <a:pt x="90904" y="36930"/>
                  </a:lnTo>
                  <a:lnTo>
                    <a:pt x="89860" y="36929"/>
                  </a:lnTo>
                  <a:lnTo>
                    <a:pt x="88815" y="36928"/>
                  </a:lnTo>
                  <a:lnTo>
                    <a:pt x="87771" y="36927"/>
                  </a:lnTo>
                  <a:lnTo>
                    <a:pt x="86727" y="36926"/>
                  </a:lnTo>
                  <a:lnTo>
                    <a:pt x="85485" y="36924"/>
                  </a:lnTo>
                  <a:lnTo>
                    <a:pt x="84243" y="36923"/>
                  </a:lnTo>
                  <a:lnTo>
                    <a:pt x="83001" y="36922"/>
                  </a:lnTo>
                  <a:lnTo>
                    <a:pt x="81759" y="36920"/>
                  </a:lnTo>
                  <a:lnTo>
                    <a:pt x="80517" y="36919"/>
                  </a:lnTo>
                  <a:lnTo>
                    <a:pt x="79274" y="36917"/>
                  </a:lnTo>
                  <a:lnTo>
                    <a:pt x="78032" y="36916"/>
                  </a:lnTo>
                  <a:lnTo>
                    <a:pt x="76790" y="36914"/>
                  </a:lnTo>
                  <a:lnTo>
                    <a:pt x="75548" y="36913"/>
                  </a:lnTo>
                  <a:lnTo>
                    <a:pt x="74306" y="36911"/>
                  </a:lnTo>
                  <a:lnTo>
                    <a:pt x="73064" y="36910"/>
                  </a:lnTo>
                  <a:lnTo>
                    <a:pt x="71822" y="36908"/>
                  </a:lnTo>
                  <a:lnTo>
                    <a:pt x="70580" y="36906"/>
                  </a:lnTo>
                  <a:lnTo>
                    <a:pt x="69338" y="36905"/>
                  </a:lnTo>
                  <a:lnTo>
                    <a:pt x="68096" y="36903"/>
                  </a:lnTo>
                  <a:lnTo>
                    <a:pt x="66854" y="36901"/>
                  </a:lnTo>
                  <a:lnTo>
                    <a:pt x="65612" y="36899"/>
                  </a:lnTo>
                  <a:lnTo>
                    <a:pt x="64370" y="36898"/>
                  </a:lnTo>
                  <a:lnTo>
                    <a:pt x="63128" y="36896"/>
                  </a:lnTo>
                  <a:lnTo>
                    <a:pt x="61886" y="36894"/>
                  </a:lnTo>
                  <a:lnTo>
                    <a:pt x="60644" y="36892"/>
                  </a:lnTo>
                  <a:lnTo>
                    <a:pt x="59401" y="36890"/>
                  </a:lnTo>
                  <a:lnTo>
                    <a:pt x="58159" y="36888"/>
                  </a:lnTo>
                  <a:lnTo>
                    <a:pt x="56917" y="36886"/>
                  </a:lnTo>
                  <a:lnTo>
                    <a:pt x="55675" y="36884"/>
                  </a:lnTo>
                  <a:lnTo>
                    <a:pt x="54433" y="36882"/>
                  </a:lnTo>
                  <a:lnTo>
                    <a:pt x="53191" y="36880"/>
                  </a:lnTo>
                  <a:lnTo>
                    <a:pt x="51949" y="36878"/>
                  </a:lnTo>
                  <a:lnTo>
                    <a:pt x="50707" y="36876"/>
                  </a:lnTo>
                  <a:lnTo>
                    <a:pt x="49465" y="36874"/>
                  </a:lnTo>
                  <a:lnTo>
                    <a:pt x="48223" y="36872"/>
                  </a:lnTo>
                  <a:lnTo>
                    <a:pt x="46981" y="36870"/>
                  </a:lnTo>
                  <a:lnTo>
                    <a:pt x="45739" y="36868"/>
                  </a:lnTo>
                  <a:lnTo>
                    <a:pt x="44497" y="36866"/>
                  </a:lnTo>
                  <a:lnTo>
                    <a:pt x="43255" y="36864"/>
                  </a:lnTo>
                  <a:lnTo>
                    <a:pt x="42013" y="36861"/>
                  </a:lnTo>
                  <a:lnTo>
                    <a:pt x="40771" y="36859"/>
                  </a:lnTo>
                  <a:lnTo>
                    <a:pt x="39529" y="36857"/>
                  </a:lnTo>
                  <a:lnTo>
                    <a:pt x="38287" y="36855"/>
                  </a:lnTo>
                  <a:lnTo>
                    <a:pt x="37045" y="36852"/>
                  </a:lnTo>
                  <a:lnTo>
                    <a:pt x="35802" y="36850"/>
                  </a:lnTo>
                  <a:lnTo>
                    <a:pt x="34560" y="36848"/>
                  </a:lnTo>
                  <a:lnTo>
                    <a:pt x="33318" y="36845"/>
                  </a:lnTo>
                  <a:lnTo>
                    <a:pt x="32076" y="36843"/>
                  </a:lnTo>
                  <a:lnTo>
                    <a:pt x="30834" y="36841"/>
                  </a:lnTo>
                  <a:lnTo>
                    <a:pt x="29592" y="36838"/>
                  </a:lnTo>
                  <a:lnTo>
                    <a:pt x="28350" y="36836"/>
                  </a:lnTo>
                  <a:lnTo>
                    <a:pt x="27108" y="36833"/>
                  </a:lnTo>
                  <a:lnTo>
                    <a:pt x="25866" y="36831"/>
                  </a:lnTo>
                  <a:lnTo>
                    <a:pt x="24624" y="36828"/>
                  </a:lnTo>
                  <a:lnTo>
                    <a:pt x="23382" y="36826"/>
                  </a:lnTo>
                  <a:lnTo>
                    <a:pt x="22140" y="36823"/>
                  </a:lnTo>
                  <a:lnTo>
                    <a:pt x="20898" y="36821"/>
                  </a:lnTo>
                  <a:lnTo>
                    <a:pt x="19656" y="36818"/>
                  </a:lnTo>
                  <a:lnTo>
                    <a:pt x="18414" y="36816"/>
                  </a:lnTo>
                  <a:lnTo>
                    <a:pt x="17172" y="36813"/>
                  </a:lnTo>
                  <a:lnTo>
                    <a:pt x="15929" y="36810"/>
                  </a:lnTo>
                  <a:lnTo>
                    <a:pt x="14687" y="36808"/>
                  </a:lnTo>
                  <a:lnTo>
                    <a:pt x="13445" y="36805"/>
                  </a:lnTo>
                  <a:lnTo>
                    <a:pt x="12203" y="36802"/>
                  </a:lnTo>
                  <a:lnTo>
                    <a:pt x="10961" y="36800"/>
                  </a:lnTo>
                  <a:lnTo>
                    <a:pt x="9719" y="36797"/>
                  </a:lnTo>
                  <a:lnTo>
                    <a:pt x="8477" y="36794"/>
                  </a:lnTo>
                  <a:lnTo>
                    <a:pt x="7235" y="36791"/>
                  </a:lnTo>
                  <a:lnTo>
                    <a:pt x="7013" y="35683"/>
                  </a:lnTo>
                  <a:lnTo>
                    <a:pt x="6791" y="34573"/>
                  </a:lnTo>
                  <a:lnTo>
                    <a:pt x="6569" y="33459"/>
                  </a:lnTo>
                  <a:lnTo>
                    <a:pt x="6345" y="32340"/>
                  </a:lnTo>
                  <a:lnTo>
                    <a:pt x="6119" y="31213"/>
                  </a:lnTo>
                  <a:lnTo>
                    <a:pt x="5892" y="30077"/>
                  </a:lnTo>
                  <a:lnTo>
                    <a:pt x="4559" y="30077"/>
                  </a:lnTo>
                  <a:lnTo>
                    <a:pt x="3206" y="30077"/>
                  </a:lnTo>
                  <a:lnTo>
                    <a:pt x="2657" y="29058"/>
                  </a:lnTo>
                  <a:lnTo>
                    <a:pt x="2163" y="28051"/>
                  </a:lnTo>
                  <a:lnTo>
                    <a:pt x="1725" y="27054"/>
                  </a:lnTo>
                  <a:lnTo>
                    <a:pt x="1339" y="26065"/>
                  </a:lnTo>
                  <a:lnTo>
                    <a:pt x="1006" y="25080"/>
                  </a:lnTo>
                  <a:lnTo>
                    <a:pt x="722" y="24096"/>
                  </a:lnTo>
                  <a:lnTo>
                    <a:pt x="488" y="23112"/>
                  </a:lnTo>
                  <a:lnTo>
                    <a:pt x="301" y="22124"/>
                  </a:lnTo>
                  <a:lnTo>
                    <a:pt x="161" y="21129"/>
                  </a:lnTo>
                  <a:lnTo>
                    <a:pt x="64" y="20125"/>
                  </a:lnTo>
                  <a:lnTo>
                    <a:pt x="11" y="19110"/>
                  </a:lnTo>
                  <a:lnTo>
                    <a:pt x="0" y="18080"/>
                  </a:lnTo>
                  <a:lnTo>
                    <a:pt x="29" y="17033"/>
                  </a:lnTo>
                  <a:lnTo>
                    <a:pt x="97" y="15966"/>
                  </a:lnTo>
                  <a:lnTo>
                    <a:pt x="203" y="14877"/>
                  </a:lnTo>
                  <a:lnTo>
                    <a:pt x="344" y="13762"/>
                  </a:lnTo>
                  <a:lnTo>
                    <a:pt x="521" y="12620"/>
                  </a:lnTo>
                  <a:lnTo>
                    <a:pt x="1199" y="11554"/>
                  </a:lnTo>
                  <a:lnTo>
                    <a:pt x="1896" y="10550"/>
                  </a:lnTo>
                  <a:lnTo>
                    <a:pt x="2610" y="9606"/>
                  </a:lnTo>
                  <a:lnTo>
                    <a:pt x="3342" y="8718"/>
                  </a:lnTo>
                  <a:lnTo>
                    <a:pt x="4090" y="7887"/>
                  </a:lnTo>
                  <a:lnTo>
                    <a:pt x="4856" y="7109"/>
                  </a:lnTo>
                  <a:lnTo>
                    <a:pt x="5637" y="6383"/>
                  </a:lnTo>
                  <a:lnTo>
                    <a:pt x="6435" y="5708"/>
                  </a:lnTo>
                  <a:lnTo>
                    <a:pt x="7249" y="5082"/>
                  </a:lnTo>
                  <a:lnTo>
                    <a:pt x="8078" y="4502"/>
                  </a:lnTo>
                  <a:lnTo>
                    <a:pt x="8922" y="3967"/>
                  </a:lnTo>
                  <a:lnTo>
                    <a:pt x="9782" y="3476"/>
                  </a:lnTo>
                  <a:lnTo>
                    <a:pt x="10656" y="3026"/>
                  </a:lnTo>
                  <a:lnTo>
                    <a:pt x="11544" y="2615"/>
                  </a:lnTo>
                  <a:lnTo>
                    <a:pt x="12447" y="2243"/>
                  </a:lnTo>
                  <a:lnTo>
                    <a:pt x="13363" y="1907"/>
                  </a:lnTo>
                  <a:lnTo>
                    <a:pt x="14293" y="1605"/>
                  </a:lnTo>
                  <a:lnTo>
                    <a:pt x="15236" y="1336"/>
                  </a:lnTo>
                  <a:lnTo>
                    <a:pt x="16192" y="1098"/>
                  </a:lnTo>
                  <a:lnTo>
                    <a:pt x="17161" y="889"/>
                  </a:lnTo>
                  <a:lnTo>
                    <a:pt x="18143" y="707"/>
                  </a:lnTo>
                  <a:lnTo>
                    <a:pt x="19136" y="550"/>
                  </a:lnTo>
                  <a:lnTo>
                    <a:pt x="20141" y="418"/>
                  </a:lnTo>
                  <a:lnTo>
                    <a:pt x="21158" y="307"/>
                  </a:lnTo>
                  <a:lnTo>
                    <a:pt x="22186" y="217"/>
                  </a:lnTo>
                  <a:lnTo>
                    <a:pt x="23224" y="145"/>
                  </a:lnTo>
                  <a:lnTo>
                    <a:pt x="24274" y="90"/>
                  </a:lnTo>
                  <a:lnTo>
                    <a:pt x="25334" y="50"/>
                  </a:lnTo>
                  <a:lnTo>
                    <a:pt x="26404" y="22"/>
                  </a:lnTo>
                  <a:lnTo>
                    <a:pt x="27484" y="7"/>
                  </a:lnTo>
                  <a:lnTo>
                    <a:pt x="28573" y="0"/>
                  </a:lnTo>
                  <a:lnTo>
                    <a:pt x="29671" y="2"/>
                  </a:lnTo>
                  <a:lnTo>
                    <a:pt x="30779" y="9"/>
                  </a:lnTo>
                  <a:lnTo>
                    <a:pt x="31895" y="21"/>
                  </a:lnTo>
                  <a:lnTo>
                    <a:pt x="33019" y="36"/>
                  </a:lnTo>
                  <a:lnTo>
                    <a:pt x="34152" y="51"/>
                  </a:lnTo>
                  <a:lnTo>
                    <a:pt x="35292" y="65"/>
                  </a:lnTo>
                  <a:lnTo>
                    <a:pt x="36440" y="76"/>
                  </a:lnTo>
                  <a:close/>
                </a:path>
              </a:pathLst>
            </a:custGeom>
            <a:solidFill>
              <a:srgbClr val="3683C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egion 22 #3484C2"/>
            <p:cNvSpPr/>
            <p:nvPr/>
          </p:nvSpPr>
          <p:spPr>
            <a:xfrm>
              <a:off x="2221999" y="425603"/>
              <a:ext cx="230433" cy="38199"/>
            </a:xfrm>
            <a:custGeom>
              <a:avLst/>
              <a:gdLst/>
              <a:ahLst/>
              <a:cxnLst/>
              <a:rect l="l" t="t" r="r" b="b"/>
              <a:pathLst>
                <a:path w="230433" h="38199">
                  <a:moveTo>
                    <a:pt x="20194" y="715"/>
                  </a:moveTo>
                  <a:lnTo>
                    <a:pt x="21500" y="697"/>
                  </a:lnTo>
                  <a:lnTo>
                    <a:pt x="22826" y="679"/>
                  </a:lnTo>
                  <a:lnTo>
                    <a:pt x="23910" y="667"/>
                  </a:lnTo>
                  <a:lnTo>
                    <a:pt x="24994" y="659"/>
                  </a:lnTo>
                  <a:lnTo>
                    <a:pt x="26078" y="654"/>
                  </a:lnTo>
                  <a:lnTo>
                    <a:pt x="27163" y="651"/>
                  </a:lnTo>
                  <a:lnTo>
                    <a:pt x="28247" y="650"/>
                  </a:lnTo>
                  <a:lnTo>
                    <a:pt x="29331" y="650"/>
                  </a:lnTo>
                  <a:lnTo>
                    <a:pt x="30416" y="651"/>
                  </a:lnTo>
                  <a:lnTo>
                    <a:pt x="31501" y="653"/>
                  </a:lnTo>
                  <a:lnTo>
                    <a:pt x="32541" y="645"/>
                  </a:lnTo>
                  <a:lnTo>
                    <a:pt x="33581" y="636"/>
                  </a:lnTo>
                  <a:lnTo>
                    <a:pt x="34621" y="627"/>
                  </a:lnTo>
                  <a:lnTo>
                    <a:pt x="35661" y="618"/>
                  </a:lnTo>
                  <a:lnTo>
                    <a:pt x="36702" y="608"/>
                  </a:lnTo>
                  <a:lnTo>
                    <a:pt x="37742" y="598"/>
                  </a:lnTo>
                  <a:lnTo>
                    <a:pt x="38799" y="590"/>
                  </a:lnTo>
                  <a:lnTo>
                    <a:pt x="39856" y="582"/>
                  </a:lnTo>
                  <a:lnTo>
                    <a:pt x="40913" y="575"/>
                  </a:lnTo>
                  <a:lnTo>
                    <a:pt x="41970" y="569"/>
                  </a:lnTo>
                  <a:lnTo>
                    <a:pt x="43027" y="563"/>
                  </a:lnTo>
                  <a:lnTo>
                    <a:pt x="44085" y="558"/>
                  </a:lnTo>
                  <a:lnTo>
                    <a:pt x="45142" y="554"/>
                  </a:lnTo>
                  <a:lnTo>
                    <a:pt x="46199" y="550"/>
                  </a:lnTo>
                  <a:lnTo>
                    <a:pt x="47256" y="547"/>
                  </a:lnTo>
                  <a:lnTo>
                    <a:pt x="48313" y="544"/>
                  </a:lnTo>
                  <a:lnTo>
                    <a:pt x="49370" y="541"/>
                  </a:lnTo>
                  <a:lnTo>
                    <a:pt x="50427" y="539"/>
                  </a:lnTo>
                  <a:lnTo>
                    <a:pt x="51484" y="538"/>
                  </a:lnTo>
                  <a:lnTo>
                    <a:pt x="52541" y="537"/>
                  </a:lnTo>
                  <a:lnTo>
                    <a:pt x="53598" y="536"/>
                  </a:lnTo>
                  <a:lnTo>
                    <a:pt x="54655" y="535"/>
                  </a:lnTo>
                  <a:lnTo>
                    <a:pt x="55712" y="534"/>
                  </a:lnTo>
                  <a:lnTo>
                    <a:pt x="56769" y="532"/>
                  </a:lnTo>
                  <a:lnTo>
                    <a:pt x="57826" y="529"/>
                  </a:lnTo>
                  <a:lnTo>
                    <a:pt x="58883" y="527"/>
                  </a:lnTo>
                  <a:lnTo>
                    <a:pt x="59940" y="524"/>
                  </a:lnTo>
                  <a:lnTo>
                    <a:pt x="60997" y="521"/>
                  </a:lnTo>
                  <a:lnTo>
                    <a:pt x="62054" y="517"/>
                  </a:lnTo>
                  <a:lnTo>
                    <a:pt x="63111" y="513"/>
                  </a:lnTo>
                  <a:lnTo>
                    <a:pt x="64168" y="510"/>
                  </a:lnTo>
                  <a:lnTo>
                    <a:pt x="65225" y="506"/>
                  </a:lnTo>
                  <a:lnTo>
                    <a:pt x="66278" y="501"/>
                  </a:lnTo>
                  <a:lnTo>
                    <a:pt x="67332" y="497"/>
                  </a:lnTo>
                  <a:lnTo>
                    <a:pt x="68386" y="493"/>
                  </a:lnTo>
                  <a:lnTo>
                    <a:pt x="69440" y="490"/>
                  </a:lnTo>
                  <a:lnTo>
                    <a:pt x="70493" y="486"/>
                  </a:lnTo>
                  <a:lnTo>
                    <a:pt x="71547" y="482"/>
                  </a:lnTo>
                  <a:lnTo>
                    <a:pt x="72601" y="479"/>
                  </a:lnTo>
                  <a:lnTo>
                    <a:pt x="73655" y="476"/>
                  </a:lnTo>
                  <a:lnTo>
                    <a:pt x="74708" y="473"/>
                  </a:lnTo>
                  <a:lnTo>
                    <a:pt x="75762" y="470"/>
                  </a:lnTo>
                  <a:lnTo>
                    <a:pt x="76816" y="467"/>
                  </a:lnTo>
                  <a:lnTo>
                    <a:pt x="77869" y="464"/>
                  </a:lnTo>
                  <a:lnTo>
                    <a:pt x="78923" y="461"/>
                  </a:lnTo>
                  <a:lnTo>
                    <a:pt x="79977" y="459"/>
                  </a:lnTo>
                  <a:lnTo>
                    <a:pt x="81031" y="457"/>
                  </a:lnTo>
                  <a:lnTo>
                    <a:pt x="82084" y="454"/>
                  </a:lnTo>
                  <a:lnTo>
                    <a:pt x="83138" y="452"/>
                  </a:lnTo>
                  <a:lnTo>
                    <a:pt x="84192" y="450"/>
                  </a:lnTo>
                  <a:lnTo>
                    <a:pt x="85246" y="449"/>
                  </a:lnTo>
                  <a:lnTo>
                    <a:pt x="86299" y="447"/>
                  </a:lnTo>
                  <a:lnTo>
                    <a:pt x="87353" y="445"/>
                  </a:lnTo>
                  <a:lnTo>
                    <a:pt x="88407" y="444"/>
                  </a:lnTo>
                  <a:lnTo>
                    <a:pt x="89460" y="443"/>
                  </a:lnTo>
                  <a:lnTo>
                    <a:pt x="90514" y="442"/>
                  </a:lnTo>
                  <a:lnTo>
                    <a:pt x="91568" y="441"/>
                  </a:lnTo>
                  <a:lnTo>
                    <a:pt x="92622" y="440"/>
                  </a:lnTo>
                  <a:lnTo>
                    <a:pt x="93675" y="439"/>
                  </a:lnTo>
                  <a:lnTo>
                    <a:pt x="94729" y="439"/>
                  </a:lnTo>
                  <a:lnTo>
                    <a:pt x="95783" y="438"/>
                  </a:lnTo>
                  <a:lnTo>
                    <a:pt x="96837" y="438"/>
                  </a:lnTo>
                  <a:lnTo>
                    <a:pt x="97890" y="438"/>
                  </a:lnTo>
                  <a:lnTo>
                    <a:pt x="98944" y="438"/>
                  </a:lnTo>
                  <a:lnTo>
                    <a:pt x="99998" y="438"/>
                  </a:lnTo>
                  <a:lnTo>
                    <a:pt x="101052" y="438"/>
                  </a:lnTo>
                  <a:lnTo>
                    <a:pt x="102105" y="438"/>
                  </a:lnTo>
                  <a:lnTo>
                    <a:pt x="103147" y="438"/>
                  </a:lnTo>
                  <a:lnTo>
                    <a:pt x="104189" y="438"/>
                  </a:lnTo>
                  <a:lnTo>
                    <a:pt x="105230" y="438"/>
                  </a:lnTo>
                  <a:lnTo>
                    <a:pt x="106272" y="437"/>
                  </a:lnTo>
                  <a:lnTo>
                    <a:pt x="107313" y="436"/>
                  </a:lnTo>
                  <a:lnTo>
                    <a:pt x="108355" y="434"/>
                  </a:lnTo>
                  <a:lnTo>
                    <a:pt x="109396" y="432"/>
                  </a:lnTo>
                  <a:lnTo>
                    <a:pt x="110438" y="430"/>
                  </a:lnTo>
                  <a:lnTo>
                    <a:pt x="111480" y="428"/>
                  </a:lnTo>
                  <a:lnTo>
                    <a:pt x="112521" y="425"/>
                  </a:lnTo>
                  <a:lnTo>
                    <a:pt x="113563" y="423"/>
                  </a:lnTo>
                  <a:lnTo>
                    <a:pt x="114604" y="419"/>
                  </a:lnTo>
                  <a:lnTo>
                    <a:pt x="115646" y="416"/>
                  </a:lnTo>
                  <a:lnTo>
                    <a:pt x="116687" y="412"/>
                  </a:lnTo>
                  <a:lnTo>
                    <a:pt x="117729" y="408"/>
                  </a:lnTo>
                  <a:lnTo>
                    <a:pt x="118770" y="404"/>
                  </a:lnTo>
                  <a:lnTo>
                    <a:pt x="119812" y="400"/>
                  </a:lnTo>
                  <a:lnTo>
                    <a:pt x="120854" y="395"/>
                  </a:lnTo>
                  <a:lnTo>
                    <a:pt x="121895" y="390"/>
                  </a:lnTo>
                  <a:lnTo>
                    <a:pt x="122937" y="385"/>
                  </a:lnTo>
                  <a:lnTo>
                    <a:pt x="123978" y="380"/>
                  </a:lnTo>
                  <a:lnTo>
                    <a:pt x="125020" y="374"/>
                  </a:lnTo>
                  <a:lnTo>
                    <a:pt x="126061" y="368"/>
                  </a:lnTo>
                  <a:lnTo>
                    <a:pt x="127103" y="362"/>
                  </a:lnTo>
                  <a:lnTo>
                    <a:pt x="128145" y="356"/>
                  </a:lnTo>
                  <a:lnTo>
                    <a:pt x="129186" y="350"/>
                  </a:lnTo>
                  <a:lnTo>
                    <a:pt x="130228" y="343"/>
                  </a:lnTo>
                  <a:lnTo>
                    <a:pt x="131269" y="336"/>
                  </a:lnTo>
                  <a:lnTo>
                    <a:pt x="132311" y="330"/>
                  </a:lnTo>
                  <a:lnTo>
                    <a:pt x="133353" y="322"/>
                  </a:lnTo>
                  <a:lnTo>
                    <a:pt x="134394" y="315"/>
                  </a:lnTo>
                  <a:lnTo>
                    <a:pt x="135436" y="308"/>
                  </a:lnTo>
                  <a:lnTo>
                    <a:pt x="136478" y="300"/>
                  </a:lnTo>
                  <a:lnTo>
                    <a:pt x="137532" y="293"/>
                  </a:lnTo>
                  <a:lnTo>
                    <a:pt x="138587" y="285"/>
                  </a:lnTo>
                  <a:lnTo>
                    <a:pt x="139641" y="279"/>
                  </a:lnTo>
                  <a:lnTo>
                    <a:pt x="140696" y="272"/>
                  </a:lnTo>
                  <a:lnTo>
                    <a:pt x="141750" y="266"/>
                  </a:lnTo>
                  <a:lnTo>
                    <a:pt x="142805" y="260"/>
                  </a:lnTo>
                  <a:lnTo>
                    <a:pt x="143859" y="255"/>
                  </a:lnTo>
                  <a:lnTo>
                    <a:pt x="144914" y="249"/>
                  </a:lnTo>
                  <a:lnTo>
                    <a:pt x="145968" y="244"/>
                  </a:lnTo>
                  <a:lnTo>
                    <a:pt x="147023" y="240"/>
                  </a:lnTo>
                  <a:lnTo>
                    <a:pt x="148077" y="235"/>
                  </a:lnTo>
                  <a:lnTo>
                    <a:pt x="149132" y="231"/>
                  </a:lnTo>
                  <a:lnTo>
                    <a:pt x="150186" y="228"/>
                  </a:lnTo>
                  <a:lnTo>
                    <a:pt x="151241" y="224"/>
                  </a:lnTo>
                  <a:lnTo>
                    <a:pt x="152295" y="221"/>
                  </a:lnTo>
                  <a:lnTo>
                    <a:pt x="153350" y="218"/>
                  </a:lnTo>
                  <a:lnTo>
                    <a:pt x="154404" y="215"/>
                  </a:lnTo>
                  <a:lnTo>
                    <a:pt x="155459" y="213"/>
                  </a:lnTo>
                  <a:lnTo>
                    <a:pt x="156513" y="211"/>
                  </a:lnTo>
                  <a:lnTo>
                    <a:pt x="157568" y="209"/>
                  </a:lnTo>
                  <a:lnTo>
                    <a:pt x="158622" y="207"/>
                  </a:lnTo>
                  <a:lnTo>
                    <a:pt x="159677" y="206"/>
                  </a:lnTo>
                  <a:lnTo>
                    <a:pt x="160731" y="205"/>
                  </a:lnTo>
                  <a:lnTo>
                    <a:pt x="161786" y="204"/>
                  </a:lnTo>
                  <a:lnTo>
                    <a:pt x="162840" y="204"/>
                  </a:lnTo>
                  <a:lnTo>
                    <a:pt x="163895" y="203"/>
                  </a:lnTo>
                  <a:lnTo>
                    <a:pt x="164949" y="203"/>
                  </a:lnTo>
                  <a:lnTo>
                    <a:pt x="166004" y="203"/>
                  </a:lnTo>
                  <a:lnTo>
                    <a:pt x="167106" y="203"/>
                  </a:lnTo>
                  <a:lnTo>
                    <a:pt x="168208" y="203"/>
                  </a:lnTo>
                  <a:lnTo>
                    <a:pt x="169309" y="202"/>
                  </a:lnTo>
                  <a:lnTo>
                    <a:pt x="170411" y="201"/>
                  </a:lnTo>
                  <a:lnTo>
                    <a:pt x="171513" y="199"/>
                  </a:lnTo>
                  <a:lnTo>
                    <a:pt x="172615" y="197"/>
                  </a:lnTo>
                  <a:lnTo>
                    <a:pt x="173717" y="194"/>
                  </a:lnTo>
                  <a:lnTo>
                    <a:pt x="174819" y="190"/>
                  </a:lnTo>
                  <a:lnTo>
                    <a:pt x="175920" y="186"/>
                  </a:lnTo>
                  <a:lnTo>
                    <a:pt x="177022" y="181"/>
                  </a:lnTo>
                  <a:lnTo>
                    <a:pt x="178124" y="175"/>
                  </a:lnTo>
                  <a:lnTo>
                    <a:pt x="179226" y="168"/>
                  </a:lnTo>
                  <a:lnTo>
                    <a:pt x="180328" y="161"/>
                  </a:lnTo>
                  <a:lnTo>
                    <a:pt x="181430" y="153"/>
                  </a:lnTo>
                  <a:lnTo>
                    <a:pt x="182531" y="144"/>
                  </a:lnTo>
                  <a:lnTo>
                    <a:pt x="183633" y="134"/>
                  </a:lnTo>
                  <a:lnTo>
                    <a:pt x="184738" y="124"/>
                  </a:lnTo>
                  <a:lnTo>
                    <a:pt x="185842" y="115"/>
                  </a:lnTo>
                  <a:lnTo>
                    <a:pt x="186947" y="108"/>
                  </a:lnTo>
                  <a:lnTo>
                    <a:pt x="188052" y="103"/>
                  </a:lnTo>
                  <a:lnTo>
                    <a:pt x="189156" y="98"/>
                  </a:lnTo>
                  <a:lnTo>
                    <a:pt x="190261" y="95"/>
                  </a:lnTo>
                  <a:lnTo>
                    <a:pt x="191365" y="93"/>
                  </a:lnTo>
                  <a:lnTo>
                    <a:pt x="192470" y="92"/>
                  </a:lnTo>
                  <a:lnTo>
                    <a:pt x="193575" y="93"/>
                  </a:lnTo>
                  <a:lnTo>
                    <a:pt x="194679" y="95"/>
                  </a:lnTo>
                  <a:lnTo>
                    <a:pt x="195784" y="98"/>
                  </a:lnTo>
                  <a:lnTo>
                    <a:pt x="196889" y="102"/>
                  </a:lnTo>
                  <a:lnTo>
                    <a:pt x="197993" y="107"/>
                  </a:lnTo>
                  <a:lnTo>
                    <a:pt x="199098" y="113"/>
                  </a:lnTo>
                  <a:lnTo>
                    <a:pt x="200203" y="120"/>
                  </a:lnTo>
                  <a:lnTo>
                    <a:pt x="201419" y="121"/>
                  </a:lnTo>
                  <a:lnTo>
                    <a:pt x="202635" y="118"/>
                  </a:lnTo>
                  <a:lnTo>
                    <a:pt x="203850" y="110"/>
                  </a:lnTo>
                  <a:lnTo>
                    <a:pt x="205066" y="97"/>
                  </a:lnTo>
                  <a:lnTo>
                    <a:pt x="206281" y="80"/>
                  </a:lnTo>
                  <a:lnTo>
                    <a:pt x="208454" y="48"/>
                  </a:lnTo>
                  <a:lnTo>
                    <a:pt x="210414" y="22"/>
                  </a:lnTo>
                  <a:lnTo>
                    <a:pt x="212175" y="5"/>
                  </a:lnTo>
                  <a:lnTo>
                    <a:pt x="213752" y="0"/>
                  </a:lnTo>
                  <a:lnTo>
                    <a:pt x="215159" y="9"/>
                  </a:lnTo>
                  <a:lnTo>
                    <a:pt x="216413" y="35"/>
                  </a:lnTo>
                  <a:lnTo>
                    <a:pt x="217528" y="81"/>
                  </a:lnTo>
                  <a:lnTo>
                    <a:pt x="218517" y="149"/>
                  </a:lnTo>
                  <a:lnTo>
                    <a:pt x="219398" y="243"/>
                  </a:lnTo>
                  <a:lnTo>
                    <a:pt x="220183" y="364"/>
                  </a:lnTo>
                  <a:lnTo>
                    <a:pt x="220889" y="516"/>
                  </a:lnTo>
                  <a:lnTo>
                    <a:pt x="221529" y="702"/>
                  </a:lnTo>
                  <a:lnTo>
                    <a:pt x="222120" y="923"/>
                  </a:lnTo>
                  <a:lnTo>
                    <a:pt x="222675" y="1184"/>
                  </a:lnTo>
                  <a:lnTo>
                    <a:pt x="223210" y="1486"/>
                  </a:lnTo>
                  <a:lnTo>
                    <a:pt x="223739" y="1832"/>
                  </a:lnTo>
                  <a:lnTo>
                    <a:pt x="224277" y="2226"/>
                  </a:lnTo>
                  <a:lnTo>
                    <a:pt x="224840" y="2669"/>
                  </a:lnTo>
                  <a:lnTo>
                    <a:pt x="225441" y="3164"/>
                  </a:lnTo>
                  <a:lnTo>
                    <a:pt x="226097" y="3715"/>
                  </a:lnTo>
                  <a:lnTo>
                    <a:pt x="226733" y="4711"/>
                  </a:lnTo>
                  <a:lnTo>
                    <a:pt x="227313" y="5693"/>
                  </a:lnTo>
                  <a:lnTo>
                    <a:pt x="227836" y="6664"/>
                  </a:lnTo>
                  <a:lnTo>
                    <a:pt x="228306" y="7626"/>
                  </a:lnTo>
                  <a:lnTo>
                    <a:pt x="228723" y="8583"/>
                  </a:lnTo>
                  <a:lnTo>
                    <a:pt x="229090" y="9536"/>
                  </a:lnTo>
                  <a:lnTo>
                    <a:pt x="229409" y="10490"/>
                  </a:lnTo>
                  <a:lnTo>
                    <a:pt x="229681" y="11446"/>
                  </a:lnTo>
                  <a:lnTo>
                    <a:pt x="229908" y="12407"/>
                  </a:lnTo>
                  <a:lnTo>
                    <a:pt x="230092" y="13377"/>
                  </a:lnTo>
                  <a:lnTo>
                    <a:pt x="230235" y="14357"/>
                  </a:lnTo>
                  <a:lnTo>
                    <a:pt x="230338" y="15351"/>
                  </a:lnTo>
                  <a:lnTo>
                    <a:pt x="230403" y="16361"/>
                  </a:lnTo>
                  <a:lnTo>
                    <a:pt x="230433" y="17390"/>
                  </a:lnTo>
                  <a:lnTo>
                    <a:pt x="230428" y="18442"/>
                  </a:lnTo>
                  <a:lnTo>
                    <a:pt x="230391" y="19517"/>
                  </a:lnTo>
                  <a:lnTo>
                    <a:pt x="230324" y="20620"/>
                  </a:lnTo>
                  <a:lnTo>
                    <a:pt x="230228" y="21754"/>
                  </a:lnTo>
                  <a:lnTo>
                    <a:pt x="230105" y="22920"/>
                  </a:lnTo>
                  <a:lnTo>
                    <a:pt x="229767" y="24109"/>
                  </a:lnTo>
                  <a:lnTo>
                    <a:pt x="229407" y="25206"/>
                  </a:lnTo>
                  <a:lnTo>
                    <a:pt x="229018" y="26220"/>
                  </a:lnTo>
                  <a:lnTo>
                    <a:pt x="228595" y="27159"/>
                  </a:lnTo>
                  <a:lnTo>
                    <a:pt x="228129" y="28033"/>
                  </a:lnTo>
                  <a:lnTo>
                    <a:pt x="227614" y="28848"/>
                  </a:lnTo>
                  <a:lnTo>
                    <a:pt x="227042" y="29614"/>
                  </a:lnTo>
                  <a:lnTo>
                    <a:pt x="226408" y="30340"/>
                  </a:lnTo>
                  <a:lnTo>
                    <a:pt x="225704" y="31034"/>
                  </a:lnTo>
                  <a:lnTo>
                    <a:pt x="224922" y="31705"/>
                  </a:lnTo>
                  <a:lnTo>
                    <a:pt x="224057" y="32361"/>
                  </a:lnTo>
                  <a:lnTo>
                    <a:pt x="223101" y="33011"/>
                  </a:lnTo>
                  <a:lnTo>
                    <a:pt x="222048" y="33663"/>
                  </a:lnTo>
                  <a:lnTo>
                    <a:pt x="220715" y="33663"/>
                  </a:lnTo>
                  <a:lnTo>
                    <a:pt x="219362" y="33663"/>
                  </a:lnTo>
                  <a:lnTo>
                    <a:pt x="219362" y="34995"/>
                  </a:lnTo>
                  <a:lnTo>
                    <a:pt x="219362" y="36348"/>
                  </a:lnTo>
                  <a:lnTo>
                    <a:pt x="218198" y="36712"/>
                  </a:lnTo>
                  <a:lnTo>
                    <a:pt x="217080" y="37013"/>
                  </a:lnTo>
                  <a:lnTo>
                    <a:pt x="215998" y="37257"/>
                  </a:lnTo>
                  <a:lnTo>
                    <a:pt x="214939" y="37449"/>
                  </a:lnTo>
                  <a:lnTo>
                    <a:pt x="213892" y="37597"/>
                  </a:lnTo>
                  <a:lnTo>
                    <a:pt x="212845" y="37706"/>
                  </a:lnTo>
                  <a:lnTo>
                    <a:pt x="211787" y="37782"/>
                  </a:lnTo>
                  <a:lnTo>
                    <a:pt x="210706" y="37831"/>
                  </a:lnTo>
                  <a:lnTo>
                    <a:pt x="209589" y="37860"/>
                  </a:lnTo>
                  <a:lnTo>
                    <a:pt x="208426" y="37874"/>
                  </a:lnTo>
                  <a:lnTo>
                    <a:pt x="207205" y="37879"/>
                  </a:lnTo>
                  <a:lnTo>
                    <a:pt x="205929" y="37885"/>
                  </a:lnTo>
                  <a:lnTo>
                    <a:pt x="204648" y="37891"/>
                  </a:lnTo>
                  <a:lnTo>
                    <a:pt x="203358" y="37897"/>
                  </a:lnTo>
                  <a:lnTo>
                    <a:pt x="202054" y="37903"/>
                  </a:lnTo>
                  <a:lnTo>
                    <a:pt x="200921" y="37904"/>
                  </a:lnTo>
                  <a:lnTo>
                    <a:pt x="199788" y="37905"/>
                  </a:lnTo>
                  <a:lnTo>
                    <a:pt x="198655" y="37906"/>
                  </a:lnTo>
                  <a:lnTo>
                    <a:pt x="197522" y="37907"/>
                  </a:lnTo>
                  <a:lnTo>
                    <a:pt x="196389" y="37908"/>
                  </a:lnTo>
                  <a:lnTo>
                    <a:pt x="195198" y="37912"/>
                  </a:lnTo>
                  <a:lnTo>
                    <a:pt x="194007" y="37916"/>
                  </a:lnTo>
                  <a:lnTo>
                    <a:pt x="192816" y="37920"/>
                  </a:lnTo>
                  <a:lnTo>
                    <a:pt x="191625" y="37924"/>
                  </a:lnTo>
                  <a:lnTo>
                    <a:pt x="190434" y="37928"/>
                  </a:lnTo>
                  <a:lnTo>
                    <a:pt x="189354" y="37931"/>
                  </a:lnTo>
                  <a:lnTo>
                    <a:pt x="188275" y="37934"/>
                  </a:lnTo>
                  <a:lnTo>
                    <a:pt x="187195" y="37937"/>
                  </a:lnTo>
                  <a:lnTo>
                    <a:pt x="186116" y="37940"/>
                  </a:lnTo>
                  <a:lnTo>
                    <a:pt x="185037" y="37943"/>
                  </a:lnTo>
                  <a:lnTo>
                    <a:pt x="183958" y="37945"/>
                  </a:lnTo>
                  <a:lnTo>
                    <a:pt x="182878" y="37947"/>
                  </a:lnTo>
                  <a:lnTo>
                    <a:pt x="181799" y="37949"/>
                  </a:lnTo>
                  <a:lnTo>
                    <a:pt x="180720" y="37951"/>
                  </a:lnTo>
                  <a:lnTo>
                    <a:pt x="179640" y="37953"/>
                  </a:lnTo>
                  <a:lnTo>
                    <a:pt x="178561" y="37955"/>
                  </a:lnTo>
                  <a:lnTo>
                    <a:pt x="177482" y="37956"/>
                  </a:lnTo>
                  <a:lnTo>
                    <a:pt x="176403" y="37958"/>
                  </a:lnTo>
                  <a:lnTo>
                    <a:pt x="175323" y="37959"/>
                  </a:lnTo>
                  <a:lnTo>
                    <a:pt x="174244" y="37960"/>
                  </a:lnTo>
                  <a:lnTo>
                    <a:pt x="173120" y="37961"/>
                  </a:lnTo>
                  <a:lnTo>
                    <a:pt x="171996" y="37963"/>
                  </a:lnTo>
                  <a:lnTo>
                    <a:pt x="170872" y="37964"/>
                  </a:lnTo>
                  <a:lnTo>
                    <a:pt x="169748" y="37966"/>
                  </a:lnTo>
                  <a:lnTo>
                    <a:pt x="168624" y="37968"/>
                  </a:lnTo>
                  <a:lnTo>
                    <a:pt x="167500" y="37970"/>
                  </a:lnTo>
                  <a:lnTo>
                    <a:pt x="166376" y="37972"/>
                  </a:lnTo>
                  <a:lnTo>
                    <a:pt x="165252" y="37974"/>
                  </a:lnTo>
                  <a:lnTo>
                    <a:pt x="164128" y="37976"/>
                  </a:lnTo>
                  <a:lnTo>
                    <a:pt x="163073" y="37978"/>
                  </a:lnTo>
                  <a:lnTo>
                    <a:pt x="162018" y="37979"/>
                  </a:lnTo>
                  <a:lnTo>
                    <a:pt x="160963" y="37981"/>
                  </a:lnTo>
                  <a:lnTo>
                    <a:pt x="159908" y="37983"/>
                  </a:lnTo>
                  <a:lnTo>
                    <a:pt x="158853" y="37984"/>
                  </a:lnTo>
                  <a:lnTo>
                    <a:pt x="157798" y="37986"/>
                  </a:lnTo>
                  <a:lnTo>
                    <a:pt x="156743" y="37988"/>
                  </a:lnTo>
                  <a:lnTo>
                    <a:pt x="155688" y="37989"/>
                  </a:lnTo>
                  <a:lnTo>
                    <a:pt x="154633" y="37991"/>
                  </a:lnTo>
                  <a:lnTo>
                    <a:pt x="153578" y="37992"/>
                  </a:lnTo>
                  <a:lnTo>
                    <a:pt x="152523" y="37993"/>
                  </a:lnTo>
                  <a:lnTo>
                    <a:pt x="151468" y="37995"/>
                  </a:lnTo>
                  <a:lnTo>
                    <a:pt x="150413" y="37996"/>
                  </a:lnTo>
                  <a:lnTo>
                    <a:pt x="149358" y="37997"/>
                  </a:lnTo>
                  <a:lnTo>
                    <a:pt x="148303" y="37999"/>
                  </a:lnTo>
                  <a:lnTo>
                    <a:pt x="147248" y="38000"/>
                  </a:lnTo>
                  <a:lnTo>
                    <a:pt x="146193" y="38001"/>
                  </a:lnTo>
                  <a:lnTo>
                    <a:pt x="145138" y="38002"/>
                  </a:lnTo>
                  <a:lnTo>
                    <a:pt x="144083" y="38003"/>
                  </a:lnTo>
                  <a:lnTo>
                    <a:pt x="143028" y="38004"/>
                  </a:lnTo>
                  <a:lnTo>
                    <a:pt x="141973" y="38005"/>
                  </a:lnTo>
                  <a:lnTo>
                    <a:pt x="140918" y="38006"/>
                  </a:lnTo>
                  <a:lnTo>
                    <a:pt x="139863" y="38007"/>
                  </a:lnTo>
                  <a:lnTo>
                    <a:pt x="138808" y="38008"/>
                  </a:lnTo>
                  <a:lnTo>
                    <a:pt x="137753" y="38009"/>
                  </a:lnTo>
                  <a:lnTo>
                    <a:pt x="136698" y="38010"/>
                  </a:lnTo>
                  <a:lnTo>
                    <a:pt x="135643" y="38010"/>
                  </a:lnTo>
                  <a:lnTo>
                    <a:pt x="134588" y="38011"/>
                  </a:lnTo>
                  <a:lnTo>
                    <a:pt x="133533" y="38012"/>
                  </a:lnTo>
                  <a:lnTo>
                    <a:pt x="132477" y="38012"/>
                  </a:lnTo>
                  <a:lnTo>
                    <a:pt x="131434" y="38013"/>
                  </a:lnTo>
                  <a:lnTo>
                    <a:pt x="130390" y="38013"/>
                  </a:lnTo>
                  <a:lnTo>
                    <a:pt x="129346" y="38014"/>
                  </a:lnTo>
                  <a:lnTo>
                    <a:pt x="128302" y="38015"/>
                  </a:lnTo>
                  <a:lnTo>
                    <a:pt x="127259" y="38016"/>
                  </a:lnTo>
                  <a:lnTo>
                    <a:pt x="126215" y="38017"/>
                  </a:lnTo>
                  <a:lnTo>
                    <a:pt x="125171" y="38018"/>
                  </a:lnTo>
                  <a:lnTo>
                    <a:pt x="124127" y="38019"/>
                  </a:lnTo>
                  <a:lnTo>
                    <a:pt x="123084" y="38020"/>
                  </a:lnTo>
                  <a:lnTo>
                    <a:pt x="122040" y="38021"/>
                  </a:lnTo>
                  <a:lnTo>
                    <a:pt x="120996" y="38023"/>
                  </a:lnTo>
                  <a:lnTo>
                    <a:pt x="119952" y="38024"/>
                  </a:lnTo>
                  <a:lnTo>
                    <a:pt x="118908" y="38026"/>
                  </a:lnTo>
                  <a:lnTo>
                    <a:pt x="117865" y="38027"/>
                  </a:lnTo>
                  <a:lnTo>
                    <a:pt x="116821" y="38029"/>
                  </a:lnTo>
                  <a:lnTo>
                    <a:pt x="115777" y="38031"/>
                  </a:lnTo>
                  <a:lnTo>
                    <a:pt x="114733" y="38033"/>
                  </a:lnTo>
                  <a:lnTo>
                    <a:pt x="113690" y="38035"/>
                  </a:lnTo>
                  <a:lnTo>
                    <a:pt x="112646" y="38037"/>
                  </a:lnTo>
                  <a:lnTo>
                    <a:pt x="111602" y="38039"/>
                  </a:lnTo>
                  <a:lnTo>
                    <a:pt x="110558" y="38041"/>
                  </a:lnTo>
                  <a:lnTo>
                    <a:pt x="109515" y="38044"/>
                  </a:lnTo>
                  <a:lnTo>
                    <a:pt x="108471" y="38046"/>
                  </a:lnTo>
                  <a:lnTo>
                    <a:pt x="107427" y="38049"/>
                  </a:lnTo>
                  <a:lnTo>
                    <a:pt x="106383" y="38051"/>
                  </a:lnTo>
                  <a:lnTo>
                    <a:pt x="105340" y="38054"/>
                  </a:lnTo>
                  <a:lnTo>
                    <a:pt x="104296" y="38056"/>
                  </a:lnTo>
                  <a:lnTo>
                    <a:pt x="103252" y="38059"/>
                  </a:lnTo>
                  <a:lnTo>
                    <a:pt x="102208" y="38062"/>
                  </a:lnTo>
                  <a:lnTo>
                    <a:pt x="101164" y="38065"/>
                  </a:lnTo>
                  <a:lnTo>
                    <a:pt x="100121" y="38068"/>
                  </a:lnTo>
                  <a:lnTo>
                    <a:pt x="99077" y="38071"/>
                  </a:lnTo>
                  <a:lnTo>
                    <a:pt x="98033" y="38074"/>
                  </a:lnTo>
                  <a:lnTo>
                    <a:pt x="96989" y="38077"/>
                  </a:lnTo>
                  <a:lnTo>
                    <a:pt x="95946" y="38081"/>
                  </a:lnTo>
                  <a:lnTo>
                    <a:pt x="94900" y="38084"/>
                  </a:lnTo>
                  <a:lnTo>
                    <a:pt x="93854" y="38087"/>
                  </a:lnTo>
                  <a:lnTo>
                    <a:pt x="92808" y="38090"/>
                  </a:lnTo>
                  <a:lnTo>
                    <a:pt x="91762" y="38092"/>
                  </a:lnTo>
                  <a:lnTo>
                    <a:pt x="90716" y="38095"/>
                  </a:lnTo>
                  <a:lnTo>
                    <a:pt x="89670" y="38097"/>
                  </a:lnTo>
                  <a:lnTo>
                    <a:pt x="88624" y="38100"/>
                  </a:lnTo>
                  <a:lnTo>
                    <a:pt x="87578" y="38102"/>
                  </a:lnTo>
                  <a:lnTo>
                    <a:pt x="86532" y="38104"/>
                  </a:lnTo>
                  <a:lnTo>
                    <a:pt x="85486" y="38106"/>
                  </a:lnTo>
                  <a:lnTo>
                    <a:pt x="84440" y="38108"/>
                  </a:lnTo>
                  <a:lnTo>
                    <a:pt x="83394" y="38110"/>
                  </a:lnTo>
                  <a:lnTo>
                    <a:pt x="82348" y="38112"/>
                  </a:lnTo>
                  <a:lnTo>
                    <a:pt x="81302" y="38113"/>
                  </a:lnTo>
                  <a:lnTo>
                    <a:pt x="80256" y="38115"/>
                  </a:lnTo>
                  <a:lnTo>
                    <a:pt x="79210" y="38116"/>
                  </a:lnTo>
                  <a:lnTo>
                    <a:pt x="78164" y="38117"/>
                  </a:lnTo>
                  <a:lnTo>
                    <a:pt x="77118" y="38119"/>
                  </a:lnTo>
                  <a:lnTo>
                    <a:pt x="76072" y="38120"/>
                  </a:lnTo>
                  <a:lnTo>
                    <a:pt x="75027" y="38121"/>
                  </a:lnTo>
                  <a:lnTo>
                    <a:pt x="73981" y="38122"/>
                  </a:lnTo>
                  <a:lnTo>
                    <a:pt x="72935" y="38122"/>
                  </a:lnTo>
                  <a:lnTo>
                    <a:pt x="71889" y="38123"/>
                  </a:lnTo>
                  <a:lnTo>
                    <a:pt x="70843" y="38124"/>
                  </a:lnTo>
                  <a:lnTo>
                    <a:pt x="69797" y="38124"/>
                  </a:lnTo>
                  <a:lnTo>
                    <a:pt x="68751" y="38125"/>
                  </a:lnTo>
                  <a:lnTo>
                    <a:pt x="67705" y="38125"/>
                  </a:lnTo>
                  <a:lnTo>
                    <a:pt x="66651" y="38125"/>
                  </a:lnTo>
                  <a:lnTo>
                    <a:pt x="65597" y="38126"/>
                  </a:lnTo>
                  <a:lnTo>
                    <a:pt x="64543" y="38127"/>
                  </a:lnTo>
                  <a:lnTo>
                    <a:pt x="63489" y="38127"/>
                  </a:lnTo>
                  <a:lnTo>
                    <a:pt x="62435" y="38129"/>
                  </a:lnTo>
                  <a:lnTo>
                    <a:pt x="61381" y="38130"/>
                  </a:lnTo>
                  <a:lnTo>
                    <a:pt x="60327" y="38131"/>
                  </a:lnTo>
                  <a:lnTo>
                    <a:pt x="59273" y="38133"/>
                  </a:lnTo>
                  <a:lnTo>
                    <a:pt x="58219" y="38135"/>
                  </a:lnTo>
                  <a:lnTo>
                    <a:pt x="57165" y="38138"/>
                  </a:lnTo>
                  <a:lnTo>
                    <a:pt x="56110" y="38140"/>
                  </a:lnTo>
                  <a:lnTo>
                    <a:pt x="55056" y="38143"/>
                  </a:lnTo>
                  <a:lnTo>
                    <a:pt x="54002" y="38147"/>
                  </a:lnTo>
                  <a:lnTo>
                    <a:pt x="52948" y="38150"/>
                  </a:lnTo>
                  <a:lnTo>
                    <a:pt x="51894" y="38154"/>
                  </a:lnTo>
                  <a:lnTo>
                    <a:pt x="50840" y="38159"/>
                  </a:lnTo>
                  <a:lnTo>
                    <a:pt x="49782" y="38163"/>
                  </a:lnTo>
                  <a:lnTo>
                    <a:pt x="48724" y="38166"/>
                  </a:lnTo>
                  <a:lnTo>
                    <a:pt x="47666" y="38169"/>
                  </a:lnTo>
                  <a:lnTo>
                    <a:pt x="46608" y="38172"/>
                  </a:lnTo>
                  <a:lnTo>
                    <a:pt x="45550" y="38174"/>
                  </a:lnTo>
                  <a:lnTo>
                    <a:pt x="44492" y="38176"/>
                  </a:lnTo>
                  <a:lnTo>
                    <a:pt x="43434" y="38177"/>
                  </a:lnTo>
                  <a:lnTo>
                    <a:pt x="42376" y="38178"/>
                  </a:lnTo>
                  <a:lnTo>
                    <a:pt x="41318" y="38178"/>
                  </a:lnTo>
                  <a:lnTo>
                    <a:pt x="40260" y="38178"/>
                  </a:lnTo>
                  <a:lnTo>
                    <a:pt x="39202" y="38177"/>
                  </a:lnTo>
                  <a:lnTo>
                    <a:pt x="38144" y="38176"/>
                  </a:lnTo>
                  <a:lnTo>
                    <a:pt x="37087" y="38175"/>
                  </a:lnTo>
                  <a:lnTo>
                    <a:pt x="36029" y="38173"/>
                  </a:lnTo>
                  <a:lnTo>
                    <a:pt x="34971" y="38171"/>
                  </a:lnTo>
                  <a:lnTo>
                    <a:pt x="33807" y="38171"/>
                  </a:lnTo>
                  <a:lnTo>
                    <a:pt x="32644" y="38173"/>
                  </a:lnTo>
                  <a:lnTo>
                    <a:pt x="31480" y="38177"/>
                  </a:lnTo>
                  <a:lnTo>
                    <a:pt x="30317" y="38182"/>
                  </a:lnTo>
                  <a:lnTo>
                    <a:pt x="29153" y="38190"/>
                  </a:lnTo>
                  <a:lnTo>
                    <a:pt x="28017" y="38195"/>
                  </a:lnTo>
                  <a:lnTo>
                    <a:pt x="26881" y="38198"/>
                  </a:lnTo>
                  <a:lnTo>
                    <a:pt x="25744" y="38199"/>
                  </a:lnTo>
                  <a:lnTo>
                    <a:pt x="24608" y="38197"/>
                  </a:lnTo>
                  <a:lnTo>
                    <a:pt x="23471" y="38194"/>
                  </a:lnTo>
                  <a:lnTo>
                    <a:pt x="22335" y="38189"/>
                  </a:lnTo>
                  <a:lnTo>
                    <a:pt x="21198" y="38184"/>
                  </a:lnTo>
                  <a:lnTo>
                    <a:pt x="20711" y="38185"/>
                  </a:lnTo>
                  <a:lnTo>
                    <a:pt x="20080" y="38186"/>
                  </a:lnTo>
                  <a:lnTo>
                    <a:pt x="18886" y="38188"/>
                  </a:lnTo>
                  <a:lnTo>
                    <a:pt x="16705" y="38191"/>
                  </a:lnTo>
                  <a:lnTo>
                    <a:pt x="15528" y="38027"/>
                  </a:lnTo>
                  <a:lnTo>
                    <a:pt x="14410" y="37827"/>
                  </a:lnTo>
                  <a:lnTo>
                    <a:pt x="13342" y="37590"/>
                  </a:lnTo>
                  <a:lnTo>
                    <a:pt x="12315" y="37315"/>
                  </a:lnTo>
                  <a:lnTo>
                    <a:pt x="11320" y="37001"/>
                  </a:lnTo>
                  <a:lnTo>
                    <a:pt x="10348" y="36648"/>
                  </a:lnTo>
                  <a:lnTo>
                    <a:pt x="9390" y="36255"/>
                  </a:lnTo>
                  <a:lnTo>
                    <a:pt x="8438" y="35821"/>
                  </a:lnTo>
                  <a:lnTo>
                    <a:pt x="7481" y="35346"/>
                  </a:lnTo>
                  <a:lnTo>
                    <a:pt x="6512" y="34828"/>
                  </a:lnTo>
                  <a:lnTo>
                    <a:pt x="5522" y="34267"/>
                  </a:lnTo>
                  <a:lnTo>
                    <a:pt x="4501" y="33663"/>
                  </a:lnTo>
                  <a:lnTo>
                    <a:pt x="3849" y="32726"/>
                  </a:lnTo>
                  <a:lnTo>
                    <a:pt x="3256" y="31781"/>
                  </a:lnTo>
                  <a:lnTo>
                    <a:pt x="2721" y="30827"/>
                  </a:lnTo>
                  <a:lnTo>
                    <a:pt x="2241" y="29865"/>
                  </a:lnTo>
                  <a:lnTo>
                    <a:pt x="1814" y="28895"/>
                  </a:lnTo>
                  <a:lnTo>
                    <a:pt x="1439" y="27916"/>
                  </a:lnTo>
                  <a:lnTo>
                    <a:pt x="1112" y="26929"/>
                  </a:lnTo>
                  <a:lnTo>
                    <a:pt x="832" y="25933"/>
                  </a:lnTo>
                  <a:lnTo>
                    <a:pt x="596" y="24928"/>
                  </a:lnTo>
                  <a:lnTo>
                    <a:pt x="403" y="23915"/>
                  </a:lnTo>
                  <a:lnTo>
                    <a:pt x="251" y="22892"/>
                  </a:lnTo>
                  <a:lnTo>
                    <a:pt x="136" y="21861"/>
                  </a:lnTo>
                  <a:lnTo>
                    <a:pt x="58" y="20821"/>
                  </a:lnTo>
                  <a:lnTo>
                    <a:pt x="13" y="19773"/>
                  </a:lnTo>
                  <a:lnTo>
                    <a:pt x="0" y="18715"/>
                  </a:lnTo>
                  <a:lnTo>
                    <a:pt x="17" y="17648"/>
                  </a:lnTo>
                  <a:lnTo>
                    <a:pt x="62" y="16572"/>
                  </a:lnTo>
                  <a:lnTo>
                    <a:pt x="132" y="15487"/>
                  </a:lnTo>
                  <a:lnTo>
                    <a:pt x="225" y="14393"/>
                  </a:lnTo>
                  <a:lnTo>
                    <a:pt x="339" y="13289"/>
                  </a:lnTo>
                  <a:lnTo>
                    <a:pt x="472" y="12177"/>
                  </a:lnTo>
                  <a:lnTo>
                    <a:pt x="869" y="11048"/>
                  </a:lnTo>
                  <a:lnTo>
                    <a:pt x="1326" y="9991"/>
                  </a:lnTo>
                  <a:lnTo>
                    <a:pt x="1841" y="9003"/>
                  </a:lnTo>
                  <a:lnTo>
                    <a:pt x="2412" y="8082"/>
                  </a:lnTo>
                  <a:lnTo>
                    <a:pt x="3035" y="7227"/>
                  </a:lnTo>
                  <a:lnTo>
                    <a:pt x="3708" y="6434"/>
                  </a:lnTo>
                  <a:lnTo>
                    <a:pt x="4429" y="5703"/>
                  </a:lnTo>
                  <a:lnTo>
                    <a:pt x="5194" y="5031"/>
                  </a:lnTo>
                  <a:lnTo>
                    <a:pt x="6001" y="4416"/>
                  </a:lnTo>
                  <a:lnTo>
                    <a:pt x="6847" y="3857"/>
                  </a:lnTo>
                  <a:lnTo>
                    <a:pt x="7730" y="3350"/>
                  </a:lnTo>
                  <a:lnTo>
                    <a:pt x="8647" y="2895"/>
                  </a:lnTo>
                  <a:lnTo>
                    <a:pt x="9595" y="2490"/>
                  </a:lnTo>
                  <a:lnTo>
                    <a:pt x="10571" y="2132"/>
                  </a:lnTo>
                  <a:lnTo>
                    <a:pt x="11573" y="1819"/>
                  </a:lnTo>
                  <a:lnTo>
                    <a:pt x="12598" y="1550"/>
                  </a:lnTo>
                  <a:lnTo>
                    <a:pt x="13644" y="1322"/>
                  </a:lnTo>
                  <a:lnTo>
                    <a:pt x="14707" y="1134"/>
                  </a:lnTo>
                  <a:lnTo>
                    <a:pt x="15785" y="983"/>
                  </a:lnTo>
                  <a:lnTo>
                    <a:pt x="16875" y="868"/>
                  </a:lnTo>
                  <a:lnTo>
                    <a:pt x="17975" y="786"/>
                  </a:lnTo>
                  <a:lnTo>
                    <a:pt x="19082" y="736"/>
                  </a:lnTo>
                  <a:lnTo>
                    <a:pt x="20194" y="715"/>
                  </a:lnTo>
                  <a:close/>
                </a:path>
              </a:pathLst>
            </a:custGeom>
            <a:solidFill>
              <a:srgbClr val="3484C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egion 23 #2C7EC0"/>
            <p:cNvSpPr/>
            <p:nvPr/>
          </p:nvSpPr>
          <p:spPr>
            <a:xfrm>
              <a:off x="2223354" y="291405"/>
              <a:ext cx="228978" cy="34915"/>
            </a:xfrm>
            <a:custGeom>
              <a:avLst/>
              <a:gdLst/>
              <a:ahLst/>
              <a:cxnLst/>
              <a:rect l="l" t="t" r="r" b="b"/>
              <a:pathLst>
                <a:path w="228978" h="34915">
                  <a:moveTo>
                    <a:pt x="11203" y="0"/>
                  </a:moveTo>
                  <a:lnTo>
                    <a:pt x="14402" y="0"/>
                  </a:lnTo>
                  <a:lnTo>
                    <a:pt x="17601" y="0"/>
                  </a:lnTo>
                  <a:lnTo>
                    <a:pt x="20800" y="0"/>
                  </a:lnTo>
                  <a:lnTo>
                    <a:pt x="23999" y="0"/>
                  </a:lnTo>
                  <a:lnTo>
                    <a:pt x="27199" y="0"/>
                  </a:lnTo>
                  <a:lnTo>
                    <a:pt x="30398" y="0"/>
                  </a:lnTo>
                  <a:lnTo>
                    <a:pt x="33598" y="0"/>
                  </a:lnTo>
                  <a:lnTo>
                    <a:pt x="36799" y="0"/>
                  </a:lnTo>
                  <a:lnTo>
                    <a:pt x="39999" y="0"/>
                  </a:lnTo>
                  <a:lnTo>
                    <a:pt x="43201" y="0"/>
                  </a:lnTo>
                  <a:lnTo>
                    <a:pt x="46402" y="0"/>
                  </a:lnTo>
                  <a:lnTo>
                    <a:pt x="49604" y="0"/>
                  </a:lnTo>
                  <a:lnTo>
                    <a:pt x="52807" y="0"/>
                  </a:lnTo>
                  <a:lnTo>
                    <a:pt x="56010" y="0"/>
                  </a:lnTo>
                  <a:lnTo>
                    <a:pt x="59214" y="0"/>
                  </a:lnTo>
                  <a:lnTo>
                    <a:pt x="62419" y="0"/>
                  </a:lnTo>
                  <a:lnTo>
                    <a:pt x="65624" y="0"/>
                  </a:lnTo>
                  <a:lnTo>
                    <a:pt x="68831" y="0"/>
                  </a:lnTo>
                  <a:lnTo>
                    <a:pt x="72038" y="0"/>
                  </a:lnTo>
                  <a:lnTo>
                    <a:pt x="75246" y="0"/>
                  </a:lnTo>
                  <a:lnTo>
                    <a:pt x="78455" y="0"/>
                  </a:lnTo>
                  <a:lnTo>
                    <a:pt x="81665" y="0"/>
                  </a:lnTo>
                  <a:lnTo>
                    <a:pt x="84876" y="0"/>
                  </a:lnTo>
                  <a:lnTo>
                    <a:pt x="88088" y="0"/>
                  </a:lnTo>
                  <a:lnTo>
                    <a:pt x="91301" y="0"/>
                  </a:lnTo>
                  <a:lnTo>
                    <a:pt x="94515" y="0"/>
                  </a:lnTo>
                  <a:lnTo>
                    <a:pt x="97731" y="0"/>
                  </a:lnTo>
                  <a:lnTo>
                    <a:pt x="100948" y="0"/>
                  </a:lnTo>
                  <a:lnTo>
                    <a:pt x="104166" y="0"/>
                  </a:lnTo>
                  <a:lnTo>
                    <a:pt x="107386" y="0"/>
                  </a:lnTo>
                  <a:lnTo>
                    <a:pt x="110607" y="0"/>
                  </a:lnTo>
                  <a:lnTo>
                    <a:pt x="113829" y="0"/>
                  </a:lnTo>
                  <a:lnTo>
                    <a:pt x="117053" y="0"/>
                  </a:lnTo>
                  <a:lnTo>
                    <a:pt x="120279" y="0"/>
                  </a:lnTo>
                  <a:lnTo>
                    <a:pt x="123506" y="0"/>
                  </a:lnTo>
                  <a:lnTo>
                    <a:pt x="126735" y="0"/>
                  </a:lnTo>
                  <a:lnTo>
                    <a:pt x="129965" y="0"/>
                  </a:lnTo>
                  <a:lnTo>
                    <a:pt x="133198" y="0"/>
                  </a:lnTo>
                  <a:lnTo>
                    <a:pt x="136432" y="0"/>
                  </a:lnTo>
                  <a:lnTo>
                    <a:pt x="139668" y="0"/>
                  </a:lnTo>
                  <a:lnTo>
                    <a:pt x="142905" y="0"/>
                  </a:lnTo>
                  <a:lnTo>
                    <a:pt x="146145" y="0"/>
                  </a:lnTo>
                  <a:lnTo>
                    <a:pt x="149387" y="0"/>
                  </a:lnTo>
                  <a:lnTo>
                    <a:pt x="152631" y="0"/>
                  </a:lnTo>
                  <a:lnTo>
                    <a:pt x="155877" y="0"/>
                  </a:lnTo>
                  <a:lnTo>
                    <a:pt x="159125" y="0"/>
                  </a:lnTo>
                  <a:lnTo>
                    <a:pt x="162375" y="0"/>
                  </a:lnTo>
                  <a:lnTo>
                    <a:pt x="165627" y="0"/>
                  </a:lnTo>
                  <a:lnTo>
                    <a:pt x="168882" y="0"/>
                  </a:lnTo>
                  <a:lnTo>
                    <a:pt x="172139" y="0"/>
                  </a:lnTo>
                  <a:lnTo>
                    <a:pt x="175398" y="0"/>
                  </a:lnTo>
                  <a:lnTo>
                    <a:pt x="178660" y="0"/>
                  </a:lnTo>
                  <a:lnTo>
                    <a:pt x="181924" y="0"/>
                  </a:lnTo>
                  <a:lnTo>
                    <a:pt x="185191" y="0"/>
                  </a:lnTo>
                  <a:lnTo>
                    <a:pt x="188460" y="0"/>
                  </a:lnTo>
                  <a:lnTo>
                    <a:pt x="191732" y="0"/>
                  </a:lnTo>
                  <a:lnTo>
                    <a:pt x="195007" y="0"/>
                  </a:lnTo>
                  <a:lnTo>
                    <a:pt x="198284" y="0"/>
                  </a:lnTo>
                  <a:lnTo>
                    <a:pt x="201564" y="0"/>
                  </a:lnTo>
                  <a:lnTo>
                    <a:pt x="204847" y="0"/>
                  </a:lnTo>
                  <a:lnTo>
                    <a:pt x="208132" y="0"/>
                  </a:lnTo>
                  <a:lnTo>
                    <a:pt x="211421" y="0"/>
                  </a:lnTo>
                  <a:lnTo>
                    <a:pt x="214712" y="0"/>
                  </a:lnTo>
                  <a:lnTo>
                    <a:pt x="218007" y="0"/>
                  </a:lnTo>
                  <a:lnTo>
                    <a:pt x="218007" y="1333"/>
                  </a:lnTo>
                  <a:lnTo>
                    <a:pt x="218007" y="2686"/>
                  </a:lnTo>
                  <a:lnTo>
                    <a:pt x="219214" y="2894"/>
                  </a:lnTo>
                  <a:lnTo>
                    <a:pt x="220440" y="3105"/>
                  </a:lnTo>
                  <a:lnTo>
                    <a:pt x="221633" y="3511"/>
                  </a:lnTo>
                  <a:lnTo>
                    <a:pt x="222665" y="3936"/>
                  </a:lnTo>
                  <a:lnTo>
                    <a:pt x="223572" y="4402"/>
                  </a:lnTo>
                  <a:lnTo>
                    <a:pt x="224386" y="4927"/>
                  </a:lnTo>
                  <a:lnTo>
                    <a:pt x="225142" y="5535"/>
                  </a:lnTo>
                  <a:lnTo>
                    <a:pt x="225875" y="6245"/>
                  </a:lnTo>
                  <a:lnTo>
                    <a:pt x="226618" y="7079"/>
                  </a:lnTo>
                  <a:lnTo>
                    <a:pt x="227407" y="8057"/>
                  </a:lnTo>
                  <a:lnTo>
                    <a:pt x="227779" y="9085"/>
                  </a:lnTo>
                  <a:lnTo>
                    <a:pt x="228092" y="10116"/>
                  </a:lnTo>
                  <a:lnTo>
                    <a:pt x="228350" y="11152"/>
                  </a:lnTo>
                  <a:lnTo>
                    <a:pt x="228558" y="12192"/>
                  </a:lnTo>
                  <a:lnTo>
                    <a:pt x="228718" y="13236"/>
                  </a:lnTo>
                  <a:lnTo>
                    <a:pt x="228837" y="14284"/>
                  </a:lnTo>
                  <a:lnTo>
                    <a:pt x="228917" y="15336"/>
                  </a:lnTo>
                  <a:lnTo>
                    <a:pt x="228963" y="16393"/>
                  </a:lnTo>
                  <a:lnTo>
                    <a:pt x="228978" y="17454"/>
                  </a:lnTo>
                  <a:lnTo>
                    <a:pt x="228968" y="18520"/>
                  </a:lnTo>
                  <a:lnTo>
                    <a:pt x="228936" y="19590"/>
                  </a:lnTo>
                  <a:lnTo>
                    <a:pt x="228886" y="20665"/>
                  </a:lnTo>
                  <a:lnTo>
                    <a:pt x="228823" y="21745"/>
                  </a:lnTo>
                  <a:lnTo>
                    <a:pt x="228750" y="22829"/>
                  </a:lnTo>
                  <a:lnTo>
                    <a:pt x="227945" y="24505"/>
                  </a:lnTo>
                  <a:lnTo>
                    <a:pt x="227278" y="25859"/>
                  </a:lnTo>
                  <a:lnTo>
                    <a:pt x="226707" y="26938"/>
                  </a:lnTo>
                  <a:lnTo>
                    <a:pt x="226193" y="27792"/>
                  </a:lnTo>
                  <a:lnTo>
                    <a:pt x="225695" y="28469"/>
                  </a:lnTo>
                  <a:lnTo>
                    <a:pt x="225172" y="29017"/>
                  </a:lnTo>
                  <a:lnTo>
                    <a:pt x="224586" y="29484"/>
                  </a:lnTo>
                  <a:lnTo>
                    <a:pt x="223894" y="29920"/>
                  </a:lnTo>
                  <a:lnTo>
                    <a:pt x="223057" y="30371"/>
                  </a:lnTo>
                  <a:lnTo>
                    <a:pt x="222035" y="30886"/>
                  </a:lnTo>
                  <a:lnTo>
                    <a:pt x="221703" y="31884"/>
                  </a:lnTo>
                  <a:lnTo>
                    <a:pt x="221369" y="32886"/>
                  </a:lnTo>
                  <a:lnTo>
                    <a:pt x="221033" y="33895"/>
                  </a:lnTo>
                  <a:lnTo>
                    <a:pt x="220692" y="34915"/>
                  </a:lnTo>
                  <a:lnTo>
                    <a:pt x="217410" y="34915"/>
                  </a:lnTo>
                  <a:lnTo>
                    <a:pt x="214128" y="34915"/>
                  </a:lnTo>
                  <a:lnTo>
                    <a:pt x="210846" y="34915"/>
                  </a:lnTo>
                  <a:lnTo>
                    <a:pt x="207564" y="34915"/>
                  </a:lnTo>
                  <a:lnTo>
                    <a:pt x="204281" y="34915"/>
                  </a:lnTo>
                  <a:lnTo>
                    <a:pt x="200998" y="34915"/>
                  </a:lnTo>
                  <a:lnTo>
                    <a:pt x="197715" y="34915"/>
                  </a:lnTo>
                  <a:lnTo>
                    <a:pt x="194432" y="34915"/>
                  </a:lnTo>
                  <a:lnTo>
                    <a:pt x="191148" y="34915"/>
                  </a:lnTo>
                  <a:lnTo>
                    <a:pt x="187864" y="34915"/>
                  </a:lnTo>
                  <a:lnTo>
                    <a:pt x="184579" y="34915"/>
                  </a:lnTo>
                  <a:lnTo>
                    <a:pt x="181293" y="34915"/>
                  </a:lnTo>
                  <a:lnTo>
                    <a:pt x="178008" y="34915"/>
                  </a:lnTo>
                  <a:lnTo>
                    <a:pt x="174721" y="34915"/>
                  </a:lnTo>
                  <a:lnTo>
                    <a:pt x="171434" y="34915"/>
                  </a:lnTo>
                  <a:lnTo>
                    <a:pt x="168146" y="34915"/>
                  </a:lnTo>
                  <a:lnTo>
                    <a:pt x="164857" y="34915"/>
                  </a:lnTo>
                  <a:lnTo>
                    <a:pt x="161568" y="34915"/>
                  </a:lnTo>
                  <a:lnTo>
                    <a:pt x="158277" y="34915"/>
                  </a:lnTo>
                  <a:lnTo>
                    <a:pt x="154986" y="34915"/>
                  </a:lnTo>
                  <a:lnTo>
                    <a:pt x="151694" y="34915"/>
                  </a:lnTo>
                  <a:lnTo>
                    <a:pt x="148400" y="34915"/>
                  </a:lnTo>
                  <a:lnTo>
                    <a:pt x="145106" y="34915"/>
                  </a:lnTo>
                  <a:lnTo>
                    <a:pt x="141810" y="34915"/>
                  </a:lnTo>
                  <a:lnTo>
                    <a:pt x="138514" y="34915"/>
                  </a:lnTo>
                  <a:lnTo>
                    <a:pt x="135216" y="34915"/>
                  </a:lnTo>
                  <a:lnTo>
                    <a:pt x="131917" y="34915"/>
                  </a:lnTo>
                  <a:lnTo>
                    <a:pt x="128616" y="34915"/>
                  </a:lnTo>
                  <a:lnTo>
                    <a:pt x="125314" y="34915"/>
                  </a:lnTo>
                  <a:lnTo>
                    <a:pt x="122011" y="34915"/>
                  </a:lnTo>
                  <a:lnTo>
                    <a:pt x="118707" y="34915"/>
                  </a:lnTo>
                  <a:lnTo>
                    <a:pt x="115400" y="34915"/>
                  </a:lnTo>
                  <a:lnTo>
                    <a:pt x="112093" y="34915"/>
                  </a:lnTo>
                  <a:lnTo>
                    <a:pt x="108783" y="34915"/>
                  </a:lnTo>
                  <a:lnTo>
                    <a:pt x="105472" y="34915"/>
                  </a:lnTo>
                  <a:lnTo>
                    <a:pt x="102160" y="34915"/>
                  </a:lnTo>
                  <a:lnTo>
                    <a:pt x="98845" y="34915"/>
                  </a:lnTo>
                  <a:lnTo>
                    <a:pt x="95529" y="34915"/>
                  </a:lnTo>
                  <a:lnTo>
                    <a:pt x="92211" y="34915"/>
                  </a:lnTo>
                  <a:lnTo>
                    <a:pt x="88891" y="34915"/>
                  </a:lnTo>
                  <a:lnTo>
                    <a:pt x="85569" y="34915"/>
                  </a:lnTo>
                  <a:lnTo>
                    <a:pt x="82245" y="34915"/>
                  </a:lnTo>
                  <a:lnTo>
                    <a:pt x="78919" y="34915"/>
                  </a:lnTo>
                  <a:lnTo>
                    <a:pt x="75591" y="34915"/>
                  </a:lnTo>
                  <a:lnTo>
                    <a:pt x="72261" y="34915"/>
                  </a:lnTo>
                  <a:lnTo>
                    <a:pt x="68929" y="34915"/>
                  </a:lnTo>
                  <a:lnTo>
                    <a:pt x="65594" y="34915"/>
                  </a:lnTo>
                  <a:lnTo>
                    <a:pt x="62257" y="34915"/>
                  </a:lnTo>
                  <a:lnTo>
                    <a:pt x="58918" y="34915"/>
                  </a:lnTo>
                  <a:lnTo>
                    <a:pt x="55576" y="34915"/>
                  </a:lnTo>
                  <a:lnTo>
                    <a:pt x="52232" y="34915"/>
                  </a:lnTo>
                  <a:lnTo>
                    <a:pt x="48886" y="34915"/>
                  </a:lnTo>
                  <a:lnTo>
                    <a:pt x="45537" y="34915"/>
                  </a:lnTo>
                  <a:lnTo>
                    <a:pt x="42185" y="34915"/>
                  </a:lnTo>
                  <a:lnTo>
                    <a:pt x="38831" y="34915"/>
                  </a:lnTo>
                  <a:lnTo>
                    <a:pt x="35474" y="34915"/>
                  </a:lnTo>
                  <a:lnTo>
                    <a:pt x="32114" y="34915"/>
                  </a:lnTo>
                  <a:lnTo>
                    <a:pt x="28752" y="34915"/>
                  </a:lnTo>
                  <a:lnTo>
                    <a:pt x="25387" y="34915"/>
                  </a:lnTo>
                  <a:lnTo>
                    <a:pt x="22019" y="34915"/>
                  </a:lnTo>
                  <a:lnTo>
                    <a:pt x="18648" y="34915"/>
                  </a:lnTo>
                  <a:lnTo>
                    <a:pt x="15274" y="34915"/>
                  </a:lnTo>
                  <a:lnTo>
                    <a:pt x="11897" y="34915"/>
                  </a:lnTo>
                  <a:lnTo>
                    <a:pt x="8517" y="34915"/>
                  </a:lnTo>
                  <a:lnTo>
                    <a:pt x="8517" y="33582"/>
                  </a:lnTo>
                  <a:lnTo>
                    <a:pt x="8517" y="32229"/>
                  </a:lnTo>
                  <a:lnTo>
                    <a:pt x="7436" y="31896"/>
                  </a:lnTo>
                  <a:lnTo>
                    <a:pt x="6347" y="31561"/>
                  </a:lnTo>
                  <a:lnTo>
                    <a:pt x="5243" y="31222"/>
                  </a:lnTo>
                  <a:lnTo>
                    <a:pt x="3557" y="30384"/>
                  </a:lnTo>
                  <a:lnTo>
                    <a:pt x="2491" y="29754"/>
                  </a:lnTo>
                  <a:lnTo>
                    <a:pt x="1837" y="29138"/>
                  </a:lnTo>
                  <a:lnTo>
                    <a:pt x="1389" y="28340"/>
                  </a:lnTo>
                  <a:lnTo>
                    <a:pt x="942" y="27167"/>
                  </a:lnTo>
                  <a:lnTo>
                    <a:pt x="769" y="26072"/>
                  </a:lnTo>
                  <a:lnTo>
                    <a:pt x="605" y="24987"/>
                  </a:lnTo>
                  <a:lnTo>
                    <a:pt x="455" y="23911"/>
                  </a:lnTo>
                  <a:lnTo>
                    <a:pt x="321" y="22843"/>
                  </a:lnTo>
                  <a:lnTo>
                    <a:pt x="206" y="21784"/>
                  </a:lnTo>
                  <a:lnTo>
                    <a:pt x="113" y="20732"/>
                  </a:lnTo>
                  <a:lnTo>
                    <a:pt x="46" y="19688"/>
                  </a:lnTo>
                  <a:lnTo>
                    <a:pt x="7" y="18651"/>
                  </a:lnTo>
                  <a:lnTo>
                    <a:pt x="0" y="17621"/>
                  </a:lnTo>
                  <a:lnTo>
                    <a:pt x="27" y="16597"/>
                  </a:lnTo>
                  <a:lnTo>
                    <a:pt x="92" y="15580"/>
                  </a:lnTo>
                  <a:lnTo>
                    <a:pt x="198" y="14567"/>
                  </a:lnTo>
                  <a:lnTo>
                    <a:pt x="349" y="13561"/>
                  </a:lnTo>
                  <a:lnTo>
                    <a:pt x="546" y="12559"/>
                  </a:lnTo>
                  <a:lnTo>
                    <a:pt x="793" y="11562"/>
                  </a:lnTo>
                  <a:lnTo>
                    <a:pt x="1094" y="10569"/>
                  </a:lnTo>
                  <a:lnTo>
                    <a:pt x="1451" y="9579"/>
                  </a:lnTo>
                  <a:lnTo>
                    <a:pt x="1868" y="8594"/>
                  </a:lnTo>
                  <a:lnTo>
                    <a:pt x="2348" y="7611"/>
                  </a:lnTo>
                  <a:lnTo>
                    <a:pt x="2893" y="6631"/>
                  </a:lnTo>
                  <a:lnTo>
                    <a:pt x="3993" y="5664"/>
                  </a:lnTo>
                  <a:lnTo>
                    <a:pt x="4854" y="4946"/>
                  </a:lnTo>
                  <a:lnTo>
                    <a:pt x="5600" y="4409"/>
                  </a:lnTo>
                  <a:lnTo>
                    <a:pt x="6352" y="3983"/>
                  </a:lnTo>
                  <a:lnTo>
                    <a:pt x="7231" y="3600"/>
                  </a:lnTo>
                  <a:lnTo>
                    <a:pt x="8360" y="3191"/>
                  </a:lnTo>
                  <a:lnTo>
                    <a:pt x="9860" y="2686"/>
                  </a:lnTo>
                  <a:lnTo>
                    <a:pt x="10526" y="1353"/>
                  </a:lnTo>
                  <a:lnTo>
                    <a:pt x="11203" y="0"/>
                  </a:lnTo>
                  <a:close/>
                </a:path>
              </a:pathLst>
            </a:custGeom>
            <a:solidFill>
              <a:srgbClr val="2C7EC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egion 24 #2D7FC0"/>
            <p:cNvSpPr/>
            <p:nvPr/>
          </p:nvSpPr>
          <p:spPr>
            <a:xfrm>
              <a:off x="2222030" y="716730"/>
              <a:ext cx="229350" cy="34792"/>
            </a:xfrm>
            <a:custGeom>
              <a:avLst/>
              <a:gdLst/>
              <a:ahLst/>
              <a:cxnLst/>
              <a:rect l="l" t="t" r="r" b="b"/>
              <a:pathLst>
                <a:path w="229350" h="34792">
                  <a:moveTo>
                    <a:pt x="21140" y="28"/>
                  </a:moveTo>
                  <a:lnTo>
                    <a:pt x="22184" y="23"/>
                  </a:lnTo>
                  <a:lnTo>
                    <a:pt x="23231" y="19"/>
                  </a:lnTo>
                  <a:lnTo>
                    <a:pt x="24283" y="14"/>
                  </a:lnTo>
                  <a:lnTo>
                    <a:pt x="25342" y="10"/>
                  </a:lnTo>
                  <a:lnTo>
                    <a:pt x="26412" y="5"/>
                  </a:lnTo>
                  <a:lnTo>
                    <a:pt x="27563" y="8"/>
                  </a:lnTo>
                  <a:lnTo>
                    <a:pt x="28713" y="12"/>
                  </a:lnTo>
                  <a:lnTo>
                    <a:pt x="29864" y="15"/>
                  </a:lnTo>
                  <a:lnTo>
                    <a:pt x="31015" y="18"/>
                  </a:lnTo>
                  <a:lnTo>
                    <a:pt x="32166" y="21"/>
                  </a:lnTo>
                  <a:lnTo>
                    <a:pt x="33383" y="19"/>
                  </a:lnTo>
                  <a:lnTo>
                    <a:pt x="34600" y="16"/>
                  </a:lnTo>
                  <a:lnTo>
                    <a:pt x="35816" y="14"/>
                  </a:lnTo>
                  <a:lnTo>
                    <a:pt x="37032" y="11"/>
                  </a:lnTo>
                  <a:lnTo>
                    <a:pt x="38248" y="8"/>
                  </a:lnTo>
                  <a:lnTo>
                    <a:pt x="39348" y="5"/>
                  </a:lnTo>
                  <a:lnTo>
                    <a:pt x="40448" y="3"/>
                  </a:lnTo>
                  <a:lnTo>
                    <a:pt x="41548" y="2"/>
                  </a:lnTo>
                  <a:lnTo>
                    <a:pt x="42648" y="1"/>
                  </a:lnTo>
                  <a:lnTo>
                    <a:pt x="43748" y="0"/>
                  </a:lnTo>
                  <a:lnTo>
                    <a:pt x="44847" y="0"/>
                  </a:lnTo>
                  <a:lnTo>
                    <a:pt x="45947" y="0"/>
                  </a:lnTo>
                  <a:lnTo>
                    <a:pt x="47047" y="0"/>
                  </a:lnTo>
                  <a:lnTo>
                    <a:pt x="48147" y="0"/>
                  </a:lnTo>
                  <a:lnTo>
                    <a:pt x="49247" y="1"/>
                  </a:lnTo>
                  <a:lnTo>
                    <a:pt x="50346" y="2"/>
                  </a:lnTo>
                  <a:lnTo>
                    <a:pt x="51446" y="3"/>
                  </a:lnTo>
                  <a:lnTo>
                    <a:pt x="52546" y="5"/>
                  </a:lnTo>
                  <a:lnTo>
                    <a:pt x="53646" y="6"/>
                  </a:lnTo>
                  <a:lnTo>
                    <a:pt x="54746" y="8"/>
                  </a:lnTo>
                  <a:lnTo>
                    <a:pt x="55825" y="9"/>
                  </a:lnTo>
                  <a:lnTo>
                    <a:pt x="56905" y="10"/>
                  </a:lnTo>
                  <a:lnTo>
                    <a:pt x="57984" y="10"/>
                  </a:lnTo>
                  <a:lnTo>
                    <a:pt x="59064" y="11"/>
                  </a:lnTo>
                  <a:lnTo>
                    <a:pt x="60143" y="11"/>
                  </a:lnTo>
                  <a:lnTo>
                    <a:pt x="61223" y="11"/>
                  </a:lnTo>
                  <a:lnTo>
                    <a:pt x="62302" y="11"/>
                  </a:lnTo>
                  <a:lnTo>
                    <a:pt x="63382" y="10"/>
                  </a:lnTo>
                  <a:lnTo>
                    <a:pt x="64461" y="10"/>
                  </a:lnTo>
                  <a:lnTo>
                    <a:pt x="65541" y="10"/>
                  </a:lnTo>
                  <a:lnTo>
                    <a:pt x="66620" y="9"/>
                  </a:lnTo>
                  <a:lnTo>
                    <a:pt x="67700" y="8"/>
                  </a:lnTo>
                  <a:lnTo>
                    <a:pt x="68779" y="7"/>
                  </a:lnTo>
                  <a:lnTo>
                    <a:pt x="69859" y="7"/>
                  </a:lnTo>
                  <a:lnTo>
                    <a:pt x="70938" y="6"/>
                  </a:lnTo>
                  <a:lnTo>
                    <a:pt x="72018" y="5"/>
                  </a:lnTo>
                  <a:lnTo>
                    <a:pt x="73092" y="5"/>
                  </a:lnTo>
                  <a:lnTo>
                    <a:pt x="74166" y="4"/>
                  </a:lnTo>
                  <a:lnTo>
                    <a:pt x="75240" y="4"/>
                  </a:lnTo>
                  <a:lnTo>
                    <a:pt x="76315" y="4"/>
                  </a:lnTo>
                  <a:lnTo>
                    <a:pt x="77389" y="3"/>
                  </a:lnTo>
                  <a:lnTo>
                    <a:pt x="78463" y="3"/>
                  </a:lnTo>
                  <a:lnTo>
                    <a:pt x="79537" y="3"/>
                  </a:lnTo>
                  <a:lnTo>
                    <a:pt x="80611" y="3"/>
                  </a:lnTo>
                  <a:lnTo>
                    <a:pt x="81685" y="4"/>
                  </a:lnTo>
                  <a:lnTo>
                    <a:pt x="82759" y="4"/>
                  </a:lnTo>
                  <a:lnTo>
                    <a:pt x="83834" y="4"/>
                  </a:lnTo>
                  <a:lnTo>
                    <a:pt x="84908" y="5"/>
                  </a:lnTo>
                  <a:lnTo>
                    <a:pt x="85982" y="5"/>
                  </a:lnTo>
                  <a:lnTo>
                    <a:pt x="87056" y="6"/>
                  </a:lnTo>
                  <a:lnTo>
                    <a:pt x="88130" y="6"/>
                  </a:lnTo>
                  <a:lnTo>
                    <a:pt x="89204" y="7"/>
                  </a:lnTo>
                  <a:lnTo>
                    <a:pt x="90279" y="8"/>
                  </a:lnTo>
                  <a:lnTo>
                    <a:pt x="91353" y="9"/>
                  </a:lnTo>
                  <a:lnTo>
                    <a:pt x="92427" y="9"/>
                  </a:lnTo>
                  <a:lnTo>
                    <a:pt x="93501" y="10"/>
                  </a:lnTo>
                  <a:lnTo>
                    <a:pt x="94575" y="11"/>
                  </a:lnTo>
                  <a:lnTo>
                    <a:pt x="95649" y="12"/>
                  </a:lnTo>
                  <a:lnTo>
                    <a:pt x="96724" y="14"/>
                  </a:lnTo>
                  <a:lnTo>
                    <a:pt x="97798" y="15"/>
                  </a:lnTo>
                  <a:lnTo>
                    <a:pt x="98872" y="16"/>
                  </a:lnTo>
                  <a:lnTo>
                    <a:pt x="99946" y="17"/>
                  </a:lnTo>
                  <a:lnTo>
                    <a:pt x="101020" y="19"/>
                  </a:lnTo>
                  <a:lnTo>
                    <a:pt x="102068" y="20"/>
                  </a:lnTo>
                  <a:lnTo>
                    <a:pt x="103116" y="21"/>
                  </a:lnTo>
                  <a:lnTo>
                    <a:pt x="104163" y="22"/>
                  </a:lnTo>
                  <a:lnTo>
                    <a:pt x="105211" y="23"/>
                  </a:lnTo>
                  <a:lnTo>
                    <a:pt x="106259" y="24"/>
                  </a:lnTo>
                  <a:lnTo>
                    <a:pt x="107306" y="25"/>
                  </a:lnTo>
                  <a:lnTo>
                    <a:pt x="108354" y="26"/>
                  </a:lnTo>
                  <a:lnTo>
                    <a:pt x="109402" y="26"/>
                  </a:lnTo>
                  <a:lnTo>
                    <a:pt x="110449" y="27"/>
                  </a:lnTo>
                  <a:lnTo>
                    <a:pt x="111497" y="27"/>
                  </a:lnTo>
                  <a:lnTo>
                    <a:pt x="112544" y="27"/>
                  </a:lnTo>
                  <a:lnTo>
                    <a:pt x="113592" y="28"/>
                  </a:lnTo>
                  <a:lnTo>
                    <a:pt x="114640" y="28"/>
                  </a:lnTo>
                  <a:lnTo>
                    <a:pt x="115687" y="28"/>
                  </a:lnTo>
                  <a:lnTo>
                    <a:pt x="116735" y="28"/>
                  </a:lnTo>
                  <a:lnTo>
                    <a:pt x="117783" y="28"/>
                  </a:lnTo>
                  <a:lnTo>
                    <a:pt x="118830" y="27"/>
                  </a:lnTo>
                  <a:lnTo>
                    <a:pt x="119878" y="27"/>
                  </a:lnTo>
                  <a:lnTo>
                    <a:pt x="120925" y="27"/>
                  </a:lnTo>
                  <a:lnTo>
                    <a:pt x="121973" y="26"/>
                  </a:lnTo>
                  <a:lnTo>
                    <a:pt x="123020" y="26"/>
                  </a:lnTo>
                  <a:lnTo>
                    <a:pt x="124068" y="25"/>
                  </a:lnTo>
                  <a:lnTo>
                    <a:pt x="125116" y="24"/>
                  </a:lnTo>
                  <a:lnTo>
                    <a:pt x="126163" y="23"/>
                  </a:lnTo>
                  <a:lnTo>
                    <a:pt x="127211" y="23"/>
                  </a:lnTo>
                  <a:lnTo>
                    <a:pt x="128258" y="22"/>
                  </a:lnTo>
                  <a:lnTo>
                    <a:pt x="129306" y="21"/>
                  </a:lnTo>
                  <a:lnTo>
                    <a:pt x="130354" y="20"/>
                  </a:lnTo>
                  <a:lnTo>
                    <a:pt x="131401" y="18"/>
                  </a:lnTo>
                  <a:lnTo>
                    <a:pt x="132449" y="17"/>
                  </a:lnTo>
                  <a:lnTo>
                    <a:pt x="133496" y="16"/>
                  </a:lnTo>
                  <a:lnTo>
                    <a:pt x="134544" y="15"/>
                  </a:lnTo>
                  <a:lnTo>
                    <a:pt x="135610" y="13"/>
                  </a:lnTo>
                  <a:lnTo>
                    <a:pt x="136677" y="12"/>
                  </a:lnTo>
                  <a:lnTo>
                    <a:pt x="137743" y="10"/>
                  </a:lnTo>
                  <a:lnTo>
                    <a:pt x="138809" y="9"/>
                  </a:lnTo>
                  <a:lnTo>
                    <a:pt x="139876" y="8"/>
                  </a:lnTo>
                  <a:lnTo>
                    <a:pt x="140942" y="7"/>
                  </a:lnTo>
                  <a:lnTo>
                    <a:pt x="142008" y="6"/>
                  </a:lnTo>
                  <a:lnTo>
                    <a:pt x="143075" y="6"/>
                  </a:lnTo>
                  <a:lnTo>
                    <a:pt x="144141" y="5"/>
                  </a:lnTo>
                  <a:lnTo>
                    <a:pt x="145207" y="4"/>
                  </a:lnTo>
                  <a:lnTo>
                    <a:pt x="146274" y="4"/>
                  </a:lnTo>
                  <a:lnTo>
                    <a:pt x="147340" y="3"/>
                  </a:lnTo>
                  <a:lnTo>
                    <a:pt x="148406" y="3"/>
                  </a:lnTo>
                  <a:lnTo>
                    <a:pt x="149473" y="3"/>
                  </a:lnTo>
                  <a:lnTo>
                    <a:pt x="150539" y="3"/>
                  </a:lnTo>
                  <a:lnTo>
                    <a:pt x="151605" y="3"/>
                  </a:lnTo>
                  <a:lnTo>
                    <a:pt x="152672" y="3"/>
                  </a:lnTo>
                  <a:lnTo>
                    <a:pt x="153738" y="3"/>
                  </a:lnTo>
                  <a:lnTo>
                    <a:pt x="154804" y="3"/>
                  </a:lnTo>
                  <a:lnTo>
                    <a:pt x="155871" y="3"/>
                  </a:lnTo>
                  <a:lnTo>
                    <a:pt x="156937" y="3"/>
                  </a:lnTo>
                  <a:lnTo>
                    <a:pt x="158003" y="4"/>
                  </a:lnTo>
                  <a:lnTo>
                    <a:pt x="159070" y="4"/>
                  </a:lnTo>
                  <a:lnTo>
                    <a:pt x="160136" y="5"/>
                  </a:lnTo>
                  <a:lnTo>
                    <a:pt x="161203" y="5"/>
                  </a:lnTo>
                  <a:lnTo>
                    <a:pt x="162269" y="6"/>
                  </a:lnTo>
                  <a:lnTo>
                    <a:pt x="163335" y="6"/>
                  </a:lnTo>
                  <a:lnTo>
                    <a:pt x="164410" y="7"/>
                  </a:lnTo>
                  <a:lnTo>
                    <a:pt x="165484" y="8"/>
                  </a:lnTo>
                  <a:lnTo>
                    <a:pt x="166559" y="9"/>
                  </a:lnTo>
                  <a:lnTo>
                    <a:pt x="167633" y="9"/>
                  </a:lnTo>
                  <a:lnTo>
                    <a:pt x="168708" y="10"/>
                  </a:lnTo>
                  <a:lnTo>
                    <a:pt x="169782" y="10"/>
                  </a:lnTo>
                  <a:lnTo>
                    <a:pt x="170857" y="10"/>
                  </a:lnTo>
                  <a:lnTo>
                    <a:pt x="171931" y="10"/>
                  </a:lnTo>
                  <a:lnTo>
                    <a:pt x="173006" y="10"/>
                  </a:lnTo>
                  <a:lnTo>
                    <a:pt x="174080" y="9"/>
                  </a:lnTo>
                  <a:lnTo>
                    <a:pt x="175155" y="9"/>
                  </a:lnTo>
                  <a:lnTo>
                    <a:pt x="176229" y="8"/>
                  </a:lnTo>
                  <a:lnTo>
                    <a:pt x="177304" y="7"/>
                  </a:lnTo>
                  <a:lnTo>
                    <a:pt x="178378" y="6"/>
                  </a:lnTo>
                  <a:lnTo>
                    <a:pt x="179452" y="4"/>
                  </a:lnTo>
                  <a:lnTo>
                    <a:pt x="180527" y="2"/>
                  </a:lnTo>
                  <a:lnTo>
                    <a:pt x="181604" y="1"/>
                  </a:lnTo>
                  <a:lnTo>
                    <a:pt x="182682" y="0"/>
                  </a:lnTo>
                  <a:lnTo>
                    <a:pt x="183759" y="0"/>
                  </a:lnTo>
                  <a:lnTo>
                    <a:pt x="184837" y="0"/>
                  </a:lnTo>
                  <a:lnTo>
                    <a:pt x="185915" y="0"/>
                  </a:lnTo>
                  <a:lnTo>
                    <a:pt x="186992" y="0"/>
                  </a:lnTo>
                  <a:lnTo>
                    <a:pt x="188070" y="1"/>
                  </a:lnTo>
                  <a:lnTo>
                    <a:pt x="189147" y="2"/>
                  </a:lnTo>
                  <a:lnTo>
                    <a:pt x="190225" y="3"/>
                  </a:lnTo>
                  <a:lnTo>
                    <a:pt x="191302" y="4"/>
                  </a:lnTo>
                  <a:lnTo>
                    <a:pt x="192380" y="6"/>
                  </a:lnTo>
                  <a:lnTo>
                    <a:pt x="193457" y="8"/>
                  </a:lnTo>
                  <a:lnTo>
                    <a:pt x="194535" y="10"/>
                  </a:lnTo>
                  <a:lnTo>
                    <a:pt x="195612" y="13"/>
                  </a:lnTo>
                  <a:lnTo>
                    <a:pt x="196690" y="16"/>
                  </a:lnTo>
                  <a:lnTo>
                    <a:pt x="197876" y="18"/>
                  </a:lnTo>
                  <a:lnTo>
                    <a:pt x="199062" y="18"/>
                  </a:lnTo>
                  <a:lnTo>
                    <a:pt x="200248" y="18"/>
                  </a:lnTo>
                  <a:lnTo>
                    <a:pt x="201433" y="16"/>
                  </a:lnTo>
                  <a:lnTo>
                    <a:pt x="202619" y="13"/>
                  </a:lnTo>
                  <a:lnTo>
                    <a:pt x="203776" y="11"/>
                  </a:lnTo>
                  <a:lnTo>
                    <a:pt x="204933" y="10"/>
                  </a:lnTo>
                  <a:lnTo>
                    <a:pt x="206090" y="12"/>
                  </a:lnTo>
                  <a:lnTo>
                    <a:pt x="207247" y="15"/>
                  </a:lnTo>
                  <a:lnTo>
                    <a:pt x="208404" y="18"/>
                  </a:lnTo>
                  <a:lnTo>
                    <a:pt x="209561" y="23"/>
                  </a:lnTo>
                  <a:lnTo>
                    <a:pt x="210718" y="28"/>
                  </a:lnTo>
                  <a:lnTo>
                    <a:pt x="211851" y="29"/>
                  </a:lnTo>
                  <a:lnTo>
                    <a:pt x="212988" y="30"/>
                  </a:lnTo>
                  <a:lnTo>
                    <a:pt x="214135" y="30"/>
                  </a:lnTo>
                  <a:lnTo>
                    <a:pt x="215294" y="31"/>
                  </a:lnTo>
                  <a:lnTo>
                    <a:pt x="216500" y="150"/>
                  </a:lnTo>
                  <a:lnTo>
                    <a:pt x="217645" y="300"/>
                  </a:lnTo>
                  <a:lnTo>
                    <a:pt x="218740" y="487"/>
                  </a:lnTo>
                  <a:lnTo>
                    <a:pt x="219799" y="711"/>
                  </a:lnTo>
                  <a:lnTo>
                    <a:pt x="220833" y="978"/>
                  </a:lnTo>
                  <a:lnTo>
                    <a:pt x="221854" y="1290"/>
                  </a:lnTo>
                  <a:lnTo>
                    <a:pt x="222874" y="1650"/>
                  </a:lnTo>
                  <a:lnTo>
                    <a:pt x="223904" y="2062"/>
                  </a:lnTo>
                  <a:lnTo>
                    <a:pt x="224957" y="2529"/>
                  </a:lnTo>
                  <a:lnTo>
                    <a:pt x="226045" y="3055"/>
                  </a:lnTo>
                  <a:lnTo>
                    <a:pt x="226692" y="3987"/>
                  </a:lnTo>
                  <a:lnTo>
                    <a:pt x="227244" y="4925"/>
                  </a:lnTo>
                  <a:lnTo>
                    <a:pt x="227707" y="5869"/>
                  </a:lnTo>
                  <a:lnTo>
                    <a:pt x="228090" y="6822"/>
                  </a:lnTo>
                  <a:lnTo>
                    <a:pt x="228402" y="7785"/>
                  </a:lnTo>
                  <a:lnTo>
                    <a:pt x="228648" y="8759"/>
                  </a:lnTo>
                  <a:lnTo>
                    <a:pt x="228838" y="9746"/>
                  </a:lnTo>
                  <a:lnTo>
                    <a:pt x="228979" y="10748"/>
                  </a:lnTo>
                  <a:lnTo>
                    <a:pt x="229079" y="11767"/>
                  </a:lnTo>
                  <a:lnTo>
                    <a:pt x="229145" y="12803"/>
                  </a:lnTo>
                  <a:lnTo>
                    <a:pt x="229186" y="13858"/>
                  </a:lnTo>
                  <a:lnTo>
                    <a:pt x="229210" y="14934"/>
                  </a:lnTo>
                  <a:lnTo>
                    <a:pt x="229223" y="16033"/>
                  </a:lnTo>
                  <a:lnTo>
                    <a:pt x="229235" y="17155"/>
                  </a:lnTo>
                  <a:lnTo>
                    <a:pt x="229263" y="18288"/>
                  </a:lnTo>
                  <a:lnTo>
                    <a:pt x="229292" y="19425"/>
                  </a:lnTo>
                  <a:lnTo>
                    <a:pt x="229321" y="20570"/>
                  </a:lnTo>
                  <a:lnTo>
                    <a:pt x="229350" y="21729"/>
                  </a:lnTo>
                  <a:lnTo>
                    <a:pt x="229130" y="23013"/>
                  </a:lnTo>
                  <a:lnTo>
                    <a:pt x="228873" y="24141"/>
                  </a:lnTo>
                  <a:lnTo>
                    <a:pt x="228568" y="25137"/>
                  </a:lnTo>
                  <a:lnTo>
                    <a:pt x="228208" y="26026"/>
                  </a:lnTo>
                  <a:lnTo>
                    <a:pt x="227783" y="26831"/>
                  </a:lnTo>
                  <a:lnTo>
                    <a:pt x="227283" y="27576"/>
                  </a:lnTo>
                  <a:lnTo>
                    <a:pt x="226701" y="28286"/>
                  </a:lnTo>
                  <a:lnTo>
                    <a:pt x="226026" y="28985"/>
                  </a:lnTo>
                  <a:lnTo>
                    <a:pt x="225251" y="29697"/>
                  </a:lnTo>
                  <a:lnTo>
                    <a:pt x="224365" y="30446"/>
                  </a:lnTo>
                  <a:lnTo>
                    <a:pt x="223359" y="31255"/>
                  </a:lnTo>
                  <a:lnTo>
                    <a:pt x="222220" y="31983"/>
                  </a:lnTo>
                  <a:lnTo>
                    <a:pt x="221172" y="32585"/>
                  </a:lnTo>
                  <a:lnTo>
                    <a:pt x="220194" y="33071"/>
                  </a:lnTo>
                  <a:lnTo>
                    <a:pt x="219263" y="33456"/>
                  </a:lnTo>
                  <a:lnTo>
                    <a:pt x="218358" y="33750"/>
                  </a:lnTo>
                  <a:lnTo>
                    <a:pt x="217457" y="33967"/>
                  </a:lnTo>
                  <a:lnTo>
                    <a:pt x="216537" y="34117"/>
                  </a:lnTo>
                  <a:lnTo>
                    <a:pt x="215577" y="34214"/>
                  </a:lnTo>
                  <a:lnTo>
                    <a:pt x="214554" y="34270"/>
                  </a:lnTo>
                  <a:lnTo>
                    <a:pt x="213446" y="34296"/>
                  </a:lnTo>
                  <a:lnTo>
                    <a:pt x="212231" y="34305"/>
                  </a:lnTo>
                  <a:lnTo>
                    <a:pt x="210887" y="34309"/>
                  </a:lnTo>
                  <a:lnTo>
                    <a:pt x="209825" y="34317"/>
                  </a:lnTo>
                  <a:lnTo>
                    <a:pt x="208760" y="34325"/>
                  </a:lnTo>
                  <a:lnTo>
                    <a:pt x="207691" y="34333"/>
                  </a:lnTo>
                  <a:lnTo>
                    <a:pt x="206613" y="34341"/>
                  </a:lnTo>
                  <a:lnTo>
                    <a:pt x="205525" y="34349"/>
                  </a:lnTo>
                  <a:lnTo>
                    <a:pt x="204345" y="34350"/>
                  </a:lnTo>
                  <a:lnTo>
                    <a:pt x="203165" y="34351"/>
                  </a:lnTo>
                  <a:lnTo>
                    <a:pt x="201986" y="34351"/>
                  </a:lnTo>
                  <a:lnTo>
                    <a:pt x="200806" y="34352"/>
                  </a:lnTo>
                  <a:lnTo>
                    <a:pt x="199627" y="34352"/>
                  </a:lnTo>
                  <a:lnTo>
                    <a:pt x="198386" y="34359"/>
                  </a:lnTo>
                  <a:lnTo>
                    <a:pt x="197146" y="34365"/>
                  </a:lnTo>
                  <a:lnTo>
                    <a:pt x="195905" y="34372"/>
                  </a:lnTo>
                  <a:lnTo>
                    <a:pt x="194665" y="34379"/>
                  </a:lnTo>
                  <a:lnTo>
                    <a:pt x="193425" y="34387"/>
                  </a:lnTo>
                  <a:lnTo>
                    <a:pt x="192372" y="34392"/>
                  </a:lnTo>
                  <a:lnTo>
                    <a:pt x="191318" y="34397"/>
                  </a:lnTo>
                  <a:lnTo>
                    <a:pt x="190265" y="34402"/>
                  </a:lnTo>
                  <a:lnTo>
                    <a:pt x="189212" y="34406"/>
                  </a:lnTo>
                  <a:lnTo>
                    <a:pt x="188158" y="34410"/>
                  </a:lnTo>
                  <a:lnTo>
                    <a:pt x="187105" y="34413"/>
                  </a:lnTo>
                  <a:lnTo>
                    <a:pt x="186051" y="34416"/>
                  </a:lnTo>
                  <a:lnTo>
                    <a:pt x="184998" y="34419"/>
                  </a:lnTo>
                  <a:lnTo>
                    <a:pt x="183945" y="34422"/>
                  </a:lnTo>
                  <a:lnTo>
                    <a:pt x="182891" y="34424"/>
                  </a:lnTo>
                  <a:lnTo>
                    <a:pt x="181838" y="34426"/>
                  </a:lnTo>
                  <a:lnTo>
                    <a:pt x="180784" y="34428"/>
                  </a:lnTo>
                  <a:lnTo>
                    <a:pt x="179731" y="34430"/>
                  </a:lnTo>
                  <a:lnTo>
                    <a:pt x="178678" y="34431"/>
                  </a:lnTo>
                  <a:lnTo>
                    <a:pt x="177624" y="34433"/>
                  </a:lnTo>
                  <a:lnTo>
                    <a:pt x="176571" y="34434"/>
                  </a:lnTo>
                  <a:lnTo>
                    <a:pt x="175518" y="34436"/>
                  </a:lnTo>
                  <a:lnTo>
                    <a:pt x="174465" y="34437"/>
                  </a:lnTo>
                  <a:lnTo>
                    <a:pt x="173412" y="34439"/>
                  </a:lnTo>
                  <a:lnTo>
                    <a:pt x="172359" y="34442"/>
                  </a:lnTo>
                  <a:lnTo>
                    <a:pt x="171306" y="34444"/>
                  </a:lnTo>
                  <a:lnTo>
                    <a:pt x="170253" y="34446"/>
                  </a:lnTo>
                  <a:lnTo>
                    <a:pt x="169200" y="34449"/>
                  </a:lnTo>
                  <a:lnTo>
                    <a:pt x="168147" y="34451"/>
                  </a:lnTo>
                  <a:lnTo>
                    <a:pt x="167094" y="34454"/>
                  </a:lnTo>
                  <a:lnTo>
                    <a:pt x="166041" y="34457"/>
                  </a:lnTo>
                  <a:lnTo>
                    <a:pt x="164992" y="34460"/>
                  </a:lnTo>
                  <a:lnTo>
                    <a:pt x="163943" y="34462"/>
                  </a:lnTo>
                  <a:lnTo>
                    <a:pt x="162894" y="34465"/>
                  </a:lnTo>
                  <a:lnTo>
                    <a:pt x="161844" y="34468"/>
                  </a:lnTo>
                  <a:lnTo>
                    <a:pt x="160795" y="34470"/>
                  </a:lnTo>
                  <a:lnTo>
                    <a:pt x="159746" y="34473"/>
                  </a:lnTo>
                  <a:lnTo>
                    <a:pt x="158697" y="34475"/>
                  </a:lnTo>
                  <a:lnTo>
                    <a:pt x="157648" y="34477"/>
                  </a:lnTo>
                  <a:lnTo>
                    <a:pt x="156598" y="34480"/>
                  </a:lnTo>
                  <a:lnTo>
                    <a:pt x="155549" y="34482"/>
                  </a:lnTo>
                  <a:lnTo>
                    <a:pt x="154500" y="34484"/>
                  </a:lnTo>
                  <a:lnTo>
                    <a:pt x="153451" y="34486"/>
                  </a:lnTo>
                  <a:lnTo>
                    <a:pt x="152401" y="34488"/>
                  </a:lnTo>
                  <a:lnTo>
                    <a:pt x="151352" y="34490"/>
                  </a:lnTo>
                  <a:lnTo>
                    <a:pt x="150303" y="34491"/>
                  </a:lnTo>
                  <a:lnTo>
                    <a:pt x="149254" y="34493"/>
                  </a:lnTo>
                  <a:lnTo>
                    <a:pt x="148205" y="34495"/>
                  </a:lnTo>
                  <a:lnTo>
                    <a:pt x="147155" y="34496"/>
                  </a:lnTo>
                  <a:lnTo>
                    <a:pt x="146106" y="34498"/>
                  </a:lnTo>
                  <a:lnTo>
                    <a:pt x="145057" y="34499"/>
                  </a:lnTo>
                  <a:lnTo>
                    <a:pt x="144008" y="34501"/>
                  </a:lnTo>
                  <a:lnTo>
                    <a:pt x="142958" y="34502"/>
                  </a:lnTo>
                  <a:lnTo>
                    <a:pt x="141909" y="34503"/>
                  </a:lnTo>
                  <a:lnTo>
                    <a:pt x="140860" y="34504"/>
                  </a:lnTo>
                  <a:lnTo>
                    <a:pt x="139811" y="34506"/>
                  </a:lnTo>
                  <a:lnTo>
                    <a:pt x="138762" y="34507"/>
                  </a:lnTo>
                  <a:lnTo>
                    <a:pt x="137712" y="34508"/>
                  </a:lnTo>
                  <a:lnTo>
                    <a:pt x="136663" y="34508"/>
                  </a:lnTo>
                  <a:lnTo>
                    <a:pt x="135614" y="34509"/>
                  </a:lnTo>
                  <a:lnTo>
                    <a:pt x="134565" y="34510"/>
                  </a:lnTo>
                  <a:lnTo>
                    <a:pt x="133515" y="34511"/>
                  </a:lnTo>
                  <a:lnTo>
                    <a:pt x="132466" y="34512"/>
                  </a:lnTo>
                  <a:lnTo>
                    <a:pt x="131417" y="34512"/>
                  </a:lnTo>
                  <a:lnTo>
                    <a:pt x="130368" y="34513"/>
                  </a:lnTo>
                  <a:lnTo>
                    <a:pt x="129319" y="34513"/>
                  </a:lnTo>
                  <a:lnTo>
                    <a:pt x="128249" y="34514"/>
                  </a:lnTo>
                  <a:lnTo>
                    <a:pt x="127179" y="34514"/>
                  </a:lnTo>
                  <a:lnTo>
                    <a:pt x="126108" y="34515"/>
                  </a:lnTo>
                  <a:lnTo>
                    <a:pt x="125038" y="34516"/>
                  </a:lnTo>
                  <a:lnTo>
                    <a:pt x="123968" y="34518"/>
                  </a:lnTo>
                  <a:lnTo>
                    <a:pt x="122898" y="34519"/>
                  </a:lnTo>
                  <a:lnTo>
                    <a:pt x="121828" y="34521"/>
                  </a:lnTo>
                  <a:lnTo>
                    <a:pt x="120758" y="34523"/>
                  </a:lnTo>
                  <a:lnTo>
                    <a:pt x="119688" y="34525"/>
                  </a:lnTo>
                  <a:lnTo>
                    <a:pt x="118618" y="34527"/>
                  </a:lnTo>
                  <a:lnTo>
                    <a:pt x="117548" y="34529"/>
                  </a:lnTo>
                  <a:lnTo>
                    <a:pt x="116478" y="34532"/>
                  </a:lnTo>
                  <a:lnTo>
                    <a:pt x="115408" y="34535"/>
                  </a:lnTo>
                  <a:lnTo>
                    <a:pt x="114338" y="34538"/>
                  </a:lnTo>
                  <a:lnTo>
                    <a:pt x="113268" y="34541"/>
                  </a:lnTo>
                  <a:lnTo>
                    <a:pt x="112198" y="34544"/>
                  </a:lnTo>
                  <a:lnTo>
                    <a:pt x="111128" y="34547"/>
                  </a:lnTo>
                  <a:lnTo>
                    <a:pt x="110058" y="34551"/>
                  </a:lnTo>
                  <a:lnTo>
                    <a:pt x="108987" y="34554"/>
                  </a:lnTo>
                  <a:lnTo>
                    <a:pt x="107917" y="34558"/>
                  </a:lnTo>
                  <a:lnTo>
                    <a:pt x="106847" y="34562"/>
                  </a:lnTo>
                  <a:lnTo>
                    <a:pt x="105777" y="34566"/>
                  </a:lnTo>
                  <a:lnTo>
                    <a:pt x="104707" y="34571"/>
                  </a:lnTo>
                  <a:lnTo>
                    <a:pt x="103637" y="34575"/>
                  </a:lnTo>
                  <a:lnTo>
                    <a:pt x="102567" y="34579"/>
                  </a:lnTo>
                  <a:lnTo>
                    <a:pt x="101497" y="34584"/>
                  </a:lnTo>
                  <a:lnTo>
                    <a:pt x="100427" y="34589"/>
                  </a:lnTo>
                  <a:lnTo>
                    <a:pt x="99357" y="34594"/>
                  </a:lnTo>
                  <a:lnTo>
                    <a:pt x="98287" y="34598"/>
                  </a:lnTo>
                  <a:lnTo>
                    <a:pt x="97217" y="34604"/>
                  </a:lnTo>
                  <a:lnTo>
                    <a:pt x="96147" y="34609"/>
                  </a:lnTo>
                  <a:lnTo>
                    <a:pt x="95077" y="34614"/>
                  </a:lnTo>
                  <a:lnTo>
                    <a:pt x="94027" y="34619"/>
                  </a:lnTo>
                  <a:lnTo>
                    <a:pt x="92977" y="34624"/>
                  </a:lnTo>
                  <a:lnTo>
                    <a:pt x="91928" y="34628"/>
                  </a:lnTo>
                  <a:lnTo>
                    <a:pt x="90878" y="34632"/>
                  </a:lnTo>
                  <a:lnTo>
                    <a:pt x="89829" y="34637"/>
                  </a:lnTo>
                  <a:lnTo>
                    <a:pt x="88779" y="34640"/>
                  </a:lnTo>
                  <a:lnTo>
                    <a:pt x="87729" y="34644"/>
                  </a:lnTo>
                  <a:lnTo>
                    <a:pt x="86680" y="34648"/>
                  </a:lnTo>
                  <a:lnTo>
                    <a:pt x="85630" y="34651"/>
                  </a:lnTo>
                  <a:lnTo>
                    <a:pt x="84580" y="34654"/>
                  </a:lnTo>
                  <a:lnTo>
                    <a:pt x="83531" y="34657"/>
                  </a:lnTo>
                  <a:lnTo>
                    <a:pt x="82481" y="34660"/>
                  </a:lnTo>
                  <a:lnTo>
                    <a:pt x="81432" y="34663"/>
                  </a:lnTo>
                  <a:lnTo>
                    <a:pt x="80382" y="34665"/>
                  </a:lnTo>
                  <a:lnTo>
                    <a:pt x="79332" y="34668"/>
                  </a:lnTo>
                  <a:lnTo>
                    <a:pt x="78283" y="34670"/>
                  </a:lnTo>
                  <a:lnTo>
                    <a:pt x="77233" y="34672"/>
                  </a:lnTo>
                  <a:lnTo>
                    <a:pt x="76184" y="34673"/>
                  </a:lnTo>
                  <a:lnTo>
                    <a:pt x="75134" y="34675"/>
                  </a:lnTo>
                  <a:lnTo>
                    <a:pt x="74084" y="34676"/>
                  </a:lnTo>
                  <a:lnTo>
                    <a:pt x="73035" y="34678"/>
                  </a:lnTo>
                  <a:lnTo>
                    <a:pt x="71985" y="34679"/>
                  </a:lnTo>
                  <a:lnTo>
                    <a:pt x="70936" y="34680"/>
                  </a:lnTo>
                  <a:lnTo>
                    <a:pt x="69886" y="34681"/>
                  </a:lnTo>
                  <a:lnTo>
                    <a:pt x="68836" y="34681"/>
                  </a:lnTo>
                  <a:lnTo>
                    <a:pt x="67787" y="34682"/>
                  </a:lnTo>
                  <a:lnTo>
                    <a:pt x="66737" y="34682"/>
                  </a:lnTo>
                  <a:lnTo>
                    <a:pt x="65688" y="34682"/>
                  </a:lnTo>
                  <a:lnTo>
                    <a:pt x="64590" y="34683"/>
                  </a:lnTo>
                  <a:lnTo>
                    <a:pt x="63493" y="34683"/>
                  </a:lnTo>
                  <a:lnTo>
                    <a:pt x="62395" y="34684"/>
                  </a:lnTo>
                  <a:lnTo>
                    <a:pt x="61298" y="34685"/>
                  </a:lnTo>
                  <a:lnTo>
                    <a:pt x="60200" y="34687"/>
                  </a:lnTo>
                  <a:lnTo>
                    <a:pt x="59103" y="34689"/>
                  </a:lnTo>
                  <a:lnTo>
                    <a:pt x="58006" y="34691"/>
                  </a:lnTo>
                  <a:lnTo>
                    <a:pt x="56909" y="34694"/>
                  </a:lnTo>
                  <a:lnTo>
                    <a:pt x="55811" y="34697"/>
                  </a:lnTo>
                  <a:lnTo>
                    <a:pt x="54714" y="34701"/>
                  </a:lnTo>
                  <a:lnTo>
                    <a:pt x="53617" y="34705"/>
                  </a:lnTo>
                  <a:lnTo>
                    <a:pt x="52520" y="34709"/>
                  </a:lnTo>
                  <a:lnTo>
                    <a:pt x="51422" y="34714"/>
                  </a:lnTo>
                  <a:lnTo>
                    <a:pt x="50325" y="34720"/>
                  </a:lnTo>
                  <a:lnTo>
                    <a:pt x="49228" y="34726"/>
                  </a:lnTo>
                  <a:lnTo>
                    <a:pt x="48131" y="34733"/>
                  </a:lnTo>
                  <a:lnTo>
                    <a:pt x="47030" y="34740"/>
                  </a:lnTo>
                  <a:lnTo>
                    <a:pt x="45928" y="34746"/>
                  </a:lnTo>
                  <a:lnTo>
                    <a:pt x="44827" y="34751"/>
                  </a:lnTo>
                  <a:lnTo>
                    <a:pt x="43727" y="34755"/>
                  </a:lnTo>
                  <a:lnTo>
                    <a:pt x="42626" y="34758"/>
                  </a:lnTo>
                  <a:lnTo>
                    <a:pt x="41525" y="34760"/>
                  </a:lnTo>
                  <a:lnTo>
                    <a:pt x="40424" y="34762"/>
                  </a:lnTo>
                  <a:lnTo>
                    <a:pt x="39323" y="34763"/>
                  </a:lnTo>
                  <a:lnTo>
                    <a:pt x="38222" y="34763"/>
                  </a:lnTo>
                  <a:lnTo>
                    <a:pt x="37121" y="34763"/>
                  </a:lnTo>
                  <a:lnTo>
                    <a:pt x="36021" y="34761"/>
                  </a:lnTo>
                  <a:lnTo>
                    <a:pt x="34920" y="34759"/>
                  </a:lnTo>
                  <a:lnTo>
                    <a:pt x="33819" y="34757"/>
                  </a:lnTo>
                  <a:lnTo>
                    <a:pt x="32718" y="34754"/>
                  </a:lnTo>
                  <a:lnTo>
                    <a:pt x="31617" y="34750"/>
                  </a:lnTo>
                  <a:lnTo>
                    <a:pt x="30405" y="34749"/>
                  </a:lnTo>
                  <a:lnTo>
                    <a:pt x="29193" y="34752"/>
                  </a:lnTo>
                  <a:lnTo>
                    <a:pt x="27981" y="34758"/>
                  </a:lnTo>
                  <a:lnTo>
                    <a:pt x="26769" y="34766"/>
                  </a:lnTo>
                  <a:lnTo>
                    <a:pt x="25558" y="34778"/>
                  </a:lnTo>
                  <a:lnTo>
                    <a:pt x="24376" y="34787"/>
                  </a:lnTo>
                  <a:lnTo>
                    <a:pt x="23193" y="34792"/>
                  </a:lnTo>
                  <a:lnTo>
                    <a:pt x="22011" y="34792"/>
                  </a:lnTo>
                  <a:lnTo>
                    <a:pt x="20829" y="34790"/>
                  </a:lnTo>
                  <a:lnTo>
                    <a:pt x="19647" y="34784"/>
                  </a:lnTo>
                  <a:lnTo>
                    <a:pt x="18465" y="34777"/>
                  </a:lnTo>
                  <a:lnTo>
                    <a:pt x="17282" y="34767"/>
                  </a:lnTo>
                  <a:lnTo>
                    <a:pt x="16124" y="34769"/>
                  </a:lnTo>
                  <a:lnTo>
                    <a:pt x="14962" y="34771"/>
                  </a:lnTo>
                  <a:lnTo>
                    <a:pt x="13790" y="34773"/>
                  </a:lnTo>
                  <a:lnTo>
                    <a:pt x="12606" y="34775"/>
                  </a:lnTo>
                  <a:lnTo>
                    <a:pt x="11424" y="34501"/>
                  </a:lnTo>
                  <a:lnTo>
                    <a:pt x="10349" y="34183"/>
                  </a:lnTo>
                  <a:lnTo>
                    <a:pt x="9368" y="33818"/>
                  </a:lnTo>
                  <a:lnTo>
                    <a:pt x="8466" y="33404"/>
                  </a:lnTo>
                  <a:lnTo>
                    <a:pt x="7631" y="32941"/>
                  </a:lnTo>
                  <a:lnTo>
                    <a:pt x="6851" y="32425"/>
                  </a:lnTo>
                  <a:lnTo>
                    <a:pt x="6110" y="31856"/>
                  </a:lnTo>
                  <a:lnTo>
                    <a:pt x="5398" y="31232"/>
                  </a:lnTo>
                  <a:lnTo>
                    <a:pt x="4699" y="30552"/>
                  </a:lnTo>
                  <a:lnTo>
                    <a:pt x="4002" y="29812"/>
                  </a:lnTo>
                  <a:lnTo>
                    <a:pt x="3292" y="29013"/>
                  </a:lnTo>
                  <a:lnTo>
                    <a:pt x="2557" y="28152"/>
                  </a:lnTo>
                  <a:lnTo>
                    <a:pt x="1784" y="27227"/>
                  </a:lnTo>
                  <a:lnTo>
                    <a:pt x="1270" y="26092"/>
                  </a:lnTo>
                  <a:lnTo>
                    <a:pt x="877" y="24998"/>
                  </a:lnTo>
                  <a:lnTo>
                    <a:pt x="588" y="23931"/>
                  </a:lnTo>
                  <a:lnTo>
                    <a:pt x="387" y="22873"/>
                  </a:lnTo>
                  <a:lnTo>
                    <a:pt x="257" y="21808"/>
                  </a:lnTo>
                  <a:lnTo>
                    <a:pt x="181" y="20720"/>
                  </a:lnTo>
                  <a:lnTo>
                    <a:pt x="141" y="19592"/>
                  </a:lnTo>
                  <a:lnTo>
                    <a:pt x="122" y="18410"/>
                  </a:lnTo>
                  <a:lnTo>
                    <a:pt x="105" y="17155"/>
                  </a:lnTo>
                  <a:lnTo>
                    <a:pt x="70" y="15838"/>
                  </a:lnTo>
                  <a:lnTo>
                    <a:pt x="35" y="14512"/>
                  </a:lnTo>
                  <a:lnTo>
                    <a:pt x="0" y="13168"/>
                  </a:lnTo>
                  <a:lnTo>
                    <a:pt x="146" y="12045"/>
                  </a:lnTo>
                  <a:lnTo>
                    <a:pt x="292" y="10915"/>
                  </a:lnTo>
                  <a:lnTo>
                    <a:pt x="441" y="9769"/>
                  </a:lnTo>
                  <a:lnTo>
                    <a:pt x="1439" y="9104"/>
                  </a:lnTo>
                  <a:lnTo>
                    <a:pt x="2440" y="8436"/>
                  </a:lnTo>
                  <a:lnTo>
                    <a:pt x="3449" y="7764"/>
                  </a:lnTo>
                  <a:lnTo>
                    <a:pt x="4470" y="7083"/>
                  </a:lnTo>
                  <a:lnTo>
                    <a:pt x="4802" y="6086"/>
                  </a:lnTo>
                  <a:lnTo>
                    <a:pt x="5136" y="5084"/>
                  </a:lnTo>
                  <a:lnTo>
                    <a:pt x="5472" y="4075"/>
                  </a:lnTo>
                  <a:lnTo>
                    <a:pt x="5812" y="3055"/>
                  </a:lnTo>
                  <a:lnTo>
                    <a:pt x="6827" y="2533"/>
                  </a:lnTo>
                  <a:lnTo>
                    <a:pt x="7828" y="2075"/>
                  </a:lnTo>
                  <a:lnTo>
                    <a:pt x="8819" y="1676"/>
                  </a:lnTo>
                  <a:lnTo>
                    <a:pt x="9802" y="1332"/>
                  </a:lnTo>
                  <a:lnTo>
                    <a:pt x="10782" y="1039"/>
                  </a:lnTo>
                  <a:lnTo>
                    <a:pt x="11762" y="793"/>
                  </a:lnTo>
                  <a:lnTo>
                    <a:pt x="12745" y="590"/>
                  </a:lnTo>
                  <a:lnTo>
                    <a:pt x="13735" y="426"/>
                  </a:lnTo>
                  <a:lnTo>
                    <a:pt x="14735" y="297"/>
                  </a:lnTo>
                  <a:lnTo>
                    <a:pt x="15749" y="199"/>
                  </a:lnTo>
                  <a:lnTo>
                    <a:pt x="16779" y="127"/>
                  </a:lnTo>
                  <a:lnTo>
                    <a:pt x="17830" y="78"/>
                  </a:lnTo>
                  <a:lnTo>
                    <a:pt x="18905" y="48"/>
                  </a:lnTo>
                  <a:lnTo>
                    <a:pt x="20007" y="33"/>
                  </a:lnTo>
                  <a:lnTo>
                    <a:pt x="21140" y="28"/>
                  </a:lnTo>
                  <a:close/>
                </a:path>
              </a:pathLst>
            </a:custGeom>
            <a:solidFill>
              <a:srgbClr val="2D7FC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region 25 #8D0323"/>
            <p:cNvSpPr/>
            <p:nvPr/>
          </p:nvSpPr>
          <p:spPr>
            <a:xfrm>
              <a:off x="1376455" y="734556"/>
              <a:ext cx="127573" cy="135632"/>
            </a:xfrm>
            <a:custGeom>
              <a:avLst/>
              <a:gdLst/>
              <a:ahLst/>
              <a:cxnLst/>
              <a:rect l="l" t="t" r="r" b="b"/>
              <a:pathLst>
                <a:path w="127573" h="135632">
                  <a:moveTo>
                    <a:pt x="37600" y="0"/>
                  </a:moveTo>
                  <a:lnTo>
                    <a:pt x="38598" y="333"/>
                  </a:lnTo>
                  <a:lnTo>
                    <a:pt x="39599" y="667"/>
                  </a:lnTo>
                  <a:lnTo>
                    <a:pt x="40609" y="1003"/>
                  </a:lnTo>
                  <a:lnTo>
                    <a:pt x="41629" y="1343"/>
                  </a:lnTo>
                  <a:lnTo>
                    <a:pt x="41629" y="2676"/>
                  </a:lnTo>
                  <a:lnTo>
                    <a:pt x="41629" y="4029"/>
                  </a:lnTo>
                  <a:lnTo>
                    <a:pt x="42066" y="4175"/>
                  </a:lnTo>
                  <a:lnTo>
                    <a:pt x="42631" y="4363"/>
                  </a:lnTo>
                  <a:lnTo>
                    <a:pt x="43702" y="4720"/>
                  </a:lnTo>
                  <a:lnTo>
                    <a:pt x="45658" y="5372"/>
                  </a:lnTo>
                  <a:lnTo>
                    <a:pt x="45658" y="6703"/>
                  </a:lnTo>
                  <a:lnTo>
                    <a:pt x="45658" y="8043"/>
                  </a:lnTo>
                  <a:lnTo>
                    <a:pt x="45658" y="9401"/>
                  </a:lnTo>
                  <a:lnTo>
                    <a:pt x="46990" y="9401"/>
                  </a:lnTo>
                  <a:lnTo>
                    <a:pt x="48343" y="9401"/>
                  </a:lnTo>
                  <a:lnTo>
                    <a:pt x="48573" y="10089"/>
                  </a:lnTo>
                  <a:lnTo>
                    <a:pt x="49267" y="12170"/>
                  </a:lnTo>
                  <a:lnTo>
                    <a:pt x="49681" y="13089"/>
                  </a:lnTo>
                  <a:lnTo>
                    <a:pt x="50111" y="14023"/>
                  </a:lnTo>
                  <a:lnTo>
                    <a:pt x="50559" y="14965"/>
                  </a:lnTo>
                  <a:lnTo>
                    <a:pt x="51025" y="15911"/>
                  </a:lnTo>
                  <a:lnTo>
                    <a:pt x="51511" y="16856"/>
                  </a:lnTo>
                  <a:lnTo>
                    <a:pt x="52020" y="17795"/>
                  </a:lnTo>
                  <a:lnTo>
                    <a:pt x="52552" y="18723"/>
                  </a:lnTo>
                  <a:lnTo>
                    <a:pt x="53110" y="19637"/>
                  </a:lnTo>
                  <a:lnTo>
                    <a:pt x="53695" y="20530"/>
                  </a:lnTo>
                  <a:lnTo>
                    <a:pt x="54308" y="21398"/>
                  </a:lnTo>
                  <a:lnTo>
                    <a:pt x="54951" y="22235"/>
                  </a:lnTo>
                  <a:lnTo>
                    <a:pt x="55626" y="23039"/>
                  </a:lnTo>
                  <a:lnTo>
                    <a:pt x="56334" y="23802"/>
                  </a:lnTo>
                  <a:lnTo>
                    <a:pt x="57077" y="24522"/>
                  </a:lnTo>
                  <a:lnTo>
                    <a:pt x="57856" y="25192"/>
                  </a:lnTo>
                  <a:lnTo>
                    <a:pt x="58674" y="25808"/>
                  </a:lnTo>
                  <a:lnTo>
                    <a:pt x="59531" y="26365"/>
                  </a:lnTo>
                  <a:lnTo>
                    <a:pt x="60429" y="26858"/>
                  </a:lnTo>
                  <a:lnTo>
                    <a:pt x="60678" y="25778"/>
                  </a:lnTo>
                  <a:lnTo>
                    <a:pt x="60929" y="24693"/>
                  </a:lnTo>
                  <a:lnTo>
                    <a:pt x="61181" y="23599"/>
                  </a:lnTo>
                  <a:lnTo>
                    <a:pt x="61436" y="22494"/>
                  </a:lnTo>
                  <a:lnTo>
                    <a:pt x="61862" y="21272"/>
                  </a:lnTo>
                  <a:lnTo>
                    <a:pt x="62284" y="20176"/>
                  </a:lnTo>
                  <a:lnTo>
                    <a:pt x="62713" y="19188"/>
                  </a:lnTo>
                  <a:lnTo>
                    <a:pt x="63159" y="18289"/>
                  </a:lnTo>
                  <a:lnTo>
                    <a:pt x="63631" y="17461"/>
                  </a:lnTo>
                  <a:lnTo>
                    <a:pt x="64138" y="16685"/>
                  </a:lnTo>
                  <a:lnTo>
                    <a:pt x="64691" y="15942"/>
                  </a:lnTo>
                  <a:lnTo>
                    <a:pt x="65300" y="15215"/>
                  </a:lnTo>
                  <a:lnTo>
                    <a:pt x="65975" y="14484"/>
                  </a:lnTo>
                  <a:lnTo>
                    <a:pt x="66724" y="13732"/>
                  </a:lnTo>
                  <a:lnTo>
                    <a:pt x="67558" y="12938"/>
                  </a:lnTo>
                  <a:lnTo>
                    <a:pt x="68487" y="12086"/>
                  </a:lnTo>
                  <a:lnTo>
                    <a:pt x="69314" y="10593"/>
                  </a:lnTo>
                  <a:lnTo>
                    <a:pt x="69867" y="9567"/>
                  </a:lnTo>
                  <a:lnTo>
                    <a:pt x="70275" y="8751"/>
                  </a:lnTo>
                  <a:lnTo>
                    <a:pt x="70667" y="7886"/>
                  </a:lnTo>
                  <a:lnTo>
                    <a:pt x="71172" y="6715"/>
                  </a:lnTo>
                  <a:lnTo>
                    <a:pt x="72503" y="6715"/>
                  </a:lnTo>
                  <a:lnTo>
                    <a:pt x="73843" y="6715"/>
                  </a:lnTo>
                  <a:lnTo>
                    <a:pt x="75201" y="6715"/>
                  </a:lnTo>
                  <a:lnTo>
                    <a:pt x="75341" y="7764"/>
                  </a:lnTo>
                  <a:lnTo>
                    <a:pt x="75481" y="8814"/>
                  </a:lnTo>
                  <a:lnTo>
                    <a:pt x="75621" y="9864"/>
                  </a:lnTo>
                  <a:lnTo>
                    <a:pt x="75761" y="10915"/>
                  </a:lnTo>
                  <a:lnTo>
                    <a:pt x="75901" y="11966"/>
                  </a:lnTo>
                  <a:lnTo>
                    <a:pt x="76041" y="13019"/>
                  </a:lnTo>
                  <a:lnTo>
                    <a:pt x="76182" y="14072"/>
                  </a:lnTo>
                  <a:lnTo>
                    <a:pt x="76323" y="15126"/>
                  </a:lnTo>
                  <a:lnTo>
                    <a:pt x="76463" y="16182"/>
                  </a:lnTo>
                  <a:lnTo>
                    <a:pt x="76604" y="17240"/>
                  </a:lnTo>
                  <a:lnTo>
                    <a:pt x="76746" y="18299"/>
                  </a:lnTo>
                  <a:lnTo>
                    <a:pt x="76887" y="19360"/>
                  </a:lnTo>
                  <a:lnTo>
                    <a:pt x="77029" y="20424"/>
                  </a:lnTo>
                  <a:lnTo>
                    <a:pt x="77171" y="21489"/>
                  </a:lnTo>
                  <a:lnTo>
                    <a:pt x="77313" y="22558"/>
                  </a:lnTo>
                  <a:lnTo>
                    <a:pt x="77456" y="23628"/>
                  </a:lnTo>
                  <a:lnTo>
                    <a:pt x="77599" y="24702"/>
                  </a:lnTo>
                  <a:lnTo>
                    <a:pt x="77743" y="25778"/>
                  </a:lnTo>
                  <a:lnTo>
                    <a:pt x="77887" y="26858"/>
                  </a:lnTo>
                  <a:lnTo>
                    <a:pt x="78313" y="26602"/>
                  </a:lnTo>
                  <a:lnTo>
                    <a:pt x="78722" y="26357"/>
                  </a:lnTo>
                  <a:lnTo>
                    <a:pt x="79229" y="26053"/>
                  </a:lnTo>
                  <a:lnTo>
                    <a:pt x="79954" y="25618"/>
                  </a:lnTo>
                  <a:lnTo>
                    <a:pt x="81012" y="24983"/>
                  </a:lnTo>
                  <a:lnTo>
                    <a:pt x="82522" y="24077"/>
                  </a:lnTo>
                  <a:lnTo>
                    <a:pt x="84601" y="22829"/>
                  </a:lnTo>
                  <a:lnTo>
                    <a:pt x="85934" y="22829"/>
                  </a:lnTo>
                  <a:lnTo>
                    <a:pt x="87287" y="22829"/>
                  </a:lnTo>
                  <a:lnTo>
                    <a:pt x="87433" y="22393"/>
                  </a:lnTo>
                  <a:lnTo>
                    <a:pt x="87621" y="21827"/>
                  </a:lnTo>
                  <a:lnTo>
                    <a:pt x="87978" y="20756"/>
                  </a:lnTo>
                  <a:lnTo>
                    <a:pt x="88630" y="18801"/>
                  </a:lnTo>
                  <a:lnTo>
                    <a:pt x="89649" y="18008"/>
                  </a:lnTo>
                  <a:lnTo>
                    <a:pt x="90417" y="17425"/>
                  </a:lnTo>
                  <a:lnTo>
                    <a:pt x="91081" y="16953"/>
                  </a:lnTo>
                  <a:lnTo>
                    <a:pt x="91788" y="16490"/>
                  </a:lnTo>
                  <a:lnTo>
                    <a:pt x="92684" y="15936"/>
                  </a:lnTo>
                  <a:lnTo>
                    <a:pt x="93918" y="15191"/>
                  </a:lnTo>
                  <a:lnTo>
                    <a:pt x="94873" y="14605"/>
                  </a:lnTo>
                  <a:lnTo>
                    <a:pt x="95834" y="14013"/>
                  </a:lnTo>
                  <a:lnTo>
                    <a:pt x="96808" y="13413"/>
                  </a:lnTo>
                  <a:lnTo>
                    <a:pt x="98081" y="12766"/>
                  </a:lnTo>
                  <a:lnTo>
                    <a:pt x="98991" y="12373"/>
                  </a:lnTo>
                  <a:lnTo>
                    <a:pt x="99789" y="12171"/>
                  </a:lnTo>
                  <a:lnTo>
                    <a:pt x="100727" y="12097"/>
                  </a:lnTo>
                  <a:lnTo>
                    <a:pt x="102059" y="12086"/>
                  </a:lnTo>
                  <a:lnTo>
                    <a:pt x="102059" y="10754"/>
                  </a:lnTo>
                  <a:lnTo>
                    <a:pt x="102059" y="9401"/>
                  </a:lnTo>
                  <a:lnTo>
                    <a:pt x="103167" y="8957"/>
                  </a:lnTo>
                  <a:lnTo>
                    <a:pt x="104277" y="8513"/>
                  </a:lnTo>
                  <a:lnTo>
                    <a:pt x="105391" y="8068"/>
                  </a:lnTo>
                  <a:lnTo>
                    <a:pt x="106510" y="7620"/>
                  </a:lnTo>
                  <a:lnTo>
                    <a:pt x="107637" y="7169"/>
                  </a:lnTo>
                  <a:lnTo>
                    <a:pt x="108773" y="6715"/>
                  </a:lnTo>
                  <a:lnTo>
                    <a:pt x="108773" y="5382"/>
                  </a:lnTo>
                  <a:lnTo>
                    <a:pt x="108773" y="4029"/>
                  </a:lnTo>
                  <a:lnTo>
                    <a:pt x="109770" y="3697"/>
                  </a:lnTo>
                  <a:lnTo>
                    <a:pt x="110768" y="3364"/>
                  </a:lnTo>
                  <a:lnTo>
                    <a:pt x="111769" y="3031"/>
                  </a:lnTo>
                  <a:lnTo>
                    <a:pt x="112771" y="2696"/>
                  </a:lnTo>
                  <a:lnTo>
                    <a:pt x="113778" y="2361"/>
                  </a:lnTo>
                  <a:lnTo>
                    <a:pt x="114790" y="2024"/>
                  </a:lnTo>
                  <a:lnTo>
                    <a:pt x="115807" y="1685"/>
                  </a:lnTo>
                  <a:lnTo>
                    <a:pt x="116830" y="1343"/>
                  </a:lnTo>
                  <a:lnTo>
                    <a:pt x="116580" y="2397"/>
                  </a:lnTo>
                  <a:lnTo>
                    <a:pt x="116315" y="3445"/>
                  </a:lnTo>
                  <a:lnTo>
                    <a:pt x="116039" y="4488"/>
                  </a:lnTo>
                  <a:lnTo>
                    <a:pt x="115751" y="5527"/>
                  </a:lnTo>
                  <a:lnTo>
                    <a:pt x="115453" y="6561"/>
                  </a:lnTo>
                  <a:lnTo>
                    <a:pt x="115145" y="7593"/>
                  </a:lnTo>
                  <a:lnTo>
                    <a:pt x="114829" y="8622"/>
                  </a:lnTo>
                  <a:lnTo>
                    <a:pt x="114505" y="9648"/>
                  </a:lnTo>
                  <a:lnTo>
                    <a:pt x="114174" y="10674"/>
                  </a:lnTo>
                  <a:lnTo>
                    <a:pt x="113838" y="11698"/>
                  </a:lnTo>
                  <a:lnTo>
                    <a:pt x="113496" y="12722"/>
                  </a:lnTo>
                  <a:lnTo>
                    <a:pt x="113150" y="13747"/>
                  </a:lnTo>
                  <a:lnTo>
                    <a:pt x="112802" y="14772"/>
                  </a:lnTo>
                  <a:lnTo>
                    <a:pt x="111469" y="14772"/>
                  </a:lnTo>
                  <a:lnTo>
                    <a:pt x="110116" y="14772"/>
                  </a:lnTo>
                  <a:lnTo>
                    <a:pt x="109869" y="15886"/>
                  </a:lnTo>
                  <a:lnTo>
                    <a:pt x="109618" y="17017"/>
                  </a:lnTo>
                  <a:lnTo>
                    <a:pt x="109322" y="18067"/>
                  </a:lnTo>
                  <a:lnTo>
                    <a:pt x="109009" y="19105"/>
                  </a:lnTo>
                  <a:lnTo>
                    <a:pt x="108678" y="20131"/>
                  </a:lnTo>
                  <a:lnTo>
                    <a:pt x="108331" y="21149"/>
                  </a:lnTo>
                  <a:lnTo>
                    <a:pt x="107971" y="22160"/>
                  </a:lnTo>
                  <a:lnTo>
                    <a:pt x="107597" y="23167"/>
                  </a:lnTo>
                  <a:lnTo>
                    <a:pt x="107212" y="24172"/>
                  </a:lnTo>
                  <a:lnTo>
                    <a:pt x="106818" y="25176"/>
                  </a:lnTo>
                  <a:lnTo>
                    <a:pt x="106414" y="26183"/>
                  </a:lnTo>
                  <a:lnTo>
                    <a:pt x="106004" y="27194"/>
                  </a:lnTo>
                  <a:lnTo>
                    <a:pt x="105786" y="27728"/>
                  </a:lnTo>
                  <a:lnTo>
                    <a:pt x="105404" y="28669"/>
                  </a:lnTo>
                  <a:lnTo>
                    <a:pt x="104530" y="30824"/>
                  </a:lnTo>
                  <a:lnTo>
                    <a:pt x="104249" y="31508"/>
                  </a:lnTo>
                  <a:lnTo>
                    <a:pt x="103402" y="33573"/>
                  </a:lnTo>
                  <a:lnTo>
                    <a:pt x="102069" y="33573"/>
                  </a:lnTo>
                  <a:lnTo>
                    <a:pt x="100716" y="33573"/>
                  </a:lnTo>
                  <a:lnTo>
                    <a:pt x="100716" y="34905"/>
                  </a:lnTo>
                  <a:lnTo>
                    <a:pt x="100716" y="36258"/>
                  </a:lnTo>
                  <a:lnTo>
                    <a:pt x="101713" y="35926"/>
                  </a:lnTo>
                  <a:lnTo>
                    <a:pt x="102715" y="35592"/>
                  </a:lnTo>
                  <a:lnTo>
                    <a:pt x="103724" y="35256"/>
                  </a:lnTo>
                  <a:lnTo>
                    <a:pt x="104744" y="34915"/>
                  </a:lnTo>
                  <a:lnTo>
                    <a:pt x="105931" y="34880"/>
                  </a:lnTo>
                  <a:lnTo>
                    <a:pt x="107118" y="34853"/>
                  </a:lnTo>
                  <a:lnTo>
                    <a:pt x="108305" y="34834"/>
                  </a:lnTo>
                  <a:lnTo>
                    <a:pt x="109492" y="34823"/>
                  </a:lnTo>
                  <a:lnTo>
                    <a:pt x="110679" y="34819"/>
                  </a:lnTo>
                  <a:lnTo>
                    <a:pt x="111867" y="34822"/>
                  </a:lnTo>
                  <a:lnTo>
                    <a:pt x="113054" y="34832"/>
                  </a:lnTo>
                  <a:lnTo>
                    <a:pt x="113533" y="34836"/>
                  </a:lnTo>
                  <a:lnTo>
                    <a:pt x="114154" y="34841"/>
                  </a:lnTo>
                  <a:lnTo>
                    <a:pt x="115329" y="34850"/>
                  </a:lnTo>
                  <a:lnTo>
                    <a:pt x="117475" y="34868"/>
                  </a:lnTo>
                  <a:lnTo>
                    <a:pt x="118593" y="34884"/>
                  </a:lnTo>
                  <a:lnTo>
                    <a:pt x="119718" y="34899"/>
                  </a:lnTo>
                  <a:lnTo>
                    <a:pt x="120859" y="34915"/>
                  </a:lnTo>
                  <a:lnTo>
                    <a:pt x="120713" y="35352"/>
                  </a:lnTo>
                  <a:lnTo>
                    <a:pt x="120525" y="35918"/>
                  </a:lnTo>
                  <a:lnTo>
                    <a:pt x="120168" y="36989"/>
                  </a:lnTo>
                  <a:lnTo>
                    <a:pt x="119516" y="38944"/>
                  </a:lnTo>
                  <a:lnTo>
                    <a:pt x="118183" y="38944"/>
                  </a:lnTo>
                  <a:lnTo>
                    <a:pt x="116830" y="38944"/>
                  </a:lnTo>
                  <a:lnTo>
                    <a:pt x="116298" y="40008"/>
                  </a:lnTo>
                  <a:lnTo>
                    <a:pt x="115765" y="41075"/>
                  </a:lnTo>
                  <a:lnTo>
                    <a:pt x="115229" y="42146"/>
                  </a:lnTo>
                  <a:lnTo>
                    <a:pt x="114689" y="43226"/>
                  </a:lnTo>
                  <a:lnTo>
                    <a:pt x="114145" y="44316"/>
                  </a:lnTo>
                  <a:lnTo>
                    <a:pt x="112814" y="44316"/>
                  </a:lnTo>
                  <a:lnTo>
                    <a:pt x="111474" y="44316"/>
                  </a:lnTo>
                  <a:lnTo>
                    <a:pt x="110116" y="44316"/>
                  </a:lnTo>
                  <a:lnTo>
                    <a:pt x="109850" y="45380"/>
                  </a:lnTo>
                  <a:lnTo>
                    <a:pt x="109583" y="46446"/>
                  </a:lnTo>
                  <a:lnTo>
                    <a:pt x="109315" y="47518"/>
                  </a:lnTo>
                  <a:lnTo>
                    <a:pt x="109046" y="48597"/>
                  </a:lnTo>
                  <a:lnTo>
                    <a:pt x="108773" y="49687"/>
                  </a:lnTo>
                  <a:lnTo>
                    <a:pt x="107440" y="49687"/>
                  </a:lnTo>
                  <a:lnTo>
                    <a:pt x="106087" y="49687"/>
                  </a:lnTo>
                  <a:lnTo>
                    <a:pt x="106087" y="51020"/>
                  </a:lnTo>
                  <a:lnTo>
                    <a:pt x="106087" y="52373"/>
                  </a:lnTo>
                  <a:lnTo>
                    <a:pt x="104756" y="52373"/>
                  </a:lnTo>
                  <a:lnTo>
                    <a:pt x="103416" y="52373"/>
                  </a:lnTo>
                  <a:lnTo>
                    <a:pt x="102059" y="52373"/>
                  </a:lnTo>
                  <a:lnTo>
                    <a:pt x="101793" y="53437"/>
                  </a:lnTo>
                  <a:lnTo>
                    <a:pt x="101526" y="54503"/>
                  </a:lnTo>
                  <a:lnTo>
                    <a:pt x="101258" y="55575"/>
                  </a:lnTo>
                  <a:lnTo>
                    <a:pt x="100988" y="56655"/>
                  </a:lnTo>
                  <a:lnTo>
                    <a:pt x="100716" y="57744"/>
                  </a:lnTo>
                  <a:lnTo>
                    <a:pt x="101817" y="58088"/>
                  </a:lnTo>
                  <a:lnTo>
                    <a:pt x="102934" y="58437"/>
                  </a:lnTo>
                  <a:lnTo>
                    <a:pt x="103954" y="58768"/>
                  </a:lnTo>
                  <a:lnTo>
                    <a:pt x="104970" y="59105"/>
                  </a:lnTo>
                  <a:lnTo>
                    <a:pt x="105982" y="59447"/>
                  </a:lnTo>
                  <a:lnTo>
                    <a:pt x="106991" y="59795"/>
                  </a:lnTo>
                  <a:lnTo>
                    <a:pt x="107997" y="60149"/>
                  </a:lnTo>
                  <a:lnTo>
                    <a:pt x="109000" y="60508"/>
                  </a:lnTo>
                  <a:lnTo>
                    <a:pt x="110000" y="60874"/>
                  </a:lnTo>
                  <a:lnTo>
                    <a:pt x="110996" y="61245"/>
                  </a:lnTo>
                  <a:lnTo>
                    <a:pt x="111990" y="61622"/>
                  </a:lnTo>
                  <a:lnTo>
                    <a:pt x="112981" y="62005"/>
                  </a:lnTo>
                  <a:lnTo>
                    <a:pt x="113969" y="62394"/>
                  </a:lnTo>
                  <a:lnTo>
                    <a:pt x="114955" y="62789"/>
                  </a:lnTo>
                  <a:lnTo>
                    <a:pt x="115938" y="63190"/>
                  </a:lnTo>
                  <a:lnTo>
                    <a:pt x="116919" y="63597"/>
                  </a:lnTo>
                  <a:lnTo>
                    <a:pt x="117897" y="64010"/>
                  </a:lnTo>
                  <a:lnTo>
                    <a:pt x="118873" y="64430"/>
                  </a:lnTo>
                  <a:lnTo>
                    <a:pt x="119847" y="64855"/>
                  </a:lnTo>
                  <a:lnTo>
                    <a:pt x="120819" y="65287"/>
                  </a:lnTo>
                  <a:lnTo>
                    <a:pt x="121789" y="65725"/>
                  </a:lnTo>
                  <a:lnTo>
                    <a:pt x="122757" y="66170"/>
                  </a:lnTo>
                  <a:lnTo>
                    <a:pt x="123724" y="66620"/>
                  </a:lnTo>
                  <a:lnTo>
                    <a:pt x="124688" y="67078"/>
                  </a:lnTo>
                  <a:lnTo>
                    <a:pt x="125651" y="67541"/>
                  </a:lnTo>
                  <a:lnTo>
                    <a:pt x="126613" y="68011"/>
                  </a:lnTo>
                  <a:lnTo>
                    <a:pt x="127573" y="68488"/>
                  </a:lnTo>
                  <a:lnTo>
                    <a:pt x="127573" y="69820"/>
                  </a:lnTo>
                  <a:lnTo>
                    <a:pt x="127573" y="71173"/>
                  </a:lnTo>
                  <a:lnTo>
                    <a:pt x="126601" y="71691"/>
                  </a:lnTo>
                  <a:lnTo>
                    <a:pt x="125641" y="72168"/>
                  </a:lnTo>
                  <a:lnTo>
                    <a:pt x="124688" y="72608"/>
                  </a:lnTo>
                  <a:lnTo>
                    <a:pt x="123739" y="73013"/>
                  </a:lnTo>
                  <a:lnTo>
                    <a:pt x="122788" y="73386"/>
                  </a:lnTo>
                  <a:lnTo>
                    <a:pt x="121832" y="73728"/>
                  </a:lnTo>
                  <a:lnTo>
                    <a:pt x="120867" y="74043"/>
                  </a:lnTo>
                  <a:lnTo>
                    <a:pt x="119887" y="74332"/>
                  </a:lnTo>
                  <a:lnTo>
                    <a:pt x="118889" y="74599"/>
                  </a:lnTo>
                  <a:lnTo>
                    <a:pt x="117868" y="74845"/>
                  </a:lnTo>
                  <a:lnTo>
                    <a:pt x="116820" y="75073"/>
                  </a:lnTo>
                  <a:lnTo>
                    <a:pt x="115740" y="75285"/>
                  </a:lnTo>
                  <a:lnTo>
                    <a:pt x="115218" y="75383"/>
                  </a:lnTo>
                  <a:lnTo>
                    <a:pt x="114300" y="75556"/>
                  </a:lnTo>
                  <a:lnTo>
                    <a:pt x="112199" y="75953"/>
                  </a:lnTo>
                  <a:lnTo>
                    <a:pt x="111132" y="76135"/>
                  </a:lnTo>
                  <a:lnTo>
                    <a:pt x="110065" y="76313"/>
                  </a:lnTo>
                  <a:lnTo>
                    <a:pt x="108998" y="76487"/>
                  </a:lnTo>
                  <a:lnTo>
                    <a:pt x="107931" y="76658"/>
                  </a:lnTo>
                  <a:lnTo>
                    <a:pt x="106864" y="76824"/>
                  </a:lnTo>
                  <a:lnTo>
                    <a:pt x="105796" y="76987"/>
                  </a:lnTo>
                  <a:lnTo>
                    <a:pt x="104727" y="77146"/>
                  </a:lnTo>
                  <a:lnTo>
                    <a:pt x="103658" y="77301"/>
                  </a:lnTo>
                  <a:lnTo>
                    <a:pt x="102589" y="77453"/>
                  </a:lnTo>
                  <a:lnTo>
                    <a:pt x="101518" y="77601"/>
                  </a:lnTo>
                  <a:lnTo>
                    <a:pt x="100446" y="77746"/>
                  </a:lnTo>
                  <a:lnTo>
                    <a:pt x="99373" y="77888"/>
                  </a:lnTo>
                  <a:lnTo>
                    <a:pt x="100047" y="79207"/>
                  </a:lnTo>
                  <a:lnTo>
                    <a:pt x="100576" y="80063"/>
                  </a:lnTo>
                  <a:lnTo>
                    <a:pt x="101137" y="80637"/>
                  </a:lnTo>
                  <a:lnTo>
                    <a:pt x="101908" y="81110"/>
                  </a:lnTo>
                  <a:lnTo>
                    <a:pt x="103066" y="81664"/>
                  </a:lnTo>
                  <a:lnTo>
                    <a:pt x="104035" y="82208"/>
                  </a:lnTo>
                  <a:lnTo>
                    <a:pt x="104954" y="82787"/>
                  </a:lnTo>
                  <a:lnTo>
                    <a:pt x="105828" y="83399"/>
                  </a:lnTo>
                  <a:lnTo>
                    <a:pt x="106666" y="84040"/>
                  </a:lnTo>
                  <a:lnTo>
                    <a:pt x="107473" y="84709"/>
                  </a:lnTo>
                  <a:lnTo>
                    <a:pt x="108255" y="85404"/>
                  </a:lnTo>
                  <a:lnTo>
                    <a:pt x="109020" y="86121"/>
                  </a:lnTo>
                  <a:lnTo>
                    <a:pt x="109773" y="86860"/>
                  </a:lnTo>
                  <a:lnTo>
                    <a:pt x="110521" y="87617"/>
                  </a:lnTo>
                  <a:lnTo>
                    <a:pt x="111271" y="88389"/>
                  </a:lnTo>
                  <a:lnTo>
                    <a:pt x="112029" y="89176"/>
                  </a:lnTo>
                  <a:lnTo>
                    <a:pt x="112802" y="89974"/>
                  </a:lnTo>
                  <a:lnTo>
                    <a:pt x="114135" y="90640"/>
                  </a:lnTo>
                  <a:lnTo>
                    <a:pt x="115487" y="91317"/>
                  </a:lnTo>
                  <a:lnTo>
                    <a:pt x="115487" y="92647"/>
                  </a:lnTo>
                  <a:lnTo>
                    <a:pt x="115487" y="93987"/>
                  </a:lnTo>
                  <a:lnTo>
                    <a:pt x="115487" y="95345"/>
                  </a:lnTo>
                  <a:lnTo>
                    <a:pt x="114296" y="95483"/>
                  </a:lnTo>
                  <a:lnTo>
                    <a:pt x="113105" y="95619"/>
                  </a:lnTo>
                  <a:lnTo>
                    <a:pt x="111913" y="95753"/>
                  </a:lnTo>
                  <a:lnTo>
                    <a:pt x="110720" y="95886"/>
                  </a:lnTo>
                  <a:lnTo>
                    <a:pt x="109528" y="96017"/>
                  </a:lnTo>
                  <a:lnTo>
                    <a:pt x="108421" y="96142"/>
                  </a:lnTo>
                  <a:lnTo>
                    <a:pt x="107306" y="96267"/>
                  </a:lnTo>
                  <a:lnTo>
                    <a:pt x="106176" y="96394"/>
                  </a:lnTo>
                  <a:lnTo>
                    <a:pt x="105095" y="96466"/>
                  </a:lnTo>
                  <a:lnTo>
                    <a:pt x="104015" y="96527"/>
                  </a:lnTo>
                  <a:lnTo>
                    <a:pt x="102935" y="96578"/>
                  </a:lnTo>
                  <a:lnTo>
                    <a:pt x="101855" y="96620"/>
                  </a:lnTo>
                  <a:lnTo>
                    <a:pt x="100776" y="96653"/>
                  </a:lnTo>
                  <a:lnTo>
                    <a:pt x="99697" y="96679"/>
                  </a:lnTo>
                  <a:lnTo>
                    <a:pt x="98618" y="96699"/>
                  </a:lnTo>
                  <a:lnTo>
                    <a:pt x="97539" y="96711"/>
                  </a:lnTo>
                  <a:lnTo>
                    <a:pt x="96459" y="96719"/>
                  </a:lnTo>
                  <a:lnTo>
                    <a:pt x="95380" y="96721"/>
                  </a:lnTo>
                  <a:lnTo>
                    <a:pt x="94300" y="96720"/>
                  </a:lnTo>
                  <a:lnTo>
                    <a:pt x="93219" y="96715"/>
                  </a:lnTo>
                  <a:lnTo>
                    <a:pt x="92138" y="96708"/>
                  </a:lnTo>
                  <a:lnTo>
                    <a:pt x="91056" y="96698"/>
                  </a:lnTo>
                  <a:lnTo>
                    <a:pt x="89973" y="96688"/>
                  </a:lnTo>
                  <a:lnTo>
                    <a:pt x="90095" y="97816"/>
                  </a:lnTo>
                  <a:lnTo>
                    <a:pt x="90220" y="98962"/>
                  </a:lnTo>
                  <a:lnTo>
                    <a:pt x="90331" y="100001"/>
                  </a:lnTo>
                  <a:lnTo>
                    <a:pt x="90442" y="101041"/>
                  </a:lnTo>
                  <a:lnTo>
                    <a:pt x="90552" y="102081"/>
                  </a:lnTo>
                  <a:lnTo>
                    <a:pt x="90662" y="103121"/>
                  </a:lnTo>
                  <a:lnTo>
                    <a:pt x="90771" y="104161"/>
                  </a:lnTo>
                  <a:lnTo>
                    <a:pt x="90880" y="105201"/>
                  </a:lnTo>
                  <a:lnTo>
                    <a:pt x="90989" y="106242"/>
                  </a:lnTo>
                  <a:lnTo>
                    <a:pt x="91098" y="107282"/>
                  </a:lnTo>
                  <a:lnTo>
                    <a:pt x="91207" y="108322"/>
                  </a:lnTo>
                  <a:lnTo>
                    <a:pt x="91316" y="109362"/>
                  </a:lnTo>
                  <a:lnTo>
                    <a:pt x="91444" y="110543"/>
                  </a:lnTo>
                  <a:lnTo>
                    <a:pt x="91573" y="111731"/>
                  </a:lnTo>
                  <a:lnTo>
                    <a:pt x="91704" y="112937"/>
                  </a:lnTo>
                  <a:lnTo>
                    <a:pt x="91813" y="114023"/>
                  </a:lnTo>
                  <a:lnTo>
                    <a:pt x="91915" y="115107"/>
                  </a:lnTo>
                  <a:lnTo>
                    <a:pt x="92011" y="116189"/>
                  </a:lnTo>
                  <a:lnTo>
                    <a:pt x="92100" y="117270"/>
                  </a:lnTo>
                  <a:lnTo>
                    <a:pt x="92183" y="118348"/>
                  </a:lnTo>
                  <a:lnTo>
                    <a:pt x="92259" y="119426"/>
                  </a:lnTo>
                  <a:lnTo>
                    <a:pt x="92329" y="120503"/>
                  </a:lnTo>
                  <a:lnTo>
                    <a:pt x="92392" y="121580"/>
                  </a:lnTo>
                  <a:lnTo>
                    <a:pt x="92449" y="122655"/>
                  </a:lnTo>
                  <a:lnTo>
                    <a:pt x="92500" y="123731"/>
                  </a:lnTo>
                  <a:lnTo>
                    <a:pt x="92545" y="124807"/>
                  </a:lnTo>
                  <a:lnTo>
                    <a:pt x="92583" y="125884"/>
                  </a:lnTo>
                  <a:lnTo>
                    <a:pt x="92615" y="126961"/>
                  </a:lnTo>
                  <a:lnTo>
                    <a:pt x="92641" y="128039"/>
                  </a:lnTo>
                  <a:lnTo>
                    <a:pt x="92661" y="129118"/>
                  </a:lnTo>
                  <a:lnTo>
                    <a:pt x="92676" y="130198"/>
                  </a:lnTo>
                  <a:lnTo>
                    <a:pt x="92684" y="131280"/>
                  </a:lnTo>
                  <a:lnTo>
                    <a:pt x="92686" y="132365"/>
                  </a:lnTo>
                  <a:lnTo>
                    <a:pt x="92683" y="133451"/>
                  </a:lnTo>
                  <a:lnTo>
                    <a:pt x="92673" y="134540"/>
                  </a:lnTo>
                  <a:lnTo>
                    <a:pt x="92658" y="135632"/>
                  </a:lnTo>
                  <a:lnTo>
                    <a:pt x="92222" y="135340"/>
                  </a:lnTo>
                  <a:lnTo>
                    <a:pt x="91656" y="134964"/>
                  </a:lnTo>
                  <a:lnTo>
                    <a:pt x="90585" y="134249"/>
                  </a:lnTo>
                  <a:lnTo>
                    <a:pt x="88630" y="132946"/>
                  </a:lnTo>
                  <a:lnTo>
                    <a:pt x="88630" y="131613"/>
                  </a:lnTo>
                  <a:lnTo>
                    <a:pt x="88630" y="130260"/>
                  </a:lnTo>
                  <a:lnTo>
                    <a:pt x="88193" y="130115"/>
                  </a:lnTo>
                  <a:lnTo>
                    <a:pt x="87628" y="129926"/>
                  </a:lnTo>
                  <a:lnTo>
                    <a:pt x="86556" y="129569"/>
                  </a:lnTo>
                  <a:lnTo>
                    <a:pt x="84601" y="128917"/>
                  </a:lnTo>
                  <a:lnTo>
                    <a:pt x="84411" y="127777"/>
                  </a:lnTo>
                  <a:lnTo>
                    <a:pt x="84221" y="126636"/>
                  </a:lnTo>
                  <a:lnTo>
                    <a:pt x="84030" y="125492"/>
                  </a:lnTo>
                  <a:lnTo>
                    <a:pt x="83839" y="124344"/>
                  </a:lnTo>
                  <a:lnTo>
                    <a:pt x="83647" y="123190"/>
                  </a:lnTo>
                  <a:lnTo>
                    <a:pt x="83453" y="122029"/>
                  </a:lnTo>
                  <a:lnTo>
                    <a:pt x="83258" y="120860"/>
                  </a:lnTo>
                  <a:lnTo>
                    <a:pt x="81925" y="120860"/>
                  </a:lnTo>
                  <a:lnTo>
                    <a:pt x="80573" y="120860"/>
                  </a:lnTo>
                  <a:lnTo>
                    <a:pt x="80573" y="119527"/>
                  </a:lnTo>
                  <a:lnTo>
                    <a:pt x="80573" y="118174"/>
                  </a:lnTo>
                  <a:lnTo>
                    <a:pt x="79240" y="118174"/>
                  </a:lnTo>
                  <a:lnTo>
                    <a:pt x="77887" y="118174"/>
                  </a:lnTo>
                  <a:lnTo>
                    <a:pt x="77819" y="117702"/>
                  </a:lnTo>
                  <a:lnTo>
                    <a:pt x="77757" y="117267"/>
                  </a:lnTo>
                  <a:lnTo>
                    <a:pt x="77689" y="116792"/>
                  </a:lnTo>
                  <a:lnTo>
                    <a:pt x="77605" y="116200"/>
                  </a:lnTo>
                  <a:lnTo>
                    <a:pt x="77492" y="115413"/>
                  </a:lnTo>
                  <a:lnTo>
                    <a:pt x="77341" y="114355"/>
                  </a:lnTo>
                  <a:lnTo>
                    <a:pt x="77140" y="112947"/>
                  </a:lnTo>
                  <a:lnTo>
                    <a:pt x="76878" y="111113"/>
                  </a:lnTo>
                  <a:lnTo>
                    <a:pt x="76544" y="108774"/>
                  </a:lnTo>
                  <a:lnTo>
                    <a:pt x="75211" y="108774"/>
                  </a:lnTo>
                  <a:lnTo>
                    <a:pt x="73858" y="108774"/>
                  </a:lnTo>
                  <a:lnTo>
                    <a:pt x="73858" y="107443"/>
                  </a:lnTo>
                  <a:lnTo>
                    <a:pt x="73858" y="106103"/>
                  </a:lnTo>
                  <a:lnTo>
                    <a:pt x="73858" y="104745"/>
                  </a:lnTo>
                  <a:lnTo>
                    <a:pt x="72794" y="104745"/>
                  </a:lnTo>
                  <a:lnTo>
                    <a:pt x="71728" y="104745"/>
                  </a:lnTo>
                  <a:lnTo>
                    <a:pt x="70656" y="104745"/>
                  </a:lnTo>
                  <a:lnTo>
                    <a:pt x="69576" y="104745"/>
                  </a:lnTo>
                  <a:lnTo>
                    <a:pt x="68487" y="104745"/>
                  </a:lnTo>
                  <a:lnTo>
                    <a:pt x="68154" y="105743"/>
                  </a:lnTo>
                  <a:lnTo>
                    <a:pt x="67821" y="106741"/>
                  </a:lnTo>
                  <a:lnTo>
                    <a:pt x="67488" y="107741"/>
                  </a:lnTo>
                  <a:lnTo>
                    <a:pt x="67154" y="108744"/>
                  </a:lnTo>
                  <a:lnTo>
                    <a:pt x="66818" y="109750"/>
                  </a:lnTo>
                  <a:lnTo>
                    <a:pt x="66481" y="110762"/>
                  </a:lnTo>
                  <a:lnTo>
                    <a:pt x="66142" y="111779"/>
                  </a:lnTo>
                  <a:lnTo>
                    <a:pt x="65801" y="112803"/>
                  </a:lnTo>
                  <a:lnTo>
                    <a:pt x="64470" y="112803"/>
                  </a:lnTo>
                  <a:lnTo>
                    <a:pt x="63130" y="112803"/>
                  </a:lnTo>
                  <a:lnTo>
                    <a:pt x="61772" y="112803"/>
                  </a:lnTo>
                  <a:lnTo>
                    <a:pt x="61400" y="111751"/>
                  </a:lnTo>
                  <a:lnTo>
                    <a:pt x="61025" y="110692"/>
                  </a:lnTo>
                  <a:lnTo>
                    <a:pt x="60644" y="109619"/>
                  </a:lnTo>
                  <a:lnTo>
                    <a:pt x="60484" y="109172"/>
                  </a:lnTo>
                  <a:lnTo>
                    <a:pt x="60278" y="108594"/>
                  </a:lnTo>
                  <a:lnTo>
                    <a:pt x="59885" y="107499"/>
                  </a:lnTo>
                  <a:lnTo>
                    <a:pt x="59170" y="105500"/>
                  </a:lnTo>
                  <a:lnTo>
                    <a:pt x="58808" y="104483"/>
                  </a:lnTo>
                  <a:lnTo>
                    <a:pt x="58444" y="103462"/>
                  </a:lnTo>
                  <a:lnTo>
                    <a:pt x="58078" y="102434"/>
                  </a:lnTo>
                  <a:lnTo>
                    <a:pt x="57707" y="101394"/>
                  </a:lnTo>
                  <a:lnTo>
                    <a:pt x="57059" y="99742"/>
                  </a:lnTo>
                  <a:lnTo>
                    <a:pt x="56597" y="98671"/>
                  </a:lnTo>
                  <a:lnTo>
                    <a:pt x="56194" y="97956"/>
                  </a:lnTo>
                  <a:lnTo>
                    <a:pt x="55724" y="97370"/>
                  </a:lnTo>
                  <a:lnTo>
                    <a:pt x="55058" y="96688"/>
                  </a:lnTo>
                  <a:lnTo>
                    <a:pt x="54015" y="96525"/>
                  </a:lnTo>
                  <a:lnTo>
                    <a:pt x="52972" y="96365"/>
                  </a:lnTo>
                  <a:lnTo>
                    <a:pt x="51929" y="96209"/>
                  </a:lnTo>
                  <a:lnTo>
                    <a:pt x="50885" y="96056"/>
                  </a:lnTo>
                  <a:lnTo>
                    <a:pt x="49840" y="95907"/>
                  </a:lnTo>
                  <a:lnTo>
                    <a:pt x="48795" y="95761"/>
                  </a:lnTo>
                  <a:lnTo>
                    <a:pt x="47750" y="95619"/>
                  </a:lnTo>
                  <a:lnTo>
                    <a:pt x="46704" y="95480"/>
                  </a:lnTo>
                  <a:lnTo>
                    <a:pt x="45658" y="95345"/>
                  </a:lnTo>
                  <a:lnTo>
                    <a:pt x="45325" y="94348"/>
                  </a:lnTo>
                  <a:lnTo>
                    <a:pt x="44992" y="93350"/>
                  </a:lnTo>
                  <a:lnTo>
                    <a:pt x="44659" y="92350"/>
                  </a:lnTo>
                  <a:lnTo>
                    <a:pt x="44325" y="91347"/>
                  </a:lnTo>
                  <a:lnTo>
                    <a:pt x="43989" y="90340"/>
                  </a:lnTo>
                  <a:lnTo>
                    <a:pt x="43652" y="89329"/>
                  </a:lnTo>
                  <a:lnTo>
                    <a:pt x="43313" y="88312"/>
                  </a:lnTo>
                  <a:lnTo>
                    <a:pt x="42972" y="87288"/>
                  </a:lnTo>
                  <a:lnTo>
                    <a:pt x="40956" y="87424"/>
                  </a:lnTo>
                  <a:lnTo>
                    <a:pt x="39118" y="87550"/>
                  </a:lnTo>
                  <a:lnTo>
                    <a:pt x="37447" y="87668"/>
                  </a:lnTo>
                  <a:lnTo>
                    <a:pt x="35929" y="87779"/>
                  </a:lnTo>
                  <a:lnTo>
                    <a:pt x="34552" y="87886"/>
                  </a:lnTo>
                  <a:lnTo>
                    <a:pt x="33302" y="87992"/>
                  </a:lnTo>
                  <a:lnTo>
                    <a:pt x="32166" y="88098"/>
                  </a:lnTo>
                  <a:lnTo>
                    <a:pt x="31133" y="88208"/>
                  </a:lnTo>
                  <a:lnTo>
                    <a:pt x="30188" y="88322"/>
                  </a:lnTo>
                  <a:lnTo>
                    <a:pt x="29319" y="88444"/>
                  </a:lnTo>
                  <a:lnTo>
                    <a:pt x="28514" y="88576"/>
                  </a:lnTo>
                  <a:lnTo>
                    <a:pt x="27758" y="88720"/>
                  </a:lnTo>
                  <a:lnTo>
                    <a:pt x="27041" y="88878"/>
                  </a:lnTo>
                  <a:lnTo>
                    <a:pt x="26347" y="89052"/>
                  </a:lnTo>
                  <a:lnTo>
                    <a:pt x="25666" y="89246"/>
                  </a:lnTo>
                  <a:lnTo>
                    <a:pt x="24983" y="89460"/>
                  </a:lnTo>
                  <a:lnTo>
                    <a:pt x="24287" y="89698"/>
                  </a:lnTo>
                  <a:lnTo>
                    <a:pt x="23563" y="89961"/>
                  </a:lnTo>
                  <a:lnTo>
                    <a:pt x="22800" y="90253"/>
                  </a:lnTo>
                  <a:lnTo>
                    <a:pt x="21984" y="90574"/>
                  </a:lnTo>
                  <a:lnTo>
                    <a:pt x="21102" y="90928"/>
                  </a:lnTo>
                  <a:lnTo>
                    <a:pt x="20143" y="91317"/>
                  </a:lnTo>
                  <a:lnTo>
                    <a:pt x="20143" y="89984"/>
                  </a:lnTo>
                  <a:lnTo>
                    <a:pt x="20143" y="88631"/>
                  </a:lnTo>
                  <a:lnTo>
                    <a:pt x="21476" y="88631"/>
                  </a:lnTo>
                  <a:lnTo>
                    <a:pt x="22829" y="88631"/>
                  </a:lnTo>
                  <a:lnTo>
                    <a:pt x="22829" y="87491"/>
                  </a:lnTo>
                  <a:lnTo>
                    <a:pt x="22829" y="86350"/>
                  </a:lnTo>
                  <a:lnTo>
                    <a:pt x="22829" y="85206"/>
                  </a:lnTo>
                  <a:lnTo>
                    <a:pt x="22829" y="84058"/>
                  </a:lnTo>
                  <a:lnTo>
                    <a:pt x="22829" y="82904"/>
                  </a:lnTo>
                  <a:lnTo>
                    <a:pt x="22829" y="81743"/>
                  </a:lnTo>
                  <a:lnTo>
                    <a:pt x="22829" y="80573"/>
                  </a:lnTo>
                  <a:lnTo>
                    <a:pt x="24161" y="80573"/>
                  </a:lnTo>
                  <a:lnTo>
                    <a:pt x="25514" y="80573"/>
                  </a:lnTo>
                  <a:lnTo>
                    <a:pt x="25847" y="79576"/>
                  </a:lnTo>
                  <a:lnTo>
                    <a:pt x="26179" y="78579"/>
                  </a:lnTo>
                  <a:lnTo>
                    <a:pt x="26512" y="77580"/>
                  </a:lnTo>
                  <a:lnTo>
                    <a:pt x="26845" y="76581"/>
                  </a:lnTo>
                  <a:lnTo>
                    <a:pt x="27179" y="75579"/>
                  </a:lnTo>
                  <a:lnTo>
                    <a:pt x="27514" y="74576"/>
                  </a:lnTo>
                  <a:lnTo>
                    <a:pt x="27849" y="73570"/>
                  </a:lnTo>
                  <a:lnTo>
                    <a:pt x="28185" y="72561"/>
                  </a:lnTo>
                  <a:lnTo>
                    <a:pt x="28523" y="71549"/>
                  </a:lnTo>
                  <a:lnTo>
                    <a:pt x="28861" y="70533"/>
                  </a:lnTo>
                  <a:lnTo>
                    <a:pt x="29201" y="69512"/>
                  </a:lnTo>
                  <a:lnTo>
                    <a:pt x="29543" y="68488"/>
                  </a:lnTo>
                  <a:lnTo>
                    <a:pt x="28554" y="68120"/>
                  </a:lnTo>
                  <a:lnTo>
                    <a:pt x="27557" y="67750"/>
                  </a:lnTo>
                  <a:lnTo>
                    <a:pt x="26548" y="67376"/>
                  </a:lnTo>
                  <a:lnTo>
                    <a:pt x="25594" y="66961"/>
                  </a:lnTo>
                  <a:lnTo>
                    <a:pt x="24644" y="66528"/>
                  </a:lnTo>
                  <a:lnTo>
                    <a:pt x="23697" y="66077"/>
                  </a:lnTo>
                  <a:lnTo>
                    <a:pt x="22753" y="65608"/>
                  </a:lnTo>
                  <a:lnTo>
                    <a:pt x="21814" y="65122"/>
                  </a:lnTo>
                  <a:lnTo>
                    <a:pt x="20879" y="64620"/>
                  </a:lnTo>
                  <a:lnTo>
                    <a:pt x="19948" y="64103"/>
                  </a:lnTo>
                  <a:lnTo>
                    <a:pt x="19021" y="63572"/>
                  </a:lnTo>
                  <a:lnTo>
                    <a:pt x="18099" y="63026"/>
                  </a:lnTo>
                  <a:lnTo>
                    <a:pt x="17182" y="62468"/>
                  </a:lnTo>
                  <a:lnTo>
                    <a:pt x="16269" y="61897"/>
                  </a:lnTo>
                  <a:lnTo>
                    <a:pt x="15361" y="61315"/>
                  </a:lnTo>
                  <a:lnTo>
                    <a:pt x="14458" y="60722"/>
                  </a:lnTo>
                  <a:lnTo>
                    <a:pt x="13560" y="60118"/>
                  </a:lnTo>
                  <a:lnTo>
                    <a:pt x="12667" y="59505"/>
                  </a:lnTo>
                  <a:lnTo>
                    <a:pt x="11780" y="58884"/>
                  </a:lnTo>
                  <a:lnTo>
                    <a:pt x="10898" y="58254"/>
                  </a:lnTo>
                  <a:lnTo>
                    <a:pt x="10022" y="57618"/>
                  </a:lnTo>
                  <a:lnTo>
                    <a:pt x="9152" y="56975"/>
                  </a:lnTo>
                  <a:lnTo>
                    <a:pt x="8288" y="56326"/>
                  </a:lnTo>
                  <a:lnTo>
                    <a:pt x="7429" y="55672"/>
                  </a:lnTo>
                  <a:lnTo>
                    <a:pt x="6577" y="55015"/>
                  </a:lnTo>
                  <a:lnTo>
                    <a:pt x="5731" y="54353"/>
                  </a:lnTo>
                  <a:lnTo>
                    <a:pt x="4892" y="53689"/>
                  </a:lnTo>
                  <a:lnTo>
                    <a:pt x="4059" y="53023"/>
                  </a:lnTo>
                  <a:lnTo>
                    <a:pt x="3233" y="52355"/>
                  </a:lnTo>
                  <a:lnTo>
                    <a:pt x="2414" y="51687"/>
                  </a:lnTo>
                  <a:lnTo>
                    <a:pt x="1602" y="51019"/>
                  </a:lnTo>
                  <a:lnTo>
                    <a:pt x="797" y="50352"/>
                  </a:lnTo>
                  <a:lnTo>
                    <a:pt x="0" y="49687"/>
                  </a:lnTo>
                  <a:lnTo>
                    <a:pt x="0" y="49021"/>
                  </a:lnTo>
                  <a:lnTo>
                    <a:pt x="0" y="48344"/>
                  </a:lnTo>
                  <a:lnTo>
                    <a:pt x="1063" y="48344"/>
                  </a:lnTo>
                  <a:lnTo>
                    <a:pt x="2127" y="48344"/>
                  </a:lnTo>
                  <a:lnTo>
                    <a:pt x="3191" y="48344"/>
                  </a:lnTo>
                  <a:lnTo>
                    <a:pt x="4255" y="48344"/>
                  </a:lnTo>
                  <a:lnTo>
                    <a:pt x="5319" y="48344"/>
                  </a:lnTo>
                  <a:lnTo>
                    <a:pt x="6383" y="48344"/>
                  </a:lnTo>
                  <a:lnTo>
                    <a:pt x="7449" y="48344"/>
                  </a:lnTo>
                  <a:lnTo>
                    <a:pt x="8514" y="48344"/>
                  </a:lnTo>
                  <a:lnTo>
                    <a:pt x="9580" y="48344"/>
                  </a:lnTo>
                  <a:lnTo>
                    <a:pt x="10647" y="48344"/>
                  </a:lnTo>
                  <a:lnTo>
                    <a:pt x="11715" y="48344"/>
                  </a:lnTo>
                  <a:lnTo>
                    <a:pt x="12783" y="48344"/>
                  </a:lnTo>
                  <a:lnTo>
                    <a:pt x="13852" y="48344"/>
                  </a:lnTo>
                  <a:lnTo>
                    <a:pt x="14922" y="48344"/>
                  </a:lnTo>
                  <a:lnTo>
                    <a:pt x="15993" y="48344"/>
                  </a:lnTo>
                  <a:lnTo>
                    <a:pt x="17065" y="48344"/>
                  </a:lnTo>
                  <a:lnTo>
                    <a:pt x="18139" y="48344"/>
                  </a:lnTo>
                  <a:lnTo>
                    <a:pt x="19213" y="48344"/>
                  </a:lnTo>
                  <a:lnTo>
                    <a:pt x="20289" y="48344"/>
                  </a:lnTo>
                  <a:lnTo>
                    <a:pt x="21366" y="48344"/>
                  </a:lnTo>
                  <a:lnTo>
                    <a:pt x="22445" y="48344"/>
                  </a:lnTo>
                  <a:lnTo>
                    <a:pt x="23525" y="48344"/>
                  </a:lnTo>
                  <a:lnTo>
                    <a:pt x="24607" y="48344"/>
                  </a:lnTo>
                  <a:lnTo>
                    <a:pt x="25690" y="48344"/>
                  </a:lnTo>
                  <a:lnTo>
                    <a:pt x="26775" y="48344"/>
                  </a:lnTo>
                  <a:lnTo>
                    <a:pt x="27862" y="48344"/>
                  </a:lnTo>
                  <a:lnTo>
                    <a:pt x="28951" y="48344"/>
                  </a:lnTo>
                  <a:lnTo>
                    <a:pt x="30041" y="48344"/>
                  </a:lnTo>
                  <a:lnTo>
                    <a:pt x="31134" y="48344"/>
                  </a:lnTo>
                  <a:lnTo>
                    <a:pt x="32229" y="48344"/>
                  </a:lnTo>
                  <a:lnTo>
                    <a:pt x="31786" y="47310"/>
                  </a:lnTo>
                  <a:lnTo>
                    <a:pt x="31342" y="46275"/>
                  </a:lnTo>
                  <a:lnTo>
                    <a:pt x="30898" y="45239"/>
                  </a:lnTo>
                  <a:lnTo>
                    <a:pt x="30453" y="44200"/>
                  </a:lnTo>
                  <a:lnTo>
                    <a:pt x="30006" y="43158"/>
                  </a:lnTo>
                  <a:lnTo>
                    <a:pt x="29558" y="42112"/>
                  </a:lnTo>
                  <a:lnTo>
                    <a:pt x="29108" y="41062"/>
                  </a:lnTo>
                  <a:lnTo>
                    <a:pt x="28655" y="40006"/>
                  </a:lnTo>
                  <a:lnTo>
                    <a:pt x="28200" y="38944"/>
                  </a:lnTo>
                  <a:lnTo>
                    <a:pt x="27934" y="37880"/>
                  </a:lnTo>
                  <a:lnTo>
                    <a:pt x="27667" y="36814"/>
                  </a:lnTo>
                  <a:lnTo>
                    <a:pt x="27400" y="35742"/>
                  </a:lnTo>
                  <a:lnTo>
                    <a:pt x="27130" y="34662"/>
                  </a:lnTo>
                  <a:lnTo>
                    <a:pt x="26857" y="33573"/>
                  </a:lnTo>
                  <a:lnTo>
                    <a:pt x="27902" y="33478"/>
                  </a:lnTo>
                  <a:lnTo>
                    <a:pt x="28947" y="33383"/>
                  </a:lnTo>
                  <a:lnTo>
                    <a:pt x="29992" y="33288"/>
                  </a:lnTo>
                  <a:lnTo>
                    <a:pt x="31039" y="33192"/>
                  </a:lnTo>
                  <a:lnTo>
                    <a:pt x="32087" y="33097"/>
                  </a:lnTo>
                  <a:lnTo>
                    <a:pt x="33136" y="33002"/>
                  </a:lnTo>
                  <a:lnTo>
                    <a:pt x="34188" y="32906"/>
                  </a:lnTo>
                  <a:lnTo>
                    <a:pt x="35241" y="32810"/>
                  </a:lnTo>
                  <a:lnTo>
                    <a:pt x="36298" y="32714"/>
                  </a:lnTo>
                  <a:lnTo>
                    <a:pt x="37357" y="32618"/>
                  </a:lnTo>
                  <a:lnTo>
                    <a:pt x="38419" y="32521"/>
                  </a:lnTo>
                  <a:lnTo>
                    <a:pt x="39485" y="32425"/>
                  </a:lnTo>
                  <a:lnTo>
                    <a:pt x="40555" y="32327"/>
                  </a:lnTo>
                  <a:lnTo>
                    <a:pt x="41629" y="32230"/>
                  </a:lnTo>
                  <a:lnTo>
                    <a:pt x="41695" y="31063"/>
                  </a:lnTo>
                  <a:lnTo>
                    <a:pt x="41742" y="29941"/>
                  </a:lnTo>
                  <a:lnTo>
                    <a:pt x="41767" y="28857"/>
                  </a:lnTo>
                  <a:lnTo>
                    <a:pt x="41766" y="27804"/>
                  </a:lnTo>
                  <a:lnTo>
                    <a:pt x="41736" y="26776"/>
                  </a:lnTo>
                  <a:lnTo>
                    <a:pt x="41674" y="25768"/>
                  </a:lnTo>
                  <a:lnTo>
                    <a:pt x="41577" y="24772"/>
                  </a:lnTo>
                  <a:lnTo>
                    <a:pt x="41440" y="23782"/>
                  </a:lnTo>
                  <a:lnTo>
                    <a:pt x="41261" y="22792"/>
                  </a:lnTo>
                  <a:lnTo>
                    <a:pt x="41036" y="21797"/>
                  </a:lnTo>
                  <a:lnTo>
                    <a:pt x="40763" y="20788"/>
                  </a:lnTo>
                  <a:lnTo>
                    <a:pt x="40437" y="19761"/>
                  </a:lnTo>
                  <a:lnTo>
                    <a:pt x="40055" y="18709"/>
                  </a:lnTo>
                  <a:lnTo>
                    <a:pt x="39615" y="17626"/>
                  </a:lnTo>
                  <a:lnTo>
                    <a:pt x="39205" y="16588"/>
                  </a:lnTo>
                  <a:lnTo>
                    <a:pt x="38844" y="15558"/>
                  </a:lnTo>
                  <a:lnTo>
                    <a:pt x="38531" y="14536"/>
                  </a:lnTo>
                  <a:lnTo>
                    <a:pt x="38263" y="13520"/>
                  </a:lnTo>
                  <a:lnTo>
                    <a:pt x="38036" y="12507"/>
                  </a:lnTo>
                  <a:lnTo>
                    <a:pt x="37849" y="11497"/>
                  </a:lnTo>
                  <a:lnTo>
                    <a:pt x="37698" y="10486"/>
                  </a:lnTo>
                  <a:lnTo>
                    <a:pt x="37580" y="9474"/>
                  </a:lnTo>
                  <a:lnTo>
                    <a:pt x="37494" y="8458"/>
                  </a:lnTo>
                  <a:lnTo>
                    <a:pt x="37436" y="7438"/>
                  </a:lnTo>
                  <a:lnTo>
                    <a:pt x="37404" y="6410"/>
                  </a:lnTo>
                  <a:lnTo>
                    <a:pt x="37395" y="5374"/>
                  </a:lnTo>
                  <a:lnTo>
                    <a:pt x="37406" y="4327"/>
                  </a:lnTo>
                  <a:lnTo>
                    <a:pt x="37435" y="3269"/>
                  </a:lnTo>
                  <a:lnTo>
                    <a:pt x="37478" y="2196"/>
                  </a:lnTo>
                  <a:lnTo>
                    <a:pt x="37535" y="1107"/>
                  </a:lnTo>
                  <a:lnTo>
                    <a:pt x="37600" y="0"/>
                  </a:lnTo>
                  <a:close/>
                </a:path>
              </a:pathLst>
            </a:custGeom>
            <a:solidFill>
              <a:srgbClr val="8D0323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region 26 #575757"/>
            <p:cNvSpPr/>
            <p:nvPr/>
          </p:nvSpPr>
          <p:spPr>
            <a:xfrm>
              <a:off x="553267" y="491237"/>
              <a:ext cx="454079" cy="435627"/>
            </a:xfrm>
            <a:custGeom>
              <a:avLst/>
              <a:gdLst/>
              <a:ahLst/>
              <a:cxnLst/>
              <a:rect l="l" t="t" r="r" b="b"/>
              <a:pathLst>
                <a:path w="454079" h="435627">
                  <a:moveTo>
                    <a:pt x="284691" y="5629"/>
                  </a:moveTo>
                  <a:lnTo>
                    <a:pt x="285727" y="5836"/>
                  </a:lnTo>
                  <a:lnTo>
                    <a:pt x="286764" y="6040"/>
                  </a:lnTo>
                  <a:lnTo>
                    <a:pt x="287800" y="6240"/>
                  </a:lnTo>
                  <a:lnTo>
                    <a:pt x="288837" y="6437"/>
                  </a:lnTo>
                  <a:lnTo>
                    <a:pt x="289875" y="6631"/>
                  </a:lnTo>
                  <a:lnTo>
                    <a:pt x="290913" y="6823"/>
                  </a:lnTo>
                  <a:lnTo>
                    <a:pt x="291951" y="7011"/>
                  </a:lnTo>
                  <a:lnTo>
                    <a:pt x="292991" y="7197"/>
                  </a:lnTo>
                  <a:lnTo>
                    <a:pt x="294031" y="7380"/>
                  </a:lnTo>
                  <a:lnTo>
                    <a:pt x="295072" y="7560"/>
                  </a:lnTo>
                  <a:lnTo>
                    <a:pt x="296212" y="7848"/>
                  </a:lnTo>
                  <a:lnTo>
                    <a:pt x="297103" y="8103"/>
                  </a:lnTo>
                  <a:lnTo>
                    <a:pt x="297869" y="8386"/>
                  </a:lnTo>
                  <a:lnTo>
                    <a:pt x="298632" y="8757"/>
                  </a:lnTo>
                  <a:lnTo>
                    <a:pt x="299517" y="9276"/>
                  </a:lnTo>
                  <a:lnTo>
                    <a:pt x="300648" y="10004"/>
                  </a:lnTo>
                  <a:lnTo>
                    <a:pt x="302149" y="11001"/>
                  </a:lnTo>
                  <a:lnTo>
                    <a:pt x="303232" y="11338"/>
                  </a:lnTo>
                  <a:lnTo>
                    <a:pt x="304319" y="11666"/>
                  </a:lnTo>
                  <a:lnTo>
                    <a:pt x="305408" y="11985"/>
                  </a:lnTo>
                  <a:lnTo>
                    <a:pt x="306500" y="12296"/>
                  </a:lnTo>
                  <a:lnTo>
                    <a:pt x="307593" y="12599"/>
                  </a:lnTo>
                  <a:lnTo>
                    <a:pt x="308689" y="12895"/>
                  </a:lnTo>
                  <a:lnTo>
                    <a:pt x="309787" y="13183"/>
                  </a:lnTo>
                  <a:lnTo>
                    <a:pt x="310788" y="13445"/>
                  </a:lnTo>
                  <a:lnTo>
                    <a:pt x="311793" y="13709"/>
                  </a:lnTo>
                  <a:lnTo>
                    <a:pt x="312806" y="13974"/>
                  </a:lnTo>
                  <a:lnTo>
                    <a:pt x="313831" y="14242"/>
                  </a:lnTo>
                  <a:lnTo>
                    <a:pt x="314851" y="14502"/>
                  </a:lnTo>
                  <a:lnTo>
                    <a:pt x="315879" y="14764"/>
                  </a:lnTo>
                  <a:lnTo>
                    <a:pt x="316921" y="15029"/>
                  </a:lnTo>
                  <a:lnTo>
                    <a:pt x="316921" y="16362"/>
                  </a:lnTo>
                  <a:lnTo>
                    <a:pt x="316921" y="17715"/>
                  </a:lnTo>
                  <a:lnTo>
                    <a:pt x="317984" y="17848"/>
                  </a:lnTo>
                  <a:lnTo>
                    <a:pt x="319049" y="17981"/>
                  </a:lnTo>
                  <a:lnTo>
                    <a:pt x="320114" y="18114"/>
                  </a:lnTo>
                  <a:lnTo>
                    <a:pt x="321182" y="18248"/>
                  </a:lnTo>
                  <a:lnTo>
                    <a:pt x="322252" y="18382"/>
                  </a:lnTo>
                  <a:lnTo>
                    <a:pt x="323325" y="18516"/>
                  </a:lnTo>
                  <a:lnTo>
                    <a:pt x="324402" y="18650"/>
                  </a:lnTo>
                  <a:lnTo>
                    <a:pt x="325484" y="18786"/>
                  </a:lnTo>
                  <a:lnTo>
                    <a:pt x="326571" y="18921"/>
                  </a:lnTo>
                  <a:lnTo>
                    <a:pt x="327664" y="19058"/>
                  </a:lnTo>
                  <a:lnTo>
                    <a:pt x="327664" y="20391"/>
                  </a:lnTo>
                  <a:lnTo>
                    <a:pt x="327664" y="21744"/>
                  </a:lnTo>
                  <a:lnTo>
                    <a:pt x="329108" y="21991"/>
                  </a:lnTo>
                  <a:lnTo>
                    <a:pt x="330575" y="22242"/>
                  </a:lnTo>
                  <a:lnTo>
                    <a:pt x="331620" y="22486"/>
                  </a:lnTo>
                  <a:lnTo>
                    <a:pt x="332645" y="22748"/>
                  </a:lnTo>
                  <a:lnTo>
                    <a:pt x="333653" y="23028"/>
                  </a:lnTo>
                  <a:lnTo>
                    <a:pt x="334648" y="23326"/>
                  </a:lnTo>
                  <a:lnTo>
                    <a:pt x="335633" y="23641"/>
                  </a:lnTo>
                  <a:lnTo>
                    <a:pt x="336611" y="23972"/>
                  </a:lnTo>
                  <a:lnTo>
                    <a:pt x="337585" y="24319"/>
                  </a:lnTo>
                  <a:lnTo>
                    <a:pt x="338559" y="24681"/>
                  </a:lnTo>
                  <a:lnTo>
                    <a:pt x="339536" y="25058"/>
                  </a:lnTo>
                  <a:lnTo>
                    <a:pt x="340519" y="25450"/>
                  </a:lnTo>
                  <a:lnTo>
                    <a:pt x="341512" y="25856"/>
                  </a:lnTo>
                  <a:lnTo>
                    <a:pt x="342700" y="26343"/>
                  </a:lnTo>
                  <a:lnTo>
                    <a:pt x="343895" y="26834"/>
                  </a:lnTo>
                  <a:lnTo>
                    <a:pt x="345105" y="27330"/>
                  </a:lnTo>
                  <a:lnTo>
                    <a:pt x="345777" y="27611"/>
                  </a:lnTo>
                  <a:lnTo>
                    <a:pt x="347807" y="28458"/>
                  </a:lnTo>
                  <a:lnTo>
                    <a:pt x="347807" y="29791"/>
                  </a:lnTo>
                  <a:lnTo>
                    <a:pt x="347807" y="31144"/>
                  </a:lnTo>
                  <a:lnTo>
                    <a:pt x="348942" y="31701"/>
                  </a:lnTo>
                  <a:lnTo>
                    <a:pt x="350094" y="32267"/>
                  </a:lnTo>
                  <a:lnTo>
                    <a:pt x="351052" y="32756"/>
                  </a:lnTo>
                  <a:lnTo>
                    <a:pt x="352006" y="33251"/>
                  </a:lnTo>
                  <a:lnTo>
                    <a:pt x="352957" y="33750"/>
                  </a:lnTo>
                  <a:lnTo>
                    <a:pt x="353906" y="34255"/>
                  </a:lnTo>
                  <a:lnTo>
                    <a:pt x="354851" y="34763"/>
                  </a:lnTo>
                  <a:lnTo>
                    <a:pt x="355795" y="35275"/>
                  </a:lnTo>
                  <a:lnTo>
                    <a:pt x="356737" y="35791"/>
                  </a:lnTo>
                  <a:lnTo>
                    <a:pt x="357678" y="36309"/>
                  </a:lnTo>
                  <a:lnTo>
                    <a:pt x="358618" y="36831"/>
                  </a:lnTo>
                  <a:lnTo>
                    <a:pt x="359557" y="37355"/>
                  </a:lnTo>
                  <a:lnTo>
                    <a:pt x="360631" y="37954"/>
                  </a:lnTo>
                  <a:lnTo>
                    <a:pt x="361713" y="38558"/>
                  </a:lnTo>
                  <a:lnTo>
                    <a:pt x="362810" y="39170"/>
                  </a:lnTo>
                  <a:lnTo>
                    <a:pt x="364027" y="39852"/>
                  </a:lnTo>
                  <a:lnTo>
                    <a:pt x="365264" y="40544"/>
                  </a:lnTo>
                  <a:lnTo>
                    <a:pt x="365264" y="41877"/>
                  </a:lnTo>
                  <a:lnTo>
                    <a:pt x="365264" y="43230"/>
                  </a:lnTo>
                  <a:lnTo>
                    <a:pt x="366262" y="43562"/>
                  </a:lnTo>
                  <a:lnTo>
                    <a:pt x="367264" y="43896"/>
                  </a:lnTo>
                  <a:lnTo>
                    <a:pt x="368273" y="44233"/>
                  </a:lnTo>
                  <a:lnTo>
                    <a:pt x="369293" y="44573"/>
                  </a:lnTo>
                  <a:lnTo>
                    <a:pt x="370413" y="45532"/>
                  </a:lnTo>
                  <a:lnTo>
                    <a:pt x="371183" y="46221"/>
                  </a:lnTo>
                  <a:lnTo>
                    <a:pt x="371795" y="46833"/>
                  </a:lnTo>
                  <a:lnTo>
                    <a:pt x="372444" y="47562"/>
                  </a:lnTo>
                  <a:lnTo>
                    <a:pt x="373322" y="48601"/>
                  </a:lnTo>
                  <a:lnTo>
                    <a:pt x="373322" y="49934"/>
                  </a:lnTo>
                  <a:lnTo>
                    <a:pt x="373322" y="51287"/>
                  </a:lnTo>
                  <a:lnTo>
                    <a:pt x="374655" y="51287"/>
                  </a:lnTo>
                  <a:lnTo>
                    <a:pt x="376008" y="51287"/>
                  </a:lnTo>
                  <a:lnTo>
                    <a:pt x="376008" y="52620"/>
                  </a:lnTo>
                  <a:lnTo>
                    <a:pt x="376008" y="53973"/>
                  </a:lnTo>
                  <a:lnTo>
                    <a:pt x="377197" y="54194"/>
                  </a:lnTo>
                  <a:lnTo>
                    <a:pt x="378405" y="54419"/>
                  </a:lnTo>
                  <a:lnTo>
                    <a:pt x="379414" y="54756"/>
                  </a:lnTo>
                  <a:lnTo>
                    <a:pt x="380399" y="55150"/>
                  </a:lnTo>
                  <a:lnTo>
                    <a:pt x="381360" y="55596"/>
                  </a:lnTo>
                  <a:lnTo>
                    <a:pt x="382298" y="56092"/>
                  </a:lnTo>
                  <a:lnTo>
                    <a:pt x="383214" y="56635"/>
                  </a:lnTo>
                  <a:lnTo>
                    <a:pt x="384108" y="57220"/>
                  </a:lnTo>
                  <a:lnTo>
                    <a:pt x="384981" y="57846"/>
                  </a:lnTo>
                  <a:lnTo>
                    <a:pt x="385835" y="58508"/>
                  </a:lnTo>
                  <a:lnTo>
                    <a:pt x="386670" y="59203"/>
                  </a:lnTo>
                  <a:lnTo>
                    <a:pt x="387486" y="59929"/>
                  </a:lnTo>
                  <a:lnTo>
                    <a:pt x="388286" y="60681"/>
                  </a:lnTo>
                  <a:lnTo>
                    <a:pt x="389069" y="61457"/>
                  </a:lnTo>
                  <a:lnTo>
                    <a:pt x="389837" y="62254"/>
                  </a:lnTo>
                  <a:lnTo>
                    <a:pt x="390589" y="63067"/>
                  </a:lnTo>
                  <a:lnTo>
                    <a:pt x="391328" y="63895"/>
                  </a:lnTo>
                  <a:lnTo>
                    <a:pt x="392054" y="64733"/>
                  </a:lnTo>
                  <a:lnTo>
                    <a:pt x="392768" y="65578"/>
                  </a:lnTo>
                  <a:lnTo>
                    <a:pt x="393470" y="66428"/>
                  </a:lnTo>
                  <a:lnTo>
                    <a:pt x="394162" y="67278"/>
                  </a:lnTo>
                  <a:lnTo>
                    <a:pt x="394845" y="68126"/>
                  </a:lnTo>
                  <a:lnTo>
                    <a:pt x="395518" y="68969"/>
                  </a:lnTo>
                  <a:lnTo>
                    <a:pt x="396183" y="69803"/>
                  </a:lnTo>
                  <a:lnTo>
                    <a:pt x="396842" y="70624"/>
                  </a:lnTo>
                  <a:lnTo>
                    <a:pt x="397494" y="71430"/>
                  </a:lnTo>
                  <a:lnTo>
                    <a:pt x="398826" y="72097"/>
                  </a:lnTo>
                  <a:lnTo>
                    <a:pt x="400179" y="72773"/>
                  </a:lnTo>
                  <a:lnTo>
                    <a:pt x="400179" y="74106"/>
                  </a:lnTo>
                  <a:lnTo>
                    <a:pt x="400179" y="75459"/>
                  </a:lnTo>
                  <a:lnTo>
                    <a:pt x="401512" y="75459"/>
                  </a:lnTo>
                  <a:lnTo>
                    <a:pt x="402865" y="75459"/>
                  </a:lnTo>
                  <a:lnTo>
                    <a:pt x="402865" y="76792"/>
                  </a:lnTo>
                  <a:lnTo>
                    <a:pt x="402865" y="78145"/>
                  </a:lnTo>
                  <a:lnTo>
                    <a:pt x="404198" y="78145"/>
                  </a:lnTo>
                  <a:lnTo>
                    <a:pt x="405551" y="78145"/>
                  </a:lnTo>
                  <a:lnTo>
                    <a:pt x="406094" y="79157"/>
                  </a:lnTo>
                  <a:lnTo>
                    <a:pt x="406638" y="80168"/>
                  </a:lnTo>
                  <a:lnTo>
                    <a:pt x="407181" y="81180"/>
                  </a:lnTo>
                  <a:lnTo>
                    <a:pt x="407724" y="82192"/>
                  </a:lnTo>
                  <a:lnTo>
                    <a:pt x="408267" y="83203"/>
                  </a:lnTo>
                  <a:lnTo>
                    <a:pt x="408811" y="84215"/>
                  </a:lnTo>
                  <a:lnTo>
                    <a:pt x="409354" y="85226"/>
                  </a:lnTo>
                  <a:lnTo>
                    <a:pt x="409946" y="86092"/>
                  </a:lnTo>
                  <a:lnTo>
                    <a:pt x="410445" y="86763"/>
                  </a:lnTo>
                  <a:lnTo>
                    <a:pt x="410947" y="87324"/>
                  </a:lnTo>
                  <a:lnTo>
                    <a:pt x="411551" y="87864"/>
                  </a:lnTo>
                  <a:lnTo>
                    <a:pt x="412354" y="88470"/>
                  </a:lnTo>
                  <a:lnTo>
                    <a:pt x="413455" y="89230"/>
                  </a:lnTo>
                  <a:lnTo>
                    <a:pt x="414951" y="90231"/>
                  </a:lnTo>
                  <a:lnTo>
                    <a:pt x="415294" y="91796"/>
                  </a:lnTo>
                  <a:lnTo>
                    <a:pt x="415548" y="92988"/>
                  </a:lnTo>
                  <a:lnTo>
                    <a:pt x="415736" y="93948"/>
                  </a:lnTo>
                  <a:lnTo>
                    <a:pt x="415880" y="94817"/>
                  </a:lnTo>
                  <a:lnTo>
                    <a:pt x="416006" y="95736"/>
                  </a:lnTo>
                  <a:lnTo>
                    <a:pt x="416136" y="96846"/>
                  </a:lnTo>
                  <a:lnTo>
                    <a:pt x="416294" y="98288"/>
                  </a:lnTo>
                  <a:lnTo>
                    <a:pt x="417627" y="98288"/>
                  </a:lnTo>
                  <a:lnTo>
                    <a:pt x="418980" y="98288"/>
                  </a:lnTo>
                  <a:lnTo>
                    <a:pt x="418980" y="99621"/>
                  </a:lnTo>
                  <a:lnTo>
                    <a:pt x="418980" y="100974"/>
                  </a:lnTo>
                  <a:lnTo>
                    <a:pt x="420311" y="100974"/>
                  </a:lnTo>
                  <a:lnTo>
                    <a:pt x="421651" y="100974"/>
                  </a:lnTo>
                  <a:lnTo>
                    <a:pt x="423008" y="100974"/>
                  </a:lnTo>
                  <a:lnTo>
                    <a:pt x="423315" y="101997"/>
                  </a:lnTo>
                  <a:lnTo>
                    <a:pt x="423622" y="103020"/>
                  </a:lnTo>
                  <a:lnTo>
                    <a:pt x="423929" y="104044"/>
                  </a:lnTo>
                  <a:lnTo>
                    <a:pt x="424237" y="105068"/>
                  </a:lnTo>
                  <a:lnTo>
                    <a:pt x="424545" y="106095"/>
                  </a:lnTo>
                  <a:lnTo>
                    <a:pt x="424853" y="107123"/>
                  </a:lnTo>
                  <a:lnTo>
                    <a:pt x="425162" y="108153"/>
                  </a:lnTo>
                  <a:lnTo>
                    <a:pt x="425472" y="109186"/>
                  </a:lnTo>
                  <a:lnTo>
                    <a:pt x="425783" y="110222"/>
                  </a:lnTo>
                  <a:lnTo>
                    <a:pt x="426095" y="111262"/>
                  </a:lnTo>
                  <a:lnTo>
                    <a:pt x="426408" y="112304"/>
                  </a:lnTo>
                  <a:lnTo>
                    <a:pt x="426722" y="113351"/>
                  </a:lnTo>
                  <a:lnTo>
                    <a:pt x="427037" y="114403"/>
                  </a:lnTo>
                  <a:lnTo>
                    <a:pt x="428370" y="114403"/>
                  </a:lnTo>
                  <a:lnTo>
                    <a:pt x="429723" y="114403"/>
                  </a:lnTo>
                  <a:lnTo>
                    <a:pt x="429913" y="115542"/>
                  </a:lnTo>
                  <a:lnTo>
                    <a:pt x="430103" y="116684"/>
                  </a:lnTo>
                  <a:lnTo>
                    <a:pt x="430294" y="117828"/>
                  </a:lnTo>
                  <a:lnTo>
                    <a:pt x="430485" y="118976"/>
                  </a:lnTo>
                  <a:lnTo>
                    <a:pt x="430677" y="120130"/>
                  </a:lnTo>
                  <a:lnTo>
                    <a:pt x="430871" y="121291"/>
                  </a:lnTo>
                  <a:lnTo>
                    <a:pt x="431066" y="122460"/>
                  </a:lnTo>
                  <a:lnTo>
                    <a:pt x="432399" y="122460"/>
                  </a:lnTo>
                  <a:lnTo>
                    <a:pt x="433751" y="122460"/>
                  </a:lnTo>
                  <a:lnTo>
                    <a:pt x="434142" y="123678"/>
                  </a:lnTo>
                  <a:lnTo>
                    <a:pt x="434538" y="124915"/>
                  </a:lnTo>
                  <a:lnTo>
                    <a:pt x="434888" y="125989"/>
                  </a:lnTo>
                  <a:lnTo>
                    <a:pt x="435241" y="127071"/>
                  </a:lnTo>
                  <a:lnTo>
                    <a:pt x="435598" y="128167"/>
                  </a:lnTo>
                  <a:lnTo>
                    <a:pt x="435751" y="128639"/>
                  </a:lnTo>
                  <a:lnTo>
                    <a:pt x="436020" y="129471"/>
                  </a:lnTo>
                  <a:lnTo>
                    <a:pt x="436636" y="131378"/>
                  </a:lnTo>
                  <a:lnTo>
                    <a:pt x="437005" y="132365"/>
                  </a:lnTo>
                  <a:lnTo>
                    <a:pt x="437391" y="133335"/>
                  </a:lnTo>
                  <a:lnTo>
                    <a:pt x="437792" y="134291"/>
                  </a:lnTo>
                  <a:lnTo>
                    <a:pt x="438208" y="135236"/>
                  </a:lnTo>
                  <a:lnTo>
                    <a:pt x="438637" y="136174"/>
                  </a:lnTo>
                  <a:lnTo>
                    <a:pt x="439079" y="137108"/>
                  </a:lnTo>
                  <a:lnTo>
                    <a:pt x="439531" y="138041"/>
                  </a:lnTo>
                  <a:lnTo>
                    <a:pt x="439994" y="138976"/>
                  </a:lnTo>
                  <a:lnTo>
                    <a:pt x="440466" y="139917"/>
                  </a:lnTo>
                  <a:lnTo>
                    <a:pt x="440778" y="141014"/>
                  </a:lnTo>
                  <a:lnTo>
                    <a:pt x="441090" y="142111"/>
                  </a:lnTo>
                  <a:lnTo>
                    <a:pt x="441399" y="143208"/>
                  </a:lnTo>
                  <a:lnTo>
                    <a:pt x="441706" y="144306"/>
                  </a:lnTo>
                  <a:lnTo>
                    <a:pt x="442008" y="145405"/>
                  </a:lnTo>
                  <a:lnTo>
                    <a:pt x="442307" y="146506"/>
                  </a:lnTo>
                  <a:lnTo>
                    <a:pt x="442644" y="147593"/>
                  </a:lnTo>
                  <a:lnTo>
                    <a:pt x="442997" y="148672"/>
                  </a:lnTo>
                  <a:lnTo>
                    <a:pt x="443364" y="149744"/>
                  </a:lnTo>
                  <a:lnTo>
                    <a:pt x="443743" y="150811"/>
                  </a:lnTo>
                  <a:lnTo>
                    <a:pt x="444132" y="151874"/>
                  </a:lnTo>
                  <a:lnTo>
                    <a:pt x="444530" y="152934"/>
                  </a:lnTo>
                  <a:lnTo>
                    <a:pt x="444934" y="153993"/>
                  </a:lnTo>
                  <a:lnTo>
                    <a:pt x="445343" y="155053"/>
                  </a:lnTo>
                  <a:lnTo>
                    <a:pt x="445754" y="156115"/>
                  </a:lnTo>
                  <a:lnTo>
                    <a:pt x="446120" y="157128"/>
                  </a:lnTo>
                  <a:lnTo>
                    <a:pt x="446475" y="158142"/>
                  </a:lnTo>
                  <a:lnTo>
                    <a:pt x="446819" y="159156"/>
                  </a:lnTo>
                  <a:lnTo>
                    <a:pt x="447153" y="160171"/>
                  </a:lnTo>
                  <a:lnTo>
                    <a:pt x="447477" y="161187"/>
                  </a:lnTo>
                  <a:lnTo>
                    <a:pt x="447791" y="162204"/>
                  </a:lnTo>
                  <a:lnTo>
                    <a:pt x="448095" y="163221"/>
                  </a:lnTo>
                  <a:lnTo>
                    <a:pt x="448389" y="164240"/>
                  </a:lnTo>
                  <a:lnTo>
                    <a:pt x="448673" y="165258"/>
                  </a:lnTo>
                  <a:lnTo>
                    <a:pt x="448948" y="166278"/>
                  </a:lnTo>
                  <a:lnTo>
                    <a:pt x="449214" y="167299"/>
                  </a:lnTo>
                  <a:lnTo>
                    <a:pt x="449470" y="168320"/>
                  </a:lnTo>
                  <a:lnTo>
                    <a:pt x="449718" y="169342"/>
                  </a:lnTo>
                  <a:lnTo>
                    <a:pt x="449956" y="170365"/>
                  </a:lnTo>
                  <a:lnTo>
                    <a:pt x="450186" y="171388"/>
                  </a:lnTo>
                  <a:lnTo>
                    <a:pt x="450407" y="172413"/>
                  </a:lnTo>
                  <a:lnTo>
                    <a:pt x="450620" y="173438"/>
                  </a:lnTo>
                  <a:lnTo>
                    <a:pt x="450825" y="174464"/>
                  </a:lnTo>
                  <a:lnTo>
                    <a:pt x="451022" y="175491"/>
                  </a:lnTo>
                  <a:lnTo>
                    <a:pt x="451211" y="176519"/>
                  </a:lnTo>
                  <a:lnTo>
                    <a:pt x="451392" y="177547"/>
                  </a:lnTo>
                  <a:lnTo>
                    <a:pt x="451565" y="178577"/>
                  </a:lnTo>
                  <a:lnTo>
                    <a:pt x="451731" y="179607"/>
                  </a:lnTo>
                  <a:lnTo>
                    <a:pt x="451890" y="180638"/>
                  </a:lnTo>
                  <a:lnTo>
                    <a:pt x="452041" y="181670"/>
                  </a:lnTo>
                  <a:lnTo>
                    <a:pt x="452186" y="182703"/>
                  </a:lnTo>
                  <a:lnTo>
                    <a:pt x="452324" y="183736"/>
                  </a:lnTo>
                  <a:lnTo>
                    <a:pt x="452455" y="184771"/>
                  </a:lnTo>
                  <a:lnTo>
                    <a:pt x="452580" y="185806"/>
                  </a:lnTo>
                  <a:lnTo>
                    <a:pt x="452698" y="186842"/>
                  </a:lnTo>
                  <a:lnTo>
                    <a:pt x="452810" y="187879"/>
                  </a:lnTo>
                  <a:lnTo>
                    <a:pt x="452916" y="188917"/>
                  </a:lnTo>
                  <a:lnTo>
                    <a:pt x="453016" y="189956"/>
                  </a:lnTo>
                  <a:lnTo>
                    <a:pt x="453111" y="190996"/>
                  </a:lnTo>
                  <a:lnTo>
                    <a:pt x="453199" y="192037"/>
                  </a:lnTo>
                  <a:lnTo>
                    <a:pt x="453283" y="193078"/>
                  </a:lnTo>
                  <a:lnTo>
                    <a:pt x="453361" y="194121"/>
                  </a:lnTo>
                  <a:lnTo>
                    <a:pt x="453434" y="195164"/>
                  </a:lnTo>
                  <a:lnTo>
                    <a:pt x="453502" y="196208"/>
                  </a:lnTo>
                  <a:lnTo>
                    <a:pt x="453566" y="197253"/>
                  </a:lnTo>
                  <a:lnTo>
                    <a:pt x="453624" y="198300"/>
                  </a:lnTo>
                  <a:lnTo>
                    <a:pt x="453679" y="199347"/>
                  </a:lnTo>
                  <a:lnTo>
                    <a:pt x="453729" y="200395"/>
                  </a:lnTo>
                  <a:lnTo>
                    <a:pt x="453774" y="201443"/>
                  </a:lnTo>
                  <a:lnTo>
                    <a:pt x="453816" y="202493"/>
                  </a:lnTo>
                  <a:lnTo>
                    <a:pt x="453854" y="203544"/>
                  </a:lnTo>
                  <a:lnTo>
                    <a:pt x="453888" y="204596"/>
                  </a:lnTo>
                  <a:lnTo>
                    <a:pt x="453919" y="205649"/>
                  </a:lnTo>
                  <a:lnTo>
                    <a:pt x="453946" y="206702"/>
                  </a:lnTo>
                  <a:lnTo>
                    <a:pt x="453970" y="207757"/>
                  </a:lnTo>
                  <a:lnTo>
                    <a:pt x="453991" y="208813"/>
                  </a:lnTo>
                  <a:lnTo>
                    <a:pt x="454009" y="209869"/>
                  </a:lnTo>
                  <a:lnTo>
                    <a:pt x="454024" y="210927"/>
                  </a:lnTo>
                  <a:lnTo>
                    <a:pt x="454037" y="211986"/>
                  </a:lnTo>
                  <a:lnTo>
                    <a:pt x="454047" y="213045"/>
                  </a:lnTo>
                  <a:lnTo>
                    <a:pt x="454055" y="214106"/>
                  </a:lnTo>
                  <a:lnTo>
                    <a:pt x="454061" y="215167"/>
                  </a:lnTo>
                  <a:lnTo>
                    <a:pt x="454064" y="216230"/>
                  </a:lnTo>
                  <a:lnTo>
                    <a:pt x="454066" y="217293"/>
                  </a:lnTo>
                  <a:lnTo>
                    <a:pt x="454066" y="218358"/>
                  </a:lnTo>
                  <a:lnTo>
                    <a:pt x="454065" y="219424"/>
                  </a:lnTo>
                  <a:lnTo>
                    <a:pt x="454063" y="220490"/>
                  </a:lnTo>
                  <a:lnTo>
                    <a:pt x="454067" y="221764"/>
                  </a:lnTo>
                  <a:lnTo>
                    <a:pt x="454071" y="223042"/>
                  </a:lnTo>
                  <a:lnTo>
                    <a:pt x="454075" y="224329"/>
                  </a:lnTo>
                  <a:lnTo>
                    <a:pt x="454079" y="225631"/>
                  </a:lnTo>
                  <a:lnTo>
                    <a:pt x="454077" y="226710"/>
                  </a:lnTo>
                  <a:lnTo>
                    <a:pt x="454072" y="227786"/>
                  </a:lnTo>
                  <a:lnTo>
                    <a:pt x="454065" y="228857"/>
                  </a:lnTo>
                  <a:lnTo>
                    <a:pt x="454055" y="229923"/>
                  </a:lnTo>
                  <a:lnTo>
                    <a:pt x="454043" y="230986"/>
                  </a:lnTo>
                  <a:lnTo>
                    <a:pt x="454027" y="232046"/>
                  </a:lnTo>
                  <a:lnTo>
                    <a:pt x="454008" y="233101"/>
                  </a:lnTo>
                  <a:lnTo>
                    <a:pt x="453985" y="234153"/>
                  </a:lnTo>
                  <a:lnTo>
                    <a:pt x="453958" y="235202"/>
                  </a:lnTo>
                  <a:lnTo>
                    <a:pt x="453927" y="236248"/>
                  </a:lnTo>
                  <a:lnTo>
                    <a:pt x="453893" y="237291"/>
                  </a:lnTo>
                  <a:lnTo>
                    <a:pt x="453853" y="238331"/>
                  </a:lnTo>
                  <a:lnTo>
                    <a:pt x="453809" y="239368"/>
                  </a:lnTo>
                  <a:lnTo>
                    <a:pt x="453760" y="240402"/>
                  </a:lnTo>
                  <a:lnTo>
                    <a:pt x="453706" y="241434"/>
                  </a:lnTo>
                  <a:lnTo>
                    <a:pt x="453646" y="242464"/>
                  </a:lnTo>
                  <a:lnTo>
                    <a:pt x="453581" y="243492"/>
                  </a:lnTo>
                  <a:lnTo>
                    <a:pt x="453510" y="244517"/>
                  </a:lnTo>
                  <a:lnTo>
                    <a:pt x="453433" y="245541"/>
                  </a:lnTo>
                  <a:lnTo>
                    <a:pt x="453349" y="246563"/>
                  </a:lnTo>
                  <a:lnTo>
                    <a:pt x="453260" y="247583"/>
                  </a:lnTo>
                  <a:lnTo>
                    <a:pt x="453163" y="248602"/>
                  </a:lnTo>
                  <a:lnTo>
                    <a:pt x="453060" y="249620"/>
                  </a:lnTo>
                  <a:lnTo>
                    <a:pt x="452949" y="250637"/>
                  </a:lnTo>
                  <a:lnTo>
                    <a:pt x="452832" y="251652"/>
                  </a:lnTo>
                  <a:lnTo>
                    <a:pt x="452706" y="252667"/>
                  </a:lnTo>
                  <a:lnTo>
                    <a:pt x="452573" y="253681"/>
                  </a:lnTo>
                  <a:lnTo>
                    <a:pt x="452432" y="254695"/>
                  </a:lnTo>
                  <a:lnTo>
                    <a:pt x="452282" y="255708"/>
                  </a:lnTo>
                  <a:lnTo>
                    <a:pt x="452125" y="256721"/>
                  </a:lnTo>
                  <a:lnTo>
                    <a:pt x="451958" y="257733"/>
                  </a:lnTo>
                  <a:lnTo>
                    <a:pt x="451783" y="258746"/>
                  </a:lnTo>
                  <a:lnTo>
                    <a:pt x="451598" y="259759"/>
                  </a:lnTo>
                  <a:lnTo>
                    <a:pt x="451404" y="260772"/>
                  </a:lnTo>
                  <a:lnTo>
                    <a:pt x="451201" y="261786"/>
                  </a:lnTo>
                  <a:lnTo>
                    <a:pt x="450988" y="262800"/>
                  </a:lnTo>
                  <a:lnTo>
                    <a:pt x="450764" y="263815"/>
                  </a:lnTo>
                  <a:lnTo>
                    <a:pt x="450531" y="264831"/>
                  </a:lnTo>
                  <a:lnTo>
                    <a:pt x="450287" y="265848"/>
                  </a:lnTo>
                  <a:lnTo>
                    <a:pt x="450033" y="266866"/>
                  </a:lnTo>
                  <a:lnTo>
                    <a:pt x="449767" y="267885"/>
                  </a:lnTo>
                  <a:lnTo>
                    <a:pt x="449491" y="268906"/>
                  </a:lnTo>
                  <a:lnTo>
                    <a:pt x="449203" y="269929"/>
                  </a:lnTo>
                  <a:lnTo>
                    <a:pt x="448904" y="270953"/>
                  </a:lnTo>
                  <a:lnTo>
                    <a:pt x="448593" y="271979"/>
                  </a:lnTo>
                  <a:lnTo>
                    <a:pt x="448270" y="273007"/>
                  </a:lnTo>
                  <a:lnTo>
                    <a:pt x="447935" y="274038"/>
                  </a:lnTo>
                  <a:lnTo>
                    <a:pt x="447576" y="275164"/>
                  </a:lnTo>
                  <a:lnTo>
                    <a:pt x="447217" y="276289"/>
                  </a:lnTo>
                  <a:lnTo>
                    <a:pt x="446858" y="277415"/>
                  </a:lnTo>
                  <a:lnTo>
                    <a:pt x="446499" y="278540"/>
                  </a:lnTo>
                  <a:lnTo>
                    <a:pt x="446140" y="279665"/>
                  </a:lnTo>
                  <a:lnTo>
                    <a:pt x="445782" y="280791"/>
                  </a:lnTo>
                  <a:lnTo>
                    <a:pt x="445422" y="281917"/>
                  </a:lnTo>
                  <a:lnTo>
                    <a:pt x="445030" y="283129"/>
                  </a:lnTo>
                  <a:lnTo>
                    <a:pt x="444634" y="284350"/>
                  </a:lnTo>
                  <a:lnTo>
                    <a:pt x="444233" y="285588"/>
                  </a:lnTo>
                  <a:lnTo>
                    <a:pt x="443897" y="286648"/>
                  </a:lnTo>
                  <a:lnTo>
                    <a:pt x="443567" y="287710"/>
                  </a:lnTo>
                  <a:lnTo>
                    <a:pt x="443241" y="288772"/>
                  </a:lnTo>
                  <a:lnTo>
                    <a:pt x="442919" y="289835"/>
                  </a:lnTo>
                  <a:lnTo>
                    <a:pt x="442602" y="290900"/>
                  </a:lnTo>
                  <a:lnTo>
                    <a:pt x="442288" y="291965"/>
                  </a:lnTo>
                  <a:lnTo>
                    <a:pt x="441977" y="293031"/>
                  </a:lnTo>
                  <a:lnTo>
                    <a:pt x="441670" y="294098"/>
                  </a:lnTo>
                  <a:lnTo>
                    <a:pt x="441366" y="295167"/>
                  </a:lnTo>
                  <a:lnTo>
                    <a:pt x="441064" y="296236"/>
                  </a:lnTo>
                  <a:lnTo>
                    <a:pt x="440764" y="297306"/>
                  </a:lnTo>
                  <a:lnTo>
                    <a:pt x="440466" y="298378"/>
                  </a:lnTo>
                  <a:lnTo>
                    <a:pt x="439133" y="298378"/>
                  </a:lnTo>
                  <a:lnTo>
                    <a:pt x="437780" y="298378"/>
                  </a:lnTo>
                  <a:lnTo>
                    <a:pt x="437546" y="299797"/>
                  </a:lnTo>
                  <a:lnTo>
                    <a:pt x="437307" y="301237"/>
                  </a:lnTo>
                  <a:lnTo>
                    <a:pt x="437074" y="302234"/>
                  </a:lnTo>
                  <a:lnTo>
                    <a:pt x="436824" y="303232"/>
                  </a:lnTo>
                  <a:lnTo>
                    <a:pt x="436558" y="304230"/>
                  </a:lnTo>
                  <a:lnTo>
                    <a:pt x="436277" y="305229"/>
                  </a:lnTo>
                  <a:lnTo>
                    <a:pt x="435980" y="306227"/>
                  </a:lnTo>
                  <a:lnTo>
                    <a:pt x="435669" y="307225"/>
                  </a:lnTo>
                  <a:lnTo>
                    <a:pt x="435345" y="308222"/>
                  </a:lnTo>
                  <a:lnTo>
                    <a:pt x="435006" y="309218"/>
                  </a:lnTo>
                  <a:lnTo>
                    <a:pt x="434655" y="310212"/>
                  </a:lnTo>
                  <a:lnTo>
                    <a:pt x="434292" y="311205"/>
                  </a:lnTo>
                  <a:lnTo>
                    <a:pt x="433916" y="312195"/>
                  </a:lnTo>
                  <a:lnTo>
                    <a:pt x="433529" y="313183"/>
                  </a:lnTo>
                  <a:lnTo>
                    <a:pt x="433131" y="314168"/>
                  </a:lnTo>
                  <a:lnTo>
                    <a:pt x="432723" y="315150"/>
                  </a:lnTo>
                  <a:lnTo>
                    <a:pt x="432305" y="316128"/>
                  </a:lnTo>
                  <a:lnTo>
                    <a:pt x="431877" y="317102"/>
                  </a:lnTo>
                  <a:lnTo>
                    <a:pt x="431441" y="318072"/>
                  </a:lnTo>
                  <a:lnTo>
                    <a:pt x="430996" y="319038"/>
                  </a:lnTo>
                  <a:lnTo>
                    <a:pt x="430543" y="319998"/>
                  </a:lnTo>
                  <a:lnTo>
                    <a:pt x="430083" y="320954"/>
                  </a:lnTo>
                  <a:lnTo>
                    <a:pt x="429616" y="321904"/>
                  </a:lnTo>
                  <a:lnTo>
                    <a:pt x="429143" y="322848"/>
                  </a:lnTo>
                  <a:lnTo>
                    <a:pt x="428664" y="323786"/>
                  </a:lnTo>
                  <a:lnTo>
                    <a:pt x="428179" y="324717"/>
                  </a:lnTo>
                  <a:lnTo>
                    <a:pt x="427690" y="325642"/>
                  </a:lnTo>
                  <a:lnTo>
                    <a:pt x="427196" y="326559"/>
                  </a:lnTo>
                  <a:lnTo>
                    <a:pt x="426699" y="327469"/>
                  </a:lnTo>
                  <a:lnTo>
                    <a:pt x="426198" y="328370"/>
                  </a:lnTo>
                  <a:lnTo>
                    <a:pt x="425694" y="329264"/>
                  </a:lnTo>
                  <a:lnTo>
                    <a:pt x="424361" y="329930"/>
                  </a:lnTo>
                  <a:lnTo>
                    <a:pt x="423008" y="330607"/>
                  </a:lnTo>
                  <a:lnTo>
                    <a:pt x="422483" y="331603"/>
                  </a:lnTo>
                  <a:lnTo>
                    <a:pt x="421964" y="332602"/>
                  </a:lnTo>
                  <a:lnTo>
                    <a:pt x="421451" y="333605"/>
                  </a:lnTo>
                  <a:lnTo>
                    <a:pt x="420944" y="334610"/>
                  </a:lnTo>
                  <a:lnTo>
                    <a:pt x="420443" y="335619"/>
                  </a:lnTo>
                  <a:lnTo>
                    <a:pt x="419948" y="336631"/>
                  </a:lnTo>
                  <a:lnTo>
                    <a:pt x="419461" y="337646"/>
                  </a:lnTo>
                  <a:lnTo>
                    <a:pt x="418980" y="338664"/>
                  </a:lnTo>
                  <a:lnTo>
                    <a:pt x="417647" y="338664"/>
                  </a:lnTo>
                  <a:lnTo>
                    <a:pt x="416294" y="338664"/>
                  </a:lnTo>
                  <a:lnTo>
                    <a:pt x="416072" y="339772"/>
                  </a:lnTo>
                  <a:lnTo>
                    <a:pt x="415850" y="340882"/>
                  </a:lnTo>
                  <a:lnTo>
                    <a:pt x="415628" y="341996"/>
                  </a:lnTo>
                  <a:lnTo>
                    <a:pt x="415404" y="343116"/>
                  </a:lnTo>
                  <a:lnTo>
                    <a:pt x="415178" y="344242"/>
                  </a:lnTo>
                  <a:lnTo>
                    <a:pt x="414951" y="345379"/>
                  </a:lnTo>
                  <a:lnTo>
                    <a:pt x="413618" y="345379"/>
                  </a:lnTo>
                  <a:lnTo>
                    <a:pt x="412265" y="345379"/>
                  </a:lnTo>
                  <a:lnTo>
                    <a:pt x="411766" y="346794"/>
                  </a:lnTo>
                  <a:lnTo>
                    <a:pt x="411258" y="348232"/>
                  </a:lnTo>
                  <a:lnTo>
                    <a:pt x="410811" y="349233"/>
                  </a:lnTo>
                  <a:lnTo>
                    <a:pt x="410350" y="350212"/>
                  </a:lnTo>
                  <a:lnTo>
                    <a:pt x="409874" y="351170"/>
                  </a:lnTo>
                  <a:lnTo>
                    <a:pt x="409384" y="352111"/>
                  </a:lnTo>
                  <a:lnTo>
                    <a:pt x="408878" y="353035"/>
                  </a:lnTo>
                  <a:lnTo>
                    <a:pt x="408356" y="353947"/>
                  </a:lnTo>
                  <a:lnTo>
                    <a:pt x="407817" y="354847"/>
                  </a:lnTo>
                  <a:lnTo>
                    <a:pt x="407262" y="355739"/>
                  </a:lnTo>
                  <a:lnTo>
                    <a:pt x="406689" y="356625"/>
                  </a:lnTo>
                  <a:lnTo>
                    <a:pt x="406097" y="357506"/>
                  </a:lnTo>
                  <a:lnTo>
                    <a:pt x="405487" y="358386"/>
                  </a:lnTo>
                  <a:lnTo>
                    <a:pt x="404857" y="359267"/>
                  </a:lnTo>
                  <a:lnTo>
                    <a:pt x="404208" y="360150"/>
                  </a:lnTo>
                  <a:lnTo>
                    <a:pt x="402875" y="360150"/>
                  </a:lnTo>
                  <a:lnTo>
                    <a:pt x="401522" y="360150"/>
                  </a:lnTo>
                  <a:lnTo>
                    <a:pt x="401190" y="361148"/>
                  </a:lnTo>
                  <a:lnTo>
                    <a:pt x="400856" y="362150"/>
                  </a:lnTo>
                  <a:lnTo>
                    <a:pt x="400520" y="363159"/>
                  </a:lnTo>
                  <a:lnTo>
                    <a:pt x="400179" y="364179"/>
                  </a:lnTo>
                  <a:lnTo>
                    <a:pt x="398847" y="364179"/>
                  </a:lnTo>
                  <a:lnTo>
                    <a:pt x="397494" y="364179"/>
                  </a:lnTo>
                  <a:lnTo>
                    <a:pt x="397494" y="365512"/>
                  </a:lnTo>
                  <a:lnTo>
                    <a:pt x="397494" y="366865"/>
                  </a:lnTo>
                  <a:lnTo>
                    <a:pt x="396161" y="366865"/>
                  </a:lnTo>
                  <a:lnTo>
                    <a:pt x="394808" y="366865"/>
                  </a:lnTo>
                  <a:lnTo>
                    <a:pt x="394475" y="367862"/>
                  </a:lnTo>
                  <a:lnTo>
                    <a:pt x="394141" y="368864"/>
                  </a:lnTo>
                  <a:lnTo>
                    <a:pt x="393805" y="369873"/>
                  </a:lnTo>
                  <a:lnTo>
                    <a:pt x="393465" y="370893"/>
                  </a:lnTo>
                  <a:lnTo>
                    <a:pt x="392132" y="370893"/>
                  </a:lnTo>
                  <a:lnTo>
                    <a:pt x="390779" y="370893"/>
                  </a:lnTo>
                  <a:lnTo>
                    <a:pt x="390779" y="372226"/>
                  </a:lnTo>
                  <a:lnTo>
                    <a:pt x="390779" y="373579"/>
                  </a:lnTo>
                  <a:lnTo>
                    <a:pt x="389872" y="374468"/>
                  </a:lnTo>
                  <a:lnTo>
                    <a:pt x="389195" y="375109"/>
                  </a:lnTo>
                  <a:lnTo>
                    <a:pt x="388544" y="375683"/>
                  </a:lnTo>
                  <a:lnTo>
                    <a:pt x="387714" y="376371"/>
                  </a:lnTo>
                  <a:lnTo>
                    <a:pt x="386498" y="377355"/>
                  </a:lnTo>
                  <a:lnTo>
                    <a:pt x="385646" y="378062"/>
                  </a:lnTo>
                  <a:lnTo>
                    <a:pt x="384804" y="378771"/>
                  </a:lnTo>
                  <a:lnTo>
                    <a:pt x="383970" y="379484"/>
                  </a:lnTo>
                  <a:lnTo>
                    <a:pt x="383145" y="380202"/>
                  </a:lnTo>
                  <a:lnTo>
                    <a:pt x="382329" y="380926"/>
                  </a:lnTo>
                  <a:lnTo>
                    <a:pt x="381522" y="381659"/>
                  </a:lnTo>
                  <a:lnTo>
                    <a:pt x="380722" y="382401"/>
                  </a:lnTo>
                  <a:lnTo>
                    <a:pt x="379931" y="383155"/>
                  </a:lnTo>
                  <a:lnTo>
                    <a:pt x="379148" y="383921"/>
                  </a:lnTo>
                  <a:lnTo>
                    <a:pt x="378372" y="384701"/>
                  </a:lnTo>
                  <a:lnTo>
                    <a:pt x="377603" y="385497"/>
                  </a:lnTo>
                  <a:lnTo>
                    <a:pt x="376353" y="386699"/>
                  </a:lnTo>
                  <a:lnTo>
                    <a:pt x="375436" y="387505"/>
                  </a:lnTo>
                  <a:lnTo>
                    <a:pt x="374696" y="387994"/>
                  </a:lnTo>
                  <a:lnTo>
                    <a:pt x="373978" y="388245"/>
                  </a:lnTo>
                  <a:lnTo>
                    <a:pt x="373124" y="388338"/>
                  </a:lnTo>
                  <a:lnTo>
                    <a:pt x="371979" y="388351"/>
                  </a:lnTo>
                  <a:lnTo>
                    <a:pt x="371979" y="389684"/>
                  </a:lnTo>
                  <a:lnTo>
                    <a:pt x="371979" y="391037"/>
                  </a:lnTo>
                  <a:lnTo>
                    <a:pt x="370380" y="392128"/>
                  </a:lnTo>
                  <a:lnTo>
                    <a:pt x="369077" y="393003"/>
                  </a:lnTo>
                  <a:lnTo>
                    <a:pt x="368015" y="393683"/>
                  </a:lnTo>
                  <a:lnTo>
                    <a:pt x="367138" y="394195"/>
                  </a:lnTo>
                  <a:lnTo>
                    <a:pt x="366387" y="394562"/>
                  </a:lnTo>
                  <a:lnTo>
                    <a:pt x="365709" y="394807"/>
                  </a:lnTo>
                  <a:lnTo>
                    <a:pt x="365045" y="394956"/>
                  </a:lnTo>
                  <a:lnTo>
                    <a:pt x="364339" y="395033"/>
                  </a:lnTo>
                  <a:lnTo>
                    <a:pt x="363536" y="395061"/>
                  </a:lnTo>
                  <a:lnTo>
                    <a:pt x="362579" y="395065"/>
                  </a:lnTo>
                  <a:lnTo>
                    <a:pt x="362579" y="396396"/>
                  </a:lnTo>
                  <a:lnTo>
                    <a:pt x="362579" y="397736"/>
                  </a:lnTo>
                  <a:lnTo>
                    <a:pt x="362579" y="399094"/>
                  </a:lnTo>
                  <a:lnTo>
                    <a:pt x="361564" y="399826"/>
                  </a:lnTo>
                  <a:lnTo>
                    <a:pt x="360620" y="400479"/>
                  </a:lnTo>
                  <a:lnTo>
                    <a:pt x="359727" y="401054"/>
                  </a:lnTo>
                  <a:lnTo>
                    <a:pt x="358862" y="401555"/>
                  </a:lnTo>
                  <a:lnTo>
                    <a:pt x="358005" y="401983"/>
                  </a:lnTo>
                  <a:lnTo>
                    <a:pt x="357135" y="402339"/>
                  </a:lnTo>
                  <a:lnTo>
                    <a:pt x="356230" y="402626"/>
                  </a:lnTo>
                  <a:lnTo>
                    <a:pt x="355268" y="402846"/>
                  </a:lnTo>
                  <a:lnTo>
                    <a:pt x="354230" y="403001"/>
                  </a:lnTo>
                  <a:lnTo>
                    <a:pt x="353093" y="403093"/>
                  </a:lnTo>
                  <a:lnTo>
                    <a:pt x="351836" y="403123"/>
                  </a:lnTo>
                  <a:lnTo>
                    <a:pt x="351836" y="404455"/>
                  </a:lnTo>
                  <a:lnTo>
                    <a:pt x="351836" y="405808"/>
                  </a:lnTo>
                  <a:lnTo>
                    <a:pt x="350696" y="405998"/>
                  </a:lnTo>
                  <a:lnTo>
                    <a:pt x="349555" y="406188"/>
                  </a:lnTo>
                  <a:lnTo>
                    <a:pt x="348411" y="406379"/>
                  </a:lnTo>
                  <a:lnTo>
                    <a:pt x="347262" y="406571"/>
                  </a:lnTo>
                  <a:lnTo>
                    <a:pt x="346109" y="406763"/>
                  </a:lnTo>
                  <a:lnTo>
                    <a:pt x="344948" y="406956"/>
                  </a:lnTo>
                  <a:lnTo>
                    <a:pt x="343778" y="407151"/>
                  </a:lnTo>
                  <a:lnTo>
                    <a:pt x="343778" y="408484"/>
                  </a:lnTo>
                  <a:lnTo>
                    <a:pt x="343778" y="409837"/>
                  </a:lnTo>
                  <a:lnTo>
                    <a:pt x="342447" y="409837"/>
                  </a:lnTo>
                  <a:lnTo>
                    <a:pt x="341107" y="409837"/>
                  </a:lnTo>
                  <a:lnTo>
                    <a:pt x="339750" y="409837"/>
                  </a:lnTo>
                  <a:lnTo>
                    <a:pt x="339750" y="411170"/>
                  </a:lnTo>
                  <a:lnTo>
                    <a:pt x="339750" y="412523"/>
                  </a:lnTo>
                  <a:lnTo>
                    <a:pt x="338852" y="413096"/>
                  </a:lnTo>
                  <a:lnTo>
                    <a:pt x="337948" y="413650"/>
                  </a:lnTo>
                  <a:lnTo>
                    <a:pt x="337037" y="414186"/>
                  </a:lnTo>
                  <a:lnTo>
                    <a:pt x="336121" y="414705"/>
                  </a:lnTo>
                  <a:lnTo>
                    <a:pt x="335198" y="415208"/>
                  </a:lnTo>
                  <a:lnTo>
                    <a:pt x="334269" y="415693"/>
                  </a:lnTo>
                  <a:lnTo>
                    <a:pt x="333335" y="416163"/>
                  </a:lnTo>
                  <a:lnTo>
                    <a:pt x="332395" y="416618"/>
                  </a:lnTo>
                  <a:lnTo>
                    <a:pt x="331449" y="417058"/>
                  </a:lnTo>
                  <a:lnTo>
                    <a:pt x="330498" y="417484"/>
                  </a:lnTo>
                  <a:lnTo>
                    <a:pt x="329542" y="417896"/>
                  </a:lnTo>
                  <a:lnTo>
                    <a:pt x="328581" y="418295"/>
                  </a:lnTo>
                  <a:lnTo>
                    <a:pt x="327615" y="418682"/>
                  </a:lnTo>
                  <a:lnTo>
                    <a:pt x="326644" y="419056"/>
                  </a:lnTo>
                  <a:lnTo>
                    <a:pt x="325669" y="419419"/>
                  </a:lnTo>
                  <a:lnTo>
                    <a:pt x="324690" y="419771"/>
                  </a:lnTo>
                  <a:lnTo>
                    <a:pt x="323706" y="420113"/>
                  </a:lnTo>
                  <a:lnTo>
                    <a:pt x="322718" y="420445"/>
                  </a:lnTo>
                  <a:lnTo>
                    <a:pt x="321727" y="420768"/>
                  </a:lnTo>
                  <a:lnTo>
                    <a:pt x="320731" y="421081"/>
                  </a:lnTo>
                  <a:lnTo>
                    <a:pt x="319732" y="421387"/>
                  </a:lnTo>
                  <a:lnTo>
                    <a:pt x="318730" y="421685"/>
                  </a:lnTo>
                  <a:lnTo>
                    <a:pt x="317724" y="421976"/>
                  </a:lnTo>
                  <a:lnTo>
                    <a:pt x="316715" y="422260"/>
                  </a:lnTo>
                  <a:lnTo>
                    <a:pt x="315704" y="422538"/>
                  </a:lnTo>
                  <a:lnTo>
                    <a:pt x="314689" y="422810"/>
                  </a:lnTo>
                  <a:lnTo>
                    <a:pt x="313672" y="423078"/>
                  </a:lnTo>
                  <a:lnTo>
                    <a:pt x="312652" y="423341"/>
                  </a:lnTo>
                  <a:lnTo>
                    <a:pt x="311630" y="423600"/>
                  </a:lnTo>
                  <a:lnTo>
                    <a:pt x="310605" y="423856"/>
                  </a:lnTo>
                  <a:lnTo>
                    <a:pt x="309579" y="424109"/>
                  </a:lnTo>
                  <a:lnTo>
                    <a:pt x="308551" y="424360"/>
                  </a:lnTo>
                  <a:lnTo>
                    <a:pt x="307520" y="424609"/>
                  </a:lnTo>
                  <a:lnTo>
                    <a:pt x="307520" y="425941"/>
                  </a:lnTo>
                  <a:lnTo>
                    <a:pt x="307520" y="427294"/>
                  </a:lnTo>
                  <a:lnTo>
                    <a:pt x="306368" y="427442"/>
                  </a:lnTo>
                  <a:lnTo>
                    <a:pt x="305208" y="427590"/>
                  </a:lnTo>
                  <a:lnTo>
                    <a:pt x="304032" y="427740"/>
                  </a:lnTo>
                  <a:lnTo>
                    <a:pt x="301993" y="428023"/>
                  </a:lnTo>
                  <a:lnTo>
                    <a:pt x="300174" y="428278"/>
                  </a:lnTo>
                  <a:lnTo>
                    <a:pt x="298556" y="428508"/>
                  </a:lnTo>
                  <a:lnTo>
                    <a:pt x="297119" y="428718"/>
                  </a:lnTo>
                  <a:lnTo>
                    <a:pt x="295844" y="428913"/>
                  </a:lnTo>
                  <a:lnTo>
                    <a:pt x="294712" y="429097"/>
                  </a:lnTo>
                  <a:lnTo>
                    <a:pt x="293703" y="429275"/>
                  </a:lnTo>
                  <a:lnTo>
                    <a:pt x="292798" y="429450"/>
                  </a:lnTo>
                  <a:lnTo>
                    <a:pt x="291977" y="429628"/>
                  </a:lnTo>
                  <a:lnTo>
                    <a:pt x="291222" y="429813"/>
                  </a:lnTo>
                  <a:lnTo>
                    <a:pt x="290512" y="430009"/>
                  </a:lnTo>
                  <a:lnTo>
                    <a:pt x="289828" y="430222"/>
                  </a:lnTo>
                  <a:lnTo>
                    <a:pt x="289152" y="430454"/>
                  </a:lnTo>
                  <a:lnTo>
                    <a:pt x="288463" y="430711"/>
                  </a:lnTo>
                  <a:lnTo>
                    <a:pt x="287742" y="430998"/>
                  </a:lnTo>
                  <a:lnTo>
                    <a:pt x="286970" y="431318"/>
                  </a:lnTo>
                  <a:lnTo>
                    <a:pt x="286128" y="431677"/>
                  </a:lnTo>
                  <a:lnTo>
                    <a:pt x="285195" y="432078"/>
                  </a:lnTo>
                  <a:lnTo>
                    <a:pt x="284221" y="432475"/>
                  </a:lnTo>
                  <a:lnTo>
                    <a:pt x="283235" y="432842"/>
                  </a:lnTo>
                  <a:lnTo>
                    <a:pt x="282239" y="433180"/>
                  </a:lnTo>
                  <a:lnTo>
                    <a:pt x="281232" y="433491"/>
                  </a:lnTo>
                  <a:lnTo>
                    <a:pt x="280216" y="433774"/>
                  </a:lnTo>
                  <a:lnTo>
                    <a:pt x="279191" y="434033"/>
                  </a:lnTo>
                  <a:lnTo>
                    <a:pt x="278158" y="434266"/>
                  </a:lnTo>
                  <a:lnTo>
                    <a:pt x="277117" y="434477"/>
                  </a:lnTo>
                  <a:lnTo>
                    <a:pt x="276069" y="434666"/>
                  </a:lnTo>
                  <a:lnTo>
                    <a:pt x="275014" y="434833"/>
                  </a:lnTo>
                  <a:lnTo>
                    <a:pt x="273954" y="434981"/>
                  </a:lnTo>
                  <a:lnTo>
                    <a:pt x="272888" y="435110"/>
                  </a:lnTo>
                  <a:lnTo>
                    <a:pt x="271818" y="435222"/>
                  </a:lnTo>
                  <a:lnTo>
                    <a:pt x="270744" y="435317"/>
                  </a:lnTo>
                  <a:lnTo>
                    <a:pt x="269666" y="435397"/>
                  </a:lnTo>
                  <a:lnTo>
                    <a:pt x="268585" y="435463"/>
                  </a:lnTo>
                  <a:lnTo>
                    <a:pt x="267502" y="435516"/>
                  </a:lnTo>
                  <a:lnTo>
                    <a:pt x="266418" y="435557"/>
                  </a:lnTo>
                  <a:lnTo>
                    <a:pt x="265332" y="435588"/>
                  </a:lnTo>
                  <a:lnTo>
                    <a:pt x="264246" y="435609"/>
                  </a:lnTo>
                  <a:lnTo>
                    <a:pt x="263161" y="435621"/>
                  </a:lnTo>
                  <a:lnTo>
                    <a:pt x="262076" y="435627"/>
                  </a:lnTo>
                  <a:lnTo>
                    <a:pt x="260993" y="435626"/>
                  </a:lnTo>
                  <a:lnTo>
                    <a:pt x="259911" y="435620"/>
                  </a:lnTo>
                  <a:lnTo>
                    <a:pt x="258833" y="435610"/>
                  </a:lnTo>
                  <a:lnTo>
                    <a:pt x="257757" y="435598"/>
                  </a:lnTo>
                  <a:lnTo>
                    <a:pt x="256686" y="435584"/>
                  </a:lnTo>
                  <a:lnTo>
                    <a:pt x="255619" y="435569"/>
                  </a:lnTo>
                  <a:lnTo>
                    <a:pt x="254557" y="435556"/>
                  </a:lnTo>
                  <a:lnTo>
                    <a:pt x="253501" y="435544"/>
                  </a:lnTo>
                  <a:lnTo>
                    <a:pt x="252451" y="435535"/>
                  </a:lnTo>
                  <a:lnTo>
                    <a:pt x="251408" y="435530"/>
                  </a:lnTo>
                  <a:lnTo>
                    <a:pt x="250088" y="435532"/>
                  </a:lnTo>
                  <a:lnTo>
                    <a:pt x="248759" y="435533"/>
                  </a:lnTo>
                  <a:lnTo>
                    <a:pt x="247413" y="435534"/>
                  </a:lnTo>
                  <a:lnTo>
                    <a:pt x="246229" y="435534"/>
                  </a:lnTo>
                  <a:lnTo>
                    <a:pt x="245044" y="435534"/>
                  </a:lnTo>
                  <a:lnTo>
                    <a:pt x="243860" y="435533"/>
                  </a:lnTo>
                  <a:lnTo>
                    <a:pt x="242675" y="435532"/>
                  </a:lnTo>
                  <a:lnTo>
                    <a:pt x="241491" y="435531"/>
                  </a:lnTo>
                  <a:lnTo>
                    <a:pt x="240307" y="435529"/>
                  </a:lnTo>
                  <a:lnTo>
                    <a:pt x="239122" y="435526"/>
                  </a:lnTo>
                  <a:lnTo>
                    <a:pt x="238073" y="435525"/>
                  </a:lnTo>
                  <a:lnTo>
                    <a:pt x="237024" y="435524"/>
                  </a:lnTo>
                  <a:lnTo>
                    <a:pt x="235976" y="435524"/>
                  </a:lnTo>
                  <a:lnTo>
                    <a:pt x="234927" y="435524"/>
                  </a:lnTo>
                  <a:lnTo>
                    <a:pt x="233878" y="435524"/>
                  </a:lnTo>
                  <a:lnTo>
                    <a:pt x="232829" y="435525"/>
                  </a:lnTo>
                  <a:lnTo>
                    <a:pt x="231780" y="435526"/>
                  </a:lnTo>
                  <a:lnTo>
                    <a:pt x="230731" y="435528"/>
                  </a:lnTo>
                  <a:lnTo>
                    <a:pt x="229682" y="435529"/>
                  </a:lnTo>
                  <a:lnTo>
                    <a:pt x="228633" y="435531"/>
                  </a:lnTo>
                  <a:lnTo>
                    <a:pt x="227584" y="435533"/>
                  </a:lnTo>
                  <a:lnTo>
                    <a:pt x="226535" y="435536"/>
                  </a:lnTo>
                  <a:lnTo>
                    <a:pt x="225377" y="435535"/>
                  </a:lnTo>
                  <a:lnTo>
                    <a:pt x="224218" y="435535"/>
                  </a:lnTo>
                  <a:lnTo>
                    <a:pt x="223059" y="435534"/>
                  </a:lnTo>
                  <a:lnTo>
                    <a:pt x="221900" y="435533"/>
                  </a:lnTo>
                  <a:lnTo>
                    <a:pt x="220741" y="435532"/>
                  </a:lnTo>
                  <a:lnTo>
                    <a:pt x="219582" y="435531"/>
                  </a:lnTo>
                  <a:lnTo>
                    <a:pt x="218423" y="435530"/>
                  </a:lnTo>
                  <a:lnTo>
                    <a:pt x="217872" y="435532"/>
                  </a:lnTo>
                  <a:lnTo>
                    <a:pt x="216902" y="435534"/>
                  </a:lnTo>
                  <a:lnTo>
                    <a:pt x="214679" y="435538"/>
                  </a:lnTo>
                  <a:lnTo>
                    <a:pt x="213627" y="435532"/>
                  </a:lnTo>
                  <a:lnTo>
                    <a:pt x="212577" y="435519"/>
                  </a:lnTo>
                  <a:lnTo>
                    <a:pt x="211529" y="435501"/>
                  </a:lnTo>
                  <a:lnTo>
                    <a:pt x="210482" y="435477"/>
                  </a:lnTo>
                  <a:lnTo>
                    <a:pt x="209437" y="435447"/>
                  </a:lnTo>
                  <a:lnTo>
                    <a:pt x="208392" y="435411"/>
                  </a:lnTo>
                  <a:lnTo>
                    <a:pt x="207349" y="435370"/>
                  </a:lnTo>
                  <a:lnTo>
                    <a:pt x="206306" y="435324"/>
                  </a:lnTo>
                  <a:lnTo>
                    <a:pt x="205265" y="435272"/>
                  </a:lnTo>
                  <a:lnTo>
                    <a:pt x="204224" y="435214"/>
                  </a:lnTo>
                  <a:lnTo>
                    <a:pt x="203183" y="435151"/>
                  </a:lnTo>
                  <a:lnTo>
                    <a:pt x="202143" y="435083"/>
                  </a:lnTo>
                  <a:lnTo>
                    <a:pt x="201103" y="435010"/>
                  </a:lnTo>
                  <a:lnTo>
                    <a:pt x="200064" y="434932"/>
                  </a:lnTo>
                  <a:lnTo>
                    <a:pt x="199024" y="434849"/>
                  </a:lnTo>
                  <a:lnTo>
                    <a:pt x="197984" y="434761"/>
                  </a:lnTo>
                  <a:lnTo>
                    <a:pt x="196944" y="434667"/>
                  </a:lnTo>
                  <a:lnTo>
                    <a:pt x="195903" y="434569"/>
                  </a:lnTo>
                  <a:lnTo>
                    <a:pt x="194862" y="434467"/>
                  </a:lnTo>
                  <a:lnTo>
                    <a:pt x="193820" y="434359"/>
                  </a:lnTo>
                  <a:lnTo>
                    <a:pt x="192778" y="434247"/>
                  </a:lnTo>
                  <a:lnTo>
                    <a:pt x="191734" y="434130"/>
                  </a:lnTo>
                  <a:lnTo>
                    <a:pt x="190690" y="434009"/>
                  </a:lnTo>
                  <a:lnTo>
                    <a:pt x="190690" y="432676"/>
                  </a:lnTo>
                  <a:lnTo>
                    <a:pt x="190690" y="431323"/>
                  </a:lnTo>
                  <a:lnTo>
                    <a:pt x="189664" y="431157"/>
                  </a:lnTo>
                  <a:lnTo>
                    <a:pt x="188631" y="430989"/>
                  </a:lnTo>
                  <a:lnTo>
                    <a:pt x="187585" y="430820"/>
                  </a:lnTo>
                  <a:lnTo>
                    <a:pt x="186358" y="430612"/>
                  </a:lnTo>
                  <a:lnTo>
                    <a:pt x="185127" y="430403"/>
                  </a:lnTo>
                  <a:lnTo>
                    <a:pt x="183887" y="430193"/>
                  </a:lnTo>
                  <a:lnTo>
                    <a:pt x="182632" y="429980"/>
                  </a:lnTo>
                  <a:lnTo>
                    <a:pt x="181447" y="429800"/>
                  </a:lnTo>
                  <a:lnTo>
                    <a:pt x="180254" y="429619"/>
                  </a:lnTo>
                  <a:lnTo>
                    <a:pt x="179044" y="429435"/>
                  </a:lnTo>
                  <a:lnTo>
                    <a:pt x="177762" y="429227"/>
                  </a:lnTo>
                  <a:lnTo>
                    <a:pt x="176471" y="429017"/>
                  </a:lnTo>
                  <a:lnTo>
                    <a:pt x="175163" y="428805"/>
                  </a:lnTo>
                  <a:lnTo>
                    <a:pt x="174619" y="428720"/>
                  </a:lnTo>
                  <a:lnTo>
                    <a:pt x="173660" y="428571"/>
                  </a:lnTo>
                  <a:lnTo>
                    <a:pt x="171465" y="428228"/>
                  </a:lnTo>
                  <a:lnTo>
                    <a:pt x="170121" y="427877"/>
                  </a:lnTo>
                  <a:lnTo>
                    <a:pt x="169102" y="427591"/>
                  </a:lnTo>
                  <a:lnTo>
                    <a:pt x="168290" y="427322"/>
                  </a:lnTo>
                  <a:lnTo>
                    <a:pt x="167568" y="427021"/>
                  </a:lnTo>
                  <a:lnTo>
                    <a:pt x="166819" y="426639"/>
                  </a:lnTo>
                  <a:lnTo>
                    <a:pt x="165925" y="426128"/>
                  </a:lnTo>
                  <a:lnTo>
                    <a:pt x="164771" y="425437"/>
                  </a:lnTo>
                  <a:lnTo>
                    <a:pt x="163813" y="424882"/>
                  </a:lnTo>
                  <a:lnTo>
                    <a:pt x="162846" y="424356"/>
                  </a:lnTo>
                  <a:lnTo>
                    <a:pt x="161869" y="423857"/>
                  </a:lnTo>
                  <a:lnTo>
                    <a:pt x="160883" y="423383"/>
                  </a:lnTo>
                  <a:lnTo>
                    <a:pt x="159888" y="422932"/>
                  </a:lnTo>
                  <a:lnTo>
                    <a:pt x="158886" y="422502"/>
                  </a:lnTo>
                  <a:lnTo>
                    <a:pt x="157877" y="422091"/>
                  </a:lnTo>
                  <a:lnTo>
                    <a:pt x="156861" y="421697"/>
                  </a:lnTo>
                  <a:lnTo>
                    <a:pt x="155839" y="421318"/>
                  </a:lnTo>
                  <a:lnTo>
                    <a:pt x="154811" y="420951"/>
                  </a:lnTo>
                  <a:lnTo>
                    <a:pt x="153779" y="420595"/>
                  </a:lnTo>
                  <a:lnTo>
                    <a:pt x="152742" y="420248"/>
                  </a:lnTo>
                  <a:lnTo>
                    <a:pt x="151701" y="419907"/>
                  </a:lnTo>
                  <a:lnTo>
                    <a:pt x="150656" y="419571"/>
                  </a:lnTo>
                  <a:lnTo>
                    <a:pt x="149609" y="419237"/>
                  </a:lnTo>
                  <a:lnTo>
                    <a:pt x="148560" y="418904"/>
                  </a:lnTo>
                  <a:lnTo>
                    <a:pt x="147510" y="418569"/>
                  </a:lnTo>
                  <a:lnTo>
                    <a:pt x="146458" y="418230"/>
                  </a:lnTo>
                  <a:lnTo>
                    <a:pt x="145471" y="417898"/>
                  </a:lnTo>
                  <a:lnTo>
                    <a:pt x="144476" y="417562"/>
                  </a:lnTo>
                  <a:lnTo>
                    <a:pt x="143469" y="417223"/>
                  </a:lnTo>
                  <a:lnTo>
                    <a:pt x="142796" y="417004"/>
                  </a:lnTo>
                  <a:lnTo>
                    <a:pt x="140764" y="416342"/>
                  </a:lnTo>
                  <a:lnTo>
                    <a:pt x="139767" y="415839"/>
                  </a:lnTo>
                  <a:lnTo>
                    <a:pt x="138865" y="415303"/>
                  </a:lnTo>
                  <a:lnTo>
                    <a:pt x="138037" y="414728"/>
                  </a:lnTo>
                  <a:lnTo>
                    <a:pt x="137262" y="414113"/>
                  </a:lnTo>
                  <a:lnTo>
                    <a:pt x="136521" y="413454"/>
                  </a:lnTo>
                  <a:lnTo>
                    <a:pt x="135791" y="412748"/>
                  </a:lnTo>
                  <a:lnTo>
                    <a:pt x="135054" y="411991"/>
                  </a:lnTo>
                  <a:lnTo>
                    <a:pt x="134289" y="411180"/>
                  </a:lnTo>
                  <a:lnTo>
                    <a:pt x="133073" y="410550"/>
                  </a:lnTo>
                  <a:lnTo>
                    <a:pt x="132208" y="410117"/>
                  </a:lnTo>
                  <a:lnTo>
                    <a:pt x="131455" y="409773"/>
                  </a:lnTo>
                  <a:lnTo>
                    <a:pt x="130577" y="409408"/>
                  </a:lnTo>
                  <a:lnTo>
                    <a:pt x="129336" y="408913"/>
                  </a:lnTo>
                  <a:lnTo>
                    <a:pt x="128235" y="408477"/>
                  </a:lnTo>
                  <a:lnTo>
                    <a:pt x="127129" y="408039"/>
                  </a:lnTo>
                  <a:lnTo>
                    <a:pt x="126015" y="407597"/>
                  </a:lnTo>
                  <a:lnTo>
                    <a:pt x="124888" y="407151"/>
                  </a:lnTo>
                  <a:lnTo>
                    <a:pt x="124888" y="405818"/>
                  </a:lnTo>
                  <a:lnTo>
                    <a:pt x="124888" y="404465"/>
                  </a:lnTo>
                  <a:lnTo>
                    <a:pt x="123918" y="404074"/>
                  </a:lnTo>
                  <a:lnTo>
                    <a:pt x="122948" y="403686"/>
                  </a:lnTo>
                  <a:lnTo>
                    <a:pt x="121978" y="403302"/>
                  </a:lnTo>
                  <a:lnTo>
                    <a:pt x="121007" y="402924"/>
                  </a:lnTo>
                  <a:lnTo>
                    <a:pt x="120036" y="402550"/>
                  </a:lnTo>
                  <a:lnTo>
                    <a:pt x="119062" y="402182"/>
                  </a:lnTo>
                  <a:lnTo>
                    <a:pt x="118086" y="401820"/>
                  </a:lnTo>
                  <a:lnTo>
                    <a:pt x="117107" y="401464"/>
                  </a:lnTo>
                  <a:lnTo>
                    <a:pt x="116124" y="401115"/>
                  </a:lnTo>
                  <a:lnTo>
                    <a:pt x="115137" y="400772"/>
                  </a:lnTo>
                  <a:lnTo>
                    <a:pt x="114145" y="400437"/>
                  </a:lnTo>
                  <a:lnTo>
                    <a:pt x="114145" y="399104"/>
                  </a:lnTo>
                  <a:lnTo>
                    <a:pt x="114145" y="397751"/>
                  </a:lnTo>
                  <a:lnTo>
                    <a:pt x="113037" y="397308"/>
                  </a:lnTo>
                  <a:lnTo>
                    <a:pt x="111927" y="396864"/>
                  </a:lnTo>
                  <a:lnTo>
                    <a:pt x="110813" y="396418"/>
                  </a:lnTo>
                  <a:lnTo>
                    <a:pt x="109694" y="395970"/>
                  </a:lnTo>
                  <a:lnTo>
                    <a:pt x="108567" y="395520"/>
                  </a:lnTo>
                  <a:lnTo>
                    <a:pt x="107431" y="395065"/>
                  </a:lnTo>
                  <a:lnTo>
                    <a:pt x="107431" y="393732"/>
                  </a:lnTo>
                  <a:lnTo>
                    <a:pt x="107431" y="392379"/>
                  </a:lnTo>
                  <a:lnTo>
                    <a:pt x="106394" y="391852"/>
                  </a:lnTo>
                  <a:lnTo>
                    <a:pt x="105369" y="391347"/>
                  </a:lnTo>
                  <a:lnTo>
                    <a:pt x="104349" y="390864"/>
                  </a:lnTo>
                  <a:lnTo>
                    <a:pt x="103329" y="390402"/>
                  </a:lnTo>
                  <a:lnTo>
                    <a:pt x="102304" y="389959"/>
                  </a:lnTo>
                  <a:lnTo>
                    <a:pt x="101266" y="389534"/>
                  </a:lnTo>
                  <a:lnTo>
                    <a:pt x="100212" y="389125"/>
                  </a:lnTo>
                  <a:lnTo>
                    <a:pt x="99136" y="388731"/>
                  </a:lnTo>
                  <a:lnTo>
                    <a:pt x="98031" y="388351"/>
                  </a:lnTo>
                  <a:lnTo>
                    <a:pt x="98031" y="387018"/>
                  </a:lnTo>
                  <a:lnTo>
                    <a:pt x="98031" y="385665"/>
                  </a:lnTo>
                  <a:lnTo>
                    <a:pt x="97425" y="385394"/>
                  </a:lnTo>
                  <a:lnTo>
                    <a:pt x="95597" y="384575"/>
                  </a:lnTo>
                  <a:lnTo>
                    <a:pt x="94543" y="383980"/>
                  </a:lnTo>
                  <a:lnTo>
                    <a:pt x="93570" y="383383"/>
                  </a:lnTo>
                  <a:lnTo>
                    <a:pt x="92665" y="382769"/>
                  </a:lnTo>
                  <a:lnTo>
                    <a:pt x="91812" y="382124"/>
                  </a:lnTo>
                  <a:lnTo>
                    <a:pt x="90997" y="381433"/>
                  </a:lnTo>
                  <a:lnTo>
                    <a:pt x="90205" y="380684"/>
                  </a:lnTo>
                  <a:lnTo>
                    <a:pt x="89421" y="379861"/>
                  </a:lnTo>
                  <a:lnTo>
                    <a:pt x="88631" y="378951"/>
                  </a:lnTo>
                  <a:lnTo>
                    <a:pt x="88631" y="377618"/>
                  </a:lnTo>
                  <a:lnTo>
                    <a:pt x="88631" y="376265"/>
                  </a:lnTo>
                  <a:lnTo>
                    <a:pt x="87567" y="376265"/>
                  </a:lnTo>
                  <a:lnTo>
                    <a:pt x="86500" y="376265"/>
                  </a:lnTo>
                  <a:lnTo>
                    <a:pt x="85428" y="376265"/>
                  </a:lnTo>
                  <a:lnTo>
                    <a:pt x="84349" y="376265"/>
                  </a:lnTo>
                  <a:lnTo>
                    <a:pt x="83259" y="376265"/>
                  </a:lnTo>
                  <a:lnTo>
                    <a:pt x="83259" y="374932"/>
                  </a:lnTo>
                  <a:lnTo>
                    <a:pt x="83259" y="373579"/>
                  </a:lnTo>
                  <a:lnTo>
                    <a:pt x="81926" y="373579"/>
                  </a:lnTo>
                  <a:lnTo>
                    <a:pt x="80573" y="373579"/>
                  </a:lnTo>
                  <a:lnTo>
                    <a:pt x="80352" y="372471"/>
                  </a:lnTo>
                  <a:lnTo>
                    <a:pt x="80130" y="371361"/>
                  </a:lnTo>
                  <a:lnTo>
                    <a:pt x="79907" y="370247"/>
                  </a:lnTo>
                  <a:lnTo>
                    <a:pt x="79683" y="369128"/>
                  </a:lnTo>
                  <a:lnTo>
                    <a:pt x="79458" y="368001"/>
                  </a:lnTo>
                  <a:lnTo>
                    <a:pt x="79230" y="366865"/>
                  </a:lnTo>
                  <a:lnTo>
                    <a:pt x="77899" y="366865"/>
                  </a:lnTo>
                  <a:lnTo>
                    <a:pt x="76560" y="366865"/>
                  </a:lnTo>
                  <a:lnTo>
                    <a:pt x="75202" y="366865"/>
                  </a:lnTo>
                  <a:lnTo>
                    <a:pt x="74543" y="365977"/>
                  </a:lnTo>
                  <a:lnTo>
                    <a:pt x="73903" y="365091"/>
                  </a:lnTo>
                  <a:lnTo>
                    <a:pt x="73281" y="364204"/>
                  </a:lnTo>
                  <a:lnTo>
                    <a:pt x="72676" y="363315"/>
                  </a:lnTo>
                  <a:lnTo>
                    <a:pt x="72090" y="362420"/>
                  </a:lnTo>
                  <a:lnTo>
                    <a:pt x="71522" y="361517"/>
                  </a:lnTo>
                  <a:lnTo>
                    <a:pt x="70971" y="360603"/>
                  </a:lnTo>
                  <a:lnTo>
                    <a:pt x="70439" y="359676"/>
                  </a:lnTo>
                  <a:lnTo>
                    <a:pt x="69924" y="358734"/>
                  </a:lnTo>
                  <a:lnTo>
                    <a:pt x="69427" y="357773"/>
                  </a:lnTo>
                  <a:lnTo>
                    <a:pt x="68948" y="356791"/>
                  </a:lnTo>
                  <a:lnTo>
                    <a:pt x="68487" y="355786"/>
                  </a:lnTo>
                  <a:lnTo>
                    <a:pt x="67810" y="354628"/>
                  </a:lnTo>
                  <a:lnTo>
                    <a:pt x="67257" y="353858"/>
                  </a:lnTo>
                  <a:lnTo>
                    <a:pt x="66632" y="353296"/>
                  </a:lnTo>
                  <a:lnTo>
                    <a:pt x="65737" y="352767"/>
                  </a:lnTo>
                  <a:lnTo>
                    <a:pt x="64375" y="352093"/>
                  </a:lnTo>
                  <a:lnTo>
                    <a:pt x="63097" y="351415"/>
                  </a:lnTo>
                  <a:lnTo>
                    <a:pt x="62271" y="350858"/>
                  </a:lnTo>
                  <a:lnTo>
                    <a:pt x="61722" y="350220"/>
                  </a:lnTo>
                  <a:lnTo>
                    <a:pt x="61278" y="349300"/>
                  </a:lnTo>
                  <a:lnTo>
                    <a:pt x="60766" y="347896"/>
                  </a:lnTo>
                  <a:lnTo>
                    <a:pt x="60599" y="346647"/>
                  </a:lnTo>
                  <a:lnTo>
                    <a:pt x="60430" y="345379"/>
                  </a:lnTo>
                  <a:lnTo>
                    <a:pt x="59097" y="345379"/>
                  </a:lnTo>
                  <a:lnTo>
                    <a:pt x="57744" y="345379"/>
                  </a:lnTo>
                  <a:lnTo>
                    <a:pt x="56741" y="343373"/>
                  </a:lnTo>
                  <a:lnTo>
                    <a:pt x="55914" y="341716"/>
                  </a:lnTo>
                  <a:lnTo>
                    <a:pt x="55236" y="340358"/>
                  </a:lnTo>
                  <a:lnTo>
                    <a:pt x="54685" y="339248"/>
                  </a:lnTo>
                  <a:lnTo>
                    <a:pt x="54235" y="338337"/>
                  </a:lnTo>
                  <a:lnTo>
                    <a:pt x="53863" y="337574"/>
                  </a:lnTo>
                  <a:lnTo>
                    <a:pt x="53542" y="336909"/>
                  </a:lnTo>
                  <a:lnTo>
                    <a:pt x="53249" y="336290"/>
                  </a:lnTo>
                  <a:lnTo>
                    <a:pt x="52959" y="335669"/>
                  </a:lnTo>
                  <a:lnTo>
                    <a:pt x="52647" y="334995"/>
                  </a:lnTo>
                  <a:lnTo>
                    <a:pt x="52289" y="334217"/>
                  </a:lnTo>
                  <a:lnTo>
                    <a:pt x="51653" y="333100"/>
                  </a:lnTo>
                  <a:lnTo>
                    <a:pt x="51130" y="332353"/>
                  </a:lnTo>
                  <a:lnTo>
                    <a:pt x="50530" y="331805"/>
                  </a:lnTo>
                  <a:lnTo>
                    <a:pt x="49665" y="331280"/>
                  </a:lnTo>
                  <a:lnTo>
                    <a:pt x="48344" y="330607"/>
                  </a:lnTo>
                  <a:lnTo>
                    <a:pt x="47695" y="329494"/>
                  </a:lnTo>
                  <a:lnTo>
                    <a:pt x="47152" y="328483"/>
                  </a:lnTo>
                  <a:lnTo>
                    <a:pt x="46708" y="327536"/>
                  </a:lnTo>
                  <a:lnTo>
                    <a:pt x="46354" y="326619"/>
                  </a:lnTo>
                  <a:lnTo>
                    <a:pt x="46082" y="325695"/>
                  </a:lnTo>
                  <a:lnTo>
                    <a:pt x="45885" y="324728"/>
                  </a:lnTo>
                  <a:lnTo>
                    <a:pt x="45754" y="323681"/>
                  </a:lnTo>
                  <a:lnTo>
                    <a:pt x="45681" y="322520"/>
                  </a:lnTo>
                  <a:lnTo>
                    <a:pt x="45658" y="321207"/>
                  </a:lnTo>
                  <a:lnTo>
                    <a:pt x="44325" y="321207"/>
                  </a:lnTo>
                  <a:lnTo>
                    <a:pt x="42973" y="321207"/>
                  </a:lnTo>
                  <a:lnTo>
                    <a:pt x="42566" y="320184"/>
                  </a:lnTo>
                  <a:lnTo>
                    <a:pt x="42161" y="319161"/>
                  </a:lnTo>
                  <a:lnTo>
                    <a:pt x="41759" y="318137"/>
                  </a:lnTo>
                  <a:lnTo>
                    <a:pt x="41358" y="317112"/>
                  </a:lnTo>
                  <a:lnTo>
                    <a:pt x="40958" y="316088"/>
                  </a:lnTo>
                  <a:lnTo>
                    <a:pt x="40677" y="315371"/>
                  </a:lnTo>
                  <a:lnTo>
                    <a:pt x="39825" y="313207"/>
                  </a:lnTo>
                  <a:lnTo>
                    <a:pt x="39454" y="312033"/>
                  </a:lnTo>
                  <a:lnTo>
                    <a:pt x="39205" y="311127"/>
                  </a:lnTo>
                  <a:lnTo>
                    <a:pt x="39054" y="310303"/>
                  </a:lnTo>
                  <a:lnTo>
                    <a:pt x="38977" y="309372"/>
                  </a:lnTo>
                  <a:lnTo>
                    <a:pt x="38948" y="308145"/>
                  </a:lnTo>
                  <a:lnTo>
                    <a:pt x="38944" y="306435"/>
                  </a:lnTo>
                  <a:lnTo>
                    <a:pt x="37611" y="306435"/>
                  </a:lnTo>
                  <a:lnTo>
                    <a:pt x="36258" y="306435"/>
                  </a:lnTo>
                  <a:lnTo>
                    <a:pt x="35908" y="305428"/>
                  </a:lnTo>
                  <a:lnTo>
                    <a:pt x="35558" y="304420"/>
                  </a:lnTo>
                  <a:lnTo>
                    <a:pt x="35209" y="303413"/>
                  </a:lnTo>
                  <a:lnTo>
                    <a:pt x="34859" y="302405"/>
                  </a:lnTo>
                  <a:lnTo>
                    <a:pt x="34509" y="301398"/>
                  </a:lnTo>
                  <a:lnTo>
                    <a:pt x="34160" y="300390"/>
                  </a:lnTo>
                  <a:lnTo>
                    <a:pt x="33810" y="299382"/>
                  </a:lnTo>
                  <a:lnTo>
                    <a:pt x="33461" y="298375"/>
                  </a:lnTo>
                  <a:lnTo>
                    <a:pt x="33112" y="297367"/>
                  </a:lnTo>
                  <a:lnTo>
                    <a:pt x="32762" y="296359"/>
                  </a:lnTo>
                  <a:lnTo>
                    <a:pt x="32413" y="295352"/>
                  </a:lnTo>
                  <a:lnTo>
                    <a:pt x="32064" y="294344"/>
                  </a:lnTo>
                  <a:lnTo>
                    <a:pt x="31715" y="293336"/>
                  </a:lnTo>
                  <a:lnTo>
                    <a:pt x="31366" y="292328"/>
                  </a:lnTo>
                  <a:lnTo>
                    <a:pt x="31017" y="291320"/>
                  </a:lnTo>
                  <a:lnTo>
                    <a:pt x="30668" y="290312"/>
                  </a:lnTo>
                  <a:lnTo>
                    <a:pt x="30289" y="289217"/>
                  </a:lnTo>
                  <a:lnTo>
                    <a:pt x="29909" y="288123"/>
                  </a:lnTo>
                  <a:lnTo>
                    <a:pt x="29529" y="287028"/>
                  </a:lnTo>
                  <a:lnTo>
                    <a:pt x="29149" y="285934"/>
                  </a:lnTo>
                  <a:lnTo>
                    <a:pt x="28769" y="284839"/>
                  </a:lnTo>
                  <a:lnTo>
                    <a:pt x="28426" y="283850"/>
                  </a:lnTo>
                  <a:lnTo>
                    <a:pt x="28083" y="282861"/>
                  </a:lnTo>
                  <a:lnTo>
                    <a:pt x="27740" y="281873"/>
                  </a:lnTo>
                  <a:lnTo>
                    <a:pt x="27398" y="280884"/>
                  </a:lnTo>
                  <a:lnTo>
                    <a:pt x="27055" y="279895"/>
                  </a:lnTo>
                  <a:lnTo>
                    <a:pt x="26713" y="278906"/>
                  </a:lnTo>
                  <a:lnTo>
                    <a:pt x="26371" y="277917"/>
                  </a:lnTo>
                  <a:lnTo>
                    <a:pt x="26029" y="276928"/>
                  </a:lnTo>
                  <a:lnTo>
                    <a:pt x="25617" y="275741"/>
                  </a:lnTo>
                  <a:lnTo>
                    <a:pt x="25204" y="274549"/>
                  </a:lnTo>
                  <a:lnTo>
                    <a:pt x="24788" y="273348"/>
                  </a:lnTo>
                  <a:lnTo>
                    <a:pt x="24367" y="272134"/>
                  </a:lnTo>
                  <a:lnTo>
                    <a:pt x="24040" y="271137"/>
                  </a:lnTo>
                  <a:lnTo>
                    <a:pt x="23718" y="270139"/>
                  </a:lnTo>
                  <a:lnTo>
                    <a:pt x="23401" y="269140"/>
                  </a:lnTo>
                  <a:lnTo>
                    <a:pt x="23090" y="268140"/>
                  </a:lnTo>
                  <a:lnTo>
                    <a:pt x="22782" y="267140"/>
                  </a:lnTo>
                  <a:lnTo>
                    <a:pt x="22478" y="266138"/>
                  </a:lnTo>
                  <a:lnTo>
                    <a:pt x="22178" y="265136"/>
                  </a:lnTo>
                  <a:lnTo>
                    <a:pt x="21881" y="264132"/>
                  </a:lnTo>
                  <a:lnTo>
                    <a:pt x="21587" y="263128"/>
                  </a:lnTo>
                  <a:lnTo>
                    <a:pt x="21295" y="262122"/>
                  </a:lnTo>
                  <a:lnTo>
                    <a:pt x="21005" y="261116"/>
                  </a:lnTo>
                  <a:lnTo>
                    <a:pt x="20717" y="260109"/>
                  </a:lnTo>
                  <a:lnTo>
                    <a:pt x="20430" y="259100"/>
                  </a:lnTo>
                  <a:lnTo>
                    <a:pt x="20144" y="258091"/>
                  </a:lnTo>
                  <a:lnTo>
                    <a:pt x="19757" y="257027"/>
                  </a:lnTo>
                  <a:lnTo>
                    <a:pt x="19366" y="255964"/>
                  </a:lnTo>
                  <a:lnTo>
                    <a:pt x="18973" y="254903"/>
                  </a:lnTo>
                  <a:lnTo>
                    <a:pt x="18576" y="253842"/>
                  </a:lnTo>
                  <a:lnTo>
                    <a:pt x="18176" y="252783"/>
                  </a:lnTo>
                  <a:lnTo>
                    <a:pt x="17772" y="251726"/>
                  </a:lnTo>
                  <a:lnTo>
                    <a:pt x="17365" y="250670"/>
                  </a:lnTo>
                  <a:lnTo>
                    <a:pt x="16954" y="249615"/>
                  </a:lnTo>
                  <a:lnTo>
                    <a:pt x="16761" y="249117"/>
                  </a:lnTo>
                  <a:lnTo>
                    <a:pt x="16511" y="248473"/>
                  </a:lnTo>
                  <a:lnTo>
                    <a:pt x="16036" y="247252"/>
                  </a:lnTo>
                  <a:lnTo>
                    <a:pt x="15171" y="245025"/>
                  </a:lnTo>
                  <a:lnTo>
                    <a:pt x="14761" y="243996"/>
                  </a:lnTo>
                  <a:lnTo>
                    <a:pt x="14350" y="242969"/>
                  </a:lnTo>
                  <a:lnTo>
                    <a:pt x="13936" y="241942"/>
                  </a:lnTo>
                  <a:lnTo>
                    <a:pt x="13521" y="240916"/>
                  </a:lnTo>
                  <a:lnTo>
                    <a:pt x="13104" y="239891"/>
                  </a:lnTo>
                  <a:lnTo>
                    <a:pt x="12685" y="238867"/>
                  </a:lnTo>
                  <a:lnTo>
                    <a:pt x="12266" y="237843"/>
                  </a:lnTo>
                  <a:lnTo>
                    <a:pt x="11844" y="236820"/>
                  </a:lnTo>
                  <a:lnTo>
                    <a:pt x="11422" y="235797"/>
                  </a:lnTo>
                  <a:lnTo>
                    <a:pt x="10999" y="234774"/>
                  </a:lnTo>
                  <a:lnTo>
                    <a:pt x="10575" y="233751"/>
                  </a:lnTo>
                  <a:lnTo>
                    <a:pt x="10175" y="232747"/>
                  </a:lnTo>
                  <a:lnTo>
                    <a:pt x="9788" y="231741"/>
                  </a:lnTo>
                  <a:lnTo>
                    <a:pt x="9414" y="230733"/>
                  </a:lnTo>
                  <a:lnTo>
                    <a:pt x="9051" y="229723"/>
                  </a:lnTo>
                  <a:lnTo>
                    <a:pt x="8699" y="228712"/>
                  </a:lnTo>
                  <a:lnTo>
                    <a:pt x="8358" y="227697"/>
                  </a:lnTo>
                  <a:lnTo>
                    <a:pt x="8027" y="226681"/>
                  </a:lnTo>
                  <a:lnTo>
                    <a:pt x="7704" y="225662"/>
                  </a:lnTo>
                  <a:lnTo>
                    <a:pt x="7391" y="224641"/>
                  </a:lnTo>
                  <a:lnTo>
                    <a:pt x="7086" y="223617"/>
                  </a:lnTo>
                  <a:lnTo>
                    <a:pt x="6787" y="222591"/>
                  </a:lnTo>
                  <a:lnTo>
                    <a:pt x="6496" y="221562"/>
                  </a:lnTo>
                  <a:lnTo>
                    <a:pt x="6211" y="220529"/>
                  </a:lnTo>
                  <a:lnTo>
                    <a:pt x="5931" y="219494"/>
                  </a:lnTo>
                  <a:lnTo>
                    <a:pt x="5655" y="218456"/>
                  </a:lnTo>
                  <a:lnTo>
                    <a:pt x="5384" y="217415"/>
                  </a:lnTo>
                  <a:lnTo>
                    <a:pt x="5117" y="216371"/>
                  </a:lnTo>
                  <a:lnTo>
                    <a:pt x="4852" y="215323"/>
                  </a:lnTo>
                  <a:lnTo>
                    <a:pt x="4355" y="213631"/>
                  </a:lnTo>
                  <a:lnTo>
                    <a:pt x="3964" y="212627"/>
                  </a:lnTo>
                  <a:lnTo>
                    <a:pt x="3475" y="211912"/>
                  </a:lnTo>
                  <a:lnTo>
                    <a:pt x="2686" y="211090"/>
                  </a:lnTo>
                  <a:lnTo>
                    <a:pt x="2663" y="209971"/>
                  </a:lnTo>
                  <a:lnTo>
                    <a:pt x="2649" y="208852"/>
                  </a:lnTo>
                  <a:lnTo>
                    <a:pt x="2644" y="207733"/>
                  </a:lnTo>
                  <a:lnTo>
                    <a:pt x="2648" y="206614"/>
                  </a:lnTo>
                  <a:lnTo>
                    <a:pt x="2662" y="205495"/>
                  </a:lnTo>
                  <a:lnTo>
                    <a:pt x="2686" y="204376"/>
                  </a:lnTo>
                  <a:lnTo>
                    <a:pt x="1353" y="204376"/>
                  </a:lnTo>
                  <a:lnTo>
                    <a:pt x="0" y="204376"/>
                  </a:lnTo>
                  <a:lnTo>
                    <a:pt x="0" y="203236"/>
                  </a:lnTo>
                  <a:lnTo>
                    <a:pt x="0" y="202095"/>
                  </a:lnTo>
                  <a:lnTo>
                    <a:pt x="0" y="200951"/>
                  </a:lnTo>
                  <a:lnTo>
                    <a:pt x="0" y="199803"/>
                  </a:lnTo>
                  <a:lnTo>
                    <a:pt x="0" y="198649"/>
                  </a:lnTo>
                  <a:lnTo>
                    <a:pt x="0" y="197488"/>
                  </a:lnTo>
                  <a:lnTo>
                    <a:pt x="0" y="196319"/>
                  </a:lnTo>
                  <a:lnTo>
                    <a:pt x="1333" y="196319"/>
                  </a:lnTo>
                  <a:lnTo>
                    <a:pt x="2686" y="196319"/>
                  </a:lnTo>
                  <a:lnTo>
                    <a:pt x="3223" y="197706"/>
                  </a:lnTo>
                  <a:lnTo>
                    <a:pt x="3767" y="199114"/>
                  </a:lnTo>
                  <a:lnTo>
                    <a:pt x="4242" y="200326"/>
                  </a:lnTo>
                  <a:lnTo>
                    <a:pt x="4720" y="201545"/>
                  </a:lnTo>
                  <a:lnTo>
                    <a:pt x="5204" y="202781"/>
                  </a:lnTo>
                  <a:lnTo>
                    <a:pt x="5672" y="203982"/>
                  </a:lnTo>
                  <a:lnTo>
                    <a:pt x="6143" y="205191"/>
                  </a:lnTo>
                  <a:lnTo>
                    <a:pt x="6621" y="206417"/>
                  </a:lnTo>
                  <a:lnTo>
                    <a:pt x="7100" y="207524"/>
                  </a:lnTo>
                  <a:lnTo>
                    <a:pt x="7493" y="208405"/>
                  </a:lnTo>
                  <a:lnTo>
                    <a:pt x="7848" y="209147"/>
                  </a:lnTo>
                  <a:lnTo>
                    <a:pt x="8214" y="209835"/>
                  </a:lnTo>
                  <a:lnTo>
                    <a:pt x="8638" y="210555"/>
                  </a:lnTo>
                  <a:lnTo>
                    <a:pt x="9168" y="211395"/>
                  </a:lnTo>
                  <a:lnTo>
                    <a:pt x="9854" y="212440"/>
                  </a:lnTo>
                  <a:lnTo>
                    <a:pt x="10743" y="213776"/>
                  </a:lnTo>
                  <a:lnTo>
                    <a:pt x="11057" y="214908"/>
                  </a:lnTo>
                  <a:lnTo>
                    <a:pt x="11361" y="216043"/>
                  </a:lnTo>
                  <a:lnTo>
                    <a:pt x="11656" y="217180"/>
                  </a:lnTo>
                  <a:lnTo>
                    <a:pt x="11943" y="218320"/>
                  </a:lnTo>
                  <a:lnTo>
                    <a:pt x="12222" y="219462"/>
                  </a:lnTo>
                  <a:lnTo>
                    <a:pt x="12494" y="220605"/>
                  </a:lnTo>
                  <a:lnTo>
                    <a:pt x="12758" y="221750"/>
                  </a:lnTo>
                  <a:lnTo>
                    <a:pt x="13019" y="222871"/>
                  </a:lnTo>
                  <a:lnTo>
                    <a:pt x="13288" y="223968"/>
                  </a:lnTo>
                  <a:lnTo>
                    <a:pt x="13566" y="225043"/>
                  </a:lnTo>
                  <a:lnTo>
                    <a:pt x="13856" y="226099"/>
                  </a:lnTo>
                  <a:lnTo>
                    <a:pt x="14162" y="227140"/>
                  </a:lnTo>
                  <a:lnTo>
                    <a:pt x="14485" y="228168"/>
                  </a:lnTo>
                  <a:lnTo>
                    <a:pt x="14828" y="229187"/>
                  </a:lnTo>
                  <a:lnTo>
                    <a:pt x="15194" y="230198"/>
                  </a:lnTo>
                  <a:lnTo>
                    <a:pt x="15585" y="231206"/>
                  </a:lnTo>
                  <a:lnTo>
                    <a:pt x="16005" y="232214"/>
                  </a:lnTo>
                  <a:lnTo>
                    <a:pt x="16455" y="233224"/>
                  </a:lnTo>
                  <a:lnTo>
                    <a:pt x="16938" y="234239"/>
                  </a:lnTo>
                  <a:lnTo>
                    <a:pt x="17458" y="235262"/>
                  </a:lnTo>
                  <a:lnTo>
                    <a:pt x="17485" y="234091"/>
                  </a:lnTo>
                  <a:lnTo>
                    <a:pt x="17511" y="232913"/>
                  </a:lnTo>
                  <a:lnTo>
                    <a:pt x="17538" y="231718"/>
                  </a:lnTo>
                  <a:lnTo>
                    <a:pt x="17565" y="230611"/>
                  </a:lnTo>
                  <a:lnTo>
                    <a:pt x="17592" y="229504"/>
                  </a:lnTo>
                  <a:lnTo>
                    <a:pt x="17620" y="228397"/>
                  </a:lnTo>
                  <a:lnTo>
                    <a:pt x="17648" y="227290"/>
                  </a:lnTo>
                  <a:lnTo>
                    <a:pt x="17676" y="226183"/>
                  </a:lnTo>
                  <a:lnTo>
                    <a:pt x="17705" y="225076"/>
                  </a:lnTo>
                  <a:lnTo>
                    <a:pt x="17734" y="223969"/>
                  </a:lnTo>
                  <a:lnTo>
                    <a:pt x="17763" y="222862"/>
                  </a:lnTo>
                  <a:lnTo>
                    <a:pt x="17793" y="221755"/>
                  </a:lnTo>
                  <a:lnTo>
                    <a:pt x="17823" y="220648"/>
                  </a:lnTo>
                  <a:lnTo>
                    <a:pt x="17853" y="219541"/>
                  </a:lnTo>
                  <a:lnTo>
                    <a:pt x="17883" y="218435"/>
                  </a:lnTo>
                  <a:lnTo>
                    <a:pt x="17914" y="217295"/>
                  </a:lnTo>
                  <a:lnTo>
                    <a:pt x="17943" y="216155"/>
                  </a:lnTo>
                  <a:lnTo>
                    <a:pt x="17971" y="215015"/>
                  </a:lnTo>
                  <a:lnTo>
                    <a:pt x="17998" y="213875"/>
                  </a:lnTo>
                  <a:lnTo>
                    <a:pt x="18024" y="212735"/>
                  </a:lnTo>
                  <a:lnTo>
                    <a:pt x="18049" y="211674"/>
                  </a:lnTo>
                  <a:lnTo>
                    <a:pt x="18075" y="210614"/>
                  </a:lnTo>
                  <a:lnTo>
                    <a:pt x="18103" y="209554"/>
                  </a:lnTo>
                  <a:lnTo>
                    <a:pt x="18133" y="208495"/>
                  </a:lnTo>
                  <a:lnTo>
                    <a:pt x="18166" y="207437"/>
                  </a:lnTo>
                  <a:lnTo>
                    <a:pt x="18201" y="206379"/>
                  </a:lnTo>
                  <a:lnTo>
                    <a:pt x="18239" y="205322"/>
                  </a:lnTo>
                  <a:lnTo>
                    <a:pt x="18281" y="204266"/>
                  </a:lnTo>
                  <a:lnTo>
                    <a:pt x="18326" y="203211"/>
                  </a:lnTo>
                  <a:lnTo>
                    <a:pt x="18375" y="202157"/>
                  </a:lnTo>
                  <a:lnTo>
                    <a:pt x="18428" y="201103"/>
                  </a:lnTo>
                  <a:lnTo>
                    <a:pt x="18486" y="200051"/>
                  </a:lnTo>
                  <a:lnTo>
                    <a:pt x="18549" y="198999"/>
                  </a:lnTo>
                  <a:lnTo>
                    <a:pt x="18616" y="197948"/>
                  </a:lnTo>
                  <a:lnTo>
                    <a:pt x="18690" y="196899"/>
                  </a:lnTo>
                  <a:lnTo>
                    <a:pt x="18769" y="195850"/>
                  </a:lnTo>
                  <a:lnTo>
                    <a:pt x="18854" y="194803"/>
                  </a:lnTo>
                  <a:lnTo>
                    <a:pt x="18945" y="193756"/>
                  </a:lnTo>
                  <a:lnTo>
                    <a:pt x="19043" y="192711"/>
                  </a:lnTo>
                  <a:lnTo>
                    <a:pt x="19148" y="191667"/>
                  </a:lnTo>
                  <a:lnTo>
                    <a:pt x="19260" y="190624"/>
                  </a:lnTo>
                  <a:lnTo>
                    <a:pt x="19380" y="189583"/>
                  </a:lnTo>
                  <a:lnTo>
                    <a:pt x="19507" y="188543"/>
                  </a:lnTo>
                  <a:lnTo>
                    <a:pt x="19643" y="187504"/>
                  </a:lnTo>
                  <a:lnTo>
                    <a:pt x="19788" y="186466"/>
                  </a:lnTo>
                  <a:lnTo>
                    <a:pt x="19941" y="185430"/>
                  </a:lnTo>
                  <a:lnTo>
                    <a:pt x="20103" y="184395"/>
                  </a:lnTo>
                  <a:lnTo>
                    <a:pt x="20274" y="183361"/>
                  </a:lnTo>
                  <a:lnTo>
                    <a:pt x="20456" y="182329"/>
                  </a:lnTo>
                  <a:lnTo>
                    <a:pt x="20647" y="181299"/>
                  </a:lnTo>
                  <a:lnTo>
                    <a:pt x="20848" y="180270"/>
                  </a:lnTo>
                  <a:lnTo>
                    <a:pt x="21060" y="179243"/>
                  </a:lnTo>
                  <a:lnTo>
                    <a:pt x="21284" y="178217"/>
                  </a:lnTo>
                  <a:lnTo>
                    <a:pt x="21518" y="177193"/>
                  </a:lnTo>
                  <a:lnTo>
                    <a:pt x="21764" y="176170"/>
                  </a:lnTo>
                  <a:lnTo>
                    <a:pt x="22021" y="175149"/>
                  </a:lnTo>
                  <a:lnTo>
                    <a:pt x="22291" y="174130"/>
                  </a:lnTo>
                  <a:lnTo>
                    <a:pt x="22573" y="173113"/>
                  </a:lnTo>
                  <a:lnTo>
                    <a:pt x="22868" y="172098"/>
                  </a:lnTo>
                  <a:lnTo>
                    <a:pt x="23176" y="171084"/>
                  </a:lnTo>
                  <a:lnTo>
                    <a:pt x="23497" y="170072"/>
                  </a:lnTo>
                  <a:lnTo>
                    <a:pt x="23832" y="169062"/>
                  </a:lnTo>
                  <a:lnTo>
                    <a:pt x="24181" y="168054"/>
                  </a:lnTo>
                  <a:lnTo>
                    <a:pt x="24544" y="167048"/>
                  </a:lnTo>
                  <a:lnTo>
                    <a:pt x="24868" y="166019"/>
                  </a:lnTo>
                  <a:lnTo>
                    <a:pt x="25169" y="164987"/>
                  </a:lnTo>
                  <a:lnTo>
                    <a:pt x="25448" y="163952"/>
                  </a:lnTo>
                  <a:lnTo>
                    <a:pt x="25707" y="162913"/>
                  </a:lnTo>
                  <a:lnTo>
                    <a:pt x="25948" y="161871"/>
                  </a:lnTo>
                  <a:lnTo>
                    <a:pt x="26174" y="160826"/>
                  </a:lnTo>
                  <a:lnTo>
                    <a:pt x="26386" y="159779"/>
                  </a:lnTo>
                  <a:lnTo>
                    <a:pt x="26587" y="158728"/>
                  </a:lnTo>
                  <a:lnTo>
                    <a:pt x="26779" y="157675"/>
                  </a:lnTo>
                  <a:lnTo>
                    <a:pt x="26963" y="156618"/>
                  </a:lnTo>
                  <a:lnTo>
                    <a:pt x="27142" y="155560"/>
                  </a:lnTo>
                  <a:lnTo>
                    <a:pt x="27318" y="154499"/>
                  </a:lnTo>
                  <a:lnTo>
                    <a:pt x="27493" y="153435"/>
                  </a:lnTo>
                  <a:lnTo>
                    <a:pt x="27804" y="152254"/>
                  </a:lnTo>
                  <a:lnTo>
                    <a:pt x="28091" y="151383"/>
                  </a:lnTo>
                  <a:lnTo>
                    <a:pt x="28448" y="150672"/>
                  </a:lnTo>
                  <a:lnTo>
                    <a:pt x="28970" y="149968"/>
                  </a:lnTo>
                  <a:lnTo>
                    <a:pt x="29752" y="149119"/>
                  </a:lnTo>
                  <a:lnTo>
                    <a:pt x="30887" y="147975"/>
                  </a:lnTo>
                  <a:lnTo>
                    <a:pt x="31273" y="146905"/>
                  </a:lnTo>
                  <a:lnTo>
                    <a:pt x="31649" y="145831"/>
                  </a:lnTo>
                  <a:lnTo>
                    <a:pt x="32016" y="144755"/>
                  </a:lnTo>
                  <a:lnTo>
                    <a:pt x="32375" y="143675"/>
                  </a:lnTo>
                  <a:lnTo>
                    <a:pt x="32725" y="142593"/>
                  </a:lnTo>
                  <a:lnTo>
                    <a:pt x="33068" y="141508"/>
                  </a:lnTo>
                  <a:lnTo>
                    <a:pt x="33404" y="140421"/>
                  </a:lnTo>
                  <a:lnTo>
                    <a:pt x="33731" y="139408"/>
                  </a:lnTo>
                  <a:lnTo>
                    <a:pt x="34062" y="138403"/>
                  </a:lnTo>
                  <a:lnTo>
                    <a:pt x="34396" y="137405"/>
                  </a:lnTo>
                  <a:lnTo>
                    <a:pt x="34736" y="136413"/>
                  </a:lnTo>
                  <a:lnTo>
                    <a:pt x="35083" y="135428"/>
                  </a:lnTo>
                  <a:lnTo>
                    <a:pt x="35438" y="134449"/>
                  </a:lnTo>
                  <a:lnTo>
                    <a:pt x="35802" y="133475"/>
                  </a:lnTo>
                  <a:lnTo>
                    <a:pt x="36177" y="132506"/>
                  </a:lnTo>
                  <a:lnTo>
                    <a:pt x="36563" y="131542"/>
                  </a:lnTo>
                  <a:lnTo>
                    <a:pt x="36963" y="130581"/>
                  </a:lnTo>
                  <a:lnTo>
                    <a:pt x="37376" y="129623"/>
                  </a:lnTo>
                  <a:lnTo>
                    <a:pt x="37805" y="128669"/>
                  </a:lnTo>
                  <a:lnTo>
                    <a:pt x="38251" y="127716"/>
                  </a:lnTo>
                  <a:lnTo>
                    <a:pt x="38714" y="126766"/>
                  </a:lnTo>
                  <a:lnTo>
                    <a:pt x="39196" y="125817"/>
                  </a:lnTo>
                  <a:lnTo>
                    <a:pt x="39737" y="124756"/>
                  </a:lnTo>
                  <a:lnTo>
                    <a:pt x="40232" y="123745"/>
                  </a:lnTo>
                  <a:lnTo>
                    <a:pt x="40683" y="122771"/>
                  </a:lnTo>
                  <a:lnTo>
                    <a:pt x="41097" y="121819"/>
                  </a:lnTo>
                  <a:lnTo>
                    <a:pt x="41475" y="120874"/>
                  </a:lnTo>
                  <a:lnTo>
                    <a:pt x="41822" y="119921"/>
                  </a:lnTo>
                  <a:lnTo>
                    <a:pt x="42141" y="118947"/>
                  </a:lnTo>
                  <a:lnTo>
                    <a:pt x="42437" y="117936"/>
                  </a:lnTo>
                  <a:lnTo>
                    <a:pt x="42713" y="116873"/>
                  </a:lnTo>
                  <a:lnTo>
                    <a:pt x="42973" y="115746"/>
                  </a:lnTo>
                  <a:lnTo>
                    <a:pt x="44305" y="115746"/>
                  </a:lnTo>
                  <a:lnTo>
                    <a:pt x="45658" y="115746"/>
                  </a:lnTo>
                  <a:lnTo>
                    <a:pt x="45888" y="115078"/>
                  </a:lnTo>
                  <a:lnTo>
                    <a:pt x="46582" y="113060"/>
                  </a:lnTo>
                  <a:lnTo>
                    <a:pt x="47024" y="112076"/>
                  </a:lnTo>
                  <a:lnTo>
                    <a:pt x="47482" y="111107"/>
                  </a:lnTo>
                  <a:lnTo>
                    <a:pt x="47956" y="110149"/>
                  </a:lnTo>
                  <a:lnTo>
                    <a:pt x="48444" y="109203"/>
                  </a:lnTo>
                  <a:lnTo>
                    <a:pt x="48945" y="108267"/>
                  </a:lnTo>
                  <a:lnTo>
                    <a:pt x="49458" y="107340"/>
                  </a:lnTo>
                  <a:lnTo>
                    <a:pt x="49983" y="106421"/>
                  </a:lnTo>
                  <a:lnTo>
                    <a:pt x="50519" y="105508"/>
                  </a:lnTo>
                  <a:lnTo>
                    <a:pt x="51064" y="104600"/>
                  </a:lnTo>
                  <a:lnTo>
                    <a:pt x="51617" y="103696"/>
                  </a:lnTo>
                  <a:lnTo>
                    <a:pt x="52178" y="102795"/>
                  </a:lnTo>
                  <a:lnTo>
                    <a:pt x="52745" y="101895"/>
                  </a:lnTo>
                  <a:lnTo>
                    <a:pt x="53317" y="100996"/>
                  </a:lnTo>
                  <a:lnTo>
                    <a:pt x="53895" y="100096"/>
                  </a:lnTo>
                  <a:lnTo>
                    <a:pt x="54475" y="99194"/>
                  </a:lnTo>
                  <a:lnTo>
                    <a:pt x="55058" y="98288"/>
                  </a:lnTo>
                  <a:lnTo>
                    <a:pt x="55661" y="97324"/>
                  </a:lnTo>
                  <a:lnTo>
                    <a:pt x="56263" y="96359"/>
                  </a:lnTo>
                  <a:lnTo>
                    <a:pt x="56865" y="95394"/>
                  </a:lnTo>
                  <a:lnTo>
                    <a:pt x="57467" y="94429"/>
                  </a:lnTo>
                  <a:lnTo>
                    <a:pt x="58068" y="93463"/>
                  </a:lnTo>
                  <a:lnTo>
                    <a:pt x="58668" y="92498"/>
                  </a:lnTo>
                  <a:lnTo>
                    <a:pt x="59235" y="91590"/>
                  </a:lnTo>
                  <a:lnTo>
                    <a:pt x="59805" y="90685"/>
                  </a:lnTo>
                  <a:lnTo>
                    <a:pt x="60377" y="89783"/>
                  </a:lnTo>
                  <a:lnTo>
                    <a:pt x="60951" y="88883"/>
                  </a:lnTo>
                  <a:lnTo>
                    <a:pt x="61528" y="87985"/>
                  </a:lnTo>
                  <a:lnTo>
                    <a:pt x="62108" y="87089"/>
                  </a:lnTo>
                  <a:lnTo>
                    <a:pt x="62691" y="86194"/>
                  </a:lnTo>
                  <a:lnTo>
                    <a:pt x="63277" y="85301"/>
                  </a:lnTo>
                  <a:lnTo>
                    <a:pt x="63866" y="84408"/>
                  </a:lnTo>
                  <a:lnTo>
                    <a:pt x="64459" y="83516"/>
                  </a:lnTo>
                  <a:lnTo>
                    <a:pt x="65791" y="83516"/>
                  </a:lnTo>
                  <a:lnTo>
                    <a:pt x="67144" y="83516"/>
                  </a:lnTo>
                  <a:lnTo>
                    <a:pt x="67665" y="82353"/>
                  </a:lnTo>
                  <a:lnTo>
                    <a:pt x="68193" y="81172"/>
                  </a:lnTo>
                  <a:lnTo>
                    <a:pt x="68735" y="80210"/>
                  </a:lnTo>
                  <a:lnTo>
                    <a:pt x="69294" y="79292"/>
                  </a:lnTo>
                  <a:lnTo>
                    <a:pt x="69871" y="78412"/>
                  </a:lnTo>
                  <a:lnTo>
                    <a:pt x="70469" y="77561"/>
                  </a:lnTo>
                  <a:lnTo>
                    <a:pt x="71087" y="76734"/>
                  </a:lnTo>
                  <a:lnTo>
                    <a:pt x="71727" y="75922"/>
                  </a:lnTo>
                  <a:lnTo>
                    <a:pt x="72390" y="75118"/>
                  </a:lnTo>
                  <a:lnTo>
                    <a:pt x="73078" y="74317"/>
                  </a:lnTo>
                  <a:lnTo>
                    <a:pt x="73791" y="73510"/>
                  </a:lnTo>
                  <a:lnTo>
                    <a:pt x="74530" y="72690"/>
                  </a:lnTo>
                  <a:lnTo>
                    <a:pt x="75273" y="71863"/>
                  </a:lnTo>
                  <a:lnTo>
                    <a:pt x="75997" y="71043"/>
                  </a:lnTo>
                  <a:lnTo>
                    <a:pt x="76702" y="70227"/>
                  </a:lnTo>
                  <a:lnTo>
                    <a:pt x="77391" y="69411"/>
                  </a:lnTo>
                  <a:lnTo>
                    <a:pt x="78066" y="68591"/>
                  </a:lnTo>
                  <a:lnTo>
                    <a:pt x="78729" y="67763"/>
                  </a:lnTo>
                  <a:lnTo>
                    <a:pt x="79380" y="66923"/>
                  </a:lnTo>
                  <a:lnTo>
                    <a:pt x="80023" y="66068"/>
                  </a:lnTo>
                  <a:lnTo>
                    <a:pt x="80659" y="65194"/>
                  </a:lnTo>
                  <a:lnTo>
                    <a:pt x="81289" y="64297"/>
                  </a:lnTo>
                  <a:lnTo>
                    <a:pt x="81916" y="63373"/>
                  </a:lnTo>
                  <a:lnTo>
                    <a:pt x="83249" y="63373"/>
                  </a:lnTo>
                  <a:lnTo>
                    <a:pt x="84602" y="63373"/>
                  </a:lnTo>
                  <a:lnTo>
                    <a:pt x="84602" y="62040"/>
                  </a:lnTo>
                  <a:lnTo>
                    <a:pt x="84602" y="60687"/>
                  </a:lnTo>
                  <a:lnTo>
                    <a:pt x="85326" y="59947"/>
                  </a:lnTo>
                  <a:lnTo>
                    <a:pt x="86062" y="59207"/>
                  </a:lnTo>
                  <a:lnTo>
                    <a:pt x="86809" y="58468"/>
                  </a:lnTo>
                  <a:lnTo>
                    <a:pt x="87567" y="57731"/>
                  </a:lnTo>
                  <a:lnTo>
                    <a:pt x="88336" y="56997"/>
                  </a:lnTo>
                  <a:lnTo>
                    <a:pt x="89115" y="56266"/>
                  </a:lnTo>
                  <a:lnTo>
                    <a:pt x="89903" y="55539"/>
                  </a:lnTo>
                  <a:lnTo>
                    <a:pt x="90700" y="54817"/>
                  </a:lnTo>
                  <a:lnTo>
                    <a:pt x="91506" y="54099"/>
                  </a:lnTo>
                  <a:lnTo>
                    <a:pt x="92320" y="53386"/>
                  </a:lnTo>
                  <a:lnTo>
                    <a:pt x="93142" y="52680"/>
                  </a:lnTo>
                  <a:lnTo>
                    <a:pt x="93971" y="51981"/>
                  </a:lnTo>
                  <a:lnTo>
                    <a:pt x="94807" y="51289"/>
                  </a:lnTo>
                  <a:lnTo>
                    <a:pt x="95649" y="50605"/>
                  </a:lnTo>
                  <a:lnTo>
                    <a:pt x="96497" y="49929"/>
                  </a:lnTo>
                  <a:lnTo>
                    <a:pt x="97351" y="49263"/>
                  </a:lnTo>
                  <a:lnTo>
                    <a:pt x="98209" y="48606"/>
                  </a:lnTo>
                  <a:lnTo>
                    <a:pt x="99073" y="47959"/>
                  </a:lnTo>
                  <a:lnTo>
                    <a:pt x="99940" y="47324"/>
                  </a:lnTo>
                  <a:lnTo>
                    <a:pt x="100811" y="46700"/>
                  </a:lnTo>
                  <a:lnTo>
                    <a:pt x="101685" y="46088"/>
                  </a:lnTo>
                  <a:lnTo>
                    <a:pt x="102562" y="45488"/>
                  </a:lnTo>
                  <a:lnTo>
                    <a:pt x="103441" y="44902"/>
                  </a:lnTo>
                  <a:lnTo>
                    <a:pt x="104322" y="44330"/>
                  </a:lnTo>
                  <a:lnTo>
                    <a:pt x="105205" y="43773"/>
                  </a:lnTo>
                  <a:lnTo>
                    <a:pt x="106088" y="43230"/>
                  </a:lnTo>
                  <a:lnTo>
                    <a:pt x="107419" y="43230"/>
                  </a:lnTo>
                  <a:lnTo>
                    <a:pt x="108759" y="43230"/>
                  </a:lnTo>
                  <a:lnTo>
                    <a:pt x="110117" y="43230"/>
                  </a:lnTo>
                  <a:lnTo>
                    <a:pt x="110117" y="41897"/>
                  </a:lnTo>
                  <a:lnTo>
                    <a:pt x="110117" y="40544"/>
                  </a:lnTo>
                  <a:lnTo>
                    <a:pt x="111128" y="40001"/>
                  </a:lnTo>
                  <a:lnTo>
                    <a:pt x="112140" y="39458"/>
                  </a:lnTo>
                  <a:lnTo>
                    <a:pt x="113152" y="38914"/>
                  </a:lnTo>
                  <a:lnTo>
                    <a:pt x="114163" y="38371"/>
                  </a:lnTo>
                  <a:lnTo>
                    <a:pt x="115175" y="37828"/>
                  </a:lnTo>
                  <a:lnTo>
                    <a:pt x="116186" y="37284"/>
                  </a:lnTo>
                  <a:lnTo>
                    <a:pt x="117198" y="36741"/>
                  </a:lnTo>
                  <a:lnTo>
                    <a:pt x="118064" y="36149"/>
                  </a:lnTo>
                  <a:lnTo>
                    <a:pt x="118734" y="35650"/>
                  </a:lnTo>
                  <a:lnTo>
                    <a:pt x="119296" y="35148"/>
                  </a:lnTo>
                  <a:lnTo>
                    <a:pt x="119835" y="34544"/>
                  </a:lnTo>
                  <a:lnTo>
                    <a:pt x="120442" y="33741"/>
                  </a:lnTo>
                  <a:lnTo>
                    <a:pt x="121201" y="32640"/>
                  </a:lnTo>
                  <a:lnTo>
                    <a:pt x="122203" y="31144"/>
                  </a:lnTo>
                  <a:lnTo>
                    <a:pt x="123317" y="30684"/>
                  </a:lnTo>
                  <a:lnTo>
                    <a:pt x="124433" y="30229"/>
                  </a:lnTo>
                  <a:lnTo>
                    <a:pt x="125551" y="29779"/>
                  </a:lnTo>
                  <a:lnTo>
                    <a:pt x="126671" y="29334"/>
                  </a:lnTo>
                  <a:lnTo>
                    <a:pt x="127793" y="28893"/>
                  </a:lnTo>
                  <a:lnTo>
                    <a:pt x="128917" y="28458"/>
                  </a:lnTo>
                  <a:lnTo>
                    <a:pt x="129583" y="27125"/>
                  </a:lnTo>
                  <a:lnTo>
                    <a:pt x="130260" y="25772"/>
                  </a:lnTo>
                  <a:lnTo>
                    <a:pt x="131311" y="25493"/>
                  </a:lnTo>
                  <a:lnTo>
                    <a:pt x="132363" y="25215"/>
                  </a:lnTo>
                  <a:lnTo>
                    <a:pt x="133415" y="24938"/>
                  </a:lnTo>
                  <a:lnTo>
                    <a:pt x="134468" y="24664"/>
                  </a:lnTo>
                  <a:lnTo>
                    <a:pt x="135521" y="24393"/>
                  </a:lnTo>
                  <a:lnTo>
                    <a:pt x="136576" y="24125"/>
                  </a:lnTo>
                  <a:lnTo>
                    <a:pt x="137578" y="23773"/>
                  </a:lnTo>
                  <a:lnTo>
                    <a:pt x="138570" y="23397"/>
                  </a:lnTo>
                  <a:lnTo>
                    <a:pt x="139552" y="23000"/>
                  </a:lnTo>
                  <a:lnTo>
                    <a:pt x="140525" y="22583"/>
                  </a:lnTo>
                  <a:lnTo>
                    <a:pt x="141489" y="22149"/>
                  </a:lnTo>
                  <a:lnTo>
                    <a:pt x="142445" y="21698"/>
                  </a:lnTo>
                  <a:lnTo>
                    <a:pt x="143396" y="21232"/>
                  </a:lnTo>
                  <a:lnTo>
                    <a:pt x="144340" y="20754"/>
                  </a:lnTo>
                  <a:lnTo>
                    <a:pt x="145279" y="20266"/>
                  </a:lnTo>
                  <a:lnTo>
                    <a:pt x="146215" y="19768"/>
                  </a:lnTo>
                  <a:lnTo>
                    <a:pt x="147147" y="19264"/>
                  </a:lnTo>
                  <a:lnTo>
                    <a:pt x="148077" y="18754"/>
                  </a:lnTo>
                  <a:lnTo>
                    <a:pt x="149006" y="18240"/>
                  </a:lnTo>
                  <a:lnTo>
                    <a:pt x="149934" y="17725"/>
                  </a:lnTo>
                  <a:lnTo>
                    <a:pt x="150863" y="17210"/>
                  </a:lnTo>
                  <a:lnTo>
                    <a:pt x="151793" y="16697"/>
                  </a:lnTo>
                  <a:lnTo>
                    <a:pt x="152946" y="16242"/>
                  </a:lnTo>
                  <a:lnTo>
                    <a:pt x="154048" y="15863"/>
                  </a:lnTo>
                  <a:lnTo>
                    <a:pt x="155112" y="15555"/>
                  </a:lnTo>
                  <a:lnTo>
                    <a:pt x="156152" y="15314"/>
                  </a:lnTo>
                  <a:lnTo>
                    <a:pt x="157180" y="15133"/>
                  </a:lnTo>
                  <a:lnTo>
                    <a:pt x="158210" y="15007"/>
                  </a:lnTo>
                  <a:lnTo>
                    <a:pt x="159254" y="14932"/>
                  </a:lnTo>
                  <a:lnTo>
                    <a:pt x="160325" y="14902"/>
                  </a:lnTo>
                  <a:lnTo>
                    <a:pt x="161436" y="14911"/>
                  </a:lnTo>
                  <a:lnTo>
                    <a:pt x="162601" y="14956"/>
                  </a:lnTo>
                  <a:lnTo>
                    <a:pt x="163832" y="15029"/>
                  </a:lnTo>
                  <a:lnTo>
                    <a:pt x="163832" y="13697"/>
                  </a:lnTo>
                  <a:lnTo>
                    <a:pt x="163832" y="12344"/>
                  </a:lnTo>
                  <a:lnTo>
                    <a:pt x="164863" y="12128"/>
                  </a:lnTo>
                  <a:lnTo>
                    <a:pt x="165896" y="11911"/>
                  </a:lnTo>
                  <a:lnTo>
                    <a:pt x="166935" y="11693"/>
                  </a:lnTo>
                  <a:lnTo>
                    <a:pt x="167980" y="11474"/>
                  </a:lnTo>
                  <a:lnTo>
                    <a:pt x="169036" y="11253"/>
                  </a:lnTo>
                  <a:lnTo>
                    <a:pt x="170106" y="11012"/>
                  </a:lnTo>
                  <a:lnTo>
                    <a:pt x="171173" y="10764"/>
                  </a:lnTo>
                  <a:lnTo>
                    <a:pt x="172237" y="10509"/>
                  </a:lnTo>
                  <a:lnTo>
                    <a:pt x="173299" y="10247"/>
                  </a:lnTo>
                  <a:lnTo>
                    <a:pt x="174358" y="9979"/>
                  </a:lnTo>
                  <a:lnTo>
                    <a:pt x="175414" y="9705"/>
                  </a:lnTo>
                  <a:lnTo>
                    <a:pt x="176469" y="9425"/>
                  </a:lnTo>
                  <a:lnTo>
                    <a:pt x="177523" y="9140"/>
                  </a:lnTo>
                  <a:lnTo>
                    <a:pt x="178574" y="8849"/>
                  </a:lnTo>
                  <a:lnTo>
                    <a:pt x="179625" y="8553"/>
                  </a:lnTo>
                  <a:lnTo>
                    <a:pt x="180674" y="8251"/>
                  </a:lnTo>
                  <a:lnTo>
                    <a:pt x="181723" y="7945"/>
                  </a:lnTo>
                  <a:lnTo>
                    <a:pt x="182771" y="7635"/>
                  </a:lnTo>
                  <a:lnTo>
                    <a:pt x="183819" y="7320"/>
                  </a:lnTo>
                  <a:lnTo>
                    <a:pt x="184867" y="7001"/>
                  </a:lnTo>
                  <a:lnTo>
                    <a:pt x="185916" y="6678"/>
                  </a:lnTo>
                  <a:lnTo>
                    <a:pt x="187049" y="6331"/>
                  </a:lnTo>
                  <a:lnTo>
                    <a:pt x="188190" y="5983"/>
                  </a:lnTo>
                  <a:lnTo>
                    <a:pt x="189347" y="5629"/>
                  </a:lnTo>
                  <a:lnTo>
                    <a:pt x="189813" y="5482"/>
                  </a:lnTo>
                  <a:lnTo>
                    <a:pt x="190416" y="5291"/>
                  </a:lnTo>
                  <a:lnTo>
                    <a:pt x="191559" y="4930"/>
                  </a:lnTo>
                  <a:lnTo>
                    <a:pt x="193644" y="4272"/>
                  </a:lnTo>
                  <a:lnTo>
                    <a:pt x="194733" y="3999"/>
                  </a:lnTo>
                  <a:lnTo>
                    <a:pt x="195808" y="3749"/>
                  </a:lnTo>
                  <a:lnTo>
                    <a:pt x="196873" y="3523"/>
                  </a:lnTo>
                  <a:lnTo>
                    <a:pt x="197930" y="3317"/>
                  </a:lnTo>
                  <a:lnTo>
                    <a:pt x="198981" y="3131"/>
                  </a:lnTo>
                  <a:lnTo>
                    <a:pt x="200030" y="2964"/>
                  </a:lnTo>
                  <a:lnTo>
                    <a:pt x="201079" y="2814"/>
                  </a:lnTo>
                  <a:lnTo>
                    <a:pt x="202130" y="2680"/>
                  </a:lnTo>
                  <a:lnTo>
                    <a:pt x="203185" y="2560"/>
                  </a:lnTo>
                  <a:lnTo>
                    <a:pt x="204249" y="2455"/>
                  </a:lnTo>
                  <a:lnTo>
                    <a:pt x="205322" y="2361"/>
                  </a:lnTo>
                  <a:lnTo>
                    <a:pt x="206408" y="2278"/>
                  </a:lnTo>
                  <a:lnTo>
                    <a:pt x="207510" y="2205"/>
                  </a:lnTo>
                  <a:lnTo>
                    <a:pt x="208629" y="2140"/>
                  </a:lnTo>
                  <a:lnTo>
                    <a:pt x="209984" y="2062"/>
                  </a:lnTo>
                  <a:lnTo>
                    <a:pt x="211361" y="1982"/>
                  </a:lnTo>
                  <a:lnTo>
                    <a:pt x="212428" y="1921"/>
                  </a:lnTo>
                  <a:lnTo>
                    <a:pt x="213495" y="1860"/>
                  </a:lnTo>
                  <a:lnTo>
                    <a:pt x="214562" y="1801"/>
                  </a:lnTo>
                  <a:lnTo>
                    <a:pt x="215629" y="1743"/>
                  </a:lnTo>
                  <a:lnTo>
                    <a:pt x="216696" y="1686"/>
                  </a:lnTo>
                  <a:lnTo>
                    <a:pt x="217763" y="1629"/>
                  </a:lnTo>
                  <a:lnTo>
                    <a:pt x="218830" y="1573"/>
                  </a:lnTo>
                  <a:lnTo>
                    <a:pt x="219897" y="1517"/>
                  </a:lnTo>
                  <a:lnTo>
                    <a:pt x="220972" y="1459"/>
                  </a:lnTo>
                  <a:lnTo>
                    <a:pt x="222046" y="1400"/>
                  </a:lnTo>
                  <a:lnTo>
                    <a:pt x="223121" y="1341"/>
                  </a:lnTo>
                  <a:lnTo>
                    <a:pt x="224195" y="1281"/>
                  </a:lnTo>
                  <a:lnTo>
                    <a:pt x="225269" y="1221"/>
                  </a:lnTo>
                  <a:lnTo>
                    <a:pt x="226344" y="1161"/>
                  </a:lnTo>
                  <a:lnTo>
                    <a:pt x="227418" y="1100"/>
                  </a:lnTo>
                  <a:lnTo>
                    <a:pt x="228492" y="1038"/>
                  </a:lnTo>
                  <a:lnTo>
                    <a:pt x="229600" y="975"/>
                  </a:lnTo>
                  <a:lnTo>
                    <a:pt x="230708" y="913"/>
                  </a:lnTo>
                  <a:lnTo>
                    <a:pt x="231815" y="852"/>
                  </a:lnTo>
                  <a:lnTo>
                    <a:pt x="232923" y="792"/>
                  </a:lnTo>
                  <a:lnTo>
                    <a:pt x="234031" y="732"/>
                  </a:lnTo>
                  <a:lnTo>
                    <a:pt x="235139" y="673"/>
                  </a:lnTo>
                  <a:lnTo>
                    <a:pt x="236247" y="614"/>
                  </a:lnTo>
                  <a:lnTo>
                    <a:pt x="237331" y="523"/>
                  </a:lnTo>
                  <a:lnTo>
                    <a:pt x="238410" y="439"/>
                  </a:lnTo>
                  <a:lnTo>
                    <a:pt x="239483" y="363"/>
                  </a:lnTo>
                  <a:lnTo>
                    <a:pt x="240551" y="293"/>
                  </a:lnTo>
                  <a:lnTo>
                    <a:pt x="241614" y="230"/>
                  </a:lnTo>
                  <a:lnTo>
                    <a:pt x="242673" y="175"/>
                  </a:lnTo>
                  <a:lnTo>
                    <a:pt x="243727" y="127"/>
                  </a:lnTo>
                  <a:lnTo>
                    <a:pt x="244776" y="86"/>
                  </a:lnTo>
                  <a:lnTo>
                    <a:pt x="245822" y="53"/>
                  </a:lnTo>
                  <a:lnTo>
                    <a:pt x="246864" y="28"/>
                  </a:lnTo>
                  <a:lnTo>
                    <a:pt x="247902" y="11"/>
                  </a:lnTo>
                  <a:lnTo>
                    <a:pt x="248937" y="2"/>
                  </a:lnTo>
                  <a:lnTo>
                    <a:pt x="249968" y="0"/>
                  </a:lnTo>
                  <a:lnTo>
                    <a:pt x="250997" y="7"/>
                  </a:lnTo>
                  <a:lnTo>
                    <a:pt x="252022" y="23"/>
                  </a:lnTo>
                  <a:lnTo>
                    <a:pt x="253046" y="46"/>
                  </a:lnTo>
                  <a:lnTo>
                    <a:pt x="254067" y="79"/>
                  </a:lnTo>
                  <a:lnTo>
                    <a:pt x="255085" y="120"/>
                  </a:lnTo>
                  <a:lnTo>
                    <a:pt x="256102" y="169"/>
                  </a:lnTo>
                  <a:lnTo>
                    <a:pt x="257118" y="228"/>
                  </a:lnTo>
                  <a:lnTo>
                    <a:pt x="258131" y="296"/>
                  </a:lnTo>
                  <a:lnTo>
                    <a:pt x="259144" y="373"/>
                  </a:lnTo>
                  <a:lnTo>
                    <a:pt x="260156" y="459"/>
                  </a:lnTo>
                  <a:lnTo>
                    <a:pt x="261166" y="555"/>
                  </a:lnTo>
                  <a:lnTo>
                    <a:pt x="262177" y="660"/>
                  </a:lnTo>
                  <a:lnTo>
                    <a:pt x="263186" y="775"/>
                  </a:lnTo>
                  <a:lnTo>
                    <a:pt x="264196" y="899"/>
                  </a:lnTo>
                  <a:lnTo>
                    <a:pt x="265206" y="1034"/>
                  </a:lnTo>
                  <a:lnTo>
                    <a:pt x="266216" y="1178"/>
                  </a:lnTo>
                  <a:lnTo>
                    <a:pt x="267226" y="1333"/>
                  </a:lnTo>
                  <a:lnTo>
                    <a:pt x="268237" y="1498"/>
                  </a:lnTo>
                  <a:lnTo>
                    <a:pt x="269250" y="1673"/>
                  </a:lnTo>
                  <a:lnTo>
                    <a:pt x="270263" y="1859"/>
                  </a:lnTo>
                  <a:lnTo>
                    <a:pt x="271277" y="2056"/>
                  </a:lnTo>
                  <a:lnTo>
                    <a:pt x="272294" y="2263"/>
                  </a:lnTo>
                  <a:lnTo>
                    <a:pt x="273312" y="2481"/>
                  </a:lnTo>
                  <a:lnTo>
                    <a:pt x="274332" y="2710"/>
                  </a:lnTo>
                  <a:lnTo>
                    <a:pt x="275354" y="2950"/>
                  </a:lnTo>
                  <a:lnTo>
                    <a:pt x="276379" y="3201"/>
                  </a:lnTo>
                  <a:lnTo>
                    <a:pt x="277406" y="3464"/>
                  </a:lnTo>
                  <a:lnTo>
                    <a:pt x="278437" y="3738"/>
                  </a:lnTo>
                  <a:lnTo>
                    <a:pt x="279470" y="4023"/>
                  </a:lnTo>
                  <a:lnTo>
                    <a:pt x="280507" y="4321"/>
                  </a:lnTo>
                  <a:lnTo>
                    <a:pt x="281547" y="4630"/>
                  </a:lnTo>
                  <a:lnTo>
                    <a:pt x="282591" y="4951"/>
                  </a:lnTo>
                  <a:lnTo>
                    <a:pt x="283639" y="5284"/>
                  </a:lnTo>
                  <a:lnTo>
                    <a:pt x="284691" y="5629"/>
                  </a:lnTo>
                  <a:close/>
                  <a:moveTo>
                    <a:pt x="209490" y="6972"/>
                  </a:moveTo>
                  <a:lnTo>
                    <a:pt x="208282" y="7052"/>
                  </a:lnTo>
                  <a:lnTo>
                    <a:pt x="207074" y="7125"/>
                  </a:lnTo>
                  <a:lnTo>
                    <a:pt x="205865" y="7192"/>
                  </a:lnTo>
                  <a:lnTo>
                    <a:pt x="204656" y="7252"/>
                  </a:lnTo>
                  <a:lnTo>
                    <a:pt x="203447" y="7308"/>
                  </a:lnTo>
                  <a:lnTo>
                    <a:pt x="202406" y="7400"/>
                  </a:lnTo>
                  <a:lnTo>
                    <a:pt x="201365" y="7503"/>
                  </a:lnTo>
                  <a:lnTo>
                    <a:pt x="200323" y="7616"/>
                  </a:lnTo>
                  <a:lnTo>
                    <a:pt x="199281" y="7738"/>
                  </a:lnTo>
                  <a:lnTo>
                    <a:pt x="198240" y="7870"/>
                  </a:lnTo>
                  <a:lnTo>
                    <a:pt x="197198" y="8012"/>
                  </a:lnTo>
                  <a:lnTo>
                    <a:pt x="196157" y="8164"/>
                  </a:lnTo>
                  <a:lnTo>
                    <a:pt x="195116" y="8324"/>
                  </a:lnTo>
                  <a:lnTo>
                    <a:pt x="194076" y="8494"/>
                  </a:lnTo>
                  <a:lnTo>
                    <a:pt x="193036" y="8673"/>
                  </a:lnTo>
                  <a:lnTo>
                    <a:pt x="191996" y="8861"/>
                  </a:lnTo>
                  <a:lnTo>
                    <a:pt x="190957" y="9058"/>
                  </a:lnTo>
                  <a:lnTo>
                    <a:pt x="189919" y="9263"/>
                  </a:lnTo>
                  <a:lnTo>
                    <a:pt x="188882" y="9477"/>
                  </a:lnTo>
                  <a:lnTo>
                    <a:pt x="187846" y="9699"/>
                  </a:lnTo>
                  <a:lnTo>
                    <a:pt x="186811" y="9930"/>
                  </a:lnTo>
                  <a:lnTo>
                    <a:pt x="185777" y="10168"/>
                  </a:lnTo>
                  <a:lnTo>
                    <a:pt x="184744" y="10415"/>
                  </a:lnTo>
                  <a:lnTo>
                    <a:pt x="183713" y="10669"/>
                  </a:lnTo>
                  <a:lnTo>
                    <a:pt x="182683" y="10931"/>
                  </a:lnTo>
                  <a:lnTo>
                    <a:pt x="181655" y="11201"/>
                  </a:lnTo>
                  <a:lnTo>
                    <a:pt x="180628" y="11478"/>
                  </a:lnTo>
                  <a:lnTo>
                    <a:pt x="179603" y="11762"/>
                  </a:lnTo>
                  <a:lnTo>
                    <a:pt x="178580" y="12053"/>
                  </a:lnTo>
                  <a:lnTo>
                    <a:pt x="177559" y="12351"/>
                  </a:lnTo>
                  <a:lnTo>
                    <a:pt x="176540" y="12656"/>
                  </a:lnTo>
                  <a:lnTo>
                    <a:pt x="175523" y="12968"/>
                  </a:lnTo>
                  <a:lnTo>
                    <a:pt x="174508" y="13287"/>
                  </a:lnTo>
                  <a:lnTo>
                    <a:pt x="173496" y="13612"/>
                  </a:lnTo>
                  <a:lnTo>
                    <a:pt x="172486" y="13943"/>
                  </a:lnTo>
                  <a:lnTo>
                    <a:pt x="171478" y="14280"/>
                  </a:lnTo>
                  <a:lnTo>
                    <a:pt x="170473" y="14623"/>
                  </a:lnTo>
                  <a:lnTo>
                    <a:pt x="169471" y="14972"/>
                  </a:lnTo>
                  <a:lnTo>
                    <a:pt x="168471" y="15327"/>
                  </a:lnTo>
                  <a:lnTo>
                    <a:pt x="167475" y="15688"/>
                  </a:lnTo>
                  <a:lnTo>
                    <a:pt x="166481" y="16054"/>
                  </a:lnTo>
                  <a:lnTo>
                    <a:pt x="165491" y="16425"/>
                  </a:lnTo>
                  <a:lnTo>
                    <a:pt x="164503" y="16802"/>
                  </a:lnTo>
                  <a:lnTo>
                    <a:pt x="163519" y="17183"/>
                  </a:lnTo>
                  <a:lnTo>
                    <a:pt x="162538" y="17570"/>
                  </a:lnTo>
                  <a:lnTo>
                    <a:pt x="161561" y="17961"/>
                  </a:lnTo>
                  <a:lnTo>
                    <a:pt x="160587" y="18357"/>
                  </a:lnTo>
                  <a:lnTo>
                    <a:pt x="159617" y="18757"/>
                  </a:lnTo>
                  <a:lnTo>
                    <a:pt x="158651" y="19162"/>
                  </a:lnTo>
                  <a:lnTo>
                    <a:pt x="157688" y="19571"/>
                  </a:lnTo>
                  <a:lnTo>
                    <a:pt x="156729" y="19984"/>
                  </a:lnTo>
                  <a:lnTo>
                    <a:pt x="155775" y="20401"/>
                  </a:lnTo>
                  <a:lnTo>
                    <a:pt x="154756" y="20798"/>
                  </a:lnTo>
                  <a:lnTo>
                    <a:pt x="153738" y="21195"/>
                  </a:lnTo>
                  <a:lnTo>
                    <a:pt x="152719" y="21591"/>
                  </a:lnTo>
                  <a:lnTo>
                    <a:pt x="151700" y="21987"/>
                  </a:lnTo>
                  <a:lnTo>
                    <a:pt x="150681" y="22382"/>
                  </a:lnTo>
                  <a:lnTo>
                    <a:pt x="149661" y="22776"/>
                  </a:lnTo>
                  <a:lnTo>
                    <a:pt x="148641" y="23170"/>
                  </a:lnTo>
                  <a:lnTo>
                    <a:pt x="147657" y="23566"/>
                  </a:lnTo>
                  <a:lnTo>
                    <a:pt x="146681" y="23965"/>
                  </a:lnTo>
                  <a:lnTo>
                    <a:pt x="145712" y="24367"/>
                  </a:lnTo>
                  <a:lnTo>
                    <a:pt x="144752" y="24777"/>
                  </a:lnTo>
                  <a:lnTo>
                    <a:pt x="143799" y="25196"/>
                  </a:lnTo>
                  <a:lnTo>
                    <a:pt x="142855" y="25626"/>
                  </a:lnTo>
                  <a:lnTo>
                    <a:pt x="141919" y="26071"/>
                  </a:lnTo>
                  <a:lnTo>
                    <a:pt x="140993" y="26533"/>
                  </a:lnTo>
                  <a:lnTo>
                    <a:pt x="140075" y="27014"/>
                  </a:lnTo>
                  <a:lnTo>
                    <a:pt x="139167" y="27518"/>
                  </a:lnTo>
                  <a:lnTo>
                    <a:pt x="138268" y="28045"/>
                  </a:lnTo>
                  <a:lnTo>
                    <a:pt x="137379" y="28600"/>
                  </a:lnTo>
                  <a:lnTo>
                    <a:pt x="136500" y="29185"/>
                  </a:lnTo>
                  <a:lnTo>
                    <a:pt x="135631" y="29801"/>
                  </a:lnTo>
                  <a:lnTo>
                    <a:pt x="135631" y="31134"/>
                  </a:lnTo>
                  <a:lnTo>
                    <a:pt x="135631" y="32487"/>
                  </a:lnTo>
                  <a:lnTo>
                    <a:pt x="134173" y="32737"/>
                  </a:lnTo>
                  <a:lnTo>
                    <a:pt x="132693" y="32990"/>
                  </a:lnTo>
                  <a:lnTo>
                    <a:pt x="131590" y="33249"/>
                  </a:lnTo>
                  <a:lnTo>
                    <a:pt x="130510" y="33530"/>
                  </a:lnTo>
                  <a:lnTo>
                    <a:pt x="129448" y="33833"/>
                  </a:lnTo>
                  <a:lnTo>
                    <a:pt x="128401" y="34156"/>
                  </a:lnTo>
                  <a:lnTo>
                    <a:pt x="127364" y="34501"/>
                  </a:lnTo>
                  <a:lnTo>
                    <a:pt x="126334" y="34865"/>
                  </a:lnTo>
                  <a:lnTo>
                    <a:pt x="125307" y="35249"/>
                  </a:lnTo>
                  <a:lnTo>
                    <a:pt x="124279" y="35653"/>
                  </a:lnTo>
                  <a:lnTo>
                    <a:pt x="123245" y="36075"/>
                  </a:lnTo>
                  <a:lnTo>
                    <a:pt x="122203" y="36516"/>
                  </a:lnTo>
                  <a:lnTo>
                    <a:pt x="122203" y="37848"/>
                  </a:lnTo>
                  <a:lnTo>
                    <a:pt x="122203" y="39201"/>
                  </a:lnTo>
                  <a:lnTo>
                    <a:pt x="121199" y="39735"/>
                  </a:lnTo>
                  <a:lnTo>
                    <a:pt x="120225" y="40236"/>
                  </a:lnTo>
                  <a:lnTo>
                    <a:pt x="119265" y="40700"/>
                  </a:lnTo>
                  <a:lnTo>
                    <a:pt x="118304" y="41122"/>
                  </a:lnTo>
                  <a:lnTo>
                    <a:pt x="117327" y="41498"/>
                  </a:lnTo>
                  <a:lnTo>
                    <a:pt x="116319" y="41824"/>
                  </a:lnTo>
                  <a:lnTo>
                    <a:pt x="115263" y="42095"/>
                  </a:lnTo>
                  <a:lnTo>
                    <a:pt x="114145" y="42306"/>
                  </a:lnTo>
                  <a:lnTo>
                    <a:pt x="113021" y="42765"/>
                  </a:lnTo>
                  <a:lnTo>
                    <a:pt x="112024" y="43313"/>
                  </a:lnTo>
                  <a:lnTo>
                    <a:pt x="111133" y="43942"/>
                  </a:lnTo>
                  <a:lnTo>
                    <a:pt x="110327" y="44645"/>
                  </a:lnTo>
                  <a:lnTo>
                    <a:pt x="109585" y="45414"/>
                  </a:lnTo>
                  <a:lnTo>
                    <a:pt x="108886" y="46239"/>
                  </a:lnTo>
                  <a:lnTo>
                    <a:pt x="108208" y="47112"/>
                  </a:lnTo>
                  <a:lnTo>
                    <a:pt x="107529" y="48027"/>
                  </a:lnTo>
                  <a:lnTo>
                    <a:pt x="106830" y="48974"/>
                  </a:lnTo>
                  <a:lnTo>
                    <a:pt x="106088" y="49944"/>
                  </a:lnTo>
                  <a:lnTo>
                    <a:pt x="105144" y="50544"/>
                  </a:lnTo>
                  <a:lnTo>
                    <a:pt x="104194" y="51136"/>
                  </a:lnTo>
                  <a:lnTo>
                    <a:pt x="103240" y="51719"/>
                  </a:lnTo>
                  <a:lnTo>
                    <a:pt x="102280" y="52295"/>
                  </a:lnTo>
                  <a:lnTo>
                    <a:pt x="101316" y="52862"/>
                  </a:lnTo>
                  <a:lnTo>
                    <a:pt x="100347" y="53422"/>
                  </a:lnTo>
                  <a:lnTo>
                    <a:pt x="99374" y="53973"/>
                  </a:lnTo>
                  <a:lnTo>
                    <a:pt x="97734" y="55223"/>
                  </a:lnTo>
                  <a:lnTo>
                    <a:pt x="96337" y="56291"/>
                  </a:lnTo>
                  <a:lnTo>
                    <a:pt x="95155" y="57202"/>
                  </a:lnTo>
                  <a:lnTo>
                    <a:pt x="94156" y="57983"/>
                  </a:lnTo>
                  <a:lnTo>
                    <a:pt x="93313" y="58659"/>
                  </a:lnTo>
                  <a:lnTo>
                    <a:pt x="92596" y="59256"/>
                  </a:lnTo>
                  <a:lnTo>
                    <a:pt x="91975" y="59800"/>
                  </a:lnTo>
                  <a:lnTo>
                    <a:pt x="91421" y="60315"/>
                  </a:lnTo>
                  <a:lnTo>
                    <a:pt x="90904" y="60829"/>
                  </a:lnTo>
                  <a:lnTo>
                    <a:pt x="90397" y="61365"/>
                  </a:lnTo>
                  <a:lnTo>
                    <a:pt x="89868" y="61951"/>
                  </a:lnTo>
                  <a:lnTo>
                    <a:pt x="89289" y="62612"/>
                  </a:lnTo>
                  <a:lnTo>
                    <a:pt x="88631" y="63373"/>
                  </a:lnTo>
                  <a:lnTo>
                    <a:pt x="88631" y="64706"/>
                  </a:lnTo>
                  <a:lnTo>
                    <a:pt x="88631" y="66059"/>
                  </a:lnTo>
                  <a:lnTo>
                    <a:pt x="87298" y="66059"/>
                  </a:lnTo>
                  <a:lnTo>
                    <a:pt x="85945" y="66059"/>
                  </a:lnTo>
                  <a:lnTo>
                    <a:pt x="85612" y="67057"/>
                  </a:lnTo>
                  <a:lnTo>
                    <a:pt x="85278" y="68058"/>
                  </a:lnTo>
                  <a:lnTo>
                    <a:pt x="84942" y="69067"/>
                  </a:lnTo>
                  <a:lnTo>
                    <a:pt x="84602" y="70088"/>
                  </a:lnTo>
                  <a:lnTo>
                    <a:pt x="83856" y="70834"/>
                  </a:lnTo>
                  <a:lnTo>
                    <a:pt x="83110" y="71580"/>
                  </a:lnTo>
                  <a:lnTo>
                    <a:pt x="82364" y="72326"/>
                  </a:lnTo>
                  <a:lnTo>
                    <a:pt x="81618" y="73072"/>
                  </a:lnTo>
                  <a:lnTo>
                    <a:pt x="80872" y="73818"/>
                  </a:lnTo>
                  <a:lnTo>
                    <a:pt x="80126" y="74564"/>
                  </a:lnTo>
                  <a:lnTo>
                    <a:pt x="79380" y="75310"/>
                  </a:lnTo>
                  <a:lnTo>
                    <a:pt x="78634" y="76056"/>
                  </a:lnTo>
                  <a:lnTo>
                    <a:pt x="77887" y="76802"/>
                  </a:lnTo>
                  <a:lnTo>
                    <a:pt x="77887" y="78135"/>
                  </a:lnTo>
                  <a:lnTo>
                    <a:pt x="77887" y="79488"/>
                  </a:lnTo>
                  <a:lnTo>
                    <a:pt x="77419" y="79605"/>
                  </a:lnTo>
                  <a:lnTo>
                    <a:pt x="76906" y="79733"/>
                  </a:lnTo>
                  <a:lnTo>
                    <a:pt x="76089" y="79937"/>
                  </a:lnTo>
                  <a:lnTo>
                    <a:pt x="74712" y="80282"/>
                  </a:lnTo>
                  <a:lnTo>
                    <a:pt x="72516" y="80831"/>
                  </a:lnTo>
                  <a:lnTo>
                    <a:pt x="72516" y="82163"/>
                  </a:lnTo>
                  <a:lnTo>
                    <a:pt x="72516" y="83516"/>
                  </a:lnTo>
                  <a:lnTo>
                    <a:pt x="71183" y="83516"/>
                  </a:lnTo>
                  <a:lnTo>
                    <a:pt x="69830" y="83516"/>
                  </a:lnTo>
                  <a:lnTo>
                    <a:pt x="69573" y="84077"/>
                  </a:lnTo>
                  <a:lnTo>
                    <a:pt x="68796" y="85772"/>
                  </a:lnTo>
                  <a:lnTo>
                    <a:pt x="68334" y="86746"/>
                  </a:lnTo>
                  <a:lnTo>
                    <a:pt x="67868" y="87727"/>
                  </a:lnTo>
                  <a:lnTo>
                    <a:pt x="67397" y="88720"/>
                  </a:lnTo>
                  <a:lnTo>
                    <a:pt x="66944" y="89687"/>
                  </a:lnTo>
                  <a:lnTo>
                    <a:pt x="66489" y="90661"/>
                  </a:lnTo>
                  <a:lnTo>
                    <a:pt x="66027" y="91648"/>
                  </a:lnTo>
                  <a:lnTo>
                    <a:pt x="65435" y="92622"/>
                  </a:lnTo>
                  <a:lnTo>
                    <a:pt x="64936" y="93370"/>
                  </a:lnTo>
                  <a:lnTo>
                    <a:pt x="64434" y="93984"/>
                  </a:lnTo>
                  <a:lnTo>
                    <a:pt x="63830" y="94555"/>
                  </a:lnTo>
                  <a:lnTo>
                    <a:pt x="63027" y="95177"/>
                  </a:lnTo>
                  <a:lnTo>
                    <a:pt x="61926" y="95943"/>
                  </a:lnTo>
                  <a:lnTo>
                    <a:pt x="60430" y="96945"/>
                  </a:lnTo>
                  <a:lnTo>
                    <a:pt x="60430" y="98278"/>
                  </a:lnTo>
                  <a:lnTo>
                    <a:pt x="60430" y="99631"/>
                  </a:lnTo>
                  <a:lnTo>
                    <a:pt x="59097" y="99631"/>
                  </a:lnTo>
                  <a:lnTo>
                    <a:pt x="57744" y="99631"/>
                  </a:lnTo>
                  <a:lnTo>
                    <a:pt x="57111" y="100551"/>
                  </a:lnTo>
                  <a:lnTo>
                    <a:pt x="56488" y="101470"/>
                  </a:lnTo>
                  <a:lnTo>
                    <a:pt x="55875" y="102390"/>
                  </a:lnTo>
                  <a:lnTo>
                    <a:pt x="55271" y="103311"/>
                  </a:lnTo>
                  <a:lnTo>
                    <a:pt x="54675" y="104236"/>
                  </a:lnTo>
                  <a:lnTo>
                    <a:pt x="54086" y="105164"/>
                  </a:lnTo>
                  <a:lnTo>
                    <a:pt x="53504" y="106099"/>
                  </a:lnTo>
                  <a:lnTo>
                    <a:pt x="52926" y="107040"/>
                  </a:lnTo>
                  <a:lnTo>
                    <a:pt x="52354" y="107989"/>
                  </a:lnTo>
                  <a:lnTo>
                    <a:pt x="51785" y="108948"/>
                  </a:lnTo>
                  <a:lnTo>
                    <a:pt x="51240" y="109867"/>
                  </a:lnTo>
                  <a:lnTo>
                    <a:pt x="50690" y="110792"/>
                  </a:lnTo>
                  <a:lnTo>
                    <a:pt x="50133" y="111729"/>
                  </a:lnTo>
                  <a:lnTo>
                    <a:pt x="49582" y="112680"/>
                  </a:lnTo>
                  <a:lnTo>
                    <a:pt x="49037" y="113632"/>
                  </a:lnTo>
                  <a:lnTo>
                    <a:pt x="48498" y="114583"/>
                  </a:lnTo>
                  <a:lnTo>
                    <a:pt x="47967" y="115536"/>
                  </a:lnTo>
                  <a:lnTo>
                    <a:pt x="47447" y="116490"/>
                  </a:lnTo>
                  <a:lnTo>
                    <a:pt x="46939" y="117447"/>
                  </a:lnTo>
                  <a:lnTo>
                    <a:pt x="46443" y="118407"/>
                  </a:lnTo>
                  <a:lnTo>
                    <a:pt x="45963" y="119371"/>
                  </a:lnTo>
                  <a:lnTo>
                    <a:pt x="45499" y="120339"/>
                  </a:lnTo>
                  <a:lnTo>
                    <a:pt x="45053" y="121313"/>
                  </a:lnTo>
                  <a:lnTo>
                    <a:pt x="44627" y="122293"/>
                  </a:lnTo>
                  <a:lnTo>
                    <a:pt x="44223" y="123279"/>
                  </a:lnTo>
                  <a:lnTo>
                    <a:pt x="43841" y="124273"/>
                  </a:lnTo>
                  <a:lnTo>
                    <a:pt x="43485" y="125275"/>
                  </a:lnTo>
                  <a:lnTo>
                    <a:pt x="43154" y="126285"/>
                  </a:lnTo>
                  <a:lnTo>
                    <a:pt x="42851" y="127305"/>
                  </a:lnTo>
                  <a:lnTo>
                    <a:pt x="42578" y="128335"/>
                  </a:lnTo>
                  <a:lnTo>
                    <a:pt x="42336" y="129376"/>
                  </a:lnTo>
                  <a:lnTo>
                    <a:pt x="42127" y="130429"/>
                  </a:lnTo>
                  <a:lnTo>
                    <a:pt x="41952" y="131494"/>
                  </a:lnTo>
                  <a:lnTo>
                    <a:pt x="41814" y="132571"/>
                  </a:lnTo>
                  <a:lnTo>
                    <a:pt x="41713" y="133663"/>
                  </a:lnTo>
                  <a:lnTo>
                    <a:pt x="41651" y="134768"/>
                  </a:lnTo>
                  <a:lnTo>
                    <a:pt x="41630" y="135889"/>
                  </a:lnTo>
                  <a:lnTo>
                    <a:pt x="40297" y="135889"/>
                  </a:lnTo>
                  <a:lnTo>
                    <a:pt x="38944" y="135889"/>
                  </a:lnTo>
                  <a:lnTo>
                    <a:pt x="38401" y="136859"/>
                  </a:lnTo>
                  <a:lnTo>
                    <a:pt x="37903" y="137826"/>
                  </a:lnTo>
                  <a:lnTo>
                    <a:pt x="37447" y="138793"/>
                  </a:lnTo>
                  <a:lnTo>
                    <a:pt x="37029" y="139763"/>
                  </a:lnTo>
                  <a:lnTo>
                    <a:pt x="36645" y="140738"/>
                  </a:lnTo>
                  <a:lnTo>
                    <a:pt x="36291" y="141723"/>
                  </a:lnTo>
                  <a:lnTo>
                    <a:pt x="35963" y="142720"/>
                  </a:lnTo>
                  <a:lnTo>
                    <a:pt x="35657" y="143731"/>
                  </a:lnTo>
                  <a:lnTo>
                    <a:pt x="35369" y="144761"/>
                  </a:lnTo>
                  <a:lnTo>
                    <a:pt x="35095" y="145811"/>
                  </a:lnTo>
                  <a:lnTo>
                    <a:pt x="34832" y="146884"/>
                  </a:lnTo>
                  <a:lnTo>
                    <a:pt x="34295" y="149047"/>
                  </a:lnTo>
                  <a:lnTo>
                    <a:pt x="33896" y="150536"/>
                  </a:lnTo>
                  <a:lnTo>
                    <a:pt x="33562" y="151531"/>
                  </a:lnTo>
                  <a:lnTo>
                    <a:pt x="33221" y="152212"/>
                  </a:lnTo>
                  <a:lnTo>
                    <a:pt x="32801" y="152757"/>
                  </a:lnTo>
                  <a:lnTo>
                    <a:pt x="32229" y="153346"/>
                  </a:lnTo>
                  <a:lnTo>
                    <a:pt x="32023" y="154414"/>
                  </a:lnTo>
                  <a:lnTo>
                    <a:pt x="31820" y="155480"/>
                  </a:lnTo>
                  <a:lnTo>
                    <a:pt x="31620" y="156547"/>
                  </a:lnTo>
                  <a:lnTo>
                    <a:pt x="31423" y="157614"/>
                  </a:lnTo>
                  <a:lnTo>
                    <a:pt x="31229" y="158680"/>
                  </a:lnTo>
                  <a:lnTo>
                    <a:pt x="31039" y="159748"/>
                  </a:lnTo>
                  <a:lnTo>
                    <a:pt x="30852" y="160815"/>
                  </a:lnTo>
                  <a:lnTo>
                    <a:pt x="30667" y="161884"/>
                  </a:lnTo>
                  <a:lnTo>
                    <a:pt x="30486" y="162953"/>
                  </a:lnTo>
                  <a:lnTo>
                    <a:pt x="30308" y="164024"/>
                  </a:lnTo>
                  <a:lnTo>
                    <a:pt x="30132" y="165097"/>
                  </a:lnTo>
                  <a:lnTo>
                    <a:pt x="29945" y="166188"/>
                  </a:lnTo>
                  <a:lnTo>
                    <a:pt x="29757" y="167287"/>
                  </a:lnTo>
                  <a:lnTo>
                    <a:pt x="29568" y="168401"/>
                  </a:lnTo>
                  <a:lnTo>
                    <a:pt x="29394" y="169464"/>
                  </a:lnTo>
                  <a:lnTo>
                    <a:pt x="29225" y="170521"/>
                  </a:lnTo>
                  <a:lnTo>
                    <a:pt x="29063" y="171573"/>
                  </a:lnTo>
                  <a:lnTo>
                    <a:pt x="28909" y="172622"/>
                  </a:lnTo>
                  <a:lnTo>
                    <a:pt x="28766" y="173669"/>
                  </a:lnTo>
                  <a:lnTo>
                    <a:pt x="28633" y="174714"/>
                  </a:lnTo>
                  <a:lnTo>
                    <a:pt x="28513" y="175759"/>
                  </a:lnTo>
                  <a:lnTo>
                    <a:pt x="28408" y="176805"/>
                  </a:lnTo>
                  <a:lnTo>
                    <a:pt x="28319" y="177852"/>
                  </a:lnTo>
                  <a:lnTo>
                    <a:pt x="28247" y="178902"/>
                  </a:lnTo>
                  <a:lnTo>
                    <a:pt x="28194" y="179956"/>
                  </a:lnTo>
                  <a:lnTo>
                    <a:pt x="28161" y="181015"/>
                  </a:lnTo>
                  <a:lnTo>
                    <a:pt x="28150" y="182080"/>
                  </a:lnTo>
                  <a:lnTo>
                    <a:pt x="28163" y="183153"/>
                  </a:lnTo>
                  <a:lnTo>
                    <a:pt x="28201" y="184233"/>
                  </a:lnTo>
                  <a:lnTo>
                    <a:pt x="26868" y="184233"/>
                  </a:lnTo>
                  <a:lnTo>
                    <a:pt x="25515" y="184233"/>
                  </a:lnTo>
                  <a:lnTo>
                    <a:pt x="25128" y="185457"/>
                  </a:lnTo>
                  <a:lnTo>
                    <a:pt x="24810" y="186599"/>
                  </a:lnTo>
                  <a:lnTo>
                    <a:pt x="24556" y="187683"/>
                  </a:lnTo>
                  <a:lnTo>
                    <a:pt x="24360" y="188735"/>
                  </a:lnTo>
                  <a:lnTo>
                    <a:pt x="24213" y="189779"/>
                  </a:lnTo>
                  <a:lnTo>
                    <a:pt x="24111" y="190841"/>
                  </a:lnTo>
                  <a:lnTo>
                    <a:pt x="24045" y="191946"/>
                  </a:lnTo>
                  <a:lnTo>
                    <a:pt x="24010" y="193119"/>
                  </a:lnTo>
                  <a:lnTo>
                    <a:pt x="23999" y="194385"/>
                  </a:lnTo>
                  <a:lnTo>
                    <a:pt x="23994" y="195623"/>
                  </a:lnTo>
                  <a:lnTo>
                    <a:pt x="23990" y="196871"/>
                  </a:lnTo>
                  <a:lnTo>
                    <a:pt x="23986" y="198134"/>
                  </a:lnTo>
                  <a:lnTo>
                    <a:pt x="23988" y="199470"/>
                  </a:lnTo>
                  <a:lnTo>
                    <a:pt x="23991" y="200815"/>
                  </a:lnTo>
                  <a:lnTo>
                    <a:pt x="23994" y="202178"/>
                  </a:lnTo>
                  <a:lnTo>
                    <a:pt x="23993" y="203211"/>
                  </a:lnTo>
                  <a:lnTo>
                    <a:pt x="23992" y="204247"/>
                  </a:lnTo>
                  <a:lnTo>
                    <a:pt x="23991" y="205292"/>
                  </a:lnTo>
                  <a:lnTo>
                    <a:pt x="23990" y="206349"/>
                  </a:lnTo>
                  <a:lnTo>
                    <a:pt x="23990" y="207441"/>
                  </a:lnTo>
                  <a:lnTo>
                    <a:pt x="23990" y="208533"/>
                  </a:lnTo>
                  <a:lnTo>
                    <a:pt x="23990" y="209626"/>
                  </a:lnTo>
                  <a:lnTo>
                    <a:pt x="23991" y="210718"/>
                  </a:lnTo>
                  <a:lnTo>
                    <a:pt x="23992" y="211811"/>
                  </a:lnTo>
                  <a:lnTo>
                    <a:pt x="23994" y="212903"/>
                  </a:lnTo>
                  <a:lnTo>
                    <a:pt x="23995" y="213996"/>
                  </a:lnTo>
                  <a:lnTo>
                    <a:pt x="23998" y="215088"/>
                  </a:lnTo>
                  <a:lnTo>
                    <a:pt x="23999" y="216200"/>
                  </a:lnTo>
                  <a:lnTo>
                    <a:pt x="24000" y="217312"/>
                  </a:lnTo>
                  <a:lnTo>
                    <a:pt x="24000" y="218424"/>
                  </a:lnTo>
                  <a:lnTo>
                    <a:pt x="24000" y="219535"/>
                  </a:lnTo>
                  <a:lnTo>
                    <a:pt x="24000" y="220647"/>
                  </a:lnTo>
                  <a:lnTo>
                    <a:pt x="23999" y="221759"/>
                  </a:lnTo>
                  <a:lnTo>
                    <a:pt x="23998" y="222871"/>
                  </a:lnTo>
                  <a:lnTo>
                    <a:pt x="23996" y="223982"/>
                  </a:lnTo>
                  <a:lnTo>
                    <a:pt x="23995" y="225094"/>
                  </a:lnTo>
                  <a:lnTo>
                    <a:pt x="23993" y="226206"/>
                  </a:lnTo>
                  <a:lnTo>
                    <a:pt x="23990" y="227318"/>
                  </a:lnTo>
                  <a:lnTo>
                    <a:pt x="23988" y="228430"/>
                  </a:lnTo>
                  <a:lnTo>
                    <a:pt x="23989" y="229492"/>
                  </a:lnTo>
                  <a:lnTo>
                    <a:pt x="23989" y="230554"/>
                  </a:lnTo>
                  <a:lnTo>
                    <a:pt x="23990" y="231616"/>
                  </a:lnTo>
                  <a:lnTo>
                    <a:pt x="23990" y="232678"/>
                  </a:lnTo>
                  <a:lnTo>
                    <a:pt x="23991" y="233740"/>
                  </a:lnTo>
                  <a:lnTo>
                    <a:pt x="23992" y="234801"/>
                  </a:lnTo>
                  <a:lnTo>
                    <a:pt x="23993" y="235863"/>
                  </a:lnTo>
                  <a:lnTo>
                    <a:pt x="23994" y="236925"/>
                  </a:lnTo>
                  <a:lnTo>
                    <a:pt x="23991" y="238253"/>
                  </a:lnTo>
                  <a:lnTo>
                    <a:pt x="23988" y="239590"/>
                  </a:lnTo>
                  <a:lnTo>
                    <a:pt x="23986" y="240944"/>
                  </a:lnTo>
                  <a:lnTo>
                    <a:pt x="23991" y="242055"/>
                  </a:lnTo>
                  <a:lnTo>
                    <a:pt x="24002" y="243160"/>
                  </a:lnTo>
                  <a:lnTo>
                    <a:pt x="24018" y="244258"/>
                  </a:lnTo>
                  <a:lnTo>
                    <a:pt x="24042" y="245352"/>
                  </a:lnTo>
                  <a:lnTo>
                    <a:pt x="24074" y="246441"/>
                  </a:lnTo>
                  <a:lnTo>
                    <a:pt x="24115" y="247526"/>
                  </a:lnTo>
                  <a:lnTo>
                    <a:pt x="24167" y="248609"/>
                  </a:lnTo>
                  <a:lnTo>
                    <a:pt x="24230" y="249689"/>
                  </a:lnTo>
                  <a:lnTo>
                    <a:pt x="24306" y="250768"/>
                  </a:lnTo>
                  <a:lnTo>
                    <a:pt x="24396" y="251846"/>
                  </a:lnTo>
                  <a:lnTo>
                    <a:pt x="24502" y="252924"/>
                  </a:lnTo>
                  <a:lnTo>
                    <a:pt x="24623" y="254003"/>
                  </a:lnTo>
                  <a:lnTo>
                    <a:pt x="24762" y="255083"/>
                  </a:lnTo>
                  <a:lnTo>
                    <a:pt x="24920" y="256166"/>
                  </a:lnTo>
                  <a:lnTo>
                    <a:pt x="25097" y="257251"/>
                  </a:lnTo>
                  <a:lnTo>
                    <a:pt x="25295" y="258341"/>
                  </a:lnTo>
                  <a:lnTo>
                    <a:pt x="25515" y="259434"/>
                  </a:lnTo>
                  <a:lnTo>
                    <a:pt x="26848" y="259434"/>
                  </a:lnTo>
                  <a:lnTo>
                    <a:pt x="28201" y="259434"/>
                  </a:lnTo>
                  <a:lnTo>
                    <a:pt x="28229" y="260640"/>
                  </a:lnTo>
                  <a:lnTo>
                    <a:pt x="28259" y="261863"/>
                  </a:lnTo>
                  <a:lnTo>
                    <a:pt x="28326" y="262946"/>
                  </a:lnTo>
                  <a:lnTo>
                    <a:pt x="28408" y="264024"/>
                  </a:lnTo>
                  <a:lnTo>
                    <a:pt x="28504" y="265096"/>
                  </a:lnTo>
                  <a:lnTo>
                    <a:pt x="28615" y="266163"/>
                  </a:lnTo>
                  <a:lnTo>
                    <a:pt x="28739" y="267226"/>
                  </a:lnTo>
                  <a:lnTo>
                    <a:pt x="28876" y="268284"/>
                  </a:lnTo>
                  <a:lnTo>
                    <a:pt x="29026" y="269337"/>
                  </a:lnTo>
                  <a:lnTo>
                    <a:pt x="29187" y="270387"/>
                  </a:lnTo>
                  <a:lnTo>
                    <a:pt x="29361" y="271432"/>
                  </a:lnTo>
                  <a:lnTo>
                    <a:pt x="29546" y="272474"/>
                  </a:lnTo>
                  <a:lnTo>
                    <a:pt x="29742" y="273513"/>
                  </a:lnTo>
                  <a:lnTo>
                    <a:pt x="29948" y="274549"/>
                  </a:lnTo>
                  <a:lnTo>
                    <a:pt x="30165" y="275581"/>
                  </a:lnTo>
                  <a:lnTo>
                    <a:pt x="30391" y="276612"/>
                  </a:lnTo>
                  <a:lnTo>
                    <a:pt x="30626" y="277639"/>
                  </a:lnTo>
                  <a:lnTo>
                    <a:pt x="30870" y="278665"/>
                  </a:lnTo>
                  <a:lnTo>
                    <a:pt x="31122" y="279689"/>
                  </a:lnTo>
                  <a:lnTo>
                    <a:pt x="31382" y="280711"/>
                  </a:lnTo>
                  <a:lnTo>
                    <a:pt x="31650" y="281732"/>
                  </a:lnTo>
                  <a:lnTo>
                    <a:pt x="31924" y="282751"/>
                  </a:lnTo>
                  <a:lnTo>
                    <a:pt x="32205" y="283770"/>
                  </a:lnTo>
                  <a:lnTo>
                    <a:pt x="32493" y="284787"/>
                  </a:lnTo>
                  <a:lnTo>
                    <a:pt x="32786" y="285805"/>
                  </a:lnTo>
                  <a:lnTo>
                    <a:pt x="33084" y="286822"/>
                  </a:lnTo>
                  <a:lnTo>
                    <a:pt x="33387" y="287839"/>
                  </a:lnTo>
                  <a:lnTo>
                    <a:pt x="33694" y="288857"/>
                  </a:lnTo>
                  <a:lnTo>
                    <a:pt x="34005" y="289875"/>
                  </a:lnTo>
                  <a:lnTo>
                    <a:pt x="34320" y="290893"/>
                  </a:lnTo>
                  <a:lnTo>
                    <a:pt x="34638" y="291913"/>
                  </a:lnTo>
                  <a:lnTo>
                    <a:pt x="34958" y="292934"/>
                  </a:lnTo>
                  <a:lnTo>
                    <a:pt x="35281" y="293956"/>
                  </a:lnTo>
                  <a:lnTo>
                    <a:pt x="35606" y="294980"/>
                  </a:lnTo>
                  <a:lnTo>
                    <a:pt x="35931" y="296007"/>
                  </a:lnTo>
                  <a:lnTo>
                    <a:pt x="36258" y="297035"/>
                  </a:lnTo>
                  <a:lnTo>
                    <a:pt x="37591" y="297035"/>
                  </a:lnTo>
                  <a:lnTo>
                    <a:pt x="38944" y="297035"/>
                  </a:lnTo>
                  <a:lnTo>
                    <a:pt x="39191" y="298167"/>
                  </a:lnTo>
                  <a:lnTo>
                    <a:pt x="39442" y="299316"/>
                  </a:lnTo>
                  <a:lnTo>
                    <a:pt x="39726" y="300318"/>
                  </a:lnTo>
                  <a:lnTo>
                    <a:pt x="40027" y="301316"/>
                  </a:lnTo>
                  <a:lnTo>
                    <a:pt x="40345" y="302310"/>
                  </a:lnTo>
                  <a:lnTo>
                    <a:pt x="40679" y="303300"/>
                  </a:lnTo>
                  <a:lnTo>
                    <a:pt x="41029" y="304286"/>
                  </a:lnTo>
                  <a:lnTo>
                    <a:pt x="41393" y="305269"/>
                  </a:lnTo>
                  <a:lnTo>
                    <a:pt x="41771" y="306248"/>
                  </a:lnTo>
                  <a:lnTo>
                    <a:pt x="42161" y="307224"/>
                  </a:lnTo>
                  <a:lnTo>
                    <a:pt x="42565" y="308197"/>
                  </a:lnTo>
                  <a:lnTo>
                    <a:pt x="42979" y="309166"/>
                  </a:lnTo>
                  <a:lnTo>
                    <a:pt x="43404" y="310132"/>
                  </a:lnTo>
                  <a:lnTo>
                    <a:pt x="43839" y="311095"/>
                  </a:lnTo>
                  <a:lnTo>
                    <a:pt x="44283" y="312055"/>
                  </a:lnTo>
                  <a:lnTo>
                    <a:pt x="44735" y="313012"/>
                  </a:lnTo>
                  <a:lnTo>
                    <a:pt x="45195" y="313967"/>
                  </a:lnTo>
                  <a:lnTo>
                    <a:pt x="45662" y="314918"/>
                  </a:lnTo>
                  <a:lnTo>
                    <a:pt x="46134" y="315867"/>
                  </a:lnTo>
                  <a:lnTo>
                    <a:pt x="46612" y="316814"/>
                  </a:lnTo>
                  <a:lnTo>
                    <a:pt x="47093" y="317758"/>
                  </a:lnTo>
                  <a:lnTo>
                    <a:pt x="47579" y="318699"/>
                  </a:lnTo>
                  <a:lnTo>
                    <a:pt x="48067" y="319639"/>
                  </a:lnTo>
                  <a:lnTo>
                    <a:pt x="48557" y="320576"/>
                  </a:lnTo>
                  <a:lnTo>
                    <a:pt x="49049" y="321511"/>
                  </a:lnTo>
                  <a:lnTo>
                    <a:pt x="49540" y="322444"/>
                  </a:lnTo>
                  <a:lnTo>
                    <a:pt x="50032" y="323375"/>
                  </a:lnTo>
                  <a:lnTo>
                    <a:pt x="50522" y="324304"/>
                  </a:lnTo>
                  <a:lnTo>
                    <a:pt x="51010" y="325232"/>
                  </a:lnTo>
                  <a:lnTo>
                    <a:pt x="51496" y="326157"/>
                  </a:lnTo>
                  <a:lnTo>
                    <a:pt x="51978" y="327082"/>
                  </a:lnTo>
                  <a:lnTo>
                    <a:pt x="52456" y="328004"/>
                  </a:lnTo>
                  <a:lnTo>
                    <a:pt x="52789" y="328668"/>
                  </a:lnTo>
                  <a:lnTo>
                    <a:pt x="53792" y="330671"/>
                  </a:lnTo>
                  <a:lnTo>
                    <a:pt x="54360" y="331736"/>
                  </a:lnTo>
                  <a:lnTo>
                    <a:pt x="54912" y="332727"/>
                  </a:lnTo>
                  <a:lnTo>
                    <a:pt x="55459" y="333649"/>
                  </a:lnTo>
                  <a:lnTo>
                    <a:pt x="56013" y="334506"/>
                  </a:lnTo>
                  <a:lnTo>
                    <a:pt x="56584" y="335302"/>
                  </a:lnTo>
                  <a:lnTo>
                    <a:pt x="57183" y="336042"/>
                  </a:lnTo>
                  <a:lnTo>
                    <a:pt x="57822" y="336730"/>
                  </a:lnTo>
                  <a:lnTo>
                    <a:pt x="58513" y="337371"/>
                  </a:lnTo>
                  <a:lnTo>
                    <a:pt x="59265" y="337968"/>
                  </a:lnTo>
                  <a:lnTo>
                    <a:pt x="60090" y="338525"/>
                  </a:lnTo>
                  <a:lnTo>
                    <a:pt x="61000" y="339048"/>
                  </a:lnTo>
                  <a:lnTo>
                    <a:pt x="62004" y="339541"/>
                  </a:lnTo>
                  <a:lnTo>
                    <a:pt x="63116" y="340007"/>
                  </a:lnTo>
                  <a:lnTo>
                    <a:pt x="63597" y="341112"/>
                  </a:lnTo>
                  <a:lnTo>
                    <a:pt x="64064" y="342223"/>
                  </a:lnTo>
                  <a:lnTo>
                    <a:pt x="64517" y="343341"/>
                  </a:lnTo>
                  <a:lnTo>
                    <a:pt x="64957" y="344463"/>
                  </a:lnTo>
                  <a:lnTo>
                    <a:pt x="65385" y="345590"/>
                  </a:lnTo>
                  <a:lnTo>
                    <a:pt x="65802" y="346721"/>
                  </a:lnTo>
                  <a:lnTo>
                    <a:pt x="66383" y="347627"/>
                  </a:lnTo>
                  <a:lnTo>
                    <a:pt x="66969" y="348530"/>
                  </a:lnTo>
                  <a:lnTo>
                    <a:pt x="67558" y="349430"/>
                  </a:lnTo>
                  <a:lnTo>
                    <a:pt x="68151" y="350328"/>
                  </a:lnTo>
                  <a:lnTo>
                    <a:pt x="68747" y="351224"/>
                  </a:lnTo>
                  <a:lnTo>
                    <a:pt x="69348" y="352117"/>
                  </a:lnTo>
                  <a:lnTo>
                    <a:pt x="69952" y="353007"/>
                  </a:lnTo>
                  <a:lnTo>
                    <a:pt x="70561" y="353894"/>
                  </a:lnTo>
                  <a:lnTo>
                    <a:pt x="71173" y="354779"/>
                  </a:lnTo>
                  <a:lnTo>
                    <a:pt x="71838" y="355776"/>
                  </a:lnTo>
                  <a:lnTo>
                    <a:pt x="72506" y="356778"/>
                  </a:lnTo>
                  <a:lnTo>
                    <a:pt x="73179" y="357787"/>
                  </a:lnTo>
                  <a:lnTo>
                    <a:pt x="73859" y="358807"/>
                  </a:lnTo>
                  <a:lnTo>
                    <a:pt x="74857" y="359140"/>
                  </a:lnTo>
                  <a:lnTo>
                    <a:pt x="75858" y="359474"/>
                  </a:lnTo>
                  <a:lnTo>
                    <a:pt x="76867" y="359810"/>
                  </a:lnTo>
                  <a:lnTo>
                    <a:pt x="77887" y="360150"/>
                  </a:lnTo>
                  <a:lnTo>
                    <a:pt x="78033" y="360587"/>
                  </a:lnTo>
                  <a:lnTo>
                    <a:pt x="78222" y="361152"/>
                  </a:lnTo>
                  <a:lnTo>
                    <a:pt x="78579" y="362224"/>
                  </a:lnTo>
                  <a:lnTo>
                    <a:pt x="79230" y="364179"/>
                  </a:lnTo>
                  <a:lnTo>
                    <a:pt x="80563" y="364179"/>
                  </a:lnTo>
                  <a:lnTo>
                    <a:pt x="81916" y="364179"/>
                  </a:lnTo>
                  <a:lnTo>
                    <a:pt x="81916" y="365512"/>
                  </a:lnTo>
                  <a:lnTo>
                    <a:pt x="81916" y="366865"/>
                  </a:lnTo>
                  <a:lnTo>
                    <a:pt x="82835" y="367944"/>
                  </a:lnTo>
                  <a:lnTo>
                    <a:pt x="83503" y="368694"/>
                  </a:lnTo>
                  <a:lnTo>
                    <a:pt x="84116" y="369306"/>
                  </a:lnTo>
                  <a:lnTo>
                    <a:pt x="84865" y="369975"/>
                  </a:lnTo>
                  <a:lnTo>
                    <a:pt x="85945" y="370893"/>
                  </a:lnTo>
                  <a:lnTo>
                    <a:pt x="87278" y="370893"/>
                  </a:lnTo>
                  <a:lnTo>
                    <a:pt x="88631" y="370893"/>
                  </a:lnTo>
                  <a:lnTo>
                    <a:pt x="88631" y="372226"/>
                  </a:lnTo>
                  <a:lnTo>
                    <a:pt x="88631" y="373579"/>
                  </a:lnTo>
                  <a:lnTo>
                    <a:pt x="89554" y="374488"/>
                  </a:lnTo>
                  <a:lnTo>
                    <a:pt x="90258" y="375167"/>
                  </a:lnTo>
                  <a:lnTo>
                    <a:pt x="90881" y="375743"/>
                  </a:lnTo>
                  <a:lnTo>
                    <a:pt x="91563" y="376342"/>
                  </a:lnTo>
                  <a:lnTo>
                    <a:pt x="92445" y="377089"/>
                  </a:lnTo>
                  <a:lnTo>
                    <a:pt x="93666" y="378111"/>
                  </a:lnTo>
                  <a:lnTo>
                    <a:pt x="94509" y="378825"/>
                  </a:lnTo>
                  <a:lnTo>
                    <a:pt x="95340" y="379537"/>
                  </a:lnTo>
                  <a:lnTo>
                    <a:pt x="96158" y="380248"/>
                  </a:lnTo>
                  <a:lnTo>
                    <a:pt x="96967" y="380961"/>
                  </a:lnTo>
                  <a:lnTo>
                    <a:pt x="97765" y="381680"/>
                  </a:lnTo>
                  <a:lnTo>
                    <a:pt x="98554" y="382407"/>
                  </a:lnTo>
                  <a:lnTo>
                    <a:pt x="99335" y="383144"/>
                  </a:lnTo>
                  <a:lnTo>
                    <a:pt x="100109" y="383895"/>
                  </a:lnTo>
                  <a:lnTo>
                    <a:pt x="100876" y="384661"/>
                  </a:lnTo>
                  <a:lnTo>
                    <a:pt x="101638" y="385447"/>
                  </a:lnTo>
                  <a:lnTo>
                    <a:pt x="102395" y="386253"/>
                  </a:lnTo>
                  <a:lnTo>
                    <a:pt x="103181" y="386946"/>
                  </a:lnTo>
                  <a:lnTo>
                    <a:pt x="103838" y="387466"/>
                  </a:lnTo>
                  <a:lnTo>
                    <a:pt x="104455" y="387839"/>
                  </a:lnTo>
                  <a:lnTo>
                    <a:pt x="105123" y="388089"/>
                  </a:lnTo>
                  <a:lnTo>
                    <a:pt x="105933" y="388240"/>
                  </a:lnTo>
                  <a:lnTo>
                    <a:pt x="106975" y="388318"/>
                  </a:lnTo>
                  <a:lnTo>
                    <a:pt x="108339" y="388347"/>
                  </a:lnTo>
                  <a:lnTo>
                    <a:pt x="110117" y="388351"/>
                  </a:lnTo>
                  <a:lnTo>
                    <a:pt x="110117" y="389682"/>
                  </a:lnTo>
                  <a:lnTo>
                    <a:pt x="110117" y="391022"/>
                  </a:lnTo>
                  <a:lnTo>
                    <a:pt x="110117" y="392379"/>
                  </a:lnTo>
                  <a:lnTo>
                    <a:pt x="111260" y="392899"/>
                  </a:lnTo>
                  <a:lnTo>
                    <a:pt x="112407" y="393421"/>
                  </a:lnTo>
                  <a:lnTo>
                    <a:pt x="113564" y="393946"/>
                  </a:lnTo>
                  <a:lnTo>
                    <a:pt x="114734" y="394477"/>
                  </a:lnTo>
                  <a:lnTo>
                    <a:pt x="115704" y="394968"/>
                  </a:lnTo>
                  <a:lnTo>
                    <a:pt x="116652" y="395472"/>
                  </a:lnTo>
                  <a:lnTo>
                    <a:pt x="117580" y="395988"/>
                  </a:lnTo>
                  <a:lnTo>
                    <a:pt x="118490" y="396517"/>
                  </a:lnTo>
                  <a:lnTo>
                    <a:pt x="119385" y="397060"/>
                  </a:lnTo>
                  <a:lnTo>
                    <a:pt x="120265" y="397617"/>
                  </a:lnTo>
                  <a:lnTo>
                    <a:pt x="121134" y="398188"/>
                  </a:lnTo>
                  <a:lnTo>
                    <a:pt x="121994" y="398774"/>
                  </a:lnTo>
                  <a:lnTo>
                    <a:pt x="122846" y="399375"/>
                  </a:lnTo>
                  <a:lnTo>
                    <a:pt x="123693" y="399991"/>
                  </a:lnTo>
                  <a:lnTo>
                    <a:pt x="124537" y="400623"/>
                  </a:lnTo>
                  <a:lnTo>
                    <a:pt x="125380" y="401272"/>
                  </a:lnTo>
                  <a:lnTo>
                    <a:pt x="126223" y="401937"/>
                  </a:lnTo>
                  <a:lnTo>
                    <a:pt x="127071" y="402619"/>
                  </a:lnTo>
                  <a:lnTo>
                    <a:pt x="127968" y="403330"/>
                  </a:lnTo>
                  <a:lnTo>
                    <a:pt x="128849" y="404000"/>
                  </a:lnTo>
                  <a:lnTo>
                    <a:pt x="129717" y="404629"/>
                  </a:lnTo>
                  <a:lnTo>
                    <a:pt x="130579" y="405220"/>
                  </a:lnTo>
                  <a:lnTo>
                    <a:pt x="131438" y="405775"/>
                  </a:lnTo>
                  <a:lnTo>
                    <a:pt x="132300" y="406297"/>
                  </a:lnTo>
                  <a:lnTo>
                    <a:pt x="133169" y="406788"/>
                  </a:lnTo>
                  <a:lnTo>
                    <a:pt x="134052" y="407249"/>
                  </a:lnTo>
                  <a:lnTo>
                    <a:pt x="134952" y="407683"/>
                  </a:lnTo>
                  <a:lnTo>
                    <a:pt x="135875" y="408092"/>
                  </a:lnTo>
                  <a:lnTo>
                    <a:pt x="136825" y="408478"/>
                  </a:lnTo>
                  <a:lnTo>
                    <a:pt x="137808" y="408843"/>
                  </a:lnTo>
                  <a:lnTo>
                    <a:pt x="138829" y="409190"/>
                  </a:lnTo>
                  <a:lnTo>
                    <a:pt x="139892" y="409521"/>
                  </a:lnTo>
                  <a:lnTo>
                    <a:pt x="141003" y="409837"/>
                  </a:lnTo>
                  <a:lnTo>
                    <a:pt x="141964" y="410409"/>
                  </a:lnTo>
                  <a:lnTo>
                    <a:pt x="142925" y="410982"/>
                  </a:lnTo>
                  <a:lnTo>
                    <a:pt x="143885" y="411557"/>
                  </a:lnTo>
                  <a:lnTo>
                    <a:pt x="144844" y="412133"/>
                  </a:lnTo>
                  <a:lnTo>
                    <a:pt x="145802" y="412709"/>
                  </a:lnTo>
                  <a:lnTo>
                    <a:pt x="146760" y="413287"/>
                  </a:lnTo>
                  <a:lnTo>
                    <a:pt x="147717" y="413866"/>
                  </a:lnTo>
                  <a:lnTo>
                    <a:pt x="148733" y="414368"/>
                  </a:lnTo>
                  <a:lnTo>
                    <a:pt x="149750" y="414865"/>
                  </a:lnTo>
                  <a:lnTo>
                    <a:pt x="150770" y="415357"/>
                  </a:lnTo>
                  <a:lnTo>
                    <a:pt x="151793" y="415844"/>
                  </a:lnTo>
                  <a:lnTo>
                    <a:pt x="152817" y="416326"/>
                  </a:lnTo>
                  <a:lnTo>
                    <a:pt x="153844" y="416804"/>
                  </a:lnTo>
                  <a:lnTo>
                    <a:pt x="154289" y="417010"/>
                  </a:lnTo>
                  <a:lnTo>
                    <a:pt x="155074" y="417372"/>
                  </a:lnTo>
                  <a:lnTo>
                    <a:pt x="156870" y="418203"/>
                  </a:lnTo>
                  <a:lnTo>
                    <a:pt x="157849" y="418544"/>
                  </a:lnTo>
                  <a:lnTo>
                    <a:pt x="158650" y="418801"/>
                  </a:lnTo>
                  <a:lnTo>
                    <a:pt x="159371" y="418985"/>
                  </a:lnTo>
                  <a:lnTo>
                    <a:pt x="160108" y="419108"/>
                  </a:lnTo>
                  <a:lnTo>
                    <a:pt x="160960" y="419183"/>
                  </a:lnTo>
                  <a:lnTo>
                    <a:pt x="162024" y="419221"/>
                  </a:lnTo>
                  <a:lnTo>
                    <a:pt x="163396" y="419235"/>
                  </a:lnTo>
                  <a:lnTo>
                    <a:pt x="165175" y="419237"/>
                  </a:lnTo>
                  <a:lnTo>
                    <a:pt x="165175" y="420570"/>
                  </a:lnTo>
                  <a:lnTo>
                    <a:pt x="165175" y="421923"/>
                  </a:lnTo>
                  <a:lnTo>
                    <a:pt x="166385" y="422146"/>
                  </a:lnTo>
                  <a:lnTo>
                    <a:pt x="167615" y="422373"/>
                  </a:lnTo>
                  <a:lnTo>
                    <a:pt x="168722" y="422578"/>
                  </a:lnTo>
                  <a:lnTo>
                    <a:pt x="169830" y="422784"/>
                  </a:lnTo>
                  <a:lnTo>
                    <a:pt x="170937" y="422991"/>
                  </a:lnTo>
                  <a:lnTo>
                    <a:pt x="172044" y="423197"/>
                  </a:lnTo>
                  <a:lnTo>
                    <a:pt x="173151" y="423404"/>
                  </a:lnTo>
                  <a:lnTo>
                    <a:pt x="174259" y="423611"/>
                  </a:lnTo>
                  <a:lnTo>
                    <a:pt x="175366" y="423819"/>
                  </a:lnTo>
                  <a:lnTo>
                    <a:pt x="176473" y="424026"/>
                  </a:lnTo>
                  <a:lnTo>
                    <a:pt x="177580" y="424233"/>
                  </a:lnTo>
                  <a:lnTo>
                    <a:pt x="178687" y="424441"/>
                  </a:lnTo>
                  <a:lnTo>
                    <a:pt x="179252" y="424545"/>
                  </a:lnTo>
                  <a:lnTo>
                    <a:pt x="180247" y="424728"/>
                  </a:lnTo>
                  <a:lnTo>
                    <a:pt x="182525" y="425149"/>
                  </a:lnTo>
                  <a:lnTo>
                    <a:pt x="183555" y="425345"/>
                  </a:lnTo>
                  <a:lnTo>
                    <a:pt x="184582" y="425545"/>
                  </a:lnTo>
                  <a:lnTo>
                    <a:pt x="185606" y="425750"/>
                  </a:lnTo>
                  <a:lnTo>
                    <a:pt x="186627" y="425959"/>
                  </a:lnTo>
                  <a:lnTo>
                    <a:pt x="187646" y="426172"/>
                  </a:lnTo>
                  <a:lnTo>
                    <a:pt x="188662" y="426390"/>
                  </a:lnTo>
                  <a:lnTo>
                    <a:pt x="189677" y="426613"/>
                  </a:lnTo>
                  <a:lnTo>
                    <a:pt x="190689" y="426840"/>
                  </a:lnTo>
                  <a:lnTo>
                    <a:pt x="191700" y="427072"/>
                  </a:lnTo>
                  <a:lnTo>
                    <a:pt x="192709" y="427310"/>
                  </a:lnTo>
                  <a:lnTo>
                    <a:pt x="193717" y="427552"/>
                  </a:lnTo>
                  <a:lnTo>
                    <a:pt x="194725" y="427800"/>
                  </a:lnTo>
                  <a:lnTo>
                    <a:pt x="195731" y="428052"/>
                  </a:lnTo>
                  <a:lnTo>
                    <a:pt x="196737" y="428311"/>
                  </a:lnTo>
                  <a:lnTo>
                    <a:pt x="197743" y="428575"/>
                  </a:lnTo>
                  <a:lnTo>
                    <a:pt x="198749" y="428844"/>
                  </a:lnTo>
                  <a:lnTo>
                    <a:pt x="199754" y="429119"/>
                  </a:lnTo>
                  <a:lnTo>
                    <a:pt x="200761" y="429400"/>
                  </a:lnTo>
                  <a:lnTo>
                    <a:pt x="201768" y="429687"/>
                  </a:lnTo>
                  <a:lnTo>
                    <a:pt x="202776" y="429980"/>
                  </a:lnTo>
                  <a:lnTo>
                    <a:pt x="204206" y="430281"/>
                  </a:lnTo>
                  <a:lnTo>
                    <a:pt x="205647" y="430570"/>
                  </a:lnTo>
                  <a:lnTo>
                    <a:pt x="207097" y="430848"/>
                  </a:lnTo>
                  <a:lnTo>
                    <a:pt x="208555" y="431112"/>
                  </a:lnTo>
                  <a:lnTo>
                    <a:pt x="210023" y="431365"/>
                  </a:lnTo>
                  <a:lnTo>
                    <a:pt x="211498" y="431606"/>
                  </a:lnTo>
                  <a:lnTo>
                    <a:pt x="212982" y="431834"/>
                  </a:lnTo>
                  <a:lnTo>
                    <a:pt x="214473" y="432050"/>
                  </a:lnTo>
                  <a:lnTo>
                    <a:pt x="215971" y="432253"/>
                  </a:lnTo>
                  <a:lnTo>
                    <a:pt x="217476" y="432445"/>
                  </a:lnTo>
                  <a:lnTo>
                    <a:pt x="218988" y="432623"/>
                  </a:lnTo>
                  <a:lnTo>
                    <a:pt x="220505" y="432790"/>
                  </a:lnTo>
                  <a:lnTo>
                    <a:pt x="222029" y="432944"/>
                  </a:lnTo>
                  <a:lnTo>
                    <a:pt x="223558" y="433085"/>
                  </a:lnTo>
                  <a:lnTo>
                    <a:pt x="225093" y="433214"/>
                  </a:lnTo>
                  <a:lnTo>
                    <a:pt x="226632" y="433330"/>
                  </a:lnTo>
                  <a:lnTo>
                    <a:pt x="228175" y="433433"/>
                  </a:lnTo>
                  <a:lnTo>
                    <a:pt x="229723" y="433524"/>
                  </a:lnTo>
                  <a:lnTo>
                    <a:pt x="231275" y="433602"/>
                  </a:lnTo>
                  <a:lnTo>
                    <a:pt x="232830" y="433667"/>
                  </a:lnTo>
                  <a:lnTo>
                    <a:pt x="234388" y="433719"/>
                  </a:lnTo>
                  <a:lnTo>
                    <a:pt x="235949" y="433759"/>
                  </a:lnTo>
                  <a:lnTo>
                    <a:pt x="237512" y="433785"/>
                  </a:lnTo>
                  <a:lnTo>
                    <a:pt x="239077" y="433799"/>
                  </a:lnTo>
                  <a:lnTo>
                    <a:pt x="240644" y="433800"/>
                  </a:lnTo>
                  <a:lnTo>
                    <a:pt x="242213" y="433787"/>
                  </a:lnTo>
                  <a:lnTo>
                    <a:pt x="243783" y="433762"/>
                  </a:lnTo>
                  <a:lnTo>
                    <a:pt x="245353" y="433723"/>
                  </a:lnTo>
                  <a:lnTo>
                    <a:pt x="246923" y="433672"/>
                  </a:lnTo>
                  <a:lnTo>
                    <a:pt x="248494" y="433607"/>
                  </a:lnTo>
                  <a:lnTo>
                    <a:pt x="250064" y="433529"/>
                  </a:lnTo>
                  <a:lnTo>
                    <a:pt x="251634" y="433437"/>
                  </a:lnTo>
                  <a:lnTo>
                    <a:pt x="253203" y="433333"/>
                  </a:lnTo>
                  <a:lnTo>
                    <a:pt x="254770" y="433215"/>
                  </a:lnTo>
                  <a:lnTo>
                    <a:pt x="256336" y="433083"/>
                  </a:lnTo>
                  <a:lnTo>
                    <a:pt x="257899" y="432939"/>
                  </a:lnTo>
                  <a:lnTo>
                    <a:pt x="259460" y="432780"/>
                  </a:lnTo>
                  <a:lnTo>
                    <a:pt x="261019" y="432608"/>
                  </a:lnTo>
                  <a:lnTo>
                    <a:pt x="262574" y="432423"/>
                  </a:lnTo>
                  <a:lnTo>
                    <a:pt x="264126" y="432224"/>
                  </a:lnTo>
                  <a:lnTo>
                    <a:pt x="265675" y="432011"/>
                  </a:lnTo>
                  <a:lnTo>
                    <a:pt x="267219" y="431785"/>
                  </a:lnTo>
                  <a:lnTo>
                    <a:pt x="268759" y="431545"/>
                  </a:lnTo>
                  <a:lnTo>
                    <a:pt x="270294" y="431291"/>
                  </a:lnTo>
                  <a:lnTo>
                    <a:pt x="271824" y="431024"/>
                  </a:lnTo>
                  <a:lnTo>
                    <a:pt x="273348" y="430743"/>
                  </a:lnTo>
                  <a:lnTo>
                    <a:pt x="274867" y="430447"/>
                  </a:lnTo>
                  <a:lnTo>
                    <a:pt x="276379" y="430138"/>
                  </a:lnTo>
                  <a:lnTo>
                    <a:pt x="277885" y="429815"/>
                  </a:lnTo>
                  <a:lnTo>
                    <a:pt x="279384" y="429478"/>
                  </a:lnTo>
                  <a:lnTo>
                    <a:pt x="280876" y="429127"/>
                  </a:lnTo>
                  <a:lnTo>
                    <a:pt x="282361" y="428761"/>
                  </a:lnTo>
                  <a:lnTo>
                    <a:pt x="283837" y="428382"/>
                  </a:lnTo>
                  <a:lnTo>
                    <a:pt x="285306" y="427989"/>
                  </a:lnTo>
                  <a:lnTo>
                    <a:pt x="286765" y="427581"/>
                  </a:lnTo>
                  <a:lnTo>
                    <a:pt x="288216" y="427159"/>
                  </a:lnTo>
                  <a:lnTo>
                    <a:pt x="289658" y="426723"/>
                  </a:lnTo>
                  <a:lnTo>
                    <a:pt x="291090" y="426272"/>
                  </a:lnTo>
                  <a:lnTo>
                    <a:pt x="292513" y="425807"/>
                  </a:lnTo>
                  <a:lnTo>
                    <a:pt x="293925" y="425328"/>
                  </a:lnTo>
                  <a:lnTo>
                    <a:pt x="295326" y="424834"/>
                  </a:lnTo>
                  <a:lnTo>
                    <a:pt x="296716" y="424326"/>
                  </a:lnTo>
                  <a:lnTo>
                    <a:pt x="298096" y="423803"/>
                  </a:lnTo>
                  <a:lnTo>
                    <a:pt x="299463" y="423266"/>
                  </a:lnTo>
                  <a:lnTo>
                    <a:pt x="300130" y="422599"/>
                  </a:lnTo>
                  <a:lnTo>
                    <a:pt x="300806" y="421923"/>
                  </a:lnTo>
                  <a:lnTo>
                    <a:pt x="301995" y="421707"/>
                  </a:lnTo>
                  <a:lnTo>
                    <a:pt x="303186" y="421499"/>
                  </a:lnTo>
                  <a:lnTo>
                    <a:pt x="304378" y="421298"/>
                  </a:lnTo>
                  <a:lnTo>
                    <a:pt x="305571" y="421104"/>
                  </a:lnTo>
                  <a:lnTo>
                    <a:pt x="306766" y="420916"/>
                  </a:lnTo>
                  <a:lnTo>
                    <a:pt x="307872" y="420690"/>
                  </a:lnTo>
                  <a:lnTo>
                    <a:pt x="308953" y="420446"/>
                  </a:lnTo>
                  <a:lnTo>
                    <a:pt x="310011" y="420183"/>
                  </a:lnTo>
                  <a:lnTo>
                    <a:pt x="311049" y="419902"/>
                  </a:lnTo>
                  <a:lnTo>
                    <a:pt x="312070" y="419603"/>
                  </a:lnTo>
                  <a:lnTo>
                    <a:pt x="313076" y="419285"/>
                  </a:lnTo>
                  <a:lnTo>
                    <a:pt x="314068" y="418948"/>
                  </a:lnTo>
                  <a:lnTo>
                    <a:pt x="315050" y="418593"/>
                  </a:lnTo>
                  <a:lnTo>
                    <a:pt x="316024" y="418219"/>
                  </a:lnTo>
                  <a:lnTo>
                    <a:pt x="316992" y="417826"/>
                  </a:lnTo>
                  <a:lnTo>
                    <a:pt x="317957" y="417414"/>
                  </a:lnTo>
                  <a:lnTo>
                    <a:pt x="318920" y="416984"/>
                  </a:lnTo>
                  <a:lnTo>
                    <a:pt x="319886" y="416535"/>
                  </a:lnTo>
                  <a:lnTo>
                    <a:pt x="320855" y="416067"/>
                  </a:lnTo>
                  <a:lnTo>
                    <a:pt x="321830" y="415579"/>
                  </a:lnTo>
                  <a:lnTo>
                    <a:pt x="322814" y="415073"/>
                  </a:lnTo>
                  <a:lnTo>
                    <a:pt x="323808" y="414548"/>
                  </a:lnTo>
                  <a:lnTo>
                    <a:pt x="324779" y="414042"/>
                  </a:lnTo>
                  <a:lnTo>
                    <a:pt x="325753" y="413542"/>
                  </a:lnTo>
                  <a:lnTo>
                    <a:pt x="326729" y="413047"/>
                  </a:lnTo>
                  <a:lnTo>
                    <a:pt x="327707" y="412558"/>
                  </a:lnTo>
                  <a:lnTo>
                    <a:pt x="328687" y="412074"/>
                  </a:lnTo>
                  <a:lnTo>
                    <a:pt x="329670" y="411595"/>
                  </a:lnTo>
                  <a:lnTo>
                    <a:pt x="330654" y="411119"/>
                  </a:lnTo>
                  <a:lnTo>
                    <a:pt x="331639" y="410647"/>
                  </a:lnTo>
                  <a:lnTo>
                    <a:pt x="332626" y="410178"/>
                  </a:lnTo>
                  <a:lnTo>
                    <a:pt x="333615" y="409712"/>
                  </a:lnTo>
                  <a:lnTo>
                    <a:pt x="334605" y="409247"/>
                  </a:lnTo>
                  <a:lnTo>
                    <a:pt x="335596" y="408785"/>
                  </a:lnTo>
                  <a:lnTo>
                    <a:pt x="336588" y="408324"/>
                  </a:lnTo>
                  <a:lnTo>
                    <a:pt x="337581" y="407864"/>
                  </a:lnTo>
                  <a:lnTo>
                    <a:pt x="338575" y="407404"/>
                  </a:lnTo>
                  <a:lnTo>
                    <a:pt x="339941" y="406768"/>
                  </a:lnTo>
                  <a:lnTo>
                    <a:pt x="341328" y="406125"/>
                  </a:lnTo>
                  <a:lnTo>
                    <a:pt x="342407" y="405624"/>
                  </a:lnTo>
                  <a:lnTo>
                    <a:pt x="343486" y="405123"/>
                  </a:lnTo>
                  <a:lnTo>
                    <a:pt x="344566" y="404622"/>
                  </a:lnTo>
                  <a:lnTo>
                    <a:pt x="345646" y="404122"/>
                  </a:lnTo>
                  <a:lnTo>
                    <a:pt x="346727" y="403622"/>
                  </a:lnTo>
                  <a:lnTo>
                    <a:pt x="347807" y="403123"/>
                  </a:lnTo>
                  <a:lnTo>
                    <a:pt x="347807" y="401790"/>
                  </a:lnTo>
                  <a:lnTo>
                    <a:pt x="347807" y="400437"/>
                  </a:lnTo>
                  <a:lnTo>
                    <a:pt x="348915" y="399994"/>
                  </a:lnTo>
                  <a:lnTo>
                    <a:pt x="350025" y="399549"/>
                  </a:lnTo>
                  <a:lnTo>
                    <a:pt x="351139" y="399104"/>
                  </a:lnTo>
                  <a:lnTo>
                    <a:pt x="352258" y="398656"/>
                  </a:lnTo>
                  <a:lnTo>
                    <a:pt x="353385" y="398205"/>
                  </a:lnTo>
                  <a:lnTo>
                    <a:pt x="354521" y="397751"/>
                  </a:lnTo>
                  <a:lnTo>
                    <a:pt x="354521" y="396418"/>
                  </a:lnTo>
                  <a:lnTo>
                    <a:pt x="354521" y="395065"/>
                  </a:lnTo>
                  <a:lnTo>
                    <a:pt x="355661" y="394875"/>
                  </a:lnTo>
                  <a:lnTo>
                    <a:pt x="356802" y="394685"/>
                  </a:lnTo>
                  <a:lnTo>
                    <a:pt x="357946" y="394494"/>
                  </a:lnTo>
                  <a:lnTo>
                    <a:pt x="359095" y="394303"/>
                  </a:lnTo>
                  <a:lnTo>
                    <a:pt x="360248" y="394111"/>
                  </a:lnTo>
                  <a:lnTo>
                    <a:pt x="361409" y="393917"/>
                  </a:lnTo>
                  <a:lnTo>
                    <a:pt x="362579" y="393722"/>
                  </a:lnTo>
                  <a:lnTo>
                    <a:pt x="362579" y="392391"/>
                  </a:lnTo>
                  <a:lnTo>
                    <a:pt x="362579" y="391052"/>
                  </a:lnTo>
                  <a:lnTo>
                    <a:pt x="362579" y="389694"/>
                  </a:lnTo>
                  <a:lnTo>
                    <a:pt x="363687" y="389472"/>
                  </a:lnTo>
                  <a:lnTo>
                    <a:pt x="364797" y="389250"/>
                  </a:lnTo>
                  <a:lnTo>
                    <a:pt x="365911" y="389027"/>
                  </a:lnTo>
                  <a:lnTo>
                    <a:pt x="367030" y="388803"/>
                  </a:lnTo>
                  <a:lnTo>
                    <a:pt x="368157" y="388578"/>
                  </a:lnTo>
                  <a:lnTo>
                    <a:pt x="369293" y="388351"/>
                  </a:lnTo>
                  <a:lnTo>
                    <a:pt x="369559" y="387287"/>
                  </a:lnTo>
                  <a:lnTo>
                    <a:pt x="369826" y="386220"/>
                  </a:lnTo>
                  <a:lnTo>
                    <a:pt x="370094" y="385149"/>
                  </a:lnTo>
                  <a:lnTo>
                    <a:pt x="370364" y="384069"/>
                  </a:lnTo>
                  <a:lnTo>
                    <a:pt x="370636" y="382979"/>
                  </a:lnTo>
                  <a:lnTo>
                    <a:pt x="371199" y="382917"/>
                  </a:lnTo>
                  <a:lnTo>
                    <a:pt x="372903" y="382727"/>
                  </a:lnTo>
                  <a:lnTo>
                    <a:pt x="373960" y="382313"/>
                  </a:lnTo>
                  <a:lnTo>
                    <a:pt x="374940" y="381847"/>
                  </a:lnTo>
                  <a:lnTo>
                    <a:pt x="375852" y="381331"/>
                  </a:lnTo>
                  <a:lnTo>
                    <a:pt x="376707" y="380768"/>
                  </a:lnTo>
                  <a:lnTo>
                    <a:pt x="377515" y="380161"/>
                  </a:lnTo>
                  <a:lnTo>
                    <a:pt x="378287" y="379513"/>
                  </a:lnTo>
                  <a:lnTo>
                    <a:pt x="379032" y="378827"/>
                  </a:lnTo>
                  <a:lnTo>
                    <a:pt x="379761" y="378105"/>
                  </a:lnTo>
                  <a:lnTo>
                    <a:pt x="380484" y="377351"/>
                  </a:lnTo>
                  <a:lnTo>
                    <a:pt x="381212" y="376567"/>
                  </a:lnTo>
                  <a:lnTo>
                    <a:pt x="381954" y="375756"/>
                  </a:lnTo>
                  <a:lnTo>
                    <a:pt x="382722" y="374922"/>
                  </a:lnTo>
                  <a:lnTo>
                    <a:pt x="383609" y="374035"/>
                  </a:lnTo>
                  <a:lnTo>
                    <a:pt x="384502" y="373141"/>
                  </a:lnTo>
                  <a:lnTo>
                    <a:pt x="385408" y="372236"/>
                  </a:lnTo>
                  <a:lnTo>
                    <a:pt x="385408" y="370905"/>
                  </a:lnTo>
                  <a:lnTo>
                    <a:pt x="385408" y="369565"/>
                  </a:lnTo>
                  <a:lnTo>
                    <a:pt x="385408" y="368208"/>
                  </a:lnTo>
                  <a:lnTo>
                    <a:pt x="386001" y="368123"/>
                  </a:lnTo>
                  <a:lnTo>
                    <a:pt x="387794" y="367867"/>
                  </a:lnTo>
                  <a:lnTo>
                    <a:pt x="388991" y="367414"/>
                  </a:lnTo>
                  <a:lnTo>
                    <a:pt x="390035" y="366913"/>
                  </a:lnTo>
                  <a:lnTo>
                    <a:pt x="390956" y="366359"/>
                  </a:lnTo>
                  <a:lnTo>
                    <a:pt x="391783" y="365745"/>
                  </a:lnTo>
                  <a:lnTo>
                    <a:pt x="392547" y="365065"/>
                  </a:lnTo>
                  <a:lnTo>
                    <a:pt x="393277" y="364314"/>
                  </a:lnTo>
                  <a:lnTo>
                    <a:pt x="394003" y="363487"/>
                  </a:lnTo>
                  <a:lnTo>
                    <a:pt x="394755" y="362576"/>
                  </a:lnTo>
                  <a:lnTo>
                    <a:pt x="395563" y="361576"/>
                  </a:lnTo>
                  <a:lnTo>
                    <a:pt x="396318" y="360659"/>
                  </a:lnTo>
                  <a:lnTo>
                    <a:pt x="397044" y="359801"/>
                  </a:lnTo>
                  <a:lnTo>
                    <a:pt x="397753" y="358994"/>
                  </a:lnTo>
                  <a:lnTo>
                    <a:pt x="398457" y="358231"/>
                  </a:lnTo>
                  <a:lnTo>
                    <a:pt x="399166" y="357502"/>
                  </a:lnTo>
                  <a:lnTo>
                    <a:pt x="399893" y="356802"/>
                  </a:lnTo>
                  <a:lnTo>
                    <a:pt x="400650" y="356121"/>
                  </a:lnTo>
                  <a:lnTo>
                    <a:pt x="401448" y="355452"/>
                  </a:lnTo>
                  <a:lnTo>
                    <a:pt x="402300" y="354786"/>
                  </a:lnTo>
                  <a:lnTo>
                    <a:pt x="403216" y="354117"/>
                  </a:lnTo>
                  <a:lnTo>
                    <a:pt x="404208" y="353436"/>
                  </a:lnTo>
                  <a:lnTo>
                    <a:pt x="404624" y="352382"/>
                  </a:lnTo>
                  <a:lnTo>
                    <a:pt x="405043" y="351322"/>
                  </a:lnTo>
                  <a:lnTo>
                    <a:pt x="405468" y="350247"/>
                  </a:lnTo>
                  <a:lnTo>
                    <a:pt x="405967" y="349109"/>
                  </a:lnTo>
                  <a:lnTo>
                    <a:pt x="406501" y="348074"/>
                  </a:lnTo>
                  <a:lnTo>
                    <a:pt x="407070" y="347126"/>
                  </a:lnTo>
                  <a:lnTo>
                    <a:pt x="407677" y="346244"/>
                  </a:lnTo>
                  <a:lnTo>
                    <a:pt x="408325" y="345411"/>
                  </a:lnTo>
                  <a:lnTo>
                    <a:pt x="409017" y="344610"/>
                  </a:lnTo>
                  <a:lnTo>
                    <a:pt x="409754" y="343821"/>
                  </a:lnTo>
                  <a:lnTo>
                    <a:pt x="410540" y="343027"/>
                  </a:lnTo>
                  <a:lnTo>
                    <a:pt x="411376" y="342209"/>
                  </a:lnTo>
                  <a:lnTo>
                    <a:pt x="412265" y="341350"/>
                  </a:lnTo>
                  <a:lnTo>
                    <a:pt x="412265" y="340017"/>
                  </a:lnTo>
                  <a:lnTo>
                    <a:pt x="412265" y="338664"/>
                  </a:lnTo>
                  <a:lnTo>
                    <a:pt x="413598" y="338664"/>
                  </a:lnTo>
                  <a:lnTo>
                    <a:pt x="414951" y="338664"/>
                  </a:lnTo>
                  <a:lnTo>
                    <a:pt x="415141" y="337524"/>
                  </a:lnTo>
                  <a:lnTo>
                    <a:pt x="415331" y="336383"/>
                  </a:lnTo>
                  <a:lnTo>
                    <a:pt x="415522" y="335239"/>
                  </a:lnTo>
                  <a:lnTo>
                    <a:pt x="415713" y="334091"/>
                  </a:lnTo>
                  <a:lnTo>
                    <a:pt x="415906" y="332937"/>
                  </a:lnTo>
                  <a:lnTo>
                    <a:pt x="416099" y="331776"/>
                  </a:lnTo>
                  <a:lnTo>
                    <a:pt x="416294" y="330607"/>
                  </a:lnTo>
                  <a:lnTo>
                    <a:pt x="417627" y="330607"/>
                  </a:lnTo>
                  <a:lnTo>
                    <a:pt x="418980" y="330607"/>
                  </a:lnTo>
                  <a:lnTo>
                    <a:pt x="419437" y="329650"/>
                  </a:lnTo>
                  <a:lnTo>
                    <a:pt x="419896" y="328691"/>
                  </a:lnTo>
                  <a:lnTo>
                    <a:pt x="420359" y="327724"/>
                  </a:lnTo>
                  <a:lnTo>
                    <a:pt x="420826" y="326746"/>
                  </a:lnTo>
                  <a:lnTo>
                    <a:pt x="421552" y="325356"/>
                  </a:lnTo>
                  <a:lnTo>
                    <a:pt x="422130" y="324278"/>
                  </a:lnTo>
                  <a:lnTo>
                    <a:pt x="422617" y="323432"/>
                  </a:lnTo>
                  <a:lnTo>
                    <a:pt x="423071" y="322738"/>
                  </a:lnTo>
                  <a:lnTo>
                    <a:pt x="423549" y="322115"/>
                  </a:lnTo>
                  <a:lnTo>
                    <a:pt x="424107" y="321482"/>
                  </a:lnTo>
                  <a:lnTo>
                    <a:pt x="424803" y="320759"/>
                  </a:lnTo>
                  <a:lnTo>
                    <a:pt x="425694" y="319864"/>
                  </a:lnTo>
                  <a:lnTo>
                    <a:pt x="426156" y="318822"/>
                  </a:lnTo>
                  <a:lnTo>
                    <a:pt x="426614" y="317780"/>
                  </a:lnTo>
                  <a:lnTo>
                    <a:pt x="427068" y="316735"/>
                  </a:lnTo>
                  <a:lnTo>
                    <a:pt x="427516" y="315688"/>
                  </a:lnTo>
                  <a:lnTo>
                    <a:pt x="427957" y="314638"/>
                  </a:lnTo>
                  <a:lnTo>
                    <a:pt x="428391" y="313584"/>
                  </a:lnTo>
                  <a:lnTo>
                    <a:pt x="428807" y="312618"/>
                  </a:lnTo>
                  <a:lnTo>
                    <a:pt x="429230" y="311655"/>
                  </a:lnTo>
                  <a:lnTo>
                    <a:pt x="429660" y="310695"/>
                  </a:lnTo>
                  <a:lnTo>
                    <a:pt x="430094" y="309737"/>
                  </a:lnTo>
                  <a:lnTo>
                    <a:pt x="430534" y="308781"/>
                  </a:lnTo>
                  <a:lnTo>
                    <a:pt x="430979" y="307828"/>
                  </a:lnTo>
                  <a:lnTo>
                    <a:pt x="431427" y="306876"/>
                  </a:lnTo>
                  <a:lnTo>
                    <a:pt x="431880" y="305926"/>
                  </a:lnTo>
                  <a:lnTo>
                    <a:pt x="432335" y="304977"/>
                  </a:lnTo>
                  <a:lnTo>
                    <a:pt x="432793" y="304030"/>
                  </a:lnTo>
                  <a:lnTo>
                    <a:pt x="433253" y="303083"/>
                  </a:lnTo>
                  <a:lnTo>
                    <a:pt x="433714" y="302137"/>
                  </a:lnTo>
                  <a:lnTo>
                    <a:pt x="434177" y="301192"/>
                  </a:lnTo>
                  <a:lnTo>
                    <a:pt x="434640" y="300247"/>
                  </a:lnTo>
                  <a:lnTo>
                    <a:pt x="435103" y="299302"/>
                  </a:lnTo>
                  <a:lnTo>
                    <a:pt x="435566" y="298357"/>
                  </a:lnTo>
                  <a:lnTo>
                    <a:pt x="436028" y="297412"/>
                  </a:lnTo>
                  <a:lnTo>
                    <a:pt x="436436" y="296344"/>
                  </a:lnTo>
                  <a:lnTo>
                    <a:pt x="436806" y="295289"/>
                  </a:lnTo>
                  <a:lnTo>
                    <a:pt x="437140" y="294246"/>
                  </a:lnTo>
                  <a:lnTo>
                    <a:pt x="437441" y="293209"/>
                  </a:lnTo>
                  <a:lnTo>
                    <a:pt x="437713" y="292176"/>
                  </a:lnTo>
                  <a:lnTo>
                    <a:pt x="437956" y="291143"/>
                  </a:lnTo>
                  <a:lnTo>
                    <a:pt x="438175" y="290106"/>
                  </a:lnTo>
                  <a:lnTo>
                    <a:pt x="438373" y="289062"/>
                  </a:lnTo>
                  <a:lnTo>
                    <a:pt x="438550" y="288007"/>
                  </a:lnTo>
                  <a:lnTo>
                    <a:pt x="438711" y="286938"/>
                  </a:lnTo>
                  <a:lnTo>
                    <a:pt x="438859" y="285850"/>
                  </a:lnTo>
                  <a:lnTo>
                    <a:pt x="438995" y="284741"/>
                  </a:lnTo>
                  <a:lnTo>
                    <a:pt x="439123" y="283606"/>
                  </a:lnTo>
                  <a:lnTo>
                    <a:pt x="439339" y="282485"/>
                  </a:lnTo>
                  <a:lnTo>
                    <a:pt x="439557" y="281365"/>
                  </a:lnTo>
                  <a:lnTo>
                    <a:pt x="439778" y="280246"/>
                  </a:lnTo>
                  <a:lnTo>
                    <a:pt x="440003" y="279127"/>
                  </a:lnTo>
                  <a:lnTo>
                    <a:pt x="440232" y="278009"/>
                  </a:lnTo>
                  <a:lnTo>
                    <a:pt x="440466" y="276892"/>
                  </a:lnTo>
                  <a:lnTo>
                    <a:pt x="441799" y="276892"/>
                  </a:lnTo>
                  <a:lnTo>
                    <a:pt x="443152" y="276892"/>
                  </a:lnTo>
                  <a:lnTo>
                    <a:pt x="443414" y="275849"/>
                  </a:lnTo>
                  <a:lnTo>
                    <a:pt x="443672" y="274809"/>
                  </a:lnTo>
                  <a:lnTo>
                    <a:pt x="443926" y="273770"/>
                  </a:lnTo>
                  <a:lnTo>
                    <a:pt x="444176" y="272734"/>
                  </a:lnTo>
                  <a:lnTo>
                    <a:pt x="444421" y="271698"/>
                  </a:lnTo>
                  <a:lnTo>
                    <a:pt x="444662" y="270663"/>
                  </a:lnTo>
                  <a:lnTo>
                    <a:pt x="444897" y="269629"/>
                  </a:lnTo>
                  <a:lnTo>
                    <a:pt x="445127" y="268596"/>
                  </a:lnTo>
                  <a:lnTo>
                    <a:pt x="445352" y="267563"/>
                  </a:lnTo>
                  <a:lnTo>
                    <a:pt x="445571" y="266531"/>
                  </a:lnTo>
                  <a:lnTo>
                    <a:pt x="445784" y="265498"/>
                  </a:lnTo>
                  <a:lnTo>
                    <a:pt x="445991" y="264464"/>
                  </a:lnTo>
                  <a:lnTo>
                    <a:pt x="446191" y="263430"/>
                  </a:lnTo>
                  <a:lnTo>
                    <a:pt x="446384" y="262395"/>
                  </a:lnTo>
                  <a:lnTo>
                    <a:pt x="446570" y="261359"/>
                  </a:lnTo>
                  <a:lnTo>
                    <a:pt x="446750" y="260321"/>
                  </a:lnTo>
                  <a:lnTo>
                    <a:pt x="446921" y="259282"/>
                  </a:lnTo>
                  <a:lnTo>
                    <a:pt x="447085" y="258241"/>
                  </a:lnTo>
                  <a:lnTo>
                    <a:pt x="447241" y="257198"/>
                  </a:lnTo>
                  <a:lnTo>
                    <a:pt x="447388" y="256153"/>
                  </a:lnTo>
                  <a:lnTo>
                    <a:pt x="447527" y="255104"/>
                  </a:lnTo>
                  <a:lnTo>
                    <a:pt x="447657" y="254053"/>
                  </a:lnTo>
                  <a:lnTo>
                    <a:pt x="447778" y="252999"/>
                  </a:lnTo>
                  <a:lnTo>
                    <a:pt x="447890" y="251942"/>
                  </a:lnTo>
                  <a:lnTo>
                    <a:pt x="447992" y="250881"/>
                  </a:lnTo>
                  <a:lnTo>
                    <a:pt x="448085" y="249816"/>
                  </a:lnTo>
                  <a:lnTo>
                    <a:pt x="448168" y="248747"/>
                  </a:lnTo>
                  <a:lnTo>
                    <a:pt x="448240" y="247673"/>
                  </a:lnTo>
                  <a:lnTo>
                    <a:pt x="448365" y="246386"/>
                  </a:lnTo>
                  <a:lnTo>
                    <a:pt x="448489" y="245405"/>
                  </a:lnTo>
                  <a:lnTo>
                    <a:pt x="448656" y="244535"/>
                  </a:lnTo>
                  <a:lnTo>
                    <a:pt x="448911" y="243580"/>
                  </a:lnTo>
                  <a:lnTo>
                    <a:pt x="449299" y="242345"/>
                  </a:lnTo>
                  <a:lnTo>
                    <a:pt x="449866" y="240634"/>
                  </a:lnTo>
                  <a:lnTo>
                    <a:pt x="449940" y="239382"/>
                  </a:lnTo>
                  <a:lnTo>
                    <a:pt x="450010" y="238129"/>
                  </a:lnTo>
                  <a:lnTo>
                    <a:pt x="450075" y="236874"/>
                  </a:lnTo>
                  <a:lnTo>
                    <a:pt x="450136" y="235618"/>
                  </a:lnTo>
                  <a:lnTo>
                    <a:pt x="450193" y="234360"/>
                  </a:lnTo>
                  <a:lnTo>
                    <a:pt x="450246" y="233100"/>
                  </a:lnTo>
                  <a:lnTo>
                    <a:pt x="450294" y="231839"/>
                  </a:lnTo>
                  <a:lnTo>
                    <a:pt x="450337" y="230576"/>
                  </a:lnTo>
                  <a:lnTo>
                    <a:pt x="450376" y="229312"/>
                  </a:lnTo>
                  <a:lnTo>
                    <a:pt x="450410" y="228047"/>
                  </a:lnTo>
                  <a:lnTo>
                    <a:pt x="450439" y="226780"/>
                  </a:lnTo>
                  <a:lnTo>
                    <a:pt x="450463" y="225513"/>
                  </a:lnTo>
                  <a:lnTo>
                    <a:pt x="450483" y="224244"/>
                  </a:lnTo>
                  <a:lnTo>
                    <a:pt x="450497" y="222975"/>
                  </a:lnTo>
                  <a:lnTo>
                    <a:pt x="450506" y="221705"/>
                  </a:lnTo>
                  <a:lnTo>
                    <a:pt x="450510" y="220434"/>
                  </a:lnTo>
                  <a:lnTo>
                    <a:pt x="450509" y="219162"/>
                  </a:lnTo>
                  <a:lnTo>
                    <a:pt x="450502" y="217890"/>
                  </a:lnTo>
                  <a:lnTo>
                    <a:pt x="450490" y="216617"/>
                  </a:lnTo>
                  <a:lnTo>
                    <a:pt x="450473" y="215343"/>
                  </a:lnTo>
                  <a:lnTo>
                    <a:pt x="450450" y="214070"/>
                  </a:lnTo>
                  <a:lnTo>
                    <a:pt x="450421" y="212796"/>
                  </a:lnTo>
                  <a:lnTo>
                    <a:pt x="450387" y="211521"/>
                  </a:lnTo>
                  <a:lnTo>
                    <a:pt x="450347" y="210247"/>
                  </a:lnTo>
                  <a:lnTo>
                    <a:pt x="450301" y="208973"/>
                  </a:lnTo>
                  <a:lnTo>
                    <a:pt x="450249" y="207698"/>
                  </a:lnTo>
                  <a:lnTo>
                    <a:pt x="450191" y="206424"/>
                  </a:lnTo>
                  <a:lnTo>
                    <a:pt x="450127" y="205150"/>
                  </a:lnTo>
                  <a:lnTo>
                    <a:pt x="450057" y="203876"/>
                  </a:lnTo>
                  <a:lnTo>
                    <a:pt x="449981" y="202602"/>
                  </a:lnTo>
                  <a:lnTo>
                    <a:pt x="449898" y="201329"/>
                  </a:lnTo>
                  <a:lnTo>
                    <a:pt x="449809" y="200057"/>
                  </a:lnTo>
                  <a:lnTo>
                    <a:pt x="449714" y="198785"/>
                  </a:lnTo>
                  <a:lnTo>
                    <a:pt x="449612" y="197513"/>
                  </a:lnTo>
                  <a:lnTo>
                    <a:pt x="449503" y="196242"/>
                  </a:lnTo>
                  <a:lnTo>
                    <a:pt x="449388" y="194973"/>
                  </a:lnTo>
                  <a:lnTo>
                    <a:pt x="449266" y="193704"/>
                  </a:lnTo>
                  <a:lnTo>
                    <a:pt x="449138" y="192435"/>
                  </a:lnTo>
                  <a:lnTo>
                    <a:pt x="449002" y="191168"/>
                  </a:lnTo>
                  <a:lnTo>
                    <a:pt x="448859" y="189903"/>
                  </a:lnTo>
                  <a:lnTo>
                    <a:pt x="448710" y="188638"/>
                  </a:lnTo>
                  <a:lnTo>
                    <a:pt x="448553" y="187374"/>
                  </a:lnTo>
                  <a:lnTo>
                    <a:pt x="448389" y="186112"/>
                  </a:lnTo>
                  <a:lnTo>
                    <a:pt x="448217" y="184852"/>
                  </a:lnTo>
                  <a:lnTo>
                    <a:pt x="448039" y="183593"/>
                  </a:lnTo>
                  <a:lnTo>
                    <a:pt x="447853" y="182335"/>
                  </a:lnTo>
                  <a:lnTo>
                    <a:pt x="447659" y="181079"/>
                  </a:lnTo>
                  <a:lnTo>
                    <a:pt x="447458" y="179825"/>
                  </a:lnTo>
                  <a:lnTo>
                    <a:pt x="447250" y="178573"/>
                  </a:lnTo>
                  <a:lnTo>
                    <a:pt x="447033" y="177322"/>
                  </a:lnTo>
                  <a:lnTo>
                    <a:pt x="446809" y="176074"/>
                  </a:lnTo>
                  <a:lnTo>
                    <a:pt x="446577" y="174828"/>
                  </a:lnTo>
                  <a:lnTo>
                    <a:pt x="446337" y="173583"/>
                  </a:lnTo>
                  <a:lnTo>
                    <a:pt x="446089" y="172341"/>
                  </a:lnTo>
                  <a:lnTo>
                    <a:pt x="445833" y="171102"/>
                  </a:lnTo>
                  <a:lnTo>
                    <a:pt x="445569" y="169864"/>
                  </a:lnTo>
                  <a:lnTo>
                    <a:pt x="445296" y="168629"/>
                  </a:lnTo>
                  <a:lnTo>
                    <a:pt x="445015" y="167397"/>
                  </a:lnTo>
                  <a:lnTo>
                    <a:pt x="444726" y="166167"/>
                  </a:lnTo>
                  <a:lnTo>
                    <a:pt x="444428" y="164940"/>
                  </a:lnTo>
                  <a:lnTo>
                    <a:pt x="444122" y="163716"/>
                  </a:lnTo>
                  <a:lnTo>
                    <a:pt x="443807" y="162495"/>
                  </a:lnTo>
                  <a:lnTo>
                    <a:pt x="443484" y="161276"/>
                  </a:lnTo>
                  <a:lnTo>
                    <a:pt x="443152" y="160061"/>
                  </a:lnTo>
                  <a:lnTo>
                    <a:pt x="442485" y="159394"/>
                  </a:lnTo>
                  <a:lnTo>
                    <a:pt x="441809" y="158718"/>
                  </a:lnTo>
                  <a:lnTo>
                    <a:pt x="441646" y="157675"/>
                  </a:lnTo>
                  <a:lnTo>
                    <a:pt x="441486" y="156633"/>
                  </a:lnTo>
                  <a:lnTo>
                    <a:pt x="441330" y="155589"/>
                  </a:lnTo>
                  <a:lnTo>
                    <a:pt x="441177" y="154545"/>
                  </a:lnTo>
                  <a:lnTo>
                    <a:pt x="441028" y="153500"/>
                  </a:lnTo>
                  <a:lnTo>
                    <a:pt x="440882" y="152455"/>
                  </a:lnTo>
                  <a:lnTo>
                    <a:pt x="440740" y="151410"/>
                  </a:lnTo>
                  <a:lnTo>
                    <a:pt x="440601" y="150364"/>
                  </a:lnTo>
                  <a:lnTo>
                    <a:pt x="440466" y="149318"/>
                  </a:lnTo>
                  <a:lnTo>
                    <a:pt x="439133" y="149318"/>
                  </a:lnTo>
                  <a:lnTo>
                    <a:pt x="437780" y="149318"/>
                  </a:lnTo>
                  <a:lnTo>
                    <a:pt x="437512" y="148183"/>
                  </a:lnTo>
                  <a:lnTo>
                    <a:pt x="437240" y="147031"/>
                  </a:lnTo>
                  <a:lnTo>
                    <a:pt x="436956" y="145964"/>
                  </a:lnTo>
                  <a:lnTo>
                    <a:pt x="436660" y="144904"/>
                  </a:lnTo>
                  <a:lnTo>
                    <a:pt x="436353" y="143849"/>
                  </a:lnTo>
                  <a:lnTo>
                    <a:pt x="436037" y="142798"/>
                  </a:lnTo>
                  <a:lnTo>
                    <a:pt x="435711" y="141750"/>
                  </a:lnTo>
                  <a:lnTo>
                    <a:pt x="435378" y="140704"/>
                  </a:lnTo>
                  <a:lnTo>
                    <a:pt x="435038" y="139659"/>
                  </a:lnTo>
                  <a:lnTo>
                    <a:pt x="434691" y="138614"/>
                  </a:lnTo>
                  <a:lnTo>
                    <a:pt x="434340" y="137567"/>
                  </a:lnTo>
                  <a:lnTo>
                    <a:pt x="433977" y="136493"/>
                  </a:lnTo>
                  <a:lnTo>
                    <a:pt x="433612" y="135412"/>
                  </a:lnTo>
                  <a:lnTo>
                    <a:pt x="433243" y="134315"/>
                  </a:lnTo>
                  <a:lnTo>
                    <a:pt x="432829" y="133097"/>
                  </a:lnTo>
                  <a:lnTo>
                    <a:pt x="432409" y="131860"/>
                  </a:lnTo>
                  <a:lnTo>
                    <a:pt x="431076" y="131860"/>
                  </a:lnTo>
                  <a:lnTo>
                    <a:pt x="429723" y="131860"/>
                  </a:lnTo>
                  <a:lnTo>
                    <a:pt x="429575" y="130826"/>
                  </a:lnTo>
                  <a:lnTo>
                    <a:pt x="429427" y="129791"/>
                  </a:lnTo>
                  <a:lnTo>
                    <a:pt x="429279" y="128755"/>
                  </a:lnTo>
                  <a:lnTo>
                    <a:pt x="429131" y="127716"/>
                  </a:lnTo>
                  <a:lnTo>
                    <a:pt x="428982" y="126674"/>
                  </a:lnTo>
                  <a:lnTo>
                    <a:pt x="428833" y="125628"/>
                  </a:lnTo>
                  <a:lnTo>
                    <a:pt x="428682" y="124578"/>
                  </a:lnTo>
                  <a:lnTo>
                    <a:pt x="428532" y="123522"/>
                  </a:lnTo>
                  <a:lnTo>
                    <a:pt x="428380" y="122460"/>
                  </a:lnTo>
                  <a:lnTo>
                    <a:pt x="427047" y="122460"/>
                  </a:lnTo>
                  <a:lnTo>
                    <a:pt x="425694" y="122460"/>
                  </a:lnTo>
                  <a:lnTo>
                    <a:pt x="425694" y="121396"/>
                  </a:lnTo>
                  <a:lnTo>
                    <a:pt x="425694" y="120329"/>
                  </a:lnTo>
                  <a:lnTo>
                    <a:pt x="425694" y="119258"/>
                  </a:lnTo>
                  <a:lnTo>
                    <a:pt x="425694" y="118178"/>
                  </a:lnTo>
                  <a:lnTo>
                    <a:pt x="425694" y="117088"/>
                  </a:lnTo>
                  <a:lnTo>
                    <a:pt x="424361" y="117088"/>
                  </a:lnTo>
                  <a:lnTo>
                    <a:pt x="423008" y="117088"/>
                  </a:lnTo>
                  <a:lnTo>
                    <a:pt x="422618" y="115847"/>
                  </a:lnTo>
                  <a:lnTo>
                    <a:pt x="422221" y="114587"/>
                  </a:lnTo>
                  <a:lnTo>
                    <a:pt x="421872" y="113500"/>
                  </a:lnTo>
                  <a:lnTo>
                    <a:pt x="421519" y="112406"/>
                  </a:lnTo>
                  <a:lnTo>
                    <a:pt x="421162" y="111298"/>
                  </a:lnTo>
                  <a:lnTo>
                    <a:pt x="421009" y="110818"/>
                  </a:lnTo>
                  <a:lnTo>
                    <a:pt x="420740" y="109974"/>
                  </a:lnTo>
                  <a:lnTo>
                    <a:pt x="420124" y="108040"/>
                  </a:lnTo>
                  <a:lnTo>
                    <a:pt x="419692" y="106904"/>
                  </a:lnTo>
                  <a:lnTo>
                    <a:pt x="419334" y="106016"/>
                  </a:lnTo>
                  <a:lnTo>
                    <a:pt x="418982" y="105252"/>
                  </a:lnTo>
                  <a:lnTo>
                    <a:pt x="418569" y="104490"/>
                  </a:lnTo>
                  <a:lnTo>
                    <a:pt x="418028" y="103605"/>
                  </a:lnTo>
                  <a:lnTo>
                    <a:pt x="417292" y="102474"/>
                  </a:lnTo>
                  <a:lnTo>
                    <a:pt x="416294" y="100974"/>
                  </a:lnTo>
                  <a:lnTo>
                    <a:pt x="414963" y="100974"/>
                  </a:lnTo>
                  <a:lnTo>
                    <a:pt x="413623" y="100974"/>
                  </a:lnTo>
                  <a:lnTo>
                    <a:pt x="412265" y="100974"/>
                  </a:lnTo>
                  <a:lnTo>
                    <a:pt x="412091" y="99516"/>
                  </a:lnTo>
                  <a:lnTo>
                    <a:pt x="411914" y="98036"/>
                  </a:lnTo>
                  <a:lnTo>
                    <a:pt x="411571" y="96849"/>
                  </a:lnTo>
                  <a:lnTo>
                    <a:pt x="411191" y="95754"/>
                  </a:lnTo>
                  <a:lnTo>
                    <a:pt x="410772" y="94736"/>
                  </a:lnTo>
                  <a:lnTo>
                    <a:pt x="410312" y="93781"/>
                  </a:lnTo>
                  <a:lnTo>
                    <a:pt x="409809" y="92872"/>
                  </a:lnTo>
                  <a:lnTo>
                    <a:pt x="409263" y="91994"/>
                  </a:lnTo>
                  <a:lnTo>
                    <a:pt x="408670" y="91133"/>
                  </a:lnTo>
                  <a:lnTo>
                    <a:pt x="408030" y="90272"/>
                  </a:lnTo>
                  <a:lnTo>
                    <a:pt x="407340" y="89398"/>
                  </a:lnTo>
                  <a:lnTo>
                    <a:pt x="406598" y="88494"/>
                  </a:lnTo>
                  <a:lnTo>
                    <a:pt x="405803" y="87545"/>
                  </a:lnTo>
                  <a:lnTo>
                    <a:pt x="405110" y="86714"/>
                  </a:lnTo>
                  <a:lnTo>
                    <a:pt x="404415" y="85879"/>
                  </a:lnTo>
                  <a:lnTo>
                    <a:pt x="403714" y="85038"/>
                  </a:lnTo>
                  <a:lnTo>
                    <a:pt x="403006" y="84188"/>
                  </a:lnTo>
                  <a:lnTo>
                    <a:pt x="402307" y="83356"/>
                  </a:lnTo>
                  <a:lnTo>
                    <a:pt x="401604" y="82522"/>
                  </a:lnTo>
                  <a:lnTo>
                    <a:pt x="400896" y="81681"/>
                  </a:lnTo>
                  <a:lnTo>
                    <a:pt x="400179" y="80831"/>
                  </a:lnTo>
                  <a:lnTo>
                    <a:pt x="399508" y="79992"/>
                  </a:lnTo>
                  <a:lnTo>
                    <a:pt x="398836" y="79152"/>
                  </a:lnTo>
                  <a:lnTo>
                    <a:pt x="398165" y="78313"/>
                  </a:lnTo>
                  <a:lnTo>
                    <a:pt x="397493" y="77474"/>
                  </a:lnTo>
                  <a:lnTo>
                    <a:pt x="396822" y="76635"/>
                  </a:lnTo>
                  <a:lnTo>
                    <a:pt x="396150" y="75795"/>
                  </a:lnTo>
                  <a:lnTo>
                    <a:pt x="395479" y="74956"/>
                  </a:lnTo>
                  <a:lnTo>
                    <a:pt x="394808" y="74116"/>
                  </a:lnTo>
                  <a:lnTo>
                    <a:pt x="393728" y="72916"/>
                  </a:lnTo>
                  <a:lnTo>
                    <a:pt x="392979" y="72106"/>
                  </a:lnTo>
                  <a:lnTo>
                    <a:pt x="392367" y="71494"/>
                  </a:lnTo>
                  <a:lnTo>
                    <a:pt x="391698" y="70886"/>
                  </a:lnTo>
                  <a:lnTo>
                    <a:pt x="390779" y="70088"/>
                  </a:lnTo>
                  <a:lnTo>
                    <a:pt x="389446" y="70088"/>
                  </a:lnTo>
                  <a:lnTo>
                    <a:pt x="388093" y="70088"/>
                  </a:lnTo>
                  <a:lnTo>
                    <a:pt x="387635" y="68963"/>
                  </a:lnTo>
                  <a:lnTo>
                    <a:pt x="387170" y="67821"/>
                  </a:lnTo>
                  <a:lnTo>
                    <a:pt x="386592" y="66847"/>
                  </a:lnTo>
                  <a:lnTo>
                    <a:pt x="385991" y="65919"/>
                  </a:lnTo>
                  <a:lnTo>
                    <a:pt x="385367" y="65032"/>
                  </a:lnTo>
                  <a:lnTo>
                    <a:pt x="384720" y="64180"/>
                  </a:lnTo>
                  <a:lnTo>
                    <a:pt x="384050" y="63359"/>
                  </a:lnTo>
                  <a:lnTo>
                    <a:pt x="383357" y="62562"/>
                  </a:lnTo>
                  <a:lnTo>
                    <a:pt x="382640" y="61784"/>
                  </a:lnTo>
                  <a:lnTo>
                    <a:pt x="381899" y="61021"/>
                  </a:lnTo>
                  <a:lnTo>
                    <a:pt x="381134" y="60266"/>
                  </a:lnTo>
                  <a:lnTo>
                    <a:pt x="380345" y="59515"/>
                  </a:lnTo>
                  <a:lnTo>
                    <a:pt x="379531" y="58762"/>
                  </a:lnTo>
                  <a:lnTo>
                    <a:pt x="378693" y="58002"/>
                  </a:lnTo>
                  <a:lnTo>
                    <a:pt x="377360" y="58002"/>
                  </a:lnTo>
                  <a:lnTo>
                    <a:pt x="376008" y="58002"/>
                  </a:lnTo>
                  <a:lnTo>
                    <a:pt x="376008" y="56669"/>
                  </a:lnTo>
                  <a:lnTo>
                    <a:pt x="376008" y="55316"/>
                  </a:lnTo>
                  <a:lnTo>
                    <a:pt x="374800" y="54775"/>
                  </a:lnTo>
                  <a:lnTo>
                    <a:pt x="373574" y="54225"/>
                  </a:lnTo>
                  <a:lnTo>
                    <a:pt x="372127" y="53433"/>
                  </a:lnTo>
                  <a:lnTo>
                    <a:pt x="371161" y="52864"/>
                  </a:lnTo>
                  <a:lnTo>
                    <a:pt x="370455" y="52357"/>
                  </a:lnTo>
                  <a:lnTo>
                    <a:pt x="369784" y="51754"/>
                  </a:lnTo>
                  <a:lnTo>
                    <a:pt x="368926" y="50894"/>
                  </a:lnTo>
                  <a:lnTo>
                    <a:pt x="368134" y="50128"/>
                  </a:lnTo>
                  <a:lnTo>
                    <a:pt x="367330" y="49382"/>
                  </a:lnTo>
                  <a:lnTo>
                    <a:pt x="366514" y="48654"/>
                  </a:lnTo>
                  <a:lnTo>
                    <a:pt x="365688" y="47943"/>
                  </a:lnTo>
                  <a:lnTo>
                    <a:pt x="364852" y="47245"/>
                  </a:lnTo>
                  <a:lnTo>
                    <a:pt x="364008" y="46559"/>
                  </a:lnTo>
                  <a:lnTo>
                    <a:pt x="363156" y="45882"/>
                  </a:lnTo>
                  <a:lnTo>
                    <a:pt x="362296" y="45212"/>
                  </a:lnTo>
                  <a:lnTo>
                    <a:pt x="361430" y="44547"/>
                  </a:lnTo>
                  <a:lnTo>
                    <a:pt x="360559" y="43885"/>
                  </a:lnTo>
                  <a:lnTo>
                    <a:pt x="359683" y="43223"/>
                  </a:lnTo>
                  <a:lnTo>
                    <a:pt x="358802" y="42558"/>
                  </a:lnTo>
                  <a:lnTo>
                    <a:pt x="357777" y="41779"/>
                  </a:lnTo>
                  <a:lnTo>
                    <a:pt x="356748" y="40997"/>
                  </a:lnTo>
                  <a:lnTo>
                    <a:pt x="355711" y="40208"/>
                  </a:lnTo>
                  <a:lnTo>
                    <a:pt x="354662" y="39411"/>
                  </a:lnTo>
                  <a:lnTo>
                    <a:pt x="353677" y="38729"/>
                  </a:lnTo>
                  <a:lnTo>
                    <a:pt x="352721" y="38075"/>
                  </a:lnTo>
                  <a:lnTo>
                    <a:pt x="351787" y="37450"/>
                  </a:lnTo>
                  <a:lnTo>
                    <a:pt x="350872" y="36855"/>
                  </a:lnTo>
                  <a:lnTo>
                    <a:pt x="349970" y="36292"/>
                  </a:lnTo>
                  <a:lnTo>
                    <a:pt x="349076" y="35762"/>
                  </a:lnTo>
                  <a:lnTo>
                    <a:pt x="348184" y="35266"/>
                  </a:lnTo>
                  <a:lnTo>
                    <a:pt x="347290" y="34807"/>
                  </a:lnTo>
                  <a:lnTo>
                    <a:pt x="346388" y="34385"/>
                  </a:lnTo>
                  <a:lnTo>
                    <a:pt x="345473" y="34001"/>
                  </a:lnTo>
                  <a:lnTo>
                    <a:pt x="344540" y="33657"/>
                  </a:lnTo>
                  <a:lnTo>
                    <a:pt x="343583" y="33355"/>
                  </a:lnTo>
                  <a:lnTo>
                    <a:pt x="342598" y="33095"/>
                  </a:lnTo>
                  <a:lnTo>
                    <a:pt x="341579" y="32880"/>
                  </a:lnTo>
                  <a:lnTo>
                    <a:pt x="340522" y="32710"/>
                  </a:lnTo>
                  <a:lnTo>
                    <a:pt x="339420" y="32587"/>
                  </a:lnTo>
                  <a:lnTo>
                    <a:pt x="338269" y="32512"/>
                  </a:lnTo>
                  <a:lnTo>
                    <a:pt x="337064" y="32487"/>
                  </a:lnTo>
                  <a:lnTo>
                    <a:pt x="337064" y="31154"/>
                  </a:lnTo>
                  <a:lnTo>
                    <a:pt x="337064" y="29801"/>
                  </a:lnTo>
                  <a:lnTo>
                    <a:pt x="335733" y="29801"/>
                  </a:lnTo>
                  <a:lnTo>
                    <a:pt x="334393" y="29801"/>
                  </a:lnTo>
                  <a:lnTo>
                    <a:pt x="333035" y="29801"/>
                  </a:lnTo>
                  <a:lnTo>
                    <a:pt x="333035" y="28468"/>
                  </a:lnTo>
                  <a:lnTo>
                    <a:pt x="333035" y="27115"/>
                  </a:lnTo>
                  <a:lnTo>
                    <a:pt x="331704" y="27115"/>
                  </a:lnTo>
                  <a:lnTo>
                    <a:pt x="330364" y="27115"/>
                  </a:lnTo>
                  <a:lnTo>
                    <a:pt x="329007" y="27115"/>
                  </a:lnTo>
                  <a:lnTo>
                    <a:pt x="329007" y="25783"/>
                  </a:lnTo>
                  <a:lnTo>
                    <a:pt x="329007" y="24430"/>
                  </a:lnTo>
                  <a:lnTo>
                    <a:pt x="327788" y="24039"/>
                  </a:lnTo>
                  <a:lnTo>
                    <a:pt x="326552" y="23643"/>
                  </a:lnTo>
                  <a:lnTo>
                    <a:pt x="326073" y="23487"/>
                  </a:lnTo>
                  <a:lnTo>
                    <a:pt x="325230" y="23212"/>
                  </a:lnTo>
                  <a:lnTo>
                    <a:pt x="323299" y="22583"/>
                  </a:lnTo>
                  <a:lnTo>
                    <a:pt x="322239" y="22240"/>
                  </a:lnTo>
                  <a:lnTo>
                    <a:pt x="321171" y="21895"/>
                  </a:lnTo>
                  <a:lnTo>
                    <a:pt x="320089" y="21545"/>
                  </a:lnTo>
                  <a:lnTo>
                    <a:pt x="318741" y="21056"/>
                  </a:lnTo>
                  <a:lnTo>
                    <a:pt x="317754" y="20686"/>
                  </a:lnTo>
                  <a:lnTo>
                    <a:pt x="316960" y="20360"/>
                  </a:lnTo>
                  <a:lnTo>
                    <a:pt x="316192" y="20008"/>
                  </a:lnTo>
                  <a:lnTo>
                    <a:pt x="315284" y="19556"/>
                  </a:lnTo>
                  <a:lnTo>
                    <a:pt x="314067" y="18932"/>
                  </a:lnTo>
                  <a:lnTo>
                    <a:pt x="313024" y="18477"/>
                  </a:lnTo>
                  <a:lnTo>
                    <a:pt x="312016" y="18132"/>
                  </a:lnTo>
                  <a:lnTo>
                    <a:pt x="311031" y="17886"/>
                  </a:lnTo>
                  <a:lnTo>
                    <a:pt x="310055" y="17724"/>
                  </a:lnTo>
                  <a:lnTo>
                    <a:pt x="309074" y="17634"/>
                  </a:lnTo>
                  <a:lnTo>
                    <a:pt x="308075" y="17601"/>
                  </a:lnTo>
                  <a:lnTo>
                    <a:pt x="307045" y="17612"/>
                  </a:lnTo>
                  <a:lnTo>
                    <a:pt x="305969" y="17655"/>
                  </a:lnTo>
                  <a:lnTo>
                    <a:pt x="304835" y="17715"/>
                  </a:lnTo>
                  <a:lnTo>
                    <a:pt x="304835" y="16382"/>
                  </a:lnTo>
                  <a:lnTo>
                    <a:pt x="304835" y="15029"/>
                  </a:lnTo>
                  <a:lnTo>
                    <a:pt x="303865" y="14511"/>
                  </a:lnTo>
                  <a:lnTo>
                    <a:pt x="302884" y="14012"/>
                  </a:lnTo>
                  <a:lnTo>
                    <a:pt x="301892" y="13531"/>
                  </a:lnTo>
                  <a:lnTo>
                    <a:pt x="300889" y="13067"/>
                  </a:lnTo>
                  <a:lnTo>
                    <a:pt x="299875" y="12622"/>
                  </a:lnTo>
                  <a:lnTo>
                    <a:pt x="298850" y="12193"/>
                  </a:lnTo>
                  <a:lnTo>
                    <a:pt x="297816" y="11781"/>
                  </a:lnTo>
                  <a:lnTo>
                    <a:pt x="296773" y="11386"/>
                  </a:lnTo>
                  <a:lnTo>
                    <a:pt x="295719" y="11006"/>
                  </a:lnTo>
                  <a:lnTo>
                    <a:pt x="294657" y="10643"/>
                  </a:lnTo>
                  <a:lnTo>
                    <a:pt x="293587" y="10295"/>
                  </a:lnTo>
                  <a:lnTo>
                    <a:pt x="292508" y="9963"/>
                  </a:lnTo>
                  <a:lnTo>
                    <a:pt x="291420" y="9645"/>
                  </a:lnTo>
                  <a:lnTo>
                    <a:pt x="290326" y="9342"/>
                  </a:lnTo>
                  <a:lnTo>
                    <a:pt x="289223" y="9052"/>
                  </a:lnTo>
                  <a:lnTo>
                    <a:pt x="288114" y="8777"/>
                  </a:lnTo>
                  <a:lnTo>
                    <a:pt x="286998" y="8516"/>
                  </a:lnTo>
                  <a:lnTo>
                    <a:pt x="285876" y="8267"/>
                  </a:lnTo>
                  <a:lnTo>
                    <a:pt x="284747" y="8031"/>
                  </a:lnTo>
                  <a:lnTo>
                    <a:pt x="283613" y="7808"/>
                  </a:lnTo>
                  <a:lnTo>
                    <a:pt x="282473" y="7597"/>
                  </a:lnTo>
                  <a:lnTo>
                    <a:pt x="281328" y="7398"/>
                  </a:lnTo>
                  <a:lnTo>
                    <a:pt x="280179" y="7211"/>
                  </a:lnTo>
                  <a:lnTo>
                    <a:pt x="279025" y="7035"/>
                  </a:lnTo>
                  <a:lnTo>
                    <a:pt x="277867" y="6869"/>
                  </a:lnTo>
                  <a:lnTo>
                    <a:pt x="276705" y="6715"/>
                  </a:lnTo>
                  <a:lnTo>
                    <a:pt x="275539" y="6570"/>
                  </a:lnTo>
                  <a:lnTo>
                    <a:pt x="274370" y="6435"/>
                  </a:lnTo>
                  <a:lnTo>
                    <a:pt x="273199" y="6310"/>
                  </a:lnTo>
                  <a:lnTo>
                    <a:pt x="272025" y="6194"/>
                  </a:lnTo>
                  <a:lnTo>
                    <a:pt x="270848" y="6087"/>
                  </a:lnTo>
                  <a:lnTo>
                    <a:pt x="269670" y="5989"/>
                  </a:lnTo>
                  <a:lnTo>
                    <a:pt x="268490" y="5898"/>
                  </a:lnTo>
                  <a:lnTo>
                    <a:pt x="267309" y="5816"/>
                  </a:lnTo>
                  <a:lnTo>
                    <a:pt x="266128" y="5741"/>
                  </a:lnTo>
                  <a:lnTo>
                    <a:pt x="264945" y="5674"/>
                  </a:lnTo>
                  <a:lnTo>
                    <a:pt x="263762" y="5613"/>
                  </a:lnTo>
                  <a:lnTo>
                    <a:pt x="262580" y="5559"/>
                  </a:lnTo>
                  <a:lnTo>
                    <a:pt x="261397" y="5511"/>
                  </a:lnTo>
                  <a:lnTo>
                    <a:pt x="260216" y="5469"/>
                  </a:lnTo>
                  <a:lnTo>
                    <a:pt x="259035" y="5433"/>
                  </a:lnTo>
                  <a:lnTo>
                    <a:pt x="257856" y="5402"/>
                  </a:lnTo>
                  <a:lnTo>
                    <a:pt x="256678" y="5376"/>
                  </a:lnTo>
                  <a:lnTo>
                    <a:pt x="255503" y="5354"/>
                  </a:lnTo>
                  <a:lnTo>
                    <a:pt x="254329" y="5337"/>
                  </a:lnTo>
                  <a:lnTo>
                    <a:pt x="253159" y="5323"/>
                  </a:lnTo>
                  <a:lnTo>
                    <a:pt x="251991" y="5314"/>
                  </a:lnTo>
                  <a:lnTo>
                    <a:pt x="250827" y="5307"/>
                  </a:lnTo>
                  <a:lnTo>
                    <a:pt x="249666" y="5304"/>
                  </a:lnTo>
                  <a:lnTo>
                    <a:pt x="248509" y="5303"/>
                  </a:lnTo>
                  <a:lnTo>
                    <a:pt x="247356" y="5304"/>
                  </a:lnTo>
                  <a:lnTo>
                    <a:pt x="246208" y="5307"/>
                  </a:lnTo>
                  <a:lnTo>
                    <a:pt x="245065" y="5312"/>
                  </a:lnTo>
                  <a:lnTo>
                    <a:pt x="243927" y="5318"/>
                  </a:lnTo>
                  <a:lnTo>
                    <a:pt x="242795" y="5325"/>
                  </a:lnTo>
                  <a:lnTo>
                    <a:pt x="241669" y="5333"/>
                  </a:lnTo>
                  <a:lnTo>
                    <a:pt x="240548" y="5341"/>
                  </a:lnTo>
                  <a:lnTo>
                    <a:pt x="239435" y="5349"/>
                  </a:lnTo>
                  <a:lnTo>
                    <a:pt x="238328" y="5356"/>
                  </a:lnTo>
                  <a:lnTo>
                    <a:pt x="237228" y="5363"/>
                  </a:lnTo>
                  <a:lnTo>
                    <a:pt x="236136" y="5369"/>
                  </a:lnTo>
                  <a:lnTo>
                    <a:pt x="235051" y="5373"/>
                  </a:lnTo>
                  <a:lnTo>
                    <a:pt x="233975" y="5376"/>
                  </a:lnTo>
                  <a:lnTo>
                    <a:pt x="232907" y="5377"/>
                  </a:lnTo>
                  <a:lnTo>
                    <a:pt x="231504" y="5376"/>
                  </a:lnTo>
                  <a:lnTo>
                    <a:pt x="230080" y="5373"/>
                  </a:lnTo>
                  <a:lnTo>
                    <a:pt x="227714" y="5373"/>
                  </a:lnTo>
                  <a:lnTo>
                    <a:pt x="225592" y="5375"/>
                  </a:lnTo>
                  <a:lnTo>
                    <a:pt x="223696" y="5380"/>
                  </a:lnTo>
                  <a:lnTo>
                    <a:pt x="222009" y="5389"/>
                  </a:lnTo>
                  <a:lnTo>
                    <a:pt x="220513" y="5403"/>
                  </a:lnTo>
                  <a:lnTo>
                    <a:pt x="219189" y="5425"/>
                  </a:lnTo>
                  <a:lnTo>
                    <a:pt x="218020" y="5455"/>
                  </a:lnTo>
                  <a:lnTo>
                    <a:pt x="216988" y="5494"/>
                  </a:lnTo>
                  <a:lnTo>
                    <a:pt x="216074" y="5545"/>
                  </a:lnTo>
                  <a:lnTo>
                    <a:pt x="215260" y="5608"/>
                  </a:lnTo>
                  <a:lnTo>
                    <a:pt x="214529" y="5685"/>
                  </a:lnTo>
                  <a:lnTo>
                    <a:pt x="213863" y="5778"/>
                  </a:lnTo>
                  <a:lnTo>
                    <a:pt x="213242" y="5887"/>
                  </a:lnTo>
                  <a:lnTo>
                    <a:pt x="212651" y="6014"/>
                  </a:lnTo>
                  <a:lnTo>
                    <a:pt x="212070" y="6161"/>
                  </a:lnTo>
                  <a:lnTo>
                    <a:pt x="211481" y="6329"/>
                  </a:lnTo>
                  <a:lnTo>
                    <a:pt x="210867" y="6519"/>
                  </a:lnTo>
                  <a:lnTo>
                    <a:pt x="210209" y="6733"/>
                  </a:lnTo>
                  <a:lnTo>
                    <a:pt x="209490" y="697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region 27 #3A83BF"/>
            <p:cNvSpPr/>
            <p:nvPr/>
          </p:nvSpPr>
          <p:spPr>
            <a:xfrm>
              <a:off x="2467575" y="385072"/>
              <a:ext cx="121656" cy="119085"/>
            </a:xfrm>
            <a:custGeom>
              <a:avLst/>
              <a:gdLst/>
              <a:ahLst/>
              <a:cxnLst/>
              <a:rect l="l" t="t" r="r" b="b"/>
              <a:pathLst>
                <a:path w="121656" h="119085">
                  <a:moveTo>
                    <a:pt x="42776" y="73"/>
                  </a:moveTo>
                  <a:lnTo>
                    <a:pt x="43950" y="76"/>
                  </a:lnTo>
                  <a:lnTo>
                    <a:pt x="45129" y="79"/>
                  </a:lnTo>
                  <a:lnTo>
                    <a:pt x="46317" y="82"/>
                  </a:lnTo>
                  <a:lnTo>
                    <a:pt x="47518" y="85"/>
                  </a:lnTo>
                  <a:lnTo>
                    <a:pt x="48582" y="88"/>
                  </a:lnTo>
                  <a:lnTo>
                    <a:pt x="49646" y="92"/>
                  </a:lnTo>
                  <a:lnTo>
                    <a:pt x="50710" y="97"/>
                  </a:lnTo>
                  <a:lnTo>
                    <a:pt x="51775" y="102"/>
                  </a:lnTo>
                  <a:lnTo>
                    <a:pt x="52839" y="107"/>
                  </a:lnTo>
                  <a:lnTo>
                    <a:pt x="53903" y="113"/>
                  </a:lnTo>
                  <a:lnTo>
                    <a:pt x="54967" y="119"/>
                  </a:lnTo>
                  <a:lnTo>
                    <a:pt x="56031" y="125"/>
                  </a:lnTo>
                  <a:lnTo>
                    <a:pt x="57095" y="132"/>
                  </a:lnTo>
                  <a:lnTo>
                    <a:pt x="58159" y="138"/>
                  </a:lnTo>
                  <a:lnTo>
                    <a:pt x="59224" y="145"/>
                  </a:lnTo>
                  <a:lnTo>
                    <a:pt x="60288" y="152"/>
                  </a:lnTo>
                  <a:lnTo>
                    <a:pt x="61352" y="159"/>
                  </a:lnTo>
                  <a:lnTo>
                    <a:pt x="62416" y="167"/>
                  </a:lnTo>
                  <a:lnTo>
                    <a:pt x="63543" y="171"/>
                  </a:lnTo>
                  <a:lnTo>
                    <a:pt x="64669" y="175"/>
                  </a:lnTo>
                  <a:lnTo>
                    <a:pt x="65796" y="180"/>
                  </a:lnTo>
                  <a:lnTo>
                    <a:pt x="66923" y="184"/>
                  </a:lnTo>
                  <a:lnTo>
                    <a:pt x="68049" y="188"/>
                  </a:lnTo>
                  <a:lnTo>
                    <a:pt x="69176" y="192"/>
                  </a:lnTo>
                  <a:lnTo>
                    <a:pt x="70303" y="196"/>
                  </a:lnTo>
                  <a:lnTo>
                    <a:pt x="71429" y="200"/>
                  </a:lnTo>
                  <a:lnTo>
                    <a:pt x="72556" y="204"/>
                  </a:lnTo>
                  <a:lnTo>
                    <a:pt x="73633" y="208"/>
                  </a:lnTo>
                  <a:lnTo>
                    <a:pt x="74711" y="212"/>
                  </a:lnTo>
                  <a:lnTo>
                    <a:pt x="75788" y="217"/>
                  </a:lnTo>
                  <a:lnTo>
                    <a:pt x="76865" y="221"/>
                  </a:lnTo>
                  <a:lnTo>
                    <a:pt x="77942" y="226"/>
                  </a:lnTo>
                  <a:lnTo>
                    <a:pt x="79019" y="230"/>
                  </a:lnTo>
                  <a:lnTo>
                    <a:pt x="80096" y="235"/>
                  </a:lnTo>
                  <a:lnTo>
                    <a:pt x="81174" y="240"/>
                  </a:lnTo>
                  <a:lnTo>
                    <a:pt x="82251" y="246"/>
                  </a:lnTo>
                  <a:lnTo>
                    <a:pt x="83328" y="251"/>
                  </a:lnTo>
                  <a:lnTo>
                    <a:pt x="84405" y="256"/>
                  </a:lnTo>
                  <a:lnTo>
                    <a:pt x="85482" y="262"/>
                  </a:lnTo>
                  <a:lnTo>
                    <a:pt x="86559" y="268"/>
                  </a:lnTo>
                  <a:lnTo>
                    <a:pt x="87636" y="274"/>
                  </a:lnTo>
                  <a:lnTo>
                    <a:pt x="88714" y="280"/>
                  </a:lnTo>
                  <a:lnTo>
                    <a:pt x="89791" y="286"/>
                  </a:lnTo>
                  <a:lnTo>
                    <a:pt x="90868" y="293"/>
                  </a:lnTo>
                  <a:lnTo>
                    <a:pt x="91945" y="299"/>
                  </a:lnTo>
                  <a:lnTo>
                    <a:pt x="93022" y="306"/>
                  </a:lnTo>
                  <a:lnTo>
                    <a:pt x="94099" y="313"/>
                  </a:lnTo>
                  <a:lnTo>
                    <a:pt x="95177" y="320"/>
                  </a:lnTo>
                  <a:lnTo>
                    <a:pt x="96254" y="327"/>
                  </a:lnTo>
                  <a:lnTo>
                    <a:pt x="97331" y="334"/>
                  </a:lnTo>
                  <a:lnTo>
                    <a:pt x="97331" y="1667"/>
                  </a:lnTo>
                  <a:lnTo>
                    <a:pt x="97331" y="3020"/>
                  </a:lnTo>
                  <a:lnTo>
                    <a:pt x="98365" y="3168"/>
                  </a:lnTo>
                  <a:lnTo>
                    <a:pt x="99400" y="3316"/>
                  </a:lnTo>
                  <a:lnTo>
                    <a:pt x="100437" y="3464"/>
                  </a:lnTo>
                  <a:lnTo>
                    <a:pt x="101475" y="3612"/>
                  </a:lnTo>
                  <a:lnTo>
                    <a:pt x="102517" y="3761"/>
                  </a:lnTo>
                  <a:lnTo>
                    <a:pt x="103563" y="3911"/>
                  </a:lnTo>
                  <a:lnTo>
                    <a:pt x="104613" y="4061"/>
                  </a:lnTo>
                  <a:lnTo>
                    <a:pt x="105669" y="4211"/>
                  </a:lnTo>
                  <a:lnTo>
                    <a:pt x="106731" y="4363"/>
                  </a:lnTo>
                  <a:lnTo>
                    <a:pt x="106848" y="4832"/>
                  </a:lnTo>
                  <a:lnTo>
                    <a:pt x="106977" y="5345"/>
                  </a:lnTo>
                  <a:lnTo>
                    <a:pt x="107181" y="6162"/>
                  </a:lnTo>
                  <a:lnTo>
                    <a:pt x="107525" y="7539"/>
                  </a:lnTo>
                  <a:lnTo>
                    <a:pt x="108074" y="9735"/>
                  </a:lnTo>
                  <a:lnTo>
                    <a:pt x="107302" y="10598"/>
                  </a:lnTo>
                  <a:lnTo>
                    <a:pt x="106539" y="11436"/>
                  </a:lnTo>
                  <a:lnTo>
                    <a:pt x="105783" y="12250"/>
                  </a:lnTo>
                  <a:lnTo>
                    <a:pt x="105029" y="13037"/>
                  </a:lnTo>
                  <a:lnTo>
                    <a:pt x="104277" y="13798"/>
                  </a:lnTo>
                  <a:lnTo>
                    <a:pt x="103523" y="14530"/>
                  </a:lnTo>
                  <a:lnTo>
                    <a:pt x="102765" y="15234"/>
                  </a:lnTo>
                  <a:lnTo>
                    <a:pt x="102000" y="15907"/>
                  </a:lnTo>
                  <a:lnTo>
                    <a:pt x="101225" y="16550"/>
                  </a:lnTo>
                  <a:lnTo>
                    <a:pt x="100439" y="17162"/>
                  </a:lnTo>
                  <a:lnTo>
                    <a:pt x="99638" y="17741"/>
                  </a:lnTo>
                  <a:lnTo>
                    <a:pt x="98820" y="18286"/>
                  </a:lnTo>
                  <a:lnTo>
                    <a:pt x="97983" y="18797"/>
                  </a:lnTo>
                  <a:lnTo>
                    <a:pt x="97123" y="19273"/>
                  </a:lnTo>
                  <a:lnTo>
                    <a:pt x="96238" y="19713"/>
                  </a:lnTo>
                  <a:lnTo>
                    <a:pt x="95326" y="20116"/>
                  </a:lnTo>
                  <a:lnTo>
                    <a:pt x="94385" y="20480"/>
                  </a:lnTo>
                  <a:lnTo>
                    <a:pt x="93410" y="20806"/>
                  </a:lnTo>
                  <a:lnTo>
                    <a:pt x="92400" y="21092"/>
                  </a:lnTo>
                  <a:lnTo>
                    <a:pt x="91353" y="21338"/>
                  </a:lnTo>
                  <a:lnTo>
                    <a:pt x="90265" y="21542"/>
                  </a:lnTo>
                  <a:lnTo>
                    <a:pt x="89135" y="21703"/>
                  </a:lnTo>
                  <a:lnTo>
                    <a:pt x="87959" y="21821"/>
                  </a:lnTo>
                  <a:lnTo>
                    <a:pt x="86832" y="21839"/>
                  </a:lnTo>
                  <a:lnTo>
                    <a:pt x="85706" y="21851"/>
                  </a:lnTo>
                  <a:lnTo>
                    <a:pt x="84579" y="21859"/>
                  </a:lnTo>
                  <a:lnTo>
                    <a:pt x="83452" y="21861"/>
                  </a:lnTo>
                  <a:lnTo>
                    <a:pt x="82326" y="21858"/>
                  </a:lnTo>
                  <a:lnTo>
                    <a:pt x="81199" y="21850"/>
                  </a:lnTo>
                  <a:lnTo>
                    <a:pt x="80072" y="21838"/>
                  </a:lnTo>
                  <a:lnTo>
                    <a:pt x="78946" y="21821"/>
                  </a:lnTo>
                  <a:lnTo>
                    <a:pt x="77750" y="21832"/>
                  </a:lnTo>
                  <a:lnTo>
                    <a:pt x="76551" y="21843"/>
                  </a:lnTo>
                  <a:lnTo>
                    <a:pt x="75342" y="21854"/>
                  </a:lnTo>
                  <a:lnTo>
                    <a:pt x="74119" y="21865"/>
                  </a:lnTo>
                  <a:lnTo>
                    <a:pt x="73037" y="21871"/>
                  </a:lnTo>
                  <a:lnTo>
                    <a:pt x="71955" y="21876"/>
                  </a:lnTo>
                  <a:lnTo>
                    <a:pt x="70874" y="21878"/>
                  </a:lnTo>
                  <a:lnTo>
                    <a:pt x="69792" y="21879"/>
                  </a:lnTo>
                  <a:lnTo>
                    <a:pt x="68710" y="21878"/>
                  </a:lnTo>
                  <a:lnTo>
                    <a:pt x="67629" y="21875"/>
                  </a:lnTo>
                  <a:lnTo>
                    <a:pt x="66547" y="21871"/>
                  </a:lnTo>
                  <a:lnTo>
                    <a:pt x="65466" y="21867"/>
                  </a:lnTo>
                  <a:lnTo>
                    <a:pt x="64384" y="21861"/>
                  </a:lnTo>
                  <a:lnTo>
                    <a:pt x="63302" y="21854"/>
                  </a:lnTo>
                  <a:lnTo>
                    <a:pt x="62220" y="21846"/>
                  </a:lnTo>
                  <a:lnTo>
                    <a:pt x="61138" y="21838"/>
                  </a:lnTo>
                  <a:lnTo>
                    <a:pt x="60056" y="21829"/>
                  </a:lnTo>
                  <a:lnTo>
                    <a:pt x="58974" y="21821"/>
                  </a:lnTo>
                  <a:lnTo>
                    <a:pt x="57828" y="21824"/>
                  </a:lnTo>
                  <a:lnTo>
                    <a:pt x="56682" y="21829"/>
                  </a:lnTo>
                  <a:lnTo>
                    <a:pt x="55536" y="21833"/>
                  </a:lnTo>
                  <a:lnTo>
                    <a:pt x="54390" y="21838"/>
                  </a:lnTo>
                  <a:lnTo>
                    <a:pt x="53244" y="21843"/>
                  </a:lnTo>
                  <a:lnTo>
                    <a:pt x="52098" y="21849"/>
                  </a:lnTo>
                  <a:lnTo>
                    <a:pt x="50952" y="21855"/>
                  </a:lnTo>
                  <a:lnTo>
                    <a:pt x="49805" y="21861"/>
                  </a:lnTo>
                  <a:lnTo>
                    <a:pt x="48660" y="21868"/>
                  </a:lnTo>
                  <a:lnTo>
                    <a:pt x="47610" y="21872"/>
                  </a:lnTo>
                  <a:lnTo>
                    <a:pt x="46560" y="21876"/>
                  </a:lnTo>
                  <a:lnTo>
                    <a:pt x="45511" y="21880"/>
                  </a:lnTo>
                  <a:lnTo>
                    <a:pt x="44461" y="21883"/>
                  </a:lnTo>
                  <a:lnTo>
                    <a:pt x="43412" y="21885"/>
                  </a:lnTo>
                  <a:lnTo>
                    <a:pt x="42362" y="21887"/>
                  </a:lnTo>
                  <a:lnTo>
                    <a:pt x="41313" y="21888"/>
                  </a:lnTo>
                  <a:lnTo>
                    <a:pt x="40263" y="21888"/>
                  </a:lnTo>
                  <a:lnTo>
                    <a:pt x="39214" y="21888"/>
                  </a:lnTo>
                  <a:lnTo>
                    <a:pt x="38164" y="21887"/>
                  </a:lnTo>
                  <a:lnTo>
                    <a:pt x="37115" y="21886"/>
                  </a:lnTo>
                  <a:lnTo>
                    <a:pt x="36065" y="21884"/>
                  </a:lnTo>
                  <a:lnTo>
                    <a:pt x="35016" y="21882"/>
                  </a:lnTo>
                  <a:lnTo>
                    <a:pt x="33967" y="21879"/>
                  </a:lnTo>
                  <a:lnTo>
                    <a:pt x="32917" y="21876"/>
                  </a:lnTo>
                  <a:lnTo>
                    <a:pt x="31868" y="21872"/>
                  </a:lnTo>
                  <a:lnTo>
                    <a:pt x="30818" y="21867"/>
                  </a:lnTo>
                  <a:lnTo>
                    <a:pt x="29769" y="21862"/>
                  </a:lnTo>
                  <a:lnTo>
                    <a:pt x="28720" y="21856"/>
                  </a:lnTo>
                  <a:lnTo>
                    <a:pt x="27670" y="21850"/>
                  </a:lnTo>
                  <a:lnTo>
                    <a:pt x="26621" y="21844"/>
                  </a:lnTo>
                  <a:lnTo>
                    <a:pt x="25571" y="21836"/>
                  </a:lnTo>
                  <a:lnTo>
                    <a:pt x="24522" y="21829"/>
                  </a:lnTo>
                  <a:lnTo>
                    <a:pt x="23472" y="21821"/>
                  </a:lnTo>
                  <a:lnTo>
                    <a:pt x="22976" y="22910"/>
                  </a:lnTo>
                  <a:lnTo>
                    <a:pt x="22599" y="23942"/>
                  </a:lnTo>
                  <a:lnTo>
                    <a:pt x="22325" y="24939"/>
                  </a:lnTo>
                  <a:lnTo>
                    <a:pt x="22138" y="25920"/>
                  </a:lnTo>
                  <a:lnTo>
                    <a:pt x="22020" y="26906"/>
                  </a:lnTo>
                  <a:lnTo>
                    <a:pt x="21955" y="27917"/>
                  </a:lnTo>
                  <a:lnTo>
                    <a:pt x="21927" y="28973"/>
                  </a:lnTo>
                  <a:lnTo>
                    <a:pt x="21918" y="30095"/>
                  </a:lnTo>
                  <a:lnTo>
                    <a:pt x="21913" y="31303"/>
                  </a:lnTo>
                  <a:lnTo>
                    <a:pt x="21903" y="32365"/>
                  </a:lnTo>
                  <a:lnTo>
                    <a:pt x="21894" y="33432"/>
                  </a:lnTo>
                  <a:lnTo>
                    <a:pt x="21884" y="34507"/>
                  </a:lnTo>
                  <a:lnTo>
                    <a:pt x="21874" y="35593"/>
                  </a:lnTo>
                  <a:lnTo>
                    <a:pt x="21873" y="36098"/>
                  </a:lnTo>
                  <a:lnTo>
                    <a:pt x="21870" y="36751"/>
                  </a:lnTo>
                  <a:lnTo>
                    <a:pt x="21865" y="37987"/>
                  </a:lnTo>
                  <a:lnTo>
                    <a:pt x="21857" y="40244"/>
                  </a:lnTo>
                  <a:lnTo>
                    <a:pt x="21851" y="41422"/>
                  </a:lnTo>
                  <a:lnTo>
                    <a:pt x="21845" y="42604"/>
                  </a:lnTo>
                  <a:lnTo>
                    <a:pt x="21839" y="43796"/>
                  </a:lnTo>
                  <a:lnTo>
                    <a:pt x="21834" y="45000"/>
                  </a:lnTo>
                  <a:lnTo>
                    <a:pt x="21830" y="46108"/>
                  </a:lnTo>
                  <a:lnTo>
                    <a:pt x="21826" y="47216"/>
                  </a:lnTo>
                  <a:lnTo>
                    <a:pt x="21822" y="48324"/>
                  </a:lnTo>
                  <a:lnTo>
                    <a:pt x="21819" y="49432"/>
                  </a:lnTo>
                  <a:lnTo>
                    <a:pt x="21816" y="50539"/>
                  </a:lnTo>
                  <a:lnTo>
                    <a:pt x="21814" y="51647"/>
                  </a:lnTo>
                  <a:lnTo>
                    <a:pt x="21811" y="52755"/>
                  </a:lnTo>
                  <a:lnTo>
                    <a:pt x="21809" y="53862"/>
                  </a:lnTo>
                  <a:lnTo>
                    <a:pt x="21807" y="54970"/>
                  </a:lnTo>
                  <a:lnTo>
                    <a:pt x="21804" y="56063"/>
                  </a:lnTo>
                  <a:lnTo>
                    <a:pt x="21800" y="57157"/>
                  </a:lnTo>
                  <a:lnTo>
                    <a:pt x="21795" y="58250"/>
                  </a:lnTo>
                  <a:lnTo>
                    <a:pt x="21789" y="59343"/>
                  </a:lnTo>
                  <a:lnTo>
                    <a:pt x="21783" y="60436"/>
                  </a:lnTo>
                  <a:lnTo>
                    <a:pt x="21777" y="61529"/>
                  </a:lnTo>
                  <a:lnTo>
                    <a:pt x="21769" y="62623"/>
                  </a:lnTo>
                  <a:lnTo>
                    <a:pt x="21762" y="63716"/>
                  </a:lnTo>
                  <a:lnTo>
                    <a:pt x="21753" y="64809"/>
                  </a:lnTo>
                  <a:lnTo>
                    <a:pt x="21745" y="65902"/>
                  </a:lnTo>
                  <a:lnTo>
                    <a:pt x="21736" y="66995"/>
                  </a:lnTo>
                  <a:lnTo>
                    <a:pt x="21727" y="68088"/>
                  </a:lnTo>
                  <a:lnTo>
                    <a:pt x="21718" y="69181"/>
                  </a:lnTo>
                  <a:lnTo>
                    <a:pt x="21709" y="70275"/>
                  </a:lnTo>
                  <a:lnTo>
                    <a:pt x="21707" y="71349"/>
                  </a:lnTo>
                  <a:lnTo>
                    <a:pt x="21704" y="72423"/>
                  </a:lnTo>
                  <a:lnTo>
                    <a:pt x="21702" y="73497"/>
                  </a:lnTo>
                  <a:lnTo>
                    <a:pt x="21699" y="74572"/>
                  </a:lnTo>
                  <a:lnTo>
                    <a:pt x="21697" y="75646"/>
                  </a:lnTo>
                  <a:lnTo>
                    <a:pt x="21695" y="76720"/>
                  </a:lnTo>
                  <a:lnTo>
                    <a:pt x="21693" y="77795"/>
                  </a:lnTo>
                  <a:lnTo>
                    <a:pt x="21691" y="78869"/>
                  </a:lnTo>
                  <a:lnTo>
                    <a:pt x="21689" y="79943"/>
                  </a:lnTo>
                  <a:lnTo>
                    <a:pt x="21677" y="81094"/>
                  </a:lnTo>
                  <a:lnTo>
                    <a:pt x="21664" y="82250"/>
                  </a:lnTo>
                  <a:lnTo>
                    <a:pt x="21651" y="83415"/>
                  </a:lnTo>
                  <a:lnTo>
                    <a:pt x="21638" y="84592"/>
                  </a:lnTo>
                  <a:lnTo>
                    <a:pt x="21641" y="85655"/>
                  </a:lnTo>
                  <a:lnTo>
                    <a:pt x="21644" y="86722"/>
                  </a:lnTo>
                  <a:lnTo>
                    <a:pt x="21648" y="87797"/>
                  </a:lnTo>
                  <a:lnTo>
                    <a:pt x="21651" y="88884"/>
                  </a:lnTo>
                  <a:lnTo>
                    <a:pt x="21646" y="90136"/>
                  </a:lnTo>
                  <a:lnTo>
                    <a:pt x="21641" y="91396"/>
                  </a:lnTo>
                  <a:lnTo>
                    <a:pt x="21637" y="92672"/>
                  </a:lnTo>
                  <a:lnTo>
                    <a:pt x="21881" y="94165"/>
                  </a:lnTo>
                  <a:lnTo>
                    <a:pt x="22130" y="95679"/>
                  </a:lnTo>
                  <a:lnTo>
                    <a:pt x="23259" y="96412"/>
                  </a:lnTo>
                  <a:lnTo>
                    <a:pt x="24266" y="97016"/>
                  </a:lnTo>
                  <a:lnTo>
                    <a:pt x="25181" y="97503"/>
                  </a:lnTo>
                  <a:lnTo>
                    <a:pt x="26035" y="97887"/>
                  </a:lnTo>
                  <a:lnTo>
                    <a:pt x="26860" y="98179"/>
                  </a:lnTo>
                  <a:lnTo>
                    <a:pt x="27686" y="98392"/>
                  </a:lnTo>
                  <a:lnTo>
                    <a:pt x="28546" y="98539"/>
                  </a:lnTo>
                  <a:lnTo>
                    <a:pt x="29470" y="98632"/>
                  </a:lnTo>
                  <a:lnTo>
                    <a:pt x="30490" y="98683"/>
                  </a:lnTo>
                  <a:lnTo>
                    <a:pt x="31637" y="98706"/>
                  </a:lnTo>
                  <a:lnTo>
                    <a:pt x="32941" y="98713"/>
                  </a:lnTo>
                  <a:lnTo>
                    <a:pt x="33395" y="98715"/>
                  </a:lnTo>
                  <a:lnTo>
                    <a:pt x="33982" y="98719"/>
                  </a:lnTo>
                  <a:lnTo>
                    <a:pt x="35094" y="98726"/>
                  </a:lnTo>
                  <a:lnTo>
                    <a:pt x="37124" y="98738"/>
                  </a:lnTo>
                  <a:lnTo>
                    <a:pt x="38242" y="98734"/>
                  </a:lnTo>
                  <a:lnTo>
                    <a:pt x="39364" y="98730"/>
                  </a:lnTo>
                  <a:lnTo>
                    <a:pt x="40494" y="98726"/>
                  </a:lnTo>
                  <a:lnTo>
                    <a:pt x="41638" y="98722"/>
                  </a:lnTo>
                  <a:lnTo>
                    <a:pt x="42787" y="98724"/>
                  </a:lnTo>
                  <a:lnTo>
                    <a:pt x="43941" y="98726"/>
                  </a:lnTo>
                  <a:lnTo>
                    <a:pt x="45103" y="98728"/>
                  </a:lnTo>
                  <a:lnTo>
                    <a:pt x="46279" y="98730"/>
                  </a:lnTo>
                  <a:lnTo>
                    <a:pt x="47359" y="98730"/>
                  </a:lnTo>
                  <a:lnTo>
                    <a:pt x="48440" y="98730"/>
                  </a:lnTo>
                  <a:lnTo>
                    <a:pt x="49520" y="98729"/>
                  </a:lnTo>
                  <a:lnTo>
                    <a:pt x="50600" y="98728"/>
                  </a:lnTo>
                  <a:lnTo>
                    <a:pt x="51680" y="98726"/>
                  </a:lnTo>
                  <a:lnTo>
                    <a:pt x="52761" y="98724"/>
                  </a:lnTo>
                  <a:lnTo>
                    <a:pt x="53841" y="98722"/>
                  </a:lnTo>
                  <a:lnTo>
                    <a:pt x="54921" y="98719"/>
                  </a:lnTo>
                  <a:lnTo>
                    <a:pt x="56001" y="98715"/>
                  </a:lnTo>
                  <a:lnTo>
                    <a:pt x="57065" y="98713"/>
                  </a:lnTo>
                  <a:lnTo>
                    <a:pt x="58128" y="98711"/>
                  </a:lnTo>
                  <a:lnTo>
                    <a:pt x="59192" y="98710"/>
                  </a:lnTo>
                  <a:lnTo>
                    <a:pt x="60255" y="98709"/>
                  </a:lnTo>
                  <a:lnTo>
                    <a:pt x="61319" y="98710"/>
                  </a:lnTo>
                  <a:lnTo>
                    <a:pt x="62382" y="98711"/>
                  </a:lnTo>
                  <a:lnTo>
                    <a:pt x="63446" y="98712"/>
                  </a:lnTo>
                  <a:lnTo>
                    <a:pt x="64510" y="98714"/>
                  </a:lnTo>
                  <a:lnTo>
                    <a:pt x="65573" y="98716"/>
                  </a:lnTo>
                  <a:lnTo>
                    <a:pt x="66637" y="98719"/>
                  </a:lnTo>
                  <a:lnTo>
                    <a:pt x="67700" y="98722"/>
                  </a:lnTo>
                  <a:lnTo>
                    <a:pt x="68764" y="98726"/>
                  </a:lnTo>
                  <a:lnTo>
                    <a:pt x="69827" y="98729"/>
                  </a:lnTo>
                  <a:lnTo>
                    <a:pt x="70891" y="98733"/>
                  </a:lnTo>
                  <a:lnTo>
                    <a:pt x="71940" y="98732"/>
                  </a:lnTo>
                  <a:lnTo>
                    <a:pt x="72989" y="98731"/>
                  </a:lnTo>
                  <a:lnTo>
                    <a:pt x="74037" y="98730"/>
                  </a:lnTo>
                  <a:lnTo>
                    <a:pt x="75086" y="98729"/>
                  </a:lnTo>
                  <a:lnTo>
                    <a:pt x="76135" y="98728"/>
                  </a:lnTo>
                  <a:lnTo>
                    <a:pt x="77184" y="98727"/>
                  </a:lnTo>
                  <a:lnTo>
                    <a:pt x="78232" y="98725"/>
                  </a:lnTo>
                  <a:lnTo>
                    <a:pt x="79281" y="98724"/>
                  </a:lnTo>
                  <a:lnTo>
                    <a:pt x="80330" y="98722"/>
                  </a:lnTo>
                  <a:lnTo>
                    <a:pt x="81446" y="98726"/>
                  </a:lnTo>
                  <a:lnTo>
                    <a:pt x="82566" y="98730"/>
                  </a:lnTo>
                  <a:lnTo>
                    <a:pt x="83695" y="98734"/>
                  </a:lnTo>
                  <a:lnTo>
                    <a:pt x="84837" y="98738"/>
                  </a:lnTo>
                  <a:lnTo>
                    <a:pt x="85876" y="98732"/>
                  </a:lnTo>
                  <a:lnTo>
                    <a:pt x="86919" y="98726"/>
                  </a:lnTo>
                  <a:lnTo>
                    <a:pt x="87969" y="98720"/>
                  </a:lnTo>
                  <a:lnTo>
                    <a:pt x="89032" y="98713"/>
                  </a:lnTo>
                  <a:lnTo>
                    <a:pt x="89574" y="98712"/>
                  </a:lnTo>
                  <a:lnTo>
                    <a:pt x="90530" y="98710"/>
                  </a:lnTo>
                  <a:lnTo>
                    <a:pt x="92718" y="98706"/>
                  </a:lnTo>
                  <a:lnTo>
                    <a:pt x="93960" y="98544"/>
                  </a:lnTo>
                  <a:lnTo>
                    <a:pt x="95109" y="98327"/>
                  </a:lnTo>
                  <a:lnTo>
                    <a:pt x="96187" y="98051"/>
                  </a:lnTo>
                  <a:lnTo>
                    <a:pt x="97219" y="97713"/>
                  </a:lnTo>
                  <a:lnTo>
                    <a:pt x="98229" y="97310"/>
                  </a:lnTo>
                  <a:lnTo>
                    <a:pt x="99239" y="96839"/>
                  </a:lnTo>
                  <a:lnTo>
                    <a:pt x="100275" y="96296"/>
                  </a:lnTo>
                  <a:lnTo>
                    <a:pt x="101360" y="95679"/>
                  </a:lnTo>
                  <a:lnTo>
                    <a:pt x="101351" y="94452"/>
                  </a:lnTo>
                  <a:lnTo>
                    <a:pt x="101341" y="93220"/>
                  </a:lnTo>
                  <a:lnTo>
                    <a:pt x="101332" y="91978"/>
                  </a:lnTo>
                  <a:lnTo>
                    <a:pt x="101323" y="90723"/>
                  </a:lnTo>
                  <a:lnTo>
                    <a:pt x="101349" y="88481"/>
                  </a:lnTo>
                  <a:lnTo>
                    <a:pt x="101375" y="86439"/>
                  </a:lnTo>
                  <a:lnTo>
                    <a:pt x="101401" y="84586"/>
                  </a:lnTo>
                  <a:lnTo>
                    <a:pt x="101431" y="82907"/>
                  </a:lnTo>
                  <a:lnTo>
                    <a:pt x="101467" y="81390"/>
                  </a:lnTo>
                  <a:lnTo>
                    <a:pt x="101509" y="80023"/>
                  </a:lnTo>
                  <a:lnTo>
                    <a:pt x="101561" y="78793"/>
                  </a:lnTo>
                  <a:lnTo>
                    <a:pt x="101624" y="77686"/>
                  </a:lnTo>
                  <a:lnTo>
                    <a:pt x="101700" y="76691"/>
                  </a:lnTo>
                  <a:lnTo>
                    <a:pt x="101790" y="75794"/>
                  </a:lnTo>
                  <a:lnTo>
                    <a:pt x="101898" y="74982"/>
                  </a:lnTo>
                  <a:lnTo>
                    <a:pt x="102024" y="74243"/>
                  </a:lnTo>
                  <a:lnTo>
                    <a:pt x="102171" y="73564"/>
                  </a:lnTo>
                  <a:lnTo>
                    <a:pt x="102341" y="72933"/>
                  </a:lnTo>
                  <a:lnTo>
                    <a:pt x="102535" y="72336"/>
                  </a:lnTo>
                  <a:lnTo>
                    <a:pt x="102756" y="71760"/>
                  </a:lnTo>
                  <a:lnTo>
                    <a:pt x="103005" y="71193"/>
                  </a:lnTo>
                  <a:lnTo>
                    <a:pt x="103284" y="70623"/>
                  </a:lnTo>
                  <a:lnTo>
                    <a:pt x="103596" y="70035"/>
                  </a:lnTo>
                  <a:lnTo>
                    <a:pt x="103942" y="69418"/>
                  </a:lnTo>
                  <a:lnTo>
                    <a:pt x="104324" y="68759"/>
                  </a:lnTo>
                  <a:lnTo>
                    <a:pt x="104744" y="68045"/>
                  </a:lnTo>
                  <a:lnTo>
                    <a:pt x="105529" y="67327"/>
                  </a:lnTo>
                  <a:lnTo>
                    <a:pt x="106321" y="66631"/>
                  </a:lnTo>
                  <a:lnTo>
                    <a:pt x="107120" y="65954"/>
                  </a:lnTo>
                  <a:lnTo>
                    <a:pt x="107928" y="65293"/>
                  </a:lnTo>
                  <a:lnTo>
                    <a:pt x="108744" y="64644"/>
                  </a:lnTo>
                  <a:lnTo>
                    <a:pt x="109569" y="64005"/>
                  </a:lnTo>
                  <a:lnTo>
                    <a:pt x="110404" y="63371"/>
                  </a:lnTo>
                  <a:lnTo>
                    <a:pt x="111248" y="62739"/>
                  </a:lnTo>
                  <a:lnTo>
                    <a:pt x="112103" y="62107"/>
                  </a:lnTo>
                  <a:lnTo>
                    <a:pt x="112664" y="61131"/>
                  </a:lnTo>
                  <a:lnTo>
                    <a:pt x="113227" y="60150"/>
                  </a:lnTo>
                  <a:lnTo>
                    <a:pt x="113795" y="59162"/>
                  </a:lnTo>
                  <a:lnTo>
                    <a:pt x="114368" y="58163"/>
                  </a:lnTo>
                  <a:lnTo>
                    <a:pt x="114951" y="57248"/>
                  </a:lnTo>
                  <a:lnTo>
                    <a:pt x="115538" y="56327"/>
                  </a:lnTo>
                  <a:lnTo>
                    <a:pt x="116131" y="55393"/>
                  </a:lnTo>
                  <a:lnTo>
                    <a:pt x="117195" y="55393"/>
                  </a:lnTo>
                  <a:lnTo>
                    <a:pt x="118262" y="55393"/>
                  </a:lnTo>
                  <a:lnTo>
                    <a:pt x="119334" y="55393"/>
                  </a:lnTo>
                  <a:lnTo>
                    <a:pt x="120413" y="55393"/>
                  </a:lnTo>
                  <a:lnTo>
                    <a:pt x="121503" y="55393"/>
                  </a:lnTo>
                  <a:lnTo>
                    <a:pt x="121509" y="56436"/>
                  </a:lnTo>
                  <a:lnTo>
                    <a:pt x="121515" y="57480"/>
                  </a:lnTo>
                  <a:lnTo>
                    <a:pt x="121521" y="58524"/>
                  </a:lnTo>
                  <a:lnTo>
                    <a:pt x="121526" y="59567"/>
                  </a:lnTo>
                  <a:lnTo>
                    <a:pt x="121532" y="60611"/>
                  </a:lnTo>
                  <a:lnTo>
                    <a:pt x="121537" y="61654"/>
                  </a:lnTo>
                  <a:lnTo>
                    <a:pt x="121542" y="62698"/>
                  </a:lnTo>
                  <a:lnTo>
                    <a:pt x="121546" y="63741"/>
                  </a:lnTo>
                  <a:lnTo>
                    <a:pt x="121551" y="64785"/>
                  </a:lnTo>
                  <a:lnTo>
                    <a:pt x="121555" y="65828"/>
                  </a:lnTo>
                  <a:lnTo>
                    <a:pt x="121559" y="66872"/>
                  </a:lnTo>
                  <a:lnTo>
                    <a:pt x="121563" y="67915"/>
                  </a:lnTo>
                  <a:lnTo>
                    <a:pt x="121567" y="68958"/>
                  </a:lnTo>
                  <a:lnTo>
                    <a:pt x="121570" y="70002"/>
                  </a:lnTo>
                  <a:lnTo>
                    <a:pt x="121574" y="71045"/>
                  </a:lnTo>
                  <a:lnTo>
                    <a:pt x="121577" y="72089"/>
                  </a:lnTo>
                  <a:lnTo>
                    <a:pt x="121581" y="73223"/>
                  </a:lnTo>
                  <a:lnTo>
                    <a:pt x="121586" y="74357"/>
                  </a:lnTo>
                  <a:lnTo>
                    <a:pt x="121591" y="75491"/>
                  </a:lnTo>
                  <a:lnTo>
                    <a:pt x="121597" y="76625"/>
                  </a:lnTo>
                  <a:lnTo>
                    <a:pt x="121604" y="77758"/>
                  </a:lnTo>
                  <a:lnTo>
                    <a:pt x="121610" y="78928"/>
                  </a:lnTo>
                  <a:lnTo>
                    <a:pt x="121616" y="80098"/>
                  </a:lnTo>
                  <a:lnTo>
                    <a:pt x="121621" y="81269"/>
                  </a:lnTo>
                  <a:lnTo>
                    <a:pt x="121625" y="82439"/>
                  </a:lnTo>
                  <a:lnTo>
                    <a:pt x="121628" y="83609"/>
                  </a:lnTo>
                  <a:lnTo>
                    <a:pt x="121632" y="84779"/>
                  </a:lnTo>
                  <a:lnTo>
                    <a:pt x="121634" y="85949"/>
                  </a:lnTo>
                  <a:lnTo>
                    <a:pt x="121640" y="87178"/>
                  </a:lnTo>
                  <a:lnTo>
                    <a:pt x="121645" y="88413"/>
                  </a:lnTo>
                  <a:lnTo>
                    <a:pt x="121650" y="89657"/>
                  </a:lnTo>
                  <a:lnTo>
                    <a:pt x="121656" y="90915"/>
                  </a:lnTo>
                  <a:lnTo>
                    <a:pt x="121613" y="92021"/>
                  </a:lnTo>
                  <a:lnTo>
                    <a:pt x="121556" y="93122"/>
                  </a:lnTo>
                  <a:lnTo>
                    <a:pt x="121485" y="94217"/>
                  </a:lnTo>
                  <a:lnTo>
                    <a:pt x="121401" y="95307"/>
                  </a:lnTo>
                  <a:lnTo>
                    <a:pt x="121305" y="96394"/>
                  </a:lnTo>
                  <a:lnTo>
                    <a:pt x="121197" y="97479"/>
                  </a:lnTo>
                  <a:lnTo>
                    <a:pt x="121078" y="98561"/>
                  </a:lnTo>
                  <a:lnTo>
                    <a:pt x="120948" y="99644"/>
                  </a:lnTo>
                  <a:lnTo>
                    <a:pt x="120808" y="100726"/>
                  </a:lnTo>
                  <a:lnTo>
                    <a:pt x="120658" y="101810"/>
                  </a:lnTo>
                  <a:lnTo>
                    <a:pt x="120500" y="102896"/>
                  </a:lnTo>
                  <a:lnTo>
                    <a:pt x="120334" y="103986"/>
                  </a:lnTo>
                  <a:lnTo>
                    <a:pt x="120160" y="105079"/>
                  </a:lnTo>
                  <a:lnTo>
                    <a:pt x="119079" y="105412"/>
                  </a:lnTo>
                  <a:lnTo>
                    <a:pt x="117990" y="105747"/>
                  </a:lnTo>
                  <a:lnTo>
                    <a:pt x="116887" y="106087"/>
                  </a:lnTo>
                  <a:lnTo>
                    <a:pt x="115750" y="106641"/>
                  </a:lnTo>
                  <a:lnTo>
                    <a:pt x="114605" y="107200"/>
                  </a:lnTo>
                  <a:lnTo>
                    <a:pt x="113446" y="107765"/>
                  </a:lnTo>
                  <a:lnTo>
                    <a:pt x="113159" y="109057"/>
                  </a:lnTo>
                  <a:lnTo>
                    <a:pt x="112868" y="110369"/>
                  </a:lnTo>
                  <a:lnTo>
                    <a:pt x="112478" y="111733"/>
                  </a:lnTo>
                  <a:lnTo>
                    <a:pt x="112133" y="112646"/>
                  </a:lnTo>
                  <a:lnTo>
                    <a:pt x="111695" y="113323"/>
                  </a:lnTo>
                  <a:lnTo>
                    <a:pt x="111027" y="113975"/>
                  </a:lnTo>
                  <a:lnTo>
                    <a:pt x="109989" y="114818"/>
                  </a:lnTo>
                  <a:lnTo>
                    <a:pt x="108969" y="115272"/>
                  </a:lnTo>
                  <a:lnTo>
                    <a:pt x="107954" y="115694"/>
                  </a:lnTo>
                  <a:lnTo>
                    <a:pt x="106943" y="116084"/>
                  </a:lnTo>
                  <a:lnTo>
                    <a:pt x="105936" y="116444"/>
                  </a:lnTo>
                  <a:lnTo>
                    <a:pt x="104931" y="116775"/>
                  </a:lnTo>
                  <a:lnTo>
                    <a:pt x="103928" y="117078"/>
                  </a:lnTo>
                  <a:lnTo>
                    <a:pt x="102927" y="117355"/>
                  </a:lnTo>
                  <a:lnTo>
                    <a:pt x="101927" y="117605"/>
                  </a:lnTo>
                  <a:lnTo>
                    <a:pt x="100927" y="117832"/>
                  </a:lnTo>
                  <a:lnTo>
                    <a:pt x="99927" y="118035"/>
                  </a:lnTo>
                  <a:lnTo>
                    <a:pt x="98926" y="118216"/>
                  </a:lnTo>
                  <a:lnTo>
                    <a:pt x="97924" y="118376"/>
                  </a:lnTo>
                  <a:lnTo>
                    <a:pt x="96920" y="118516"/>
                  </a:lnTo>
                  <a:lnTo>
                    <a:pt x="95913" y="118637"/>
                  </a:lnTo>
                  <a:lnTo>
                    <a:pt x="94903" y="118741"/>
                  </a:lnTo>
                  <a:lnTo>
                    <a:pt x="93890" y="118829"/>
                  </a:lnTo>
                  <a:lnTo>
                    <a:pt x="92871" y="118902"/>
                  </a:lnTo>
                  <a:lnTo>
                    <a:pt x="91848" y="118960"/>
                  </a:lnTo>
                  <a:lnTo>
                    <a:pt x="90820" y="119006"/>
                  </a:lnTo>
                  <a:lnTo>
                    <a:pt x="89785" y="119040"/>
                  </a:lnTo>
                  <a:lnTo>
                    <a:pt x="88743" y="119064"/>
                  </a:lnTo>
                  <a:lnTo>
                    <a:pt x="87694" y="119078"/>
                  </a:lnTo>
                  <a:lnTo>
                    <a:pt x="86637" y="119085"/>
                  </a:lnTo>
                  <a:lnTo>
                    <a:pt x="85571" y="119084"/>
                  </a:lnTo>
                  <a:lnTo>
                    <a:pt x="84496" y="119077"/>
                  </a:lnTo>
                  <a:lnTo>
                    <a:pt x="83412" y="119066"/>
                  </a:lnTo>
                  <a:lnTo>
                    <a:pt x="82317" y="119051"/>
                  </a:lnTo>
                  <a:lnTo>
                    <a:pt x="81211" y="119033"/>
                  </a:lnTo>
                  <a:lnTo>
                    <a:pt x="80148" y="119029"/>
                  </a:lnTo>
                  <a:lnTo>
                    <a:pt x="79082" y="119024"/>
                  </a:lnTo>
                  <a:lnTo>
                    <a:pt x="78011" y="119020"/>
                  </a:lnTo>
                  <a:lnTo>
                    <a:pt x="76932" y="119015"/>
                  </a:lnTo>
                  <a:lnTo>
                    <a:pt x="75843" y="119010"/>
                  </a:lnTo>
                  <a:lnTo>
                    <a:pt x="74766" y="119005"/>
                  </a:lnTo>
                  <a:lnTo>
                    <a:pt x="73688" y="118999"/>
                  </a:lnTo>
                  <a:lnTo>
                    <a:pt x="72611" y="118991"/>
                  </a:lnTo>
                  <a:lnTo>
                    <a:pt x="71533" y="118983"/>
                  </a:lnTo>
                  <a:lnTo>
                    <a:pt x="70456" y="118974"/>
                  </a:lnTo>
                  <a:lnTo>
                    <a:pt x="69378" y="118964"/>
                  </a:lnTo>
                  <a:lnTo>
                    <a:pt x="68301" y="118953"/>
                  </a:lnTo>
                  <a:lnTo>
                    <a:pt x="67223" y="118942"/>
                  </a:lnTo>
                  <a:lnTo>
                    <a:pt x="66146" y="118930"/>
                  </a:lnTo>
                  <a:lnTo>
                    <a:pt x="65068" y="118917"/>
                  </a:lnTo>
                  <a:lnTo>
                    <a:pt x="63991" y="118904"/>
                  </a:lnTo>
                  <a:lnTo>
                    <a:pt x="62913" y="118891"/>
                  </a:lnTo>
                  <a:lnTo>
                    <a:pt x="61836" y="118877"/>
                  </a:lnTo>
                  <a:lnTo>
                    <a:pt x="60733" y="118865"/>
                  </a:lnTo>
                  <a:lnTo>
                    <a:pt x="59630" y="118854"/>
                  </a:lnTo>
                  <a:lnTo>
                    <a:pt x="58527" y="118844"/>
                  </a:lnTo>
                  <a:lnTo>
                    <a:pt x="57424" y="118834"/>
                  </a:lnTo>
                  <a:lnTo>
                    <a:pt x="56321" y="118826"/>
                  </a:lnTo>
                  <a:lnTo>
                    <a:pt x="55218" y="118818"/>
                  </a:lnTo>
                  <a:lnTo>
                    <a:pt x="54114" y="118810"/>
                  </a:lnTo>
                  <a:lnTo>
                    <a:pt x="53011" y="118803"/>
                  </a:lnTo>
                  <a:lnTo>
                    <a:pt x="51908" y="118796"/>
                  </a:lnTo>
                  <a:lnTo>
                    <a:pt x="50805" y="118790"/>
                  </a:lnTo>
                  <a:lnTo>
                    <a:pt x="49702" y="118784"/>
                  </a:lnTo>
                  <a:lnTo>
                    <a:pt x="48598" y="118778"/>
                  </a:lnTo>
                  <a:lnTo>
                    <a:pt x="47495" y="118771"/>
                  </a:lnTo>
                  <a:lnTo>
                    <a:pt x="46416" y="118765"/>
                  </a:lnTo>
                  <a:lnTo>
                    <a:pt x="45337" y="118757"/>
                  </a:lnTo>
                  <a:lnTo>
                    <a:pt x="44259" y="118750"/>
                  </a:lnTo>
                  <a:lnTo>
                    <a:pt x="43180" y="118742"/>
                  </a:lnTo>
                  <a:lnTo>
                    <a:pt x="42101" y="118734"/>
                  </a:lnTo>
                  <a:lnTo>
                    <a:pt x="41022" y="118726"/>
                  </a:lnTo>
                  <a:lnTo>
                    <a:pt x="39943" y="118718"/>
                  </a:lnTo>
                  <a:lnTo>
                    <a:pt x="38864" y="118709"/>
                  </a:lnTo>
                  <a:lnTo>
                    <a:pt x="37785" y="118700"/>
                  </a:lnTo>
                  <a:lnTo>
                    <a:pt x="36706" y="118690"/>
                  </a:lnTo>
                  <a:lnTo>
                    <a:pt x="35627" y="118681"/>
                  </a:lnTo>
                  <a:lnTo>
                    <a:pt x="34548" y="118671"/>
                  </a:lnTo>
                  <a:lnTo>
                    <a:pt x="33469" y="118661"/>
                  </a:lnTo>
                  <a:lnTo>
                    <a:pt x="32391" y="118651"/>
                  </a:lnTo>
                  <a:lnTo>
                    <a:pt x="31312" y="118640"/>
                  </a:lnTo>
                  <a:lnTo>
                    <a:pt x="30233" y="118629"/>
                  </a:lnTo>
                  <a:lnTo>
                    <a:pt x="29154" y="118618"/>
                  </a:lnTo>
                  <a:lnTo>
                    <a:pt x="28075" y="118607"/>
                  </a:lnTo>
                  <a:lnTo>
                    <a:pt x="26996" y="118595"/>
                  </a:lnTo>
                  <a:lnTo>
                    <a:pt x="25917" y="118583"/>
                  </a:lnTo>
                  <a:lnTo>
                    <a:pt x="24838" y="118571"/>
                  </a:lnTo>
                  <a:lnTo>
                    <a:pt x="23759" y="118559"/>
                  </a:lnTo>
                  <a:lnTo>
                    <a:pt x="22680" y="118547"/>
                  </a:lnTo>
                  <a:lnTo>
                    <a:pt x="21602" y="118534"/>
                  </a:lnTo>
                  <a:lnTo>
                    <a:pt x="20523" y="118521"/>
                  </a:lnTo>
                  <a:lnTo>
                    <a:pt x="19444" y="118508"/>
                  </a:lnTo>
                  <a:lnTo>
                    <a:pt x="19444" y="117175"/>
                  </a:lnTo>
                  <a:lnTo>
                    <a:pt x="19444" y="115822"/>
                  </a:lnTo>
                  <a:lnTo>
                    <a:pt x="18307" y="115545"/>
                  </a:lnTo>
                  <a:lnTo>
                    <a:pt x="17162" y="115266"/>
                  </a:lnTo>
                  <a:lnTo>
                    <a:pt x="16002" y="114983"/>
                  </a:lnTo>
                  <a:lnTo>
                    <a:pt x="14962" y="114554"/>
                  </a:lnTo>
                  <a:lnTo>
                    <a:pt x="13947" y="114106"/>
                  </a:lnTo>
                  <a:lnTo>
                    <a:pt x="12956" y="113639"/>
                  </a:lnTo>
                  <a:lnTo>
                    <a:pt x="11987" y="113151"/>
                  </a:lnTo>
                  <a:lnTo>
                    <a:pt x="11042" y="112640"/>
                  </a:lnTo>
                  <a:lnTo>
                    <a:pt x="10119" y="112104"/>
                  </a:lnTo>
                  <a:lnTo>
                    <a:pt x="9217" y="111543"/>
                  </a:lnTo>
                  <a:lnTo>
                    <a:pt x="8336" y="110955"/>
                  </a:lnTo>
                  <a:lnTo>
                    <a:pt x="7476" y="110337"/>
                  </a:lnTo>
                  <a:lnTo>
                    <a:pt x="6636" y="109690"/>
                  </a:lnTo>
                  <a:lnTo>
                    <a:pt x="5816" y="109010"/>
                  </a:lnTo>
                  <a:lnTo>
                    <a:pt x="5014" y="108297"/>
                  </a:lnTo>
                  <a:lnTo>
                    <a:pt x="4231" y="107549"/>
                  </a:lnTo>
                  <a:lnTo>
                    <a:pt x="3466" y="106764"/>
                  </a:lnTo>
                  <a:lnTo>
                    <a:pt x="2718" y="105942"/>
                  </a:lnTo>
                  <a:lnTo>
                    <a:pt x="1986" y="105079"/>
                  </a:lnTo>
                  <a:lnTo>
                    <a:pt x="1733" y="104041"/>
                  </a:lnTo>
                  <a:lnTo>
                    <a:pt x="1508" y="103010"/>
                  </a:lnTo>
                  <a:lnTo>
                    <a:pt x="1309" y="101983"/>
                  </a:lnTo>
                  <a:lnTo>
                    <a:pt x="1135" y="100959"/>
                  </a:lnTo>
                  <a:lnTo>
                    <a:pt x="984" y="99938"/>
                  </a:lnTo>
                  <a:lnTo>
                    <a:pt x="855" y="98917"/>
                  </a:lnTo>
                  <a:lnTo>
                    <a:pt x="746" y="97896"/>
                  </a:lnTo>
                  <a:lnTo>
                    <a:pt x="655" y="96872"/>
                  </a:lnTo>
                  <a:lnTo>
                    <a:pt x="581" y="95844"/>
                  </a:lnTo>
                  <a:lnTo>
                    <a:pt x="522" y="94812"/>
                  </a:lnTo>
                  <a:lnTo>
                    <a:pt x="477" y="93773"/>
                  </a:lnTo>
                  <a:lnTo>
                    <a:pt x="443" y="92726"/>
                  </a:lnTo>
                  <a:lnTo>
                    <a:pt x="420" y="91670"/>
                  </a:lnTo>
                  <a:lnTo>
                    <a:pt x="406" y="90603"/>
                  </a:lnTo>
                  <a:lnTo>
                    <a:pt x="393" y="89455"/>
                  </a:lnTo>
                  <a:lnTo>
                    <a:pt x="380" y="88304"/>
                  </a:lnTo>
                  <a:lnTo>
                    <a:pt x="366" y="87143"/>
                  </a:lnTo>
                  <a:lnTo>
                    <a:pt x="353" y="85970"/>
                  </a:lnTo>
                  <a:lnTo>
                    <a:pt x="346" y="84740"/>
                  </a:lnTo>
                  <a:lnTo>
                    <a:pt x="339" y="83505"/>
                  </a:lnTo>
                  <a:lnTo>
                    <a:pt x="331" y="82261"/>
                  </a:lnTo>
                  <a:lnTo>
                    <a:pt x="324" y="81003"/>
                  </a:lnTo>
                  <a:lnTo>
                    <a:pt x="316" y="79729"/>
                  </a:lnTo>
                  <a:lnTo>
                    <a:pt x="307" y="78450"/>
                  </a:lnTo>
                  <a:lnTo>
                    <a:pt x="299" y="77162"/>
                  </a:lnTo>
                  <a:lnTo>
                    <a:pt x="290" y="75860"/>
                  </a:lnTo>
                  <a:lnTo>
                    <a:pt x="285" y="74784"/>
                  </a:lnTo>
                  <a:lnTo>
                    <a:pt x="279" y="73707"/>
                  </a:lnTo>
                  <a:lnTo>
                    <a:pt x="274" y="72631"/>
                  </a:lnTo>
                  <a:lnTo>
                    <a:pt x="270" y="71555"/>
                  </a:lnTo>
                  <a:lnTo>
                    <a:pt x="265" y="70479"/>
                  </a:lnTo>
                  <a:lnTo>
                    <a:pt x="261" y="69403"/>
                  </a:lnTo>
                  <a:lnTo>
                    <a:pt x="257" y="68327"/>
                  </a:lnTo>
                  <a:lnTo>
                    <a:pt x="254" y="67250"/>
                  </a:lnTo>
                  <a:lnTo>
                    <a:pt x="250" y="66174"/>
                  </a:lnTo>
                  <a:lnTo>
                    <a:pt x="247" y="65098"/>
                  </a:lnTo>
                  <a:lnTo>
                    <a:pt x="243" y="64042"/>
                  </a:lnTo>
                  <a:lnTo>
                    <a:pt x="238" y="62985"/>
                  </a:lnTo>
                  <a:lnTo>
                    <a:pt x="232" y="61929"/>
                  </a:lnTo>
                  <a:lnTo>
                    <a:pt x="225" y="60873"/>
                  </a:lnTo>
                  <a:lnTo>
                    <a:pt x="217" y="59817"/>
                  </a:lnTo>
                  <a:lnTo>
                    <a:pt x="209" y="58761"/>
                  </a:lnTo>
                  <a:lnTo>
                    <a:pt x="200" y="57705"/>
                  </a:lnTo>
                  <a:lnTo>
                    <a:pt x="190" y="56649"/>
                  </a:lnTo>
                  <a:lnTo>
                    <a:pt x="179" y="55593"/>
                  </a:lnTo>
                  <a:lnTo>
                    <a:pt x="168" y="54536"/>
                  </a:lnTo>
                  <a:lnTo>
                    <a:pt x="157" y="53480"/>
                  </a:lnTo>
                  <a:lnTo>
                    <a:pt x="145" y="52424"/>
                  </a:lnTo>
                  <a:lnTo>
                    <a:pt x="133" y="51368"/>
                  </a:lnTo>
                  <a:lnTo>
                    <a:pt x="123" y="50271"/>
                  </a:lnTo>
                  <a:lnTo>
                    <a:pt x="114" y="49173"/>
                  </a:lnTo>
                  <a:lnTo>
                    <a:pt x="106" y="48076"/>
                  </a:lnTo>
                  <a:lnTo>
                    <a:pt x="100" y="46978"/>
                  </a:lnTo>
                  <a:lnTo>
                    <a:pt x="95" y="45881"/>
                  </a:lnTo>
                  <a:lnTo>
                    <a:pt x="90" y="44783"/>
                  </a:lnTo>
                  <a:lnTo>
                    <a:pt x="86" y="43686"/>
                  </a:lnTo>
                  <a:lnTo>
                    <a:pt x="83" y="42588"/>
                  </a:lnTo>
                  <a:lnTo>
                    <a:pt x="80" y="41491"/>
                  </a:lnTo>
                  <a:lnTo>
                    <a:pt x="77" y="40393"/>
                  </a:lnTo>
                  <a:lnTo>
                    <a:pt x="74" y="39296"/>
                  </a:lnTo>
                  <a:lnTo>
                    <a:pt x="71" y="38198"/>
                  </a:lnTo>
                  <a:lnTo>
                    <a:pt x="54" y="36972"/>
                  </a:lnTo>
                  <a:lnTo>
                    <a:pt x="36" y="35741"/>
                  </a:lnTo>
                  <a:lnTo>
                    <a:pt x="18" y="34500"/>
                  </a:lnTo>
                  <a:lnTo>
                    <a:pt x="0" y="33246"/>
                  </a:lnTo>
                  <a:lnTo>
                    <a:pt x="9" y="31992"/>
                  </a:lnTo>
                  <a:lnTo>
                    <a:pt x="32" y="30781"/>
                  </a:lnTo>
                  <a:lnTo>
                    <a:pt x="69" y="29610"/>
                  </a:lnTo>
                  <a:lnTo>
                    <a:pt x="123" y="28475"/>
                  </a:lnTo>
                  <a:lnTo>
                    <a:pt x="196" y="27375"/>
                  </a:lnTo>
                  <a:lnTo>
                    <a:pt x="289" y="26307"/>
                  </a:lnTo>
                  <a:lnTo>
                    <a:pt x="403" y="25267"/>
                  </a:lnTo>
                  <a:lnTo>
                    <a:pt x="542" y="24255"/>
                  </a:lnTo>
                  <a:lnTo>
                    <a:pt x="706" y="23265"/>
                  </a:lnTo>
                  <a:lnTo>
                    <a:pt x="897" y="22297"/>
                  </a:lnTo>
                  <a:lnTo>
                    <a:pt x="1117" y="21348"/>
                  </a:lnTo>
                  <a:lnTo>
                    <a:pt x="1367" y="20414"/>
                  </a:lnTo>
                  <a:lnTo>
                    <a:pt x="1651" y="19493"/>
                  </a:lnTo>
                  <a:lnTo>
                    <a:pt x="1968" y="18582"/>
                  </a:lnTo>
                  <a:lnTo>
                    <a:pt x="2321" y="17679"/>
                  </a:lnTo>
                  <a:lnTo>
                    <a:pt x="2713" y="16782"/>
                  </a:lnTo>
                  <a:lnTo>
                    <a:pt x="3143" y="15887"/>
                  </a:lnTo>
                  <a:lnTo>
                    <a:pt x="3615" y="14991"/>
                  </a:lnTo>
                  <a:lnTo>
                    <a:pt x="4130" y="14093"/>
                  </a:lnTo>
                  <a:lnTo>
                    <a:pt x="4689" y="13189"/>
                  </a:lnTo>
                  <a:lnTo>
                    <a:pt x="5295" y="12277"/>
                  </a:lnTo>
                  <a:lnTo>
                    <a:pt x="5949" y="11354"/>
                  </a:lnTo>
                  <a:lnTo>
                    <a:pt x="6653" y="10417"/>
                  </a:lnTo>
                  <a:lnTo>
                    <a:pt x="7409" y="9464"/>
                  </a:lnTo>
                  <a:lnTo>
                    <a:pt x="8219" y="8493"/>
                  </a:lnTo>
                  <a:lnTo>
                    <a:pt x="9291" y="7568"/>
                  </a:lnTo>
                  <a:lnTo>
                    <a:pt x="10379" y="6630"/>
                  </a:lnTo>
                  <a:lnTo>
                    <a:pt x="11431" y="5680"/>
                  </a:lnTo>
                  <a:lnTo>
                    <a:pt x="12498" y="4715"/>
                  </a:lnTo>
                  <a:lnTo>
                    <a:pt x="13462" y="4179"/>
                  </a:lnTo>
                  <a:lnTo>
                    <a:pt x="14436" y="3685"/>
                  </a:lnTo>
                  <a:lnTo>
                    <a:pt x="15418" y="3230"/>
                  </a:lnTo>
                  <a:lnTo>
                    <a:pt x="16409" y="2813"/>
                  </a:lnTo>
                  <a:lnTo>
                    <a:pt x="17408" y="2433"/>
                  </a:lnTo>
                  <a:lnTo>
                    <a:pt x="18415" y="2088"/>
                  </a:lnTo>
                  <a:lnTo>
                    <a:pt x="19429" y="1777"/>
                  </a:lnTo>
                  <a:lnTo>
                    <a:pt x="20450" y="1497"/>
                  </a:lnTo>
                  <a:lnTo>
                    <a:pt x="21478" y="1247"/>
                  </a:lnTo>
                  <a:lnTo>
                    <a:pt x="22511" y="1026"/>
                  </a:lnTo>
                  <a:lnTo>
                    <a:pt x="23551" y="831"/>
                  </a:lnTo>
                  <a:lnTo>
                    <a:pt x="24596" y="662"/>
                  </a:lnTo>
                  <a:lnTo>
                    <a:pt x="25645" y="516"/>
                  </a:lnTo>
                  <a:lnTo>
                    <a:pt x="26699" y="392"/>
                  </a:lnTo>
                  <a:lnTo>
                    <a:pt x="27758" y="289"/>
                  </a:lnTo>
                  <a:lnTo>
                    <a:pt x="28819" y="204"/>
                  </a:lnTo>
                  <a:lnTo>
                    <a:pt x="29885" y="137"/>
                  </a:lnTo>
                  <a:lnTo>
                    <a:pt x="30953" y="85"/>
                  </a:lnTo>
                  <a:lnTo>
                    <a:pt x="32023" y="47"/>
                  </a:lnTo>
                  <a:lnTo>
                    <a:pt x="33096" y="21"/>
                  </a:lnTo>
                  <a:lnTo>
                    <a:pt x="34170" y="6"/>
                  </a:lnTo>
                  <a:lnTo>
                    <a:pt x="35246" y="0"/>
                  </a:lnTo>
                  <a:lnTo>
                    <a:pt x="36322" y="1"/>
                  </a:lnTo>
                  <a:lnTo>
                    <a:pt x="37399" y="8"/>
                  </a:lnTo>
                  <a:lnTo>
                    <a:pt x="38476" y="19"/>
                  </a:lnTo>
                  <a:lnTo>
                    <a:pt x="39553" y="33"/>
                  </a:lnTo>
                  <a:lnTo>
                    <a:pt x="40629" y="47"/>
                  </a:lnTo>
                  <a:lnTo>
                    <a:pt x="41703" y="61"/>
                  </a:lnTo>
                  <a:lnTo>
                    <a:pt x="42776" y="73"/>
                  </a:lnTo>
                  <a:close/>
                </a:path>
              </a:pathLst>
            </a:custGeom>
            <a:solidFill>
              <a:srgbClr val="3A83B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region 28 #3682BE"/>
            <p:cNvSpPr/>
            <p:nvPr/>
          </p:nvSpPr>
          <p:spPr>
            <a:xfrm>
              <a:off x="2467602" y="250558"/>
              <a:ext cx="122059" cy="117252"/>
            </a:xfrm>
            <a:custGeom>
              <a:avLst/>
              <a:gdLst/>
              <a:ahLst/>
              <a:cxnLst/>
              <a:rect l="l" t="t" r="r" b="b"/>
              <a:pathLst>
                <a:path w="122059" h="117252">
                  <a:moveTo>
                    <a:pt x="24856" y="39"/>
                  </a:moveTo>
                  <a:lnTo>
                    <a:pt x="25395" y="35"/>
                  </a:lnTo>
                  <a:lnTo>
                    <a:pt x="26093" y="29"/>
                  </a:lnTo>
                  <a:lnTo>
                    <a:pt x="27415" y="19"/>
                  </a:lnTo>
                  <a:lnTo>
                    <a:pt x="29827" y="0"/>
                  </a:lnTo>
                  <a:lnTo>
                    <a:pt x="30294" y="3"/>
                  </a:lnTo>
                  <a:lnTo>
                    <a:pt x="30806" y="5"/>
                  </a:lnTo>
                  <a:lnTo>
                    <a:pt x="31621" y="9"/>
                  </a:lnTo>
                  <a:lnTo>
                    <a:pt x="32995" y="15"/>
                  </a:lnTo>
                  <a:lnTo>
                    <a:pt x="35185" y="26"/>
                  </a:lnTo>
                  <a:lnTo>
                    <a:pt x="36289" y="24"/>
                  </a:lnTo>
                  <a:lnTo>
                    <a:pt x="37393" y="22"/>
                  </a:lnTo>
                  <a:lnTo>
                    <a:pt x="38497" y="20"/>
                  </a:lnTo>
                  <a:lnTo>
                    <a:pt x="39601" y="17"/>
                  </a:lnTo>
                  <a:lnTo>
                    <a:pt x="40705" y="14"/>
                  </a:lnTo>
                  <a:lnTo>
                    <a:pt x="41756" y="13"/>
                  </a:lnTo>
                  <a:lnTo>
                    <a:pt x="42807" y="12"/>
                  </a:lnTo>
                  <a:lnTo>
                    <a:pt x="43858" y="12"/>
                  </a:lnTo>
                  <a:lnTo>
                    <a:pt x="44909" y="13"/>
                  </a:lnTo>
                  <a:lnTo>
                    <a:pt x="45959" y="15"/>
                  </a:lnTo>
                  <a:lnTo>
                    <a:pt x="47010" y="17"/>
                  </a:lnTo>
                  <a:lnTo>
                    <a:pt x="48061" y="19"/>
                  </a:lnTo>
                  <a:lnTo>
                    <a:pt x="49112" y="22"/>
                  </a:lnTo>
                  <a:lnTo>
                    <a:pt x="50163" y="26"/>
                  </a:lnTo>
                  <a:lnTo>
                    <a:pt x="51214" y="30"/>
                  </a:lnTo>
                  <a:lnTo>
                    <a:pt x="52265" y="35"/>
                  </a:lnTo>
                  <a:lnTo>
                    <a:pt x="53321" y="40"/>
                  </a:lnTo>
                  <a:lnTo>
                    <a:pt x="54376" y="43"/>
                  </a:lnTo>
                  <a:lnTo>
                    <a:pt x="55432" y="45"/>
                  </a:lnTo>
                  <a:lnTo>
                    <a:pt x="56487" y="47"/>
                  </a:lnTo>
                  <a:lnTo>
                    <a:pt x="57542" y="47"/>
                  </a:lnTo>
                  <a:lnTo>
                    <a:pt x="58597" y="47"/>
                  </a:lnTo>
                  <a:lnTo>
                    <a:pt x="59653" y="46"/>
                  </a:lnTo>
                  <a:lnTo>
                    <a:pt x="60708" y="44"/>
                  </a:lnTo>
                  <a:lnTo>
                    <a:pt x="61763" y="41"/>
                  </a:lnTo>
                  <a:lnTo>
                    <a:pt x="62818" y="38"/>
                  </a:lnTo>
                  <a:lnTo>
                    <a:pt x="63874" y="34"/>
                  </a:lnTo>
                  <a:lnTo>
                    <a:pt x="64929" y="30"/>
                  </a:lnTo>
                  <a:lnTo>
                    <a:pt x="65984" y="26"/>
                  </a:lnTo>
                  <a:lnTo>
                    <a:pt x="67040" y="21"/>
                  </a:lnTo>
                  <a:lnTo>
                    <a:pt x="68180" y="17"/>
                  </a:lnTo>
                  <a:lnTo>
                    <a:pt x="69319" y="14"/>
                  </a:lnTo>
                  <a:lnTo>
                    <a:pt x="70459" y="12"/>
                  </a:lnTo>
                  <a:lnTo>
                    <a:pt x="71599" y="12"/>
                  </a:lnTo>
                  <a:lnTo>
                    <a:pt x="72738" y="12"/>
                  </a:lnTo>
                  <a:lnTo>
                    <a:pt x="73878" y="13"/>
                  </a:lnTo>
                  <a:lnTo>
                    <a:pt x="75018" y="14"/>
                  </a:lnTo>
                  <a:lnTo>
                    <a:pt x="76158" y="16"/>
                  </a:lnTo>
                  <a:lnTo>
                    <a:pt x="77298" y="19"/>
                  </a:lnTo>
                  <a:lnTo>
                    <a:pt x="78438" y="22"/>
                  </a:lnTo>
                  <a:lnTo>
                    <a:pt x="79593" y="23"/>
                  </a:lnTo>
                  <a:lnTo>
                    <a:pt x="80747" y="22"/>
                  </a:lnTo>
                  <a:lnTo>
                    <a:pt x="81902" y="19"/>
                  </a:lnTo>
                  <a:lnTo>
                    <a:pt x="83056" y="16"/>
                  </a:lnTo>
                  <a:lnTo>
                    <a:pt x="84211" y="11"/>
                  </a:lnTo>
                  <a:lnTo>
                    <a:pt x="85366" y="6"/>
                  </a:lnTo>
                  <a:lnTo>
                    <a:pt x="86521" y="0"/>
                  </a:lnTo>
                  <a:lnTo>
                    <a:pt x="87758" y="10"/>
                  </a:lnTo>
                  <a:lnTo>
                    <a:pt x="89000" y="20"/>
                  </a:lnTo>
                  <a:lnTo>
                    <a:pt x="90252" y="29"/>
                  </a:lnTo>
                  <a:lnTo>
                    <a:pt x="91518" y="39"/>
                  </a:lnTo>
                  <a:lnTo>
                    <a:pt x="92602" y="42"/>
                  </a:lnTo>
                  <a:lnTo>
                    <a:pt x="93691" y="44"/>
                  </a:lnTo>
                  <a:lnTo>
                    <a:pt x="94787" y="47"/>
                  </a:lnTo>
                  <a:lnTo>
                    <a:pt x="95896" y="49"/>
                  </a:lnTo>
                  <a:lnTo>
                    <a:pt x="97050" y="218"/>
                  </a:lnTo>
                  <a:lnTo>
                    <a:pt x="98152" y="428"/>
                  </a:lnTo>
                  <a:lnTo>
                    <a:pt x="99211" y="679"/>
                  </a:lnTo>
                  <a:lnTo>
                    <a:pt x="100233" y="970"/>
                  </a:lnTo>
                  <a:lnTo>
                    <a:pt x="101226" y="1299"/>
                  </a:lnTo>
                  <a:lnTo>
                    <a:pt x="102199" y="1665"/>
                  </a:lnTo>
                  <a:lnTo>
                    <a:pt x="103160" y="2067"/>
                  </a:lnTo>
                  <a:lnTo>
                    <a:pt x="104115" y="2505"/>
                  </a:lnTo>
                  <a:lnTo>
                    <a:pt x="105074" y="2977"/>
                  </a:lnTo>
                  <a:lnTo>
                    <a:pt x="106044" y="3482"/>
                  </a:lnTo>
                  <a:lnTo>
                    <a:pt x="107032" y="4020"/>
                  </a:lnTo>
                  <a:lnTo>
                    <a:pt x="108047" y="4589"/>
                  </a:lnTo>
                  <a:lnTo>
                    <a:pt x="107916" y="5858"/>
                  </a:lnTo>
                  <a:lnTo>
                    <a:pt x="107708" y="6996"/>
                  </a:lnTo>
                  <a:lnTo>
                    <a:pt x="107406" y="8035"/>
                  </a:lnTo>
                  <a:lnTo>
                    <a:pt x="106994" y="9006"/>
                  </a:lnTo>
                  <a:lnTo>
                    <a:pt x="106453" y="9938"/>
                  </a:lnTo>
                  <a:lnTo>
                    <a:pt x="105766" y="10863"/>
                  </a:lnTo>
                  <a:lnTo>
                    <a:pt x="104916" y="11812"/>
                  </a:lnTo>
                  <a:lnTo>
                    <a:pt x="103370" y="13130"/>
                  </a:lnTo>
                  <a:lnTo>
                    <a:pt x="102111" y="14185"/>
                  </a:lnTo>
                  <a:lnTo>
                    <a:pt x="101087" y="15007"/>
                  </a:lnTo>
                  <a:lnTo>
                    <a:pt x="100243" y="15625"/>
                  </a:lnTo>
                  <a:lnTo>
                    <a:pt x="99526" y="16067"/>
                  </a:lnTo>
                  <a:lnTo>
                    <a:pt x="98882" y="16364"/>
                  </a:lnTo>
                  <a:lnTo>
                    <a:pt x="98257" y="16544"/>
                  </a:lnTo>
                  <a:lnTo>
                    <a:pt x="97598" y="16636"/>
                  </a:lnTo>
                  <a:lnTo>
                    <a:pt x="96851" y="16670"/>
                  </a:lnTo>
                  <a:lnTo>
                    <a:pt x="95961" y="16675"/>
                  </a:lnTo>
                  <a:lnTo>
                    <a:pt x="95961" y="18008"/>
                  </a:lnTo>
                  <a:lnTo>
                    <a:pt x="95961" y="19361"/>
                  </a:lnTo>
                  <a:lnTo>
                    <a:pt x="95399" y="19371"/>
                  </a:lnTo>
                  <a:lnTo>
                    <a:pt x="94852" y="19381"/>
                  </a:lnTo>
                  <a:lnTo>
                    <a:pt x="94320" y="19391"/>
                  </a:lnTo>
                  <a:lnTo>
                    <a:pt x="93801" y="19400"/>
                  </a:lnTo>
                  <a:lnTo>
                    <a:pt x="93293" y="19409"/>
                  </a:lnTo>
                  <a:lnTo>
                    <a:pt x="92794" y="19418"/>
                  </a:lnTo>
                  <a:lnTo>
                    <a:pt x="92303" y="19427"/>
                  </a:lnTo>
                  <a:lnTo>
                    <a:pt x="91818" y="19436"/>
                  </a:lnTo>
                  <a:lnTo>
                    <a:pt x="91338" y="19445"/>
                  </a:lnTo>
                  <a:lnTo>
                    <a:pt x="90860" y="19453"/>
                  </a:lnTo>
                  <a:lnTo>
                    <a:pt x="90383" y="19462"/>
                  </a:lnTo>
                  <a:lnTo>
                    <a:pt x="89905" y="19471"/>
                  </a:lnTo>
                  <a:lnTo>
                    <a:pt x="89425" y="19480"/>
                  </a:lnTo>
                  <a:lnTo>
                    <a:pt x="88940" y="19488"/>
                  </a:lnTo>
                  <a:lnTo>
                    <a:pt x="88450" y="19497"/>
                  </a:lnTo>
                  <a:lnTo>
                    <a:pt x="87952" y="19506"/>
                  </a:lnTo>
                  <a:lnTo>
                    <a:pt x="87446" y="19516"/>
                  </a:lnTo>
                  <a:lnTo>
                    <a:pt x="86928" y="19525"/>
                  </a:lnTo>
                  <a:lnTo>
                    <a:pt x="86397" y="19535"/>
                  </a:lnTo>
                  <a:lnTo>
                    <a:pt x="85853" y="19545"/>
                  </a:lnTo>
                  <a:lnTo>
                    <a:pt x="85292" y="19555"/>
                  </a:lnTo>
                  <a:lnTo>
                    <a:pt x="84714" y="19565"/>
                  </a:lnTo>
                  <a:lnTo>
                    <a:pt x="84116" y="19576"/>
                  </a:lnTo>
                  <a:lnTo>
                    <a:pt x="83498" y="19587"/>
                  </a:lnTo>
                  <a:lnTo>
                    <a:pt x="82857" y="19599"/>
                  </a:lnTo>
                  <a:lnTo>
                    <a:pt x="82191" y="19611"/>
                  </a:lnTo>
                  <a:lnTo>
                    <a:pt x="81499" y="19624"/>
                  </a:lnTo>
                  <a:lnTo>
                    <a:pt x="80779" y="19637"/>
                  </a:lnTo>
                  <a:lnTo>
                    <a:pt x="80030" y="19650"/>
                  </a:lnTo>
                  <a:lnTo>
                    <a:pt x="79250" y="19665"/>
                  </a:lnTo>
                  <a:lnTo>
                    <a:pt x="78437" y="19679"/>
                  </a:lnTo>
                  <a:lnTo>
                    <a:pt x="77589" y="19695"/>
                  </a:lnTo>
                  <a:lnTo>
                    <a:pt x="76705" y="19711"/>
                  </a:lnTo>
                  <a:lnTo>
                    <a:pt x="75783" y="19728"/>
                  </a:lnTo>
                  <a:lnTo>
                    <a:pt x="74822" y="19745"/>
                  </a:lnTo>
                  <a:lnTo>
                    <a:pt x="73819" y="19763"/>
                  </a:lnTo>
                  <a:lnTo>
                    <a:pt x="72773" y="19782"/>
                  </a:lnTo>
                  <a:lnTo>
                    <a:pt x="71683" y="19802"/>
                  </a:lnTo>
                  <a:lnTo>
                    <a:pt x="70546" y="19823"/>
                  </a:lnTo>
                  <a:lnTo>
                    <a:pt x="69361" y="19844"/>
                  </a:lnTo>
                  <a:lnTo>
                    <a:pt x="68126" y="19867"/>
                  </a:lnTo>
                  <a:lnTo>
                    <a:pt x="66840" y="19890"/>
                  </a:lnTo>
                  <a:lnTo>
                    <a:pt x="65501" y="19915"/>
                  </a:lnTo>
                  <a:lnTo>
                    <a:pt x="64106" y="19940"/>
                  </a:lnTo>
                  <a:lnTo>
                    <a:pt x="62656" y="19966"/>
                  </a:lnTo>
                  <a:lnTo>
                    <a:pt x="61147" y="19994"/>
                  </a:lnTo>
                  <a:lnTo>
                    <a:pt x="59578" y="20022"/>
                  </a:lnTo>
                  <a:lnTo>
                    <a:pt x="57947" y="20052"/>
                  </a:lnTo>
                  <a:lnTo>
                    <a:pt x="56254" y="20083"/>
                  </a:lnTo>
                  <a:lnTo>
                    <a:pt x="54495" y="20115"/>
                  </a:lnTo>
                  <a:lnTo>
                    <a:pt x="52670" y="20148"/>
                  </a:lnTo>
                  <a:lnTo>
                    <a:pt x="50776" y="20182"/>
                  </a:lnTo>
                  <a:lnTo>
                    <a:pt x="48812" y="20218"/>
                  </a:lnTo>
                  <a:lnTo>
                    <a:pt x="46776" y="20255"/>
                  </a:lnTo>
                  <a:lnTo>
                    <a:pt x="44667" y="20293"/>
                  </a:lnTo>
                  <a:lnTo>
                    <a:pt x="42483" y="20333"/>
                  </a:lnTo>
                  <a:lnTo>
                    <a:pt x="40222" y="20374"/>
                  </a:lnTo>
                  <a:lnTo>
                    <a:pt x="37883" y="20417"/>
                  </a:lnTo>
                  <a:lnTo>
                    <a:pt x="35463" y="20461"/>
                  </a:lnTo>
                  <a:lnTo>
                    <a:pt x="32962" y="20506"/>
                  </a:lnTo>
                  <a:lnTo>
                    <a:pt x="30377" y="20553"/>
                  </a:lnTo>
                  <a:lnTo>
                    <a:pt x="27706" y="20602"/>
                  </a:lnTo>
                  <a:lnTo>
                    <a:pt x="24949" y="20652"/>
                  </a:lnTo>
                  <a:lnTo>
                    <a:pt x="22103" y="20704"/>
                  </a:lnTo>
                  <a:lnTo>
                    <a:pt x="22100" y="21752"/>
                  </a:lnTo>
                  <a:lnTo>
                    <a:pt x="22098" y="22800"/>
                  </a:lnTo>
                  <a:lnTo>
                    <a:pt x="22095" y="23849"/>
                  </a:lnTo>
                  <a:lnTo>
                    <a:pt x="22093" y="24898"/>
                  </a:lnTo>
                  <a:lnTo>
                    <a:pt x="22090" y="25947"/>
                  </a:lnTo>
                  <a:lnTo>
                    <a:pt x="22088" y="26996"/>
                  </a:lnTo>
                  <a:lnTo>
                    <a:pt x="22085" y="28046"/>
                  </a:lnTo>
                  <a:lnTo>
                    <a:pt x="22083" y="29095"/>
                  </a:lnTo>
                  <a:lnTo>
                    <a:pt x="22081" y="30146"/>
                  </a:lnTo>
                  <a:lnTo>
                    <a:pt x="22078" y="31197"/>
                  </a:lnTo>
                  <a:lnTo>
                    <a:pt x="22076" y="32248"/>
                  </a:lnTo>
                  <a:lnTo>
                    <a:pt x="22073" y="33300"/>
                  </a:lnTo>
                  <a:lnTo>
                    <a:pt x="22071" y="34353"/>
                  </a:lnTo>
                  <a:lnTo>
                    <a:pt x="22068" y="35406"/>
                  </a:lnTo>
                  <a:lnTo>
                    <a:pt x="22066" y="36461"/>
                  </a:lnTo>
                  <a:lnTo>
                    <a:pt x="22063" y="37516"/>
                  </a:lnTo>
                  <a:lnTo>
                    <a:pt x="22061" y="38572"/>
                  </a:lnTo>
                  <a:lnTo>
                    <a:pt x="22058" y="39628"/>
                  </a:lnTo>
                  <a:lnTo>
                    <a:pt x="22056" y="40686"/>
                  </a:lnTo>
                  <a:lnTo>
                    <a:pt x="22053" y="41745"/>
                  </a:lnTo>
                  <a:lnTo>
                    <a:pt x="22051" y="42805"/>
                  </a:lnTo>
                  <a:lnTo>
                    <a:pt x="22048" y="43866"/>
                  </a:lnTo>
                  <a:lnTo>
                    <a:pt x="22046" y="44929"/>
                  </a:lnTo>
                  <a:lnTo>
                    <a:pt x="22043" y="45992"/>
                  </a:lnTo>
                  <a:lnTo>
                    <a:pt x="22041" y="47057"/>
                  </a:lnTo>
                  <a:lnTo>
                    <a:pt x="22038" y="48123"/>
                  </a:lnTo>
                  <a:lnTo>
                    <a:pt x="22036" y="49191"/>
                  </a:lnTo>
                  <a:lnTo>
                    <a:pt x="22033" y="50260"/>
                  </a:lnTo>
                  <a:lnTo>
                    <a:pt x="22031" y="51331"/>
                  </a:lnTo>
                  <a:lnTo>
                    <a:pt x="22028" y="52404"/>
                  </a:lnTo>
                  <a:lnTo>
                    <a:pt x="22026" y="53478"/>
                  </a:lnTo>
                  <a:lnTo>
                    <a:pt x="22023" y="54553"/>
                  </a:lnTo>
                  <a:lnTo>
                    <a:pt x="22021" y="55631"/>
                  </a:lnTo>
                  <a:lnTo>
                    <a:pt x="22018" y="56710"/>
                  </a:lnTo>
                  <a:lnTo>
                    <a:pt x="22015" y="57835"/>
                  </a:lnTo>
                  <a:lnTo>
                    <a:pt x="22011" y="58961"/>
                  </a:lnTo>
                  <a:lnTo>
                    <a:pt x="22007" y="60088"/>
                  </a:lnTo>
                  <a:lnTo>
                    <a:pt x="22004" y="61216"/>
                  </a:lnTo>
                  <a:lnTo>
                    <a:pt x="22000" y="62348"/>
                  </a:lnTo>
                  <a:lnTo>
                    <a:pt x="21997" y="63483"/>
                  </a:lnTo>
                  <a:lnTo>
                    <a:pt x="21993" y="64622"/>
                  </a:lnTo>
                  <a:lnTo>
                    <a:pt x="21989" y="65766"/>
                  </a:lnTo>
                  <a:lnTo>
                    <a:pt x="21986" y="66915"/>
                  </a:lnTo>
                  <a:lnTo>
                    <a:pt x="21982" y="68071"/>
                  </a:lnTo>
                  <a:lnTo>
                    <a:pt x="21981" y="69183"/>
                  </a:lnTo>
                  <a:lnTo>
                    <a:pt x="21979" y="70294"/>
                  </a:lnTo>
                  <a:lnTo>
                    <a:pt x="21978" y="71405"/>
                  </a:lnTo>
                  <a:lnTo>
                    <a:pt x="21976" y="72517"/>
                  </a:lnTo>
                  <a:lnTo>
                    <a:pt x="21975" y="73628"/>
                  </a:lnTo>
                  <a:lnTo>
                    <a:pt x="21974" y="74740"/>
                  </a:lnTo>
                  <a:lnTo>
                    <a:pt x="21972" y="75852"/>
                  </a:lnTo>
                  <a:lnTo>
                    <a:pt x="21971" y="76964"/>
                  </a:lnTo>
                  <a:lnTo>
                    <a:pt x="21969" y="77471"/>
                  </a:lnTo>
                  <a:lnTo>
                    <a:pt x="21966" y="78128"/>
                  </a:lnTo>
                  <a:lnTo>
                    <a:pt x="21961" y="79373"/>
                  </a:lnTo>
                  <a:lnTo>
                    <a:pt x="21951" y="81645"/>
                  </a:lnTo>
                  <a:lnTo>
                    <a:pt x="21950" y="82750"/>
                  </a:lnTo>
                  <a:lnTo>
                    <a:pt x="21950" y="83858"/>
                  </a:lnTo>
                  <a:lnTo>
                    <a:pt x="21950" y="84976"/>
                  </a:lnTo>
                  <a:lnTo>
                    <a:pt x="21950" y="86106"/>
                  </a:lnTo>
                  <a:lnTo>
                    <a:pt x="21949" y="86676"/>
                  </a:lnTo>
                  <a:lnTo>
                    <a:pt x="21946" y="87680"/>
                  </a:lnTo>
                  <a:lnTo>
                    <a:pt x="21940" y="89982"/>
                  </a:lnTo>
                  <a:lnTo>
                    <a:pt x="22004" y="91192"/>
                  </a:lnTo>
                  <a:lnTo>
                    <a:pt x="22075" y="92133"/>
                  </a:lnTo>
                  <a:lnTo>
                    <a:pt x="22178" y="92932"/>
                  </a:lnTo>
                  <a:lnTo>
                    <a:pt x="22341" y="93716"/>
                  </a:lnTo>
                  <a:lnTo>
                    <a:pt x="22589" y="94612"/>
                  </a:lnTo>
                  <a:lnTo>
                    <a:pt x="22948" y="95747"/>
                  </a:lnTo>
                  <a:lnTo>
                    <a:pt x="23446" y="97248"/>
                  </a:lnTo>
                  <a:lnTo>
                    <a:pt x="24491" y="97236"/>
                  </a:lnTo>
                  <a:lnTo>
                    <a:pt x="25537" y="97224"/>
                  </a:lnTo>
                  <a:lnTo>
                    <a:pt x="26583" y="97211"/>
                  </a:lnTo>
                  <a:lnTo>
                    <a:pt x="27628" y="97199"/>
                  </a:lnTo>
                  <a:lnTo>
                    <a:pt x="28674" y="97186"/>
                  </a:lnTo>
                  <a:lnTo>
                    <a:pt x="29719" y="97173"/>
                  </a:lnTo>
                  <a:lnTo>
                    <a:pt x="30765" y="97161"/>
                  </a:lnTo>
                  <a:lnTo>
                    <a:pt x="31810" y="97148"/>
                  </a:lnTo>
                  <a:lnTo>
                    <a:pt x="32856" y="97135"/>
                  </a:lnTo>
                  <a:lnTo>
                    <a:pt x="33902" y="97121"/>
                  </a:lnTo>
                  <a:lnTo>
                    <a:pt x="34947" y="97108"/>
                  </a:lnTo>
                  <a:lnTo>
                    <a:pt x="35993" y="97095"/>
                  </a:lnTo>
                  <a:lnTo>
                    <a:pt x="37038" y="97081"/>
                  </a:lnTo>
                  <a:lnTo>
                    <a:pt x="38084" y="97067"/>
                  </a:lnTo>
                  <a:lnTo>
                    <a:pt x="39129" y="97054"/>
                  </a:lnTo>
                  <a:lnTo>
                    <a:pt x="40175" y="97040"/>
                  </a:lnTo>
                  <a:lnTo>
                    <a:pt x="41221" y="97026"/>
                  </a:lnTo>
                  <a:lnTo>
                    <a:pt x="42266" y="97011"/>
                  </a:lnTo>
                  <a:lnTo>
                    <a:pt x="43312" y="96997"/>
                  </a:lnTo>
                  <a:lnTo>
                    <a:pt x="44357" y="96983"/>
                  </a:lnTo>
                  <a:lnTo>
                    <a:pt x="45403" y="96968"/>
                  </a:lnTo>
                  <a:lnTo>
                    <a:pt x="46449" y="96953"/>
                  </a:lnTo>
                  <a:lnTo>
                    <a:pt x="47494" y="96939"/>
                  </a:lnTo>
                  <a:lnTo>
                    <a:pt x="48540" y="96924"/>
                  </a:lnTo>
                  <a:lnTo>
                    <a:pt x="49585" y="96909"/>
                  </a:lnTo>
                  <a:lnTo>
                    <a:pt x="50631" y="96893"/>
                  </a:lnTo>
                  <a:lnTo>
                    <a:pt x="51676" y="96878"/>
                  </a:lnTo>
                  <a:lnTo>
                    <a:pt x="52722" y="96863"/>
                  </a:lnTo>
                  <a:lnTo>
                    <a:pt x="53768" y="96847"/>
                  </a:lnTo>
                  <a:lnTo>
                    <a:pt x="54813" y="96832"/>
                  </a:lnTo>
                  <a:lnTo>
                    <a:pt x="55859" y="96817"/>
                  </a:lnTo>
                  <a:lnTo>
                    <a:pt x="56904" y="96802"/>
                  </a:lnTo>
                  <a:lnTo>
                    <a:pt x="57950" y="96787"/>
                  </a:lnTo>
                  <a:lnTo>
                    <a:pt x="58996" y="96773"/>
                  </a:lnTo>
                  <a:lnTo>
                    <a:pt x="60041" y="96759"/>
                  </a:lnTo>
                  <a:lnTo>
                    <a:pt x="61087" y="96745"/>
                  </a:lnTo>
                  <a:lnTo>
                    <a:pt x="62132" y="96732"/>
                  </a:lnTo>
                  <a:lnTo>
                    <a:pt x="63178" y="96718"/>
                  </a:lnTo>
                  <a:lnTo>
                    <a:pt x="64223" y="96706"/>
                  </a:lnTo>
                  <a:lnTo>
                    <a:pt x="65269" y="96693"/>
                  </a:lnTo>
                  <a:lnTo>
                    <a:pt x="66315" y="96681"/>
                  </a:lnTo>
                  <a:lnTo>
                    <a:pt x="67356" y="96669"/>
                  </a:lnTo>
                  <a:lnTo>
                    <a:pt x="68397" y="96656"/>
                  </a:lnTo>
                  <a:lnTo>
                    <a:pt x="69438" y="96643"/>
                  </a:lnTo>
                  <a:lnTo>
                    <a:pt x="70480" y="96629"/>
                  </a:lnTo>
                  <a:lnTo>
                    <a:pt x="71521" y="96615"/>
                  </a:lnTo>
                  <a:lnTo>
                    <a:pt x="72562" y="96601"/>
                  </a:lnTo>
                  <a:lnTo>
                    <a:pt x="73604" y="96587"/>
                  </a:lnTo>
                  <a:lnTo>
                    <a:pt x="74645" y="96572"/>
                  </a:lnTo>
                  <a:lnTo>
                    <a:pt x="75686" y="96557"/>
                  </a:lnTo>
                  <a:lnTo>
                    <a:pt x="76727" y="96541"/>
                  </a:lnTo>
                  <a:lnTo>
                    <a:pt x="77769" y="96525"/>
                  </a:lnTo>
                  <a:lnTo>
                    <a:pt x="78810" y="96510"/>
                  </a:lnTo>
                  <a:lnTo>
                    <a:pt x="79851" y="96494"/>
                  </a:lnTo>
                  <a:lnTo>
                    <a:pt x="80892" y="96477"/>
                  </a:lnTo>
                  <a:lnTo>
                    <a:pt x="81934" y="96461"/>
                  </a:lnTo>
                  <a:lnTo>
                    <a:pt x="82470" y="96456"/>
                  </a:lnTo>
                  <a:lnTo>
                    <a:pt x="83164" y="96449"/>
                  </a:lnTo>
                  <a:lnTo>
                    <a:pt x="84478" y="96437"/>
                  </a:lnTo>
                  <a:lnTo>
                    <a:pt x="86877" y="96414"/>
                  </a:lnTo>
                  <a:lnTo>
                    <a:pt x="88007" y="96394"/>
                  </a:lnTo>
                  <a:lnTo>
                    <a:pt x="89141" y="96374"/>
                  </a:lnTo>
                  <a:lnTo>
                    <a:pt x="90283" y="96354"/>
                  </a:lnTo>
                  <a:lnTo>
                    <a:pt x="91439" y="96333"/>
                  </a:lnTo>
                  <a:lnTo>
                    <a:pt x="92031" y="96325"/>
                  </a:lnTo>
                  <a:lnTo>
                    <a:pt x="93076" y="96311"/>
                  </a:lnTo>
                  <a:lnTo>
                    <a:pt x="95469" y="96280"/>
                  </a:lnTo>
                  <a:lnTo>
                    <a:pt x="96820" y="96109"/>
                  </a:lnTo>
                  <a:lnTo>
                    <a:pt x="97805" y="95917"/>
                  </a:lnTo>
                  <a:lnTo>
                    <a:pt x="98586" y="95616"/>
                  </a:lnTo>
                  <a:lnTo>
                    <a:pt x="99325" y="95123"/>
                  </a:lnTo>
                  <a:lnTo>
                    <a:pt x="100187" y="94353"/>
                  </a:lnTo>
                  <a:lnTo>
                    <a:pt x="101333" y="93219"/>
                  </a:lnTo>
                  <a:lnTo>
                    <a:pt x="101532" y="91985"/>
                  </a:lnTo>
                  <a:lnTo>
                    <a:pt x="101659" y="91084"/>
                  </a:lnTo>
                  <a:lnTo>
                    <a:pt x="101736" y="90255"/>
                  </a:lnTo>
                  <a:lnTo>
                    <a:pt x="101789" y="89236"/>
                  </a:lnTo>
                  <a:lnTo>
                    <a:pt x="101842" y="87765"/>
                  </a:lnTo>
                  <a:lnTo>
                    <a:pt x="101888" y="86693"/>
                  </a:lnTo>
                  <a:lnTo>
                    <a:pt x="101934" y="85615"/>
                  </a:lnTo>
                  <a:lnTo>
                    <a:pt x="101980" y="84523"/>
                  </a:lnTo>
                  <a:lnTo>
                    <a:pt x="102016" y="83403"/>
                  </a:lnTo>
                  <a:lnTo>
                    <a:pt x="102052" y="82276"/>
                  </a:lnTo>
                  <a:lnTo>
                    <a:pt x="102088" y="81133"/>
                  </a:lnTo>
                  <a:lnTo>
                    <a:pt x="102128" y="80028"/>
                  </a:lnTo>
                  <a:lnTo>
                    <a:pt x="102170" y="78923"/>
                  </a:lnTo>
                  <a:lnTo>
                    <a:pt x="102213" y="77818"/>
                  </a:lnTo>
                  <a:lnTo>
                    <a:pt x="102256" y="76713"/>
                  </a:lnTo>
                  <a:lnTo>
                    <a:pt x="102300" y="75608"/>
                  </a:lnTo>
                  <a:lnTo>
                    <a:pt x="102346" y="74504"/>
                  </a:lnTo>
                  <a:lnTo>
                    <a:pt x="102370" y="73763"/>
                  </a:lnTo>
                  <a:lnTo>
                    <a:pt x="102442" y="71529"/>
                  </a:lnTo>
                  <a:lnTo>
                    <a:pt x="102567" y="70297"/>
                  </a:lnTo>
                  <a:lnTo>
                    <a:pt x="102711" y="69412"/>
                  </a:lnTo>
                  <a:lnTo>
                    <a:pt x="102951" y="68626"/>
                  </a:lnTo>
                  <a:lnTo>
                    <a:pt x="103362" y="67692"/>
                  </a:lnTo>
                  <a:lnTo>
                    <a:pt x="104019" y="66362"/>
                  </a:lnTo>
                  <a:lnTo>
                    <a:pt x="105352" y="66362"/>
                  </a:lnTo>
                  <a:lnTo>
                    <a:pt x="106705" y="66362"/>
                  </a:lnTo>
                  <a:lnTo>
                    <a:pt x="107287" y="65112"/>
                  </a:lnTo>
                  <a:lnTo>
                    <a:pt x="107880" y="63844"/>
                  </a:lnTo>
                  <a:lnTo>
                    <a:pt x="108528" y="62629"/>
                  </a:lnTo>
                  <a:lnTo>
                    <a:pt x="109042" y="61736"/>
                  </a:lnTo>
                  <a:lnTo>
                    <a:pt x="109537" y="61011"/>
                  </a:lnTo>
                  <a:lnTo>
                    <a:pt x="110130" y="60300"/>
                  </a:lnTo>
                  <a:lnTo>
                    <a:pt x="110938" y="59449"/>
                  </a:lnTo>
                  <a:lnTo>
                    <a:pt x="112076" y="58304"/>
                  </a:lnTo>
                  <a:lnTo>
                    <a:pt x="113407" y="58304"/>
                  </a:lnTo>
                  <a:lnTo>
                    <a:pt x="114747" y="58304"/>
                  </a:lnTo>
                  <a:lnTo>
                    <a:pt x="116105" y="58304"/>
                  </a:lnTo>
                  <a:lnTo>
                    <a:pt x="116371" y="57240"/>
                  </a:lnTo>
                  <a:lnTo>
                    <a:pt x="116637" y="56174"/>
                  </a:lnTo>
                  <a:lnTo>
                    <a:pt x="116905" y="55102"/>
                  </a:lnTo>
                  <a:lnTo>
                    <a:pt x="117175" y="54023"/>
                  </a:lnTo>
                  <a:lnTo>
                    <a:pt x="117448" y="52933"/>
                  </a:lnTo>
                  <a:lnTo>
                    <a:pt x="118779" y="52933"/>
                  </a:lnTo>
                  <a:lnTo>
                    <a:pt x="120118" y="52933"/>
                  </a:lnTo>
                  <a:lnTo>
                    <a:pt x="121476" y="52933"/>
                  </a:lnTo>
                  <a:lnTo>
                    <a:pt x="121499" y="53978"/>
                  </a:lnTo>
                  <a:lnTo>
                    <a:pt x="121522" y="55023"/>
                  </a:lnTo>
                  <a:lnTo>
                    <a:pt x="121543" y="56069"/>
                  </a:lnTo>
                  <a:lnTo>
                    <a:pt x="121564" y="57114"/>
                  </a:lnTo>
                  <a:lnTo>
                    <a:pt x="121584" y="58159"/>
                  </a:lnTo>
                  <a:lnTo>
                    <a:pt x="121604" y="59204"/>
                  </a:lnTo>
                  <a:lnTo>
                    <a:pt x="121623" y="60250"/>
                  </a:lnTo>
                  <a:lnTo>
                    <a:pt x="121641" y="61295"/>
                  </a:lnTo>
                  <a:lnTo>
                    <a:pt x="121658" y="62340"/>
                  </a:lnTo>
                  <a:lnTo>
                    <a:pt x="121675" y="63385"/>
                  </a:lnTo>
                  <a:lnTo>
                    <a:pt x="121690" y="64431"/>
                  </a:lnTo>
                  <a:lnTo>
                    <a:pt x="121706" y="65476"/>
                  </a:lnTo>
                  <a:lnTo>
                    <a:pt x="121720" y="66521"/>
                  </a:lnTo>
                  <a:lnTo>
                    <a:pt x="121734" y="67567"/>
                  </a:lnTo>
                  <a:lnTo>
                    <a:pt x="121747" y="68612"/>
                  </a:lnTo>
                  <a:lnTo>
                    <a:pt x="121759" y="69658"/>
                  </a:lnTo>
                  <a:lnTo>
                    <a:pt x="121770" y="70703"/>
                  </a:lnTo>
                  <a:lnTo>
                    <a:pt x="121788" y="71909"/>
                  </a:lnTo>
                  <a:lnTo>
                    <a:pt x="121808" y="73116"/>
                  </a:lnTo>
                  <a:lnTo>
                    <a:pt x="121830" y="74323"/>
                  </a:lnTo>
                  <a:lnTo>
                    <a:pt x="121854" y="75529"/>
                  </a:lnTo>
                  <a:lnTo>
                    <a:pt x="121880" y="76735"/>
                  </a:lnTo>
                  <a:lnTo>
                    <a:pt x="121925" y="78725"/>
                  </a:lnTo>
                  <a:lnTo>
                    <a:pt x="121966" y="80584"/>
                  </a:lnTo>
                  <a:lnTo>
                    <a:pt x="122001" y="82320"/>
                  </a:lnTo>
                  <a:lnTo>
                    <a:pt x="122029" y="83938"/>
                  </a:lnTo>
                  <a:lnTo>
                    <a:pt x="122048" y="85445"/>
                  </a:lnTo>
                  <a:lnTo>
                    <a:pt x="122059" y="86849"/>
                  </a:lnTo>
                  <a:lnTo>
                    <a:pt x="122058" y="88156"/>
                  </a:lnTo>
                  <a:lnTo>
                    <a:pt x="122045" y="89371"/>
                  </a:lnTo>
                  <a:lnTo>
                    <a:pt x="122019" y="90503"/>
                  </a:lnTo>
                  <a:lnTo>
                    <a:pt x="121978" y="91558"/>
                  </a:lnTo>
                  <a:lnTo>
                    <a:pt x="121921" y="92542"/>
                  </a:lnTo>
                  <a:lnTo>
                    <a:pt x="121847" y="93461"/>
                  </a:lnTo>
                  <a:lnTo>
                    <a:pt x="121755" y="94324"/>
                  </a:lnTo>
                  <a:lnTo>
                    <a:pt x="121642" y="95136"/>
                  </a:lnTo>
                  <a:lnTo>
                    <a:pt x="121509" y="95903"/>
                  </a:lnTo>
                  <a:lnTo>
                    <a:pt x="121353" y="96633"/>
                  </a:lnTo>
                  <a:lnTo>
                    <a:pt x="121174" y="97333"/>
                  </a:lnTo>
                  <a:lnTo>
                    <a:pt x="120969" y="98008"/>
                  </a:lnTo>
                  <a:lnTo>
                    <a:pt x="120739" y="98666"/>
                  </a:lnTo>
                  <a:lnTo>
                    <a:pt x="120481" y="99313"/>
                  </a:lnTo>
                  <a:lnTo>
                    <a:pt x="120194" y="99956"/>
                  </a:lnTo>
                  <a:lnTo>
                    <a:pt x="119877" y="100601"/>
                  </a:lnTo>
                  <a:lnTo>
                    <a:pt x="119529" y="101255"/>
                  </a:lnTo>
                  <a:lnTo>
                    <a:pt x="119148" y="101925"/>
                  </a:lnTo>
                  <a:lnTo>
                    <a:pt x="118733" y="102618"/>
                  </a:lnTo>
                  <a:lnTo>
                    <a:pt x="118283" y="103339"/>
                  </a:lnTo>
                  <a:lnTo>
                    <a:pt x="117796" y="104096"/>
                  </a:lnTo>
                  <a:lnTo>
                    <a:pt x="117272" y="104896"/>
                  </a:lnTo>
                  <a:lnTo>
                    <a:pt x="116708" y="105744"/>
                  </a:lnTo>
                  <a:lnTo>
                    <a:pt x="116105" y="106648"/>
                  </a:lnTo>
                  <a:lnTo>
                    <a:pt x="115440" y="107646"/>
                  </a:lnTo>
                  <a:lnTo>
                    <a:pt x="114772" y="108647"/>
                  </a:lnTo>
                  <a:lnTo>
                    <a:pt x="114099" y="109656"/>
                  </a:lnTo>
                  <a:lnTo>
                    <a:pt x="113419" y="110677"/>
                  </a:lnTo>
                  <a:lnTo>
                    <a:pt x="112429" y="111312"/>
                  </a:lnTo>
                  <a:lnTo>
                    <a:pt x="111443" y="111903"/>
                  </a:lnTo>
                  <a:lnTo>
                    <a:pt x="110459" y="112450"/>
                  </a:lnTo>
                  <a:lnTo>
                    <a:pt x="109479" y="112956"/>
                  </a:lnTo>
                  <a:lnTo>
                    <a:pt x="108499" y="113422"/>
                  </a:lnTo>
                  <a:lnTo>
                    <a:pt x="107521" y="113850"/>
                  </a:lnTo>
                  <a:lnTo>
                    <a:pt x="106543" y="114241"/>
                  </a:lnTo>
                  <a:lnTo>
                    <a:pt x="105564" y="114597"/>
                  </a:lnTo>
                  <a:lnTo>
                    <a:pt x="104584" y="114919"/>
                  </a:lnTo>
                  <a:lnTo>
                    <a:pt x="103601" y="115210"/>
                  </a:lnTo>
                  <a:lnTo>
                    <a:pt x="102616" y="115472"/>
                  </a:lnTo>
                  <a:lnTo>
                    <a:pt x="101628" y="115704"/>
                  </a:lnTo>
                  <a:lnTo>
                    <a:pt x="100635" y="115910"/>
                  </a:lnTo>
                  <a:lnTo>
                    <a:pt x="99638" y="116091"/>
                  </a:lnTo>
                  <a:lnTo>
                    <a:pt x="98635" y="116248"/>
                  </a:lnTo>
                  <a:lnTo>
                    <a:pt x="97625" y="116383"/>
                  </a:lnTo>
                  <a:lnTo>
                    <a:pt x="96609" y="116499"/>
                  </a:lnTo>
                  <a:lnTo>
                    <a:pt x="95584" y="116595"/>
                  </a:lnTo>
                  <a:lnTo>
                    <a:pt x="94551" y="116675"/>
                  </a:lnTo>
                  <a:lnTo>
                    <a:pt x="93509" y="116740"/>
                  </a:lnTo>
                  <a:lnTo>
                    <a:pt x="92457" y="116790"/>
                  </a:lnTo>
                  <a:lnTo>
                    <a:pt x="91394" y="116829"/>
                  </a:lnTo>
                  <a:lnTo>
                    <a:pt x="90319" y="116858"/>
                  </a:lnTo>
                  <a:lnTo>
                    <a:pt x="89233" y="116878"/>
                  </a:lnTo>
                  <a:lnTo>
                    <a:pt x="88133" y="116890"/>
                  </a:lnTo>
                  <a:lnTo>
                    <a:pt x="87020" y="116898"/>
                  </a:lnTo>
                  <a:lnTo>
                    <a:pt x="85893" y="116901"/>
                  </a:lnTo>
                  <a:lnTo>
                    <a:pt x="84750" y="116903"/>
                  </a:lnTo>
                  <a:lnTo>
                    <a:pt x="83592" y="116904"/>
                  </a:lnTo>
                  <a:lnTo>
                    <a:pt x="82483" y="116912"/>
                  </a:lnTo>
                  <a:lnTo>
                    <a:pt x="81373" y="116920"/>
                  </a:lnTo>
                  <a:lnTo>
                    <a:pt x="80264" y="116929"/>
                  </a:lnTo>
                  <a:lnTo>
                    <a:pt x="79154" y="116939"/>
                  </a:lnTo>
                  <a:lnTo>
                    <a:pt x="78045" y="116948"/>
                  </a:lnTo>
                  <a:lnTo>
                    <a:pt x="76991" y="116954"/>
                  </a:lnTo>
                  <a:lnTo>
                    <a:pt x="75938" y="116960"/>
                  </a:lnTo>
                  <a:lnTo>
                    <a:pt x="74884" y="116965"/>
                  </a:lnTo>
                  <a:lnTo>
                    <a:pt x="73830" y="116968"/>
                  </a:lnTo>
                  <a:lnTo>
                    <a:pt x="72777" y="116971"/>
                  </a:lnTo>
                  <a:lnTo>
                    <a:pt x="71724" y="116973"/>
                  </a:lnTo>
                  <a:lnTo>
                    <a:pt x="70670" y="116974"/>
                  </a:lnTo>
                  <a:lnTo>
                    <a:pt x="69617" y="116974"/>
                  </a:lnTo>
                  <a:lnTo>
                    <a:pt x="68564" y="116973"/>
                  </a:lnTo>
                  <a:lnTo>
                    <a:pt x="67510" y="116972"/>
                  </a:lnTo>
                  <a:lnTo>
                    <a:pt x="66457" y="116970"/>
                  </a:lnTo>
                  <a:lnTo>
                    <a:pt x="65404" y="116969"/>
                  </a:lnTo>
                  <a:lnTo>
                    <a:pt x="64350" y="116970"/>
                  </a:lnTo>
                  <a:lnTo>
                    <a:pt x="63297" y="116973"/>
                  </a:lnTo>
                  <a:lnTo>
                    <a:pt x="62244" y="116978"/>
                  </a:lnTo>
                  <a:lnTo>
                    <a:pt x="61191" y="116985"/>
                  </a:lnTo>
                  <a:lnTo>
                    <a:pt x="60138" y="116993"/>
                  </a:lnTo>
                  <a:lnTo>
                    <a:pt x="59085" y="117002"/>
                  </a:lnTo>
                  <a:lnTo>
                    <a:pt x="58032" y="117013"/>
                  </a:lnTo>
                  <a:lnTo>
                    <a:pt x="56978" y="117025"/>
                  </a:lnTo>
                  <a:lnTo>
                    <a:pt x="55925" y="117038"/>
                  </a:lnTo>
                  <a:lnTo>
                    <a:pt x="54872" y="117052"/>
                  </a:lnTo>
                  <a:lnTo>
                    <a:pt x="53819" y="117067"/>
                  </a:lnTo>
                  <a:lnTo>
                    <a:pt x="52766" y="117082"/>
                  </a:lnTo>
                  <a:lnTo>
                    <a:pt x="51712" y="117098"/>
                  </a:lnTo>
                  <a:lnTo>
                    <a:pt x="50671" y="117111"/>
                  </a:lnTo>
                  <a:lnTo>
                    <a:pt x="49631" y="117122"/>
                  </a:lnTo>
                  <a:lnTo>
                    <a:pt x="48590" y="117131"/>
                  </a:lnTo>
                  <a:lnTo>
                    <a:pt x="47549" y="117138"/>
                  </a:lnTo>
                  <a:lnTo>
                    <a:pt x="46508" y="117143"/>
                  </a:lnTo>
                  <a:lnTo>
                    <a:pt x="45468" y="117147"/>
                  </a:lnTo>
                  <a:lnTo>
                    <a:pt x="44427" y="117149"/>
                  </a:lnTo>
                  <a:lnTo>
                    <a:pt x="43386" y="117151"/>
                  </a:lnTo>
                  <a:lnTo>
                    <a:pt x="42346" y="117151"/>
                  </a:lnTo>
                  <a:lnTo>
                    <a:pt x="41305" y="117151"/>
                  </a:lnTo>
                  <a:lnTo>
                    <a:pt x="40264" y="117149"/>
                  </a:lnTo>
                  <a:lnTo>
                    <a:pt x="39115" y="117154"/>
                  </a:lnTo>
                  <a:lnTo>
                    <a:pt x="37965" y="117164"/>
                  </a:lnTo>
                  <a:lnTo>
                    <a:pt x="36816" y="117177"/>
                  </a:lnTo>
                  <a:lnTo>
                    <a:pt x="35667" y="117193"/>
                  </a:lnTo>
                  <a:lnTo>
                    <a:pt x="34517" y="117211"/>
                  </a:lnTo>
                  <a:lnTo>
                    <a:pt x="33368" y="117231"/>
                  </a:lnTo>
                  <a:lnTo>
                    <a:pt x="32219" y="117252"/>
                  </a:lnTo>
                  <a:lnTo>
                    <a:pt x="31019" y="117233"/>
                  </a:lnTo>
                  <a:lnTo>
                    <a:pt x="29848" y="117202"/>
                  </a:lnTo>
                  <a:lnTo>
                    <a:pt x="28704" y="117157"/>
                  </a:lnTo>
                  <a:lnTo>
                    <a:pt x="27587" y="117095"/>
                  </a:lnTo>
                  <a:lnTo>
                    <a:pt x="26494" y="117016"/>
                  </a:lnTo>
                  <a:lnTo>
                    <a:pt x="25423" y="116918"/>
                  </a:lnTo>
                  <a:lnTo>
                    <a:pt x="24374" y="116799"/>
                  </a:lnTo>
                  <a:lnTo>
                    <a:pt x="23344" y="116657"/>
                  </a:lnTo>
                  <a:lnTo>
                    <a:pt x="22331" y="116492"/>
                  </a:lnTo>
                  <a:lnTo>
                    <a:pt x="21335" y="116302"/>
                  </a:lnTo>
                  <a:lnTo>
                    <a:pt x="20353" y="116085"/>
                  </a:lnTo>
                  <a:lnTo>
                    <a:pt x="19384" y="115839"/>
                  </a:lnTo>
                  <a:lnTo>
                    <a:pt x="18427" y="115563"/>
                  </a:lnTo>
                  <a:lnTo>
                    <a:pt x="17479" y="115256"/>
                  </a:lnTo>
                  <a:lnTo>
                    <a:pt x="16538" y="114915"/>
                  </a:lnTo>
                  <a:lnTo>
                    <a:pt x="15605" y="114540"/>
                  </a:lnTo>
                  <a:lnTo>
                    <a:pt x="14676" y="114129"/>
                  </a:lnTo>
                  <a:lnTo>
                    <a:pt x="13750" y="113679"/>
                  </a:lnTo>
                  <a:lnTo>
                    <a:pt x="12825" y="113191"/>
                  </a:lnTo>
                  <a:lnTo>
                    <a:pt x="11900" y="112661"/>
                  </a:lnTo>
                  <a:lnTo>
                    <a:pt x="10974" y="112089"/>
                  </a:lnTo>
                  <a:lnTo>
                    <a:pt x="10044" y="111474"/>
                  </a:lnTo>
                  <a:lnTo>
                    <a:pt x="9109" y="110812"/>
                  </a:lnTo>
                  <a:lnTo>
                    <a:pt x="8167" y="110103"/>
                  </a:lnTo>
                  <a:lnTo>
                    <a:pt x="7217" y="109346"/>
                  </a:lnTo>
                  <a:lnTo>
                    <a:pt x="6441" y="108494"/>
                  </a:lnTo>
                  <a:lnTo>
                    <a:pt x="5722" y="107627"/>
                  </a:lnTo>
                  <a:lnTo>
                    <a:pt x="5057" y="106746"/>
                  </a:lnTo>
                  <a:lnTo>
                    <a:pt x="4445" y="105851"/>
                  </a:lnTo>
                  <a:lnTo>
                    <a:pt x="3884" y="104943"/>
                  </a:lnTo>
                  <a:lnTo>
                    <a:pt x="3371" y="104022"/>
                  </a:lnTo>
                  <a:lnTo>
                    <a:pt x="2904" y="103089"/>
                  </a:lnTo>
                  <a:lnTo>
                    <a:pt x="2482" y="102143"/>
                  </a:lnTo>
                  <a:lnTo>
                    <a:pt x="2101" y="101186"/>
                  </a:lnTo>
                  <a:lnTo>
                    <a:pt x="1761" y="100218"/>
                  </a:lnTo>
                  <a:lnTo>
                    <a:pt x="1458" y="99239"/>
                  </a:lnTo>
                  <a:lnTo>
                    <a:pt x="1191" y="98249"/>
                  </a:lnTo>
                  <a:lnTo>
                    <a:pt x="958" y="97250"/>
                  </a:lnTo>
                  <a:lnTo>
                    <a:pt x="756" y="96241"/>
                  </a:lnTo>
                  <a:lnTo>
                    <a:pt x="583" y="95223"/>
                  </a:lnTo>
                  <a:lnTo>
                    <a:pt x="438" y="94196"/>
                  </a:lnTo>
                  <a:lnTo>
                    <a:pt x="317" y="93162"/>
                  </a:lnTo>
                  <a:lnTo>
                    <a:pt x="220" y="92119"/>
                  </a:lnTo>
                  <a:lnTo>
                    <a:pt x="144" y="91069"/>
                  </a:lnTo>
                  <a:lnTo>
                    <a:pt x="86" y="90013"/>
                  </a:lnTo>
                  <a:lnTo>
                    <a:pt x="45" y="88949"/>
                  </a:lnTo>
                  <a:lnTo>
                    <a:pt x="18" y="87880"/>
                  </a:lnTo>
                  <a:lnTo>
                    <a:pt x="4" y="86805"/>
                  </a:lnTo>
                  <a:lnTo>
                    <a:pt x="0" y="85725"/>
                  </a:lnTo>
                  <a:lnTo>
                    <a:pt x="4" y="84640"/>
                  </a:lnTo>
                  <a:lnTo>
                    <a:pt x="14" y="83551"/>
                  </a:lnTo>
                  <a:lnTo>
                    <a:pt x="28" y="82457"/>
                  </a:lnTo>
                  <a:lnTo>
                    <a:pt x="44" y="81361"/>
                  </a:lnTo>
                  <a:lnTo>
                    <a:pt x="59" y="80261"/>
                  </a:lnTo>
                  <a:lnTo>
                    <a:pt x="73" y="79159"/>
                  </a:lnTo>
                  <a:lnTo>
                    <a:pt x="81" y="78054"/>
                  </a:lnTo>
                  <a:lnTo>
                    <a:pt x="78" y="76780"/>
                  </a:lnTo>
                  <a:lnTo>
                    <a:pt x="76" y="75501"/>
                  </a:lnTo>
                  <a:lnTo>
                    <a:pt x="73" y="74213"/>
                  </a:lnTo>
                  <a:lnTo>
                    <a:pt x="70" y="72910"/>
                  </a:lnTo>
                  <a:lnTo>
                    <a:pt x="70" y="71837"/>
                  </a:lnTo>
                  <a:lnTo>
                    <a:pt x="70" y="70765"/>
                  </a:lnTo>
                  <a:lnTo>
                    <a:pt x="70" y="69693"/>
                  </a:lnTo>
                  <a:lnTo>
                    <a:pt x="71" y="68620"/>
                  </a:lnTo>
                  <a:lnTo>
                    <a:pt x="73" y="67548"/>
                  </a:lnTo>
                  <a:lnTo>
                    <a:pt x="75" y="66476"/>
                  </a:lnTo>
                  <a:lnTo>
                    <a:pt x="78" y="65404"/>
                  </a:lnTo>
                  <a:lnTo>
                    <a:pt x="82" y="64331"/>
                  </a:lnTo>
                  <a:lnTo>
                    <a:pt x="86" y="63259"/>
                  </a:lnTo>
                  <a:lnTo>
                    <a:pt x="92" y="62187"/>
                  </a:lnTo>
                  <a:lnTo>
                    <a:pt x="96" y="61132"/>
                  </a:lnTo>
                  <a:lnTo>
                    <a:pt x="100" y="60078"/>
                  </a:lnTo>
                  <a:lnTo>
                    <a:pt x="102" y="59023"/>
                  </a:lnTo>
                  <a:lnTo>
                    <a:pt x="103" y="57969"/>
                  </a:lnTo>
                  <a:lnTo>
                    <a:pt x="103" y="56914"/>
                  </a:lnTo>
                  <a:lnTo>
                    <a:pt x="103" y="55860"/>
                  </a:lnTo>
                  <a:lnTo>
                    <a:pt x="101" y="54805"/>
                  </a:lnTo>
                  <a:lnTo>
                    <a:pt x="99" y="53751"/>
                  </a:lnTo>
                  <a:lnTo>
                    <a:pt x="95" y="52696"/>
                  </a:lnTo>
                  <a:lnTo>
                    <a:pt x="92" y="51642"/>
                  </a:lnTo>
                  <a:lnTo>
                    <a:pt x="87" y="50588"/>
                  </a:lnTo>
                  <a:lnTo>
                    <a:pt x="82" y="49533"/>
                  </a:lnTo>
                  <a:lnTo>
                    <a:pt x="77" y="48478"/>
                  </a:lnTo>
                  <a:lnTo>
                    <a:pt x="73" y="47383"/>
                  </a:lnTo>
                  <a:lnTo>
                    <a:pt x="70" y="46288"/>
                  </a:lnTo>
                  <a:lnTo>
                    <a:pt x="68" y="45192"/>
                  </a:lnTo>
                  <a:lnTo>
                    <a:pt x="68" y="44097"/>
                  </a:lnTo>
                  <a:lnTo>
                    <a:pt x="68" y="43002"/>
                  </a:lnTo>
                  <a:lnTo>
                    <a:pt x="68" y="41906"/>
                  </a:lnTo>
                  <a:lnTo>
                    <a:pt x="70" y="40811"/>
                  </a:lnTo>
                  <a:lnTo>
                    <a:pt x="72" y="39716"/>
                  </a:lnTo>
                  <a:lnTo>
                    <a:pt x="74" y="38620"/>
                  </a:lnTo>
                  <a:lnTo>
                    <a:pt x="76" y="37525"/>
                  </a:lnTo>
                  <a:lnTo>
                    <a:pt x="79" y="36430"/>
                  </a:lnTo>
                  <a:lnTo>
                    <a:pt x="81" y="35334"/>
                  </a:lnTo>
                  <a:lnTo>
                    <a:pt x="75" y="34107"/>
                  </a:lnTo>
                  <a:lnTo>
                    <a:pt x="69" y="32875"/>
                  </a:lnTo>
                  <a:lnTo>
                    <a:pt x="63" y="31633"/>
                  </a:lnTo>
                  <a:lnTo>
                    <a:pt x="57" y="30378"/>
                  </a:lnTo>
                  <a:lnTo>
                    <a:pt x="66" y="29234"/>
                  </a:lnTo>
                  <a:lnTo>
                    <a:pt x="76" y="28086"/>
                  </a:lnTo>
                  <a:lnTo>
                    <a:pt x="86" y="26929"/>
                  </a:lnTo>
                  <a:lnTo>
                    <a:pt x="96" y="25760"/>
                  </a:lnTo>
                  <a:lnTo>
                    <a:pt x="98" y="24422"/>
                  </a:lnTo>
                  <a:lnTo>
                    <a:pt x="102" y="23075"/>
                  </a:lnTo>
                  <a:lnTo>
                    <a:pt x="105" y="21711"/>
                  </a:lnTo>
                  <a:lnTo>
                    <a:pt x="289" y="20609"/>
                  </a:lnTo>
                  <a:lnTo>
                    <a:pt x="529" y="19545"/>
                  </a:lnTo>
                  <a:lnTo>
                    <a:pt x="821" y="18516"/>
                  </a:lnTo>
                  <a:lnTo>
                    <a:pt x="1165" y="17521"/>
                  </a:lnTo>
                  <a:lnTo>
                    <a:pt x="1555" y="16558"/>
                  </a:lnTo>
                  <a:lnTo>
                    <a:pt x="1992" y="15624"/>
                  </a:lnTo>
                  <a:lnTo>
                    <a:pt x="2470" y="14717"/>
                  </a:lnTo>
                  <a:lnTo>
                    <a:pt x="2989" y="13837"/>
                  </a:lnTo>
                  <a:lnTo>
                    <a:pt x="3544" y="12980"/>
                  </a:lnTo>
                  <a:lnTo>
                    <a:pt x="4134" y="12145"/>
                  </a:lnTo>
                  <a:lnTo>
                    <a:pt x="4757" y="11330"/>
                  </a:lnTo>
                  <a:lnTo>
                    <a:pt x="5408" y="10534"/>
                  </a:lnTo>
                  <a:lnTo>
                    <a:pt x="6086" y="9753"/>
                  </a:lnTo>
                  <a:lnTo>
                    <a:pt x="6788" y="8987"/>
                  </a:lnTo>
                  <a:lnTo>
                    <a:pt x="7512" y="8232"/>
                  </a:lnTo>
                  <a:lnTo>
                    <a:pt x="8254" y="7489"/>
                  </a:lnTo>
                  <a:lnTo>
                    <a:pt x="9013" y="6753"/>
                  </a:lnTo>
                  <a:lnTo>
                    <a:pt x="9784" y="6024"/>
                  </a:lnTo>
                  <a:lnTo>
                    <a:pt x="10567" y="5300"/>
                  </a:lnTo>
                  <a:lnTo>
                    <a:pt x="11358" y="4578"/>
                  </a:lnTo>
                  <a:lnTo>
                    <a:pt x="12154" y="3856"/>
                  </a:lnTo>
                  <a:lnTo>
                    <a:pt x="12953" y="3134"/>
                  </a:lnTo>
                  <a:lnTo>
                    <a:pt x="13753" y="2408"/>
                  </a:lnTo>
                  <a:lnTo>
                    <a:pt x="14786" y="1809"/>
                  </a:lnTo>
                  <a:lnTo>
                    <a:pt x="15772" y="1320"/>
                  </a:lnTo>
                  <a:lnTo>
                    <a:pt x="16724" y="932"/>
                  </a:lnTo>
                  <a:lnTo>
                    <a:pt x="17657" y="632"/>
                  </a:lnTo>
                  <a:lnTo>
                    <a:pt x="18585" y="408"/>
                  </a:lnTo>
                  <a:lnTo>
                    <a:pt x="19522" y="250"/>
                  </a:lnTo>
                  <a:lnTo>
                    <a:pt x="20484" y="146"/>
                  </a:lnTo>
                  <a:lnTo>
                    <a:pt x="21484" y="84"/>
                  </a:lnTo>
                  <a:lnTo>
                    <a:pt x="22536" y="54"/>
                  </a:lnTo>
                  <a:lnTo>
                    <a:pt x="23655" y="42"/>
                  </a:lnTo>
                  <a:lnTo>
                    <a:pt x="24856" y="39"/>
                  </a:lnTo>
                  <a:close/>
                </a:path>
              </a:pathLst>
            </a:custGeom>
            <a:solidFill>
              <a:srgbClr val="3682B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region 29 #BA968B"/>
            <p:cNvSpPr/>
            <p:nvPr/>
          </p:nvSpPr>
          <p:spPr>
            <a:xfrm>
              <a:off x="1184244" y="503581"/>
              <a:ext cx="71673" cy="106087"/>
            </a:xfrm>
            <a:custGeom>
              <a:avLst/>
              <a:gdLst/>
              <a:ahLst/>
              <a:cxnLst/>
              <a:rect l="l" t="t" r="r" b="b"/>
              <a:pathLst>
                <a:path w="71673" h="106087">
                  <a:moveTo>
                    <a:pt x="64637" y="0"/>
                  </a:moveTo>
                  <a:lnTo>
                    <a:pt x="65281" y="810"/>
                  </a:lnTo>
                  <a:lnTo>
                    <a:pt x="65928" y="1624"/>
                  </a:lnTo>
                  <a:lnTo>
                    <a:pt x="66580" y="2444"/>
                  </a:lnTo>
                  <a:lnTo>
                    <a:pt x="67239" y="3274"/>
                  </a:lnTo>
                  <a:lnTo>
                    <a:pt x="68412" y="4729"/>
                  </a:lnTo>
                  <a:lnTo>
                    <a:pt x="69237" y="5744"/>
                  </a:lnTo>
                  <a:lnTo>
                    <a:pt x="69830" y="6452"/>
                  </a:lnTo>
                  <a:lnTo>
                    <a:pt x="70304" y="6984"/>
                  </a:lnTo>
                  <a:lnTo>
                    <a:pt x="70773" y="7475"/>
                  </a:lnTo>
                  <a:lnTo>
                    <a:pt x="71351" y="8057"/>
                  </a:lnTo>
                  <a:lnTo>
                    <a:pt x="71424" y="9144"/>
                  </a:lnTo>
                  <a:lnTo>
                    <a:pt x="71477" y="10232"/>
                  </a:lnTo>
                  <a:lnTo>
                    <a:pt x="71513" y="11322"/>
                  </a:lnTo>
                  <a:lnTo>
                    <a:pt x="71535" y="12411"/>
                  </a:lnTo>
                  <a:lnTo>
                    <a:pt x="71546" y="13501"/>
                  </a:lnTo>
                  <a:lnTo>
                    <a:pt x="71555" y="14660"/>
                  </a:lnTo>
                  <a:lnTo>
                    <a:pt x="71564" y="15826"/>
                  </a:lnTo>
                  <a:lnTo>
                    <a:pt x="71573" y="17009"/>
                  </a:lnTo>
                  <a:lnTo>
                    <a:pt x="71574" y="18275"/>
                  </a:lnTo>
                  <a:lnTo>
                    <a:pt x="71575" y="19549"/>
                  </a:lnTo>
                  <a:lnTo>
                    <a:pt x="71577" y="20841"/>
                  </a:lnTo>
                  <a:lnTo>
                    <a:pt x="71579" y="21420"/>
                  </a:lnTo>
                  <a:lnTo>
                    <a:pt x="71582" y="22443"/>
                  </a:lnTo>
                  <a:lnTo>
                    <a:pt x="71590" y="24784"/>
                  </a:lnTo>
                  <a:lnTo>
                    <a:pt x="71593" y="25971"/>
                  </a:lnTo>
                  <a:lnTo>
                    <a:pt x="71595" y="27157"/>
                  </a:lnTo>
                  <a:lnTo>
                    <a:pt x="71597" y="28344"/>
                  </a:lnTo>
                  <a:lnTo>
                    <a:pt x="71598" y="29531"/>
                  </a:lnTo>
                  <a:lnTo>
                    <a:pt x="71599" y="30717"/>
                  </a:lnTo>
                  <a:lnTo>
                    <a:pt x="71599" y="31904"/>
                  </a:lnTo>
                  <a:lnTo>
                    <a:pt x="71600" y="33091"/>
                  </a:lnTo>
                  <a:lnTo>
                    <a:pt x="71601" y="34138"/>
                  </a:lnTo>
                  <a:lnTo>
                    <a:pt x="71603" y="35185"/>
                  </a:lnTo>
                  <a:lnTo>
                    <a:pt x="71605" y="36232"/>
                  </a:lnTo>
                  <a:lnTo>
                    <a:pt x="71609" y="37279"/>
                  </a:lnTo>
                  <a:lnTo>
                    <a:pt x="71613" y="38326"/>
                  </a:lnTo>
                  <a:lnTo>
                    <a:pt x="71618" y="39373"/>
                  </a:lnTo>
                  <a:lnTo>
                    <a:pt x="71623" y="40420"/>
                  </a:lnTo>
                  <a:lnTo>
                    <a:pt x="71629" y="41467"/>
                  </a:lnTo>
                  <a:lnTo>
                    <a:pt x="71634" y="42514"/>
                  </a:lnTo>
                  <a:lnTo>
                    <a:pt x="71641" y="43561"/>
                  </a:lnTo>
                  <a:lnTo>
                    <a:pt x="71647" y="44608"/>
                  </a:lnTo>
                  <a:lnTo>
                    <a:pt x="71653" y="45655"/>
                  </a:lnTo>
                  <a:lnTo>
                    <a:pt x="71659" y="47860"/>
                  </a:lnTo>
                  <a:lnTo>
                    <a:pt x="71665" y="49970"/>
                  </a:lnTo>
                  <a:lnTo>
                    <a:pt x="71669" y="51987"/>
                  </a:lnTo>
                  <a:lnTo>
                    <a:pt x="71672" y="53916"/>
                  </a:lnTo>
                  <a:lnTo>
                    <a:pt x="71673" y="55758"/>
                  </a:lnTo>
                  <a:lnTo>
                    <a:pt x="71671" y="57516"/>
                  </a:lnTo>
                  <a:lnTo>
                    <a:pt x="71666" y="59194"/>
                  </a:lnTo>
                  <a:lnTo>
                    <a:pt x="71659" y="60794"/>
                  </a:lnTo>
                  <a:lnTo>
                    <a:pt x="71647" y="62320"/>
                  </a:lnTo>
                  <a:lnTo>
                    <a:pt x="71631" y="63773"/>
                  </a:lnTo>
                  <a:lnTo>
                    <a:pt x="71611" y="65158"/>
                  </a:lnTo>
                  <a:lnTo>
                    <a:pt x="71585" y="66476"/>
                  </a:lnTo>
                  <a:lnTo>
                    <a:pt x="71554" y="67731"/>
                  </a:lnTo>
                  <a:lnTo>
                    <a:pt x="71518" y="68926"/>
                  </a:lnTo>
                  <a:lnTo>
                    <a:pt x="71475" y="70064"/>
                  </a:lnTo>
                  <a:lnTo>
                    <a:pt x="71425" y="71147"/>
                  </a:lnTo>
                  <a:lnTo>
                    <a:pt x="71368" y="72178"/>
                  </a:lnTo>
                  <a:lnTo>
                    <a:pt x="71303" y="73161"/>
                  </a:lnTo>
                  <a:lnTo>
                    <a:pt x="71230" y="74098"/>
                  </a:lnTo>
                  <a:lnTo>
                    <a:pt x="71149" y="74992"/>
                  </a:lnTo>
                  <a:lnTo>
                    <a:pt x="71059" y="75845"/>
                  </a:lnTo>
                  <a:lnTo>
                    <a:pt x="70959" y="76662"/>
                  </a:lnTo>
                  <a:lnTo>
                    <a:pt x="70850" y="77445"/>
                  </a:lnTo>
                  <a:lnTo>
                    <a:pt x="70730" y="78196"/>
                  </a:lnTo>
                  <a:lnTo>
                    <a:pt x="70600" y="78919"/>
                  </a:lnTo>
                  <a:lnTo>
                    <a:pt x="70459" y="79616"/>
                  </a:lnTo>
                  <a:lnTo>
                    <a:pt x="70306" y="80290"/>
                  </a:lnTo>
                  <a:lnTo>
                    <a:pt x="70141" y="80945"/>
                  </a:lnTo>
                  <a:lnTo>
                    <a:pt x="69964" y="81583"/>
                  </a:lnTo>
                  <a:lnTo>
                    <a:pt x="69774" y="82207"/>
                  </a:lnTo>
                  <a:lnTo>
                    <a:pt x="69570" y="82820"/>
                  </a:lnTo>
                  <a:lnTo>
                    <a:pt x="69353" y="83425"/>
                  </a:lnTo>
                  <a:lnTo>
                    <a:pt x="69122" y="84024"/>
                  </a:lnTo>
                  <a:lnTo>
                    <a:pt x="68877" y="84622"/>
                  </a:lnTo>
                  <a:lnTo>
                    <a:pt x="68616" y="85219"/>
                  </a:lnTo>
                  <a:lnTo>
                    <a:pt x="68340" y="85821"/>
                  </a:lnTo>
                  <a:lnTo>
                    <a:pt x="68048" y="86428"/>
                  </a:lnTo>
                  <a:lnTo>
                    <a:pt x="67740" y="87045"/>
                  </a:lnTo>
                  <a:lnTo>
                    <a:pt x="67415" y="87674"/>
                  </a:lnTo>
                  <a:lnTo>
                    <a:pt x="67073" y="88318"/>
                  </a:lnTo>
                  <a:lnTo>
                    <a:pt x="66713" y="88979"/>
                  </a:lnTo>
                  <a:lnTo>
                    <a:pt x="66336" y="89662"/>
                  </a:lnTo>
                  <a:lnTo>
                    <a:pt x="65940" y="90368"/>
                  </a:lnTo>
                  <a:lnTo>
                    <a:pt x="65525" y="91101"/>
                  </a:lnTo>
                  <a:lnTo>
                    <a:pt x="65091" y="91864"/>
                  </a:lnTo>
                  <a:lnTo>
                    <a:pt x="64637" y="92659"/>
                  </a:lnTo>
                  <a:lnTo>
                    <a:pt x="64286" y="93661"/>
                  </a:lnTo>
                  <a:lnTo>
                    <a:pt x="63938" y="94664"/>
                  </a:lnTo>
                  <a:lnTo>
                    <a:pt x="63594" y="95669"/>
                  </a:lnTo>
                  <a:lnTo>
                    <a:pt x="63255" y="96675"/>
                  </a:lnTo>
                  <a:lnTo>
                    <a:pt x="62920" y="97682"/>
                  </a:lnTo>
                  <a:lnTo>
                    <a:pt x="62591" y="98692"/>
                  </a:lnTo>
                  <a:lnTo>
                    <a:pt x="62268" y="99703"/>
                  </a:lnTo>
                  <a:lnTo>
                    <a:pt x="61951" y="100716"/>
                  </a:lnTo>
                  <a:lnTo>
                    <a:pt x="61284" y="100716"/>
                  </a:lnTo>
                  <a:lnTo>
                    <a:pt x="60608" y="100716"/>
                  </a:lnTo>
                  <a:lnTo>
                    <a:pt x="60608" y="99608"/>
                  </a:lnTo>
                  <a:lnTo>
                    <a:pt x="60608" y="98498"/>
                  </a:lnTo>
                  <a:lnTo>
                    <a:pt x="60608" y="97384"/>
                  </a:lnTo>
                  <a:lnTo>
                    <a:pt x="60608" y="96264"/>
                  </a:lnTo>
                  <a:lnTo>
                    <a:pt x="60608" y="95138"/>
                  </a:lnTo>
                  <a:lnTo>
                    <a:pt x="60608" y="94001"/>
                  </a:lnTo>
                  <a:lnTo>
                    <a:pt x="60140" y="94119"/>
                  </a:lnTo>
                  <a:lnTo>
                    <a:pt x="59626" y="94247"/>
                  </a:lnTo>
                  <a:lnTo>
                    <a:pt x="58810" y="94451"/>
                  </a:lnTo>
                  <a:lnTo>
                    <a:pt x="57432" y="94795"/>
                  </a:lnTo>
                  <a:lnTo>
                    <a:pt x="55236" y="95344"/>
                  </a:lnTo>
                  <a:lnTo>
                    <a:pt x="55236" y="96677"/>
                  </a:lnTo>
                  <a:lnTo>
                    <a:pt x="55236" y="98030"/>
                  </a:lnTo>
                  <a:lnTo>
                    <a:pt x="54328" y="98670"/>
                  </a:lnTo>
                  <a:lnTo>
                    <a:pt x="53408" y="99262"/>
                  </a:lnTo>
                  <a:lnTo>
                    <a:pt x="52477" y="99808"/>
                  </a:lnTo>
                  <a:lnTo>
                    <a:pt x="51535" y="100310"/>
                  </a:lnTo>
                  <a:lnTo>
                    <a:pt x="50583" y="100770"/>
                  </a:lnTo>
                  <a:lnTo>
                    <a:pt x="49621" y="101189"/>
                  </a:lnTo>
                  <a:lnTo>
                    <a:pt x="48649" y="101569"/>
                  </a:lnTo>
                  <a:lnTo>
                    <a:pt x="47668" y="101911"/>
                  </a:lnTo>
                  <a:lnTo>
                    <a:pt x="46679" y="102218"/>
                  </a:lnTo>
                  <a:lnTo>
                    <a:pt x="45681" y="102490"/>
                  </a:lnTo>
                  <a:lnTo>
                    <a:pt x="44675" y="102730"/>
                  </a:lnTo>
                  <a:lnTo>
                    <a:pt x="43662" y="102940"/>
                  </a:lnTo>
                  <a:lnTo>
                    <a:pt x="42642" y="103120"/>
                  </a:lnTo>
                  <a:lnTo>
                    <a:pt x="41616" y="103272"/>
                  </a:lnTo>
                  <a:lnTo>
                    <a:pt x="40583" y="103399"/>
                  </a:lnTo>
                  <a:lnTo>
                    <a:pt x="39544" y="103502"/>
                  </a:lnTo>
                  <a:lnTo>
                    <a:pt x="38499" y="103583"/>
                  </a:lnTo>
                  <a:lnTo>
                    <a:pt x="37450" y="103642"/>
                  </a:lnTo>
                  <a:lnTo>
                    <a:pt x="36396" y="103683"/>
                  </a:lnTo>
                  <a:lnTo>
                    <a:pt x="35338" y="103706"/>
                  </a:lnTo>
                  <a:lnTo>
                    <a:pt x="34276" y="103713"/>
                  </a:lnTo>
                  <a:lnTo>
                    <a:pt x="33211" y="103706"/>
                  </a:lnTo>
                  <a:lnTo>
                    <a:pt x="32143" y="103686"/>
                  </a:lnTo>
                  <a:lnTo>
                    <a:pt x="31072" y="103656"/>
                  </a:lnTo>
                  <a:lnTo>
                    <a:pt x="29999" y="103617"/>
                  </a:lnTo>
                  <a:lnTo>
                    <a:pt x="28924" y="103570"/>
                  </a:lnTo>
                  <a:lnTo>
                    <a:pt x="27848" y="103518"/>
                  </a:lnTo>
                  <a:lnTo>
                    <a:pt x="26771" y="103461"/>
                  </a:lnTo>
                  <a:lnTo>
                    <a:pt x="25693" y="103402"/>
                  </a:lnTo>
                  <a:lnTo>
                    <a:pt x="24360" y="102735"/>
                  </a:lnTo>
                  <a:lnTo>
                    <a:pt x="23007" y="102059"/>
                  </a:lnTo>
                  <a:lnTo>
                    <a:pt x="23007" y="100726"/>
                  </a:lnTo>
                  <a:lnTo>
                    <a:pt x="23007" y="99373"/>
                  </a:lnTo>
                  <a:lnTo>
                    <a:pt x="21800" y="99081"/>
                  </a:lnTo>
                  <a:lnTo>
                    <a:pt x="20574" y="98785"/>
                  </a:lnTo>
                  <a:lnTo>
                    <a:pt x="19402" y="98473"/>
                  </a:lnTo>
                  <a:lnTo>
                    <a:pt x="18234" y="98143"/>
                  </a:lnTo>
                  <a:lnTo>
                    <a:pt x="17072" y="97797"/>
                  </a:lnTo>
                  <a:lnTo>
                    <a:pt x="15913" y="97438"/>
                  </a:lnTo>
                  <a:lnTo>
                    <a:pt x="14759" y="97067"/>
                  </a:lnTo>
                  <a:lnTo>
                    <a:pt x="13607" y="96687"/>
                  </a:lnTo>
                  <a:lnTo>
                    <a:pt x="13607" y="95354"/>
                  </a:lnTo>
                  <a:lnTo>
                    <a:pt x="13607" y="94001"/>
                  </a:lnTo>
                  <a:lnTo>
                    <a:pt x="12400" y="93543"/>
                  </a:lnTo>
                  <a:lnTo>
                    <a:pt x="11174" y="93078"/>
                  </a:lnTo>
                  <a:lnTo>
                    <a:pt x="10374" y="92593"/>
                  </a:lnTo>
                  <a:lnTo>
                    <a:pt x="9708" y="92164"/>
                  </a:lnTo>
                  <a:lnTo>
                    <a:pt x="9135" y="91739"/>
                  </a:lnTo>
                  <a:lnTo>
                    <a:pt x="8612" y="91266"/>
                  </a:lnTo>
                  <a:lnTo>
                    <a:pt x="8099" y="90697"/>
                  </a:lnTo>
                  <a:lnTo>
                    <a:pt x="7553" y="89978"/>
                  </a:lnTo>
                  <a:lnTo>
                    <a:pt x="6933" y="89060"/>
                  </a:lnTo>
                  <a:lnTo>
                    <a:pt x="6196" y="87892"/>
                  </a:lnTo>
                  <a:lnTo>
                    <a:pt x="5302" y="86423"/>
                  </a:lnTo>
                  <a:lnTo>
                    <a:pt x="4207" y="84601"/>
                  </a:lnTo>
                  <a:lnTo>
                    <a:pt x="4207" y="85665"/>
                  </a:lnTo>
                  <a:lnTo>
                    <a:pt x="4207" y="86729"/>
                  </a:lnTo>
                  <a:lnTo>
                    <a:pt x="4207" y="87793"/>
                  </a:lnTo>
                  <a:lnTo>
                    <a:pt x="4207" y="88857"/>
                  </a:lnTo>
                  <a:lnTo>
                    <a:pt x="4207" y="89922"/>
                  </a:lnTo>
                  <a:lnTo>
                    <a:pt x="4207" y="90988"/>
                  </a:lnTo>
                  <a:lnTo>
                    <a:pt x="4207" y="92055"/>
                  </a:lnTo>
                  <a:lnTo>
                    <a:pt x="4207" y="93123"/>
                  </a:lnTo>
                  <a:lnTo>
                    <a:pt x="4207" y="94193"/>
                  </a:lnTo>
                  <a:lnTo>
                    <a:pt x="4207" y="95264"/>
                  </a:lnTo>
                  <a:lnTo>
                    <a:pt x="4207" y="96336"/>
                  </a:lnTo>
                  <a:lnTo>
                    <a:pt x="4207" y="97410"/>
                  </a:lnTo>
                  <a:lnTo>
                    <a:pt x="4207" y="98487"/>
                  </a:lnTo>
                  <a:lnTo>
                    <a:pt x="4207" y="99565"/>
                  </a:lnTo>
                  <a:lnTo>
                    <a:pt x="4207" y="100645"/>
                  </a:lnTo>
                  <a:lnTo>
                    <a:pt x="4207" y="101728"/>
                  </a:lnTo>
                  <a:lnTo>
                    <a:pt x="4207" y="102814"/>
                  </a:lnTo>
                  <a:lnTo>
                    <a:pt x="4207" y="103902"/>
                  </a:lnTo>
                  <a:lnTo>
                    <a:pt x="4207" y="104993"/>
                  </a:lnTo>
                  <a:lnTo>
                    <a:pt x="4207" y="106087"/>
                  </a:lnTo>
                  <a:lnTo>
                    <a:pt x="3541" y="106087"/>
                  </a:lnTo>
                  <a:lnTo>
                    <a:pt x="2864" y="106087"/>
                  </a:lnTo>
                  <a:lnTo>
                    <a:pt x="2782" y="104841"/>
                  </a:lnTo>
                  <a:lnTo>
                    <a:pt x="2700" y="103587"/>
                  </a:lnTo>
                  <a:lnTo>
                    <a:pt x="2617" y="102315"/>
                  </a:lnTo>
                  <a:lnTo>
                    <a:pt x="2533" y="101109"/>
                  </a:lnTo>
                  <a:lnTo>
                    <a:pt x="2448" y="99897"/>
                  </a:lnTo>
                  <a:lnTo>
                    <a:pt x="2363" y="98676"/>
                  </a:lnTo>
                  <a:lnTo>
                    <a:pt x="2276" y="97442"/>
                  </a:lnTo>
                  <a:lnTo>
                    <a:pt x="2194" y="96238"/>
                  </a:lnTo>
                  <a:lnTo>
                    <a:pt x="2112" y="95030"/>
                  </a:lnTo>
                  <a:lnTo>
                    <a:pt x="2029" y="93812"/>
                  </a:lnTo>
                  <a:lnTo>
                    <a:pt x="1946" y="92579"/>
                  </a:lnTo>
                  <a:lnTo>
                    <a:pt x="1728" y="90641"/>
                  </a:lnTo>
                  <a:lnTo>
                    <a:pt x="1527" y="89397"/>
                  </a:lnTo>
                  <a:lnTo>
                    <a:pt x="1258" y="88593"/>
                  </a:lnTo>
                  <a:lnTo>
                    <a:pt x="837" y="87974"/>
                  </a:lnTo>
                  <a:lnTo>
                    <a:pt x="178" y="87287"/>
                  </a:lnTo>
                  <a:lnTo>
                    <a:pt x="119" y="86141"/>
                  </a:lnTo>
                  <a:lnTo>
                    <a:pt x="74" y="84995"/>
                  </a:lnTo>
                  <a:lnTo>
                    <a:pt x="41" y="83847"/>
                  </a:lnTo>
                  <a:lnTo>
                    <a:pt x="21" y="82700"/>
                  </a:lnTo>
                  <a:lnTo>
                    <a:pt x="11" y="81552"/>
                  </a:lnTo>
                  <a:lnTo>
                    <a:pt x="10" y="80405"/>
                  </a:lnTo>
                  <a:lnTo>
                    <a:pt x="7" y="79153"/>
                  </a:lnTo>
                  <a:lnTo>
                    <a:pt x="3" y="77894"/>
                  </a:lnTo>
                  <a:lnTo>
                    <a:pt x="0" y="76618"/>
                  </a:lnTo>
                  <a:lnTo>
                    <a:pt x="60" y="75255"/>
                  </a:lnTo>
                  <a:lnTo>
                    <a:pt x="114" y="74180"/>
                  </a:lnTo>
                  <a:lnTo>
                    <a:pt x="171" y="73294"/>
                  </a:lnTo>
                  <a:lnTo>
                    <a:pt x="241" y="72500"/>
                  </a:lnTo>
                  <a:lnTo>
                    <a:pt x="335" y="71699"/>
                  </a:lnTo>
                  <a:lnTo>
                    <a:pt x="463" y="70795"/>
                  </a:lnTo>
                  <a:lnTo>
                    <a:pt x="634" y="69690"/>
                  </a:lnTo>
                  <a:lnTo>
                    <a:pt x="859" y="68287"/>
                  </a:lnTo>
                  <a:lnTo>
                    <a:pt x="988" y="67225"/>
                  </a:lnTo>
                  <a:lnTo>
                    <a:pt x="1101" y="66168"/>
                  </a:lnTo>
                  <a:lnTo>
                    <a:pt x="1201" y="65116"/>
                  </a:lnTo>
                  <a:lnTo>
                    <a:pt x="1287" y="64067"/>
                  </a:lnTo>
                  <a:lnTo>
                    <a:pt x="1360" y="63021"/>
                  </a:lnTo>
                  <a:lnTo>
                    <a:pt x="1422" y="61976"/>
                  </a:lnTo>
                  <a:lnTo>
                    <a:pt x="1473" y="60933"/>
                  </a:lnTo>
                  <a:lnTo>
                    <a:pt x="1513" y="59890"/>
                  </a:lnTo>
                  <a:lnTo>
                    <a:pt x="1544" y="58847"/>
                  </a:lnTo>
                  <a:lnTo>
                    <a:pt x="1566" y="57803"/>
                  </a:lnTo>
                  <a:lnTo>
                    <a:pt x="1580" y="56756"/>
                  </a:lnTo>
                  <a:lnTo>
                    <a:pt x="1587" y="55707"/>
                  </a:lnTo>
                  <a:lnTo>
                    <a:pt x="1587" y="54655"/>
                  </a:lnTo>
                  <a:lnTo>
                    <a:pt x="1582" y="53598"/>
                  </a:lnTo>
                  <a:lnTo>
                    <a:pt x="1572" y="52537"/>
                  </a:lnTo>
                  <a:lnTo>
                    <a:pt x="1557" y="51470"/>
                  </a:lnTo>
                  <a:lnTo>
                    <a:pt x="1549" y="50362"/>
                  </a:lnTo>
                  <a:lnTo>
                    <a:pt x="1541" y="49254"/>
                  </a:lnTo>
                  <a:lnTo>
                    <a:pt x="1533" y="48147"/>
                  </a:lnTo>
                  <a:lnTo>
                    <a:pt x="1524" y="47039"/>
                  </a:lnTo>
                  <a:lnTo>
                    <a:pt x="1516" y="45931"/>
                  </a:lnTo>
                  <a:lnTo>
                    <a:pt x="1508" y="44824"/>
                  </a:lnTo>
                  <a:lnTo>
                    <a:pt x="1496" y="43671"/>
                  </a:lnTo>
                  <a:lnTo>
                    <a:pt x="1485" y="42517"/>
                  </a:lnTo>
                  <a:lnTo>
                    <a:pt x="1473" y="41364"/>
                  </a:lnTo>
                  <a:lnTo>
                    <a:pt x="1460" y="40211"/>
                  </a:lnTo>
                  <a:lnTo>
                    <a:pt x="1448" y="39057"/>
                  </a:lnTo>
                  <a:lnTo>
                    <a:pt x="1434" y="37904"/>
                  </a:lnTo>
                  <a:lnTo>
                    <a:pt x="1421" y="36751"/>
                  </a:lnTo>
                  <a:lnTo>
                    <a:pt x="1407" y="35598"/>
                  </a:lnTo>
                  <a:lnTo>
                    <a:pt x="1392" y="34445"/>
                  </a:lnTo>
                  <a:lnTo>
                    <a:pt x="1379" y="33324"/>
                  </a:lnTo>
                  <a:lnTo>
                    <a:pt x="1368" y="32204"/>
                  </a:lnTo>
                  <a:lnTo>
                    <a:pt x="1357" y="31083"/>
                  </a:lnTo>
                  <a:lnTo>
                    <a:pt x="1347" y="29963"/>
                  </a:lnTo>
                  <a:lnTo>
                    <a:pt x="1338" y="28842"/>
                  </a:lnTo>
                  <a:lnTo>
                    <a:pt x="1329" y="27722"/>
                  </a:lnTo>
                  <a:lnTo>
                    <a:pt x="1321" y="26602"/>
                  </a:lnTo>
                  <a:lnTo>
                    <a:pt x="1314" y="25481"/>
                  </a:lnTo>
                  <a:lnTo>
                    <a:pt x="1306" y="24361"/>
                  </a:lnTo>
                  <a:lnTo>
                    <a:pt x="1298" y="23899"/>
                  </a:lnTo>
                  <a:lnTo>
                    <a:pt x="1284" y="23085"/>
                  </a:lnTo>
                  <a:lnTo>
                    <a:pt x="1251" y="21220"/>
                  </a:lnTo>
                  <a:lnTo>
                    <a:pt x="1249" y="19887"/>
                  </a:lnTo>
                  <a:lnTo>
                    <a:pt x="1263" y="18671"/>
                  </a:lnTo>
                  <a:lnTo>
                    <a:pt x="1307" y="17552"/>
                  </a:lnTo>
                  <a:lnTo>
                    <a:pt x="1392" y="16506"/>
                  </a:lnTo>
                  <a:lnTo>
                    <a:pt x="1532" y="15512"/>
                  </a:lnTo>
                  <a:lnTo>
                    <a:pt x="1738" y="14547"/>
                  </a:lnTo>
                  <a:lnTo>
                    <a:pt x="2023" y="13591"/>
                  </a:lnTo>
                  <a:lnTo>
                    <a:pt x="2401" y="12620"/>
                  </a:lnTo>
                  <a:lnTo>
                    <a:pt x="2882" y="11612"/>
                  </a:lnTo>
                  <a:lnTo>
                    <a:pt x="3480" y="10546"/>
                  </a:lnTo>
                  <a:lnTo>
                    <a:pt x="4207" y="9400"/>
                  </a:lnTo>
                  <a:lnTo>
                    <a:pt x="5540" y="9400"/>
                  </a:lnTo>
                  <a:lnTo>
                    <a:pt x="6893" y="9400"/>
                  </a:lnTo>
                  <a:lnTo>
                    <a:pt x="7225" y="10398"/>
                  </a:lnTo>
                  <a:lnTo>
                    <a:pt x="7559" y="11399"/>
                  </a:lnTo>
                  <a:lnTo>
                    <a:pt x="7895" y="12408"/>
                  </a:lnTo>
                  <a:lnTo>
                    <a:pt x="8236" y="13428"/>
                  </a:lnTo>
                  <a:lnTo>
                    <a:pt x="8902" y="14095"/>
                  </a:lnTo>
                  <a:lnTo>
                    <a:pt x="9578" y="14771"/>
                  </a:lnTo>
                  <a:lnTo>
                    <a:pt x="9800" y="16074"/>
                  </a:lnTo>
                  <a:lnTo>
                    <a:pt x="10024" y="17387"/>
                  </a:lnTo>
                  <a:lnTo>
                    <a:pt x="10250" y="18717"/>
                  </a:lnTo>
                  <a:lnTo>
                    <a:pt x="11004" y="20242"/>
                  </a:lnTo>
                  <a:lnTo>
                    <a:pt x="11595" y="21355"/>
                  </a:lnTo>
                  <a:lnTo>
                    <a:pt x="12106" y="22146"/>
                  </a:lnTo>
                  <a:lnTo>
                    <a:pt x="12622" y="22707"/>
                  </a:lnTo>
                  <a:lnTo>
                    <a:pt x="13226" y="23127"/>
                  </a:lnTo>
                  <a:lnTo>
                    <a:pt x="14002" y="23497"/>
                  </a:lnTo>
                  <a:lnTo>
                    <a:pt x="15033" y="23910"/>
                  </a:lnTo>
                  <a:lnTo>
                    <a:pt x="16113" y="24129"/>
                  </a:lnTo>
                  <a:lnTo>
                    <a:pt x="17195" y="24339"/>
                  </a:lnTo>
                  <a:lnTo>
                    <a:pt x="18278" y="24539"/>
                  </a:lnTo>
                  <a:lnTo>
                    <a:pt x="19363" y="24729"/>
                  </a:lnTo>
                  <a:lnTo>
                    <a:pt x="20450" y="24910"/>
                  </a:lnTo>
                  <a:lnTo>
                    <a:pt x="21538" y="25079"/>
                  </a:lnTo>
                  <a:lnTo>
                    <a:pt x="22932" y="25302"/>
                  </a:lnTo>
                  <a:lnTo>
                    <a:pt x="23915" y="25506"/>
                  </a:lnTo>
                  <a:lnTo>
                    <a:pt x="24750" y="25777"/>
                  </a:lnTo>
                  <a:lnTo>
                    <a:pt x="25703" y="26198"/>
                  </a:lnTo>
                  <a:lnTo>
                    <a:pt x="27036" y="26857"/>
                  </a:lnTo>
                  <a:lnTo>
                    <a:pt x="28128" y="26938"/>
                  </a:lnTo>
                  <a:lnTo>
                    <a:pt x="29214" y="27005"/>
                  </a:lnTo>
                  <a:lnTo>
                    <a:pt x="30295" y="27057"/>
                  </a:lnTo>
                  <a:lnTo>
                    <a:pt x="31370" y="27094"/>
                  </a:lnTo>
                  <a:lnTo>
                    <a:pt x="32439" y="27115"/>
                  </a:lnTo>
                  <a:lnTo>
                    <a:pt x="33505" y="27120"/>
                  </a:lnTo>
                  <a:lnTo>
                    <a:pt x="34565" y="27108"/>
                  </a:lnTo>
                  <a:lnTo>
                    <a:pt x="35622" y="27078"/>
                  </a:lnTo>
                  <a:lnTo>
                    <a:pt x="36674" y="27031"/>
                  </a:lnTo>
                  <a:lnTo>
                    <a:pt x="37724" y="26965"/>
                  </a:lnTo>
                  <a:lnTo>
                    <a:pt x="38770" y="26880"/>
                  </a:lnTo>
                  <a:lnTo>
                    <a:pt x="39814" y="26775"/>
                  </a:lnTo>
                  <a:lnTo>
                    <a:pt x="40855" y="26651"/>
                  </a:lnTo>
                  <a:lnTo>
                    <a:pt x="41894" y="26505"/>
                  </a:lnTo>
                  <a:lnTo>
                    <a:pt x="42931" y="26339"/>
                  </a:lnTo>
                  <a:lnTo>
                    <a:pt x="43967" y="26150"/>
                  </a:lnTo>
                  <a:lnTo>
                    <a:pt x="45002" y="25939"/>
                  </a:lnTo>
                  <a:lnTo>
                    <a:pt x="46036" y="25705"/>
                  </a:lnTo>
                  <a:lnTo>
                    <a:pt x="47070" y="25448"/>
                  </a:lnTo>
                  <a:lnTo>
                    <a:pt x="48103" y="25166"/>
                  </a:lnTo>
                  <a:lnTo>
                    <a:pt x="49138" y="24860"/>
                  </a:lnTo>
                  <a:lnTo>
                    <a:pt x="50172" y="24529"/>
                  </a:lnTo>
                  <a:lnTo>
                    <a:pt x="51208" y="24172"/>
                  </a:lnTo>
                  <a:lnTo>
                    <a:pt x="51995" y="22961"/>
                  </a:lnTo>
                  <a:lnTo>
                    <a:pt x="52528" y="22076"/>
                  </a:lnTo>
                  <a:lnTo>
                    <a:pt x="52937" y="21259"/>
                  </a:lnTo>
                  <a:lnTo>
                    <a:pt x="53349" y="20253"/>
                  </a:lnTo>
                  <a:lnTo>
                    <a:pt x="53894" y="18800"/>
                  </a:lnTo>
                  <a:lnTo>
                    <a:pt x="54631" y="18046"/>
                  </a:lnTo>
                  <a:lnTo>
                    <a:pt x="55371" y="17294"/>
                  </a:lnTo>
                  <a:lnTo>
                    <a:pt x="56113" y="16543"/>
                  </a:lnTo>
                  <a:lnTo>
                    <a:pt x="56857" y="15795"/>
                  </a:lnTo>
                  <a:lnTo>
                    <a:pt x="57603" y="15049"/>
                  </a:lnTo>
                  <a:lnTo>
                    <a:pt x="58351" y="14305"/>
                  </a:lnTo>
                  <a:lnTo>
                    <a:pt x="59101" y="13563"/>
                  </a:lnTo>
                  <a:lnTo>
                    <a:pt x="59854" y="12823"/>
                  </a:lnTo>
                  <a:lnTo>
                    <a:pt x="60608" y="12086"/>
                  </a:lnTo>
                  <a:lnTo>
                    <a:pt x="61274" y="10753"/>
                  </a:lnTo>
                  <a:lnTo>
                    <a:pt x="61951" y="9400"/>
                  </a:lnTo>
                  <a:lnTo>
                    <a:pt x="62444" y="9498"/>
                  </a:lnTo>
                  <a:lnTo>
                    <a:pt x="62938" y="9597"/>
                  </a:lnTo>
                  <a:lnTo>
                    <a:pt x="63621" y="9734"/>
                  </a:lnTo>
                  <a:lnTo>
                    <a:pt x="64679" y="9945"/>
                  </a:lnTo>
                  <a:lnTo>
                    <a:pt x="66298" y="10269"/>
                  </a:lnTo>
                  <a:lnTo>
                    <a:pt x="68665" y="10743"/>
                  </a:lnTo>
                  <a:lnTo>
                    <a:pt x="67666" y="9951"/>
                  </a:lnTo>
                  <a:lnTo>
                    <a:pt x="66651" y="9147"/>
                  </a:lnTo>
                  <a:lnTo>
                    <a:pt x="65879" y="8130"/>
                  </a:lnTo>
                  <a:lnTo>
                    <a:pt x="65300" y="7175"/>
                  </a:lnTo>
                  <a:lnTo>
                    <a:pt x="64889" y="6256"/>
                  </a:lnTo>
                  <a:lnTo>
                    <a:pt x="64623" y="5347"/>
                  </a:lnTo>
                  <a:lnTo>
                    <a:pt x="64478" y="4420"/>
                  </a:lnTo>
                  <a:lnTo>
                    <a:pt x="64431" y="3448"/>
                  </a:lnTo>
                  <a:lnTo>
                    <a:pt x="64457" y="2406"/>
                  </a:lnTo>
                  <a:lnTo>
                    <a:pt x="64534" y="1265"/>
                  </a:lnTo>
                  <a:lnTo>
                    <a:pt x="64637" y="0"/>
                  </a:lnTo>
                  <a:close/>
                </a:path>
              </a:pathLst>
            </a:custGeom>
            <a:solidFill>
              <a:srgbClr val="BA968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egion 30 #431217"/>
            <p:cNvSpPr/>
            <p:nvPr/>
          </p:nvSpPr>
          <p:spPr>
            <a:xfrm>
              <a:off x="1345568" y="158460"/>
              <a:ext cx="185318" cy="167860"/>
            </a:xfrm>
            <a:custGeom>
              <a:avLst/>
              <a:gdLst/>
              <a:ahLst/>
              <a:cxnLst/>
              <a:rect l="l" t="t" r="r" b="b"/>
              <a:pathLst>
                <a:path w="185318" h="167860">
                  <a:moveTo>
                    <a:pt x="100716" y="0"/>
                  </a:moveTo>
                  <a:lnTo>
                    <a:pt x="101403" y="1060"/>
                  </a:lnTo>
                  <a:lnTo>
                    <a:pt x="102019" y="2078"/>
                  </a:lnTo>
                  <a:lnTo>
                    <a:pt x="102567" y="3063"/>
                  </a:lnTo>
                  <a:lnTo>
                    <a:pt x="103050" y="4028"/>
                  </a:lnTo>
                  <a:lnTo>
                    <a:pt x="103470" y="4981"/>
                  </a:lnTo>
                  <a:lnTo>
                    <a:pt x="103829" y="5933"/>
                  </a:lnTo>
                  <a:lnTo>
                    <a:pt x="104131" y="6895"/>
                  </a:lnTo>
                  <a:lnTo>
                    <a:pt x="104378" y="7876"/>
                  </a:lnTo>
                  <a:lnTo>
                    <a:pt x="104572" y="8888"/>
                  </a:lnTo>
                  <a:lnTo>
                    <a:pt x="104716" y="9940"/>
                  </a:lnTo>
                  <a:lnTo>
                    <a:pt x="104814" y="11044"/>
                  </a:lnTo>
                  <a:lnTo>
                    <a:pt x="104866" y="12208"/>
                  </a:lnTo>
                  <a:lnTo>
                    <a:pt x="104877" y="13445"/>
                  </a:lnTo>
                  <a:lnTo>
                    <a:pt x="104873" y="14211"/>
                  </a:lnTo>
                  <a:lnTo>
                    <a:pt x="104863" y="16527"/>
                  </a:lnTo>
                  <a:lnTo>
                    <a:pt x="104858" y="16996"/>
                  </a:lnTo>
                  <a:lnTo>
                    <a:pt x="104849" y="17825"/>
                  </a:lnTo>
                  <a:lnTo>
                    <a:pt x="104828" y="19724"/>
                  </a:lnTo>
                  <a:lnTo>
                    <a:pt x="104823" y="20795"/>
                  </a:lnTo>
                  <a:lnTo>
                    <a:pt x="104817" y="21874"/>
                  </a:lnTo>
                  <a:lnTo>
                    <a:pt x="104811" y="22968"/>
                  </a:lnTo>
                  <a:lnTo>
                    <a:pt x="104804" y="24099"/>
                  </a:lnTo>
                  <a:lnTo>
                    <a:pt x="104795" y="25230"/>
                  </a:lnTo>
                  <a:lnTo>
                    <a:pt x="104786" y="26362"/>
                  </a:lnTo>
                  <a:lnTo>
                    <a:pt x="104777" y="27493"/>
                  </a:lnTo>
                  <a:lnTo>
                    <a:pt x="104766" y="28624"/>
                  </a:lnTo>
                  <a:lnTo>
                    <a:pt x="104756" y="29755"/>
                  </a:lnTo>
                  <a:lnTo>
                    <a:pt x="104745" y="30886"/>
                  </a:lnTo>
                  <a:lnTo>
                    <a:pt x="106078" y="30886"/>
                  </a:lnTo>
                  <a:lnTo>
                    <a:pt x="107431" y="30886"/>
                  </a:lnTo>
                  <a:lnTo>
                    <a:pt x="107431" y="31950"/>
                  </a:lnTo>
                  <a:lnTo>
                    <a:pt x="107431" y="33014"/>
                  </a:lnTo>
                  <a:lnTo>
                    <a:pt x="107431" y="34078"/>
                  </a:lnTo>
                  <a:lnTo>
                    <a:pt x="107431" y="35143"/>
                  </a:lnTo>
                  <a:lnTo>
                    <a:pt x="107431" y="36210"/>
                  </a:lnTo>
                  <a:lnTo>
                    <a:pt x="107431" y="37278"/>
                  </a:lnTo>
                  <a:lnTo>
                    <a:pt x="107431" y="38347"/>
                  </a:lnTo>
                  <a:lnTo>
                    <a:pt x="107431" y="39419"/>
                  </a:lnTo>
                  <a:lnTo>
                    <a:pt x="107431" y="40493"/>
                  </a:lnTo>
                  <a:lnTo>
                    <a:pt x="107431" y="41569"/>
                  </a:lnTo>
                  <a:lnTo>
                    <a:pt x="107431" y="42649"/>
                  </a:lnTo>
                  <a:lnTo>
                    <a:pt x="107431" y="43731"/>
                  </a:lnTo>
                  <a:lnTo>
                    <a:pt x="107431" y="44817"/>
                  </a:lnTo>
                  <a:lnTo>
                    <a:pt x="107431" y="45907"/>
                  </a:lnTo>
                  <a:lnTo>
                    <a:pt x="107431" y="47001"/>
                  </a:lnTo>
                  <a:lnTo>
                    <a:pt x="108706" y="46999"/>
                  </a:lnTo>
                  <a:lnTo>
                    <a:pt x="109898" y="46989"/>
                  </a:lnTo>
                  <a:lnTo>
                    <a:pt x="111022" y="46967"/>
                  </a:lnTo>
                  <a:lnTo>
                    <a:pt x="112096" y="46926"/>
                  </a:lnTo>
                  <a:lnTo>
                    <a:pt x="113134" y="46860"/>
                  </a:lnTo>
                  <a:lnTo>
                    <a:pt x="114153" y="46766"/>
                  </a:lnTo>
                  <a:lnTo>
                    <a:pt x="115168" y="46636"/>
                  </a:lnTo>
                  <a:lnTo>
                    <a:pt x="116196" y="46466"/>
                  </a:lnTo>
                  <a:lnTo>
                    <a:pt x="117253" y="46250"/>
                  </a:lnTo>
                  <a:lnTo>
                    <a:pt x="118355" y="45982"/>
                  </a:lnTo>
                  <a:lnTo>
                    <a:pt x="119517" y="45658"/>
                  </a:lnTo>
                  <a:lnTo>
                    <a:pt x="119517" y="44325"/>
                  </a:lnTo>
                  <a:lnTo>
                    <a:pt x="119517" y="42972"/>
                  </a:lnTo>
                  <a:lnTo>
                    <a:pt x="120834" y="41717"/>
                  </a:lnTo>
                  <a:lnTo>
                    <a:pt x="121987" y="40628"/>
                  </a:lnTo>
                  <a:lnTo>
                    <a:pt x="123001" y="39695"/>
                  </a:lnTo>
                  <a:lnTo>
                    <a:pt x="123898" y="38905"/>
                  </a:lnTo>
                  <a:lnTo>
                    <a:pt x="124704" y="38247"/>
                  </a:lnTo>
                  <a:lnTo>
                    <a:pt x="125441" y="37708"/>
                  </a:lnTo>
                  <a:lnTo>
                    <a:pt x="126134" y="37276"/>
                  </a:lnTo>
                  <a:lnTo>
                    <a:pt x="126806" y="36940"/>
                  </a:lnTo>
                  <a:lnTo>
                    <a:pt x="127482" y="36687"/>
                  </a:lnTo>
                  <a:lnTo>
                    <a:pt x="128185" y="36506"/>
                  </a:lnTo>
                  <a:lnTo>
                    <a:pt x="128939" y="36385"/>
                  </a:lnTo>
                  <a:lnTo>
                    <a:pt x="129769" y="36311"/>
                  </a:lnTo>
                  <a:lnTo>
                    <a:pt x="130697" y="36273"/>
                  </a:lnTo>
                  <a:lnTo>
                    <a:pt x="131748" y="36260"/>
                  </a:lnTo>
                  <a:lnTo>
                    <a:pt x="132946" y="36258"/>
                  </a:lnTo>
                  <a:lnTo>
                    <a:pt x="132970" y="37376"/>
                  </a:lnTo>
                  <a:lnTo>
                    <a:pt x="132984" y="38495"/>
                  </a:lnTo>
                  <a:lnTo>
                    <a:pt x="132988" y="39615"/>
                  </a:lnTo>
                  <a:lnTo>
                    <a:pt x="132983" y="40734"/>
                  </a:lnTo>
                  <a:lnTo>
                    <a:pt x="132969" y="41853"/>
                  </a:lnTo>
                  <a:lnTo>
                    <a:pt x="132946" y="42972"/>
                  </a:lnTo>
                  <a:lnTo>
                    <a:pt x="132279" y="43638"/>
                  </a:lnTo>
                  <a:lnTo>
                    <a:pt x="131603" y="44315"/>
                  </a:lnTo>
                  <a:lnTo>
                    <a:pt x="131454" y="45424"/>
                  </a:lnTo>
                  <a:lnTo>
                    <a:pt x="131310" y="46533"/>
                  </a:lnTo>
                  <a:lnTo>
                    <a:pt x="131169" y="47642"/>
                  </a:lnTo>
                  <a:lnTo>
                    <a:pt x="131033" y="48752"/>
                  </a:lnTo>
                  <a:lnTo>
                    <a:pt x="130899" y="49861"/>
                  </a:lnTo>
                  <a:lnTo>
                    <a:pt x="130769" y="50971"/>
                  </a:lnTo>
                  <a:lnTo>
                    <a:pt x="130642" y="52081"/>
                  </a:lnTo>
                  <a:lnTo>
                    <a:pt x="130518" y="53191"/>
                  </a:lnTo>
                  <a:lnTo>
                    <a:pt x="130396" y="54302"/>
                  </a:lnTo>
                  <a:lnTo>
                    <a:pt x="130276" y="55414"/>
                  </a:lnTo>
                  <a:lnTo>
                    <a:pt x="130158" y="56526"/>
                  </a:lnTo>
                  <a:lnTo>
                    <a:pt x="130042" y="57639"/>
                  </a:lnTo>
                  <a:lnTo>
                    <a:pt x="129907" y="58778"/>
                  </a:lnTo>
                  <a:lnTo>
                    <a:pt x="129761" y="59896"/>
                  </a:lnTo>
                  <a:lnTo>
                    <a:pt x="129601" y="60995"/>
                  </a:lnTo>
                  <a:lnTo>
                    <a:pt x="129425" y="62078"/>
                  </a:lnTo>
                  <a:lnTo>
                    <a:pt x="129230" y="63147"/>
                  </a:lnTo>
                  <a:lnTo>
                    <a:pt x="129014" y="64205"/>
                  </a:lnTo>
                  <a:lnTo>
                    <a:pt x="128774" y="65252"/>
                  </a:lnTo>
                  <a:lnTo>
                    <a:pt x="128508" y="66293"/>
                  </a:lnTo>
                  <a:lnTo>
                    <a:pt x="128214" y="67329"/>
                  </a:lnTo>
                  <a:lnTo>
                    <a:pt x="127889" y="68362"/>
                  </a:lnTo>
                  <a:lnTo>
                    <a:pt x="127531" y="69395"/>
                  </a:lnTo>
                  <a:lnTo>
                    <a:pt x="127136" y="70430"/>
                  </a:lnTo>
                  <a:lnTo>
                    <a:pt x="126704" y="71469"/>
                  </a:lnTo>
                  <a:lnTo>
                    <a:pt x="126231" y="72515"/>
                  </a:lnTo>
                  <a:lnTo>
                    <a:pt x="127288" y="72469"/>
                  </a:lnTo>
                  <a:lnTo>
                    <a:pt x="128343" y="72413"/>
                  </a:lnTo>
                  <a:lnTo>
                    <a:pt x="129394" y="72350"/>
                  </a:lnTo>
                  <a:lnTo>
                    <a:pt x="130442" y="72277"/>
                  </a:lnTo>
                  <a:lnTo>
                    <a:pt x="131487" y="72197"/>
                  </a:lnTo>
                  <a:lnTo>
                    <a:pt x="132530" y="72109"/>
                  </a:lnTo>
                  <a:lnTo>
                    <a:pt x="133571" y="72013"/>
                  </a:lnTo>
                  <a:lnTo>
                    <a:pt x="134609" y="71910"/>
                  </a:lnTo>
                  <a:lnTo>
                    <a:pt x="135645" y="71799"/>
                  </a:lnTo>
                  <a:lnTo>
                    <a:pt x="136679" y="71682"/>
                  </a:lnTo>
                  <a:lnTo>
                    <a:pt x="137711" y="71557"/>
                  </a:lnTo>
                  <a:lnTo>
                    <a:pt x="138742" y="71425"/>
                  </a:lnTo>
                  <a:lnTo>
                    <a:pt x="139771" y="71287"/>
                  </a:lnTo>
                  <a:lnTo>
                    <a:pt x="140799" y="71142"/>
                  </a:lnTo>
                  <a:lnTo>
                    <a:pt x="141826" y="70991"/>
                  </a:lnTo>
                  <a:lnTo>
                    <a:pt x="142852" y="70834"/>
                  </a:lnTo>
                  <a:lnTo>
                    <a:pt x="143877" y="70671"/>
                  </a:lnTo>
                  <a:lnTo>
                    <a:pt x="144901" y="70502"/>
                  </a:lnTo>
                  <a:lnTo>
                    <a:pt x="145924" y="70328"/>
                  </a:lnTo>
                  <a:lnTo>
                    <a:pt x="146947" y="70148"/>
                  </a:lnTo>
                  <a:lnTo>
                    <a:pt x="147970" y="69964"/>
                  </a:lnTo>
                  <a:lnTo>
                    <a:pt x="148993" y="69774"/>
                  </a:lnTo>
                  <a:lnTo>
                    <a:pt x="150016" y="69579"/>
                  </a:lnTo>
                  <a:lnTo>
                    <a:pt x="151039" y="69380"/>
                  </a:lnTo>
                  <a:lnTo>
                    <a:pt x="152062" y="69177"/>
                  </a:lnTo>
                  <a:lnTo>
                    <a:pt x="153086" y="68969"/>
                  </a:lnTo>
                  <a:lnTo>
                    <a:pt x="154111" y="68757"/>
                  </a:lnTo>
                  <a:lnTo>
                    <a:pt x="155136" y="68541"/>
                  </a:lnTo>
                  <a:lnTo>
                    <a:pt x="156162" y="68322"/>
                  </a:lnTo>
                  <a:lnTo>
                    <a:pt x="157190" y="68099"/>
                  </a:lnTo>
                  <a:lnTo>
                    <a:pt x="158219" y="67873"/>
                  </a:lnTo>
                  <a:lnTo>
                    <a:pt x="159249" y="67643"/>
                  </a:lnTo>
                  <a:lnTo>
                    <a:pt x="159720" y="67538"/>
                  </a:lnTo>
                  <a:lnTo>
                    <a:pt x="160551" y="67353"/>
                  </a:lnTo>
                  <a:lnTo>
                    <a:pt x="162453" y="66929"/>
                  </a:lnTo>
                  <a:lnTo>
                    <a:pt x="163874" y="66603"/>
                  </a:lnTo>
                  <a:lnTo>
                    <a:pt x="165317" y="66272"/>
                  </a:lnTo>
                  <a:lnTo>
                    <a:pt x="166407" y="66074"/>
                  </a:lnTo>
                  <a:lnTo>
                    <a:pt x="167256" y="65941"/>
                  </a:lnTo>
                  <a:lnTo>
                    <a:pt x="168046" y="65860"/>
                  </a:lnTo>
                  <a:lnTo>
                    <a:pt x="168960" y="65818"/>
                  </a:lnTo>
                  <a:lnTo>
                    <a:pt x="170180" y="65803"/>
                  </a:lnTo>
                  <a:lnTo>
                    <a:pt x="171889" y="65801"/>
                  </a:lnTo>
                  <a:lnTo>
                    <a:pt x="171394" y="66892"/>
                  </a:lnTo>
                  <a:lnTo>
                    <a:pt x="170889" y="67904"/>
                  </a:lnTo>
                  <a:lnTo>
                    <a:pt x="170366" y="68848"/>
                  </a:lnTo>
                  <a:lnTo>
                    <a:pt x="169818" y="69732"/>
                  </a:lnTo>
                  <a:lnTo>
                    <a:pt x="169238" y="70567"/>
                  </a:lnTo>
                  <a:lnTo>
                    <a:pt x="168619" y="71364"/>
                  </a:lnTo>
                  <a:lnTo>
                    <a:pt x="167952" y="72131"/>
                  </a:lnTo>
                  <a:lnTo>
                    <a:pt x="167232" y="72881"/>
                  </a:lnTo>
                  <a:lnTo>
                    <a:pt x="166450" y="73621"/>
                  </a:lnTo>
                  <a:lnTo>
                    <a:pt x="165599" y="74364"/>
                  </a:lnTo>
                  <a:lnTo>
                    <a:pt x="164671" y="75118"/>
                  </a:lnTo>
                  <a:lnTo>
                    <a:pt x="163829" y="75823"/>
                  </a:lnTo>
                  <a:lnTo>
                    <a:pt x="163011" y="76533"/>
                  </a:lnTo>
                  <a:lnTo>
                    <a:pt x="162216" y="77250"/>
                  </a:lnTo>
                  <a:lnTo>
                    <a:pt x="161442" y="77975"/>
                  </a:lnTo>
                  <a:lnTo>
                    <a:pt x="160687" y="78709"/>
                  </a:lnTo>
                  <a:lnTo>
                    <a:pt x="159950" y="79454"/>
                  </a:lnTo>
                  <a:lnTo>
                    <a:pt x="159227" y="80210"/>
                  </a:lnTo>
                  <a:lnTo>
                    <a:pt x="158518" y="80980"/>
                  </a:lnTo>
                  <a:lnTo>
                    <a:pt x="157820" y="81764"/>
                  </a:lnTo>
                  <a:lnTo>
                    <a:pt x="157131" y="82563"/>
                  </a:lnTo>
                  <a:lnTo>
                    <a:pt x="156450" y="83380"/>
                  </a:lnTo>
                  <a:lnTo>
                    <a:pt x="155775" y="84215"/>
                  </a:lnTo>
                  <a:lnTo>
                    <a:pt x="155102" y="85069"/>
                  </a:lnTo>
                  <a:lnTo>
                    <a:pt x="154432" y="85944"/>
                  </a:lnTo>
                  <a:lnTo>
                    <a:pt x="153352" y="87144"/>
                  </a:lnTo>
                  <a:lnTo>
                    <a:pt x="152603" y="87954"/>
                  </a:lnTo>
                  <a:lnTo>
                    <a:pt x="151990" y="88566"/>
                  </a:lnTo>
                  <a:lnTo>
                    <a:pt x="151322" y="89175"/>
                  </a:lnTo>
                  <a:lnTo>
                    <a:pt x="150403" y="89973"/>
                  </a:lnTo>
                  <a:lnTo>
                    <a:pt x="149070" y="89973"/>
                  </a:lnTo>
                  <a:lnTo>
                    <a:pt x="147717" y="89973"/>
                  </a:lnTo>
                  <a:lnTo>
                    <a:pt x="147426" y="91264"/>
                  </a:lnTo>
                  <a:lnTo>
                    <a:pt x="147129" y="92575"/>
                  </a:lnTo>
                  <a:lnTo>
                    <a:pt x="146672" y="94197"/>
                  </a:lnTo>
                  <a:lnTo>
                    <a:pt x="146301" y="95166"/>
                  </a:lnTo>
                  <a:lnTo>
                    <a:pt x="145820" y="95868"/>
                  </a:lnTo>
                  <a:lnTo>
                    <a:pt x="145032" y="96687"/>
                  </a:lnTo>
                  <a:lnTo>
                    <a:pt x="146095" y="96902"/>
                  </a:lnTo>
                  <a:lnTo>
                    <a:pt x="147158" y="97117"/>
                  </a:lnTo>
                  <a:lnTo>
                    <a:pt x="148221" y="97331"/>
                  </a:lnTo>
                  <a:lnTo>
                    <a:pt x="149284" y="97546"/>
                  </a:lnTo>
                  <a:lnTo>
                    <a:pt x="150347" y="97761"/>
                  </a:lnTo>
                  <a:lnTo>
                    <a:pt x="151410" y="97975"/>
                  </a:lnTo>
                  <a:lnTo>
                    <a:pt x="152473" y="98189"/>
                  </a:lnTo>
                  <a:lnTo>
                    <a:pt x="153537" y="98404"/>
                  </a:lnTo>
                  <a:lnTo>
                    <a:pt x="154600" y="98618"/>
                  </a:lnTo>
                  <a:lnTo>
                    <a:pt x="155943" y="98890"/>
                  </a:lnTo>
                  <a:lnTo>
                    <a:pt x="157307" y="99166"/>
                  </a:lnTo>
                  <a:lnTo>
                    <a:pt x="158366" y="99378"/>
                  </a:lnTo>
                  <a:lnTo>
                    <a:pt x="159425" y="99587"/>
                  </a:lnTo>
                  <a:lnTo>
                    <a:pt x="160484" y="99793"/>
                  </a:lnTo>
                  <a:lnTo>
                    <a:pt x="161543" y="99997"/>
                  </a:lnTo>
                  <a:lnTo>
                    <a:pt x="162603" y="100199"/>
                  </a:lnTo>
                  <a:lnTo>
                    <a:pt x="163664" y="100398"/>
                  </a:lnTo>
                  <a:lnTo>
                    <a:pt x="164724" y="100594"/>
                  </a:lnTo>
                  <a:lnTo>
                    <a:pt x="165786" y="100787"/>
                  </a:lnTo>
                  <a:lnTo>
                    <a:pt x="166847" y="100977"/>
                  </a:lnTo>
                  <a:lnTo>
                    <a:pt x="167910" y="101165"/>
                  </a:lnTo>
                  <a:lnTo>
                    <a:pt x="168973" y="101350"/>
                  </a:lnTo>
                  <a:lnTo>
                    <a:pt x="170036" y="101532"/>
                  </a:lnTo>
                  <a:lnTo>
                    <a:pt x="171101" y="101710"/>
                  </a:lnTo>
                  <a:lnTo>
                    <a:pt x="172166" y="101886"/>
                  </a:lnTo>
                  <a:lnTo>
                    <a:pt x="173232" y="102059"/>
                  </a:lnTo>
                  <a:lnTo>
                    <a:pt x="173232" y="103392"/>
                  </a:lnTo>
                  <a:lnTo>
                    <a:pt x="173232" y="104745"/>
                  </a:lnTo>
                  <a:lnTo>
                    <a:pt x="171541" y="106287"/>
                  </a:lnTo>
                  <a:lnTo>
                    <a:pt x="170118" y="107573"/>
                  </a:lnTo>
                  <a:lnTo>
                    <a:pt x="168928" y="108626"/>
                  </a:lnTo>
                  <a:lnTo>
                    <a:pt x="167932" y="109470"/>
                  </a:lnTo>
                  <a:lnTo>
                    <a:pt x="167093" y="110126"/>
                  </a:lnTo>
                  <a:lnTo>
                    <a:pt x="166374" y="110620"/>
                  </a:lnTo>
                  <a:lnTo>
                    <a:pt x="165738" y="110973"/>
                  </a:lnTo>
                  <a:lnTo>
                    <a:pt x="165147" y="111210"/>
                  </a:lnTo>
                  <a:lnTo>
                    <a:pt x="164563" y="111354"/>
                  </a:lnTo>
                  <a:lnTo>
                    <a:pt x="163951" y="111428"/>
                  </a:lnTo>
                  <a:lnTo>
                    <a:pt x="163272" y="111455"/>
                  </a:lnTo>
                  <a:lnTo>
                    <a:pt x="162489" y="111459"/>
                  </a:lnTo>
                  <a:lnTo>
                    <a:pt x="162489" y="112792"/>
                  </a:lnTo>
                  <a:lnTo>
                    <a:pt x="162489" y="114145"/>
                  </a:lnTo>
                  <a:lnTo>
                    <a:pt x="161620" y="114934"/>
                  </a:lnTo>
                  <a:lnTo>
                    <a:pt x="160739" y="115650"/>
                  </a:lnTo>
                  <a:lnTo>
                    <a:pt x="159844" y="116297"/>
                  </a:lnTo>
                  <a:lnTo>
                    <a:pt x="158935" y="116882"/>
                  </a:lnTo>
                  <a:lnTo>
                    <a:pt x="158010" y="117410"/>
                  </a:lnTo>
                  <a:lnTo>
                    <a:pt x="157069" y="117887"/>
                  </a:lnTo>
                  <a:lnTo>
                    <a:pt x="156111" y="118320"/>
                  </a:lnTo>
                  <a:lnTo>
                    <a:pt x="155135" y="118713"/>
                  </a:lnTo>
                  <a:lnTo>
                    <a:pt x="154140" y="119073"/>
                  </a:lnTo>
                  <a:lnTo>
                    <a:pt x="153125" y="119405"/>
                  </a:lnTo>
                  <a:lnTo>
                    <a:pt x="152089" y="119716"/>
                  </a:lnTo>
                  <a:lnTo>
                    <a:pt x="151031" y="120011"/>
                  </a:lnTo>
                  <a:lnTo>
                    <a:pt x="149950" y="120296"/>
                  </a:lnTo>
                  <a:lnTo>
                    <a:pt x="148846" y="120577"/>
                  </a:lnTo>
                  <a:lnTo>
                    <a:pt x="147717" y="120859"/>
                  </a:lnTo>
                  <a:lnTo>
                    <a:pt x="148133" y="122107"/>
                  </a:lnTo>
                  <a:lnTo>
                    <a:pt x="148552" y="123363"/>
                  </a:lnTo>
                  <a:lnTo>
                    <a:pt x="148977" y="124635"/>
                  </a:lnTo>
                  <a:lnTo>
                    <a:pt x="149323" y="125674"/>
                  </a:lnTo>
                  <a:lnTo>
                    <a:pt x="149669" y="126713"/>
                  </a:lnTo>
                  <a:lnTo>
                    <a:pt x="150015" y="127752"/>
                  </a:lnTo>
                  <a:lnTo>
                    <a:pt x="150361" y="128791"/>
                  </a:lnTo>
                  <a:lnTo>
                    <a:pt x="150707" y="129829"/>
                  </a:lnTo>
                  <a:lnTo>
                    <a:pt x="151053" y="130868"/>
                  </a:lnTo>
                  <a:lnTo>
                    <a:pt x="151400" y="131907"/>
                  </a:lnTo>
                  <a:lnTo>
                    <a:pt x="151746" y="132945"/>
                  </a:lnTo>
                  <a:lnTo>
                    <a:pt x="152810" y="133503"/>
                  </a:lnTo>
                  <a:lnTo>
                    <a:pt x="153880" y="134049"/>
                  </a:lnTo>
                  <a:lnTo>
                    <a:pt x="154955" y="134586"/>
                  </a:lnTo>
                  <a:lnTo>
                    <a:pt x="156034" y="135113"/>
                  </a:lnTo>
                  <a:lnTo>
                    <a:pt x="157118" y="135631"/>
                  </a:lnTo>
                  <a:lnTo>
                    <a:pt x="158116" y="136519"/>
                  </a:lnTo>
                  <a:lnTo>
                    <a:pt x="158852" y="137184"/>
                  </a:lnTo>
                  <a:lnTo>
                    <a:pt x="159453" y="137749"/>
                  </a:lnTo>
                  <a:lnTo>
                    <a:pt x="160049" y="138337"/>
                  </a:lnTo>
                  <a:lnTo>
                    <a:pt x="160766" y="139073"/>
                  </a:lnTo>
                  <a:lnTo>
                    <a:pt x="161734" y="140078"/>
                  </a:lnTo>
                  <a:lnTo>
                    <a:pt x="162541" y="140914"/>
                  </a:lnTo>
                  <a:lnTo>
                    <a:pt x="163354" y="141755"/>
                  </a:lnTo>
                  <a:lnTo>
                    <a:pt x="164178" y="142607"/>
                  </a:lnTo>
                  <a:lnTo>
                    <a:pt x="164951" y="143408"/>
                  </a:lnTo>
                  <a:lnTo>
                    <a:pt x="165729" y="144214"/>
                  </a:lnTo>
                  <a:lnTo>
                    <a:pt x="166518" y="145031"/>
                  </a:lnTo>
                  <a:lnTo>
                    <a:pt x="167266" y="145746"/>
                  </a:lnTo>
                  <a:lnTo>
                    <a:pt x="168016" y="146463"/>
                  </a:lnTo>
                  <a:lnTo>
                    <a:pt x="168769" y="147183"/>
                  </a:lnTo>
                  <a:lnTo>
                    <a:pt x="169528" y="147908"/>
                  </a:lnTo>
                  <a:lnTo>
                    <a:pt x="170294" y="148641"/>
                  </a:lnTo>
                  <a:lnTo>
                    <a:pt x="171386" y="149799"/>
                  </a:lnTo>
                  <a:lnTo>
                    <a:pt x="172195" y="150683"/>
                  </a:lnTo>
                  <a:lnTo>
                    <a:pt x="172796" y="151397"/>
                  </a:lnTo>
                  <a:lnTo>
                    <a:pt x="173267" y="152049"/>
                  </a:lnTo>
                  <a:lnTo>
                    <a:pt x="173683" y="152744"/>
                  </a:lnTo>
                  <a:lnTo>
                    <a:pt x="174122" y="153587"/>
                  </a:lnTo>
                  <a:lnTo>
                    <a:pt x="174658" y="154684"/>
                  </a:lnTo>
                  <a:lnTo>
                    <a:pt x="175286" y="155753"/>
                  </a:lnTo>
                  <a:lnTo>
                    <a:pt x="175943" y="156608"/>
                  </a:lnTo>
                  <a:lnTo>
                    <a:pt x="176644" y="157295"/>
                  </a:lnTo>
                  <a:lnTo>
                    <a:pt x="177402" y="157859"/>
                  </a:lnTo>
                  <a:lnTo>
                    <a:pt x="178232" y="158346"/>
                  </a:lnTo>
                  <a:lnTo>
                    <a:pt x="179148" y="158802"/>
                  </a:lnTo>
                  <a:lnTo>
                    <a:pt x="180162" y="159272"/>
                  </a:lnTo>
                  <a:lnTo>
                    <a:pt x="181289" y="159803"/>
                  </a:lnTo>
                  <a:lnTo>
                    <a:pt x="182489" y="161178"/>
                  </a:lnTo>
                  <a:lnTo>
                    <a:pt x="183423" y="162279"/>
                  </a:lnTo>
                  <a:lnTo>
                    <a:pt x="184124" y="163171"/>
                  </a:lnTo>
                  <a:lnTo>
                    <a:pt x="184627" y="163921"/>
                  </a:lnTo>
                  <a:lnTo>
                    <a:pt x="184964" y="164595"/>
                  </a:lnTo>
                  <a:lnTo>
                    <a:pt x="185169" y="165260"/>
                  </a:lnTo>
                  <a:lnTo>
                    <a:pt x="185274" y="165981"/>
                  </a:lnTo>
                  <a:lnTo>
                    <a:pt x="185313" y="166826"/>
                  </a:lnTo>
                  <a:lnTo>
                    <a:pt x="185318" y="167860"/>
                  </a:lnTo>
                  <a:lnTo>
                    <a:pt x="184245" y="167630"/>
                  </a:lnTo>
                  <a:lnTo>
                    <a:pt x="183204" y="167365"/>
                  </a:lnTo>
                  <a:lnTo>
                    <a:pt x="182190" y="167068"/>
                  </a:lnTo>
                  <a:lnTo>
                    <a:pt x="181198" y="166741"/>
                  </a:lnTo>
                  <a:lnTo>
                    <a:pt x="180226" y="166386"/>
                  </a:lnTo>
                  <a:lnTo>
                    <a:pt x="179269" y="166004"/>
                  </a:lnTo>
                  <a:lnTo>
                    <a:pt x="178323" y="165597"/>
                  </a:lnTo>
                  <a:lnTo>
                    <a:pt x="177384" y="165168"/>
                  </a:lnTo>
                  <a:lnTo>
                    <a:pt x="176447" y="164717"/>
                  </a:lnTo>
                  <a:lnTo>
                    <a:pt x="175509" y="164247"/>
                  </a:lnTo>
                  <a:lnTo>
                    <a:pt x="174565" y="163760"/>
                  </a:lnTo>
                  <a:lnTo>
                    <a:pt x="173611" y="163257"/>
                  </a:lnTo>
                  <a:lnTo>
                    <a:pt x="172644" y="162741"/>
                  </a:lnTo>
                  <a:lnTo>
                    <a:pt x="171658" y="162245"/>
                  </a:lnTo>
                  <a:lnTo>
                    <a:pt x="170673" y="161763"/>
                  </a:lnTo>
                  <a:lnTo>
                    <a:pt x="169689" y="161296"/>
                  </a:lnTo>
                  <a:lnTo>
                    <a:pt x="168704" y="160842"/>
                  </a:lnTo>
                  <a:lnTo>
                    <a:pt x="167718" y="160401"/>
                  </a:lnTo>
                  <a:lnTo>
                    <a:pt x="166732" y="159973"/>
                  </a:lnTo>
                  <a:lnTo>
                    <a:pt x="165744" y="159556"/>
                  </a:lnTo>
                  <a:lnTo>
                    <a:pt x="164754" y="159151"/>
                  </a:lnTo>
                  <a:lnTo>
                    <a:pt x="163762" y="158757"/>
                  </a:lnTo>
                  <a:lnTo>
                    <a:pt x="162768" y="158373"/>
                  </a:lnTo>
                  <a:lnTo>
                    <a:pt x="161770" y="157998"/>
                  </a:lnTo>
                  <a:lnTo>
                    <a:pt x="160769" y="157633"/>
                  </a:lnTo>
                  <a:lnTo>
                    <a:pt x="159764" y="157276"/>
                  </a:lnTo>
                  <a:lnTo>
                    <a:pt x="158755" y="156927"/>
                  </a:lnTo>
                  <a:lnTo>
                    <a:pt x="157741" y="156585"/>
                  </a:lnTo>
                  <a:lnTo>
                    <a:pt x="156722" y="156250"/>
                  </a:lnTo>
                  <a:lnTo>
                    <a:pt x="155697" y="155922"/>
                  </a:lnTo>
                  <a:lnTo>
                    <a:pt x="154667" y="155599"/>
                  </a:lnTo>
                  <a:lnTo>
                    <a:pt x="153630" y="155281"/>
                  </a:lnTo>
                  <a:lnTo>
                    <a:pt x="152586" y="154967"/>
                  </a:lnTo>
                  <a:lnTo>
                    <a:pt x="151535" y="154658"/>
                  </a:lnTo>
                  <a:lnTo>
                    <a:pt x="150477" y="154352"/>
                  </a:lnTo>
                  <a:lnTo>
                    <a:pt x="149463" y="154032"/>
                  </a:lnTo>
                  <a:lnTo>
                    <a:pt x="148459" y="153698"/>
                  </a:lnTo>
                  <a:lnTo>
                    <a:pt x="147464" y="153353"/>
                  </a:lnTo>
                  <a:lnTo>
                    <a:pt x="146477" y="152995"/>
                  </a:lnTo>
                  <a:lnTo>
                    <a:pt x="145497" y="152625"/>
                  </a:lnTo>
                  <a:lnTo>
                    <a:pt x="144523" y="152245"/>
                  </a:lnTo>
                  <a:lnTo>
                    <a:pt x="143555" y="151853"/>
                  </a:lnTo>
                  <a:lnTo>
                    <a:pt x="142591" y="151451"/>
                  </a:lnTo>
                  <a:lnTo>
                    <a:pt x="141630" y="151038"/>
                  </a:lnTo>
                  <a:lnTo>
                    <a:pt x="140672" y="150615"/>
                  </a:lnTo>
                  <a:lnTo>
                    <a:pt x="139715" y="150183"/>
                  </a:lnTo>
                  <a:lnTo>
                    <a:pt x="138758" y="149742"/>
                  </a:lnTo>
                  <a:lnTo>
                    <a:pt x="137801" y="149292"/>
                  </a:lnTo>
                  <a:lnTo>
                    <a:pt x="136843" y="148834"/>
                  </a:lnTo>
                  <a:lnTo>
                    <a:pt x="135881" y="148416"/>
                  </a:lnTo>
                  <a:lnTo>
                    <a:pt x="135094" y="148093"/>
                  </a:lnTo>
                  <a:lnTo>
                    <a:pt x="134342" y="147820"/>
                  </a:lnTo>
                  <a:lnTo>
                    <a:pt x="133487" y="147554"/>
                  </a:lnTo>
                  <a:lnTo>
                    <a:pt x="132391" y="147253"/>
                  </a:lnTo>
                  <a:lnTo>
                    <a:pt x="130913" y="146874"/>
                  </a:lnTo>
                  <a:lnTo>
                    <a:pt x="128917" y="146374"/>
                  </a:lnTo>
                  <a:lnTo>
                    <a:pt x="128917" y="147419"/>
                  </a:lnTo>
                  <a:lnTo>
                    <a:pt x="128917" y="148464"/>
                  </a:lnTo>
                  <a:lnTo>
                    <a:pt x="128917" y="149509"/>
                  </a:lnTo>
                  <a:lnTo>
                    <a:pt x="128917" y="150556"/>
                  </a:lnTo>
                  <a:lnTo>
                    <a:pt x="128917" y="151604"/>
                  </a:lnTo>
                  <a:lnTo>
                    <a:pt x="128917" y="152653"/>
                  </a:lnTo>
                  <a:lnTo>
                    <a:pt x="128917" y="153704"/>
                  </a:lnTo>
                  <a:lnTo>
                    <a:pt x="128917" y="154758"/>
                  </a:lnTo>
                  <a:lnTo>
                    <a:pt x="128917" y="155814"/>
                  </a:lnTo>
                  <a:lnTo>
                    <a:pt x="128917" y="156873"/>
                  </a:lnTo>
                  <a:lnTo>
                    <a:pt x="128917" y="157936"/>
                  </a:lnTo>
                  <a:lnTo>
                    <a:pt x="128917" y="159002"/>
                  </a:lnTo>
                  <a:lnTo>
                    <a:pt x="128917" y="160072"/>
                  </a:lnTo>
                  <a:lnTo>
                    <a:pt x="128917" y="161146"/>
                  </a:lnTo>
                  <a:lnTo>
                    <a:pt x="127748" y="160898"/>
                  </a:lnTo>
                  <a:lnTo>
                    <a:pt x="126627" y="160634"/>
                  </a:lnTo>
                  <a:lnTo>
                    <a:pt x="125547" y="160350"/>
                  </a:lnTo>
                  <a:lnTo>
                    <a:pt x="124505" y="160047"/>
                  </a:lnTo>
                  <a:lnTo>
                    <a:pt x="123494" y="159723"/>
                  </a:lnTo>
                  <a:lnTo>
                    <a:pt x="122511" y="159377"/>
                  </a:lnTo>
                  <a:lnTo>
                    <a:pt x="121549" y="159009"/>
                  </a:lnTo>
                  <a:lnTo>
                    <a:pt x="120605" y="158617"/>
                  </a:lnTo>
                  <a:lnTo>
                    <a:pt x="119672" y="158201"/>
                  </a:lnTo>
                  <a:lnTo>
                    <a:pt x="118746" y="157759"/>
                  </a:lnTo>
                  <a:lnTo>
                    <a:pt x="117822" y="157290"/>
                  </a:lnTo>
                  <a:lnTo>
                    <a:pt x="116895" y="156794"/>
                  </a:lnTo>
                  <a:lnTo>
                    <a:pt x="115960" y="156269"/>
                  </a:lnTo>
                  <a:lnTo>
                    <a:pt x="115012" y="155715"/>
                  </a:lnTo>
                  <a:lnTo>
                    <a:pt x="114045" y="155131"/>
                  </a:lnTo>
                  <a:lnTo>
                    <a:pt x="113055" y="154514"/>
                  </a:lnTo>
                  <a:lnTo>
                    <a:pt x="111848" y="153787"/>
                  </a:lnTo>
                  <a:lnTo>
                    <a:pt x="110623" y="153049"/>
                  </a:lnTo>
                  <a:lnTo>
                    <a:pt x="109623" y="152416"/>
                  </a:lnTo>
                  <a:lnTo>
                    <a:pt x="108633" y="151766"/>
                  </a:lnTo>
                  <a:lnTo>
                    <a:pt x="107652" y="151103"/>
                  </a:lnTo>
                  <a:lnTo>
                    <a:pt x="106678" y="150429"/>
                  </a:lnTo>
                  <a:lnTo>
                    <a:pt x="105709" y="149747"/>
                  </a:lnTo>
                  <a:lnTo>
                    <a:pt x="104745" y="149060"/>
                  </a:lnTo>
                  <a:lnTo>
                    <a:pt x="104745" y="147727"/>
                  </a:lnTo>
                  <a:lnTo>
                    <a:pt x="104745" y="146374"/>
                  </a:lnTo>
                  <a:lnTo>
                    <a:pt x="103385" y="146304"/>
                  </a:lnTo>
                  <a:lnTo>
                    <a:pt x="102370" y="146262"/>
                  </a:lnTo>
                  <a:lnTo>
                    <a:pt x="101514" y="146248"/>
                  </a:lnTo>
                  <a:lnTo>
                    <a:pt x="100629" y="146262"/>
                  </a:lnTo>
                  <a:lnTo>
                    <a:pt x="99531" y="146304"/>
                  </a:lnTo>
                  <a:lnTo>
                    <a:pt x="98031" y="146374"/>
                  </a:lnTo>
                  <a:lnTo>
                    <a:pt x="97143" y="147261"/>
                  </a:lnTo>
                  <a:lnTo>
                    <a:pt x="96250" y="148154"/>
                  </a:lnTo>
                  <a:lnTo>
                    <a:pt x="95345" y="149060"/>
                  </a:lnTo>
                  <a:lnTo>
                    <a:pt x="94012" y="148393"/>
                  </a:lnTo>
                  <a:lnTo>
                    <a:pt x="92659" y="147717"/>
                  </a:lnTo>
                  <a:lnTo>
                    <a:pt x="92839" y="146581"/>
                  </a:lnTo>
                  <a:lnTo>
                    <a:pt x="93022" y="145459"/>
                  </a:lnTo>
                  <a:lnTo>
                    <a:pt x="93214" y="144350"/>
                  </a:lnTo>
                  <a:lnTo>
                    <a:pt x="93415" y="143250"/>
                  </a:lnTo>
                  <a:lnTo>
                    <a:pt x="93630" y="142158"/>
                  </a:lnTo>
                  <a:lnTo>
                    <a:pt x="93860" y="141071"/>
                  </a:lnTo>
                  <a:lnTo>
                    <a:pt x="94109" y="139986"/>
                  </a:lnTo>
                  <a:lnTo>
                    <a:pt x="94379" y="138903"/>
                  </a:lnTo>
                  <a:lnTo>
                    <a:pt x="94673" y="137817"/>
                  </a:lnTo>
                  <a:lnTo>
                    <a:pt x="94994" y="136727"/>
                  </a:lnTo>
                  <a:lnTo>
                    <a:pt x="95345" y="135631"/>
                  </a:lnTo>
                  <a:lnTo>
                    <a:pt x="96579" y="135818"/>
                  </a:lnTo>
                  <a:lnTo>
                    <a:pt x="97743" y="136030"/>
                  </a:lnTo>
                  <a:lnTo>
                    <a:pt x="98845" y="136274"/>
                  </a:lnTo>
                  <a:lnTo>
                    <a:pt x="99895" y="136556"/>
                  </a:lnTo>
                  <a:lnTo>
                    <a:pt x="100901" y="136883"/>
                  </a:lnTo>
                  <a:lnTo>
                    <a:pt x="101871" y="137263"/>
                  </a:lnTo>
                  <a:lnTo>
                    <a:pt x="102815" y="137701"/>
                  </a:lnTo>
                  <a:lnTo>
                    <a:pt x="103740" y="138204"/>
                  </a:lnTo>
                  <a:lnTo>
                    <a:pt x="104656" y="138779"/>
                  </a:lnTo>
                  <a:lnTo>
                    <a:pt x="105570" y="139432"/>
                  </a:lnTo>
                  <a:lnTo>
                    <a:pt x="106492" y="140171"/>
                  </a:lnTo>
                  <a:lnTo>
                    <a:pt x="107431" y="141002"/>
                  </a:lnTo>
                  <a:lnTo>
                    <a:pt x="107431" y="142335"/>
                  </a:lnTo>
                  <a:lnTo>
                    <a:pt x="107431" y="143688"/>
                  </a:lnTo>
                  <a:lnTo>
                    <a:pt x="108519" y="143809"/>
                  </a:lnTo>
                  <a:lnTo>
                    <a:pt x="109607" y="143930"/>
                  </a:lnTo>
                  <a:lnTo>
                    <a:pt x="110697" y="144051"/>
                  </a:lnTo>
                  <a:lnTo>
                    <a:pt x="111788" y="144172"/>
                  </a:lnTo>
                  <a:lnTo>
                    <a:pt x="112881" y="144294"/>
                  </a:lnTo>
                  <a:lnTo>
                    <a:pt x="113977" y="144416"/>
                  </a:lnTo>
                  <a:lnTo>
                    <a:pt x="115076" y="144538"/>
                  </a:lnTo>
                  <a:lnTo>
                    <a:pt x="116179" y="144660"/>
                  </a:lnTo>
                  <a:lnTo>
                    <a:pt x="117287" y="144783"/>
                  </a:lnTo>
                  <a:lnTo>
                    <a:pt x="118399" y="144907"/>
                  </a:lnTo>
                  <a:lnTo>
                    <a:pt x="119517" y="145031"/>
                  </a:lnTo>
                  <a:lnTo>
                    <a:pt x="119517" y="143967"/>
                  </a:lnTo>
                  <a:lnTo>
                    <a:pt x="119517" y="142903"/>
                  </a:lnTo>
                  <a:lnTo>
                    <a:pt x="119517" y="141837"/>
                  </a:lnTo>
                  <a:lnTo>
                    <a:pt x="119517" y="140770"/>
                  </a:lnTo>
                  <a:lnTo>
                    <a:pt x="119517" y="139700"/>
                  </a:lnTo>
                  <a:lnTo>
                    <a:pt x="119517" y="138626"/>
                  </a:lnTo>
                  <a:lnTo>
                    <a:pt x="119517" y="137549"/>
                  </a:lnTo>
                  <a:lnTo>
                    <a:pt x="119517" y="136468"/>
                  </a:lnTo>
                  <a:lnTo>
                    <a:pt x="119517" y="135381"/>
                  </a:lnTo>
                  <a:lnTo>
                    <a:pt x="119517" y="134288"/>
                  </a:lnTo>
                  <a:lnTo>
                    <a:pt x="121485" y="134357"/>
                  </a:lnTo>
                  <a:lnTo>
                    <a:pt x="123279" y="134424"/>
                  </a:lnTo>
                  <a:lnTo>
                    <a:pt x="124909" y="134492"/>
                  </a:lnTo>
                  <a:lnTo>
                    <a:pt x="126388" y="134564"/>
                  </a:lnTo>
                  <a:lnTo>
                    <a:pt x="127729" y="134646"/>
                  </a:lnTo>
                  <a:lnTo>
                    <a:pt x="128942" y="134739"/>
                  </a:lnTo>
                  <a:lnTo>
                    <a:pt x="130041" y="134849"/>
                  </a:lnTo>
                  <a:lnTo>
                    <a:pt x="131038" y="134978"/>
                  </a:lnTo>
                  <a:lnTo>
                    <a:pt x="131944" y="135131"/>
                  </a:lnTo>
                  <a:lnTo>
                    <a:pt x="132772" y="135312"/>
                  </a:lnTo>
                  <a:lnTo>
                    <a:pt x="133533" y="135524"/>
                  </a:lnTo>
                  <a:lnTo>
                    <a:pt x="134241" y="135771"/>
                  </a:lnTo>
                  <a:lnTo>
                    <a:pt x="134906" y="136057"/>
                  </a:lnTo>
                  <a:lnTo>
                    <a:pt x="135542" y="136386"/>
                  </a:lnTo>
                  <a:lnTo>
                    <a:pt x="136159" y="136761"/>
                  </a:lnTo>
                  <a:lnTo>
                    <a:pt x="136771" y="137186"/>
                  </a:lnTo>
                  <a:lnTo>
                    <a:pt x="137390" y="137665"/>
                  </a:lnTo>
                  <a:lnTo>
                    <a:pt x="138027" y="138202"/>
                  </a:lnTo>
                  <a:lnTo>
                    <a:pt x="138695" y="138800"/>
                  </a:lnTo>
                  <a:lnTo>
                    <a:pt x="139405" y="139464"/>
                  </a:lnTo>
                  <a:lnTo>
                    <a:pt x="140171" y="140197"/>
                  </a:lnTo>
                  <a:lnTo>
                    <a:pt x="141003" y="141002"/>
                  </a:lnTo>
                  <a:lnTo>
                    <a:pt x="142536" y="141497"/>
                  </a:lnTo>
                  <a:lnTo>
                    <a:pt x="143582" y="141814"/>
                  </a:lnTo>
                  <a:lnTo>
                    <a:pt x="144399" y="142018"/>
                  </a:lnTo>
                  <a:lnTo>
                    <a:pt x="145243" y="142173"/>
                  </a:lnTo>
                  <a:lnTo>
                    <a:pt x="146374" y="142345"/>
                  </a:lnTo>
                  <a:lnTo>
                    <a:pt x="146374" y="141281"/>
                  </a:lnTo>
                  <a:lnTo>
                    <a:pt x="146374" y="140215"/>
                  </a:lnTo>
                  <a:lnTo>
                    <a:pt x="146374" y="139143"/>
                  </a:lnTo>
                  <a:lnTo>
                    <a:pt x="146374" y="138064"/>
                  </a:lnTo>
                  <a:lnTo>
                    <a:pt x="146374" y="136974"/>
                  </a:lnTo>
                  <a:lnTo>
                    <a:pt x="145044" y="136974"/>
                  </a:lnTo>
                  <a:lnTo>
                    <a:pt x="143704" y="136974"/>
                  </a:lnTo>
                  <a:lnTo>
                    <a:pt x="142346" y="136974"/>
                  </a:lnTo>
                  <a:lnTo>
                    <a:pt x="142346" y="135866"/>
                  </a:lnTo>
                  <a:lnTo>
                    <a:pt x="142346" y="134756"/>
                  </a:lnTo>
                  <a:lnTo>
                    <a:pt x="142346" y="133642"/>
                  </a:lnTo>
                  <a:lnTo>
                    <a:pt x="142346" y="132522"/>
                  </a:lnTo>
                  <a:lnTo>
                    <a:pt x="142346" y="131396"/>
                  </a:lnTo>
                  <a:lnTo>
                    <a:pt x="142346" y="130259"/>
                  </a:lnTo>
                  <a:lnTo>
                    <a:pt x="141877" y="130025"/>
                  </a:lnTo>
                  <a:lnTo>
                    <a:pt x="141364" y="129768"/>
                  </a:lnTo>
                  <a:lnTo>
                    <a:pt x="140547" y="129360"/>
                  </a:lnTo>
                  <a:lnTo>
                    <a:pt x="139170" y="128672"/>
                  </a:lnTo>
                  <a:lnTo>
                    <a:pt x="136974" y="127574"/>
                  </a:lnTo>
                  <a:lnTo>
                    <a:pt x="136974" y="126241"/>
                  </a:lnTo>
                  <a:lnTo>
                    <a:pt x="136974" y="124888"/>
                  </a:lnTo>
                  <a:lnTo>
                    <a:pt x="135641" y="124888"/>
                  </a:lnTo>
                  <a:lnTo>
                    <a:pt x="134289" y="124888"/>
                  </a:lnTo>
                  <a:lnTo>
                    <a:pt x="134457" y="123592"/>
                  </a:lnTo>
                  <a:lnTo>
                    <a:pt x="134675" y="122482"/>
                  </a:lnTo>
                  <a:lnTo>
                    <a:pt x="134955" y="121518"/>
                  </a:lnTo>
                  <a:lnTo>
                    <a:pt x="135314" y="120660"/>
                  </a:lnTo>
                  <a:lnTo>
                    <a:pt x="135767" y="119868"/>
                  </a:lnTo>
                  <a:lnTo>
                    <a:pt x="136329" y="119104"/>
                  </a:lnTo>
                  <a:lnTo>
                    <a:pt x="137015" y="118327"/>
                  </a:lnTo>
                  <a:lnTo>
                    <a:pt x="137841" y="117498"/>
                  </a:lnTo>
                  <a:lnTo>
                    <a:pt x="138821" y="116578"/>
                  </a:lnTo>
                  <a:lnTo>
                    <a:pt x="139992" y="115772"/>
                  </a:lnTo>
                  <a:lnTo>
                    <a:pt x="140922" y="115150"/>
                  </a:lnTo>
                  <a:lnTo>
                    <a:pt x="141698" y="114668"/>
                  </a:lnTo>
                  <a:lnTo>
                    <a:pt x="142409" y="114281"/>
                  </a:lnTo>
                  <a:lnTo>
                    <a:pt x="143143" y="113945"/>
                  </a:lnTo>
                  <a:lnTo>
                    <a:pt x="143990" y="113616"/>
                  </a:lnTo>
                  <a:lnTo>
                    <a:pt x="145038" y="113250"/>
                  </a:lnTo>
                  <a:lnTo>
                    <a:pt x="146374" y="112802"/>
                  </a:lnTo>
                  <a:lnTo>
                    <a:pt x="147194" y="112010"/>
                  </a:lnTo>
                  <a:lnTo>
                    <a:pt x="148006" y="111210"/>
                  </a:lnTo>
                  <a:lnTo>
                    <a:pt x="148812" y="110404"/>
                  </a:lnTo>
                  <a:lnTo>
                    <a:pt x="149611" y="109592"/>
                  </a:lnTo>
                  <a:lnTo>
                    <a:pt x="150403" y="108773"/>
                  </a:lnTo>
                  <a:lnTo>
                    <a:pt x="151401" y="108108"/>
                  </a:lnTo>
                  <a:lnTo>
                    <a:pt x="152402" y="107440"/>
                  </a:lnTo>
                  <a:lnTo>
                    <a:pt x="153411" y="106768"/>
                  </a:lnTo>
                  <a:lnTo>
                    <a:pt x="154432" y="106087"/>
                  </a:lnTo>
                  <a:lnTo>
                    <a:pt x="153294" y="105355"/>
                  </a:lnTo>
                  <a:lnTo>
                    <a:pt x="152257" y="104748"/>
                  </a:lnTo>
                  <a:lnTo>
                    <a:pt x="151295" y="104252"/>
                  </a:lnTo>
                  <a:lnTo>
                    <a:pt x="150382" y="103855"/>
                  </a:lnTo>
                  <a:lnTo>
                    <a:pt x="149491" y="103543"/>
                  </a:lnTo>
                  <a:lnTo>
                    <a:pt x="148594" y="103304"/>
                  </a:lnTo>
                  <a:lnTo>
                    <a:pt x="147666" y="103123"/>
                  </a:lnTo>
                  <a:lnTo>
                    <a:pt x="146679" y="102989"/>
                  </a:lnTo>
                  <a:lnTo>
                    <a:pt x="145607" y="102887"/>
                  </a:lnTo>
                  <a:lnTo>
                    <a:pt x="144423" y="102805"/>
                  </a:lnTo>
                  <a:lnTo>
                    <a:pt x="143101" y="102730"/>
                  </a:lnTo>
                  <a:lnTo>
                    <a:pt x="141880" y="102656"/>
                  </a:lnTo>
                  <a:lnTo>
                    <a:pt x="140715" y="102564"/>
                  </a:lnTo>
                  <a:lnTo>
                    <a:pt x="139596" y="102449"/>
                  </a:lnTo>
                  <a:lnTo>
                    <a:pt x="138515" y="102305"/>
                  </a:lnTo>
                  <a:lnTo>
                    <a:pt x="137464" y="102126"/>
                  </a:lnTo>
                  <a:lnTo>
                    <a:pt x="136435" y="101905"/>
                  </a:lnTo>
                  <a:lnTo>
                    <a:pt x="135420" y="101637"/>
                  </a:lnTo>
                  <a:lnTo>
                    <a:pt x="134410" y="101316"/>
                  </a:lnTo>
                  <a:lnTo>
                    <a:pt x="133397" y="100935"/>
                  </a:lnTo>
                  <a:lnTo>
                    <a:pt x="132373" y="100488"/>
                  </a:lnTo>
                  <a:lnTo>
                    <a:pt x="131330" y="99969"/>
                  </a:lnTo>
                  <a:lnTo>
                    <a:pt x="130260" y="99373"/>
                  </a:lnTo>
                  <a:lnTo>
                    <a:pt x="130435" y="98191"/>
                  </a:lnTo>
                  <a:lnTo>
                    <a:pt x="130687" y="97093"/>
                  </a:lnTo>
                  <a:lnTo>
                    <a:pt x="131011" y="96072"/>
                  </a:lnTo>
                  <a:lnTo>
                    <a:pt x="131403" y="95118"/>
                  </a:lnTo>
                  <a:lnTo>
                    <a:pt x="131861" y="94222"/>
                  </a:lnTo>
                  <a:lnTo>
                    <a:pt x="132380" y="93375"/>
                  </a:lnTo>
                  <a:lnTo>
                    <a:pt x="132958" y="92568"/>
                  </a:lnTo>
                  <a:lnTo>
                    <a:pt x="133589" y="91792"/>
                  </a:lnTo>
                  <a:lnTo>
                    <a:pt x="134271" y="91039"/>
                  </a:lnTo>
                  <a:lnTo>
                    <a:pt x="135001" y="90298"/>
                  </a:lnTo>
                  <a:lnTo>
                    <a:pt x="135774" y="89562"/>
                  </a:lnTo>
                  <a:lnTo>
                    <a:pt x="136586" y="88820"/>
                  </a:lnTo>
                  <a:lnTo>
                    <a:pt x="137435" y="88065"/>
                  </a:lnTo>
                  <a:lnTo>
                    <a:pt x="138317" y="87287"/>
                  </a:lnTo>
                  <a:lnTo>
                    <a:pt x="139381" y="86730"/>
                  </a:lnTo>
                  <a:lnTo>
                    <a:pt x="140450" y="86181"/>
                  </a:lnTo>
                  <a:lnTo>
                    <a:pt x="141523" y="85642"/>
                  </a:lnTo>
                  <a:lnTo>
                    <a:pt x="142603" y="85115"/>
                  </a:lnTo>
                  <a:lnTo>
                    <a:pt x="143689" y="84601"/>
                  </a:lnTo>
                  <a:lnTo>
                    <a:pt x="144023" y="83933"/>
                  </a:lnTo>
                  <a:lnTo>
                    <a:pt x="145032" y="81916"/>
                  </a:lnTo>
                  <a:lnTo>
                    <a:pt x="146364" y="81916"/>
                  </a:lnTo>
                  <a:lnTo>
                    <a:pt x="147717" y="81916"/>
                  </a:lnTo>
                  <a:lnTo>
                    <a:pt x="147939" y="80807"/>
                  </a:lnTo>
                  <a:lnTo>
                    <a:pt x="148161" y="79697"/>
                  </a:lnTo>
                  <a:lnTo>
                    <a:pt x="148384" y="78584"/>
                  </a:lnTo>
                  <a:lnTo>
                    <a:pt x="148608" y="77464"/>
                  </a:lnTo>
                  <a:lnTo>
                    <a:pt x="148833" y="76337"/>
                  </a:lnTo>
                  <a:lnTo>
                    <a:pt x="149060" y="75201"/>
                  </a:lnTo>
                  <a:lnTo>
                    <a:pt x="147668" y="75493"/>
                  </a:lnTo>
                  <a:lnTo>
                    <a:pt x="146254" y="75789"/>
                  </a:lnTo>
                  <a:lnTo>
                    <a:pt x="145189" y="75995"/>
                  </a:lnTo>
                  <a:lnTo>
                    <a:pt x="144132" y="76191"/>
                  </a:lnTo>
                  <a:lnTo>
                    <a:pt x="143080" y="76378"/>
                  </a:lnTo>
                  <a:lnTo>
                    <a:pt x="142034" y="76554"/>
                  </a:lnTo>
                  <a:lnTo>
                    <a:pt x="140993" y="76720"/>
                  </a:lnTo>
                  <a:lnTo>
                    <a:pt x="139955" y="76876"/>
                  </a:lnTo>
                  <a:lnTo>
                    <a:pt x="138921" y="77021"/>
                  </a:lnTo>
                  <a:lnTo>
                    <a:pt x="137889" y="77157"/>
                  </a:lnTo>
                  <a:lnTo>
                    <a:pt x="136858" y="77281"/>
                  </a:lnTo>
                  <a:lnTo>
                    <a:pt x="135829" y="77396"/>
                  </a:lnTo>
                  <a:lnTo>
                    <a:pt x="134800" y="77499"/>
                  </a:lnTo>
                  <a:lnTo>
                    <a:pt x="133771" y="77592"/>
                  </a:lnTo>
                  <a:lnTo>
                    <a:pt x="132740" y="77675"/>
                  </a:lnTo>
                  <a:lnTo>
                    <a:pt x="131707" y="77746"/>
                  </a:lnTo>
                  <a:lnTo>
                    <a:pt x="130672" y="77806"/>
                  </a:lnTo>
                  <a:lnTo>
                    <a:pt x="129633" y="77856"/>
                  </a:lnTo>
                  <a:lnTo>
                    <a:pt x="128590" y="77894"/>
                  </a:lnTo>
                  <a:lnTo>
                    <a:pt x="127542" y="77921"/>
                  </a:lnTo>
                  <a:lnTo>
                    <a:pt x="126488" y="77937"/>
                  </a:lnTo>
                  <a:lnTo>
                    <a:pt x="125428" y="77942"/>
                  </a:lnTo>
                  <a:lnTo>
                    <a:pt x="124361" y="77935"/>
                  </a:lnTo>
                  <a:lnTo>
                    <a:pt x="123286" y="77917"/>
                  </a:lnTo>
                  <a:lnTo>
                    <a:pt x="122203" y="77887"/>
                  </a:lnTo>
                  <a:lnTo>
                    <a:pt x="122203" y="79220"/>
                  </a:lnTo>
                  <a:lnTo>
                    <a:pt x="122203" y="80573"/>
                  </a:lnTo>
                  <a:lnTo>
                    <a:pt x="120300" y="80221"/>
                  </a:lnTo>
                  <a:lnTo>
                    <a:pt x="118792" y="79934"/>
                  </a:lnTo>
                  <a:lnTo>
                    <a:pt x="117602" y="79690"/>
                  </a:lnTo>
                  <a:lnTo>
                    <a:pt x="116652" y="79466"/>
                  </a:lnTo>
                  <a:lnTo>
                    <a:pt x="115866" y="79242"/>
                  </a:lnTo>
                  <a:lnTo>
                    <a:pt x="115165" y="78994"/>
                  </a:lnTo>
                  <a:lnTo>
                    <a:pt x="114472" y="78700"/>
                  </a:lnTo>
                  <a:lnTo>
                    <a:pt x="113711" y="78338"/>
                  </a:lnTo>
                  <a:lnTo>
                    <a:pt x="112802" y="77887"/>
                  </a:lnTo>
                  <a:lnTo>
                    <a:pt x="112723" y="76630"/>
                  </a:lnTo>
                  <a:lnTo>
                    <a:pt x="112713" y="75444"/>
                  </a:lnTo>
                  <a:lnTo>
                    <a:pt x="112768" y="74318"/>
                  </a:lnTo>
                  <a:lnTo>
                    <a:pt x="112885" y="73243"/>
                  </a:lnTo>
                  <a:lnTo>
                    <a:pt x="113062" y="72208"/>
                  </a:lnTo>
                  <a:lnTo>
                    <a:pt x="113295" y="71204"/>
                  </a:lnTo>
                  <a:lnTo>
                    <a:pt x="113582" y="70222"/>
                  </a:lnTo>
                  <a:lnTo>
                    <a:pt x="113919" y="69251"/>
                  </a:lnTo>
                  <a:lnTo>
                    <a:pt x="114303" y="68282"/>
                  </a:lnTo>
                  <a:lnTo>
                    <a:pt x="114732" y="67304"/>
                  </a:lnTo>
                  <a:lnTo>
                    <a:pt x="115202" y="66308"/>
                  </a:lnTo>
                  <a:lnTo>
                    <a:pt x="115711" y="65285"/>
                  </a:lnTo>
                  <a:lnTo>
                    <a:pt x="116255" y="64224"/>
                  </a:lnTo>
                  <a:lnTo>
                    <a:pt x="116831" y="63115"/>
                  </a:lnTo>
                  <a:lnTo>
                    <a:pt x="117222" y="61475"/>
                  </a:lnTo>
                  <a:lnTo>
                    <a:pt x="117497" y="60293"/>
                  </a:lnTo>
                  <a:lnTo>
                    <a:pt x="117692" y="59380"/>
                  </a:lnTo>
                  <a:lnTo>
                    <a:pt x="117845" y="58552"/>
                  </a:lnTo>
                  <a:lnTo>
                    <a:pt x="117993" y="57621"/>
                  </a:lnTo>
                  <a:lnTo>
                    <a:pt x="118174" y="56401"/>
                  </a:lnTo>
                  <a:lnTo>
                    <a:pt x="116251" y="56987"/>
                  </a:lnTo>
                  <a:lnTo>
                    <a:pt x="114663" y="57482"/>
                  </a:lnTo>
                  <a:lnTo>
                    <a:pt x="113361" y="57908"/>
                  </a:lnTo>
                  <a:lnTo>
                    <a:pt x="112297" y="58290"/>
                  </a:lnTo>
                  <a:lnTo>
                    <a:pt x="111422" y="58653"/>
                  </a:lnTo>
                  <a:lnTo>
                    <a:pt x="110687" y="59020"/>
                  </a:lnTo>
                  <a:lnTo>
                    <a:pt x="110045" y="59416"/>
                  </a:lnTo>
                  <a:lnTo>
                    <a:pt x="109447" y="59865"/>
                  </a:lnTo>
                  <a:lnTo>
                    <a:pt x="108844" y="60392"/>
                  </a:lnTo>
                  <a:lnTo>
                    <a:pt x="108188" y="61019"/>
                  </a:lnTo>
                  <a:lnTo>
                    <a:pt x="107431" y="61772"/>
                  </a:lnTo>
                  <a:lnTo>
                    <a:pt x="105866" y="61834"/>
                  </a:lnTo>
                  <a:lnTo>
                    <a:pt x="104674" y="61875"/>
                  </a:lnTo>
                  <a:lnTo>
                    <a:pt x="103713" y="61896"/>
                  </a:lnTo>
                  <a:lnTo>
                    <a:pt x="102844" y="61896"/>
                  </a:lnTo>
                  <a:lnTo>
                    <a:pt x="101925" y="61875"/>
                  </a:lnTo>
                  <a:lnTo>
                    <a:pt x="100815" y="61834"/>
                  </a:lnTo>
                  <a:lnTo>
                    <a:pt x="99374" y="61772"/>
                  </a:lnTo>
                  <a:lnTo>
                    <a:pt x="99087" y="60726"/>
                  </a:lnTo>
                  <a:lnTo>
                    <a:pt x="98814" y="59685"/>
                  </a:lnTo>
                  <a:lnTo>
                    <a:pt x="98554" y="58649"/>
                  </a:lnTo>
                  <a:lnTo>
                    <a:pt x="98307" y="57618"/>
                  </a:lnTo>
                  <a:lnTo>
                    <a:pt x="98073" y="56591"/>
                  </a:lnTo>
                  <a:lnTo>
                    <a:pt x="97852" y="55566"/>
                  </a:lnTo>
                  <a:lnTo>
                    <a:pt x="97644" y="54544"/>
                  </a:lnTo>
                  <a:lnTo>
                    <a:pt x="97447" y="53523"/>
                  </a:lnTo>
                  <a:lnTo>
                    <a:pt x="97262" y="52503"/>
                  </a:lnTo>
                  <a:lnTo>
                    <a:pt x="97090" y="51482"/>
                  </a:lnTo>
                  <a:lnTo>
                    <a:pt x="96928" y="50461"/>
                  </a:lnTo>
                  <a:lnTo>
                    <a:pt x="96778" y="49438"/>
                  </a:lnTo>
                  <a:lnTo>
                    <a:pt x="96639" y="48412"/>
                  </a:lnTo>
                  <a:lnTo>
                    <a:pt x="96511" y="47383"/>
                  </a:lnTo>
                  <a:lnTo>
                    <a:pt x="96393" y="46351"/>
                  </a:lnTo>
                  <a:lnTo>
                    <a:pt x="96286" y="45313"/>
                  </a:lnTo>
                  <a:lnTo>
                    <a:pt x="96189" y="44270"/>
                  </a:lnTo>
                  <a:lnTo>
                    <a:pt x="96102" y="43220"/>
                  </a:lnTo>
                  <a:lnTo>
                    <a:pt x="96025" y="42164"/>
                  </a:lnTo>
                  <a:lnTo>
                    <a:pt x="95957" y="41099"/>
                  </a:lnTo>
                  <a:lnTo>
                    <a:pt x="95898" y="40026"/>
                  </a:lnTo>
                  <a:lnTo>
                    <a:pt x="95849" y="38943"/>
                  </a:lnTo>
                  <a:lnTo>
                    <a:pt x="95796" y="37902"/>
                  </a:lnTo>
                  <a:lnTo>
                    <a:pt x="95744" y="36853"/>
                  </a:lnTo>
                  <a:lnTo>
                    <a:pt x="95691" y="35790"/>
                  </a:lnTo>
                  <a:lnTo>
                    <a:pt x="95639" y="34706"/>
                  </a:lnTo>
                  <a:lnTo>
                    <a:pt x="95587" y="33622"/>
                  </a:lnTo>
                  <a:lnTo>
                    <a:pt x="95537" y="32538"/>
                  </a:lnTo>
                  <a:lnTo>
                    <a:pt x="95488" y="31454"/>
                  </a:lnTo>
                  <a:lnTo>
                    <a:pt x="95439" y="30369"/>
                  </a:lnTo>
                  <a:lnTo>
                    <a:pt x="95392" y="29285"/>
                  </a:lnTo>
                  <a:lnTo>
                    <a:pt x="95345" y="28200"/>
                  </a:lnTo>
                  <a:lnTo>
                    <a:pt x="94752" y="29131"/>
                  </a:lnTo>
                  <a:lnTo>
                    <a:pt x="94168" y="30054"/>
                  </a:lnTo>
                  <a:lnTo>
                    <a:pt x="93596" y="30971"/>
                  </a:lnTo>
                  <a:lnTo>
                    <a:pt x="93033" y="31883"/>
                  </a:lnTo>
                  <a:lnTo>
                    <a:pt x="92482" y="32791"/>
                  </a:lnTo>
                  <a:lnTo>
                    <a:pt x="91943" y="33697"/>
                  </a:lnTo>
                  <a:lnTo>
                    <a:pt x="91415" y="34602"/>
                  </a:lnTo>
                  <a:lnTo>
                    <a:pt x="90899" y="35507"/>
                  </a:lnTo>
                  <a:lnTo>
                    <a:pt x="90396" y="36413"/>
                  </a:lnTo>
                  <a:lnTo>
                    <a:pt x="89906" y="37322"/>
                  </a:lnTo>
                  <a:lnTo>
                    <a:pt x="89429" y="38235"/>
                  </a:lnTo>
                  <a:lnTo>
                    <a:pt x="88965" y="39153"/>
                  </a:lnTo>
                  <a:lnTo>
                    <a:pt x="88516" y="40078"/>
                  </a:lnTo>
                  <a:lnTo>
                    <a:pt x="88081" y="41010"/>
                  </a:lnTo>
                  <a:lnTo>
                    <a:pt x="87661" y="41951"/>
                  </a:lnTo>
                  <a:lnTo>
                    <a:pt x="87255" y="42902"/>
                  </a:lnTo>
                  <a:lnTo>
                    <a:pt x="86866" y="43865"/>
                  </a:lnTo>
                  <a:lnTo>
                    <a:pt x="86492" y="44840"/>
                  </a:lnTo>
                  <a:lnTo>
                    <a:pt x="86134" y="45830"/>
                  </a:lnTo>
                  <a:lnTo>
                    <a:pt x="85793" y="46834"/>
                  </a:lnTo>
                  <a:lnTo>
                    <a:pt x="85469" y="47855"/>
                  </a:lnTo>
                  <a:lnTo>
                    <a:pt x="85162" y="48894"/>
                  </a:lnTo>
                  <a:lnTo>
                    <a:pt x="84873" y="49951"/>
                  </a:lnTo>
                  <a:lnTo>
                    <a:pt x="84602" y="51029"/>
                  </a:lnTo>
                  <a:lnTo>
                    <a:pt x="84231" y="52192"/>
                  </a:lnTo>
                  <a:lnTo>
                    <a:pt x="83853" y="53353"/>
                  </a:lnTo>
                  <a:lnTo>
                    <a:pt x="83466" y="54511"/>
                  </a:lnTo>
                  <a:lnTo>
                    <a:pt x="83072" y="55667"/>
                  </a:lnTo>
                  <a:lnTo>
                    <a:pt x="82671" y="56820"/>
                  </a:lnTo>
                  <a:lnTo>
                    <a:pt x="82216" y="58146"/>
                  </a:lnTo>
                  <a:lnTo>
                    <a:pt x="81754" y="59491"/>
                  </a:lnTo>
                  <a:lnTo>
                    <a:pt x="81305" y="60343"/>
                  </a:lnTo>
                  <a:lnTo>
                    <a:pt x="80909" y="61003"/>
                  </a:lnTo>
                  <a:lnTo>
                    <a:pt x="80476" y="61558"/>
                  </a:lnTo>
                  <a:lnTo>
                    <a:pt x="79914" y="62094"/>
                  </a:lnTo>
                  <a:lnTo>
                    <a:pt x="79133" y="62698"/>
                  </a:lnTo>
                  <a:lnTo>
                    <a:pt x="78040" y="63457"/>
                  </a:lnTo>
                  <a:lnTo>
                    <a:pt x="76545" y="64458"/>
                  </a:lnTo>
                  <a:lnTo>
                    <a:pt x="75214" y="64458"/>
                  </a:lnTo>
                  <a:lnTo>
                    <a:pt x="73874" y="64458"/>
                  </a:lnTo>
                  <a:lnTo>
                    <a:pt x="72516" y="64458"/>
                  </a:lnTo>
                  <a:lnTo>
                    <a:pt x="72516" y="63127"/>
                  </a:lnTo>
                  <a:lnTo>
                    <a:pt x="72516" y="61787"/>
                  </a:lnTo>
                  <a:lnTo>
                    <a:pt x="72516" y="60429"/>
                  </a:lnTo>
                  <a:lnTo>
                    <a:pt x="71185" y="60429"/>
                  </a:lnTo>
                  <a:lnTo>
                    <a:pt x="69845" y="60429"/>
                  </a:lnTo>
                  <a:lnTo>
                    <a:pt x="68487" y="60429"/>
                  </a:lnTo>
                  <a:lnTo>
                    <a:pt x="68487" y="59097"/>
                  </a:lnTo>
                  <a:lnTo>
                    <a:pt x="68487" y="57744"/>
                  </a:lnTo>
                  <a:lnTo>
                    <a:pt x="67154" y="57744"/>
                  </a:lnTo>
                  <a:lnTo>
                    <a:pt x="65801" y="57744"/>
                  </a:lnTo>
                  <a:lnTo>
                    <a:pt x="65684" y="57275"/>
                  </a:lnTo>
                  <a:lnTo>
                    <a:pt x="65556" y="56762"/>
                  </a:lnTo>
                  <a:lnTo>
                    <a:pt x="65352" y="55945"/>
                  </a:lnTo>
                  <a:lnTo>
                    <a:pt x="65008" y="54568"/>
                  </a:lnTo>
                  <a:lnTo>
                    <a:pt x="64459" y="52372"/>
                  </a:lnTo>
                  <a:lnTo>
                    <a:pt x="63126" y="52372"/>
                  </a:lnTo>
                  <a:lnTo>
                    <a:pt x="61773" y="52372"/>
                  </a:lnTo>
                  <a:lnTo>
                    <a:pt x="61773" y="51039"/>
                  </a:lnTo>
                  <a:lnTo>
                    <a:pt x="61773" y="49686"/>
                  </a:lnTo>
                  <a:lnTo>
                    <a:pt x="60442" y="49686"/>
                  </a:lnTo>
                  <a:lnTo>
                    <a:pt x="59102" y="49686"/>
                  </a:lnTo>
                  <a:lnTo>
                    <a:pt x="57744" y="49686"/>
                  </a:lnTo>
                  <a:lnTo>
                    <a:pt x="57695" y="50972"/>
                  </a:lnTo>
                  <a:lnTo>
                    <a:pt x="57645" y="52263"/>
                  </a:lnTo>
                  <a:lnTo>
                    <a:pt x="57596" y="53564"/>
                  </a:lnTo>
                  <a:lnTo>
                    <a:pt x="57545" y="54879"/>
                  </a:lnTo>
                  <a:lnTo>
                    <a:pt x="57495" y="56000"/>
                  </a:lnTo>
                  <a:lnTo>
                    <a:pt x="57444" y="57121"/>
                  </a:lnTo>
                  <a:lnTo>
                    <a:pt x="57394" y="58242"/>
                  </a:lnTo>
                  <a:lnTo>
                    <a:pt x="57343" y="59363"/>
                  </a:lnTo>
                  <a:lnTo>
                    <a:pt x="57292" y="60484"/>
                  </a:lnTo>
                  <a:lnTo>
                    <a:pt x="57241" y="61604"/>
                  </a:lnTo>
                  <a:lnTo>
                    <a:pt x="57223" y="62108"/>
                  </a:lnTo>
                  <a:lnTo>
                    <a:pt x="57190" y="62996"/>
                  </a:lnTo>
                  <a:lnTo>
                    <a:pt x="57114" y="65030"/>
                  </a:lnTo>
                  <a:lnTo>
                    <a:pt x="57063" y="66113"/>
                  </a:lnTo>
                  <a:lnTo>
                    <a:pt x="57011" y="67203"/>
                  </a:lnTo>
                  <a:lnTo>
                    <a:pt x="56957" y="68308"/>
                  </a:lnTo>
                  <a:lnTo>
                    <a:pt x="56894" y="69810"/>
                  </a:lnTo>
                  <a:lnTo>
                    <a:pt x="56830" y="71335"/>
                  </a:lnTo>
                  <a:lnTo>
                    <a:pt x="56637" y="72410"/>
                  </a:lnTo>
                  <a:lnTo>
                    <a:pt x="56429" y="73210"/>
                  </a:lnTo>
                  <a:lnTo>
                    <a:pt x="56119" y="73879"/>
                  </a:lnTo>
                  <a:lnTo>
                    <a:pt x="55621" y="74561"/>
                  </a:lnTo>
                  <a:lnTo>
                    <a:pt x="54849" y="75401"/>
                  </a:lnTo>
                  <a:lnTo>
                    <a:pt x="53716" y="76544"/>
                  </a:lnTo>
                  <a:lnTo>
                    <a:pt x="52260" y="76594"/>
                  </a:lnTo>
                  <a:lnTo>
                    <a:pt x="51088" y="76631"/>
                  </a:lnTo>
                  <a:lnTo>
                    <a:pt x="50122" y="76656"/>
                  </a:lnTo>
                  <a:lnTo>
                    <a:pt x="49284" y="76668"/>
                  </a:lnTo>
                  <a:lnTo>
                    <a:pt x="48498" y="76668"/>
                  </a:lnTo>
                  <a:lnTo>
                    <a:pt x="47685" y="76656"/>
                  </a:lnTo>
                  <a:lnTo>
                    <a:pt x="46769" y="76631"/>
                  </a:lnTo>
                  <a:lnTo>
                    <a:pt x="45671" y="76594"/>
                  </a:lnTo>
                  <a:lnTo>
                    <a:pt x="44315" y="76544"/>
                  </a:lnTo>
                  <a:lnTo>
                    <a:pt x="44315" y="75211"/>
                  </a:lnTo>
                  <a:lnTo>
                    <a:pt x="44315" y="73858"/>
                  </a:lnTo>
                  <a:lnTo>
                    <a:pt x="43251" y="73858"/>
                  </a:lnTo>
                  <a:lnTo>
                    <a:pt x="42185" y="73858"/>
                  </a:lnTo>
                  <a:lnTo>
                    <a:pt x="41113" y="73858"/>
                  </a:lnTo>
                  <a:lnTo>
                    <a:pt x="40034" y="73858"/>
                  </a:lnTo>
                  <a:lnTo>
                    <a:pt x="38944" y="73858"/>
                  </a:lnTo>
                  <a:lnTo>
                    <a:pt x="38944" y="72527"/>
                  </a:lnTo>
                  <a:lnTo>
                    <a:pt x="38944" y="71187"/>
                  </a:lnTo>
                  <a:lnTo>
                    <a:pt x="38944" y="69830"/>
                  </a:lnTo>
                  <a:lnTo>
                    <a:pt x="37856" y="69709"/>
                  </a:lnTo>
                  <a:lnTo>
                    <a:pt x="36768" y="69588"/>
                  </a:lnTo>
                  <a:lnTo>
                    <a:pt x="35678" y="69467"/>
                  </a:lnTo>
                  <a:lnTo>
                    <a:pt x="34587" y="69346"/>
                  </a:lnTo>
                  <a:lnTo>
                    <a:pt x="33494" y="69224"/>
                  </a:lnTo>
                  <a:lnTo>
                    <a:pt x="32398" y="69102"/>
                  </a:lnTo>
                  <a:lnTo>
                    <a:pt x="31299" y="68980"/>
                  </a:lnTo>
                  <a:lnTo>
                    <a:pt x="30195" y="68858"/>
                  </a:lnTo>
                  <a:lnTo>
                    <a:pt x="29088" y="68735"/>
                  </a:lnTo>
                  <a:lnTo>
                    <a:pt x="27976" y="68611"/>
                  </a:lnTo>
                  <a:lnTo>
                    <a:pt x="26858" y="68487"/>
                  </a:lnTo>
                  <a:lnTo>
                    <a:pt x="26858" y="67154"/>
                  </a:lnTo>
                  <a:lnTo>
                    <a:pt x="26858" y="65801"/>
                  </a:lnTo>
                  <a:lnTo>
                    <a:pt x="25860" y="66466"/>
                  </a:lnTo>
                  <a:lnTo>
                    <a:pt x="24859" y="67134"/>
                  </a:lnTo>
                  <a:lnTo>
                    <a:pt x="23850" y="67806"/>
                  </a:lnTo>
                  <a:lnTo>
                    <a:pt x="22829" y="68487"/>
                  </a:lnTo>
                  <a:lnTo>
                    <a:pt x="22829" y="69820"/>
                  </a:lnTo>
                  <a:lnTo>
                    <a:pt x="22829" y="71172"/>
                  </a:lnTo>
                  <a:lnTo>
                    <a:pt x="24160" y="71172"/>
                  </a:lnTo>
                  <a:lnTo>
                    <a:pt x="25500" y="71172"/>
                  </a:lnTo>
                  <a:lnTo>
                    <a:pt x="26858" y="71172"/>
                  </a:lnTo>
                  <a:lnTo>
                    <a:pt x="26858" y="72503"/>
                  </a:lnTo>
                  <a:lnTo>
                    <a:pt x="26858" y="73843"/>
                  </a:lnTo>
                  <a:lnTo>
                    <a:pt x="26858" y="75201"/>
                  </a:lnTo>
                  <a:lnTo>
                    <a:pt x="28107" y="75701"/>
                  </a:lnTo>
                  <a:lnTo>
                    <a:pt x="29376" y="76208"/>
                  </a:lnTo>
                  <a:lnTo>
                    <a:pt x="30511" y="76928"/>
                  </a:lnTo>
                  <a:lnTo>
                    <a:pt x="31446" y="77640"/>
                  </a:lnTo>
                  <a:lnTo>
                    <a:pt x="32218" y="78370"/>
                  </a:lnTo>
                  <a:lnTo>
                    <a:pt x="32864" y="79146"/>
                  </a:lnTo>
                  <a:lnTo>
                    <a:pt x="33420" y="79996"/>
                  </a:lnTo>
                  <a:lnTo>
                    <a:pt x="33923" y="80946"/>
                  </a:lnTo>
                  <a:lnTo>
                    <a:pt x="34409" y="82025"/>
                  </a:lnTo>
                  <a:lnTo>
                    <a:pt x="34915" y="83258"/>
                  </a:lnTo>
                  <a:lnTo>
                    <a:pt x="36248" y="83258"/>
                  </a:lnTo>
                  <a:lnTo>
                    <a:pt x="37601" y="83258"/>
                  </a:lnTo>
                  <a:lnTo>
                    <a:pt x="38044" y="84367"/>
                  </a:lnTo>
                  <a:lnTo>
                    <a:pt x="38488" y="85477"/>
                  </a:lnTo>
                  <a:lnTo>
                    <a:pt x="38934" y="86590"/>
                  </a:lnTo>
                  <a:lnTo>
                    <a:pt x="39382" y="87710"/>
                  </a:lnTo>
                  <a:lnTo>
                    <a:pt x="39832" y="88837"/>
                  </a:lnTo>
                  <a:lnTo>
                    <a:pt x="40287" y="89973"/>
                  </a:lnTo>
                  <a:lnTo>
                    <a:pt x="38954" y="89973"/>
                  </a:lnTo>
                  <a:lnTo>
                    <a:pt x="37601" y="89973"/>
                  </a:lnTo>
                  <a:lnTo>
                    <a:pt x="37601" y="91306"/>
                  </a:lnTo>
                  <a:lnTo>
                    <a:pt x="37601" y="92659"/>
                  </a:lnTo>
                  <a:lnTo>
                    <a:pt x="36795" y="93330"/>
                  </a:lnTo>
                  <a:lnTo>
                    <a:pt x="35989" y="94002"/>
                  </a:lnTo>
                  <a:lnTo>
                    <a:pt x="35184" y="94673"/>
                  </a:lnTo>
                  <a:lnTo>
                    <a:pt x="34378" y="95344"/>
                  </a:lnTo>
                  <a:lnTo>
                    <a:pt x="33572" y="96016"/>
                  </a:lnTo>
                  <a:lnTo>
                    <a:pt x="32767" y="96687"/>
                  </a:lnTo>
                  <a:lnTo>
                    <a:pt x="31961" y="97359"/>
                  </a:lnTo>
                  <a:lnTo>
                    <a:pt x="31155" y="98030"/>
                  </a:lnTo>
                  <a:lnTo>
                    <a:pt x="30349" y="98701"/>
                  </a:lnTo>
                  <a:lnTo>
                    <a:pt x="29544" y="99373"/>
                  </a:lnTo>
                  <a:lnTo>
                    <a:pt x="29544" y="100706"/>
                  </a:lnTo>
                  <a:lnTo>
                    <a:pt x="29544" y="102059"/>
                  </a:lnTo>
                  <a:lnTo>
                    <a:pt x="30808" y="102327"/>
                  </a:lnTo>
                  <a:lnTo>
                    <a:pt x="32092" y="102599"/>
                  </a:lnTo>
                  <a:lnTo>
                    <a:pt x="33192" y="102837"/>
                  </a:lnTo>
                  <a:lnTo>
                    <a:pt x="34298" y="103076"/>
                  </a:lnTo>
                  <a:lnTo>
                    <a:pt x="35419" y="103318"/>
                  </a:lnTo>
                  <a:lnTo>
                    <a:pt x="35905" y="103423"/>
                  </a:lnTo>
                  <a:lnTo>
                    <a:pt x="36761" y="103606"/>
                  </a:lnTo>
                  <a:lnTo>
                    <a:pt x="38724" y="104026"/>
                  </a:lnTo>
                  <a:lnTo>
                    <a:pt x="40163" y="104387"/>
                  </a:lnTo>
                  <a:lnTo>
                    <a:pt x="41174" y="104675"/>
                  </a:lnTo>
                  <a:lnTo>
                    <a:pt x="42024" y="104989"/>
                  </a:lnTo>
                  <a:lnTo>
                    <a:pt x="42981" y="105426"/>
                  </a:lnTo>
                  <a:lnTo>
                    <a:pt x="44315" y="106087"/>
                  </a:lnTo>
                  <a:lnTo>
                    <a:pt x="44469" y="107468"/>
                  </a:lnTo>
                  <a:lnTo>
                    <a:pt x="44572" y="108536"/>
                  </a:lnTo>
                  <a:lnTo>
                    <a:pt x="44623" y="109435"/>
                  </a:lnTo>
                  <a:lnTo>
                    <a:pt x="44623" y="110304"/>
                  </a:lnTo>
                  <a:lnTo>
                    <a:pt x="44572" y="111285"/>
                  </a:lnTo>
                  <a:lnTo>
                    <a:pt x="44469" y="112518"/>
                  </a:lnTo>
                  <a:lnTo>
                    <a:pt x="44315" y="114145"/>
                  </a:lnTo>
                  <a:lnTo>
                    <a:pt x="43201" y="115174"/>
                  </a:lnTo>
                  <a:lnTo>
                    <a:pt x="42322" y="115976"/>
                  </a:lnTo>
                  <a:lnTo>
                    <a:pt x="41601" y="116612"/>
                  </a:lnTo>
                  <a:lnTo>
                    <a:pt x="40958" y="117146"/>
                  </a:lnTo>
                  <a:lnTo>
                    <a:pt x="40316" y="117640"/>
                  </a:lnTo>
                  <a:lnTo>
                    <a:pt x="39594" y="118158"/>
                  </a:lnTo>
                  <a:lnTo>
                    <a:pt x="38716" y="118762"/>
                  </a:lnTo>
                  <a:lnTo>
                    <a:pt x="37601" y="119516"/>
                  </a:lnTo>
                  <a:lnTo>
                    <a:pt x="37601" y="120183"/>
                  </a:lnTo>
                  <a:lnTo>
                    <a:pt x="37601" y="120859"/>
                  </a:lnTo>
                  <a:lnTo>
                    <a:pt x="36493" y="120859"/>
                  </a:lnTo>
                  <a:lnTo>
                    <a:pt x="35383" y="120859"/>
                  </a:lnTo>
                  <a:lnTo>
                    <a:pt x="34269" y="120859"/>
                  </a:lnTo>
                  <a:lnTo>
                    <a:pt x="33150" y="120859"/>
                  </a:lnTo>
                  <a:lnTo>
                    <a:pt x="32023" y="120859"/>
                  </a:lnTo>
                  <a:lnTo>
                    <a:pt x="30887" y="120859"/>
                  </a:lnTo>
                  <a:lnTo>
                    <a:pt x="30720" y="121940"/>
                  </a:lnTo>
                  <a:lnTo>
                    <a:pt x="30553" y="123029"/>
                  </a:lnTo>
                  <a:lnTo>
                    <a:pt x="30383" y="124133"/>
                  </a:lnTo>
                  <a:lnTo>
                    <a:pt x="30260" y="124638"/>
                  </a:lnTo>
                  <a:lnTo>
                    <a:pt x="30042" y="125530"/>
                  </a:lnTo>
                  <a:lnTo>
                    <a:pt x="29544" y="127574"/>
                  </a:lnTo>
                  <a:lnTo>
                    <a:pt x="28498" y="128052"/>
                  </a:lnTo>
                  <a:lnTo>
                    <a:pt x="27475" y="128435"/>
                  </a:lnTo>
                  <a:lnTo>
                    <a:pt x="26465" y="128736"/>
                  </a:lnTo>
                  <a:lnTo>
                    <a:pt x="25459" y="128967"/>
                  </a:lnTo>
                  <a:lnTo>
                    <a:pt x="24450" y="129141"/>
                  </a:lnTo>
                  <a:lnTo>
                    <a:pt x="23429" y="129270"/>
                  </a:lnTo>
                  <a:lnTo>
                    <a:pt x="22388" y="129367"/>
                  </a:lnTo>
                  <a:lnTo>
                    <a:pt x="21317" y="129444"/>
                  </a:lnTo>
                  <a:lnTo>
                    <a:pt x="20208" y="129513"/>
                  </a:lnTo>
                  <a:lnTo>
                    <a:pt x="19053" y="129588"/>
                  </a:lnTo>
                  <a:lnTo>
                    <a:pt x="17959" y="129667"/>
                  </a:lnTo>
                  <a:lnTo>
                    <a:pt x="16871" y="129753"/>
                  </a:lnTo>
                  <a:lnTo>
                    <a:pt x="15789" y="129847"/>
                  </a:lnTo>
                  <a:lnTo>
                    <a:pt x="14711" y="129948"/>
                  </a:lnTo>
                  <a:lnTo>
                    <a:pt x="13638" y="130059"/>
                  </a:lnTo>
                  <a:lnTo>
                    <a:pt x="12568" y="130180"/>
                  </a:lnTo>
                  <a:lnTo>
                    <a:pt x="11501" y="130312"/>
                  </a:lnTo>
                  <a:lnTo>
                    <a:pt x="10435" y="130455"/>
                  </a:lnTo>
                  <a:lnTo>
                    <a:pt x="9370" y="130610"/>
                  </a:lnTo>
                  <a:lnTo>
                    <a:pt x="8305" y="130779"/>
                  </a:lnTo>
                  <a:lnTo>
                    <a:pt x="7239" y="130962"/>
                  </a:lnTo>
                  <a:lnTo>
                    <a:pt x="6172" y="131159"/>
                  </a:lnTo>
                  <a:lnTo>
                    <a:pt x="5102" y="131372"/>
                  </a:lnTo>
                  <a:lnTo>
                    <a:pt x="4029" y="131602"/>
                  </a:lnTo>
                  <a:lnTo>
                    <a:pt x="4363" y="130934"/>
                  </a:lnTo>
                  <a:lnTo>
                    <a:pt x="5372" y="128916"/>
                  </a:lnTo>
                  <a:lnTo>
                    <a:pt x="6703" y="128916"/>
                  </a:lnTo>
                  <a:lnTo>
                    <a:pt x="8043" y="128916"/>
                  </a:lnTo>
                  <a:lnTo>
                    <a:pt x="9400" y="128916"/>
                  </a:lnTo>
                  <a:lnTo>
                    <a:pt x="9733" y="127919"/>
                  </a:lnTo>
                  <a:lnTo>
                    <a:pt x="10067" y="126917"/>
                  </a:lnTo>
                  <a:lnTo>
                    <a:pt x="10403" y="125908"/>
                  </a:lnTo>
                  <a:lnTo>
                    <a:pt x="10743" y="124888"/>
                  </a:lnTo>
                  <a:lnTo>
                    <a:pt x="11848" y="124261"/>
                  </a:lnTo>
                  <a:lnTo>
                    <a:pt x="12682" y="123802"/>
                  </a:lnTo>
                  <a:lnTo>
                    <a:pt x="13407" y="123436"/>
                  </a:lnTo>
                  <a:lnTo>
                    <a:pt x="14183" y="123084"/>
                  </a:lnTo>
                  <a:lnTo>
                    <a:pt x="15172" y="122671"/>
                  </a:lnTo>
                  <a:lnTo>
                    <a:pt x="16534" y="122119"/>
                  </a:lnTo>
                  <a:lnTo>
                    <a:pt x="18658" y="121244"/>
                  </a:lnTo>
                  <a:lnTo>
                    <a:pt x="20503" y="120479"/>
                  </a:lnTo>
                  <a:lnTo>
                    <a:pt x="22091" y="119811"/>
                  </a:lnTo>
                  <a:lnTo>
                    <a:pt x="23446" y="119224"/>
                  </a:lnTo>
                  <a:lnTo>
                    <a:pt x="24590" y="118706"/>
                  </a:lnTo>
                  <a:lnTo>
                    <a:pt x="25546" y="118242"/>
                  </a:lnTo>
                  <a:lnTo>
                    <a:pt x="26339" y="117817"/>
                  </a:lnTo>
                  <a:lnTo>
                    <a:pt x="26990" y="117418"/>
                  </a:lnTo>
                  <a:lnTo>
                    <a:pt x="27524" y="117030"/>
                  </a:lnTo>
                  <a:lnTo>
                    <a:pt x="27962" y="116639"/>
                  </a:lnTo>
                  <a:lnTo>
                    <a:pt x="28330" y="116231"/>
                  </a:lnTo>
                  <a:lnTo>
                    <a:pt x="28648" y="115792"/>
                  </a:lnTo>
                  <a:lnTo>
                    <a:pt x="28941" y="115307"/>
                  </a:lnTo>
                  <a:lnTo>
                    <a:pt x="29232" y="114763"/>
                  </a:lnTo>
                  <a:lnTo>
                    <a:pt x="29544" y="114145"/>
                  </a:lnTo>
                  <a:lnTo>
                    <a:pt x="30650" y="113666"/>
                  </a:lnTo>
                  <a:lnTo>
                    <a:pt x="31762" y="113198"/>
                  </a:lnTo>
                  <a:lnTo>
                    <a:pt x="32878" y="112743"/>
                  </a:lnTo>
                  <a:lnTo>
                    <a:pt x="34000" y="112302"/>
                  </a:lnTo>
                  <a:lnTo>
                    <a:pt x="35126" y="111873"/>
                  </a:lnTo>
                  <a:lnTo>
                    <a:pt x="36258" y="111459"/>
                  </a:lnTo>
                  <a:lnTo>
                    <a:pt x="35236" y="110804"/>
                  </a:lnTo>
                  <a:lnTo>
                    <a:pt x="34233" y="110213"/>
                  </a:lnTo>
                  <a:lnTo>
                    <a:pt x="33245" y="109679"/>
                  </a:lnTo>
                  <a:lnTo>
                    <a:pt x="32265" y="109197"/>
                  </a:lnTo>
                  <a:lnTo>
                    <a:pt x="31286" y="108759"/>
                  </a:lnTo>
                  <a:lnTo>
                    <a:pt x="30304" y="108359"/>
                  </a:lnTo>
                  <a:lnTo>
                    <a:pt x="29313" y="107992"/>
                  </a:lnTo>
                  <a:lnTo>
                    <a:pt x="28305" y="107649"/>
                  </a:lnTo>
                  <a:lnTo>
                    <a:pt x="27277" y="107325"/>
                  </a:lnTo>
                  <a:lnTo>
                    <a:pt x="26221" y="107014"/>
                  </a:lnTo>
                  <a:lnTo>
                    <a:pt x="25131" y="106708"/>
                  </a:lnTo>
                  <a:lnTo>
                    <a:pt x="24003" y="106401"/>
                  </a:lnTo>
                  <a:lnTo>
                    <a:pt x="22829" y="106087"/>
                  </a:lnTo>
                  <a:lnTo>
                    <a:pt x="21771" y="105787"/>
                  </a:lnTo>
                  <a:lnTo>
                    <a:pt x="20713" y="105486"/>
                  </a:lnTo>
                  <a:lnTo>
                    <a:pt x="19656" y="105184"/>
                  </a:lnTo>
                  <a:lnTo>
                    <a:pt x="18598" y="104881"/>
                  </a:lnTo>
                  <a:lnTo>
                    <a:pt x="17541" y="104577"/>
                  </a:lnTo>
                  <a:lnTo>
                    <a:pt x="16523" y="104286"/>
                  </a:lnTo>
                  <a:lnTo>
                    <a:pt x="15501" y="103994"/>
                  </a:lnTo>
                  <a:lnTo>
                    <a:pt x="14471" y="103700"/>
                  </a:lnTo>
                  <a:lnTo>
                    <a:pt x="13429" y="103402"/>
                  </a:lnTo>
                  <a:lnTo>
                    <a:pt x="13518" y="102180"/>
                  </a:lnTo>
                  <a:lnTo>
                    <a:pt x="13632" y="101290"/>
                  </a:lnTo>
                  <a:lnTo>
                    <a:pt x="13836" y="100474"/>
                  </a:lnTo>
                  <a:lnTo>
                    <a:pt x="14195" y="99473"/>
                  </a:lnTo>
                  <a:lnTo>
                    <a:pt x="14772" y="98030"/>
                  </a:lnTo>
                  <a:lnTo>
                    <a:pt x="15988" y="97369"/>
                  </a:lnTo>
                  <a:lnTo>
                    <a:pt x="16956" y="96851"/>
                  </a:lnTo>
                  <a:lnTo>
                    <a:pt x="17772" y="96434"/>
                  </a:lnTo>
                  <a:lnTo>
                    <a:pt x="18532" y="96074"/>
                  </a:lnTo>
                  <a:lnTo>
                    <a:pt x="19330" y="95727"/>
                  </a:lnTo>
                  <a:lnTo>
                    <a:pt x="20263" y="95351"/>
                  </a:lnTo>
                  <a:lnTo>
                    <a:pt x="21425" y="94902"/>
                  </a:lnTo>
                  <a:lnTo>
                    <a:pt x="22912" y="94337"/>
                  </a:lnTo>
                  <a:lnTo>
                    <a:pt x="24026" y="93906"/>
                  </a:lnTo>
                  <a:lnTo>
                    <a:pt x="25144" y="93473"/>
                  </a:lnTo>
                  <a:lnTo>
                    <a:pt x="26270" y="93037"/>
                  </a:lnTo>
                  <a:lnTo>
                    <a:pt x="27408" y="92595"/>
                  </a:lnTo>
                  <a:lnTo>
                    <a:pt x="28558" y="92173"/>
                  </a:lnTo>
                  <a:lnTo>
                    <a:pt x="29714" y="91747"/>
                  </a:lnTo>
                  <a:lnTo>
                    <a:pt x="30887" y="91316"/>
                  </a:lnTo>
                  <a:lnTo>
                    <a:pt x="30710" y="90203"/>
                  </a:lnTo>
                  <a:lnTo>
                    <a:pt x="30482" y="89122"/>
                  </a:lnTo>
                  <a:lnTo>
                    <a:pt x="30207" y="88072"/>
                  </a:lnTo>
                  <a:lnTo>
                    <a:pt x="29884" y="87051"/>
                  </a:lnTo>
                  <a:lnTo>
                    <a:pt x="29517" y="86059"/>
                  </a:lnTo>
                  <a:lnTo>
                    <a:pt x="29107" y="85093"/>
                  </a:lnTo>
                  <a:lnTo>
                    <a:pt x="28657" y="84153"/>
                  </a:lnTo>
                  <a:lnTo>
                    <a:pt x="28167" y="83237"/>
                  </a:lnTo>
                  <a:lnTo>
                    <a:pt x="27641" y="82345"/>
                  </a:lnTo>
                  <a:lnTo>
                    <a:pt x="27080" y="81474"/>
                  </a:lnTo>
                  <a:lnTo>
                    <a:pt x="26486" y="80624"/>
                  </a:lnTo>
                  <a:lnTo>
                    <a:pt x="25860" y="79793"/>
                  </a:lnTo>
                  <a:lnTo>
                    <a:pt x="25206" y="78980"/>
                  </a:lnTo>
                  <a:lnTo>
                    <a:pt x="24524" y="78184"/>
                  </a:lnTo>
                  <a:lnTo>
                    <a:pt x="23817" y="77403"/>
                  </a:lnTo>
                  <a:lnTo>
                    <a:pt x="23086" y="76637"/>
                  </a:lnTo>
                  <a:lnTo>
                    <a:pt x="22334" y="75883"/>
                  </a:lnTo>
                  <a:lnTo>
                    <a:pt x="21563" y="75141"/>
                  </a:lnTo>
                  <a:lnTo>
                    <a:pt x="20774" y="74409"/>
                  </a:lnTo>
                  <a:lnTo>
                    <a:pt x="19969" y="73687"/>
                  </a:lnTo>
                  <a:lnTo>
                    <a:pt x="19151" y="72972"/>
                  </a:lnTo>
                  <a:lnTo>
                    <a:pt x="18321" y="72264"/>
                  </a:lnTo>
                  <a:lnTo>
                    <a:pt x="17481" y="71561"/>
                  </a:lnTo>
                  <a:lnTo>
                    <a:pt x="16633" y="70862"/>
                  </a:lnTo>
                  <a:lnTo>
                    <a:pt x="15779" y="70165"/>
                  </a:lnTo>
                  <a:lnTo>
                    <a:pt x="14842" y="69375"/>
                  </a:lnTo>
                  <a:lnTo>
                    <a:pt x="13969" y="68590"/>
                  </a:lnTo>
                  <a:lnTo>
                    <a:pt x="13149" y="67806"/>
                  </a:lnTo>
                  <a:lnTo>
                    <a:pt x="12374" y="67016"/>
                  </a:lnTo>
                  <a:lnTo>
                    <a:pt x="11631" y="66212"/>
                  </a:lnTo>
                  <a:lnTo>
                    <a:pt x="10912" y="65389"/>
                  </a:lnTo>
                  <a:lnTo>
                    <a:pt x="10205" y="64540"/>
                  </a:lnTo>
                  <a:lnTo>
                    <a:pt x="9501" y="63658"/>
                  </a:lnTo>
                  <a:lnTo>
                    <a:pt x="8788" y="62738"/>
                  </a:lnTo>
                  <a:lnTo>
                    <a:pt x="8058" y="61772"/>
                  </a:lnTo>
                  <a:lnTo>
                    <a:pt x="7060" y="61440"/>
                  </a:lnTo>
                  <a:lnTo>
                    <a:pt x="6058" y="61106"/>
                  </a:lnTo>
                  <a:lnTo>
                    <a:pt x="5049" y="60770"/>
                  </a:lnTo>
                  <a:lnTo>
                    <a:pt x="4029" y="60429"/>
                  </a:lnTo>
                  <a:lnTo>
                    <a:pt x="4029" y="59098"/>
                  </a:lnTo>
                  <a:lnTo>
                    <a:pt x="4029" y="57759"/>
                  </a:lnTo>
                  <a:lnTo>
                    <a:pt x="4029" y="56401"/>
                  </a:lnTo>
                  <a:lnTo>
                    <a:pt x="3031" y="56068"/>
                  </a:lnTo>
                  <a:lnTo>
                    <a:pt x="2030" y="55734"/>
                  </a:lnTo>
                  <a:lnTo>
                    <a:pt x="1021" y="55398"/>
                  </a:lnTo>
                  <a:lnTo>
                    <a:pt x="0" y="55058"/>
                  </a:lnTo>
                  <a:lnTo>
                    <a:pt x="0" y="53725"/>
                  </a:lnTo>
                  <a:lnTo>
                    <a:pt x="0" y="52372"/>
                  </a:lnTo>
                  <a:lnTo>
                    <a:pt x="2503" y="53207"/>
                  </a:lnTo>
                  <a:lnTo>
                    <a:pt x="4770" y="53962"/>
                  </a:lnTo>
                  <a:lnTo>
                    <a:pt x="6815" y="54644"/>
                  </a:lnTo>
                  <a:lnTo>
                    <a:pt x="8651" y="55256"/>
                  </a:lnTo>
                  <a:lnTo>
                    <a:pt x="10293" y="55803"/>
                  </a:lnTo>
                  <a:lnTo>
                    <a:pt x="11754" y="56290"/>
                  </a:lnTo>
                  <a:lnTo>
                    <a:pt x="13048" y="56722"/>
                  </a:lnTo>
                  <a:lnTo>
                    <a:pt x="14189" y="57102"/>
                  </a:lnTo>
                  <a:lnTo>
                    <a:pt x="15190" y="57436"/>
                  </a:lnTo>
                  <a:lnTo>
                    <a:pt x="16067" y="57728"/>
                  </a:lnTo>
                  <a:lnTo>
                    <a:pt x="16832" y="57983"/>
                  </a:lnTo>
                  <a:lnTo>
                    <a:pt x="17500" y="58206"/>
                  </a:lnTo>
                  <a:lnTo>
                    <a:pt x="18084" y="58401"/>
                  </a:lnTo>
                  <a:lnTo>
                    <a:pt x="18599" y="58572"/>
                  </a:lnTo>
                  <a:lnTo>
                    <a:pt x="19057" y="58725"/>
                  </a:lnTo>
                  <a:lnTo>
                    <a:pt x="19474" y="58864"/>
                  </a:lnTo>
                  <a:lnTo>
                    <a:pt x="19862" y="58994"/>
                  </a:lnTo>
                  <a:lnTo>
                    <a:pt x="20237" y="59119"/>
                  </a:lnTo>
                  <a:lnTo>
                    <a:pt x="20611" y="59243"/>
                  </a:lnTo>
                  <a:lnTo>
                    <a:pt x="20998" y="59373"/>
                  </a:lnTo>
                  <a:lnTo>
                    <a:pt x="21412" y="59511"/>
                  </a:lnTo>
                  <a:lnTo>
                    <a:pt x="22557" y="59891"/>
                  </a:lnTo>
                  <a:lnTo>
                    <a:pt x="23702" y="60269"/>
                  </a:lnTo>
                  <a:lnTo>
                    <a:pt x="24847" y="60647"/>
                  </a:lnTo>
                  <a:lnTo>
                    <a:pt x="25993" y="61023"/>
                  </a:lnTo>
                  <a:lnTo>
                    <a:pt x="27138" y="61398"/>
                  </a:lnTo>
                  <a:lnTo>
                    <a:pt x="28284" y="61772"/>
                  </a:lnTo>
                  <a:lnTo>
                    <a:pt x="29271" y="62111"/>
                  </a:lnTo>
                  <a:lnTo>
                    <a:pt x="30257" y="62453"/>
                  </a:lnTo>
                  <a:lnTo>
                    <a:pt x="31240" y="62799"/>
                  </a:lnTo>
                  <a:lnTo>
                    <a:pt x="32223" y="63148"/>
                  </a:lnTo>
                  <a:lnTo>
                    <a:pt x="33204" y="63501"/>
                  </a:lnTo>
                  <a:lnTo>
                    <a:pt x="34184" y="63856"/>
                  </a:lnTo>
                  <a:lnTo>
                    <a:pt x="35162" y="64215"/>
                  </a:lnTo>
                  <a:lnTo>
                    <a:pt x="36140" y="64575"/>
                  </a:lnTo>
                  <a:lnTo>
                    <a:pt x="37117" y="64938"/>
                  </a:lnTo>
                  <a:lnTo>
                    <a:pt x="38094" y="65302"/>
                  </a:lnTo>
                  <a:lnTo>
                    <a:pt x="39070" y="65669"/>
                  </a:lnTo>
                  <a:lnTo>
                    <a:pt x="40046" y="66036"/>
                  </a:lnTo>
                  <a:lnTo>
                    <a:pt x="41021" y="66405"/>
                  </a:lnTo>
                  <a:lnTo>
                    <a:pt x="41997" y="66774"/>
                  </a:lnTo>
                  <a:lnTo>
                    <a:pt x="42972" y="67144"/>
                  </a:lnTo>
                  <a:lnTo>
                    <a:pt x="42972" y="68477"/>
                  </a:lnTo>
                  <a:lnTo>
                    <a:pt x="42972" y="69830"/>
                  </a:lnTo>
                  <a:lnTo>
                    <a:pt x="44112" y="69830"/>
                  </a:lnTo>
                  <a:lnTo>
                    <a:pt x="45253" y="69830"/>
                  </a:lnTo>
                  <a:lnTo>
                    <a:pt x="46397" y="69830"/>
                  </a:lnTo>
                  <a:lnTo>
                    <a:pt x="47546" y="69830"/>
                  </a:lnTo>
                  <a:lnTo>
                    <a:pt x="48700" y="69830"/>
                  </a:lnTo>
                  <a:lnTo>
                    <a:pt x="49860" y="69830"/>
                  </a:lnTo>
                  <a:lnTo>
                    <a:pt x="51030" y="69830"/>
                  </a:lnTo>
                  <a:lnTo>
                    <a:pt x="51030" y="68791"/>
                  </a:lnTo>
                  <a:lnTo>
                    <a:pt x="51030" y="67752"/>
                  </a:lnTo>
                  <a:lnTo>
                    <a:pt x="51030" y="66713"/>
                  </a:lnTo>
                  <a:lnTo>
                    <a:pt x="51030" y="65674"/>
                  </a:lnTo>
                  <a:lnTo>
                    <a:pt x="51030" y="64635"/>
                  </a:lnTo>
                  <a:lnTo>
                    <a:pt x="51030" y="63596"/>
                  </a:lnTo>
                  <a:lnTo>
                    <a:pt x="51030" y="62556"/>
                  </a:lnTo>
                  <a:lnTo>
                    <a:pt x="51030" y="61515"/>
                  </a:lnTo>
                  <a:lnTo>
                    <a:pt x="51030" y="60474"/>
                  </a:lnTo>
                  <a:lnTo>
                    <a:pt x="51030" y="59433"/>
                  </a:lnTo>
                  <a:lnTo>
                    <a:pt x="51030" y="58391"/>
                  </a:lnTo>
                  <a:lnTo>
                    <a:pt x="51030" y="57348"/>
                  </a:lnTo>
                  <a:lnTo>
                    <a:pt x="51030" y="56305"/>
                  </a:lnTo>
                  <a:lnTo>
                    <a:pt x="51030" y="55261"/>
                  </a:lnTo>
                  <a:lnTo>
                    <a:pt x="51030" y="54215"/>
                  </a:lnTo>
                  <a:lnTo>
                    <a:pt x="51030" y="53169"/>
                  </a:lnTo>
                  <a:lnTo>
                    <a:pt x="51030" y="52122"/>
                  </a:lnTo>
                  <a:lnTo>
                    <a:pt x="51030" y="51074"/>
                  </a:lnTo>
                  <a:lnTo>
                    <a:pt x="51030" y="50025"/>
                  </a:lnTo>
                  <a:lnTo>
                    <a:pt x="51030" y="48975"/>
                  </a:lnTo>
                  <a:lnTo>
                    <a:pt x="51030" y="47923"/>
                  </a:lnTo>
                  <a:lnTo>
                    <a:pt x="51030" y="46871"/>
                  </a:lnTo>
                  <a:lnTo>
                    <a:pt x="51030" y="45816"/>
                  </a:lnTo>
                  <a:lnTo>
                    <a:pt x="51030" y="44761"/>
                  </a:lnTo>
                  <a:lnTo>
                    <a:pt x="51030" y="43704"/>
                  </a:lnTo>
                  <a:lnTo>
                    <a:pt x="51030" y="42645"/>
                  </a:lnTo>
                  <a:lnTo>
                    <a:pt x="51030" y="41585"/>
                  </a:lnTo>
                  <a:lnTo>
                    <a:pt x="51030" y="40523"/>
                  </a:lnTo>
                  <a:lnTo>
                    <a:pt x="51030" y="39459"/>
                  </a:lnTo>
                  <a:lnTo>
                    <a:pt x="51030" y="38394"/>
                  </a:lnTo>
                  <a:lnTo>
                    <a:pt x="51030" y="37327"/>
                  </a:lnTo>
                  <a:lnTo>
                    <a:pt x="51030" y="36258"/>
                  </a:lnTo>
                  <a:lnTo>
                    <a:pt x="52738" y="36268"/>
                  </a:lnTo>
                  <a:lnTo>
                    <a:pt x="53955" y="36341"/>
                  </a:lnTo>
                  <a:lnTo>
                    <a:pt x="54861" y="36540"/>
                  </a:lnTo>
                  <a:lnTo>
                    <a:pt x="55635" y="36926"/>
                  </a:lnTo>
                  <a:lnTo>
                    <a:pt x="56457" y="37563"/>
                  </a:lnTo>
                  <a:lnTo>
                    <a:pt x="57508" y="38514"/>
                  </a:lnTo>
                  <a:lnTo>
                    <a:pt x="57876" y="38947"/>
                  </a:lnTo>
                  <a:lnTo>
                    <a:pt x="58525" y="39711"/>
                  </a:lnTo>
                  <a:lnTo>
                    <a:pt x="60011" y="41461"/>
                  </a:lnTo>
                  <a:lnTo>
                    <a:pt x="60848" y="42428"/>
                  </a:lnTo>
                  <a:lnTo>
                    <a:pt x="61690" y="43402"/>
                  </a:lnTo>
                  <a:lnTo>
                    <a:pt x="62544" y="44389"/>
                  </a:lnTo>
                  <a:lnTo>
                    <a:pt x="63478" y="45685"/>
                  </a:lnTo>
                  <a:lnTo>
                    <a:pt x="64045" y="46608"/>
                  </a:lnTo>
                  <a:lnTo>
                    <a:pt x="64336" y="47414"/>
                  </a:lnTo>
                  <a:lnTo>
                    <a:pt x="64443" y="48355"/>
                  </a:lnTo>
                  <a:lnTo>
                    <a:pt x="64459" y="49686"/>
                  </a:lnTo>
                  <a:lnTo>
                    <a:pt x="65567" y="50130"/>
                  </a:lnTo>
                  <a:lnTo>
                    <a:pt x="66677" y="50574"/>
                  </a:lnTo>
                  <a:lnTo>
                    <a:pt x="67791" y="51019"/>
                  </a:lnTo>
                  <a:lnTo>
                    <a:pt x="68910" y="51467"/>
                  </a:lnTo>
                  <a:lnTo>
                    <a:pt x="70037" y="51918"/>
                  </a:lnTo>
                  <a:lnTo>
                    <a:pt x="71173" y="52372"/>
                  </a:lnTo>
                  <a:lnTo>
                    <a:pt x="71173" y="53703"/>
                  </a:lnTo>
                  <a:lnTo>
                    <a:pt x="71173" y="55043"/>
                  </a:lnTo>
                  <a:lnTo>
                    <a:pt x="71173" y="56401"/>
                  </a:lnTo>
                  <a:lnTo>
                    <a:pt x="72237" y="56667"/>
                  </a:lnTo>
                  <a:lnTo>
                    <a:pt x="73304" y="56933"/>
                  </a:lnTo>
                  <a:lnTo>
                    <a:pt x="74375" y="57201"/>
                  </a:lnTo>
                  <a:lnTo>
                    <a:pt x="75455" y="57471"/>
                  </a:lnTo>
                  <a:lnTo>
                    <a:pt x="76545" y="57744"/>
                  </a:lnTo>
                  <a:lnTo>
                    <a:pt x="76419" y="56327"/>
                  </a:lnTo>
                  <a:lnTo>
                    <a:pt x="76292" y="54890"/>
                  </a:lnTo>
                  <a:lnTo>
                    <a:pt x="76398" y="53739"/>
                  </a:lnTo>
                  <a:lnTo>
                    <a:pt x="76558" y="52648"/>
                  </a:lnTo>
                  <a:lnTo>
                    <a:pt x="76769" y="51607"/>
                  </a:lnTo>
                  <a:lnTo>
                    <a:pt x="77030" y="50608"/>
                  </a:lnTo>
                  <a:lnTo>
                    <a:pt x="77338" y="49640"/>
                  </a:lnTo>
                  <a:lnTo>
                    <a:pt x="77689" y="48695"/>
                  </a:lnTo>
                  <a:lnTo>
                    <a:pt x="78081" y="47763"/>
                  </a:lnTo>
                  <a:lnTo>
                    <a:pt x="78513" y="46835"/>
                  </a:lnTo>
                  <a:lnTo>
                    <a:pt x="78980" y="45901"/>
                  </a:lnTo>
                  <a:lnTo>
                    <a:pt x="79481" y="44953"/>
                  </a:lnTo>
                  <a:lnTo>
                    <a:pt x="80013" y="43979"/>
                  </a:lnTo>
                  <a:lnTo>
                    <a:pt x="80573" y="42972"/>
                  </a:lnTo>
                  <a:lnTo>
                    <a:pt x="81906" y="42972"/>
                  </a:lnTo>
                  <a:lnTo>
                    <a:pt x="83259" y="42972"/>
                  </a:lnTo>
                  <a:lnTo>
                    <a:pt x="83259" y="41864"/>
                  </a:lnTo>
                  <a:lnTo>
                    <a:pt x="83259" y="40754"/>
                  </a:lnTo>
                  <a:lnTo>
                    <a:pt x="83259" y="39640"/>
                  </a:lnTo>
                  <a:lnTo>
                    <a:pt x="83259" y="38521"/>
                  </a:lnTo>
                  <a:lnTo>
                    <a:pt x="83259" y="37394"/>
                  </a:lnTo>
                  <a:lnTo>
                    <a:pt x="83259" y="36258"/>
                  </a:lnTo>
                  <a:lnTo>
                    <a:pt x="84592" y="36258"/>
                  </a:lnTo>
                  <a:lnTo>
                    <a:pt x="85945" y="36258"/>
                  </a:lnTo>
                  <a:lnTo>
                    <a:pt x="86092" y="35223"/>
                  </a:lnTo>
                  <a:lnTo>
                    <a:pt x="86240" y="34188"/>
                  </a:lnTo>
                  <a:lnTo>
                    <a:pt x="86388" y="33152"/>
                  </a:lnTo>
                  <a:lnTo>
                    <a:pt x="86537" y="32113"/>
                  </a:lnTo>
                  <a:lnTo>
                    <a:pt x="86686" y="31071"/>
                  </a:lnTo>
                  <a:lnTo>
                    <a:pt x="86835" y="30026"/>
                  </a:lnTo>
                  <a:lnTo>
                    <a:pt x="86985" y="28975"/>
                  </a:lnTo>
                  <a:lnTo>
                    <a:pt x="87136" y="27919"/>
                  </a:lnTo>
                  <a:lnTo>
                    <a:pt x="87288" y="26857"/>
                  </a:lnTo>
                  <a:lnTo>
                    <a:pt x="88620" y="26857"/>
                  </a:lnTo>
                  <a:lnTo>
                    <a:pt x="89973" y="26857"/>
                  </a:lnTo>
                  <a:lnTo>
                    <a:pt x="90218" y="25771"/>
                  </a:lnTo>
                  <a:lnTo>
                    <a:pt x="90464" y="24677"/>
                  </a:lnTo>
                  <a:lnTo>
                    <a:pt x="90713" y="23569"/>
                  </a:lnTo>
                  <a:lnTo>
                    <a:pt x="90966" y="22491"/>
                  </a:lnTo>
                  <a:lnTo>
                    <a:pt x="91221" y="21410"/>
                  </a:lnTo>
                  <a:lnTo>
                    <a:pt x="91477" y="20321"/>
                  </a:lnTo>
                  <a:lnTo>
                    <a:pt x="91735" y="19219"/>
                  </a:lnTo>
                  <a:lnTo>
                    <a:pt x="91981" y="18156"/>
                  </a:lnTo>
                  <a:lnTo>
                    <a:pt x="92228" y="17088"/>
                  </a:lnTo>
                  <a:lnTo>
                    <a:pt x="92476" y="16012"/>
                  </a:lnTo>
                  <a:lnTo>
                    <a:pt x="92728" y="14923"/>
                  </a:lnTo>
                  <a:lnTo>
                    <a:pt x="93081" y="13806"/>
                  </a:lnTo>
                  <a:lnTo>
                    <a:pt x="93448" y="12734"/>
                  </a:lnTo>
                  <a:lnTo>
                    <a:pt x="93833" y="11699"/>
                  </a:lnTo>
                  <a:lnTo>
                    <a:pt x="94239" y="10695"/>
                  </a:lnTo>
                  <a:lnTo>
                    <a:pt x="94672" y="9717"/>
                  </a:lnTo>
                  <a:lnTo>
                    <a:pt x="95134" y="8758"/>
                  </a:lnTo>
                  <a:lnTo>
                    <a:pt x="95629" y="7812"/>
                  </a:lnTo>
                  <a:lnTo>
                    <a:pt x="96163" y="6872"/>
                  </a:lnTo>
                  <a:lnTo>
                    <a:pt x="96738" y="5932"/>
                  </a:lnTo>
                  <a:lnTo>
                    <a:pt x="97360" y="4986"/>
                  </a:lnTo>
                  <a:lnTo>
                    <a:pt x="98031" y="4028"/>
                  </a:lnTo>
                  <a:lnTo>
                    <a:pt x="99363" y="4028"/>
                  </a:lnTo>
                  <a:lnTo>
                    <a:pt x="100716" y="4028"/>
                  </a:lnTo>
                  <a:lnTo>
                    <a:pt x="100716" y="2697"/>
                  </a:lnTo>
                  <a:lnTo>
                    <a:pt x="100716" y="1357"/>
                  </a:lnTo>
                  <a:lnTo>
                    <a:pt x="100716" y="0"/>
                  </a:lnTo>
                  <a:close/>
                </a:path>
              </a:pathLst>
            </a:custGeom>
            <a:solidFill>
              <a:srgbClr val="43121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region 31 #3480BE"/>
            <p:cNvSpPr/>
            <p:nvPr/>
          </p:nvSpPr>
          <p:spPr>
            <a:xfrm>
              <a:off x="2467698" y="527214"/>
              <a:ext cx="107951" cy="121398"/>
            </a:xfrm>
            <a:custGeom>
              <a:avLst/>
              <a:gdLst/>
              <a:ahLst/>
              <a:cxnLst/>
              <a:rect l="l" t="t" r="r" b="b"/>
              <a:pathLst>
                <a:path w="107951" h="121398">
                  <a:moveTo>
                    <a:pt x="39726" y="51"/>
                  </a:moveTo>
                  <a:lnTo>
                    <a:pt x="41002" y="50"/>
                  </a:lnTo>
                  <a:lnTo>
                    <a:pt x="42282" y="50"/>
                  </a:lnTo>
                  <a:lnTo>
                    <a:pt x="43572" y="49"/>
                  </a:lnTo>
                  <a:lnTo>
                    <a:pt x="44876" y="48"/>
                  </a:lnTo>
                  <a:lnTo>
                    <a:pt x="45951" y="49"/>
                  </a:lnTo>
                  <a:lnTo>
                    <a:pt x="47026" y="51"/>
                  </a:lnTo>
                  <a:lnTo>
                    <a:pt x="48100" y="54"/>
                  </a:lnTo>
                  <a:lnTo>
                    <a:pt x="49175" y="56"/>
                  </a:lnTo>
                  <a:lnTo>
                    <a:pt x="50250" y="60"/>
                  </a:lnTo>
                  <a:lnTo>
                    <a:pt x="51324" y="64"/>
                  </a:lnTo>
                  <a:lnTo>
                    <a:pt x="52399" y="69"/>
                  </a:lnTo>
                  <a:lnTo>
                    <a:pt x="53474" y="74"/>
                  </a:lnTo>
                  <a:lnTo>
                    <a:pt x="54549" y="80"/>
                  </a:lnTo>
                  <a:lnTo>
                    <a:pt x="55623" y="87"/>
                  </a:lnTo>
                  <a:lnTo>
                    <a:pt x="56680" y="94"/>
                  </a:lnTo>
                  <a:lnTo>
                    <a:pt x="57737" y="99"/>
                  </a:lnTo>
                  <a:lnTo>
                    <a:pt x="58794" y="104"/>
                  </a:lnTo>
                  <a:lnTo>
                    <a:pt x="59851" y="107"/>
                  </a:lnTo>
                  <a:lnTo>
                    <a:pt x="60908" y="110"/>
                  </a:lnTo>
                  <a:lnTo>
                    <a:pt x="61965" y="112"/>
                  </a:lnTo>
                  <a:lnTo>
                    <a:pt x="63022" y="114"/>
                  </a:lnTo>
                  <a:lnTo>
                    <a:pt x="64079" y="114"/>
                  </a:lnTo>
                  <a:lnTo>
                    <a:pt x="65136" y="114"/>
                  </a:lnTo>
                  <a:lnTo>
                    <a:pt x="66193" y="114"/>
                  </a:lnTo>
                  <a:lnTo>
                    <a:pt x="67250" y="113"/>
                  </a:lnTo>
                  <a:lnTo>
                    <a:pt x="68307" y="111"/>
                  </a:lnTo>
                  <a:lnTo>
                    <a:pt x="69364" y="110"/>
                  </a:lnTo>
                  <a:lnTo>
                    <a:pt x="70461" y="109"/>
                  </a:lnTo>
                  <a:lnTo>
                    <a:pt x="71558" y="108"/>
                  </a:lnTo>
                  <a:lnTo>
                    <a:pt x="72655" y="109"/>
                  </a:lnTo>
                  <a:lnTo>
                    <a:pt x="73753" y="110"/>
                  </a:lnTo>
                  <a:lnTo>
                    <a:pt x="74850" y="111"/>
                  </a:lnTo>
                  <a:lnTo>
                    <a:pt x="75947" y="114"/>
                  </a:lnTo>
                  <a:lnTo>
                    <a:pt x="77044" y="117"/>
                  </a:lnTo>
                  <a:lnTo>
                    <a:pt x="78142" y="120"/>
                  </a:lnTo>
                  <a:lnTo>
                    <a:pt x="79239" y="123"/>
                  </a:lnTo>
                  <a:lnTo>
                    <a:pt x="80336" y="127"/>
                  </a:lnTo>
                  <a:lnTo>
                    <a:pt x="81434" y="130"/>
                  </a:lnTo>
                  <a:lnTo>
                    <a:pt x="82531" y="134"/>
                  </a:lnTo>
                  <a:lnTo>
                    <a:pt x="83761" y="134"/>
                  </a:lnTo>
                  <a:lnTo>
                    <a:pt x="84996" y="133"/>
                  </a:lnTo>
                  <a:lnTo>
                    <a:pt x="86241" y="132"/>
                  </a:lnTo>
                  <a:lnTo>
                    <a:pt x="87499" y="131"/>
                  </a:lnTo>
                  <a:lnTo>
                    <a:pt x="88646" y="141"/>
                  </a:lnTo>
                  <a:lnTo>
                    <a:pt x="89798" y="150"/>
                  </a:lnTo>
                  <a:lnTo>
                    <a:pt x="90958" y="160"/>
                  </a:lnTo>
                  <a:lnTo>
                    <a:pt x="92131" y="170"/>
                  </a:lnTo>
                  <a:lnTo>
                    <a:pt x="93473" y="176"/>
                  </a:lnTo>
                  <a:lnTo>
                    <a:pt x="94824" y="182"/>
                  </a:lnTo>
                  <a:lnTo>
                    <a:pt x="96193" y="189"/>
                  </a:lnTo>
                  <a:lnTo>
                    <a:pt x="97353" y="316"/>
                  </a:lnTo>
                  <a:lnTo>
                    <a:pt x="98459" y="475"/>
                  </a:lnTo>
                  <a:lnTo>
                    <a:pt x="99522" y="668"/>
                  </a:lnTo>
                  <a:lnTo>
                    <a:pt x="100552" y="899"/>
                  </a:lnTo>
                  <a:lnTo>
                    <a:pt x="101558" y="1170"/>
                  </a:lnTo>
                  <a:lnTo>
                    <a:pt x="102553" y="1483"/>
                  </a:lnTo>
                  <a:lnTo>
                    <a:pt x="103545" y="1843"/>
                  </a:lnTo>
                  <a:lnTo>
                    <a:pt x="104544" y="2251"/>
                  </a:lnTo>
                  <a:lnTo>
                    <a:pt x="105562" y="2710"/>
                  </a:lnTo>
                  <a:lnTo>
                    <a:pt x="106609" y="3224"/>
                  </a:lnTo>
                  <a:lnTo>
                    <a:pt x="107143" y="4637"/>
                  </a:lnTo>
                  <a:lnTo>
                    <a:pt x="107480" y="5622"/>
                  </a:lnTo>
                  <a:lnTo>
                    <a:pt x="107684" y="6439"/>
                  </a:lnTo>
                  <a:lnTo>
                    <a:pt x="107820" y="7344"/>
                  </a:lnTo>
                  <a:lnTo>
                    <a:pt x="107951" y="8595"/>
                  </a:lnTo>
                  <a:lnTo>
                    <a:pt x="106954" y="8928"/>
                  </a:lnTo>
                  <a:lnTo>
                    <a:pt x="105952" y="9262"/>
                  </a:lnTo>
                  <a:lnTo>
                    <a:pt x="104943" y="9598"/>
                  </a:lnTo>
                  <a:lnTo>
                    <a:pt x="103923" y="9938"/>
                  </a:lnTo>
                  <a:lnTo>
                    <a:pt x="103363" y="11002"/>
                  </a:lnTo>
                  <a:lnTo>
                    <a:pt x="102815" y="12071"/>
                  </a:lnTo>
                  <a:lnTo>
                    <a:pt x="102279" y="13145"/>
                  </a:lnTo>
                  <a:lnTo>
                    <a:pt x="101753" y="14225"/>
                  </a:lnTo>
                  <a:lnTo>
                    <a:pt x="101237" y="15310"/>
                  </a:lnTo>
                  <a:lnTo>
                    <a:pt x="100418" y="16346"/>
                  </a:lnTo>
                  <a:lnTo>
                    <a:pt x="99664" y="17206"/>
                  </a:lnTo>
                  <a:lnTo>
                    <a:pt x="98931" y="17912"/>
                  </a:lnTo>
                  <a:lnTo>
                    <a:pt x="98172" y="18484"/>
                  </a:lnTo>
                  <a:lnTo>
                    <a:pt x="97344" y="18943"/>
                  </a:lnTo>
                  <a:lnTo>
                    <a:pt x="96400" y="19309"/>
                  </a:lnTo>
                  <a:lnTo>
                    <a:pt x="95297" y="19604"/>
                  </a:lnTo>
                  <a:lnTo>
                    <a:pt x="93988" y="19847"/>
                  </a:lnTo>
                  <a:lnTo>
                    <a:pt x="92716" y="19850"/>
                  </a:lnTo>
                  <a:lnTo>
                    <a:pt x="91435" y="19853"/>
                  </a:lnTo>
                  <a:lnTo>
                    <a:pt x="90137" y="19855"/>
                  </a:lnTo>
                  <a:lnTo>
                    <a:pt x="89663" y="19860"/>
                  </a:lnTo>
                  <a:lnTo>
                    <a:pt x="89049" y="19866"/>
                  </a:lnTo>
                  <a:lnTo>
                    <a:pt x="87887" y="19877"/>
                  </a:lnTo>
                  <a:lnTo>
                    <a:pt x="85764" y="19897"/>
                  </a:lnTo>
                  <a:lnTo>
                    <a:pt x="84596" y="19894"/>
                  </a:lnTo>
                  <a:lnTo>
                    <a:pt x="83423" y="19891"/>
                  </a:lnTo>
                  <a:lnTo>
                    <a:pt x="82241" y="19888"/>
                  </a:lnTo>
                  <a:lnTo>
                    <a:pt x="81047" y="19885"/>
                  </a:lnTo>
                  <a:lnTo>
                    <a:pt x="79848" y="19895"/>
                  </a:lnTo>
                  <a:lnTo>
                    <a:pt x="78644" y="19906"/>
                  </a:lnTo>
                  <a:lnTo>
                    <a:pt x="77431" y="19917"/>
                  </a:lnTo>
                  <a:lnTo>
                    <a:pt x="76206" y="19928"/>
                  </a:lnTo>
                  <a:lnTo>
                    <a:pt x="75124" y="19937"/>
                  </a:lnTo>
                  <a:lnTo>
                    <a:pt x="74043" y="19946"/>
                  </a:lnTo>
                  <a:lnTo>
                    <a:pt x="72961" y="19954"/>
                  </a:lnTo>
                  <a:lnTo>
                    <a:pt x="71879" y="19961"/>
                  </a:lnTo>
                  <a:lnTo>
                    <a:pt x="70798" y="19968"/>
                  </a:lnTo>
                  <a:lnTo>
                    <a:pt x="69716" y="19974"/>
                  </a:lnTo>
                  <a:lnTo>
                    <a:pt x="68635" y="19980"/>
                  </a:lnTo>
                  <a:lnTo>
                    <a:pt x="67553" y="19985"/>
                  </a:lnTo>
                  <a:lnTo>
                    <a:pt x="66471" y="19990"/>
                  </a:lnTo>
                  <a:lnTo>
                    <a:pt x="65390" y="19995"/>
                  </a:lnTo>
                  <a:lnTo>
                    <a:pt x="64308" y="19999"/>
                  </a:lnTo>
                  <a:lnTo>
                    <a:pt x="63227" y="20003"/>
                  </a:lnTo>
                  <a:lnTo>
                    <a:pt x="62145" y="20007"/>
                  </a:lnTo>
                  <a:lnTo>
                    <a:pt x="61063" y="20010"/>
                  </a:lnTo>
                  <a:lnTo>
                    <a:pt x="59982" y="20013"/>
                  </a:lnTo>
                  <a:lnTo>
                    <a:pt x="58900" y="20017"/>
                  </a:lnTo>
                  <a:lnTo>
                    <a:pt x="57819" y="20020"/>
                  </a:lnTo>
                  <a:lnTo>
                    <a:pt x="56737" y="20023"/>
                  </a:lnTo>
                  <a:lnTo>
                    <a:pt x="55656" y="20026"/>
                  </a:lnTo>
                  <a:lnTo>
                    <a:pt x="54586" y="20031"/>
                  </a:lnTo>
                  <a:lnTo>
                    <a:pt x="53516" y="20036"/>
                  </a:lnTo>
                  <a:lnTo>
                    <a:pt x="52446" y="20042"/>
                  </a:lnTo>
                  <a:lnTo>
                    <a:pt x="51376" y="20049"/>
                  </a:lnTo>
                  <a:lnTo>
                    <a:pt x="50306" y="20056"/>
                  </a:lnTo>
                  <a:lnTo>
                    <a:pt x="49236" y="20063"/>
                  </a:lnTo>
                  <a:lnTo>
                    <a:pt x="48166" y="20072"/>
                  </a:lnTo>
                  <a:lnTo>
                    <a:pt x="47096" y="20080"/>
                  </a:lnTo>
                  <a:lnTo>
                    <a:pt x="46026" y="20089"/>
                  </a:lnTo>
                  <a:lnTo>
                    <a:pt x="44956" y="20098"/>
                  </a:lnTo>
                  <a:lnTo>
                    <a:pt x="43886" y="20107"/>
                  </a:lnTo>
                  <a:lnTo>
                    <a:pt x="42816" y="20117"/>
                  </a:lnTo>
                  <a:lnTo>
                    <a:pt x="41746" y="20126"/>
                  </a:lnTo>
                  <a:lnTo>
                    <a:pt x="40676" y="20136"/>
                  </a:lnTo>
                  <a:lnTo>
                    <a:pt x="39505" y="20133"/>
                  </a:lnTo>
                  <a:lnTo>
                    <a:pt x="38330" y="20130"/>
                  </a:lnTo>
                  <a:lnTo>
                    <a:pt x="37146" y="20127"/>
                  </a:lnTo>
                  <a:lnTo>
                    <a:pt x="35949" y="20124"/>
                  </a:lnTo>
                  <a:lnTo>
                    <a:pt x="35477" y="20129"/>
                  </a:lnTo>
                  <a:lnTo>
                    <a:pt x="34865" y="20134"/>
                  </a:lnTo>
                  <a:lnTo>
                    <a:pt x="33706" y="20145"/>
                  </a:lnTo>
                  <a:lnTo>
                    <a:pt x="31590" y="20166"/>
                  </a:lnTo>
                  <a:lnTo>
                    <a:pt x="30318" y="20168"/>
                  </a:lnTo>
                  <a:lnTo>
                    <a:pt x="29038" y="20171"/>
                  </a:lnTo>
                  <a:lnTo>
                    <a:pt x="27741" y="20174"/>
                  </a:lnTo>
                  <a:lnTo>
                    <a:pt x="26228" y="20426"/>
                  </a:lnTo>
                  <a:lnTo>
                    <a:pt x="24693" y="20681"/>
                  </a:lnTo>
                  <a:lnTo>
                    <a:pt x="23953" y="21825"/>
                  </a:lnTo>
                  <a:lnTo>
                    <a:pt x="23345" y="22846"/>
                  </a:lnTo>
                  <a:lnTo>
                    <a:pt x="22856" y="23777"/>
                  </a:lnTo>
                  <a:lnTo>
                    <a:pt x="22473" y="24647"/>
                  </a:lnTo>
                  <a:lnTo>
                    <a:pt x="22184" y="25488"/>
                  </a:lnTo>
                  <a:lnTo>
                    <a:pt x="21974" y="26332"/>
                  </a:lnTo>
                  <a:lnTo>
                    <a:pt x="21832" y="27210"/>
                  </a:lnTo>
                  <a:lnTo>
                    <a:pt x="21745" y="28152"/>
                  </a:lnTo>
                  <a:lnTo>
                    <a:pt x="21699" y="29190"/>
                  </a:lnTo>
                  <a:lnTo>
                    <a:pt x="21682" y="30356"/>
                  </a:lnTo>
                  <a:lnTo>
                    <a:pt x="21681" y="31680"/>
                  </a:lnTo>
                  <a:lnTo>
                    <a:pt x="21678" y="32746"/>
                  </a:lnTo>
                  <a:lnTo>
                    <a:pt x="21674" y="33816"/>
                  </a:lnTo>
                  <a:lnTo>
                    <a:pt x="21671" y="34894"/>
                  </a:lnTo>
                  <a:lnTo>
                    <a:pt x="21667" y="35984"/>
                  </a:lnTo>
                  <a:lnTo>
                    <a:pt x="21675" y="37133"/>
                  </a:lnTo>
                  <a:lnTo>
                    <a:pt x="21682" y="38288"/>
                  </a:lnTo>
                  <a:lnTo>
                    <a:pt x="21690" y="39450"/>
                  </a:lnTo>
                  <a:lnTo>
                    <a:pt x="21697" y="40626"/>
                  </a:lnTo>
                  <a:lnTo>
                    <a:pt x="21698" y="41805"/>
                  </a:lnTo>
                  <a:lnTo>
                    <a:pt x="21698" y="42988"/>
                  </a:lnTo>
                  <a:lnTo>
                    <a:pt x="21699" y="44180"/>
                  </a:lnTo>
                  <a:lnTo>
                    <a:pt x="21699" y="45386"/>
                  </a:lnTo>
                  <a:lnTo>
                    <a:pt x="21701" y="46493"/>
                  </a:lnTo>
                  <a:lnTo>
                    <a:pt x="21703" y="47600"/>
                  </a:lnTo>
                  <a:lnTo>
                    <a:pt x="21706" y="48707"/>
                  </a:lnTo>
                  <a:lnTo>
                    <a:pt x="21709" y="49814"/>
                  </a:lnTo>
                  <a:lnTo>
                    <a:pt x="21712" y="50921"/>
                  </a:lnTo>
                  <a:lnTo>
                    <a:pt x="21716" y="52028"/>
                  </a:lnTo>
                  <a:lnTo>
                    <a:pt x="21720" y="53135"/>
                  </a:lnTo>
                  <a:lnTo>
                    <a:pt x="21725" y="54242"/>
                  </a:lnTo>
                  <a:lnTo>
                    <a:pt x="21730" y="55349"/>
                  </a:lnTo>
                  <a:lnTo>
                    <a:pt x="21735" y="56443"/>
                  </a:lnTo>
                  <a:lnTo>
                    <a:pt x="21739" y="57537"/>
                  </a:lnTo>
                  <a:lnTo>
                    <a:pt x="21743" y="58631"/>
                  </a:lnTo>
                  <a:lnTo>
                    <a:pt x="21746" y="59724"/>
                  </a:lnTo>
                  <a:lnTo>
                    <a:pt x="21749" y="60818"/>
                  </a:lnTo>
                  <a:lnTo>
                    <a:pt x="21751" y="61912"/>
                  </a:lnTo>
                  <a:lnTo>
                    <a:pt x="21753" y="63006"/>
                  </a:lnTo>
                  <a:lnTo>
                    <a:pt x="21754" y="64099"/>
                  </a:lnTo>
                  <a:lnTo>
                    <a:pt x="21755" y="65193"/>
                  </a:lnTo>
                  <a:lnTo>
                    <a:pt x="21756" y="66287"/>
                  </a:lnTo>
                  <a:lnTo>
                    <a:pt x="21757" y="67381"/>
                  </a:lnTo>
                  <a:lnTo>
                    <a:pt x="21757" y="68475"/>
                  </a:lnTo>
                  <a:lnTo>
                    <a:pt x="21757" y="69568"/>
                  </a:lnTo>
                  <a:lnTo>
                    <a:pt x="21757" y="70662"/>
                  </a:lnTo>
                  <a:lnTo>
                    <a:pt x="21759" y="71736"/>
                  </a:lnTo>
                  <a:lnTo>
                    <a:pt x="21762" y="72809"/>
                  </a:lnTo>
                  <a:lnTo>
                    <a:pt x="21764" y="73883"/>
                  </a:lnTo>
                  <a:lnTo>
                    <a:pt x="21767" y="74956"/>
                  </a:lnTo>
                  <a:lnTo>
                    <a:pt x="21770" y="76030"/>
                  </a:lnTo>
                  <a:lnTo>
                    <a:pt x="21772" y="77104"/>
                  </a:lnTo>
                  <a:lnTo>
                    <a:pt x="21775" y="78177"/>
                  </a:lnTo>
                  <a:lnTo>
                    <a:pt x="21778" y="79251"/>
                  </a:lnTo>
                  <a:lnTo>
                    <a:pt x="21781" y="80324"/>
                  </a:lnTo>
                  <a:lnTo>
                    <a:pt x="21782" y="81478"/>
                  </a:lnTo>
                  <a:lnTo>
                    <a:pt x="21783" y="82636"/>
                  </a:lnTo>
                  <a:lnTo>
                    <a:pt x="21784" y="83803"/>
                  </a:lnTo>
                  <a:lnTo>
                    <a:pt x="21785" y="84983"/>
                  </a:lnTo>
                  <a:lnTo>
                    <a:pt x="21788" y="85447"/>
                  </a:lnTo>
                  <a:lnTo>
                    <a:pt x="21792" y="86047"/>
                  </a:lnTo>
                  <a:lnTo>
                    <a:pt x="21798" y="87185"/>
                  </a:lnTo>
                  <a:lnTo>
                    <a:pt x="21811" y="89261"/>
                  </a:lnTo>
                  <a:lnTo>
                    <a:pt x="21816" y="90512"/>
                  </a:lnTo>
                  <a:lnTo>
                    <a:pt x="21822" y="91771"/>
                  </a:lnTo>
                  <a:lnTo>
                    <a:pt x="21827" y="93047"/>
                  </a:lnTo>
                  <a:lnTo>
                    <a:pt x="21952" y="94707"/>
                  </a:lnTo>
                  <a:lnTo>
                    <a:pt x="22152" y="95696"/>
                  </a:lnTo>
                  <a:lnTo>
                    <a:pt x="22571" y="96405"/>
                  </a:lnTo>
                  <a:lnTo>
                    <a:pt x="23350" y="97226"/>
                  </a:lnTo>
                  <a:lnTo>
                    <a:pt x="24488" y="97314"/>
                  </a:lnTo>
                  <a:lnTo>
                    <a:pt x="25627" y="97383"/>
                  </a:lnTo>
                  <a:lnTo>
                    <a:pt x="26767" y="97436"/>
                  </a:lnTo>
                  <a:lnTo>
                    <a:pt x="27908" y="97475"/>
                  </a:lnTo>
                  <a:lnTo>
                    <a:pt x="29049" y="97502"/>
                  </a:lnTo>
                  <a:lnTo>
                    <a:pt x="29589" y="97514"/>
                  </a:lnTo>
                  <a:lnTo>
                    <a:pt x="30539" y="97535"/>
                  </a:lnTo>
                  <a:lnTo>
                    <a:pt x="32715" y="97583"/>
                  </a:lnTo>
                  <a:lnTo>
                    <a:pt x="34031" y="97605"/>
                  </a:lnTo>
                  <a:lnTo>
                    <a:pt x="35356" y="97628"/>
                  </a:lnTo>
                  <a:lnTo>
                    <a:pt x="36699" y="97651"/>
                  </a:lnTo>
                  <a:lnTo>
                    <a:pt x="37297" y="97663"/>
                  </a:lnTo>
                  <a:lnTo>
                    <a:pt x="38349" y="97685"/>
                  </a:lnTo>
                  <a:lnTo>
                    <a:pt x="40759" y="97736"/>
                  </a:lnTo>
                  <a:lnTo>
                    <a:pt x="41833" y="97758"/>
                  </a:lnTo>
                  <a:lnTo>
                    <a:pt x="42907" y="97779"/>
                  </a:lnTo>
                  <a:lnTo>
                    <a:pt x="43981" y="97800"/>
                  </a:lnTo>
                  <a:lnTo>
                    <a:pt x="45055" y="97821"/>
                  </a:lnTo>
                  <a:lnTo>
                    <a:pt x="46129" y="97841"/>
                  </a:lnTo>
                  <a:lnTo>
                    <a:pt x="47203" y="97862"/>
                  </a:lnTo>
                  <a:lnTo>
                    <a:pt x="48278" y="97882"/>
                  </a:lnTo>
                  <a:lnTo>
                    <a:pt x="49352" y="97902"/>
                  </a:lnTo>
                  <a:lnTo>
                    <a:pt x="50426" y="97922"/>
                  </a:lnTo>
                  <a:lnTo>
                    <a:pt x="51500" y="97942"/>
                  </a:lnTo>
                  <a:lnTo>
                    <a:pt x="52574" y="97962"/>
                  </a:lnTo>
                  <a:lnTo>
                    <a:pt x="53648" y="97982"/>
                  </a:lnTo>
                  <a:lnTo>
                    <a:pt x="54738" y="98003"/>
                  </a:lnTo>
                  <a:lnTo>
                    <a:pt x="55827" y="98025"/>
                  </a:lnTo>
                  <a:lnTo>
                    <a:pt x="56917" y="98047"/>
                  </a:lnTo>
                  <a:lnTo>
                    <a:pt x="58006" y="98069"/>
                  </a:lnTo>
                  <a:lnTo>
                    <a:pt x="59095" y="98091"/>
                  </a:lnTo>
                  <a:lnTo>
                    <a:pt x="60185" y="98113"/>
                  </a:lnTo>
                  <a:lnTo>
                    <a:pt x="61274" y="98136"/>
                  </a:lnTo>
                  <a:lnTo>
                    <a:pt x="62363" y="98158"/>
                  </a:lnTo>
                  <a:lnTo>
                    <a:pt x="63434" y="98179"/>
                  </a:lnTo>
                  <a:lnTo>
                    <a:pt x="64505" y="98201"/>
                  </a:lnTo>
                  <a:lnTo>
                    <a:pt x="65576" y="98222"/>
                  </a:lnTo>
                  <a:lnTo>
                    <a:pt x="66647" y="98243"/>
                  </a:lnTo>
                  <a:lnTo>
                    <a:pt x="67717" y="98264"/>
                  </a:lnTo>
                  <a:lnTo>
                    <a:pt x="68788" y="98285"/>
                  </a:lnTo>
                  <a:lnTo>
                    <a:pt x="69859" y="98306"/>
                  </a:lnTo>
                  <a:lnTo>
                    <a:pt x="70930" y="98327"/>
                  </a:lnTo>
                  <a:lnTo>
                    <a:pt x="72001" y="98348"/>
                  </a:lnTo>
                  <a:lnTo>
                    <a:pt x="73071" y="98368"/>
                  </a:lnTo>
                  <a:lnTo>
                    <a:pt x="74142" y="98389"/>
                  </a:lnTo>
                  <a:lnTo>
                    <a:pt x="75213" y="98409"/>
                  </a:lnTo>
                  <a:lnTo>
                    <a:pt x="76284" y="98429"/>
                  </a:lnTo>
                  <a:lnTo>
                    <a:pt x="77355" y="98450"/>
                  </a:lnTo>
                  <a:lnTo>
                    <a:pt x="78425" y="98470"/>
                  </a:lnTo>
                  <a:lnTo>
                    <a:pt x="79496" y="98490"/>
                  </a:lnTo>
                  <a:lnTo>
                    <a:pt x="80567" y="98510"/>
                  </a:lnTo>
                  <a:lnTo>
                    <a:pt x="81638" y="98529"/>
                  </a:lnTo>
                  <a:lnTo>
                    <a:pt x="82709" y="98549"/>
                  </a:lnTo>
                  <a:lnTo>
                    <a:pt x="83780" y="98569"/>
                  </a:lnTo>
                  <a:lnTo>
                    <a:pt x="82861" y="99568"/>
                  </a:lnTo>
                  <a:lnTo>
                    <a:pt x="82192" y="100277"/>
                  </a:lnTo>
                  <a:lnTo>
                    <a:pt x="81580" y="100889"/>
                  </a:lnTo>
                  <a:lnTo>
                    <a:pt x="80831" y="101598"/>
                  </a:lnTo>
                  <a:lnTo>
                    <a:pt x="79751" y="102597"/>
                  </a:lnTo>
                  <a:lnTo>
                    <a:pt x="78418" y="102597"/>
                  </a:lnTo>
                  <a:lnTo>
                    <a:pt x="77065" y="102597"/>
                  </a:lnTo>
                  <a:lnTo>
                    <a:pt x="77065" y="103930"/>
                  </a:lnTo>
                  <a:lnTo>
                    <a:pt x="77065" y="105283"/>
                  </a:lnTo>
                  <a:lnTo>
                    <a:pt x="75734" y="105283"/>
                  </a:lnTo>
                  <a:lnTo>
                    <a:pt x="74394" y="105283"/>
                  </a:lnTo>
                  <a:lnTo>
                    <a:pt x="73036" y="105283"/>
                  </a:lnTo>
                  <a:lnTo>
                    <a:pt x="73036" y="106616"/>
                  </a:lnTo>
                  <a:lnTo>
                    <a:pt x="73036" y="107969"/>
                  </a:lnTo>
                  <a:lnTo>
                    <a:pt x="71345" y="109511"/>
                  </a:lnTo>
                  <a:lnTo>
                    <a:pt x="69922" y="110798"/>
                  </a:lnTo>
                  <a:lnTo>
                    <a:pt x="68731" y="111851"/>
                  </a:lnTo>
                  <a:lnTo>
                    <a:pt x="67735" y="112694"/>
                  </a:lnTo>
                  <a:lnTo>
                    <a:pt x="66896" y="113350"/>
                  </a:lnTo>
                  <a:lnTo>
                    <a:pt x="66177" y="113844"/>
                  </a:lnTo>
                  <a:lnTo>
                    <a:pt x="65541" y="114197"/>
                  </a:lnTo>
                  <a:lnTo>
                    <a:pt x="64950" y="114434"/>
                  </a:lnTo>
                  <a:lnTo>
                    <a:pt x="64367" y="114578"/>
                  </a:lnTo>
                  <a:lnTo>
                    <a:pt x="63755" y="114652"/>
                  </a:lnTo>
                  <a:lnTo>
                    <a:pt x="63076" y="114679"/>
                  </a:lnTo>
                  <a:lnTo>
                    <a:pt x="62293" y="114683"/>
                  </a:lnTo>
                  <a:lnTo>
                    <a:pt x="62293" y="116014"/>
                  </a:lnTo>
                  <a:lnTo>
                    <a:pt x="62293" y="117354"/>
                  </a:lnTo>
                  <a:lnTo>
                    <a:pt x="62293" y="118712"/>
                  </a:lnTo>
                  <a:lnTo>
                    <a:pt x="60962" y="118712"/>
                  </a:lnTo>
                  <a:lnTo>
                    <a:pt x="59623" y="118712"/>
                  </a:lnTo>
                  <a:lnTo>
                    <a:pt x="58265" y="118712"/>
                  </a:lnTo>
                  <a:lnTo>
                    <a:pt x="57598" y="120045"/>
                  </a:lnTo>
                  <a:lnTo>
                    <a:pt x="56922" y="121398"/>
                  </a:lnTo>
                  <a:lnTo>
                    <a:pt x="56922" y="120065"/>
                  </a:lnTo>
                  <a:lnTo>
                    <a:pt x="56922" y="118712"/>
                  </a:lnTo>
                  <a:lnTo>
                    <a:pt x="55631" y="118744"/>
                  </a:lnTo>
                  <a:lnTo>
                    <a:pt x="54321" y="118776"/>
                  </a:lnTo>
                  <a:lnTo>
                    <a:pt x="53237" y="118799"/>
                  </a:lnTo>
                  <a:lnTo>
                    <a:pt x="52153" y="118819"/>
                  </a:lnTo>
                  <a:lnTo>
                    <a:pt x="51070" y="118839"/>
                  </a:lnTo>
                  <a:lnTo>
                    <a:pt x="49986" y="118857"/>
                  </a:lnTo>
                  <a:lnTo>
                    <a:pt x="48903" y="118875"/>
                  </a:lnTo>
                  <a:lnTo>
                    <a:pt x="47819" y="118891"/>
                  </a:lnTo>
                  <a:lnTo>
                    <a:pt x="46736" y="118907"/>
                  </a:lnTo>
                  <a:lnTo>
                    <a:pt x="45652" y="118922"/>
                  </a:lnTo>
                  <a:lnTo>
                    <a:pt x="44569" y="118936"/>
                  </a:lnTo>
                  <a:lnTo>
                    <a:pt x="43485" y="118950"/>
                  </a:lnTo>
                  <a:lnTo>
                    <a:pt x="42401" y="118964"/>
                  </a:lnTo>
                  <a:lnTo>
                    <a:pt x="41051" y="118998"/>
                  </a:lnTo>
                  <a:lnTo>
                    <a:pt x="39691" y="119032"/>
                  </a:lnTo>
                  <a:lnTo>
                    <a:pt x="38312" y="119066"/>
                  </a:lnTo>
                  <a:lnTo>
                    <a:pt x="37207" y="119070"/>
                  </a:lnTo>
                  <a:lnTo>
                    <a:pt x="36113" y="119060"/>
                  </a:lnTo>
                  <a:lnTo>
                    <a:pt x="35030" y="119036"/>
                  </a:lnTo>
                  <a:lnTo>
                    <a:pt x="33956" y="118998"/>
                  </a:lnTo>
                  <a:lnTo>
                    <a:pt x="32891" y="118946"/>
                  </a:lnTo>
                  <a:lnTo>
                    <a:pt x="31835" y="118881"/>
                  </a:lnTo>
                  <a:lnTo>
                    <a:pt x="30786" y="118802"/>
                  </a:lnTo>
                  <a:lnTo>
                    <a:pt x="29743" y="118708"/>
                  </a:lnTo>
                  <a:lnTo>
                    <a:pt x="28707" y="118602"/>
                  </a:lnTo>
                  <a:lnTo>
                    <a:pt x="27676" y="118481"/>
                  </a:lnTo>
                  <a:lnTo>
                    <a:pt x="26649" y="118346"/>
                  </a:lnTo>
                  <a:lnTo>
                    <a:pt x="25626" y="118198"/>
                  </a:lnTo>
                  <a:lnTo>
                    <a:pt x="24606" y="118036"/>
                  </a:lnTo>
                  <a:lnTo>
                    <a:pt x="23588" y="117860"/>
                  </a:lnTo>
                  <a:lnTo>
                    <a:pt x="22571" y="117671"/>
                  </a:lnTo>
                  <a:lnTo>
                    <a:pt x="21555" y="117468"/>
                  </a:lnTo>
                  <a:lnTo>
                    <a:pt x="20539" y="117251"/>
                  </a:lnTo>
                  <a:lnTo>
                    <a:pt x="19522" y="117020"/>
                  </a:lnTo>
                  <a:lnTo>
                    <a:pt x="18504" y="116776"/>
                  </a:lnTo>
                  <a:lnTo>
                    <a:pt x="17483" y="116518"/>
                  </a:lnTo>
                  <a:lnTo>
                    <a:pt x="16458" y="116246"/>
                  </a:lnTo>
                  <a:lnTo>
                    <a:pt x="15430" y="115961"/>
                  </a:lnTo>
                  <a:lnTo>
                    <a:pt x="14398" y="115662"/>
                  </a:lnTo>
                  <a:lnTo>
                    <a:pt x="13360" y="115349"/>
                  </a:lnTo>
                  <a:lnTo>
                    <a:pt x="12315" y="115023"/>
                  </a:lnTo>
                  <a:lnTo>
                    <a:pt x="11264" y="114683"/>
                  </a:lnTo>
                  <a:lnTo>
                    <a:pt x="11264" y="113350"/>
                  </a:lnTo>
                  <a:lnTo>
                    <a:pt x="11264" y="111997"/>
                  </a:lnTo>
                  <a:lnTo>
                    <a:pt x="10266" y="111665"/>
                  </a:lnTo>
                  <a:lnTo>
                    <a:pt x="9265" y="111331"/>
                  </a:lnTo>
                  <a:lnTo>
                    <a:pt x="8256" y="110995"/>
                  </a:lnTo>
                  <a:lnTo>
                    <a:pt x="7235" y="110655"/>
                  </a:lnTo>
                  <a:lnTo>
                    <a:pt x="7235" y="109322"/>
                  </a:lnTo>
                  <a:lnTo>
                    <a:pt x="7235" y="107969"/>
                  </a:lnTo>
                  <a:lnTo>
                    <a:pt x="5902" y="107969"/>
                  </a:lnTo>
                  <a:lnTo>
                    <a:pt x="4549" y="107969"/>
                  </a:lnTo>
                  <a:lnTo>
                    <a:pt x="4006" y="106947"/>
                  </a:lnTo>
                  <a:lnTo>
                    <a:pt x="3508" y="105930"/>
                  </a:lnTo>
                  <a:lnTo>
                    <a:pt x="3052" y="104916"/>
                  </a:lnTo>
                  <a:lnTo>
                    <a:pt x="2636" y="103904"/>
                  </a:lnTo>
                  <a:lnTo>
                    <a:pt x="2260" y="102895"/>
                  </a:lnTo>
                  <a:lnTo>
                    <a:pt x="1921" y="101887"/>
                  </a:lnTo>
                  <a:lnTo>
                    <a:pt x="1616" y="100879"/>
                  </a:lnTo>
                  <a:lnTo>
                    <a:pt x="1345" y="99870"/>
                  </a:lnTo>
                  <a:lnTo>
                    <a:pt x="1105" y="98861"/>
                  </a:lnTo>
                  <a:lnTo>
                    <a:pt x="895" y="97850"/>
                  </a:lnTo>
                  <a:lnTo>
                    <a:pt x="713" y="96836"/>
                  </a:lnTo>
                  <a:lnTo>
                    <a:pt x="556" y="95819"/>
                  </a:lnTo>
                  <a:lnTo>
                    <a:pt x="423" y="94797"/>
                  </a:lnTo>
                  <a:lnTo>
                    <a:pt x="313" y="93771"/>
                  </a:lnTo>
                  <a:lnTo>
                    <a:pt x="223" y="92739"/>
                  </a:lnTo>
                  <a:lnTo>
                    <a:pt x="151" y="91701"/>
                  </a:lnTo>
                  <a:lnTo>
                    <a:pt x="95" y="90656"/>
                  </a:lnTo>
                  <a:lnTo>
                    <a:pt x="54" y="89602"/>
                  </a:lnTo>
                  <a:lnTo>
                    <a:pt x="26" y="88541"/>
                  </a:lnTo>
                  <a:lnTo>
                    <a:pt x="9" y="87469"/>
                  </a:lnTo>
                  <a:lnTo>
                    <a:pt x="1" y="86388"/>
                  </a:lnTo>
                  <a:lnTo>
                    <a:pt x="0" y="85296"/>
                  </a:lnTo>
                  <a:lnTo>
                    <a:pt x="5" y="84192"/>
                  </a:lnTo>
                  <a:lnTo>
                    <a:pt x="13" y="83075"/>
                  </a:lnTo>
                  <a:lnTo>
                    <a:pt x="23" y="81946"/>
                  </a:lnTo>
                  <a:lnTo>
                    <a:pt x="32" y="80802"/>
                  </a:lnTo>
                  <a:lnTo>
                    <a:pt x="32" y="79524"/>
                  </a:lnTo>
                  <a:lnTo>
                    <a:pt x="31" y="78242"/>
                  </a:lnTo>
                  <a:lnTo>
                    <a:pt x="31" y="76949"/>
                  </a:lnTo>
                  <a:lnTo>
                    <a:pt x="31" y="75642"/>
                  </a:lnTo>
                  <a:lnTo>
                    <a:pt x="32" y="74565"/>
                  </a:lnTo>
                  <a:lnTo>
                    <a:pt x="33" y="73489"/>
                  </a:lnTo>
                  <a:lnTo>
                    <a:pt x="35" y="72412"/>
                  </a:lnTo>
                  <a:lnTo>
                    <a:pt x="38" y="71336"/>
                  </a:lnTo>
                  <a:lnTo>
                    <a:pt x="42" y="70260"/>
                  </a:lnTo>
                  <a:lnTo>
                    <a:pt x="46" y="69184"/>
                  </a:lnTo>
                  <a:lnTo>
                    <a:pt x="50" y="68107"/>
                  </a:lnTo>
                  <a:lnTo>
                    <a:pt x="56" y="67031"/>
                  </a:lnTo>
                  <a:lnTo>
                    <a:pt x="62" y="65955"/>
                  </a:lnTo>
                  <a:lnTo>
                    <a:pt x="70" y="64878"/>
                  </a:lnTo>
                  <a:lnTo>
                    <a:pt x="76" y="63819"/>
                  </a:lnTo>
                  <a:lnTo>
                    <a:pt x="81" y="62759"/>
                  </a:lnTo>
                  <a:lnTo>
                    <a:pt x="86" y="61699"/>
                  </a:lnTo>
                  <a:lnTo>
                    <a:pt x="89" y="60639"/>
                  </a:lnTo>
                  <a:lnTo>
                    <a:pt x="92" y="59580"/>
                  </a:lnTo>
                  <a:lnTo>
                    <a:pt x="94" y="58520"/>
                  </a:lnTo>
                  <a:lnTo>
                    <a:pt x="96" y="57460"/>
                  </a:lnTo>
                  <a:lnTo>
                    <a:pt x="96" y="56400"/>
                  </a:lnTo>
                  <a:lnTo>
                    <a:pt x="96" y="55341"/>
                  </a:lnTo>
                  <a:lnTo>
                    <a:pt x="96" y="54281"/>
                  </a:lnTo>
                  <a:lnTo>
                    <a:pt x="95" y="53221"/>
                  </a:lnTo>
                  <a:lnTo>
                    <a:pt x="93" y="52162"/>
                  </a:lnTo>
                  <a:lnTo>
                    <a:pt x="91" y="51102"/>
                  </a:lnTo>
                  <a:lnTo>
                    <a:pt x="90" y="50003"/>
                  </a:lnTo>
                  <a:lnTo>
                    <a:pt x="90" y="48903"/>
                  </a:lnTo>
                  <a:lnTo>
                    <a:pt x="91" y="47804"/>
                  </a:lnTo>
                  <a:lnTo>
                    <a:pt x="92" y="46705"/>
                  </a:lnTo>
                  <a:lnTo>
                    <a:pt x="94" y="45606"/>
                  </a:lnTo>
                  <a:lnTo>
                    <a:pt x="96" y="44507"/>
                  </a:lnTo>
                  <a:lnTo>
                    <a:pt x="99" y="43408"/>
                  </a:lnTo>
                  <a:lnTo>
                    <a:pt x="102" y="42309"/>
                  </a:lnTo>
                  <a:lnTo>
                    <a:pt x="106" y="41210"/>
                  </a:lnTo>
                  <a:lnTo>
                    <a:pt x="109" y="40111"/>
                  </a:lnTo>
                  <a:lnTo>
                    <a:pt x="113" y="39012"/>
                  </a:lnTo>
                  <a:lnTo>
                    <a:pt x="117" y="37913"/>
                  </a:lnTo>
                  <a:lnTo>
                    <a:pt x="116" y="36678"/>
                  </a:lnTo>
                  <a:lnTo>
                    <a:pt x="115" y="35437"/>
                  </a:lnTo>
                  <a:lnTo>
                    <a:pt x="114" y="34188"/>
                  </a:lnTo>
                  <a:lnTo>
                    <a:pt x="113" y="32924"/>
                  </a:lnTo>
                  <a:lnTo>
                    <a:pt x="117" y="32422"/>
                  </a:lnTo>
                  <a:lnTo>
                    <a:pt x="122" y="31772"/>
                  </a:lnTo>
                  <a:lnTo>
                    <a:pt x="133" y="30541"/>
                  </a:lnTo>
                  <a:lnTo>
                    <a:pt x="152" y="28293"/>
                  </a:lnTo>
                  <a:lnTo>
                    <a:pt x="158" y="26947"/>
                  </a:lnTo>
                  <a:lnTo>
                    <a:pt x="164" y="25593"/>
                  </a:lnTo>
                  <a:lnTo>
                    <a:pt x="170" y="24221"/>
                  </a:lnTo>
                  <a:lnTo>
                    <a:pt x="320" y="23040"/>
                  </a:lnTo>
                  <a:lnTo>
                    <a:pt x="527" y="21926"/>
                  </a:lnTo>
                  <a:lnTo>
                    <a:pt x="789" y="20874"/>
                  </a:lnTo>
                  <a:lnTo>
                    <a:pt x="1103" y="19878"/>
                  </a:lnTo>
                  <a:lnTo>
                    <a:pt x="1469" y="18933"/>
                  </a:lnTo>
                  <a:lnTo>
                    <a:pt x="1884" y="18032"/>
                  </a:lnTo>
                  <a:lnTo>
                    <a:pt x="2345" y="17169"/>
                  </a:lnTo>
                  <a:lnTo>
                    <a:pt x="2852" y="16340"/>
                  </a:lnTo>
                  <a:lnTo>
                    <a:pt x="3400" y="15538"/>
                  </a:lnTo>
                  <a:lnTo>
                    <a:pt x="3990" y="14758"/>
                  </a:lnTo>
                  <a:lnTo>
                    <a:pt x="4618" y="13993"/>
                  </a:lnTo>
                  <a:lnTo>
                    <a:pt x="5283" y="13238"/>
                  </a:lnTo>
                  <a:lnTo>
                    <a:pt x="5982" y="12487"/>
                  </a:lnTo>
                  <a:lnTo>
                    <a:pt x="6713" y="11735"/>
                  </a:lnTo>
                  <a:lnTo>
                    <a:pt x="7475" y="10976"/>
                  </a:lnTo>
                  <a:lnTo>
                    <a:pt x="8265" y="10203"/>
                  </a:lnTo>
                  <a:lnTo>
                    <a:pt x="9081" y="9412"/>
                  </a:lnTo>
                  <a:lnTo>
                    <a:pt x="9921" y="8595"/>
                  </a:lnTo>
                  <a:lnTo>
                    <a:pt x="10586" y="7598"/>
                  </a:lnTo>
                  <a:lnTo>
                    <a:pt x="11254" y="6596"/>
                  </a:lnTo>
                  <a:lnTo>
                    <a:pt x="11927" y="5587"/>
                  </a:lnTo>
                  <a:lnTo>
                    <a:pt x="12607" y="4567"/>
                  </a:lnTo>
                  <a:lnTo>
                    <a:pt x="13604" y="3999"/>
                  </a:lnTo>
                  <a:lnTo>
                    <a:pt x="14601" y="3480"/>
                  </a:lnTo>
                  <a:lnTo>
                    <a:pt x="15599" y="3007"/>
                  </a:lnTo>
                  <a:lnTo>
                    <a:pt x="16599" y="2578"/>
                  </a:lnTo>
                  <a:lnTo>
                    <a:pt x="17600" y="2191"/>
                  </a:lnTo>
                  <a:lnTo>
                    <a:pt x="18604" y="1844"/>
                  </a:lnTo>
                  <a:lnTo>
                    <a:pt x="19609" y="1534"/>
                  </a:lnTo>
                  <a:lnTo>
                    <a:pt x="20618" y="1261"/>
                  </a:lnTo>
                  <a:lnTo>
                    <a:pt x="21630" y="1021"/>
                  </a:lnTo>
                  <a:lnTo>
                    <a:pt x="22646" y="812"/>
                  </a:lnTo>
                  <a:lnTo>
                    <a:pt x="23666" y="633"/>
                  </a:lnTo>
                  <a:lnTo>
                    <a:pt x="24690" y="482"/>
                  </a:lnTo>
                  <a:lnTo>
                    <a:pt x="25719" y="355"/>
                  </a:lnTo>
                  <a:lnTo>
                    <a:pt x="26754" y="252"/>
                  </a:lnTo>
                  <a:lnTo>
                    <a:pt x="27794" y="170"/>
                  </a:lnTo>
                  <a:lnTo>
                    <a:pt x="28840" y="106"/>
                  </a:lnTo>
                  <a:lnTo>
                    <a:pt x="29893" y="60"/>
                  </a:lnTo>
                  <a:lnTo>
                    <a:pt x="30953" y="28"/>
                  </a:lnTo>
                  <a:lnTo>
                    <a:pt x="32020" y="9"/>
                  </a:lnTo>
                  <a:lnTo>
                    <a:pt x="33094" y="0"/>
                  </a:lnTo>
                  <a:lnTo>
                    <a:pt x="34177" y="0"/>
                  </a:lnTo>
                  <a:lnTo>
                    <a:pt x="35268" y="6"/>
                  </a:lnTo>
                  <a:lnTo>
                    <a:pt x="36369" y="16"/>
                  </a:lnTo>
                  <a:lnTo>
                    <a:pt x="37478" y="28"/>
                  </a:lnTo>
                  <a:lnTo>
                    <a:pt x="38597" y="40"/>
                  </a:lnTo>
                  <a:lnTo>
                    <a:pt x="39726" y="51"/>
                  </a:lnTo>
                  <a:close/>
                </a:path>
              </a:pathLst>
            </a:custGeom>
            <a:solidFill>
              <a:srgbClr val="3480B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region 32 #E5E8EE"/>
            <p:cNvSpPr/>
            <p:nvPr/>
          </p:nvSpPr>
          <p:spPr>
            <a:xfrm>
              <a:off x="2778251" y="250951"/>
              <a:ext cx="11090" cy="390947"/>
            </a:xfrm>
            <a:custGeom>
              <a:avLst/>
              <a:gdLst/>
              <a:ahLst/>
              <a:cxnLst/>
              <a:rect l="l" t="t" r="r" b="b"/>
              <a:pathLst>
                <a:path w="11090" h="390947">
                  <a:moveTo>
                    <a:pt x="5545" y="0"/>
                  </a:moveTo>
                  <a:lnTo>
                    <a:pt x="7522" y="92"/>
                  </a:lnTo>
                  <a:lnTo>
                    <a:pt x="8789" y="217"/>
                  </a:lnTo>
                  <a:lnTo>
                    <a:pt x="9606" y="447"/>
                  </a:lnTo>
                  <a:lnTo>
                    <a:pt x="10229" y="854"/>
                  </a:lnTo>
                  <a:lnTo>
                    <a:pt x="10916" y="1510"/>
                  </a:lnTo>
                  <a:lnTo>
                    <a:pt x="10974" y="2550"/>
                  </a:lnTo>
                  <a:lnTo>
                    <a:pt x="11017" y="3591"/>
                  </a:lnTo>
                  <a:lnTo>
                    <a:pt x="11048" y="4633"/>
                  </a:lnTo>
                  <a:lnTo>
                    <a:pt x="11068" y="5674"/>
                  </a:lnTo>
                  <a:lnTo>
                    <a:pt x="11079" y="6716"/>
                  </a:lnTo>
                  <a:lnTo>
                    <a:pt x="11082" y="7758"/>
                  </a:lnTo>
                  <a:lnTo>
                    <a:pt x="11084" y="9118"/>
                  </a:lnTo>
                  <a:lnTo>
                    <a:pt x="11087" y="10488"/>
                  </a:lnTo>
                  <a:lnTo>
                    <a:pt x="11090" y="11876"/>
                  </a:lnTo>
                  <a:lnTo>
                    <a:pt x="11087" y="13011"/>
                  </a:lnTo>
                  <a:lnTo>
                    <a:pt x="11084" y="14149"/>
                  </a:lnTo>
                  <a:lnTo>
                    <a:pt x="11081" y="15297"/>
                  </a:lnTo>
                  <a:lnTo>
                    <a:pt x="11078" y="16457"/>
                  </a:lnTo>
                  <a:lnTo>
                    <a:pt x="11079" y="17651"/>
                  </a:lnTo>
                  <a:lnTo>
                    <a:pt x="11080" y="18850"/>
                  </a:lnTo>
                  <a:lnTo>
                    <a:pt x="11081" y="20058"/>
                  </a:lnTo>
                  <a:lnTo>
                    <a:pt x="11082" y="21279"/>
                  </a:lnTo>
                  <a:lnTo>
                    <a:pt x="11082" y="22388"/>
                  </a:lnTo>
                  <a:lnTo>
                    <a:pt x="11082" y="23498"/>
                  </a:lnTo>
                  <a:lnTo>
                    <a:pt x="11082" y="24607"/>
                  </a:lnTo>
                  <a:lnTo>
                    <a:pt x="11081" y="25716"/>
                  </a:lnTo>
                  <a:lnTo>
                    <a:pt x="11081" y="26825"/>
                  </a:lnTo>
                  <a:lnTo>
                    <a:pt x="11080" y="27935"/>
                  </a:lnTo>
                  <a:lnTo>
                    <a:pt x="11079" y="29044"/>
                  </a:lnTo>
                  <a:lnTo>
                    <a:pt x="11078" y="30153"/>
                  </a:lnTo>
                  <a:lnTo>
                    <a:pt x="11077" y="31263"/>
                  </a:lnTo>
                  <a:lnTo>
                    <a:pt x="11075" y="32372"/>
                  </a:lnTo>
                  <a:lnTo>
                    <a:pt x="11074" y="33482"/>
                  </a:lnTo>
                  <a:lnTo>
                    <a:pt x="11072" y="34591"/>
                  </a:lnTo>
                  <a:lnTo>
                    <a:pt x="11071" y="35693"/>
                  </a:lnTo>
                  <a:lnTo>
                    <a:pt x="11070" y="36796"/>
                  </a:lnTo>
                  <a:lnTo>
                    <a:pt x="11069" y="37898"/>
                  </a:lnTo>
                  <a:lnTo>
                    <a:pt x="11069" y="39001"/>
                  </a:lnTo>
                  <a:lnTo>
                    <a:pt x="11069" y="40103"/>
                  </a:lnTo>
                  <a:lnTo>
                    <a:pt x="11068" y="41205"/>
                  </a:lnTo>
                  <a:lnTo>
                    <a:pt x="11068" y="42308"/>
                  </a:lnTo>
                  <a:lnTo>
                    <a:pt x="11068" y="43410"/>
                  </a:lnTo>
                  <a:lnTo>
                    <a:pt x="11068" y="44513"/>
                  </a:lnTo>
                  <a:lnTo>
                    <a:pt x="11069" y="45615"/>
                  </a:lnTo>
                  <a:lnTo>
                    <a:pt x="11069" y="46718"/>
                  </a:lnTo>
                  <a:lnTo>
                    <a:pt x="11069" y="47820"/>
                  </a:lnTo>
                  <a:lnTo>
                    <a:pt x="11070" y="48922"/>
                  </a:lnTo>
                  <a:lnTo>
                    <a:pt x="11069" y="50003"/>
                  </a:lnTo>
                  <a:lnTo>
                    <a:pt x="11069" y="51083"/>
                  </a:lnTo>
                  <a:lnTo>
                    <a:pt x="11069" y="52164"/>
                  </a:lnTo>
                  <a:lnTo>
                    <a:pt x="11069" y="53245"/>
                  </a:lnTo>
                  <a:lnTo>
                    <a:pt x="11069" y="54325"/>
                  </a:lnTo>
                  <a:lnTo>
                    <a:pt x="11069" y="55406"/>
                  </a:lnTo>
                  <a:lnTo>
                    <a:pt x="11068" y="56486"/>
                  </a:lnTo>
                  <a:lnTo>
                    <a:pt x="11068" y="57567"/>
                  </a:lnTo>
                  <a:lnTo>
                    <a:pt x="11068" y="58647"/>
                  </a:lnTo>
                  <a:lnTo>
                    <a:pt x="11067" y="59728"/>
                  </a:lnTo>
                  <a:lnTo>
                    <a:pt x="11067" y="60808"/>
                  </a:lnTo>
                  <a:lnTo>
                    <a:pt x="11066" y="61889"/>
                  </a:lnTo>
                  <a:lnTo>
                    <a:pt x="11066" y="62970"/>
                  </a:lnTo>
                  <a:lnTo>
                    <a:pt x="11065" y="64050"/>
                  </a:lnTo>
                  <a:lnTo>
                    <a:pt x="11065" y="65131"/>
                  </a:lnTo>
                  <a:lnTo>
                    <a:pt x="11064" y="66211"/>
                  </a:lnTo>
                  <a:lnTo>
                    <a:pt x="11063" y="67292"/>
                  </a:lnTo>
                  <a:lnTo>
                    <a:pt x="11063" y="68372"/>
                  </a:lnTo>
                  <a:lnTo>
                    <a:pt x="11062" y="69453"/>
                  </a:lnTo>
                  <a:lnTo>
                    <a:pt x="11061" y="70533"/>
                  </a:lnTo>
                  <a:lnTo>
                    <a:pt x="11060" y="71614"/>
                  </a:lnTo>
                  <a:lnTo>
                    <a:pt x="11060" y="72695"/>
                  </a:lnTo>
                  <a:lnTo>
                    <a:pt x="11059" y="73775"/>
                  </a:lnTo>
                  <a:lnTo>
                    <a:pt x="11058" y="74832"/>
                  </a:lnTo>
                  <a:lnTo>
                    <a:pt x="11057" y="75889"/>
                  </a:lnTo>
                  <a:lnTo>
                    <a:pt x="11056" y="76945"/>
                  </a:lnTo>
                  <a:lnTo>
                    <a:pt x="11055" y="78002"/>
                  </a:lnTo>
                  <a:lnTo>
                    <a:pt x="11054" y="79059"/>
                  </a:lnTo>
                  <a:lnTo>
                    <a:pt x="11054" y="80116"/>
                  </a:lnTo>
                  <a:lnTo>
                    <a:pt x="11053" y="81173"/>
                  </a:lnTo>
                  <a:lnTo>
                    <a:pt x="11052" y="82230"/>
                  </a:lnTo>
                  <a:lnTo>
                    <a:pt x="11052" y="83286"/>
                  </a:lnTo>
                  <a:lnTo>
                    <a:pt x="11051" y="84343"/>
                  </a:lnTo>
                  <a:lnTo>
                    <a:pt x="11050" y="85400"/>
                  </a:lnTo>
                  <a:lnTo>
                    <a:pt x="11050" y="86457"/>
                  </a:lnTo>
                  <a:lnTo>
                    <a:pt x="11049" y="87514"/>
                  </a:lnTo>
                  <a:lnTo>
                    <a:pt x="11049" y="88570"/>
                  </a:lnTo>
                  <a:lnTo>
                    <a:pt x="11048" y="89627"/>
                  </a:lnTo>
                  <a:lnTo>
                    <a:pt x="11048" y="90684"/>
                  </a:lnTo>
                  <a:lnTo>
                    <a:pt x="11047" y="91741"/>
                  </a:lnTo>
                  <a:lnTo>
                    <a:pt x="11047" y="92798"/>
                  </a:lnTo>
                  <a:lnTo>
                    <a:pt x="11046" y="93854"/>
                  </a:lnTo>
                  <a:lnTo>
                    <a:pt x="11046" y="94911"/>
                  </a:lnTo>
                  <a:lnTo>
                    <a:pt x="11046" y="95968"/>
                  </a:lnTo>
                  <a:lnTo>
                    <a:pt x="11045" y="97025"/>
                  </a:lnTo>
                  <a:lnTo>
                    <a:pt x="11045" y="98082"/>
                  </a:lnTo>
                  <a:lnTo>
                    <a:pt x="11045" y="99138"/>
                  </a:lnTo>
                  <a:lnTo>
                    <a:pt x="11044" y="100195"/>
                  </a:lnTo>
                  <a:lnTo>
                    <a:pt x="11044" y="101252"/>
                  </a:lnTo>
                  <a:lnTo>
                    <a:pt x="11044" y="102309"/>
                  </a:lnTo>
                  <a:lnTo>
                    <a:pt x="11044" y="103366"/>
                  </a:lnTo>
                  <a:lnTo>
                    <a:pt x="11043" y="104423"/>
                  </a:lnTo>
                  <a:lnTo>
                    <a:pt x="11043" y="105479"/>
                  </a:lnTo>
                  <a:lnTo>
                    <a:pt x="11043" y="106536"/>
                  </a:lnTo>
                  <a:lnTo>
                    <a:pt x="11043" y="107593"/>
                  </a:lnTo>
                  <a:lnTo>
                    <a:pt x="11043" y="108650"/>
                  </a:lnTo>
                  <a:lnTo>
                    <a:pt x="11043" y="109707"/>
                  </a:lnTo>
                  <a:lnTo>
                    <a:pt x="11042" y="110747"/>
                  </a:lnTo>
                  <a:lnTo>
                    <a:pt x="11042" y="111788"/>
                  </a:lnTo>
                  <a:lnTo>
                    <a:pt x="11042" y="112829"/>
                  </a:lnTo>
                  <a:lnTo>
                    <a:pt x="11042" y="113870"/>
                  </a:lnTo>
                  <a:lnTo>
                    <a:pt x="11042" y="114911"/>
                  </a:lnTo>
                  <a:lnTo>
                    <a:pt x="11042" y="115952"/>
                  </a:lnTo>
                  <a:lnTo>
                    <a:pt x="11041" y="116993"/>
                  </a:lnTo>
                  <a:lnTo>
                    <a:pt x="11041" y="118034"/>
                  </a:lnTo>
                  <a:lnTo>
                    <a:pt x="11041" y="119075"/>
                  </a:lnTo>
                  <a:lnTo>
                    <a:pt x="11041" y="120116"/>
                  </a:lnTo>
                  <a:lnTo>
                    <a:pt x="11040" y="121157"/>
                  </a:lnTo>
                  <a:lnTo>
                    <a:pt x="11040" y="122197"/>
                  </a:lnTo>
                  <a:lnTo>
                    <a:pt x="11040" y="123238"/>
                  </a:lnTo>
                  <a:lnTo>
                    <a:pt x="11039" y="124279"/>
                  </a:lnTo>
                  <a:lnTo>
                    <a:pt x="11039" y="125320"/>
                  </a:lnTo>
                  <a:lnTo>
                    <a:pt x="11039" y="126361"/>
                  </a:lnTo>
                  <a:lnTo>
                    <a:pt x="11038" y="127402"/>
                  </a:lnTo>
                  <a:lnTo>
                    <a:pt x="11038" y="128443"/>
                  </a:lnTo>
                  <a:lnTo>
                    <a:pt x="11038" y="129484"/>
                  </a:lnTo>
                  <a:lnTo>
                    <a:pt x="11037" y="130525"/>
                  </a:lnTo>
                  <a:lnTo>
                    <a:pt x="11037" y="131566"/>
                  </a:lnTo>
                  <a:lnTo>
                    <a:pt x="11037" y="132606"/>
                  </a:lnTo>
                  <a:lnTo>
                    <a:pt x="11036" y="133647"/>
                  </a:lnTo>
                  <a:lnTo>
                    <a:pt x="11036" y="134688"/>
                  </a:lnTo>
                  <a:lnTo>
                    <a:pt x="11035" y="135729"/>
                  </a:lnTo>
                  <a:lnTo>
                    <a:pt x="11035" y="136770"/>
                  </a:lnTo>
                  <a:lnTo>
                    <a:pt x="11034" y="137811"/>
                  </a:lnTo>
                  <a:lnTo>
                    <a:pt x="11034" y="138852"/>
                  </a:lnTo>
                  <a:lnTo>
                    <a:pt x="11033" y="139893"/>
                  </a:lnTo>
                  <a:lnTo>
                    <a:pt x="11033" y="140934"/>
                  </a:lnTo>
                  <a:lnTo>
                    <a:pt x="11032" y="141975"/>
                  </a:lnTo>
                  <a:lnTo>
                    <a:pt x="11032" y="143015"/>
                  </a:lnTo>
                  <a:lnTo>
                    <a:pt x="11031" y="144056"/>
                  </a:lnTo>
                  <a:lnTo>
                    <a:pt x="11031" y="145097"/>
                  </a:lnTo>
                  <a:lnTo>
                    <a:pt x="11030" y="146138"/>
                  </a:lnTo>
                  <a:lnTo>
                    <a:pt x="11030" y="147179"/>
                  </a:lnTo>
                  <a:lnTo>
                    <a:pt x="11029" y="148220"/>
                  </a:lnTo>
                  <a:lnTo>
                    <a:pt x="11029" y="149261"/>
                  </a:lnTo>
                  <a:lnTo>
                    <a:pt x="11028" y="150302"/>
                  </a:lnTo>
                  <a:lnTo>
                    <a:pt x="11028" y="151343"/>
                  </a:lnTo>
                  <a:lnTo>
                    <a:pt x="11027" y="152384"/>
                  </a:lnTo>
                  <a:lnTo>
                    <a:pt x="11026" y="153424"/>
                  </a:lnTo>
                  <a:lnTo>
                    <a:pt x="11026" y="154465"/>
                  </a:lnTo>
                  <a:lnTo>
                    <a:pt x="11025" y="155506"/>
                  </a:lnTo>
                  <a:lnTo>
                    <a:pt x="11025" y="156547"/>
                  </a:lnTo>
                  <a:lnTo>
                    <a:pt x="11024" y="157588"/>
                  </a:lnTo>
                  <a:lnTo>
                    <a:pt x="11023" y="158629"/>
                  </a:lnTo>
                  <a:lnTo>
                    <a:pt x="11023" y="159670"/>
                  </a:lnTo>
                  <a:lnTo>
                    <a:pt x="11022" y="160711"/>
                  </a:lnTo>
                  <a:lnTo>
                    <a:pt x="11021" y="161752"/>
                  </a:lnTo>
                  <a:lnTo>
                    <a:pt x="11021" y="162793"/>
                  </a:lnTo>
                  <a:lnTo>
                    <a:pt x="11020" y="163833"/>
                  </a:lnTo>
                  <a:lnTo>
                    <a:pt x="11019" y="164874"/>
                  </a:lnTo>
                  <a:lnTo>
                    <a:pt x="11019" y="165915"/>
                  </a:lnTo>
                  <a:lnTo>
                    <a:pt x="11018" y="166956"/>
                  </a:lnTo>
                  <a:lnTo>
                    <a:pt x="11017" y="167997"/>
                  </a:lnTo>
                  <a:lnTo>
                    <a:pt x="11016" y="169046"/>
                  </a:lnTo>
                  <a:lnTo>
                    <a:pt x="11016" y="170095"/>
                  </a:lnTo>
                  <a:lnTo>
                    <a:pt x="11015" y="171144"/>
                  </a:lnTo>
                  <a:lnTo>
                    <a:pt x="11014" y="172193"/>
                  </a:lnTo>
                  <a:lnTo>
                    <a:pt x="11014" y="173241"/>
                  </a:lnTo>
                  <a:lnTo>
                    <a:pt x="11013" y="174290"/>
                  </a:lnTo>
                  <a:lnTo>
                    <a:pt x="11013" y="175339"/>
                  </a:lnTo>
                  <a:lnTo>
                    <a:pt x="11012" y="176388"/>
                  </a:lnTo>
                  <a:lnTo>
                    <a:pt x="11011" y="177437"/>
                  </a:lnTo>
                  <a:lnTo>
                    <a:pt x="11011" y="178486"/>
                  </a:lnTo>
                  <a:lnTo>
                    <a:pt x="11010" y="179535"/>
                  </a:lnTo>
                  <a:lnTo>
                    <a:pt x="11009" y="180583"/>
                  </a:lnTo>
                  <a:lnTo>
                    <a:pt x="11009" y="181632"/>
                  </a:lnTo>
                  <a:lnTo>
                    <a:pt x="11008" y="182681"/>
                  </a:lnTo>
                  <a:lnTo>
                    <a:pt x="11008" y="183730"/>
                  </a:lnTo>
                  <a:lnTo>
                    <a:pt x="11007" y="184779"/>
                  </a:lnTo>
                  <a:lnTo>
                    <a:pt x="11007" y="185828"/>
                  </a:lnTo>
                  <a:lnTo>
                    <a:pt x="11006" y="186877"/>
                  </a:lnTo>
                  <a:lnTo>
                    <a:pt x="11005" y="187926"/>
                  </a:lnTo>
                  <a:lnTo>
                    <a:pt x="11005" y="188974"/>
                  </a:lnTo>
                  <a:lnTo>
                    <a:pt x="11004" y="190023"/>
                  </a:lnTo>
                  <a:lnTo>
                    <a:pt x="11004" y="191072"/>
                  </a:lnTo>
                  <a:lnTo>
                    <a:pt x="11003" y="192121"/>
                  </a:lnTo>
                  <a:lnTo>
                    <a:pt x="11003" y="193170"/>
                  </a:lnTo>
                  <a:lnTo>
                    <a:pt x="11002" y="194219"/>
                  </a:lnTo>
                  <a:lnTo>
                    <a:pt x="11002" y="195268"/>
                  </a:lnTo>
                  <a:lnTo>
                    <a:pt x="11001" y="196316"/>
                  </a:lnTo>
                  <a:lnTo>
                    <a:pt x="11001" y="197365"/>
                  </a:lnTo>
                  <a:lnTo>
                    <a:pt x="11000" y="198414"/>
                  </a:lnTo>
                  <a:lnTo>
                    <a:pt x="11000" y="199463"/>
                  </a:lnTo>
                  <a:lnTo>
                    <a:pt x="10999" y="200512"/>
                  </a:lnTo>
                  <a:lnTo>
                    <a:pt x="10999" y="201561"/>
                  </a:lnTo>
                  <a:lnTo>
                    <a:pt x="10998" y="202610"/>
                  </a:lnTo>
                  <a:lnTo>
                    <a:pt x="10998" y="203659"/>
                  </a:lnTo>
                  <a:lnTo>
                    <a:pt x="10997" y="204707"/>
                  </a:lnTo>
                  <a:lnTo>
                    <a:pt x="10997" y="205756"/>
                  </a:lnTo>
                  <a:lnTo>
                    <a:pt x="10997" y="206805"/>
                  </a:lnTo>
                  <a:lnTo>
                    <a:pt x="10996" y="207854"/>
                  </a:lnTo>
                  <a:lnTo>
                    <a:pt x="10996" y="208903"/>
                  </a:lnTo>
                  <a:lnTo>
                    <a:pt x="10995" y="209952"/>
                  </a:lnTo>
                  <a:lnTo>
                    <a:pt x="10995" y="211001"/>
                  </a:lnTo>
                  <a:lnTo>
                    <a:pt x="10994" y="212049"/>
                  </a:lnTo>
                  <a:lnTo>
                    <a:pt x="10994" y="213098"/>
                  </a:lnTo>
                  <a:lnTo>
                    <a:pt x="10994" y="214147"/>
                  </a:lnTo>
                  <a:lnTo>
                    <a:pt x="10993" y="215196"/>
                  </a:lnTo>
                  <a:lnTo>
                    <a:pt x="10993" y="216245"/>
                  </a:lnTo>
                  <a:lnTo>
                    <a:pt x="10993" y="217294"/>
                  </a:lnTo>
                  <a:lnTo>
                    <a:pt x="10992" y="218343"/>
                  </a:lnTo>
                  <a:lnTo>
                    <a:pt x="10992" y="219392"/>
                  </a:lnTo>
                  <a:lnTo>
                    <a:pt x="10992" y="220440"/>
                  </a:lnTo>
                  <a:lnTo>
                    <a:pt x="10991" y="221489"/>
                  </a:lnTo>
                  <a:lnTo>
                    <a:pt x="10991" y="222538"/>
                  </a:lnTo>
                  <a:lnTo>
                    <a:pt x="10991" y="223587"/>
                  </a:lnTo>
                  <a:lnTo>
                    <a:pt x="10990" y="224636"/>
                  </a:lnTo>
                  <a:lnTo>
                    <a:pt x="10990" y="225800"/>
                  </a:lnTo>
                  <a:lnTo>
                    <a:pt x="10989" y="226971"/>
                  </a:lnTo>
                  <a:lnTo>
                    <a:pt x="10989" y="228160"/>
                  </a:lnTo>
                  <a:lnTo>
                    <a:pt x="10989" y="229253"/>
                  </a:lnTo>
                  <a:lnTo>
                    <a:pt x="10988" y="230347"/>
                  </a:lnTo>
                  <a:lnTo>
                    <a:pt x="10988" y="231441"/>
                  </a:lnTo>
                  <a:lnTo>
                    <a:pt x="10988" y="232535"/>
                  </a:lnTo>
                  <a:lnTo>
                    <a:pt x="10988" y="233628"/>
                  </a:lnTo>
                  <a:lnTo>
                    <a:pt x="10987" y="234722"/>
                  </a:lnTo>
                  <a:lnTo>
                    <a:pt x="10987" y="235816"/>
                  </a:lnTo>
                  <a:lnTo>
                    <a:pt x="10987" y="236910"/>
                  </a:lnTo>
                  <a:lnTo>
                    <a:pt x="10986" y="238004"/>
                  </a:lnTo>
                  <a:lnTo>
                    <a:pt x="10986" y="239097"/>
                  </a:lnTo>
                  <a:lnTo>
                    <a:pt x="10986" y="240191"/>
                  </a:lnTo>
                  <a:lnTo>
                    <a:pt x="10985" y="241285"/>
                  </a:lnTo>
                  <a:lnTo>
                    <a:pt x="10985" y="242379"/>
                  </a:lnTo>
                  <a:lnTo>
                    <a:pt x="10985" y="243472"/>
                  </a:lnTo>
                  <a:lnTo>
                    <a:pt x="10984" y="244566"/>
                  </a:lnTo>
                  <a:lnTo>
                    <a:pt x="10984" y="245660"/>
                  </a:lnTo>
                  <a:lnTo>
                    <a:pt x="10983" y="247930"/>
                  </a:lnTo>
                  <a:lnTo>
                    <a:pt x="10982" y="250200"/>
                  </a:lnTo>
                  <a:lnTo>
                    <a:pt x="10982" y="252470"/>
                  </a:lnTo>
                  <a:lnTo>
                    <a:pt x="10981" y="254740"/>
                  </a:lnTo>
                  <a:lnTo>
                    <a:pt x="10980" y="257010"/>
                  </a:lnTo>
                  <a:lnTo>
                    <a:pt x="10980" y="259281"/>
                  </a:lnTo>
                  <a:lnTo>
                    <a:pt x="10979" y="261551"/>
                  </a:lnTo>
                  <a:lnTo>
                    <a:pt x="10978" y="263821"/>
                  </a:lnTo>
                  <a:lnTo>
                    <a:pt x="10977" y="266091"/>
                  </a:lnTo>
                  <a:lnTo>
                    <a:pt x="10976" y="268361"/>
                  </a:lnTo>
                  <a:lnTo>
                    <a:pt x="10976" y="270631"/>
                  </a:lnTo>
                  <a:lnTo>
                    <a:pt x="10975" y="272901"/>
                  </a:lnTo>
                  <a:lnTo>
                    <a:pt x="10974" y="275171"/>
                  </a:lnTo>
                  <a:lnTo>
                    <a:pt x="10973" y="277441"/>
                  </a:lnTo>
                  <a:lnTo>
                    <a:pt x="10972" y="279711"/>
                  </a:lnTo>
                  <a:lnTo>
                    <a:pt x="10972" y="281982"/>
                  </a:lnTo>
                  <a:lnTo>
                    <a:pt x="10971" y="284252"/>
                  </a:lnTo>
                  <a:lnTo>
                    <a:pt x="10970" y="286522"/>
                  </a:lnTo>
                  <a:lnTo>
                    <a:pt x="10969" y="288792"/>
                  </a:lnTo>
                  <a:lnTo>
                    <a:pt x="10968" y="291062"/>
                  </a:lnTo>
                  <a:lnTo>
                    <a:pt x="10967" y="293332"/>
                  </a:lnTo>
                  <a:lnTo>
                    <a:pt x="10966" y="295602"/>
                  </a:lnTo>
                  <a:lnTo>
                    <a:pt x="10965" y="297872"/>
                  </a:lnTo>
                  <a:lnTo>
                    <a:pt x="10964" y="300142"/>
                  </a:lnTo>
                  <a:lnTo>
                    <a:pt x="10963" y="302413"/>
                  </a:lnTo>
                  <a:lnTo>
                    <a:pt x="10962" y="304683"/>
                  </a:lnTo>
                  <a:lnTo>
                    <a:pt x="10961" y="306953"/>
                  </a:lnTo>
                  <a:lnTo>
                    <a:pt x="10960" y="309223"/>
                  </a:lnTo>
                  <a:lnTo>
                    <a:pt x="10959" y="311493"/>
                  </a:lnTo>
                  <a:lnTo>
                    <a:pt x="10958" y="313763"/>
                  </a:lnTo>
                  <a:lnTo>
                    <a:pt x="10957" y="316033"/>
                  </a:lnTo>
                  <a:lnTo>
                    <a:pt x="10956" y="318303"/>
                  </a:lnTo>
                  <a:lnTo>
                    <a:pt x="10955" y="320573"/>
                  </a:lnTo>
                  <a:lnTo>
                    <a:pt x="10954" y="322844"/>
                  </a:lnTo>
                  <a:lnTo>
                    <a:pt x="10953" y="325114"/>
                  </a:lnTo>
                  <a:lnTo>
                    <a:pt x="10952" y="327384"/>
                  </a:lnTo>
                  <a:lnTo>
                    <a:pt x="10951" y="329654"/>
                  </a:lnTo>
                  <a:lnTo>
                    <a:pt x="10949" y="331924"/>
                  </a:lnTo>
                  <a:lnTo>
                    <a:pt x="10948" y="334194"/>
                  </a:lnTo>
                  <a:lnTo>
                    <a:pt x="10947" y="336464"/>
                  </a:lnTo>
                  <a:lnTo>
                    <a:pt x="10946" y="338734"/>
                  </a:lnTo>
                  <a:lnTo>
                    <a:pt x="10945" y="341004"/>
                  </a:lnTo>
                  <a:lnTo>
                    <a:pt x="10944" y="343275"/>
                  </a:lnTo>
                  <a:lnTo>
                    <a:pt x="10942" y="345545"/>
                  </a:lnTo>
                  <a:lnTo>
                    <a:pt x="10941" y="347815"/>
                  </a:lnTo>
                  <a:lnTo>
                    <a:pt x="10940" y="350085"/>
                  </a:lnTo>
                  <a:lnTo>
                    <a:pt x="10939" y="352355"/>
                  </a:lnTo>
                  <a:lnTo>
                    <a:pt x="10937" y="354625"/>
                  </a:lnTo>
                  <a:lnTo>
                    <a:pt x="10936" y="356895"/>
                  </a:lnTo>
                  <a:lnTo>
                    <a:pt x="10935" y="359165"/>
                  </a:lnTo>
                  <a:lnTo>
                    <a:pt x="10934" y="361435"/>
                  </a:lnTo>
                  <a:lnTo>
                    <a:pt x="10932" y="363705"/>
                  </a:lnTo>
                  <a:lnTo>
                    <a:pt x="10931" y="365976"/>
                  </a:lnTo>
                  <a:lnTo>
                    <a:pt x="10930" y="368246"/>
                  </a:lnTo>
                  <a:lnTo>
                    <a:pt x="10929" y="370516"/>
                  </a:lnTo>
                  <a:lnTo>
                    <a:pt x="10927" y="372786"/>
                  </a:lnTo>
                  <a:lnTo>
                    <a:pt x="10926" y="375056"/>
                  </a:lnTo>
                  <a:lnTo>
                    <a:pt x="10925" y="377326"/>
                  </a:lnTo>
                  <a:lnTo>
                    <a:pt x="10923" y="379596"/>
                  </a:lnTo>
                  <a:lnTo>
                    <a:pt x="10922" y="381866"/>
                  </a:lnTo>
                  <a:lnTo>
                    <a:pt x="10921" y="384136"/>
                  </a:lnTo>
                  <a:lnTo>
                    <a:pt x="10919" y="386406"/>
                  </a:lnTo>
                  <a:lnTo>
                    <a:pt x="10918" y="388676"/>
                  </a:lnTo>
                  <a:lnTo>
                    <a:pt x="10916" y="390947"/>
                  </a:lnTo>
                  <a:lnTo>
                    <a:pt x="9808" y="390947"/>
                  </a:lnTo>
                  <a:lnTo>
                    <a:pt x="8698" y="390947"/>
                  </a:lnTo>
                  <a:lnTo>
                    <a:pt x="7584" y="390947"/>
                  </a:lnTo>
                  <a:lnTo>
                    <a:pt x="6465" y="390947"/>
                  </a:lnTo>
                  <a:lnTo>
                    <a:pt x="5338" y="390947"/>
                  </a:lnTo>
                  <a:lnTo>
                    <a:pt x="4202" y="390947"/>
                  </a:lnTo>
                  <a:lnTo>
                    <a:pt x="4202" y="389614"/>
                  </a:lnTo>
                  <a:lnTo>
                    <a:pt x="4202" y="388261"/>
                  </a:lnTo>
                  <a:lnTo>
                    <a:pt x="2871" y="388261"/>
                  </a:lnTo>
                  <a:lnTo>
                    <a:pt x="1531" y="388261"/>
                  </a:lnTo>
                  <a:lnTo>
                    <a:pt x="173" y="388261"/>
                  </a:lnTo>
                  <a:lnTo>
                    <a:pt x="172" y="385952"/>
                  </a:lnTo>
                  <a:lnTo>
                    <a:pt x="170" y="383644"/>
                  </a:lnTo>
                  <a:lnTo>
                    <a:pt x="169" y="381336"/>
                  </a:lnTo>
                  <a:lnTo>
                    <a:pt x="168" y="379027"/>
                  </a:lnTo>
                  <a:lnTo>
                    <a:pt x="166" y="376719"/>
                  </a:lnTo>
                  <a:lnTo>
                    <a:pt x="165" y="374410"/>
                  </a:lnTo>
                  <a:lnTo>
                    <a:pt x="164" y="372102"/>
                  </a:lnTo>
                  <a:lnTo>
                    <a:pt x="162" y="369793"/>
                  </a:lnTo>
                  <a:lnTo>
                    <a:pt x="161" y="367485"/>
                  </a:lnTo>
                  <a:lnTo>
                    <a:pt x="159" y="365177"/>
                  </a:lnTo>
                  <a:lnTo>
                    <a:pt x="158" y="362868"/>
                  </a:lnTo>
                  <a:lnTo>
                    <a:pt x="157" y="360560"/>
                  </a:lnTo>
                  <a:lnTo>
                    <a:pt x="156" y="358251"/>
                  </a:lnTo>
                  <a:lnTo>
                    <a:pt x="154" y="355943"/>
                  </a:lnTo>
                  <a:lnTo>
                    <a:pt x="153" y="353634"/>
                  </a:lnTo>
                  <a:lnTo>
                    <a:pt x="152" y="351326"/>
                  </a:lnTo>
                  <a:lnTo>
                    <a:pt x="150" y="349017"/>
                  </a:lnTo>
                  <a:lnTo>
                    <a:pt x="149" y="346709"/>
                  </a:lnTo>
                  <a:lnTo>
                    <a:pt x="148" y="344401"/>
                  </a:lnTo>
                  <a:lnTo>
                    <a:pt x="147" y="342092"/>
                  </a:lnTo>
                  <a:lnTo>
                    <a:pt x="146" y="339784"/>
                  </a:lnTo>
                  <a:lnTo>
                    <a:pt x="144" y="337475"/>
                  </a:lnTo>
                  <a:lnTo>
                    <a:pt x="143" y="335167"/>
                  </a:lnTo>
                  <a:lnTo>
                    <a:pt x="142" y="332858"/>
                  </a:lnTo>
                  <a:lnTo>
                    <a:pt x="141" y="330550"/>
                  </a:lnTo>
                  <a:lnTo>
                    <a:pt x="140" y="328241"/>
                  </a:lnTo>
                  <a:lnTo>
                    <a:pt x="139" y="325933"/>
                  </a:lnTo>
                  <a:lnTo>
                    <a:pt x="137" y="323625"/>
                  </a:lnTo>
                  <a:lnTo>
                    <a:pt x="136" y="321316"/>
                  </a:lnTo>
                  <a:lnTo>
                    <a:pt x="135" y="319008"/>
                  </a:lnTo>
                  <a:lnTo>
                    <a:pt x="134" y="316699"/>
                  </a:lnTo>
                  <a:lnTo>
                    <a:pt x="133" y="314391"/>
                  </a:lnTo>
                  <a:lnTo>
                    <a:pt x="132" y="312082"/>
                  </a:lnTo>
                  <a:lnTo>
                    <a:pt x="131" y="309774"/>
                  </a:lnTo>
                  <a:lnTo>
                    <a:pt x="130" y="307465"/>
                  </a:lnTo>
                  <a:lnTo>
                    <a:pt x="129" y="305157"/>
                  </a:lnTo>
                  <a:lnTo>
                    <a:pt x="128" y="302849"/>
                  </a:lnTo>
                  <a:lnTo>
                    <a:pt x="127" y="300540"/>
                  </a:lnTo>
                  <a:lnTo>
                    <a:pt x="126" y="298232"/>
                  </a:lnTo>
                  <a:lnTo>
                    <a:pt x="125" y="295923"/>
                  </a:lnTo>
                  <a:lnTo>
                    <a:pt x="124" y="293615"/>
                  </a:lnTo>
                  <a:lnTo>
                    <a:pt x="123" y="291306"/>
                  </a:lnTo>
                  <a:lnTo>
                    <a:pt x="122" y="288998"/>
                  </a:lnTo>
                  <a:lnTo>
                    <a:pt x="121" y="286689"/>
                  </a:lnTo>
                  <a:lnTo>
                    <a:pt x="120" y="284381"/>
                  </a:lnTo>
                  <a:lnTo>
                    <a:pt x="119" y="282073"/>
                  </a:lnTo>
                  <a:lnTo>
                    <a:pt x="118" y="279764"/>
                  </a:lnTo>
                  <a:lnTo>
                    <a:pt x="117" y="277456"/>
                  </a:lnTo>
                  <a:lnTo>
                    <a:pt x="117" y="275147"/>
                  </a:lnTo>
                  <a:lnTo>
                    <a:pt x="116" y="272839"/>
                  </a:lnTo>
                  <a:lnTo>
                    <a:pt x="115" y="270530"/>
                  </a:lnTo>
                  <a:lnTo>
                    <a:pt x="114" y="268222"/>
                  </a:lnTo>
                  <a:lnTo>
                    <a:pt x="113" y="265914"/>
                  </a:lnTo>
                  <a:lnTo>
                    <a:pt x="112" y="263605"/>
                  </a:lnTo>
                  <a:lnTo>
                    <a:pt x="112" y="261297"/>
                  </a:lnTo>
                  <a:lnTo>
                    <a:pt x="111" y="258988"/>
                  </a:lnTo>
                  <a:lnTo>
                    <a:pt x="110" y="256680"/>
                  </a:lnTo>
                  <a:lnTo>
                    <a:pt x="109" y="254371"/>
                  </a:lnTo>
                  <a:lnTo>
                    <a:pt x="108" y="252063"/>
                  </a:lnTo>
                  <a:lnTo>
                    <a:pt x="108" y="249755"/>
                  </a:lnTo>
                  <a:lnTo>
                    <a:pt x="107" y="247446"/>
                  </a:lnTo>
                  <a:lnTo>
                    <a:pt x="106" y="245138"/>
                  </a:lnTo>
                  <a:lnTo>
                    <a:pt x="106" y="242829"/>
                  </a:lnTo>
                  <a:lnTo>
                    <a:pt x="105" y="240521"/>
                  </a:lnTo>
                  <a:lnTo>
                    <a:pt x="105" y="239432"/>
                  </a:lnTo>
                  <a:lnTo>
                    <a:pt x="104" y="238343"/>
                  </a:lnTo>
                  <a:lnTo>
                    <a:pt x="104" y="237254"/>
                  </a:lnTo>
                  <a:lnTo>
                    <a:pt x="104" y="236165"/>
                  </a:lnTo>
                  <a:lnTo>
                    <a:pt x="103" y="235076"/>
                  </a:lnTo>
                  <a:lnTo>
                    <a:pt x="103" y="233987"/>
                  </a:lnTo>
                  <a:lnTo>
                    <a:pt x="103" y="232898"/>
                  </a:lnTo>
                  <a:lnTo>
                    <a:pt x="102" y="231809"/>
                  </a:lnTo>
                  <a:lnTo>
                    <a:pt x="102" y="230720"/>
                  </a:lnTo>
                  <a:lnTo>
                    <a:pt x="101" y="229631"/>
                  </a:lnTo>
                  <a:lnTo>
                    <a:pt x="101" y="228542"/>
                  </a:lnTo>
                  <a:lnTo>
                    <a:pt x="101" y="227453"/>
                  </a:lnTo>
                  <a:lnTo>
                    <a:pt x="100" y="226364"/>
                  </a:lnTo>
                  <a:lnTo>
                    <a:pt x="100" y="225275"/>
                  </a:lnTo>
                  <a:lnTo>
                    <a:pt x="100" y="224186"/>
                  </a:lnTo>
                  <a:lnTo>
                    <a:pt x="99" y="223097"/>
                  </a:lnTo>
                  <a:lnTo>
                    <a:pt x="99" y="221939"/>
                  </a:lnTo>
                  <a:lnTo>
                    <a:pt x="99" y="220774"/>
                  </a:lnTo>
                  <a:lnTo>
                    <a:pt x="98" y="219593"/>
                  </a:lnTo>
                  <a:lnTo>
                    <a:pt x="98" y="218552"/>
                  </a:lnTo>
                  <a:lnTo>
                    <a:pt x="98" y="217510"/>
                  </a:lnTo>
                  <a:lnTo>
                    <a:pt x="97" y="216469"/>
                  </a:lnTo>
                  <a:lnTo>
                    <a:pt x="97" y="215427"/>
                  </a:lnTo>
                  <a:lnTo>
                    <a:pt x="97" y="214386"/>
                  </a:lnTo>
                  <a:lnTo>
                    <a:pt x="96" y="213344"/>
                  </a:lnTo>
                  <a:lnTo>
                    <a:pt x="96" y="212303"/>
                  </a:lnTo>
                  <a:lnTo>
                    <a:pt x="95" y="211261"/>
                  </a:lnTo>
                  <a:lnTo>
                    <a:pt x="95" y="210219"/>
                  </a:lnTo>
                  <a:lnTo>
                    <a:pt x="95" y="209178"/>
                  </a:lnTo>
                  <a:lnTo>
                    <a:pt x="94" y="208136"/>
                  </a:lnTo>
                  <a:lnTo>
                    <a:pt x="94" y="207095"/>
                  </a:lnTo>
                  <a:lnTo>
                    <a:pt x="93" y="206053"/>
                  </a:lnTo>
                  <a:lnTo>
                    <a:pt x="93" y="205012"/>
                  </a:lnTo>
                  <a:lnTo>
                    <a:pt x="93" y="203970"/>
                  </a:lnTo>
                  <a:lnTo>
                    <a:pt x="92" y="202929"/>
                  </a:lnTo>
                  <a:lnTo>
                    <a:pt x="92" y="201887"/>
                  </a:lnTo>
                  <a:lnTo>
                    <a:pt x="91" y="200846"/>
                  </a:lnTo>
                  <a:lnTo>
                    <a:pt x="91" y="199804"/>
                  </a:lnTo>
                  <a:lnTo>
                    <a:pt x="90" y="198763"/>
                  </a:lnTo>
                  <a:lnTo>
                    <a:pt x="90" y="197721"/>
                  </a:lnTo>
                  <a:lnTo>
                    <a:pt x="89" y="196680"/>
                  </a:lnTo>
                  <a:lnTo>
                    <a:pt x="89" y="195638"/>
                  </a:lnTo>
                  <a:lnTo>
                    <a:pt x="88" y="194597"/>
                  </a:lnTo>
                  <a:lnTo>
                    <a:pt x="88" y="193555"/>
                  </a:lnTo>
                  <a:lnTo>
                    <a:pt x="87" y="192514"/>
                  </a:lnTo>
                  <a:lnTo>
                    <a:pt x="87" y="191472"/>
                  </a:lnTo>
                  <a:lnTo>
                    <a:pt x="86" y="190431"/>
                  </a:lnTo>
                  <a:lnTo>
                    <a:pt x="85" y="189389"/>
                  </a:lnTo>
                  <a:lnTo>
                    <a:pt x="85" y="188347"/>
                  </a:lnTo>
                  <a:lnTo>
                    <a:pt x="84" y="187306"/>
                  </a:lnTo>
                  <a:lnTo>
                    <a:pt x="84" y="186264"/>
                  </a:lnTo>
                  <a:lnTo>
                    <a:pt x="83" y="185223"/>
                  </a:lnTo>
                  <a:lnTo>
                    <a:pt x="83" y="184181"/>
                  </a:lnTo>
                  <a:lnTo>
                    <a:pt x="82" y="183140"/>
                  </a:lnTo>
                  <a:lnTo>
                    <a:pt x="81" y="182098"/>
                  </a:lnTo>
                  <a:lnTo>
                    <a:pt x="81" y="181057"/>
                  </a:lnTo>
                  <a:lnTo>
                    <a:pt x="80" y="180015"/>
                  </a:lnTo>
                  <a:lnTo>
                    <a:pt x="80" y="178974"/>
                  </a:lnTo>
                  <a:lnTo>
                    <a:pt x="79" y="177932"/>
                  </a:lnTo>
                  <a:lnTo>
                    <a:pt x="78" y="176891"/>
                  </a:lnTo>
                  <a:lnTo>
                    <a:pt x="78" y="175849"/>
                  </a:lnTo>
                  <a:lnTo>
                    <a:pt x="77" y="174808"/>
                  </a:lnTo>
                  <a:lnTo>
                    <a:pt x="77" y="173766"/>
                  </a:lnTo>
                  <a:lnTo>
                    <a:pt x="76" y="172725"/>
                  </a:lnTo>
                  <a:lnTo>
                    <a:pt x="75" y="171683"/>
                  </a:lnTo>
                  <a:lnTo>
                    <a:pt x="75" y="170642"/>
                  </a:lnTo>
                  <a:lnTo>
                    <a:pt x="74" y="169600"/>
                  </a:lnTo>
                  <a:lnTo>
                    <a:pt x="73" y="168558"/>
                  </a:lnTo>
                  <a:lnTo>
                    <a:pt x="73" y="167517"/>
                  </a:lnTo>
                  <a:lnTo>
                    <a:pt x="72" y="166475"/>
                  </a:lnTo>
                  <a:lnTo>
                    <a:pt x="71" y="165434"/>
                  </a:lnTo>
                  <a:lnTo>
                    <a:pt x="71" y="164392"/>
                  </a:lnTo>
                  <a:lnTo>
                    <a:pt x="70" y="163351"/>
                  </a:lnTo>
                  <a:lnTo>
                    <a:pt x="69" y="162302"/>
                  </a:lnTo>
                  <a:lnTo>
                    <a:pt x="69" y="161254"/>
                  </a:lnTo>
                  <a:lnTo>
                    <a:pt x="68" y="160205"/>
                  </a:lnTo>
                  <a:lnTo>
                    <a:pt x="67" y="159157"/>
                  </a:lnTo>
                  <a:lnTo>
                    <a:pt x="67" y="158108"/>
                  </a:lnTo>
                  <a:lnTo>
                    <a:pt x="66" y="157060"/>
                  </a:lnTo>
                  <a:lnTo>
                    <a:pt x="66" y="156011"/>
                  </a:lnTo>
                  <a:lnTo>
                    <a:pt x="65" y="154963"/>
                  </a:lnTo>
                  <a:lnTo>
                    <a:pt x="64" y="153914"/>
                  </a:lnTo>
                  <a:lnTo>
                    <a:pt x="64" y="152866"/>
                  </a:lnTo>
                  <a:lnTo>
                    <a:pt x="63" y="151818"/>
                  </a:lnTo>
                  <a:lnTo>
                    <a:pt x="63" y="150769"/>
                  </a:lnTo>
                  <a:lnTo>
                    <a:pt x="62" y="149721"/>
                  </a:lnTo>
                  <a:lnTo>
                    <a:pt x="62" y="148672"/>
                  </a:lnTo>
                  <a:lnTo>
                    <a:pt x="61" y="147624"/>
                  </a:lnTo>
                  <a:lnTo>
                    <a:pt x="60" y="146575"/>
                  </a:lnTo>
                  <a:lnTo>
                    <a:pt x="60" y="145527"/>
                  </a:lnTo>
                  <a:lnTo>
                    <a:pt x="59" y="144478"/>
                  </a:lnTo>
                  <a:lnTo>
                    <a:pt x="59" y="143430"/>
                  </a:lnTo>
                  <a:lnTo>
                    <a:pt x="58" y="142381"/>
                  </a:lnTo>
                  <a:lnTo>
                    <a:pt x="58" y="141333"/>
                  </a:lnTo>
                  <a:lnTo>
                    <a:pt x="57" y="140284"/>
                  </a:lnTo>
                  <a:lnTo>
                    <a:pt x="57" y="139236"/>
                  </a:lnTo>
                  <a:lnTo>
                    <a:pt x="57" y="138187"/>
                  </a:lnTo>
                  <a:lnTo>
                    <a:pt x="56" y="137139"/>
                  </a:lnTo>
                  <a:lnTo>
                    <a:pt x="56" y="136091"/>
                  </a:lnTo>
                  <a:lnTo>
                    <a:pt x="55" y="135042"/>
                  </a:lnTo>
                  <a:lnTo>
                    <a:pt x="55" y="133994"/>
                  </a:lnTo>
                  <a:lnTo>
                    <a:pt x="54" y="132945"/>
                  </a:lnTo>
                  <a:lnTo>
                    <a:pt x="54" y="131897"/>
                  </a:lnTo>
                  <a:lnTo>
                    <a:pt x="54" y="130848"/>
                  </a:lnTo>
                  <a:lnTo>
                    <a:pt x="53" y="129800"/>
                  </a:lnTo>
                  <a:lnTo>
                    <a:pt x="53" y="128751"/>
                  </a:lnTo>
                  <a:lnTo>
                    <a:pt x="52" y="127703"/>
                  </a:lnTo>
                  <a:lnTo>
                    <a:pt x="52" y="126654"/>
                  </a:lnTo>
                  <a:lnTo>
                    <a:pt x="52" y="125606"/>
                  </a:lnTo>
                  <a:lnTo>
                    <a:pt x="51" y="124558"/>
                  </a:lnTo>
                  <a:lnTo>
                    <a:pt x="51" y="123509"/>
                  </a:lnTo>
                  <a:lnTo>
                    <a:pt x="51" y="122461"/>
                  </a:lnTo>
                  <a:lnTo>
                    <a:pt x="50" y="121412"/>
                  </a:lnTo>
                  <a:lnTo>
                    <a:pt x="50" y="120364"/>
                  </a:lnTo>
                  <a:lnTo>
                    <a:pt x="50" y="119315"/>
                  </a:lnTo>
                  <a:lnTo>
                    <a:pt x="50" y="118267"/>
                  </a:lnTo>
                  <a:lnTo>
                    <a:pt x="49" y="117219"/>
                  </a:lnTo>
                  <a:lnTo>
                    <a:pt x="49" y="116170"/>
                  </a:lnTo>
                  <a:lnTo>
                    <a:pt x="49" y="115122"/>
                  </a:lnTo>
                  <a:lnTo>
                    <a:pt x="49" y="114073"/>
                  </a:lnTo>
                  <a:lnTo>
                    <a:pt x="48" y="113025"/>
                  </a:lnTo>
                  <a:lnTo>
                    <a:pt x="48" y="111976"/>
                  </a:lnTo>
                  <a:lnTo>
                    <a:pt x="48" y="110928"/>
                  </a:lnTo>
                  <a:lnTo>
                    <a:pt x="48" y="109880"/>
                  </a:lnTo>
                  <a:lnTo>
                    <a:pt x="48" y="108831"/>
                  </a:lnTo>
                  <a:lnTo>
                    <a:pt x="47" y="107783"/>
                  </a:lnTo>
                  <a:lnTo>
                    <a:pt x="47" y="106734"/>
                  </a:lnTo>
                  <a:lnTo>
                    <a:pt x="47" y="105686"/>
                  </a:lnTo>
                  <a:lnTo>
                    <a:pt x="47" y="104639"/>
                  </a:lnTo>
                  <a:lnTo>
                    <a:pt x="47" y="103591"/>
                  </a:lnTo>
                  <a:lnTo>
                    <a:pt x="47" y="102544"/>
                  </a:lnTo>
                  <a:lnTo>
                    <a:pt x="46" y="101496"/>
                  </a:lnTo>
                  <a:lnTo>
                    <a:pt x="46" y="100449"/>
                  </a:lnTo>
                  <a:lnTo>
                    <a:pt x="46" y="99401"/>
                  </a:lnTo>
                  <a:lnTo>
                    <a:pt x="46" y="98354"/>
                  </a:lnTo>
                  <a:lnTo>
                    <a:pt x="45" y="97306"/>
                  </a:lnTo>
                  <a:lnTo>
                    <a:pt x="45" y="96259"/>
                  </a:lnTo>
                  <a:lnTo>
                    <a:pt x="45" y="95211"/>
                  </a:lnTo>
                  <a:lnTo>
                    <a:pt x="44" y="94164"/>
                  </a:lnTo>
                  <a:lnTo>
                    <a:pt x="44" y="93117"/>
                  </a:lnTo>
                  <a:lnTo>
                    <a:pt x="43" y="92069"/>
                  </a:lnTo>
                  <a:lnTo>
                    <a:pt x="43" y="91022"/>
                  </a:lnTo>
                  <a:lnTo>
                    <a:pt x="42" y="89974"/>
                  </a:lnTo>
                  <a:lnTo>
                    <a:pt x="42" y="88927"/>
                  </a:lnTo>
                  <a:lnTo>
                    <a:pt x="41" y="87879"/>
                  </a:lnTo>
                  <a:lnTo>
                    <a:pt x="41" y="86832"/>
                  </a:lnTo>
                  <a:lnTo>
                    <a:pt x="40" y="85784"/>
                  </a:lnTo>
                  <a:lnTo>
                    <a:pt x="39" y="84737"/>
                  </a:lnTo>
                  <a:lnTo>
                    <a:pt x="39" y="83690"/>
                  </a:lnTo>
                  <a:lnTo>
                    <a:pt x="38" y="82642"/>
                  </a:lnTo>
                  <a:lnTo>
                    <a:pt x="37" y="81595"/>
                  </a:lnTo>
                  <a:lnTo>
                    <a:pt x="37" y="80547"/>
                  </a:lnTo>
                  <a:lnTo>
                    <a:pt x="36" y="79500"/>
                  </a:lnTo>
                  <a:lnTo>
                    <a:pt x="35" y="78452"/>
                  </a:lnTo>
                  <a:lnTo>
                    <a:pt x="34" y="77405"/>
                  </a:lnTo>
                  <a:lnTo>
                    <a:pt x="34" y="76357"/>
                  </a:lnTo>
                  <a:lnTo>
                    <a:pt x="33" y="75310"/>
                  </a:lnTo>
                  <a:lnTo>
                    <a:pt x="32" y="74263"/>
                  </a:lnTo>
                  <a:lnTo>
                    <a:pt x="31" y="73215"/>
                  </a:lnTo>
                  <a:lnTo>
                    <a:pt x="30" y="72168"/>
                  </a:lnTo>
                  <a:lnTo>
                    <a:pt x="29" y="71120"/>
                  </a:lnTo>
                  <a:lnTo>
                    <a:pt x="28" y="70073"/>
                  </a:lnTo>
                  <a:lnTo>
                    <a:pt x="27" y="69012"/>
                  </a:lnTo>
                  <a:lnTo>
                    <a:pt x="27" y="67952"/>
                  </a:lnTo>
                  <a:lnTo>
                    <a:pt x="26" y="66892"/>
                  </a:lnTo>
                  <a:lnTo>
                    <a:pt x="25" y="65832"/>
                  </a:lnTo>
                  <a:lnTo>
                    <a:pt x="25" y="64772"/>
                  </a:lnTo>
                  <a:lnTo>
                    <a:pt x="24" y="63711"/>
                  </a:lnTo>
                  <a:lnTo>
                    <a:pt x="23" y="62651"/>
                  </a:lnTo>
                  <a:lnTo>
                    <a:pt x="23" y="61591"/>
                  </a:lnTo>
                  <a:lnTo>
                    <a:pt x="22" y="60531"/>
                  </a:lnTo>
                  <a:lnTo>
                    <a:pt x="22" y="59470"/>
                  </a:lnTo>
                  <a:lnTo>
                    <a:pt x="21" y="58410"/>
                  </a:lnTo>
                  <a:lnTo>
                    <a:pt x="21" y="57350"/>
                  </a:lnTo>
                  <a:lnTo>
                    <a:pt x="21" y="56290"/>
                  </a:lnTo>
                  <a:lnTo>
                    <a:pt x="21" y="55229"/>
                  </a:lnTo>
                  <a:lnTo>
                    <a:pt x="20" y="54169"/>
                  </a:lnTo>
                  <a:lnTo>
                    <a:pt x="20" y="53109"/>
                  </a:lnTo>
                  <a:lnTo>
                    <a:pt x="20" y="52049"/>
                  </a:lnTo>
                  <a:lnTo>
                    <a:pt x="20" y="50988"/>
                  </a:lnTo>
                  <a:lnTo>
                    <a:pt x="20" y="49928"/>
                  </a:lnTo>
                  <a:lnTo>
                    <a:pt x="20" y="48868"/>
                  </a:lnTo>
                  <a:lnTo>
                    <a:pt x="20" y="47808"/>
                  </a:lnTo>
                  <a:lnTo>
                    <a:pt x="20" y="46748"/>
                  </a:lnTo>
                  <a:lnTo>
                    <a:pt x="20" y="45687"/>
                  </a:lnTo>
                  <a:lnTo>
                    <a:pt x="21" y="44603"/>
                  </a:lnTo>
                  <a:lnTo>
                    <a:pt x="21" y="43519"/>
                  </a:lnTo>
                  <a:lnTo>
                    <a:pt x="21" y="42435"/>
                  </a:lnTo>
                  <a:lnTo>
                    <a:pt x="21" y="41351"/>
                  </a:lnTo>
                  <a:lnTo>
                    <a:pt x="20" y="40267"/>
                  </a:lnTo>
                  <a:lnTo>
                    <a:pt x="20" y="39183"/>
                  </a:lnTo>
                  <a:lnTo>
                    <a:pt x="20" y="38099"/>
                  </a:lnTo>
                  <a:lnTo>
                    <a:pt x="19" y="37015"/>
                  </a:lnTo>
                  <a:lnTo>
                    <a:pt x="18" y="35931"/>
                  </a:lnTo>
                  <a:lnTo>
                    <a:pt x="17" y="34847"/>
                  </a:lnTo>
                  <a:lnTo>
                    <a:pt x="16" y="33763"/>
                  </a:lnTo>
                  <a:lnTo>
                    <a:pt x="15" y="32679"/>
                  </a:lnTo>
                  <a:lnTo>
                    <a:pt x="14" y="31595"/>
                  </a:lnTo>
                  <a:lnTo>
                    <a:pt x="12" y="30507"/>
                  </a:lnTo>
                  <a:lnTo>
                    <a:pt x="11" y="29418"/>
                  </a:lnTo>
                  <a:lnTo>
                    <a:pt x="10" y="28329"/>
                  </a:lnTo>
                  <a:lnTo>
                    <a:pt x="9" y="27241"/>
                  </a:lnTo>
                  <a:lnTo>
                    <a:pt x="9" y="26152"/>
                  </a:lnTo>
                  <a:lnTo>
                    <a:pt x="8" y="25064"/>
                  </a:lnTo>
                  <a:lnTo>
                    <a:pt x="8" y="23975"/>
                  </a:lnTo>
                  <a:lnTo>
                    <a:pt x="9" y="22886"/>
                  </a:lnTo>
                  <a:lnTo>
                    <a:pt x="9" y="21798"/>
                  </a:lnTo>
                  <a:lnTo>
                    <a:pt x="9" y="20709"/>
                  </a:lnTo>
                  <a:lnTo>
                    <a:pt x="10" y="19621"/>
                  </a:lnTo>
                  <a:lnTo>
                    <a:pt x="11" y="18532"/>
                  </a:lnTo>
                  <a:lnTo>
                    <a:pt x="11" y="17443"/>
                  </a:lnTo>
                  <a:lnTo>
                    <a:pt x="12" y="16355"/>
                  </a:lnTo>
                  <a:lnTo>
                    <a:pt x="9" y="15228"/>
                  </a:lnTo>
                  <a:lnTo>
                    <a:pt x="6" y="14097"/>
                  </a:lnTo>
                  <a:lnTo>
                    <a:pt x="3" y="12958"/>
                  </a:lnTo>
                  <a:lnTo>
                    <a:pt x="0" y="11806"/>
                  </a:lnTo>
                  <a:lnTo>
                    <a:pt x="1" y="11205"/>
                  </a:lnTo>
                  <a:lnTo>
                    <a:pt x="3" y="10144"/>
                  </a:lnTo>
                  <a:lnTo>
                    <a:pt x="8" y="7716"/>
                  </a:lnTo>
                  <a:lnTo>
                    <a:pt x="8" y="6540"/>
                  </a:lnTo>
                  <a:lnTo>
                    <a:pt x="7" y="5357"/>
                  </a:lnTo>
                  <a:lnTo>
                    <a:pt x="7" y="4157"/>
                  </a:lnTo>
                  <a:lnTo>
                    <a:pt x="141" y="2732"/>
                  </a:lnTo>
                  <a:lnTo>
                    <a:pt x="362" y="1691"/>
                  </a:lnTo>
                  <a:lnTo>
                    <a:pt x="705" y="971"/>
                  </a:lnTo>
                  <a:lnTo>
                    <a:pt x="1208" y="510"/>
                  </a:lnTo>
                  <a:lnTo>
                    <a:pt x="1907" y="245"/>
                  </a:lnTo>
                  <a:lnTo>
                    <a:pt x="2838" y="113"/>
                  </a:lnTo>
                  <a:lnTo>
                    <a:pt x="4039" y="52"/>
                  </a:lnTo>
                  <a:lnTo>
                    <a:pt x="5545" y="0"/>
                  </a:lnTo>
                  <a:close/>
                </a:path>
              </a:pathLst>
            </a:custGeom>
            <a:solidFill>
              <a:srgbClr val="E5E8E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region 33 #99A6B3"/>
            <p:cNvSpPr/>
            <p:nvPr/>
          </p:nvSpPr>
          <p:spPr>
            <a:xfrm>
              <a:off x="123482" y="140317"/>
              <a:ext cx="605703" cy="102744"/>
            </a:xfrm>
            <a:custGeom>
              <a:avLst/>
              <a:gdLst/>
              <a:ahLst/>
              <a:cxnLst/>
              <a:rect l="l" t="t" r="r" b="b"/>
              <a:pathLst>
                <a:path w="605703" h="102744">
                  <a:moveTo>
                    <a:pt x="373384" y="11428"/>
                  </a:moveTo>
                  <a:lnTo>
                    <a:pt x="373384" y="12761"/>
                  </a:lnTo>
                  <a:lnTo>
                    <a:pt x="373384" y="14114"/>
                  </a:lnTo>
                  <a:lnTo>
                    <a:pt x="374569" y="14218"/>
                  </a:lnTo>
                  <a:lnTo>
                    <a:pt x="375758" y="14322"/>
                  </a:lnTo>
                  <a:lnTo>
                    <a:pt x="376956" y="14427"/>
                  </a:lnTo>
                  <a:lnTo>
                    <a:pt x="378168" y="14533"/>
                  </a:lnTo>
                  <a:lnTo>
                    <a:pt x="379284" y="14689"/>
                  </a:lnTo>
                  <a:lnTo>
                    <a:pt x="380373" y="14876"/>
                  </a:lnTo>
                  <a:lnTo>
                    <a:pt x="381438" y="15091"/>
                  </a:lnTo>
                  <a:lnTo>
                    <a:pt x="382482" y="15334"/>
                  </a:lnTo>
                  <a:lnTo>
                    <a:pt x="383509" y="15603"/>
                  </a:lnTo>
                  <a:lnTo>
                    <a:pt x="384521" y="15898"/>
                  </a:lnTo>
                  <a:lnTo>
                    <a:pt x="385522" y="16216"/>
                  </a:lnTo>
                  <a:lnTo>
                    <a:pt x="386515" y="16558"/>
                  </a:lnTo>
                  <a:lnTo>
                    <a:pt x="387504" y="16921"/>
                  </a:lnTo>
                  <a:lnTo>
                    <a:pt x="388492" y="17304"/>
                  </a:lnTo>
                  <a:lnTo>
                    <a:pt x="389481" y="17707"/>
                  </a:lnTo>
                  <a:lnTo>
                    <a:pt x="390476" y="18128"/>
                  </a:lnTo>
                  <a:lnTo>
                    <a:pt x="391480" y="18565"/>
                  </a:lnTo>
                  <a:lnTo>
                    <a:pt x="392496" y="19018"/>
                  </a:lnTo>
                  <a:lnTo>
                    <a:pt x="393527" y="19486"/>
                  </a:lnTo>
                  <a:lnTo>
                    <a:pt x="394682" y="19882"/>
                  </a:lnTo>
                  <a:lnTo>
                    <a:pt x="395839" y="20274"/>
                  </a:lnTo>
                  <a:lnTo>
                    <a:pt x="396997" y="20660"/>
                  </a:lnTo>
                  <a:lnTo>
                    <a:pt x="398157" y="21040"/>
                  </a:lnTo>
                  <a:lnTo>
                    <a:pt x="399318" y="21417"/>
                  </a:lnTo>
                  <a:lnTo>
                    <a:pt x="400363" y="21760"/>
                  </a:lnTo>
                  <a:lnTo>
                    <a:pt x="401405" y="22110"/>
                  </a:lnTo>
                  <a:lnTo>
                    <a:pt x="402443" y="22467"/>
                  </a:lnTo>
                  <a:lnTo>
                    <a:pt x="403478" y="22830"/>
                  </a:lnTo>
                  <a:lnTo>
                    <a:pt x="404510" y="23199"/>
                  </a:lnTo>
                  <a:lnTo>
                    <a:pt x="405539" y="23575"/>
                  </a:lnTo>
                  <a:lnTo>
                    <a:pt x="406566" y="23956"/>
                  </a:lnTo>
                  <a:lnTo>
                    <a:pt x="407591" y="24342"/>
                  </a:lnTo>
                  <a:lnTo>
                    <a:pt x="408614" y="24733"/>
                  </a:lnTo>
                  <a:lnTo>
                    <a:pt x="409635" y="25130"/>
                  </a:lnTo>
                  <a:lnTo>
                    <a:pt x="410654" y="25530"/>
                  </a:lnTo>
                  <a:lnTo>
                    <a:pt x="411673" y="25935"/>
                  </a:lnTo>
                  <a:lnTo>
                    <a:pt x="412691" y="26344"/>
                  </a:lnTo>
                  <a:lnTo>
                    <a:pt x="413708" y="26756"/>
                  </a:lnTo>
                  <a:lnTo>
                    <a:pt x="414726" y="27171"/>
                  </a:lnTo>
                  <a:lnTo>
                    <a:pt x="415743" y="27590"/>
                  </a:lnTo>
                  <a:lnTo>
                    <a:pt x="416759" y="27983"/>
                  </a:lnTo>
                  <a:lnTo>
                    <a:pt x="417776" y="28363"/>
                  </a:lnTo>
                  <a:lnTo>
                    <a:pt x="418794" y="28732"/>
                  </a:lnTo>
                  <a:lnTo>
                    <a:pt x="419812" y="29090"/>
                  </a:lnTo>
                  <a:lnTo>
                    <a:pt x="420832" y="29437"/>
                  </a:lnTo>
                  <a:lnTo>
                    <a:pt x="421854" y="29774"/>
                  </a:lnTo>
                  <a:lnTo>
                    <a:pt x="422876" y="30101"/>
                  </a:lnTo>
                  <a:lnTo>
                    <a:pt x="423900" y="30419"/>
                  </a:lnTo>
                  <a:lnTo>
                    <a:pt x="424925" y="30728"/>
                  </a:lnTo>
                  <a:lnTo>
                    <a:pt x="425952" y="31028"/>
                  </a:lnTo>
                  <a:lnTo>
                    <a:pt x="426981" y="31320"/>
                  </a:lnTo>
                  <a:lnTo>
                    <a:pt x="428012" y="31605"/>
                  </a:lnTo>
                  <a:lnTo>
                    <a:pt x="429044" y="31882"/>
                  </a:lnTo>
                  <a:lnTo>
                    <a:pt x="430078" y="32153"/>
                  </a:lnTo>
                  <a:lnTo>
                    <a:pt x="431115" y="32417"/>
                  </a:lnTo>
                  <a:lnTo>
                    <a:pt x="432154" y="32676"/>
                  </a:lnTo>
                  <a:lnTo>
                    <a:pt x="433195" y="32929"/>
                  </a:lnTo>
                  <a:lnTo>
                    <a:pt x="434238" y="33177"/>
                  </a:lnTo>
                  <a:lnTo>
                    <a:pt x="435284" y="33420"/>
                  </a:lnTo>
                  <a:lnTo>
                    <a:pt x="436333" y="33660"/>
                  </a:lnTo>
                  <a:lnTo>
                    <a:pt x="437384" y="33896"/>
                  </a:lnTo>
                  <a:lnTo>
                    <a:pt x="438438" y="34128"/>
                  </a:lnTo>
                  <a:lnTo>
                    <a:pt x="439495" y="34358"/>
                  </a:lnTo>
                  <a:lnTo>
                    <a:pt x="440554" y="34585"/>
                  </a:lnTo>
                  <a:lnTo>
                    <a:pt x="441617" y="34811"/>
                  </a:lnTo>
                  <a:lnTo>
                    <a:pt x="442747" y="35072"/>
                  </a:lnTo>
                  <a:lnTo>
                    <a:pt x="443842" y="35343"/>
                  </a:lnTo>
                  <a:lnTo>
                    <a:pt x="444907" y="35628"/>
                  </a:lnTo>
                  <a:lnTo>
                    <a:pt x="445945" y="35928"/>
                  </a:lnTo>
                  <a:lnTo>
                    <a:pt x="446961" y="36246"/>
                  </a:lnTo>
                  <a:lnTo>
                    <a:pt x="447956" y="36585"/>
                  </a:lnTo>
                  <a:lnTo>
                    <a:pt x="448936" y="36947"/>
                  </a:lnTo>
                  <a:lnTo>
                    <a:pt x="449904" y="37334"/>
                  </a:lnTo>
                  <a:lnTo>
                    <a:pt x="450863" y="37750"/>
                  </a:lnTo>
                  <a:lnTo>
                    <a:pt x="451817" y="38196"/>
                  </a:lnTo>
                  <a:lnTo>
                    <a:pt x="452770" y="38675"/>
                  </a:lnTo>
                  <a:lnTo>
                    <a:pt x="453726" y="39190"/>
                  </a:lnTo>
                  <a:lnTo>
                    <a:pt x="454687" y="39742"/>
                  </a:lnTo>
                  <a:lnTo>
                    <a:pt x="455658" y="40335"/>
                  </a:lnTo>
                  <a:lnTo>
                    <a:pt x="456643" y="40972"/>
                  </a:lnTo>
                  <a:lnTo>
                    <a:pt x="457660" y="41304"/>
                  </a:lnTo>
                  <a:lnTo>
                    <a:pt x="458677" y="41624"/>
                  </a:lnTo>
                  <a:lnTo>
                    <a:pt x="459693" y="41931"/>
                  </a:lnTo>
                  <a:lnTo>
                    <a:pt x="460709" y="42227"/>
                  </a:lnTo>
                  <a:lnTo>
                    <a:pt x="461726" y="42512"/>
                  </a:lnTo>
                  <a:lnTo>
                    <a:pt x="462745" y="42788"/>
                  </a:lnTo>
                  <a:lnTo>
                    <a:pt x="463765" y="43056"/>
                  </a:lnTo>
                  <a:lnTo>
                    <a:pt x="464789" y="43315"/>
                  </a:lnTo>
                  <a:lnTo>
                    <a:pt x="465815" y="43568"/>
                  </a:lnTo>
                  <a:lnTo>
                    <a:pt x="466844" y="43815"/>
                  </a:lnTo>
                  <a:lnTo>
                    <a:pt x="467879" y="44056"/>
                  </a:lnTo>
                  <a:lnTo>
                    <a:pt x="468917" y="44294"/>
                  </a:lnTo>
                  <a:lnTo>
                    <a:pt x="469962" y="44528"/>
                  </a:lnTo>
                  <a:lnTo>
                    <a:pt x="470998" y="44760"/>
                  </a:lnTo>
                  <a:lnTo>
                    <a:pt x="472030" y="44997"/>
                  </a:lnTo>
                  <a:lnTo>
                    <a:pt x="473060" y="45237"/>
                  </a:lnTo>
                  <a:lnTo>
                    <a:pt x="474086" y="45481"/>
                  </a:lnTo>
                  <a:lnTo>
                    <a:pt x="475109" y="45728"/>
                  </a:lnTo>
                  <a:lnTo>
                    <a:pt x="476130" y="45980"/>
                  </a:lnTo>
                  <a:lnTo>
                    <a:pt x="477148" y="46237"/>
                  </a:lnTo>
                  <a:lnTo>
                    <a:pt x="478164" y="46497"/>
                  </a:lnTo>
                  <a:lnTo>
                    <a:pt x="479177" y="46762"/>
                  </a:lnTo>
                  <a:lnTo>
                    <a:pt x="480189" y="47031"/>
                  </a:lnTo>
                  <a:lnTo>
                    <a:pt x="481198" y="47304"/>
                  </a:lnTo>
                  <a:lnTo>
                    <a:pt x="482206" y="47582"/>
                  </a:lnTo>
                  <a:lnTo>
                    <a:pt x="483213" y="47865"/>
                  </a:lnTo>
                  <a:lnTo>
                    <a:pt x="484218" y="48153"/>
                  </a:lnTo>
                  <a:lnTo>
                    <a:pt x="485222" y="48445"/>
                  </a:lnTo>
                  <a:lnTo>
                    <a:pt x="486226" y="48743"/>
                  </a:lnTo>
                  <a:lnTo>
                    <a:pt x="487228" y="49045"/>
                  </a:lnTo>
                  <a:lnTo>
                    <a:pt x="488230" y="49353"/>
                  </a:lnTo>
                  <a:lnTo>
                    <a:pt x="489232" y="49666"/>
                  </a:lnTo>
                  <a:lnTo>
                    <a:pt x="490234" y="49984"/>
                  </a:lnTo>
                  <a:lnTo>
                    <a:pt x="491235" y="50307"/>
                  </a:lnTo>
                  <a:lnTo>
                    <a:pt x="492237" y="50636"/>
                  </a:lnTo>
                  <a:lnTo>
                    <a:pt x="493239" y="50971"/>
                  </a:lnTo>
                  <a:lnTo>
                    <a:pt x="494242" y="51311"/>
                  </a:lnTo>
                  <a:lnTo>
                    <a:pt x="495245" y="51657"/>
                  </a:lnTo>
                  <a:lnTo>
                    <a:pt x="496253" y="51976"/>
                  </a:lnTo>
                  <a:lnTo>
                    <a:pt x="497261" y="52286"/>
                  </a:lnTo>
                  <a:lnTo>
                    <a:pt x="498272" y="52590"/>
                  </a:lnTo>
                  <a:lnTo>
                    <a:pt x="499283" y="52887"/>
                  </a:lnTo>
                  <a:lnTo>
                    <a:pt x="500296" y="53177"/>
                  </a:lnTo>
                  <a:lnTo>
                    <a:pt x="501311" y="53461"/>
                  </a:lnTo>
                  <a:lnTo>
                    <a:pt x="502326" y="53740"/>
                  </a:lnTo>
                  <a:lnTo>
                    <a:pt x="503343" y="54013"/>
                  </a:lnTo>
                  <a:lnTo>
                    <a:pt x="504361" y="54282"/>
                  </a:lnTo>
                  <a:lnTo>
                    <a:pt x="505381" y="54547"/>
                  </a:lnTo>
                  <a:lnTo>
                    <a:pt x="506401" y="54807"/>
                  </a:lnTo>
                  <a:lnTo>
                    <a:pt x="507423" y="55064"/>
                  </a:lnTo>
                  <a:lnTo>
                    <a:pt x="508445" y="55318"/>
                  </a:lnTo>
                  <a:lnTo>
                    <a:pt x="509469" y="55569"/>
                  </a:lnTo>
                  <a:lnTo>
                    <a:pt x="510494" y="55818"/>
                  </a:lnTo>
                  <a:lnTo>
                    <a:pt x="511519" y="56065"/>
                  </a:lnTo>
                  <a:lnTo>
                    <a:pt x="512546" y="56311"/>
                  </a:lnTo>
                  <a:lnTo>
                    <a:pt x="513573" y="56556"/>
                  </a:lnTo>
                  <a:lnTo>
                    <a:pt x="514617" y="56808"/>
                  </a:lnTo>
                  <a:lnTo>
                    <a:pt x="515656" y="57064"/>
                  </a:lnTo>
                  <a:lnTo>
                    <a:pt x="516691" y="57325"/>
                  </a:lnTo>
                  <a:lnTo>
                    <a:pt x="517722" y="57593"/>
                  </a:lnTo>
                  <a:lnTo>
                    <a:pt x="518749" y="57869"/>
                  </a:lnTo>
                  <a:lnTo>
                    <a:pt x="519774" y="58154"/>
                  </a:lnTo>
                  <a:lnTo>
                    <a:pt x="520795" y="58450"/>
                  </a:lnTo>
                  <a:lnTo>
                    <a:pt x="521814" y="58757"/>
                  </a:lnTo>
                  <a:lnTo>
                    <a:pt x="522832" y="59079"/>
                  </a:lnTo>
                  <a:lnTo>
                    <a:pt x="523848" y="59415"/>
                  </a:lnTo>
                  <a:lnTo>
                    <a:pt x="524863" y="59767"/>
                  </a:lnTo>
                  <a:lnTo>
                    <a:pt x="525871" y="60075"/>
                  </a:lnTo>
                  <a:lnTo>
                    <a:pt x="526883" y="60367"/>
                  </a:lnTo>
                  <a:lnTo>
                    <a:pt x="527898" y="60645"/>
                  </a:lnTo>
                  <a:lnTo>
                    <a:pt x="528916" y="60910"/>
                  </a:lnTo>
                  <a:lnTo>
                    <a:pt x="529936" y="61162"/>
                  </a:lnTo>
                  <a:lnTo>
                    <a:pt x="530959" y="61402"/>
                  </a:lnTo>
                  <a:lnTo>
                    <a:pt x="531985" y="61631"/>
                  </a:lnTo>
                  <a:lnTo>
                    <a:pt x="533012" y="61850"/>
                  </a:lnTo>
                  <a:lnTo>
                    <a:pt x="534042" y="62060"/>
                  </a:lnTo>
                  <a:lnTo>
                    <a:pt x="535073" y="62262"/>
                  </a:lnTo>
                  <a:lnTo>
                    <a:pt x="536107" y="62456"/>
                  </a:lnTo>
                  <a:lnTo>
                    <a:pt x="537141" y="62644"/>
                  </a:lnTo>
                  <a:lnTo>
                    <a:pt x="538177" y="62826"/>
                  </a:lnTo>
                  <a:lnTo>
                    <a:pt x="539215" y="63003"/>
                  </a:lnTo>
                  <a:lnTo>
                    <a:pt x="540253" y="63176"/>
                  </a:lnTo>
                  <a:lnTo>
                    <a:pt x="541292" y="63347"/>
                  </a:lnTo>
                  <a:lnTo>
                    <a:pt x="542331" y="63515"/>
                  </a:lnTo>
                  <a:lnTo>
                    <a:pt x="543371" y="63682"/>
                  </a:lnTo>
                  <a:lnTo>
                    <a:pt x="544411" y="63848"/>
                  </a:lnTo>
                  <a:lnTo>
                    <a:pt x="545452" y="64015"/>
                  </a:lnTo>
                  <a:lnTo>
                    <a:pt x="546492" y="64183"/>
                  </a:lnTo>
                  <a:lnTo>
                    <a:pt x="547532" y="64354"/>
                  </a:lnTo>
                  <a:lnTo>
                    <a:pt x="548592" y="64541"/>
                  </a:lnTo>
                  <a:lnTo>
                    <a:pt x="549645" y="64733"/>
                  </a:lnTo>
                  <a:lnTo>
                    <a:pt x="550692" y="64932"/>
                  </a:lnTo>
                  <a:lnTo>
                    <a:pt x="551733" y="65138"/>
                  </a:lnTo>
                  <a:lnTo>
                    <a:pt x="552768" y="65351"/>
                  </a:lnTo>
                  <a:lnTo>
                    <a:pt x="553799" y="65571"/>
                  </a:lnTo>
                  <a:lnTo>
                    <a:pt x="554826" y="65799"/>
                  </a:lnTo>
                  <a:lnTo>
                    <a:pt x="555849" y="66035"/>
                  </a:lnTo>
                  <a:lnTo>
                    <a:pt x="556868" y="66278"/>
                  </a:lnTo>
                  <a:lnTo>
                    <a:pt x="557885" y="66531"/>
                  </a:lnTo>
                  <a:lnTo>
                    <a:pt x="558900" y="66792"/>
                  </a:lnTo>
                  <a:lnTo>
                    <a:pt x="559912" y="67062"/>
                  </a:lnTo>
                  <a:lnTo>
                    <a:pt x="560924" y="67342"/>
                  </a:lnTo>
                  <a:lnTo>
                    <a:pt x="561934" y="67632"/>
                  </a:lnTo>
                  <a:lnTo>
                    <a:pt x="562944" y="67931"/>
                  </a:lnTo>
                  <a:lnTo>
                    <a:pt x="563954" y="68241"/>
                  </a:lnTo>
                  <a:lnTo>
                    <a:pt x="564965" y="68561"/>
                  </a:lnTo>
                  <a:lnTo>
                    <a:pt x="565977" y="68893"/>
                  </a:lnTo>
                  <a:lnTo>
                    <a:pt x="566991" y="69236"/>
                  </a:lnTo>
                  <a:lnTo>
                    <a:pt x="568007" y="69590"/>
                  </a:lnTo>
                  <a:lnTo>
                    <a:pt x="569048" y="69923"/>
                  </a:lnTo>
                  <a:lnTo>
                    <a:pt x="570092" y="70233"/>
                  </a:lnTo>
                  <a:lnTo>
                    <a:pt x="571138" y="70522"/>
                  </a:lnTo>
                  <a:lnTo>
                    <a:pt x="572187" y="70792"/>
                  </a:lnTo>
                  <a:lnTo>
                    <a:pt x="573239" y="71046"/>
                  </a:lnTo>
                  <a:lnTo>
                    <a:pt x="574294" y="71284"/>
                  </a:lnTo>
                  <a:lnTo>
                    <a:pt x="575353" y="71510"/>
                  </a:lnTo>
                  <a:lnTo>
                    <a:pt x="576414" y="71726"/>
                  </a:lnTo>
                  <a:lnTo>
                    <a:pt x="577478" y="71934"/>
                  </a:lnTo>
                  <a:lnTo>
                    <a:pt x="578546" y="72135"/>
                  </a:lnTo>
                  <a:lnTo>
                    <a:pt x="579617" y="72333"/>
                  </a:lnTo>
                  <a:lnTo>
                    <a:pt x="580692" y="72529"/>
                  </a:lnTo>
                  <a:lnTo>
                    <a:pt x="581750" y="72733"/>
                  </a:lnTo>
                  <a:lnTo>
                    <a:pt x="582806" y="72941"/>
                  </a:lnTo>
                  <a:lnTo>
                    <a:pt x="583860" y="73153"/>
                  </a:lnTo>
                  <a:lnTo>
                    <a:pt x="584912" y="73369"/>
                  </a:lnTo>
                  <a:lnTo>
                    <a:pt x="585962" y="73590"/>
                  </a:lnTo>
                  <a:lnTo>
                    <a:pt x="587011" y="73814"/>
                  </a:lnTo>
                  <a:lnTo>
                    <a:pt x="588058" y="74042"/>
                  </a:lnTo>
                  <a:lnTo>
                    <a:pt x="589103" y="74275"/>
                  </a:lnTo>
                  <a:lnTo>
                    <a:pt x="590147" y="74512"/>
                  </a:lnTo>
                  <a:lnTo>
                    <a:pt x="591190" y="74752"/>
                  </a:lnTo>
                  <a:lnTo>
                    <a:pt x="592231" y="74998"/>
                  </a:lnTo>
                  <a:lnTo>
                    <a:pt x="593271" y="75247"/>
                  </a:lnTo>
                  <a:lnTo>
                    <a:pt x="594311" y="75500"/>
                  </a:lnTo>
                  <a:lnTo>
                    <a:pt x="595349" y="75758"/>
                  </a:lnTo>
                  <a:lnTo>
                    <a:pt x="596387" y="76020"/>
                  </a:lnTo>
                  <a:lnTo>
                    <a:pt x="597423" y="76286"/>
                  </a:lnTo>
                  <a:lnTo>
                    <a:pt x="598459" y="76557"/>
                  </a:lnTo>
                  <a:lnTo>
                    <a:pt x="599495" y="76832"/>
                  </a:lnTo>
                  <a:lnTo>
                    <a:pt x="600530" y="77111"/>
                  </a:lnTo>
                  <a:lnTo>
                    <a:pt x="601565" y="77394"/>
                  </a:lnTo>
                  <a:lnTo>
                    <a:pt x="602600" y="77682"/>
                  </a:lnTo>
                  <a:lnTo>
                    <a:pt x="603634" y="77975"/>
                  </a:lnTo>
                  <a:lnTo>
                    <a:pt x="604668" y="78271"/>
                  </a:lnTo>
                  <a:lnTo>
                    <a:pt x="605703" y="78572"/>
                  </a:lnTo>
                  <a:lnTo>
                    <a:pt x="605625" y="79678"/>
                  </a:lnTo>
                  <a:lnTo>
                    <a:pt x="605544" y="80783"/>
                  </a:lnTo>
                  <a:lnTo>
                    <a:pt x="605461" y="81889"/>
                  </a:lnTo>
                  <a:lnTo>
                    <a:pt x="605376" y="82993"/>
                  </a:lnTo>
                  <a:lnTo>
                    <a:pt x="605289" y="84098"/>
                  </a:lnTo>
                  <a:lnTo>
                    <a:pt x="605199" y="85204"/>
                  </a:lnTo>
                  <a:lnTo>
                    <a:pt x="605106" y="86435"/>
                  </a:lnTo>
                  <a:lnTo>
                    <a:pt x="605012" y="87676"/>
                  </a:lnTo>
                  <a:lnTo>
                    <a:pt x="604916" y="88933"/>
                  </a:lnTo>
                  <a:lnTo>
                    <a:pt x="604640" y="90455"/>
                  </a:lnTo>
                  <a:lnTo>
                    <a:pt x="604360" y="92001"/>
                  </a:lnTo>
                  <a:lnTo>
                    <a:pt x="603027" y="92668"/>
                  </a:lnTo>
                  <a:lnTo>
                    <a:pt x="601674" y="93344"/>
                  </a:lnTo>
                  <a:lnTo>
                    <a:pt x="601654" y="92571"/>
                  </a:lnTo>
                  <a:lnTo>
                    <a:pt x="601591" y="90239"/>
                  </a:lnTo>
                  <a:lnTo>
                    <a:pt x="601114" y="88896"/>
                  </a:lnTo>
                  <a:lnTo>
                    <a:pt x="600704" y="87892"/>
                  </a:lnTo>
                  <a:lnTo>
                    <a:pt x="600276" y="87125"/>
                  </a:lnTo>
                  <a:lnTo>
                    <a:pt x="599742" y="86491"/>
                  </a:lnTo>
                  <a:lnTo>
                    <a:pt x="599015" y="85888"/>
                  </a:lnTo>
                  <a:lnTo>
                    <a:pt x="598010" y="85213"/>
                  </a:lnTo>
                  <a:lnTo>
                    <a:pt x="596638" y="84363"/>
                  </a:lnTo>
                  <a:lnTo>
                    <a:pt x="595648" y="84014"/>
                  </a:lnTo>
                  <a:lnTo>
                    <a:pt x="594652" y="83690"/>
                  </a:lnTo>
                  <a:lnTo>
                    <a:pt x="593653" y="83392"/>
                  </a:lnTo>
                  <a:lnTo>
                    <a:pt x="592649" y="83116"/>
                  </a:lnTo>
                  <a:lnTo>
                    <a:pt x="591641" y="82861"/>
                  </a:lnTo>
                  <a:lnTo>
                    <a:pt x="590629" y="82626"/>
                  </a:lnTo>
                  <a:lnTo>
                    <a:pt x="589614" y="82410"/>
                  </a:lnTo>
                  <a:lnTo>
                    <a:pt x="588595" y="82209"/>
                  </a:lnTo>
                  <a:lnTo>
                    <a:pt x="587574" y="82024"/>
                  </a:lnTo>
                  <a:lnTo>
                    <a:pt x="586549" y="81852"/>
                  </a:lnTo>
                  <a:lnTo>
                    <a:pt x="585522" y="81691"/>
                  </a:lnTo>
                  <a:lnTo>
                    <a:pt x="584492" y="81540"/>
                  </a:lnTo>
                  <a:lnTo>
                    <a:pt x="583460" y="81398"/>
                  </a:lnTo>
                  <a:lnTo>
                    <a:pt x="582426" y="81262"/>
                  </a:lnTo>
                  <a:lnTo>
                    <a:pt x="581390" y="81132"/>
                  </a:lnTo>
                  <a:lnTo>
                    <a:pt x="580352" y="81005"/>
                  </a:lnTo>
                  <a:lnTo>
                    <a:pt x="579313" y="80880"/>
                  </a:lnTo>
                  <a:lnTo>
                    <a:pt x="578273" y="80755"/>
                  </a:lnTo>
                  <a:lnTo>
                    <a:pt x="577211" y="80560"/>
                  </a:lnTo>
                  <a:lnTo>
                    <a:pt x="576159" y="80351"/>
                  </a:lnTo>
                  <a:lnTo>
                    <a:pt x="575117" y="80128"/>
                  </a:lnTo>
                  <a:lnTo>
                    <a:pt x="574082" y="79892"/>
                  </a:lnTo>
                  <a:lnTo>
                    <a:pt x="573054" y="79644"/>
                  </a:lnTo>
                  <a:lnTo>
                    <a:pt x="572030" y="79385"/>
                  </a:lnTo>
                  <a:lnTo>
                    <a:pt x="571011" y="79115"/>
                  </a:lnTo>
                  <a:lnTo>
                    <a:pt x="569994" y="78836"/>
                  </a:lnTo>
                  <a:lnTo>
                    <a:pt x="568978" y="78548"/>
                  </a:lnTo>
                  <a:lnTo>
                    <a:pt x="567962" y="78252"/>
                  </a:lnTo>
                  <a:lnTo>
                    <a:pt x="566945" y="77948"/>
                  </a:lnTo>
                  <a:lnTo>
                    <a:pt x="565924" y="77639"/>
                  </a:lnTo>
                  <a:lnTo>
                    <a:pt x="564900" y="77324"/>
                  </a:lnTo>
                  <a:lnTo>
                    <a:pt x="563869" y="77005"/>
                  </a:lnTo>
                  <a:lnTo>
                    <a:pt x="562827" y="76704"/>
                  </a:lnTo>
                  <a:lnTo>
                    <a:pt x="561783" y="76410"/>
                  </a:lnTo>
                  <a:lnTo>
                    <a:pt x="560737" y="76123"/>
                  </a:lnTo>
                  <a:lnTo>
                    <a:pt x="559690" y="75841"/>
                  </a:lnTo>
                  <a:lnTo>
                    <a:pt x="558641" y="75565"/>
                  </a:lnTo>
                  <a:lnTo>
                    <a:pt x="557591" y="75295"/>
                  </a:lnTo>
                  <a:lnTo>
                    <a:pt x="556540" y="75029"/>
                  </a:lnTo>
                  <a:lnTo>
                    <a:pt x="555488" y="74768"/>
                  </a:lnTo>
                  <a:lnTo>
                    <a:pt x="554434" y="74512"/>
                  </a:lnTo>
                  <a:lnTo>
                    <a:pt x="553380" y="74258"/>
                  </a:lnTo>
                  <a:lnTo>
                    <a:pt x="552325" y="74009"/>
                  </a:lnTo>
                  <a:lnTo>
                    <a:pt x="551269" y="73762"/>
                  </a:lnTo>
                  <a:lnTo>
                    <a:pt x="550212" y="73517"/>
                  </a:lnTo>
                  <a:lnTo>
                    <a:pt x="549155" y="73275"/>
                  </a:lnTo>
                  <a:lnTo>
                    <a:pt x="548098" y="73035"/>
                  </a:lnTo>
                  <a:lnTo>
                    <a:pt x="547040" y="72796"/>
                  </a:lnTo>
                  <a:lnTo>
                    <a:pt x="545982" y="72557"/>
                  </a:lnTo>
                  <a:lnTo>
                    <a:pt x="544923" y="72320"/>
                  </a:lnTo>
                  <a:lnTo>
                    <a:pt x="543865" y="72082"/>
                  </a:lnTo>
                  <a:lnTo>
                    <a:pt x="542806" y="71844"/>
                  </a:lnTo>
                  <a:lnTo>
                    <a:pt x="541748" y="71606"/>
                  </a:lnTo>
                  <a:lnTo>
                    <a:pt x="540544" y="71331"/>
                  </a:lnTo>
                  <a:lnTo>
                    <a:pt x="539335" y="71055"/>
                  </a:lnTo>
                  <a:lnTo>
                    <a:pt x="538117" y="70777"/>
                  </a:lnTo>
                  <a:lnTo>
                    <a:pt x="536886" y="70496"/>
                  </a:lnTo>
                  <a:lnTo>
                    <a:pt x="535817" y="70253"/>
                  </a:lnTo>
                  <a:lnTo>
                    <a:pt x="534749" y="70010"/>
                  </a:lnTo>
                  <a:lnTo>
                    <a:pt x="533680" y="69767"/>
                  </a:lnTo>
                  <a:lnTo>
                    <a:pt x="532612" y="69524"/>
                  </a:lnTo>
                  <a:lnTo>
                    <a:pt x="531543" y="69281"/>
                  </a:lnTo>
                  <a:lnTo>
                    <a:pt x="530474" y="69039"/>
                  </a:lnTo>
                  <a:lnTo>
                    <a:pt x="529406" y="68796"/>
                  </a:lnTo>
                  <a:lnTo>
                    <a:pt x="528337" y="68554"/>
                  </a:lnTo>
                  <a:lnTo>
                    <a:pt x="527268" y="68312"/>
                  </a:lnTo>
                  <a:lnTo>
                    <a:pt x="526199" y="68071"/>
                  </a:lnTo>
                  <a:lnTo>
                    <a:pt x="525130" y="67829"/>
                  </a:lnTo>
                  <a:lnTo>
                    <a:pt x="525130" y="66497"/>
                  </a:lnTo>
                  <a:lnTo>
                    <a:pt x="525130" y="65144"/>
                  </a:lnTo>
                  <a:lnTo>
                    <a:pt x="524022" y="65144"/>
                  </a:lnTo>
                  <a:lnTo>
                    <a:pt x="522914" y="65144"/>
                  </a:lnTo>
                  <a:lnTo>
                    <a:pt x="521804" y="65144"/>
                  </a:lnTo>
                  <a:lnTo>
                    <a:pt x="520693" y="65144"/>
                  </a:lnTo>
                  <a:lnTo>
                    <a:pt x="519581" y="65144"/>
                  </a:lnTo>
                  <a:lnTo>
                    <a:pt x="518466" y="65144"/>
                  </a:lnTo>
                  <a:lnTo>
                    <a:pt x="517348" y="65144"/>
                  </a:lnTo>
                  <a:lnTo>
                    <a:pt x="516227" y="65144"/>
                  </a:lnTo>
                  <a:lnTo>
                    <a:pt x="515102" y="65144"/>
                  </a:lnTo>
                  <a:lnTo>
                    <a:pt x="513973" y="65144"/>
                  </a:lnTo>
                  <a:lnTo>
                    <a:pt x="512840" y="65144"/>
                  </a:lnTo>
                  <a:lnTo>
                    <a:pt x="511701" y="65144"/>
                  </a:lnTo>
                  <a:lnTo>
                    <a:pt x="511701" y="63813"/>
                  </a:lnTo>
                  <a:lnTo>
                    <a:pt x="511701" y="62473"/>
                  </a:lnTo>
                  <a:lnTo>
                    <a:pt x="511701" y="61115"/>
                  </a:lnTo>
                  <a:lnTo>
                    <a:pt x="510509" y="61198"/>
                  </a:lnTo>
                  <a:lnTo>
                    <a:pt x="509308" y="61282"/>
                  </a:lnTo>
                  <a:lnTo>
                    <a:pt x="508091" y="61367"/>
                  </a:lnTo>
                  <a:lnTo>
                    <a:pt x="507012" y="61359"/>
                  </a:lnTo>
                  <a:lnTo>
                    <a:pt x="505935" y="61322"/>
                  </a:lnTo>
                  <a:lnTo>
                    <a:pt x="504861" y="61258"/>
                  </a:lnTo>
                  <a:lnTo>
                    <a:pt x="503789" y="61168"/>
                  </a:lnTo>
                  <a:lnTo>
                    <a:pt x="502721" y="61055"/>
                  </a:lnTo>
                  <a:lnTo>
                    <a:pt x="501655" y="60920"/>
                  </a:lnTo>
                  <a:lnTo>
                    <a:pt x="500591" y="60764"/>
                  </a:lnTo>
                  <a:lnTo>
                    <a:pt x="499529" y="60589"/>
                  </a:lnTo>
                  <a:lnTo>
                    <a:pt x="498470" y="60397"/>
                  </a:lnTo>
                  <a:lnTo>
                    <a:pt x="497413" y="60190"/>
                  </a:lnTo>
                  <a:lnTo>
                    <a:pt x="496357" y="59968"/>
                  </a:lnTo>
                  <a:lnTo>
                    <a:pt x="495304" y="59734"/>
                  </a:lnTo>
                  <a:lnTo>
                    <a:pt x="494252" y="59490"/>
                  </a:lnTo>
                  <a:lnTo>
                    <a:pt x="493202" y="59237"/>
                  </a:lnTo>
                  <a:lnTo>
                    <a:pt x="492153" y="58976"/>
                  </a:lnTo>
                  <a:lnTo>
                    <a:pt x="491105" y="58710"/>
                  </a:lnTo>
                  <a:lnTo>
                    <a:pt x="490059" y="58440"/>
                  </a:lnTo>
                  <a:lnTo>
                    <a:pt x="489014" y="58167"/>
                  </a:lnTo>
                  <a:lnTo>
                    <a:pt x="487970" y="57894"/>
                  </a:lnTo>
                  <a:lnTo>
                    <a:pt x="486927" y="57622"/>
                  </a:lnTo>
                  <a:lnTo>
                    <a:pt x="485885" y="57352"/>
                  </a:lnTo>
                  <a:lnTo>
                    <a:pt x="484843" y="57086"/>
                  </a:lnTo>
                  <a:lnTo>
                    <a:pt x="484843" y="55753"/>
                  </a:lnTo>
                  <a:lnTo>
                    <a:pt x="484843" y="54401"/>
                  </a:lnTo>
                  <a:lnTo>
                    <a:pt x="483485" y="54317"/>
                  </a:lnTo>
                  <a:lnTo>
                    <a:pt x="482117" y="54233"/>
                  </a:lnTo>
                  <a:lnTo>
                    <a:pt x="480732" y="54148"/>
                  </a:lnTo>
                  <a:lnTo>
                    <a:pt x="479631" y="54001"/>
                  </a:lnTo>
                  <a:lnTo>
                    <a:pt x="478540" y="53829"/>
                  </a:lnTo>
                  <a:lnTo>
                    <a:pt x="477457" y="53634"/>
                  </a:lnTo>
                  <a:lnTo>
                    <a:pt x="476382" y="53417"/>
                  </a:lnTo>
                  <a:lnTo>
                    <a:pt x="475314" y="53181"/>
                  </a:lnTo>
                  <a:lnTo>
                    <a:pt x="474252" y="52926"/>
                  </a:lnTo>
                  <a:lnTo>
                    <a:pt x="473195" y="52654"/>
                  </a:lnTo>
                  <a:lnTo>
                    <a:pt x="472143" y="52366"/>
                  </a:lnTo>
                  <a:lnTo>
                    <a:pt x="471095" y="52064"/>
                  </a:lnTo>
                  <a:lnTo>
                    <a:pt x="470051" y="51749"/>
                  </a:lnTo>
                  <a:lnTo>
                    <a:pt x="469009" y="51423"/>
                  </a:lnTo>
                  <a:lnTo>
                    <a:pt x="467969" y="51088"/>
                  </a:lnTo>
                  <a:lnTo>
                    <a:pt x="466930" y="50744"/>
                  </a:lnTo>
                  <a:lnTo>
                    <a:pt x="465891" y="50393"/>
                  </a:lnTo>
                  <a:lnTo>
                    <a:pt x="464852" y="50037"/>
                  </a:lnTo>
                  <a:lnTo>
                    <a:pt x="463813" y="49678"/>
                  </a:lnTo>
                  <a:lnTo>
                    <a:pt x="462771" y="49316"/>
                  </a:lnTo>
                  <a:lnTo>
                    <a:pt x="461727" y="48952"/>
                  </a:lnTo>
                  <a:lnTo>
                    <a:pt x="460728" y="48612"/>
                  </a:lnTo>
                  <a:lnTo>
                    <a:pt x="459729" y="48279"/>
                  </a:lnTo>
                  <a:lnTo>
                    <a:pt x="458728" y="47953"/>
                  </a:lnTo>
                  <a:lnTo>
                    <a:pt x="457727" y="47633"/>
                  </a:lnTo>
                  <a:lnTo>
                    <a:pt x="456726" y="47321"/>
                  </a:lnTo>
                  <a:lnTo>
                    <a:pt x="455723" y="47014"/>
                  </a:lnTo>
                  <a:lnTo>
                    <a:pt x="454719" y="46714"/>
                  </a:lnTo>
                  <a:lnTo>
                    <a:pt x="453714" y="46419"/>
                  </a:lnTo>
                  <a:lnTo>
                    <a:pt x="452708" y="46130"/>
                  </a:lnTo>
                  <a:lnTo>
                    <a:pt x="451700" y="45847"/>
                  </a:lnTo>
                  <a:lnTo>
                    <a:pt x="450691" y="45568"/>
                  </a:lnTo>
                  <a:lnTo>
                    <a:pt x="449680" y="45294"/>
                  </a:lnTo>
                  <a:lnTo>
                    <a:pt x="448668" y="45025"/>
                  </a:lnTo>
                  <a:lnTo>
                    <a:pt x="447653" y="44759"/>
                  </a:lnTo>
                  <a:lnTo>
                    <a:pt x="446637" y="44498"/>
                  </a:lnTo>
                  <a:lnTo>
                    <a:pt x="445619" y="44241"/>
                  </a:lnTo>
                  <a:lnTo>
                    <a:pt x="444599" y="43986"/>
                  </a:lnTo>
                  <a:lnTo>
                    <a:pt x="443577" y="43736"/>
                  </a:lnTo>
                  <a:lnTo>
                    <a:pt x="442552" y="43488"/>
                  </a:lnTo>
                  <a:lnTo>
                    <a:pt x="441525" y="43243"/>
                  </a:lnTo>
                  <a:lnTo>
                    <a:pt x="440453" y="42966"/>
                  </a:lnTo>
                  <a:lnTo>
                    <a:pt x="439387" y="42680"/>
                  </a:lnTo>
                  <a:lnTo>
                    <a:pt x="438324" y="42383"/>
                  </a:lnTo>
                  <a:lnTo>
                    <a:pt x="437266" y="42077"/>
                  </a:lnTo>
                  <a:lnTo>
                    <a:pt x="436211" y="41762"/>
                  </a:lnTo>
                  <a:lnTo>
                    <a:pt x="435159" y="41440"/>
                  </a:lnTo>
                  <a:lnTo>
                    <a:pt x="434110" y="41110"/>
                  </a:lnTo>
                  <a:lnTo>
                    <a:pt x="433063" y="40773"/>
                  </a:lnTo>
                  <a:lnTo>
                    <a:pt x="432018" y="40431"/>
                  </a:lnTo>
                  <a:lnTo>
                    <a:pt x="430974" y="40083"/>
                  </a:lnTo>
                  <a:lnTo>
                    <a:pt x="429930" y="39730"/>
                  </a:lnTo>
                  <a:lnTo>
                    <a:pt x="428887" y="39374"/>
                  </a:lnTo>
                  <a:lnTo>
                    <a:pt x="427844" y="39014"/>
                  </a:lnTo>
                  <a:lnTo>
                    <a:pt x="426801" y="38651"/>
                  </a:lnTo>
                  <a:lnTo>
                    <a:pt x="425757" y="38286"/>
                  </a:lnTo>
                  <a:lnTo>
                    <a:pt x="425757" y="36953"/>
                  </a:lnTo>
                  <a:lnTo>
                    <a:pt x="425757" y="35600"/>
                  </a:lnTo>
                  <a:lnTo>
                    <a:pt x="424463" y="35356"/>
                  </a:lnTo>
                  <a:lnTo>
                    <a:pt x="423150" y="35107"/>
                  </a:lnTo>
                  <a:lnTo>
                    <a:pt x="422108" y="34903"/>
                  </a:lnTo>
                  <a:lnTo>
                    <a:pt x="421070" y="34694"/>
                  </a:lnTo>
                  <a:lnTo>
                    <a:pt x="420037" y="34481"/>
                  </a:lnTo>
                  <a:lnTo>
                    <a:pt x="419008" y="34263"/>
                  </a:lnTo>
                  <a:lnTo>
                    <a:pt x="417983" y="34040"/>
                  </a:lnTo>
                  <a:lnTo>
                    <a:pt x="416962" y="33812"/>
                  </a:lnTo>
                  <a:lnTo>
                    <a:pt x="415944" y="33578"/>
                  </a:lnTo>
                  <a:lnTo>
                    <a:pt x="414930" y="33340"/>
                  </a:lnTo>
                  <a:lnTo>
                    <a:pt x="413919" y="33095"/>
                  </a:lnTo>
                  <a:lnTo>
                    <a:pt x="412911" y="32845"/>
                  </a:lnTo>
                  <a:lnTo>
                    <a:pt x="411906" y="32589"/>
                  </a:lnTo>
                  <a:lnTo>
                    <a:pt x="410904" y="32326"/>
                  </a:lnTo>
                  <a:lnTo>
                    <a:pt x="409903" y="32057"/>
                  </a:lnTo>
                  <a:lnTo>
                    <a:pt x="408905" y="31782"/>
                  </a:lnTo>
                  <a:lnTo>
                    <a:pt x="407909" y="31500"/>
                  </a:lnTo>
                  <a:lnTo>
                    <a:pt x="406915" y="31210"/>
                  </a:lnTo>
                  <a:lnTo>
                    <a:pt x="405922" y="30914"/>
                  </a:lnTo>
                  <a:lnTo>
                    <a:pt x="404930" y="30610"/>
                  </a:lnTo>
                  <a:lnTo>
                    <a:pt x="403940" y="30299"/>
                  </a:lnTo>
                  <a:lnTo>
                    <a:pt x="402950" y="29979"/>
                  </a:lnTo>
                  <a:lnTo>
                    <a:pt x="401961" y="29652"/>
                  </a:lnTo>
                  <a:lnTo>
                    <a:pt x="400972" y="29317"/>
                  </a:lnTo>
                  <a:lnTo>
                    <a:pt x="399984" y="28973"/>
                  </a:lnTo>
                  <a:lnTo>
                    <a:pt x="398996" y="28621"/>
                  </a:lnTo>
                  <a:lnTo>
                    <a:pt x="398007" y="28260"/>
                  </a:lnTo>
                  <a:lnTo>
                    <a:pt x="397018" y="27891"/>
                  </a:lnTo>
                  <a:lnTo>
                    <a:pt x="396029" y="27512"/>
                  </a:lnTo>
                  <a:lnTo>
                    <a:pt x="395038" y="27124"/>
                  </a:lnTo>
                  <a:lnTo>
                    <a:pt x="394044" y="26738"/>
                  </a:lnTo>
                  <a:lnTo>
                    <a:pt x="393049" y="26357"/>
                  </a:lnTo>
                  <a:lnTo>
                    <a:pt x="392052" y="25983"/>
                  </a:lnTo>
                  <a:lnTo>
                    <a:pt x="391054" y="25614"/>
                  </a:lnTo>
                  <a:lnTo>
                    <a:pt x="390054" y="25251"/>
                  </a:lnTo>
                  <a:lnTo>
                    <a:pt x="389053" y="24893"/>
                  </a:lnTo>
                  <a:lnTo>
                    <a:pt x="388050" y="24540"/>
                  </a:lnTo>
                  <a:lnTo>
                    <a:pt x="387046" y="24192"/>
                  </a:lnTo>
                  <a:lnTo>
                    <a:pt x="386041" y="23848"/>
                  </a:lnTo>
                  <a:lnTo>
                    <a:pt x="385035" y="23509"/>
                  </a:lnTo>
                  <a:lnTo>
                    <a:pt x="384027" y="23175"/>
                  </a:lnTo>
                  <a:lnTo>
                    <a:pt x="383018" y="22844"/>
                  </a:lnTo>
                  <a:lnTo>
                    <a:pt x="382008" y="22518"/>
                  </a:lnTo>
                  <a:lnTo>
                    <a:pt x="380997" y="22195"/>
                  </a:lnTo>
                  <a:lnTo>
                    <a:pt x="379985" y="21875"/>
                  </a:lnTo>
                  <a:lnTo>
                    <a:pt x="378972" y="21559"/>
                  </a:lnTo>
                  <a:lnTo>
                    <a:pt x="377957" y="21247"/>
                  </a:lnTo>
                  <a:lnTo>
                    <a:pt x="376942" y="20937"/>
                  </a:lnTo>
                  <a:lnTo>
                    <a:pt x="375926" y="20630"/>
                  </a:lnTo>
                  <a:lnTo>
                    <a:pt x="374908" y="20325"/>
                  </a:lnTo>
                  <a:lnTo>
                    <a:pt x="373890" y="20023"/>
                  </a:lnTo>
                  <a:lnTo>
                    <a:pt x="372871" y="19723"/>
                  </a:lnTo>
                  <a:lnTo>
                    <a:pt x="371851" y="19425"/>
                  </a:lnTo>
                  <a:lnTo>
                    <a:pt x="370831" y="19128"/>
                  </a:lnTo>
                  <a:lnTo>
                    <a:pt x="369809" y="18834"/>
                  </a:lnTo>
                  <a:lnTo>
                    <a:pt x="368787" y="18541"/>
                  </a:lnTo>
                  <a:lnTo>
                    <a:pt x="367764" y="18249"/>
                  </a:lnTo>
                  <a:lnTo>
                    <a:pt x="366741" y="17958"/>
                  </a:lnTo>
                  <a:lnTo>
                    <a:pt x="365717" y="17667"/>
                  </a:lnTo>
                  <a:lnTo>
                    <a:pt x="364692" y="17378"/>
                  </a:lnTo>
                  <a:lnTo>
                    <a:pt x="363667" y="17089"/>
                  </a:lnTo>
                  <a:lnTo>
                    <a:pt x="362641" y="16800"/>
                  </a:lnTo>
                  <a:lnTo>
                    <a:pt x="362641" y="15467"/>
                  </a:lnTo>
                  <a:lnTo>
                    <a:pt x="362641" y="14114"/>
                  </a:lnTo>
                  <a:lnTo>
                    <a:pt x="361417" y="14039"/>
                  </a:lnTo>
                  <a:lnTo>
                    <a:pt x="360176" y="13962"/>
                  </a:lnTo>
                  <a:lnTo>
                    <a:pt x="359109" y="13875"/>
                  </a:lnTo>
                  <a:lnTo>
                    <a:pt x="358054" y="13781"/>
                  </a:lnTo>
                  <a:lnTo>
                    <a:pt x="357009" y="13678"/>
                  </a:lnTo>
                  <a:lnTo>
                    <a:pt x="355973" y="13567"/>
                  </a:lnTo>
                  <a:lnTo>
                    <a:pt x="354945" y="13445"/>
                  </a:lnTo>
                  <a:lnTo>
                    <a:pt x="353924" y="13311"/>
                  </a:lnTo>
                  <a:lnTo>
                    <a:pt x="352908" y="13165"/>
                  </a:lnTo>
                  <a:lnTo>
                    <a:pt x="351898" y="13005"/>
                  </a:lnTo>
                  <a:lnTo>
                    <a:pt x="350891" y="12830"/>
                  </a:lnTo>
                  <a:lnTo>
                    <a:pt x="349886" y="12639"/>
                  </a:lnTo>
                  <a:lnTo>
                    <a:pt x="348883" y="12430"/>
                  </a:lnTo>
                  <a:lnTo>
                    <a:pt x="347880" y="12204"/>
                  </a:lnTo>
                  <a:lnTo>
                    <a:pt x="346877" y="11958"/>
                  </a:lnTo>
                  <a:lnTo>
                    <a:pt x="345871" y="11691"/>
                  </a:lnTo>
                  <a:lnTo>
                    <a:pt x="344863" y="11403"/>
                  </a:lnTo>
                  <a:lnTo>
                    <a:pt x="343851" y="11092"/>
                  </a:lnTo>
                  <a:lnTo>
                    <a:pt x="342834" y="10757"/>
                  </a:lnTo>
                  <a:lnTo>
                    <a:pt x="341816" y="10445"/>
                  </a:lnTo>
                  <a:lnTo>
                    <a:pt x="340795" y="10152"/>
                  </a:lnTo>
                  <a:lnTo>
                    <a:pt x="339771" y="9877"/>
                  </a:lnTo>
                  <a:lnTo>
                    <a:pt x="338742" y="9620"/>
                  </a:lnTo>
                  <a:lnTo>
                    <a:pt x="337711" y="9380"/>
                  </a:lnTo>
                  <a:lnTo>
                    <a:pt x="336676" y="9156"/>
                  </a:lnTo>
                  <a:lnTo>
                    <a:pt x="335637" y="8948"/>
                  </a:lnTo>
                  <a:lnTo>
                    <a:pt x="334596" y="8755"/>
                  </a:lnTo>
                  <a:lnTo>
                    <a:pt x="333553" y="8577"/>
                  </a:lnTo>
                  <a:lnTo>
                    <a:pt x="332506" y="8413"/>
                  </a:lnTo>
                  <a:lnTo>
                    <a:pt x="331457" y="8263"/>
                  </a:lnTo>
                  <a:lnTo>
                    <a:pt x="330406" y="8125"/>
                  </a:lnTo>
                  <a:lnTo>
                    <a:pt x="329353" y="8000"/>
                  </a:lnTo>
                  <a:lnTo>
                    <a:pt x="328297" y="7887"/>
                  </a:lnTo>
                  <a:lnTo>
                    <a:pt x="327240" y="7785"/>
                  </a:lnTo>
                  <a:lnTo>
                    <a:pt x="326181" y="7694"/>
                  </a:lnTo>
                  <a:lnTo>
                    <a:pt x="325121" y="7613"/>
                  </a:lnTo>
                  <a:lnTo>
                    <a:pt x="324059" y="7541"/>
                  </a:lnTo>
                  <a:lnTo>
                    <a:pt x="322996" y="7478"/>
                  </a:lnTo>
                  <a:lnTo>
                    <a:pt x="321931" y="7424"/>
                  </a:lnTo>
                  <a:lnTo>
                    <a:pt x="320866" y="7378"/>
                  </a:lnTo>
                  <a:lnTo>
                    <a:pt x="319800" y="7339"/>
                  </a:lnTo>
                  <a:lnTo>
                    <a:pt x="318734" y="7306"/>
                  </a:lnTo>
                  <a:lnTo>
                    <a:pt x="317666" y="7280"/>
                  </a:lnTo>
                  <a:lnTo>
                    <a:pt x="316599" y="7259"/>
                  </a:lnTo>
                  <a:lnTo>
                    <a:pt x="315532" y="7244"/>
                  </a:lnTo>
                  <a:lnTo>
                    <a:pt x="314464" y="7232"/>
                  </a:lnTo>
                  <a:lnTo>
                    <a:pt x="313396" y="7225"/>
                  </a:lnTo>
                  <a:lnTo>
                    <a:pt x="312329" y="7220"/>
                  </a:lnTo>
                  <a:lnTo>
                    <a:pt x="311263" y="7219"/>
                  </a:lnTo>
                  <a:lnTo>
                    <a:pt x="310197" y="7219"/>
                  </a:lnTo>
                  <a:lnTo>
                    <a:pt x="309131" y="7222"/>
                  </a:lnTo>
                  <a:lnTo>
                    <a:pt x="308067" y="7225"/>
                  </a:lnTo>
                  <a:lnTo>
                    <a:pt x="307003" y="7228"/>
                  </a:lnTo>
                  <a:lnTo>
                    <a:pt x="305941" y="7231"/>
                  </a:lnTo>
                  <a:lnTo>
                    <a:pt x="304880" y="7234"/>
                  </a:lnTo>
                  <a:lnTo>
                    <a:pt x="303821" y="7235"/>
                  </a:lnTo>
                  <a:lnTo>
                    <a:pt x="302764" y="7235"/>
                  </a:lnTo>
                  <a:lnTo>
                    <a:pt x="301708" y="7232"/>
                  </a:lnTo>
                  <a:lnTo>
                    <a:pt x="300462" y="7225"/>
                  </a:lnTo>
                  <a:lnTo>
                    <a:pt x="299207" y="7219"/>
                  </a:lnTo>
                  <a:lnTo>
                    <a:pt x="297934" y="7213"/>
                  </a:lnTo>
                  <a:lnTo>
                    <a:pt x="295361" y="7219"/>
                  </a:lnTo>
                  <a:lnTo>
                    <a:pt x="293019" y="7227"/>
                  </a:lnTo>
                  <a:lnTo>
                    <a:pt x="290897" y="7237"/>
                  </a:lnTo>
                  <a:lnTo>
                    <a:pt x="288982" y="7251"/>
                  </a:lnTo>
                  <a:lnTo>
                    <a:pt x="287261" y="7271"/>
                  </a:lnTo>
                  <a:lnTo>
                    <a:pt x="285721" y="7299"/>
                  </a:lnTo>
                  <a:lnTo>
                    <a:pt x="284350" y="7336"/>
                  </a:lnTo>
                  <a:lnTo>
                    <a:pt x="283134" y="7384"/>
                  </a:lnTo>
                  <a:lnTo>
                    <a:pt x="282062" y="7444"/>
                  </a:lnTo>
                  <a:lnTo>
                    <a:pt x="281120" y="7518"/>
                  </a:lnTo>
                  <a:lnTo>
                    <a:pt x="280295" y="7607"/>
                  </a:lnTo>
                  <a:lnTo>
                    <a:pt x="279576" y="7714"/>
                  </a:lnTo>
                  <a:lnTo>
                    <a:pt x="278949" y="7840"/>
                  </a:lnTo>
                  <a:lnTo>
                    <a:pt x="278401" y="7986"/>
                  </a:lnTo>
                  <a:lnTo>
                    <a:pt x="277920" y="8154"/>
                  </a:lnTo>
                  <a:lnTo>
                    <a:pt x="277493" y="8346"/>
                  </a:lnTo>
                  <a:lnTo>
                    <a:pt x="277107" y="8563"/>
                  </a:lnTo>
                  <a:lnTo>
                    <a:pt x="276750" y="8807"/>
                  </a:lnTo>
                  <a:lnTo>
                    <a:pt x="276409" y="9080"/>
                  </a:lnTo>
                  <a:lnTo>
                    <a:pt x="276071" y="9383"/>
                  </a:lnTo>
                  <a:lnTo>
                    <a:pt x="275724" y="9717"/>
                  </a:lnTo>
                  <a:lnTo>
                    <a:pt x="275354" y="10085"/>
                  </a:lnTo>
                  <a:lnTo>
                    <a:pt x="274761" y="10160"/>
                  </a:lnTo>
                  <a:lnTo>
                    <a:pt x="273717" y="10290"/>
                  </a:lnTo>
                  <a:lnTo>
                    <a:pt x="271325" y="10589"/>
                  </a:lnTo>
                  <a:lnTo>
                    <a:pt x="270251" y="10744"/>
                  </a:lnTo>
                  <a:lnTo>
                    <a:pt x="269188" y="10922"/>
                  </a:lnTo>
                  <a:lnTo>
                    <a:pt x="268135" y="11123"/>
                  </a:lnTo>
                  <a:lnTo>
                    <a:pt x="267091" y="11345"/>
                  </a:lnTo>
                  <a:lnTo>
                    <a:pt x="266055" y="11586"/>
                  </a:lnTo>
                  <a:lnTo>
                    <a:pt x="265026" y="11845"/>
                  </a:lnTo>
                  <a:lnTo>
                    <a:pt x="264003" y="12120"/>
                  </a:lnTo>
                  <a:lnTo>
                    <a:pt x="262985" y="12411"/>
                  </a:lnTo>
                  <a:lnTo>
                    <a:pt x="261971" y="12715"/>
                  </a:lnTo>
                  <a:lnTo>
                    <a:pt x="260959" y="13031"/>
                  </a:lnTo>
                  <a:lnTo>
                    <a:pt x="259949" y="13357"/>
                  </a:lnTo>
                  <a:lnTo>
                    <a:pt x="258940" y="13693"/>
                  </a:lnTo>
                  <a:lnTo>
                    <a:pt x="257930" y="14036"/>
                  </a:lnTo>
                  <a:lnTo>
                    <a:pt x="256919" y="14386"/>
                  </a:lnTo>
                  <a:lnTo>
                    <a:pt x="255906" y="14740"/>
                  </a:lnTo>
                  <a:lnTo>
                    <a:pt x="254889" y="15098"/>
                  </a:lnTo>
                  <a:lnTo>
                    <a:pt x="253868" y="15457"/>
                  </a:lnTo>
                  <a:lnTo>
                    <a:pt x="252850" y="15794"/>
                  </a:lnTo>
                  <a:lnTo>
                    <a:pt x="251833" y="16130"/>
                  </a:lnTo>
                  <a:lnTo>
                    <a:pt x="250815" y="16466"/>
                  </a:lnTo>
                  <a:lnTo>
                    <a:pt x="249798" y="16802"/>
                  </a:lnTo>
                  <a:lnTo>
                    <a:pt x="248780" y="17137"/>
                  </a:lnTo>
                  <a:lnTo>
                    <a:pt x="247763" y="17473"/>
                  </a:lnTo>
                  <a:lnTo>
                    <a:pt x="246745" y="17808"/>
                  </a:lnTo>
                  <a:lnTo>
                    <a:pt x="245727" y="18143"/>
                  </a:lnTo>
                  <a:lnTo>
                    <a:pt x="244704" y="18483"/>
                  </a:lnTo>
                  <a:lnTo>
                    <a:pt x="243682" y="18826"/>
                  </a:lnTo>
                  <a:lnTo>
                    <a:pt x="242662" y="19171"/>
                  </a:lnTo>
                  <a:lnTo>
                    <a:pt x="241644" y="19519"/>
                  </a:lnTo>
                  <a:lnTo>
                    <a:pt x="240627" y="19869"/>
                  </a:lnTo>
                  <a:lnTo>
                    <a:pt x="239612" y="20224"/>
                  </a:lnTo>
                  <a:lnTo>
                    <a:pt x="238598" y="20582"/>
                  </a:lnTo>
                  <a:lnTo>
                    <a:pt x="237586" y="20945"/>
                  </a:lnTo>
                  <a:lnTo>
                    <a:pt x="236576" y="21313"/>
                  </a:lnTo>
                  <a:lnTo>
                    <a:pt x="235567" y="21687"/>
                  </a:lnTo>
                  <a:lnTo>
                    <a:pt x="234559" y="22066"/>
                  </a:lnTo>
                  <a:lnTo>
                    <a:pt x="233554" y="22451"/>
                  </a:lnTo>
                  <a:lnTo>
                    <a:pt x="232549" y="22843"/>
                  </a:lnTo>
                  <a:lnTo>
                    <a:pt x="231557" y="23217"/>
                  </a:lnTo>
                  <a:lnTo>
                    <a:pt x="230561" y="23582"/>
                  </a:lnTo>
                  <a:lnTo>
                    <a:pt x="229562" y="23938"/>
                  </a:lnTo>
                  <a:lnTo>
                    <a:pt x="228561" y="24285"/>
                  </a:lnTo>
                  <a:lnTo>
                    <a:pt x="227557" y="24625"/>
                  </a:lnTo>
                  <a:lnTo>
                    <a:pt x="226550" y="24957"/>
                  </a:lnTo>
                  <a:lnTo>
                    <a:pt x="225542" y="25282"/>
                  </a:lnTo>
                  <a:lnTo>
                    <a:pt x="224531" y="25601"/>
                  </a:lnTo>
                  <a:lnTo>
                    <a:pt x="223518" y="25913"/>
                  </a:lnTo>
                  <a:lnTo>
                    <a:pt x="222504" y="26221"/>
                  </a:lnTo>
                  <a:lnTo>
                    <a:pt x="221488" y="26523"/>
                  </a:lnTo>
                  <a:lnTo>
                    <a:pt x="220470" y="26821"/>
                  </a:lnTo>
                  <a:lnTo>
                    <a:pt x="219451" y="27115"/>
                  </a:lnTo>
                  <a:lnTo>
                    <a:pt x="218432" y="27406"/>
                  </a:lnTo>
                  <a:lnTo>
                    <a:pt x="217411" y="27693"/>
                  </a:lnTo>
                  <a:lnTo>
                    <a:pt x="216389" y="27978"/>
                  </a:lnTo>
                  <a:lnTo>
                    <a:pt x="215367" y="28261"/>
                  </a:lnTo>
                  <a:lnTo>
                    <a:pt x="214345" y="28543"/>
                  </a:lnTo>
                  <a:lnTo>
                    <a:pt x="213322" y="28824"/>
                  </a:lnTo>
                  <a:lnTo>
                    <a:pt x="212299" y="29104"/>
                  </a:lnTo>
                  <a:lnTo>
                    <a:pt x="211276" y="29384"/>
                  </a:lnTo>
                  <a:lnTo>
                    <a:pt x="210253" y="29664"/>
                  </a:lnTo>
                  <a:lnTo>
                    <a:pt x="209231" y="29946"/>
                  </a:lnTo>
                  <a:lnTo>
                    <a:pt x="208210" y="30229"/>
                  </a:lnTo>
                  <a:lnTo>
                    <a:pt x="207774" y="30358"/>
                  </a:lnTo>
                  <a:lnTo>
                    <a:pt x="207209" y="30525"/>
                  </a:lnTo>
                  <a:lnTo>
                    <a:pt x="206139" y="30841"/>
                  </a:lnTo>
                  <a:lnTo>
                    <a:pt x="204186" y="31420"/>
                  </a:lnTo>
                  <a:lnTo>
                    <a:pt x="203137" y="31719"/>
                  </a:lnTo>
                  <a:lnTo>
                    <a:pt x="202091" y="32008"/>
                  </a:lnTo>
                  <a:lnTo>
                    <a:pt x="201048" y="32284"/>
                  </a:lnTo>
                  <a:lnTo>
                    <a:pt x="200006" y="32550"/>
                  </a:lnTo>
                  <a:lnTo>
                    <a:pt x="198967" y="32804"/>
                  </a:lnTo>
                  <a:lnTo>
                    <a:pt x="197928" y="33047"/>
                  </a:lnTo>
                  <a:lnTo>
                    <a:pt x="196890" y="33279"/>
                  </a:lnTo>
                  <a:lnTo>
                    <a:pt x="195853" y="33500"/>
                  </a:lnTo>
                  <a:lnTo>
                    <a:pt x="194815" y="33711"/>
                  </a:lnTo>
                  <a:lnTo>
                    <a:pt x="193777" y="33911"/>
                  </a:lnTo>
                  <a:lnTo>
                    <a:pt x="192737" y="34100"/>
                  </a:lnTo>
                  <a:lnTo>
                    <a:pt x="191696" y="34279"/>
                  </a:lnTo>
                  <a:lnTo>
                    <a:pt x="190653" y="34448"/>
                  </a:lnTo>
                  <a:lnTo>
                    <a:pt x="189608" y="34607"/>
                  </a:lnTo>
                  <a:lnTo>
                    <a:pt x="188559" y="34755"/>
                  </a:lnTo>
                  <a:lnTo>
                    <a:pt x="187507" y="34894"/>
                  </a:lnTo>
                  <a:lnTo>
                    <a:pt x="186451" y="35023"/>
                  </a:lnTo>
                  <a:lnTo>
                    <a:pt x="185391" y="35143"/>
                  </a:lnTo>
                  <a:lnTo>
                    <a:pt x="184326" y="35253"/>
                  </a:lnTo>
                  <a:lnTo>
                    <a:pt x="183256" y="35354"/>
                  </a:lnTo>
                  <a:lnTo>
                    <a:pt x="182180" y="35445"/>
                  </a:lnTo>
                  <a:lnTo>
                    <a:pt x="181098" y="35527"/>
                  </a:lnTo>
                  <a:lnTo>
                    <a:pt x="180009" y="35600"/>
                  </a:lnTo>
                  <a:lnTo>
                    <a:pt x="180009" y="36933"/>
                  </a:lnTo>
                  <a:lnTo>
                    <a:pt x="180009" y="38286"/>
                  </a:lnTo>
                  <a:lnTo>
                    <a:pt x="178931" y="38578"/>
                  </a:lnTo>
                  <a:lnTo>
                    <a:pt x="177852" y="38868"/>
                  </a:lnTo>
                  <a:lnTo>
                    <a:pt x="176774" y="39157"/>
                  </a:lnTo>
                  <a:lnTo>
                    <a:pt x="175695" y="39445"/>
                  </a:lnTo>
                  <a:lnTo>
                    <a:pt x="174615" y="39731"/>
                  </a:lnTo>
                  <a:lnTo>
                    <a:pt x="173535" y="40016"/>
                  </a:lnTo>
                  <a:lnTo>
                    <a:pt x="172455" y="40300"/>
                  </a:lnTo>
                  <a:lnTo>
                    <a:pt x="171403" y="40581"/>
                  </a:lnTo>
                  <a:lnTo>
                    <a:pt x="170347" y="40862"/>
                  </a:lnTo>
                  <a:lnTo>
                    <a:pt x="169283" y="41146"/>
                  </a:lnTo>
                  <a:lnTo>
                    <a:pt x="168206" y="41434"/>
                  </a:lnTo>
                  <a:lnTo>
                    <a:pt x="167057" y="41654"/>
                  </a:lnTo>
                  <a:lnTo>
                    <a:pt x="165926" y="41840"/>
                  </a:lnTo>
                  <a:lnTo>
                    <a:pt x="164810" y="41996"/>
                  </a:lnTo>
                  <a:lnTo>
                    <a:pt x="163702" y="42122"/>
                  </a:lnTo>
                  <a:lnTo>
                    <a:pt x="162600" y="42219"/>
                  </a:lnTo>
                  <a:lnTo>
                    <a:pt x="161498" y="42291"/>
                  </a:lnTo>
                  <a:lnTo>
                    <a:pt x="160393" y="42338"/>
                  </a:lnTo>
                  <a:lnTo>
                    <a:pt x="159278" y="42362"/>
                  </a:lnTo>
                  <a:lnTo>
                    <a:pt x="158150" y="42365"/>
                  </a:lnTo>
                  <a:lnTo>
                    <a:pt x="157005" y="42349"/>
                  </a:lnTo>
                  <a:lnTo>
                    <a:pt x="155837" y="42315"/>
                  </a:lnTo>
                  <a:lnTo>
                    <a:pt x="155837" y="43647"/>
                  </a:lnTo>
                  <a:lnTo>
                    <a:pt x="155837" y="45000"/>
                  </a:lnTo>
                  <a:lnTo>
                    <a:pt x="154825" y="45244"/>
                  </a:lnTo>
                  <a:lnTo>
                    <a:pt x="153810" y="45490"/>
                  </a:lnTo>
                  <a:lnTo>
                    <a:pt x="152786" y="45737"/>
                  </a:lnTo>
                  <a:lnTo>
                    <a:pt x="151751" y="45986"/>
                  </a:lnTo>
                  <a:lnTo>
                    <a:pt x="150714" y="46240"/>
                  </a:lnTo>
                  <a:lnTo>
                    <a:pt x="149678" y="46496"/>
                  </a:lnTo>
                  <a:lnTo>
                    <a:pt x="148643" y="46754"/>
                  </a:lnTo>
                  <a:lnTo>
                    <a:pt x="147609" y="47014"/>
                  </a:lnTo>
                  <a:lnTo>
                    <a:pt x="146576" y="47276"/>
                  </a:lnTo>
                  <a:lnTo>
                    <a:pt x="145544" y="47539"/>
                  </a:lnTo>
                  <a:lnTo>
                    <a:pt x="144513" y="47805"/>
                  </a:lnTo>
                  <a:lnTo>
                    <a:pt x="143483" y="48072"/>
                  </a:lnTo>
                  <a:lnTo>
                    <a:pt x="142453" y="48341"/>
                  </a:lnTo>
                  <a:lnTo>
                    <a:pt x="141424" y="48613"/>
                  </a:lnTo>
                  <a:lnTo>
                    <a:pt x="140396" y="48886"/>
                  </a:lnTo>
                  <a:lnTo>
                    <a:pt x="139368" y="49161"/>
                  </a:lnTo>
                  <a:lnTo>
                    <a:pt x="138342" y="49439"/>
                  </a:lnTo>
                  <a:lnTo>
                    <a:pt x="137316" y="49718"/>
                  </a:lnTo>
                  <a:lnTo>
                    <a:pt x="136290" y="49999"/>
                  </a:lnTo>
                  <a:lnTo>
                    <a:pt x="135265" y="50283"/>
                  </a:lnTo>
                  <a:lnTo>
                    <a:pt x="134241" y="50568"/>
                  </a:lnTo>
                  <a:lnTo>
                    <a:pt x="133217" y="50856"/>
                  </a:lnTo>
                  <a:lnTo>
                    <a:pt x="132194" y="51145"/>
                  </a:lnTo>
                  <a:lnTo>
                    <a:pt x="131172" y="51437"/>
                  </a:lnTo>
                  <a:lnTo>
                    <a:pt x="130149" y="51730"/>
                  </a:lnTo>
                  <a:lnTo>
                    <a:pt x="129128" y="52026"/>
                  </a:lnTo>
                  <a:lnTo>
                    <a:pt x="128106" y="52324"/>
                  </a:lnTo>
                  <a:lnTo>
                    <a:pt x="127086" y="52624"/>
                  </a:lnTo>
                  <a:lnTo>
                    <a:pt x="126065" y="52926"/>
                  </a:lnTo>
                  <a:lnTo>
                    <a:pt x="125045" y="53230"/>
                  </a:lnTo>
                  <a:lnTo>
                    <a:pt x="124025" y="53537"/>
                  </a:lnTo>
                  <a:lnTo>
                    <a:pt x="123006" y="53845"/>
                  </a:lnTo>
                  <a:lnTo>
                    <a:pt x="121986" y="54156"/>
                  </a:lnTo>
                  <a:lnTo>
                    <a:pt x="120968" y="54469"/>
                  </a:lnTo>
                  <a:lnTo>
                    <a:pt x="119949" y="54784"/>
                  </a:lnTo>
                  <a:lnTo>
                    <a:pt x="118930" y="55102"/>
                  </a:lnTo>
                  <a:lnTo>
                    <a:pt x="117912" y="55422"/>
                  </a:lnTo>
                  <a:lnTo>
                    <a:pt x="116894" y="55743"/>
                  </a:lnTo>
                  <a:lnTo>
                    <a:pt x="115864" y="56053"/>
                  </a:lnTo>
                  <a:lnTo>
                    <a:pt x="114834" y="56354"/>
                  </a:lnTo>
                  <a:lnTo>
                    <a:pt x="113806" y="56647"/>
                  </a:lnTo>
                  <a:lnTo>
                    <a:pt x="112778" y="56931"/>
                  </a:lnTo>
                  <a:lnTo>
                    <a:pt x="111749" y="57207"/>
                  </a:lnTo>
                  <a:lnTo>
                    <a:pt x="110721" y="57475"/>
                  </a:lnTo>
                  <a:lnTo>
                    <a:pt x="109692" y="57735"/>
                  </a:lnTo>
                  <a:lnTo>
                    <a:pt x="108662" y="57988"/>
                  </a:lnTo>
                  <a:lnTo>
                    <a:pt x="107630" y="58234"/>
                  </a:lnTo>
                  <a:lnTo>
                    <a:pt x="106598" y="58473"/>
                  </a:lnTo>
                  <a:lnTo>
                    <a:pt x="105564" y="58706"/>
                  </a:lnTo>
                  <a:lnTo>
                    <a:pt x="104528" y="58932"/>
                  </a:lnTo>
                  <a:lnTo>
                    <a:pt x="103489" y="59152"/>
                  </a:lnTo>
                  <a:lnTo>
                    <a:pt x="102448" y="59367"/>
                  </a:lnTo>
                  <a:lnTo>
                    <a:pt x="101405" y="59575"/>
                  </a:lnTo>
                  <a:lnTo>
                    <a:pt x="100358" y="59779"/>
                  </a:lnTo>
                  <a:lnTo>
                    <a:pt x="99308" y="59977"/>
                  </a:lnTo>
                  <a:lnTo>
                    <a:pt x="98254" y="60171"/>
                  </a:lnTo>
                  <a:lnTo>
                    <a:pt x="97196" y="60360"/>
                  </a:lnTo>
                  <a:lnTo>
                    <a:pt x="95647" y="60739"/>
                  </a:lnTo>
                  <a:lnTo>
                    <a:pt x="94571" y="61039"/>
                  </a:lnTo>
                  <a:lnTo>
                    <a:pt x="93691" y="61360"/>
                  </a:lnTo>
                  <a:lnTo>
                    <a:pt x="92728" y="61805"/>
                  </a:lnTo>
                  <a:lnTo>
                    <a:pt x="91406" y="62474"/>
                  </a:lnTo>
                  <a:lnTo>
                    <a:pt x="90341" y="62959"/>
                  </a:lnTo>
                  <a:lnTo>
                    <a:pt x="89300" y="63365"/>
                  </a:lnTo>
                  <a:lnTo>
                    <a:pt x="88273" y="63702"/>
                  </a:lnTo>
                  <a:lnTo>
                    <a:pt x="87248" y="63982"/>
                  </a:lnTo>
                  <a:lnTo>
                    <a:pt x="86217" y="64214"/>
                  </a:lnTo>
                  <a:lnTo>
                    <a:pt x="85168" y="64411"/>
                  </a:lnTo>
                  <a:lnTo>
                    <a:pt x="84090" y="64582"/>
                  </a:lnTo>
                  <a:lnTo>
                    <a:pt x="82975" y="64738"/>
                  </a:lnTo>
                  <a:lnTo>
                    <a:pt x="81811" y="64891"/>
                  </a:lnTo>
                  <a:lnTo>
                    <a:pt x="80775" y="65056"/>
                  </a:lnTo>
                  <a:lnTo>
                    <a:pt x="79742" y="65230"/>
                  </a:lnTo>
                  <a:lnTo>
                    <a:pt x="78712" y="65411"/>
                  </a:lnTo>
                  <a:lnTo>
                    <a:pt x="77685" y="65601"/>
                  </a:lnTo>
                  <a:lnTo>
                    <a:pt x="76660" y="65799"/>
                  </a:lnTo>
                  <a:lnTo>
                    <a:pt x="75638" y="66003"/>
                  </a:lnTo>
                  <a:lnTo>
                    <a:pt x="74618" y="66215"/>
                  </a:lnTo>
                  <a:lnTo>
                    <a:pt x="73599" y="66434"/>
                  </a:lnTo>
                  <a:lnTo>
                    <a:pt x="72583" y="66659"/>
                  </a:lnTo>
                  <a:lnTo>
                    <a:pt x="71569" y="66890"/>
                  </a:lnTo>
                  <a:lnTo>
                    <a:pt x="70556" y="67127"/>
                  </a:lnTo>
                  <a:lnTo>
                    <a:pt x="69545" y="67370"/>
                  </a:lnTo>
                  <a:lnTo>
                    <a:pt x="68535" y="67618"/>
                  </a:lnTo>
                  <a:lnTo>
                    <a:pt x="67527" y="67871"/>
                  </a:lnTo>
                  <a:lnTo>
                    <a:pt x="66520" y="68128"/>
                  </a:lnTo>
                  <a:lnTo>
                    <a:pt x="65513" y="68390"/>
                  </a:lnTo>
                  <a:lnTo>
                    <a:pt x="64508" y="68655"/>
                  </a:lnTo>
                  <a:lnTo>
                    <a:pt x="63503" y="68925"/>
                  </a:lnTo>
                  <a:lnTo>
                    <a:pt x="62499" y="69197"/>
                  </a:lnTo>
                  <a:lnTo>
                    <a:pt x="61496" y="69473"/>
                  </a:lnTo>
                  <a:lnTo>
                    <a:pt x="60492" y="69751"/>
                  </a:lnTo>
                  <a:lnTo>
                    <a:pt x="59489" y="70032"/>
                  </a:lnTo>
                  <a:lnTo>
                    <a:pt x="58486" y="70315"/>
                  </a:lnTo>
                  <a:lnTo>
                    <a:pt x="57483" y="70600"/>
                  </a:lnTo>
                  <a:lnTo>
                    <a:pt x="56480" y="70887"/>
                  </a:lnTo>
                  <a:lnTo>
                    <a:pt x="55477" y="71174"/>
                  </a:lnTo>
                  <a:lnTo>
                    <a:pt x="54473" y="71463"/>
                  </a:lnTo>
                  <a:lnTo>
                    <a:pt x="53468" y="71752"/>
                  </a:lnTo>
                  <a:lnTo>
                    <a:pt x="52462" y="72041"/>
                  </a:lnTo>
                  <a:lnTo>
                    <a:pt x="51456" y="72331"/>
                  </a:lnTo>
                  <a:lnTo>
                    <a:pt x="50431" y="72622"/>
                  </a:lnTo>
                  <a:lnTo>
                    <a:pt x="49405" y="72912"/>
                  </a:lnTo>
                  <a:lnTo>
                    <a:pt x="48380" y="73201"/>
                  </a:lnTo>
                  <a:lnTo>
                    <a:pt x="47353" y="73489"/>
                  </a:lnTo>
                  <a:lnTo>
                    <a:pt x="46327" y="73775"/>
                  </a:lnTo>
                  <a:lnTo>
                    <a:pt x="45300" y="74060"/>
                  </a:lnTo>
                  <a:lnTo>
                    <a:pt x="44273" y="74344"/>
                  </a:lnTo>
                  <a:lnTo>
                    <a:pt x="43245" y="74627"/>
                  </a:lnTo>
                  <a:lnTo>
                    <a:pt x="42218" y="74909"/>
                  </a:lnTo>
                  <a:lnTo>
                    <a:pt x="41190" y="75190"/>
                  </a:lnTo>
                  <a:lnTo>
                    <a:pt x="40161" y="75470"/>
                  </a:lnTo>
                  <a:lnTo>
                    <a:pt x="39133" y="75749"/>
                  </a:lnTo>
                  <a:lnTo>
                    <a:pt x="38104" y="76028"/>
                  </a:lnTo>
                  <a:lnTo>
                    <a:pt x="37075" y="76306"/>
                  </a:lnTo>
                  <a:lnTo>
                    <a:pt x="36548" y="76450"/>
                  </a:lnTo>
                  <a:lnTo>
                    <a:pt x="35866" y="76637"/>
                  </a:lnTo>
                  <a:lnTo>
                    <a:pt x="34573" y="76990"/>
                  </a:lnTo>
                  <a:lnTo>
                    <a:pt x="32213" y="77634"/>
                  </a:lnTo>
                  <a:lnTo>
                    <a:pt x="30739" y="77981"/>
                  </a:lnTo>
                  <a:lnTo>
                    <a:pt x="29609" y="78230"/>
                  </a:lnTo>
                  <a:lnTo>
                    <a:pt x="28683" y="78397"/>
                  </a:lnTo>
                  <a:lnTo>
                    <a:pt x="27822" y="78499"/>
                  </a:lnTo>
                  <a:lnTo>
                    <a:pt x="26887" y="78551"/>
                  </a:lnTo>
                  <a:lnTo>
                    <a:pt x="25738" y="78570"/>
                  </a:lnTo>
                  <a:lnTo>
                    <a:pt x="24235" y="78572"/>
                  </a:lnTo>
                  <a:lnTo>
                    <a:pt x="24235" y="79905"/>
                  </a:lnTo>
                  <a:lnTo>
                    <a:pt x="24235" y="81258"/>
                  </a:lnTo>
                  <a:lnTo>
                    <a:pt x="23095" y="81666"/>
                  </a:lnTo>
                  <a:lnTo>
                    <a:pt x="21954" y="82071"/>
                  </a:lnTo>
                  <a:lnTo>
                    <a:pt x="20813" y="82473"/>
                  </a:lnTo>
                  <a:lnTo>
                    <a:pt x="19670" y="82874"/>
                  </a:lnTo>
                  <a:lnTo>
                    <a:pt x="18527" y="83273"/>
                  </a:lnTo>
                  <a:lnTo>
                    <a:pt x="17467" y="83647"/>
                  </a:lnTo>
                  <a:lnTo>
                    <a:pt x="16399" y="84024"/>
                  </a:lnTo>
                  <a:lnTo>
                    <a:pt x="15317" y="84406"/>
                  </a:lnTo>
                  <a:lnTo>
                    <a:pt x="14260" y="84697"/>
                  </a:lnTo>
                  <a:lnTo>
                    <a:pt x="13401" y="84915"/>
                  </a:lnTo>
                  <a:lnTo>
                    <a:pt x="12639" y="85072"/>
                  </a:lnTo>
                  <a:lnTo>
                    <a:pt x="11873" y="85177"/>
                  </a:lnTo>
                  <a:lnTo>
                    <a:pt x="11004" y="85240"/>
                  </a:lnTo>
                  <a:lnTo>
                    <a:pt x="9932" y="85273"/>
                  </a:lnTo>
                  <a:lnTo>
                    <a:pt x="8556" y="85285"/>
                  </a:lnTo>
                  <a:lnTo>
                    <a:pt x="6777" y="85287"/>
                  </a:lnTo>
                  <a:lnTo>
                    <a:pt x="6935" y="85898"/>
                  </a:lnTo>
                  <a:lnTo>
                    <a:pt x="7412" y="87742"/>
                  </a:lnTo>
                  <a:lnTo>
                    <a:pt x="7673" y="88816"/>
                  </a:lnTo>
                  <a:lnTo>
                    <a:pt x="7937" y="89898"/>
                  </a:lnTo>
                  <a:lnTo>
                    <a:pt x="8203" y="90994"/>
                  </a:lnTo>
                  <a:lnTo>
                    <a:pt x="8469" y="92055"/>
                  </a:lnTo>
                  <a:lnTo>
                    <a:pt x="8736" y="93123"/>
                  </a:lnTo>
                  <a:lnTo>
                    <a:pt x="9006" y="94205"/>
                  </a:lnTo>
                  <a:lnTo>
                    <a:pt x="9147" y="95392"/>
                  </a:lnTo>
                  <a:lnTo>
                    <a:pt x="9214" y="96492"/>
                  </a:lnTo>
                  <a:lnTo>
                    <a:pt x="9208" y="97530"/>
                  </a:lnTo>
                  <a:lnTo>
                    <a:pt x="9129" y="98535"/>
                  </a:lnTo>
                  <a:lnTo>
                    <a:pt x="8980" y="99531"/>
                  </a:lnTo>
                  <a:lnTo>
                    <a:pt x="8761" y="100547"/>
                  </a:lnTo>
                  <a:lnTo>
                    <a:pt x="8474" y="101609"/>
                  </a:lnTo>
                  <a:lnTo>
                    <a:pt x="8120" y="102744"/>
                  </a:lnTo>
                  <a:lnTo>
                    <a:pt x="7717" y="101706"/>
                  </a:lnTo>
                  <a:lnTo>
                    <a:pt x="7324" y="100674"/>
                  </a:lnTo>
                  <a:lnTo>
                    <a:pt x="6940" y="99647"/>
                  </a:lnTo>
                  <a:lnTo>
                    <a:pt x="6566" y="98626"/>
                  </a:lnTo>
                  <a:lnTo>
                    <a:pt x="6202" y="97609"/>
                  </a:lnTo>
                  <a:lnTo>
                    <a:pt x="5848" y="96597"/>
                  </a:lnTo>
                  <a:lnTo>
                    <a:pt x="5503" y="95589"/>
                  </a:lnTo>
                  <a:lnTo>
                    <a:pt x="5169" y="94584"/>
                  </a:lnTo>
                  <a:lnTo>
                    <a:pt x="4844" y="93583"/>
                  </a:lnTo>
                  <a:lnTo>
                    <a:pt x="4530" y="92584"/>
                  </a:lnTo>
                  <a:lnTo>
                    <a:pt x="4226" y="91588"/>
                  </a:lnTo>
                  <a:lnTo>
                    <a:pt x="3932" y="90594"/>
                  </a:lnTo>
                  <a:lnTo>
                    <a:pt x="3648" y="89602"/>
                  </a:lnTo>
                  <a:lnTo>
                    <a:pt x="3374" y="88611"/>
                  </a:lnTo>
                  <a:lnTo>
                    <a:pt x="3111" y="87621"/>
                  </a:lnTo>
                  <a:lnTo>
                    <a:pt x="2857" y="86631"/>
                  </a:lnTo>
                  <a:lnTo>
                    <a:pt x="2615" y="85641"/>
                  </a:lnTo>
                  <a:lnTo>
                    <a:pt x="2382" y="84651"/>
                  </a:lnTo>
                  <a:lnTo>
                    <a:pt x="2161" y="83661"/>
                  </a:lnTo>
                  <a:lnTo>
                    <a:pt x="1949" y="82669"/>
                  </a:lnTo>
                  <a:lnTo>
                    <a:pt x="1749" y="81676"/>
                  </a:lnTo>
                  <a:lnTo>
                    <a:pt x="1559" y="80681"/>
                  </a:lnTo>
                  <a:lnTo>
                    <a:pt x="1379" y="79683"/>
                  </a:lnTo>
                  <a:lnTo>
                    <a:pt x="1211" y="78683"/>
                  </a:lnTo>
                  <a:lnTo>
                    <a:pt x="1053" y="77680"/>
                  </a:lnTo>
                  <a:lnTo>
                    <a:pt x="906" y="76673"/>
                  </a:lnTo>
                  <a:lnTo>
                    <a:pt x="769" y="75663"/>
                  </a:lnTo>
                  <a:lnTo>
                    <a:pt x="644" y="74648"/>
                  </a:lnTo>
                  <a:lnTo>
                    <a:pt x="530" y="73628"/>
                  </a:lnTo>
                  <a:lnTo>
                    <a:pt x="426" y="72604"/>
                  </a:lnTo>
                  <a:lnTo>
                    <a:pt x="334" y="71574"/>
                  </a:lnTo>
                  <a:lnTo>
                    <a:pt x="253" y="70538"/>
                  </a:lnTo>
                  <a:lnTo>
                    <a:pt x="183" y="69496"/>
                  </a:lnTo>
                  <a:lnTo>
                    <a:pt x="124" y="68447"/>
                  </a:lnTo>
                  <a:lnTo>
                    <a:pt x="77" y="67392"/>
                  </a:lnTo>
                  <a:lnTo>
                    <a:pt x="40" y="66329"/>
                  </a:lnTo>
                  <a:lnTo>
                    <a:pt x="15" y="65258"/>
                  </a:lnTo>
                  <a:lnTo>
                    <a:pt x="2" y="64179"/>
                  </a:lnTo>
                  <a:lnTo>
                    <a:pt x="0" y="63091"/>
                  </a:lnTo>
                  <a:lnTo>
                    <a:pt x="9" y="61994"/>
                  </a:lnTo>
                  <a:lnTo>
                    <a:pt x="30" y="60888"/>
                  </a:lnTo>
                  <a:lnTo>
                    <a:pt x="63" y="59772"/>
                  </a:lnTo>
                  <a:lnTo>
                    <a:pt x="1127" y="59240"/>
                  </a:lnTo>
                  <a:lnTo>
                    <a:pt x="2193" y="58707"/>
                  </a:lnTo>
                  <a:lnTo>
                    <a:pt x="3265" y="58171"/>
                  </a:lnTo>
                  <a:lnTo>
                    <a:pt x="4344" y="57631"/>
                  </a:lnTo>
                  <a:lnTo>
                    <a:pt x="5434" y="57086"/>
                  </a:lnTo>
                  <a:lnTo>
                    <a:pt x="5434" y="58419"/>
                  </a:lnTo>
                  <a:lnTo>
                    <a:pt x="5434" y="59772"/>
                  </a:lnTo>
                  <a:lnTo>
                    <a:pt x="4766" y="60106"/>
                  </a:lnTo>
                  <a:lnTo>
                    <a:pt x="2748" y="61115"/>
                  </a:lnTo>
                  <a:lnTo>
                    <a:pt x="2393" y="62580"/>
                  </a:lnTo>
                  <a:lnTo>
                    <a:pt x="2139" y="63657"/>
                  </a:lnTo>
                  <a:lnTo>
                    <a:pt x="1951" y="64535"/>
                  </a:lnTo>
                  <a:lnTo>
                    <a:pt x="1791" y="65398"/>
                  </a:lnTo>
                  <a:lnTo>
                    <a:pt x="1622" y="66434"/>
                  </a:lnTo>
                  <a:lnTo>
                    <a:pt x="1406" y="67829"/>
                  </a:lnTo>
                  <a:lnTo>
                    <a:pt x="2370" y="67430"/>
                  </a:lnTo>
                  <a:lnTo>
                    <a:pt x="3336" y="67030"/>
                  </a:lnTo>
                  <a:lnTo>
                    <a:pt x="4307" y="66628"/>
                  </a:lnTo>
                  <a:lnTo>
                    <a:pt x="5286" y="66224"/>
                  </a:lnTo>
                  <a:lnTo>
                    <a:pt x="6274" y="65815"/>
                  </a:lnTo>
                  <a:lnTo>
                    <a:pt x="7370" y="65416"/>
                  </a:lnTo>
                  <a:lnTo>
                    <a:pt x="8441" y="65060"/>
                  </a:lnTo>
                  <a:lnTo>
                    <a:pt x="9492" y="64747"/>
                  </a:lnTo>
                  <a:lnTo>
                    <a:pt x="10529" y="64476"/>
                  </a:lnTo>
                  <a:lnTo>
                    <a:pt x="11558" y="64247"/>
                  </a:lnTo>
                  <a:lnTo>
                    <a:pt x="12584" y="64057"/>
                  </a:lnTo>
                  <a:lnTo>
                    <a:pt x="13615" y="63908"/>
                  </a:lnTo>
                  <a:lnTo>
                    <a:pt x="14655" y="63797"/>
                  </a:lnTo>
                  <a:lnTo>
                    <a:pt x="15711" y="63724"/>
                  </a:lnTo>
                  <a:lnTo>
                    <a:pt x="16788" y="63689"/>
                  </a:lnTo>
                  <a:lnTo>
                    <a:pt x="17892" y="63691"/>
                  </a:lnTo>
                  <a:lnTo>
                    <a:pt x="19029" y="63728"/>
                  </a:lnTo>
                  <a:lnTo>
                    <a:pt x="20206" y="63801"/>
                  </a:lnTo>
                  <a:lnTo>
                    <a:pt x="19412" y="64940"/>
                  </a:lnTo>
                  <a:lnTo>
                    <a:pt x="18661" y="65908"/>
                  </a:lnTo>
                  <a:lnTo>
                    <a:pt x="17933" y="66726"/>
                  </a:lnTo>
                  <a:lnTo>
                    <a:pt x="17211" y="67412"/>
                  </a:lnTo>
                  <a:lnTo>
                    <a:pt x="16476" y="67986"/>
                  </a:lnTo>
                  <a:lnTo>
                    <a:pt x="15711" y="68467"/>
                  </a:lnTo>
                  <a:lnTo>
                    <a:pt x="14897" y="68876"/>
                  </a:lnTo>
                  <a:lnTo>
                    <a:pt x="14016" y="69232"/>
                  </a:lnTo>
                  <a:lnTo>
                    <a:pt x="13050" y="69554"/>
                  </a:lnTo>
                  <a:lnTo>
                    <a:pt x="11982" y="69862"/>
                  </a:lnTo>
                  <a:lnTo>
                    <a:pt x="10792" y="70176"/>
                  </a:lnTo>
                  <a:lnTo>
                    <a:pt x="9463" y="70515"/>
                  </a:lnTo>
                  <a:lnTo>
                    <a:pt x="7823" y="70585"/>
                  </a:lnTo>
                  <a:lnTo>
                    <a:pt x="6640" y="70627"/>
                  </a:lnTo>
                  <a:lnTo>
                    <a:pt x="5728" y="70641"/>
                  </a:lnTo>
                  <a:lnTo>
                    <a:pt x="4900" y="70627"/>
                  </a:lnTo>
                  <a:lnTo>
                    <a:pt x="3969" y="70585"/>
                  </a:lnTo>
                  <a:lnTo>
                    <a:pt x="2748" y="70515"/>
                  </a:lnTo>
                  <a:lnTo>
                    <a:pt x="2748" y="71655"/>
                  </a:lnTo>
                  <a:lnTo>
                    <a:pt x="2748" y="72796"/>
                  </a:lnTo>
                  <a:lnTo>
                    <a:pt x="2748" y="73940"/>
                  </a:lnTo>
                  <a:lnTo>
                    <a:pt x="2748" y="75088"/>
                  </a:lnTo>
                  <a:lnTo>
                    <a:pt x="2748" y="76242"/>
                  </a:lnTo>
                  <a:lnTo>
                    <a:pt x="2748" y="77403"/>
                  </a:lnTo>
                  <a:lnTo>
                    <a:pt x="2748" y="78572"/>
                  </a:lnTo>
                  <a:lnTo>
                    <a:pt x="3786" y="78357"/>
                  </a:lnTo>
                  <a:lnTo>
                    <a:pt x="4822" y="78140"/>
                  </a:lnTo>
                  <a:lnTo>
                    <a:pt x="5857" y="77923"/>
                  </a:lnTo>
                  <a:lnTo>
                    <a:pt x="6891" y="77704"/>
                  </a:lnTo>
                  <a:lnTo>
                    <a:pt x="7924" y="77483"/>
                  </a:lnTo>
                  <a:lnTo>
                    <a:pt x="8956" y="77261"/>
                  </a:lnTo>
                  <a:lnTo>
                    <a:pt x="9987" y="77038"/>
                  </a:lnTo>
                  <a:lnTo>
                    <a:pt x="11018" y="76812"/>
                  </a:lnTo>
                  <a:lnTo>
                    <a:pt x="12047" y="76585"/>
                  </a:lnTo>
                  <a:lnTo>
                    <a:pt x="13075" y="76355"/>
                  </a:lnTo>
                  <a:lnTo>
                    <a:pt x="14103" y="76124"/>
                  </a:lnTo>
                  <a:lnTo>
                    <a:pt x="15129" y="75890"/>
                  </a:lnTo>
                  <a:lnTo>
                    <a:pt x="16155" y="75654"/>
                  </a:lnTo>
                  <a:lnTo>
                    <a:pt x="17180" y="75415"/>
                  </a:lnTo>
                  <a:lnTo>
                    <a:pt x="18203" y="75174"/>
                  </a:lnTo>
                  <a:lnTo>
                    <a:pt x="19226" y="74929"/>
                  </a:lnTo>
                  <a:lnTo>
                    <a:pt x="20248" y="74682"/>
                  </a:lnTo>
                  <a:lnTo>
                    <a:pt x="21270" y="74432"/>
                  </a:lnTo>
                  <a:lnTo>
                    <a:pt x="22290" y="74179"/>
                  </a:lnTo>
                  <a:lnTo>
                    <a:pt x="23309" y="73922"/>
                  </a:lnTo>
                  <a:lnTo>
                    <a:pt x="24328" y="73662"/>
                  </a:lnTo>
                  <a:lnTo>
                    <a:pt x="25345" y="73399"/>
                  </a:lnTo>
                  <a:lnTo>
                    <a:pt x="26362" y="73131"/>
                  </a:lnTo>
                  <a:lnTo>
                    <a:pt x="27378" y="72860"/>
                  </a:lnTo>
                  <a:lnTo>
                    <a:pt x="28393" y="72586"/>
                  </a:lnTo>
                  <a:lnTo>
                    <a:pt x="29408" y="72307"/>
                  </a:lnTo>
                  <a:lnTo>
                    <a:pt x="30421" y="72024"/>
                  </a:lnTo>
                  <a:lnTo>
                    <a:pt x="31434" y="71736"/>
                  </a:lnTo>
                  <a:lnTo>
                    <a:pt x="32446" y="71445"/>
                  </a:lnTo>
                  <a:lnTo>
                    <a:pt x="33457" y="71148"/>
                  </a:lnTo>
                  <a:lnTo>
                    <a:pt x="34468" y="70848"/>
                  </a:lnTo>
                  <a:lnTo>
                    <a:pt x="35477" y="70542"/>
                  </a:lnTo>
                  <a:lnTo>
                    <a:pt x="36486" y="70232"/>
                  </a:lnTo>
                  <a:lnTo>
                    <a:pt x="37494" y="69916"/>
                  </a:lnTo>
                  <a:lnTo>
                    <a:pt x="38501" y="69595"/>
                  </a:lnTo>
                  <a:lnTo>
                    <a:pt x="39508" y="69270"/>
                  </a:lnTo>
                  <a:lnTo>
                    <a:pt x="40514" y="68938"/>
                  </a:lnTo>
                  <a:lnTo>
                    <a:pt x="41519" y="68602"/>
                  </a:lnTo>
                  <a:lnTo>
                    <a:pt x="42596" y="68252"/>
                  </a:lnTo>
                  <a:lnTo>
                    <a:pt x="43630" y="67936"/>
                  </a:lnTo>
                  <a:lnTo>
                    <a:pt x="44631" y="67652"/>
                  </a:lnTo>
                  <a:lnTo>
                    <a:pt x="45607" y="67401"/>
                  </a:lnTo>
                  <a:lnTo>
                    <a:pt x="46570" y="67182"/>
                  </a:lnTo>
                  <a:lnTo>
                    <a:pt x="47530" y="66994"/>
                  </a:lnTo>
                  <a:lnTo>
                    <a:pt x="48496" y="66837"/>
                  </a:lnTo>
                  <a:lnTo>
                    <a:pt x="49479" y="66709"/>
                  </a:lnTo>
                  <a:lnTo>
                    <a:pt x="50488" y="66611"/>
                  </a:lnTo>
                  <a:lnTo>
                    <a:pt x="51535" y="66541"/>
                  </a:lnTo>
                  <a:lnTo>
                    <a:pt x="52628" y="66500"/>
                  </a:lnTo>
                  <a:lnTo>
                    <a:pt x="53778" y="66486"/>
                  </a:lnTo>
                  <a:lnTo>
                    <a:pt x="53778" y="65154"/>
                  </a:lnTo>
                  <a:lnTo>
                    <a:pt x="53778" y="63801"/>
                  </a:lnTo>
                  <a:lnTo>
                    <a:pt x="55125" y="63653"/>
                  </a:lnTo>
                  <a:lnTo>
                    <a:pt x="56480" y="63505"/>
                  </a:lnTo>
                  <a:lnTo>
                    <a:pt x="57854" y="63355"/>
                  </a:lnTo>
                  <a:lnTo>
                    <a:pt x="60068" y="63096"/>
                  </a:lnTo>
                  <a:lnTo>
                    <a:pt x="62075" y="62861"/>
                  </a:lnTo>
                  <a:lnTo>
                    <a:pt x="63889" y="62645"/>
                  </a:lnTo>
                  <a:lnTo>
                    <a:pt x="65523" y="62447"/>
                  </a:lnTo>
                  <a:lnTo>
                    <a:pt x="66991" y="62264"/>
                  </a:lnTo>
                  <a:lnTo>
                    <a:pt x="68307" y="62092"/>
                  </a:lnTo>
                  <a:lnTo>
                    <a:pt x="69484" y="61929"/>
                  </a:lnTo>
                  <a:lnTo>
                    <a:pt x="70538" y="61773"/>
                  </a:lnTo>
                  <a:lnTo>
                    <a:pt x="71481" y="61619"/>
                  </a:lnTo>
                  <a:lnTo>
                    <a:pt x="72327" y="61467"/>
                  </a:lnTo>
                  <a:lnTo>
                    <a:pt x="73090" y="61312"/>
                  </a:lnTo>
                  <a:lnTo>
                    <a:pt x="73784" y="61151"/>
                  </a:lnTo>
                  <a:lnTo>
                    <a:pt x="74423" y="60983"/>
                  </a:lnTo>
                  <a:lnTo>
                    <a:pt x="75021" y="60805"/>
                  </a:lnTo>
                  <a:lnTo>
                    <a:pt x="75591" y="60612"/>
                  </a:lnTo>
                  <a:lnTo>
                    <a:pt x="76148" y="60404"/>
                  </a:lnTo>
                  <a:lnTo>
                    <a:pt x="76705" y="60176"/>
                  </a:lnTo>
                  <a:lnTo>
                    <a:pt x="77275" y="59926"/>
                  </a:lnTo>
                  <a:lnTo>
                    <a:pt x="77874" y="59652"/>
                  </a:lnTo>
                  <a:lnTo>
                    <a:pt x="78514" y="59350"/>
                  </a:lnTo>
                  <a:lnTo>
                    <a:pt x="79210" y="59017"/>
                  </a:lnTo>
                  <a:lnTo>
                    <a:pt x="80318" y="58524"/>
                  </a:lnTo>
                  <a:lnTo>
                    <a:pt x="81398" y="58095"/>
                  </a:lnTo>
                  <a:lnTo>
                    <a:pt x="82459" y="57726"/>
                  </a:lnTo>
                  <a:lnTo>
                    <a:pt x="83509" y="57410"/>
                  </a:lnTo>
                  <a:lnTo>
                    <a:pt x="84556" y="57140"/>
                  </a:lnTo>
                  <a:lnTo>
                    <a:pt x="85608" y="56911"/>
                  </a:lnTo>
                  <a:lnTo>
                    <a:pt x="86674" y="56717"/>
                  </a:lnTo>
                  <a:lnTo>
                    <a:pt x="87762" y="56551"/>
                  </a:lnTo>
                  <a:lnTo>
                    <a:pt x="88880" y="56407"/>
                  </a:lnTo>
                  <a:lnTo>
                    <a:pt x="90035" y="56280"/>
                  </a:lnTo>
                  <a:lnTo>
                    <a:pt x="91238" y="56162"/>
                  </a:lnTo>
                  <a:lnTo>
                    <a:pt x="92277" y="55990"/>
                  </a:lnTo>
                  <a:lnTo>
                    <a:pt x="93302" y="55785"/>
                  </a:lnTo>
                  <a:lnTo>
                    <a:pt x="94316" y="55551"/>
                  </a:lnTo>
                  <a:lnTo>
                    <a:pt x="95320" y="55291"/>
                  </a:lnTo>
                  <a:lnTo>
                    <a:pt x="96315" y="55009"/>
                  </a:lnTo>
                  <a:lnTo>
                    <a:pt x="97304" y="54706"/>
                  </a:lnTo>
                  <a:lnTo>
                    <a:pt x="98289" y="54387"/>
                  </a:lnTo>
                  <a:lnTo>
                    <a:pt x="99271" y="54054"/>
                  </a:lnTo>
                  <a:lnTo>
                    <a:pt x="100253" y="53712"/>
                  </a:lnTo>
                  <a:lnTo>
                    <a:pt x="101235" y="53362"/>
                  </a:lnTo>
                  <a:lnTo>
                    <a:pt x="102221" y="53008"/>
                  </a:lnTo>
                  <a:lnTo>
                    <a:pt x="103212" y="52653"/>
                  </a:lnTo>
                  <a:lnTo>
                    <a:pt x="104235" y="52342"/>
                  </a:lnTo>
                  <a:lnTo>
                    <a:pt x="105253" y="52061"/>
                  </a:lnTo>
                  <a:lnTo>
                    <a:pt x="106269" y="51808"/>
                  </a:lnTo>
                  <a:lnTo>
                    <a:pt x="107284" y="51581"/>
                  </a:lnTo>
                  <a:lnTo>
                    <a:pt x="108299" y="51376"/>
                  </a:lnTo>
                  <a:lnTo>
                    <a:pt x="109317" y="51192"/>
                  </a:lnTo>
                  <a:lnTo>
                    <a:pt x="110337" y="51026"/>
                  </a:lnTo>
                  <a:lnTo>
                    <a:pt x="111363" y="50874"/>
                  </a:lnTo>
                  <a:lnTo>
                    <a:pt x="112396" y="50736"/>
                  </a:lnTo>
                  <a:lnTo>
                    <a:pt x="113437" y="50608"/>
                  </a:lnTo>
                  <a:lnTo>
                    <a:pt x="114488" y="50487"/>
                  </a:lnTo>
                  <a:lnTo>
                    <a:pt x="115551" y="50372"/>
                  </a:lnTo>
                  <a:lnTo>
                    <a:pt x="115551" y="49039"/>
                  </a:lnTo>
                  <a:lnTo>
                    <a:pt x="115551" y="47686"/>
                  </a:lnTo>
                  <a:lnTo>
                    <a:pt x="116816" y="47441"/>
                  </a:lnTo>
                  <a:lnTo>
                    <a:pt x="118090" y="47195"/>
                  </a:lnTo>
                  <a:lnTo>
                    <a:pt x="119381" y="46946"/>
                  </a:lnTo>
                  <a:lnTo>
                    <a:pt x="120635" y="46693"/>
                  </a:lnTo>
                  <a:lnTo>
                    <a:pt x="121895" y="46439"/>
                  </a:lnTo>
                  <a:lnTo>
                    <a:pt x="123164" y="46183"/>
                  </a:lnTo>
                  <a:lnTo>
                    <a:pt x="124447" y="45924"/>
                  </a:lnTo>
                  <a:lnTo>
                    <a:pt x="125687" y="45678"/>
                  </a:lnTo>
                  <a:lnTo>
                    <a:pt x="126931" y="45432"/>
                  </a:lnTo>
                  <a:lnTo>
                    <a:pt x="128185" y="45183"/>
                  </a:lnTo>
                  <a:lnTo>
                    <a:pt x="129452" y="44932"/>
                  </a:lnTo>
                  <a:lnTo>
                    <a:pt x="130538" y="44634"/>
                  </a:lnTo>
                  <a:lnTo>
                    <a:pt x="131593" y="44315"/>
                  </a:lnTo>
                  <a:lnTo>
                    <a:pt x="132622" y="43976"/>
                  </a:lnTo>
                  <a:lnTo>
                    <a:pt x="133628" y="43617"/>
                  </a:lnTo>
                  <a:lnTo>
                    <a:pt x="134616" y="43240"/>
                  </a:lnTo>
                  <a:lnTo>
                    <a:pt x="135591" y="42844"/>
                  </a:lnTo>
                  <a:lnTo>
                    <a:pt x="136557" y="42431"/>
                  </a:lnTo>
                  <a:lnTo>
                    <a:pt x="137518" y="42001"/>
                  </a:lnTo>
                  <a:lnTo>
                    <a:pt x="138479" y="41555"/>
                  </a:lnTo>
                  <a:lnTo>
                    <a:pt x="139444" y="41095"/>
                  </a:lnTo>
                  <a:lnTo>
                    <a:pt x="140418" y="40619"/>
                  </a:lnTo>
                  <a:lnTo>
                    <a:pt x="141404" y="40131"/>
                  </a:lnTo>
                  <a:lnTo>
                    <a:pt x="142408" y="39629"/>
                  </a:lnTo>
                  <a:lnTo>
                    <a:pt x="143813" y="39419"/>
                  </a:lnTo>
                  <a:lnTo>
                    <a:pt x="144847" y="39275"/>
                  </a:lnTo>
                  <a:lnTo>
                    <a:pt x="145691" y="39182"/>
                  </a:lnTo>
                  <a:lnTo>
                    <a:pt x="146523" y="39122"/>
                  </a:lnTo>
                  <a:lnTo>
                    <a:pt x="147523" y="39081"/>
                  </a:lnTo>
                  <a:lnTo>
                    <a:pt x="148870" y="39041"/>
                  </a:lnTo>
                  <a:lnTo>
                    <a:pt x="149998" y="38943"/>
                  </a:lnTo>
                  <a:lnTo>
                    <a:pt x="151091" y="38818"/>
                  </a:lnTo>
                  <a:lnTo>
                    <a:pt x="152151" y="38665"/>
                  </a:lnTo>
                  <a:lnTo>
                    <a:pt x="153184" y="38486"/>
                  </a:lnTo>
                  <a:lnTo>
                    <a:pt x="154193" y="38280"/>
                  </a:lnTo>
                  <a:lnTo>
                    <a:pt x="155182" y="38047"/>
                  </a:lnTo>
                  <a:lnTo>
                    <a:pt x="156156" y="37788"/>
                  </a:lnTo>
                  <a:lnTo>
                    <a:pt x="157119" y="37503"/>
                  </a:lnTo>
                  <a:lnTo>
                    <a:pt x="158074" y="37192"/>
                  </a:lnTo>
                  <a:lnTo>
                    <a:pt x="159025" y="36855"/>
                  </a:lnTo>
                  <a:lnTo>
                    <a:pt x="159978" y="36494"/>
                  </a:lnTo>
                  <a:lnTo>
                    <a:pt x="160935" y="36107"/>
                  </a:lnTo>
                  <a:lnTo>
                    <a:pt x="161900" y="35696"/>
                  </a:lnTo>
                  <a:lnTo>
                    <a:pt x="162879" y="35260"/>
                  </a:lnTo>
                  <a:lnTo>
                    <a:pt x="163874" y="34799"/>
                  </a:lnTo>
                  <a:lnTo>
                    <a:pt x="164891" y="34315"/>
                  </a:lnTo>
                  <a:lnTo>
                    <a:pt x="165858" y="33878"/>
                  </a:lnTo>
                  <a:lnTo>
                    <a:pt x="166830" y="33459"/>
                  </a:lnTo>
                  <a:lnTo>
                    <a:pt x="167808" y="33055"/>
                  </a:lnTo>
                  <a:lnTo>
                    <a:pt x="168790" y="32668"/>
                  </a:lnTo>
                  <a:lnTo>
                    <a:pt x="169777" y="32296"/>
                  </a:lnTo>
                  <a:lnTo>
                    <a:pt x="170769" y="31938"/>
                  </a:lnTo>
                  <a:lnTo>
                    <a:pt x="171765" y="31594"/>
                  </a:lnTo>
                  <a:lnTo>
                    <a:pt x="172766" y="31263"/>
                  </a:lnTo>
                  <a:lnTo>
                    <a:pt x="173770" y="30945"/>
                  </a:lnTo>
                  <a:lnTo>
                    <a:pt x="174778" y="30639"/>
                  </a:lnTo>
                  <a:lnTo>
                    <a:pt x="175789" y="30344"/>
                  </a:lnTo>
                  <a:lnTo>
                    <a:pt x="176804" y="30060"/>
                  </a:lnTo>
                  <a:lnTo>
                    <a:pt x="177822" y="29786"/>
                  </a:lnTo>
                  <a:lnTo>
                    <a:pt x="178842" y="29522"/>
                  </a:lnTo>
                  <a:lnTo>
                    <a:pt x="179865" y="29266"/>
                  </a:lnTo>
                  <a:lnTo>
                    <a:pt x="180891" y="29019"/>
                  </a:lnTo>
                  <a:lnTo>
                    <a:pt x="181919" y="28780"/>
                  </a:lnTo>
                  <a:lnTo>
                    <a:pt x="182949" y="28547"/>
                  </a:lnTo>
                  <a:lnTo>
                    <a:pt x="183981" y="28321"/>
                  </a:lnTo>
                  <a:lnTo>
                    <a:pt x="185014" y="28101"/>
                  </a:lnTo>
                  <a:lnTo>
                    <a:pt x="186048" y="27886"/>
                  </a:lnTo>
                  <a:lnTo>
                    <a:pt x="187084" y="27675"/>
                  </a:lnTo>
                  <a:lnTo>
                    <a:pt x="188121" y="27468"/>
                  </a:lnTo>
                  <a:lnTo>
                    <a:pt x="189158" y="27265"/>
                  </a:lnTo>
                  <a:lnTo>
                    <a:pt x="190196" y="27064"/>
                  </a:lnTo>
                  <a:lnTo>
                    <a:pt x="191235" y="26866"/>
                  </a:lnTo>
                  <a:lnTo>
                    <a:pt x="192273" y="26668"/>
                  </a:lnTo>
                  <a:lnTo>
                    <a:pt x="193311" y="26472"/>
                  </a:lnTo>
                  <a:lnTo>
                    <a:pt x="194349" y="26275"/>
                  </a:lnTo>
                  <a:lnTo>
                    <a:pt x="195387" y="26078"/>
                  </a:lnTo>
                  <a:lnTo>
                    <a:pt x="196423" y="25880"/>
                  </a:lnTo>
                  <a:lnTo>
                    <a:pt x="197498" y="25661"/>
                  </a:lnTo>
                  <a:lnTo>
                    <a:pt x="198571" y="25435"/>
                  </a:lnTo>
                  <a:lnTo>
                    <a:pt x="199642" y="25205"/>
                  </a:lnTo>
                  <a:lnTo>
                    <a:pt x="200711" y="24970"/>
                  </a:lnTo>
                  <a:lnTo>
                    <a:pt x="201779" y="24730"/>
                  </a:lnTo>
                  <a:lnTo>
                    <a:pt x="202846" y="24485"/>
                  </a:lnTo>
                  <a:lnTo>
                    <a:pt x="203912" y="24237"/>
                  </a:lnTo>
                  <a:lnTo>
                    <a:pt x="204976" y="23984"/>
                  </a:lnTo>
                  <a:lnTo>
                    <a:pt x="206040" y="23728"/>
                  </a:lnTo>
                  <a:lnTo>
                    <a:pt x="207102" y="23468"/>
                  </a:lnTo>
                  <a:lnTo>
                    <a:pt x="208165" y="23204"/>
                  </a:lnTo>
                  <a:lnTo>
                    <a:pt x="209226" y="22938"/>
                  </a:lnTo>
                  <a:lnTo>
                    <a:pt x="210287" y="22669"/>
                  </a:lnTo>
                  <a:lnTo>
                    <a:pt x="211348" y="22397"/>
                  </a:lnTo>
                  <a:lnTo>
                    <a:pt x="212409" y="22123"/>
                  </a:lnTo>
                  <a:lnTo>
                    <a:pt x="213470" y="21847"/>
                  </a:lnTo>
                  <a:lnTo>
                    <a:pt x="214531" y="21568"/>
                  </a:lnTo>
                  <a:lnTo>
                    <a:pt x="216055" y="21207"/>
                  </a:lnTo>
                  <a:lnTo>
                    <a:pt x="217117" y="20988"/>
                  </a:lnTo>
                  <a:lnTo>
                    <a:pt x="217993" y="20876"/>
                  </a:lnTo>
                  <a:lnTo>
                    <a:pt x="218960" y="20834"/>
                  </a:lnTo>
                  <a:lnTo>
                    <a:pt x="220296" y="20828"/>
                  </a:lnTo>
                  <a:lnTo>
                    <a:pt x="220296" y="19496"/>
                  </a:lnTo>
                  <a:lnTo>
                    <a:pt x="220296" y="18143"/>
                  </a:lnTo>
                  <a:lnTo>
                    <a:pt x="221641" y="17968"/>
                  </a:lnTo>
                  <a:lnTo>
                    <a:pt x="223008" y="17791"/>
                  </a:lnTo>
                  <a:lnTo>
                    <a:pt x="224083" y="17620"/>
                  </a:lnTo>
                  <a:lnTo>
                    <a:pt x="225144" y="17439"/>
                  </a:lnTo>
                  <a:lnTo>
                    <a:pt x="226191" y="17246"/>
                  </a:lnTo>
                  <a:lnTo>
                    <a:pt x="227226" y="17041"/>
                  </a:lnTo>
                  <a:lnTo>
                    <a:pt x="228250" y="16825"/>
                  </a:lnTo>
                  <a:lnTo>
                    <a:pt x="229262" y="16597"/>
                  </a:lnTo>
                  <a:lnTo>
                    <a:pt x="230266" y="16357"/>
                  </a:lnTo>
                  <a:lnTo>
                    <a:pt x="231260" y="16104"/>
                  </a:lnTo>
                  <a:lnTo>
                    <a:pt x="232247" y="15840"/>
                  </a:lnTo>
                  <a:lnTo>
                    <a:pt x="233227" y="15562"/>
                  </a:lnTo>
                  <a:lnTo>
                    <a:pt x="234201" y="15272"/>
                  </a:lnTo>
                  <a:lnTo>
                    <a:pt x="235169" y="14969"/>
                  </a:lnTo>
                  <a:lnTo>
                    <a:pt x="236134" y="14652"/>
                  </a:lnTo>
                  <a:lnTo>
                    <a:pt x="237095" y="14322"/>
                  </a:lnTo>
                  <a:lnTo>
                    <a:pt x="238054" y="13979"/>
                  </a:lnTo>
                  <a:lnTo>
                    <a:pt x="239012" y="13622"/>
                  </a:lnTo>
                  <a:lnTo>
                    <a:pt x="239969" y="13251"/>
                  </a:lnTo>
                  <a:lnTo>
                    <a:pt x="240927" y="12866"/>
                  </a:lnTo>
                  <a:lnTo>
                    <a:pt x="241886" y="12466"/>
                  </a:lnTo>
                  <a:lnTo>
                    <a:pt x="242848" y="12052"/>
                  </a:lnTo>
                  <a:lnTo>
                    <a:pt x="243812" y="11624"/>
                  </a:lnTo>
                  <a:lnTo>
                    <a:pt x="244781" y="11180"/>
                  </a:lnTo>
                  <a:lnTo>
                    <a:pt x="245755" y="10722"/>
                  </a:lnTo>
                  <a:lnTo>
                    <a:pt x="246734" y="10248"/>
                  </a:lnTo>
                  <a:lnTo>
                    <a:pt x="247825" y="9736"/>
                  </a:lnTo>
                  <a:lnTo>
                    <a:pt x="248882" y="9277"/>
                  </a:lnTo>
                  <a:lnTo>
                    <a:pt x="249915" y="8870"/>
                  </a:lnTo>
                  <a:lnTo>
                    <a:pt x="250931" y="8513"/>
                  </a:lnTo>
                  <a:lnTo>
                    <a:pt x="251939" y="8204"/>
                  </a:lnTo>
                  <a:lnTo>
                    <a:pt x="252947" y="7944"/>
                  </a:lnTo>
                  <a:lnTo>
                    <a:pt x="253965" y="7730"/>
                  </a:lnTo>
                  <a:lnTo>
                    <a:pt x="255001" y="7562"/>
                  </a:lnTo>
                  <a:lnTo>
                    <a:pt x="256062" y="7438"/>
                  </a:lnTo>
                  <a:lnTo>
                    <a:pt x="257159" y="7356"/>
                  </a:lnTo>
                  <a:lnTo>
                    <a:pt x="258299" y="7316"/>
                  </a:lnTo>
                  <a:lnTo>
                    <a:pt x="259492" y="7316"/>
                  </a:lnTo>
                  <a:lnTo>
                    <a:pt x="260047" y="7325"/>
                  </a:lnTo>
                  <a:lnTo>
                    <a:pt x="260765" y="7337"/>
                  </a:lnTo>
                  <a:lnTo>
                    <a:pt x="262126" y="7359"/>
                  </a:lnTo>
                  <a:lnTo>
                    <a:pt x="264611" y="7400"/>
                  </a:lnTo>
                  <a:lnTo>
                    <a:pt x="264611" y="6067"/>
                  </a:lnTo>
                  <a:lnTo>
                    <a:pt x="264611" y="4714"/>
                  </a:lnTo>
                  <a:lnTo>
                    <a:pt x="266311" y="4255"/>
                  </a:lnTo>
                  <a:lnTo>
                    <a:pt x="268013" y="3821"/>
                  </a:lnTo>
                  <a:lnTo>
                    <a:pt x="269716" y="3414"/>
                  </a:lnTo>
                  <a:lnTo>
                    <a:pt x="271419" y="3031"/>
                  </a:lnTo>
                  <a:lnTo>
                    <a:pt x="273124" y="2673"/>
                  </a:lnTo>
                  <a:lnTo>
                    <a:pt x="274829" y="2340"/>
                  </a:lnTo>
                  <a:lnTo>
                    <a:pt x="276535" y="2030"/>
                  </a:lnTo>
                  <a:lnTo>
                    <a:pt x="278242" y="1745"/>
                  </a:lnTo>
                  <a:lnTo>
                    <a:pt x="279949" y="1482"/>
                  </a:lnTo>
                  <a:lnTo>
                    <a:pt x="281657" y="1242"/>
                  </a:lnTo>
                  <a:lnTo>
                    <a:pt x="283365" y="1025"/>
                  </a:lnTo>
                  <a:lnTo>
                    <a:pt x="285074" y="830"/>
                  </a:lnTo>
                  <a:lnTo>
                    <a:pt x="286783" y="656"/>
                  </a:lnTo>
                  <a:lnTo>
                    <a:pt x="288493" y="504"/>
                  </a:lnTo>
                  <a:lnTo>
                    <a:pt x="290203" y="372"/>
                  </a:lnTo>
                  <a:lnTo>
                    <a:pt x="291913" y="261"/>
                  </a:lnTo>
                  <a:lnTo>
                    <a:pt x="293624" y="170"/>
                  </a:lnTo>
                  <a:lnTo>
                    <a:pt x="295334" y="99"/>
                  </a:lnTo>
                  <a:lnTo>
                    <a:pt x="297045" y="47"/>
                  </a:lnTo>
                  <a:lnTo>
                    <a:pt x="298756" y="15"/>
                  </a:lnTo>
                  <a:lnTo>
                    <a:pt x="300467" y="0"/>
                  </a:lnTo>
                  <a:lnTo>
                    <a:pt x="302178" y="4"/>
                  </a:lnTo>
                  <a:lnTo>
                    <a:pt x="303889" y="26"/>
                  </a:lnTo>
                  <a:lnTo>
                    <a:pt x="305600" y="65"/>
                  </a:lnTo>
                  <a:lnTo>
                    <a:pt x="307311" y="121"/>
                  </a:lnTo>
                  <a:lnTo>
                    <a:pt x="309021" y="193"/>
                  </a:lnTo>
                  <a:lnTo>
                    <a:pt x="310731" y="282"/>
                  </a:lnTo>
                  <a:lnTo>
                    <a:pt x="312441" y="387"/>
                  </a:lnTo>
                  <a:lnTo>
                    <a:pt x="314151" y="507"/>
                  </a:lnTo>
                  <a:lnTo>
                    <a:pt x="315860" y="642"/>
                  </a:lnTo>
                  <a:lnTo>
                    <a:pt x="317569" y="792"/>
                  </a:lnTo>
                  <a:lnTo>
                    <a:pt x="319277" y="956"/>
                  </a:lnTo>
                  <a:lnTo>
                    <a:pt x="320985" y="1135"/>
                  </a:lnTo>
                  <a:lnTo>
                    <a:pt x="322692" y="1326"/>
                  </a:lnTo>
                  <a:lnTo>
                    <a:pt x="324398" y="1531"/>
                  </a:lnTo>
                  <a:lnTo>
                    <a:pt x="326104" y="1748"/>
                  </a:lnTo>
                  <a:lnTo>
                    <a:pt x="327809" y="1978"/>
                  </a:lnTo>
                  <a:lnTo>
                    <a:pt x="329513" y="2220"/>
                  </a:lnTo>
                  <a:lnTo>
                    <a:pt x="331217" y="2473"/>
                  </a:lnTo>
                  <a:lnTo>
                    <a:pt x="332919" y="2737"/>
                  </a:lnTo>
                  <a:lnTo>
                    <a:pt x="334621" y="3013"/>
                  </a:lnTo>
                  <a:lnTo>
                    <a:pt x="336321" y="3298"/>
                  </a:lnTo>
                  <a:lnTo>
                    <a:pt x="338021" y="3594"/>
                  </a:lnTo>
                  <a:lnTo>
                    <a:pt x="339719" y="3899"/>
                  </a:lnTo>
                  <a:lnTo>
                    <a:pt x="341416" y="4214"/>
                  </a:lnTo>
                  <a:lnTo>
                    <a:pt x="343113" y="4537"/>
                  </a:lnTo>
                  <a:lnTo>
                    <a:pt x="344807" y="4869"/>
                  </a:lnTo>
                  <a:lnTo>
                    <a:pt x="346501" y="5209"/>
                  </a:lnTo>
                  <a:lnTo>
                    <a:pt x="348193" y="5557"/>
                  </a:lnTo>
                  <a:lnTo>
                    <a:pt x="349884" y="5911"/>
                  </a:lnTo>
                  <a:lnTo>
                    <a:pt x="351574" y="6273"/>
                  </a:lnTo>
                  <a:lnTo>
                    <a:pt x="353262" y="6642"/>
                  </a:lnTo>
                  <a:lnTo>
                    <a:pt x="354948" y="7016"/>
                  </a:lnTo>
                  <a:lnTo>
                    <a:pt x="356633" y="7396"/>
                  </a:lnTo>
                  <a:lnTo>
                    <a:pt x="358316" y="7782"/>
                  </a:lnTo>
                  <a:lnTo>
                    <a:pt x="359998" y="8172"/>
                  </a:lnTo>
                  <a:lnTo>
                    <a:pt x="361678" y="8567"/>
                  </a:lnTo>
                  <a:lnTo>
                    <a:pt x="363356" y="8967"/>
                  </a:lnTo>
                  <a:lnTo>
                    <a:pt x="365032" y="9370"/>
                  </a:lnTo>
                  <a:lnTo>
                    <a:pt x="366706" y="9776"/>
                  </a:lnTo>
                  <a:lnTo>
                    <a:pt x="368379" y="10186"/>
                  </a:lnTo>
                  <a:lnTo>
                    <a:pt x="370049" y="10598"/>
                  </a:lnTo>
                  <a:lnTo>
                    <a:pt x="371718" y="11012"/>
                  </a:lnTo>
                  <a:lnTo>
                    <a:pt x="373384" y="11428"/>
                  </a:lnTo>
                  <a:close/>
                </a:path>
              </a:pathLst>
            </a:custGeom>
            <a:solidFill>
              <a:srgbClr val="99A6B3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region 34 #3080BF"/>
            <p:cNvSpPr/>
            <p:nvPr/>
          </p:nvSpPr>
          <p:spPr>
            <a:xfrm>
              <a:off x="2764458" y="165481"/>
              <a:ext cx="78791" cy="56433"/>
            </a:xfrm>
            <a:custGeom>
              <a:avLst/>
              <a:gdLst/>
              <a:ahLst/>
              <a:cxnLst/>
              <a:rect l="l" t="t" r="r" b="b"/>
              <a:pathLst>
                <a:path w="78791" h="56433">
                  <a:moveTo>
                    <a:pt x="63653" y="6408"/>
                  </a:moveTo>
                  <a:lnTo>
                    <a:pt x="64464" y="7167"/>
                  </a:lnTo>
                  <a:lnTo>
                    <a:pt x="65240" y="7929"/>
                  </a:lnTo>
                  <a:lnTo>
                    <a:pt x="65987" y="8697"/>
                  </a:lnTo>
                  <a:lnTo>
                    <a:pt x="66708" y="9476"/>
                  </a:lnTo>
                  <a:lnTo>
                    <a:pt x="67408" y="10270"/>
                  </a:lnTo>
                  <a:lnTo>
                    <a:pt x="68090" y="11082"/>
                  </a:lnTo>
                  <a:lnTo>
                    <a:pt x="68759" y="11919"/>
                  </a:lnTo>
                  <a:lnTo>
                    <a:pt x="69419" y="12782"/>
                  </a:lnTo>
                  <a:lnTo>
                    <a:pt x="70073" y="13678"/>
                  </a:lnTo>
                  <a:lnTo>
                    <a:pt x="70691" y="14474"/>
                  </a:lnTo>
                  <a:lnTo>
                    <a:pt x="71208" y="15094"/>
                  </a:lnTo>
                  <a:lnTo>
                    <a:pt x="71722" y="15622"/>
                  </a:lnTo>
                  <a:lnTo>
                    <a:pt x="72333" y="16141"/>
                  </a:lnTo>
                  <a:lnTo>
                    <a:pt x="73140" y="16737"/>
                  </a:lnTo>
                  <a:lnTo>
                    <a:pt x="74243" y="17493"/>
                  </a:lnTo>
                  <a:lnTo>
                    <a:pt x="75739" y="18493"/>
                  </a:lnTo>
                  <a:lnTo>
                    <a:pt x="76121" y="19515"/>
                  </a:lnTo>
                  <a:lnTo>
                    <a:pt x="76470" y="20533"/>
                  </a:lnTo>
                  <a:lnTo>
                    <a:pt x="76788" y="21546"/>
                  </a:lnTo>
                  <a:lnTo>
                    <a:pt x="77076" y="22556"/>
                  </a:lnTo>
                  <a:lnTo>
                    <a:pt x="77335" y="23564"/>
                  </a:lnTo>
                  <a:lnTo>
                    <a:pt x="77568" y="24570"/>
                  </a:lnTo>
                  <a:lnTo>
                    <a:pt x="77775" y="25575"/>
                  </a:lnTo>
                  <a:lnTo>
                    <a:pt x="77957" y="26580"/>
                  </a:lnTo>
                  <a:lnTo>
                    <a:pt x="78117" y="27586"/>
                  </a:lnTo>
                  <a:lnTo>
                    <a:pt x="78255" y="28593"/>
                  </a:lnTo>
                  <a:lnTo>
                    <a:pt x="78374" y="29602"/>
                  </a:lnTo>
                  <a:lnTo>
                    <a:pt x="78474" y="30614"/>
                  </a:lnTo>
                  <a:lnTo>
                    <a:pt x="78556" y="31630"/>
                  </a:lnTo>
                  <a:lnTo>
                    <a:pt x="78623" y="32651"/>
                  </a:lnTo>
                  <a:lnTo>
                    <a:pt x="78676" y="33677"/>
                  </a:lnTo>
                  <a:lnTo>
                    <a:pt x="78715" y="34709"/>
                  </a:lnTo>
                  <a:lnTo>
                    <a:pt x="78743" y="35747"/>
                  </a:lnTo>
                  <a:lnTo>
                    <a:pt x="78761" y="36794"/>
                  </a:lnTo>
                  <a:lnTo>
                    <a:pt x="78771" y="37848"/>
                  </a:lnTo>
                  <a:lnTo>
                    <a:pt x="78773" y="38912"/>
                  </a:lnTo>
                  <a:lnTo>
                    <a:pt x="78769" y="39986"/>
                  </a:lnTo>
                  <a:lnTo>
                    <a:pt x="78760" y="41070"/>
                  </a:lnTo>
                  <a:lnTo>
                    <a:pt x="78765" y="41583"/>
                  </a:lnTo>
                  <a:lnTo>
                    <a:pt x="78773" y="42489"/>
                  </a:lnTo>
                  <a:lnTo>
                    <a:pt x="78791" y="44562"/>
                  </a:lnTo>
                  <a:lnTo>
                    <a:pt x="78788" y="45663"/>
                  </a:lnTo>
                  <a:lnTo>
                    <a:pt x="78785" y="46772"/>
                  </a:lnTo>
                  <a:lnTo>
                    <a:pt x="78782" y="47896"/>
                  </a:lnTo>
                  <a:lnTo>
                    <a:pt x="78777" y="49392"/>
                  </a:lnTo>
                  <a:lnTo>
                    <a:pt x="78773" y="50911"/>
                  </a:lnTo>
                  <a:lnTo>
                    <a:pt x="78581" y="52151"/>
                  </a:lnTo>
                  <a:lnTo>
                    <a:pt x="78328" y="53041"/>
                  </a:lnTo>
                  <a:lnTo>
                    <a:pt x="77867" y="53829"/>
                  </a:lnTo>
                  <a:lnTo>
                    <a:pt x="77052" y="54764"/>
                  </a:lnTo>
                  <a:lnTo>
                    <a:pt x="75739" y="56094"/>
                  </a:lnTo>
                  <a:lnTo>
                    <a:pt x="74407" y="56234"/>
                  </a:lnTo>
                  <a:lnTo>
                    <a:pt x="73399" y="56327"/>
                  </a:lnTo>
                  <a:lnTo>
                    <a:pt x="72517" y="56384"/>
                  </a:lnTo>
                  <a:lnTo>
                    <a:pt x="71567" y="56412"/>
                  </a:lnTo>
                  <a:lnTo>
                    <a:pt x="70352" y="56421"/>
                  </a:lnTo>
                  <a:lnTo>
                    <a:pt x="68675" y="56421"/>
                  </a:lnTo>
                  <a:lnTo>
                    <a:pt x="67569" y="56424"/>
                  </a:lnTo>
                  <a:lnTo>
                    <a:pt x="66458" y="56427"/>
                  </a:lnTo>
                  <a:lnTo>
                    <a:pt x="65339" y="56430"/>
                  </a:lnTo>
                  <a:lnTo>
                    <a:pt x="64208" y="56433"/>
                  </a:lnTo>
                  <a:lnTo>
                    <a:pt x="63009" y="56426"/>
                  </a:lnTo>
                  <a:lnTo>
                    <a:pt x="61806" y="56418"/>
                  </a:lnTo>
                  <a:lnTo>
                    <a:pt x="60594" y="56411"/>
                  </a:lnTo>
                  <a:lnTo>
                    <a:pt x="59368" y="56403"/>
                  </a:lnTo>
                  <a:lnTo>
                    <a:pt x="58142" y="56403"/>
                  </a:lnTo>
                  <a:lnTo>
                    <a:pt x="56912" y="56403"/>
                  </a:lnTo>
                  <a:lnTo>
                    <a:pt x="55673" y="56402"/>
                  </a:lnTo>
                  <a:lnTo>
                    <a:pt x="54421" y="56402"/>
                  </a:lnTo>
                  <a:lnTo>
                    <a:pt x="53269" y="56400"/>
                  </a:lnTo>
                  <a:lnTo>
                    <a:pt x="52117" y="56398"/>
                  </a:lnTo>
                  <a:lnTo>
                    <a:pt x="50965" y="56395"/>
                  </a:lnTo>
                  <a:lnTo>
                    <a:pt x="49814" y="56392"/>
                  </a:lnTo>
                  <a:lnTo>
                    <a:pt x="48662" y="56389"/>
                  </a:lnTo>
                  <a:lnTo>
                    <a:pt x="47510" y="56385"/>
                  </a:lnTo>
                  <a:lnTo>
                    <a:pt x="46358" y="56381"/>
                  </a:lnTo>
                  <a:lnTo>
                    <a:pt x="45207" y="56376"/>
                  </a:lnTo>
                  <a:lnTo>
                    <a:pt x="44055" y="56371"/>
                  </a:lnTo>
                  <a:lnTo>
                    <a:pt x="42993" y="56366"/>
                  </a:lnTo>
                  <a:lnTo>
                    <a:pt x="41931" y="56362"/>
                  </a:lnTo>
                  <a:lnTo>
                    <a:pt x="40868" y="56359"/>
                  </a:lnTo>
                  <a:lnTo>
                    <a:pt x="39806" y="56356"/>
                  </a:lnTo>
                  <a:lnTo>
                    <a:pt x="38744" y="56353"/>
                  </a:lnTo>
                  <a:lnTo>
                    <a:pt x="37682" y="56351"/>
                  </a:lnTo>
                  <a:lnTo>
                    <a:pt x="36619" y="56349"/>
                  </a:lnTo>
                  <a:lnTo>
                    <a:pt x="35557" y="56347"/>
                  </a:lnTo>
                  <a:lnTo>
                    <a:pt x="34495" y="56346"/>
                  </a:lnTo>
                  <a:lnTo>
                    <a:pt x="33433" y="56345"/>
                  </a:lnTo>
                  <a:lnTo>
                    <a:pt x="32371" y="56344"/>
                  </a:lnTo>
                  <a:lnTo>
                    <a:pt x="31308" y="56344"/>
                  </a:lnTo>
                  <a:lnTo>
                    <a:pt x="30246" y="56344"/>
                  </a:lnTo>
                  <a:lnTo>
                    <a:pt x="29184" y="56344"/>
                  </a:lnTo>
                  <a:lnTo>
                    <a:pt x="28122" y="56344"/>
                  </a:lnTo>
                  <a:lnTo>
                    <a:pt x="27005" y="56342"/>
                  </a:lnTo>
                  <a:lnTo>
                    <a:pt x="25889" y="56339"/>
                  </a:lnTo>
                  <a:lnTo>
                    <a:pt x="24773" y="56337"/>
                  </a:lnTo>
                  <a:lnTo>
                    <a:pt x="23656" y="56334"/>
                  </a:lnTo>
                  <a:lnTo>
                    <a:pt x="22540" y="56332"/>
                  </a:lnTo>
                  <a:lnTo>
                    <a:pt x="21423" y="56329"/>
                  </a:lnTo>
                  <a:lnTo>
                    <a:pt x="20307" y="56326"/>
                  </a:lnTo>
                  <a:lnTo>
                    <a:pt x="19191" y="56323"/>
                  </a:lnTo>
                  <a:lnTo>
                    <a:pt x="18074" y="56320"/>
                  </a:lnTo>
                  <a:lnTo>
                    <a:pt x="16873" y="56319"/>
                  </a:lnTo>
                  <a:lnTo>
                    <a:pt x="15667" y="56318"/>
                  </a:lnTo>
                  <a:lnTo>
                    <a:pt x="14453" y="56317"/>
                  </a:lnTo>
                  <a:lnTo>
                    <a:pt x="13225" y="56316"/>
                  </a:lnTo>
                  <a:lnTo>
                    <a:pt x="12122" y="56309"/>
                  </a:lnTo>
                  <a:lnTo>
                    <a:pt x="11014" y="56302"/>
                  </a:lnTo>
                  <a:lnTo>
                    <a:pt x="9898" y="56296"/>
                  </a:lnTo>
                  <a:lnTo>
                    <a:pt x="8771" y="56289"/>
                  </a:lnTo>
                  <a:lnTo>
                    <a:pt x="7468" y="56284"/>
                  </a:lnTo>
                  <a:lnTo>
                    <a:pt x="6157" y="56279"/>
                  </a:lnTo>
                  <a:lnTo>
                    <a:pt x="4828" y="56274"/>
                  </a:lnTo>
                  <a:lnTo>
                    <a:pt x="3103" y="56149"/>
                  </a:lnTo>
                  <a:lnTo>
                    <a:pt x="2081" y="55949"/>
                  </a:lnTo>
                  <a:lnTo>
                    <a:pt x="1360" y="55530"/>
                  </a:lnTo>
                  <a:lnTo>
                    <a:pt x="538" y="54751"/>
                  </a:lnTo>
                  <a:lnTo>
                    <a:pt x="450" y="53714"/>
                  </a:lnTo>
                  <a:lnTo>
                    <a:pt x="376" y="52677"/>
                  </a:lnTo>
                  <a:lnTo>
                    <a:pt x="316" y="51639"/>
                  </a:lnTo>
                  <a:lnTo>
                    <a:pt x="268" y="50600"/>
                  </a:lnTo>
                  <a:lnTo>
                    <a:pt x="230" y="49561"/>
                  </a:lnTo>
                  <a:lnTo>
                    <a:pt x="201" y="48521"/>
                  </a:lnTo>
                  <a:lnTo>
                    <a:pt x="179" y="47481"/>
                  </a:lnTo>
                  <a:lnTo>
                    <a:pt x="163" y="46441"/>
                  </a:lnTo>
                  <a:lnTo>
                    <a:pt x="151" y="45401"/>
                  </a:lnTo>
                  <a:lnTo>
                    <a:pt x="142" y="44361"/>
                  </a:lnTo>
                  <a:lnTo>
                    <a:pt x="135" y="43320"/>
                  </a:lnTo>
                  <a:lnTo>
                    <a:pt x="128" y="42280"/>
                  </a:lnTo>
                  <a:lnTo>
                    <a:pt x="119" y="41239"/>
                  </a:lnTo>
                  <a:lnTo>
                    <a:pt x="79" y="39988"/>
                  </a:lnTo>
                  <a:lnTo>
                    <a:pt x="39" y="38729"/>
                  </a:lnTo>
                  <a:lnTo>
                    <a:pt x="0" y="37454"/>
                  </a:lnTo>
                  <a:lnTo>
                    <a:pt x="0" y="36259"/>
                  </a:lnTo>
                  <a:lnTo>
                    <a:pt x="21" y="35093"/>
                  </a:lnTo>
                  <a:lnTo>
                    <a:pt x="66" y="33955"/>
                  </a:lnTo>
                  <a:lnTo>
                    <a:pt x="134" y="32842"/>
                  </a:lnTo>
                  <a:lnTo>
                    <a:pt x="226" y="31755"/>
                  </a:lnTo>
                  <a:lnTo>
                    <a:pt x="343" y="30691"/>
                  </a:lnTo>
                  <a:lnTo>
                    <a:pt x="487" y="29648"/>
                  </a:lnTo>
                  <a:lnTo>
                    <a:pt x="657" y="28626"/>
                  </a:lnTo>
                  <a:lnTo>
                    <a:pt x="856" y="27623"/>
                  </a:lnTo>
                  <a:lnTo>
                    <a:pt x="1082" y="26638"/>
                  </a:lnTo>
                  <a:lnTo>
                    <a:pt x="1338" y="25668"/>
                  </a:lnTo>
                  <a:lnTo>
                    <a:pt x="1625" y="24714"/>
                  </a:lnTo>
                  <a:lnTo>
                    <a:pt x="1942" y="23773"/>
                  </a:lnTo>
                  <a:lnTo>
                    <a:pt x="2291" y="22844"/>
                  </a:lnTo>
                  <a:lnTo>
                    <a:pt x="2673" y="21925"/>
                  </a:lnTo>
                  <a:lnTo>
                    <a:pt x="3089" y="21016"/>
                  </a:lnTo>
                  <a:lnTo>
                    <a:pt x="3538" y="20114"/>
                  </a:lnTo>
                  <a:lnTo>
                    <a:pt x="4023" y="19219"/>
                  </a:lnTo>
                  <a:lnTo>
                    <a:pt x="4544" y="18329"/>
                  </a:lnTo>
                  <a:lnTo>
                    <a:pt x="5102" y="17442"/>
                  </a:lnTo>
                  <a:lnTo>
                    <a:pt x="5697" y="16557"/>
                  </a:lnTo>
                  <a:lnTo>
                    <a:pt x="6331" y="15673"/>
                  </a:lnTo>
                  <a:lnTo>
                    <a:pt x="7003" y="14788"/>
                  </a:lnTo>
                  <a:lnTo>
                    <a:pt x="7717" y="13901"/>
                  </a:lnTo>
                  <a:lnTo>
                    <a:pt x="8471" y="13010"/>
                  </a:lnTo>
                  <a:lnTo>
                    <a:pt x="9266" y="12115"/>
                  </a:lnTo>
                  <a:lnTo>
                    <a:pt x="10098" y="11366"/>
                  </a:lnTo>
                  <a:lnTo>
                    <a:pt x="10932" y="10615"/>
                  </a:lnTo>
                  <a:lnTo>
                    <a:pt x="11773" y="9858"/>
                  </a:lnTo>
                  <a:lnTo>
                    <a:pt x="12623" y="9093"/>
                  </a:lnTo>
                  <a:lnTo>
                    <a:pt x="13344" y="8123"/>
                  </a:lnTo>
                  <a:lnTo>
                    <a:pt x="14070" y="7145"/>
                  </a:lnTo>
                  <a:lnTo>
                    <a:pt x="14806" y="6155"/>
                  </a:lnTo>
                  <a:lnTo>
                    <a:pt x="15578" y="5591"/>
                  </a:lnTo>
                  <a:lnTo>
                    <a:pt x="16378" y="5056"/>
                  </a:lnTo>
                  <a:lnTo>
                    <a:pt x="17203" y="4551"/>
                  </a:lnTo>
                  <a:lnTo>
                    <a:pt x="18053" y="4074"/>
                  </a:lnTo>
                  <a:lnTo>
                    <a:pt x="18927" y="3626"/>
                  </a:lnTo>
                  <a:lnTo>
                    <a:pt x="19822" y="3206"/>
                  </a:lnTo>
                  <a:lnTo>
                    <a:pt x="20740" y="2814"/>
                  </a:lnTo>
                  <a:lnTo>
                    <a:pt x="21677" y="2449"/>
                  </a:lnTo>
                  <a:lnTo>
                    <a:pt x="22633" y="2111"/>
                  </a:lnTo>
                  <a:lnTo>
                    <a:pt x="23607" y="1799"/>
                  </a:lnTo>
                  <a:lnTo>
                    <a:pt x="24598" y="1514"/>
                  </a:lnTo>
                  <a:lnTo>
                    <a:pt x="25605" y="1255"/>
                  </a:lnTo>
                  <a:lnTo>
                    <a:pt x="26626" y="1021"/>
                  </a:lnTo>
                  <a:lnTo>
                    <a:pt x="27660" y="812"/>
                  </a:lnTo>
                  <a:lnTo>
                    <a:pt x="28707" y="628"/>
                  </a:lnTo>
                  <a:lnTo>
                    <a:pt x="29765" y="468"/>
                  </a:lnTo>
                  <a:lnTo>
                    <a:pt x="30834" y="333"/>
                  </a:lnTo>
                  <a:lnTo>
                    <a:pt x="31911" y="220"/>
                  </a:lnTo>
                  <a:lnTo>
                    <a:pt x="32996" y="132"/>
                  </a:lnTo>
                  <a:lnTo>
                    <a:pt x="34087" y="65"/>
                  </a:lnTo>
                  <a:lnTo>
                    <a:pt x="35185" y="22"/>
                  </a:lnTo>
                  <a:lnTo>
                    <a:pt x="36287" y="0"/>
                  </a:lnTo>
                  <a:lnTo>
                    <a:pt x="37392" y="1"/>
                  </a:lnTo>
                  <a:lnTo>
                    <a:pt x="38499" y="22"/>
                  </a:lnTo>
                  <a:lnTo>
                    <a:pt x="39608" y="65"/>
                  </a:lnTo>
                  <a:lnTo>
                    <a:pt x="40717" y="128"/>
                  </a:lnTo>
                  <a:lnTo>
                    <a:pt x="41824" y="211"/>
                  </a:lnTo>
                  <a:lnTo>
                    <a:pt x="42930" y="315"/>
                  </a:lnTo>
                  <a:lnTo>
                    <a:pt x="44032" y="437"/>
                  </a:lnTo>
                  <a:lnTo>
                    <a:pt x="45129" y="579"/>
                  </a:lnTo>
                  <a:lnTo>
                    <a:pt x="46221" y="740"/>
                  </a:lnTo>
                  <a:lnTo>
                    <a:pt x="47307" y="919"/>
                  </a:lnTo>
                  <a:lnTo>
                    <a:pt x="48384" y="1116"/>
                  </a:lnTo>
                  <a:lnTo>
                    <a:pt x="49453" y="1330"/>
                  </a:lnTo>
                  <a:lnTo>
                    <a:pt x="50511" y="1562"/>
                  </a:lnTo>
                  <a:lnTo>
                    <a:pt x="51559" y="1811"/>
                  </a:lnTo>
                  <a:lnTo>
                    <a:pt x="52594" y="2076"/>
                  </a:lnTo>
                  <a:lnTo>
                    <a:pt x="53616" y="2357"/>
                  </a:lnTo>
                  <a:lnTo>
                    <a:pt x="54623" y="2654"/>
                  </a:lnTo>
                  <a:lnTo>
                    <a:pt x="55615" y="2966"/>
                  </a:lnTo>
                  <a:lnTo>
                    <a:pt x="56590" y="3294"/>
                  </a:lnTo>
                  <a:lnTo>
                    <a:pt x="57547" y="3636"/>
                  </a:lnTo>
                  <a:lnTo>
                    <a:pt x="58485" y="3992"/>
                  </a:lnTo>
                  <a:lnTo>
                    <a:pt x="59403" y="4362"/>
                  </a:lnTo>
                  <a:lnTo>
                    <a:pt x="60300" y="4746"/>
                  </a:lnTo>
                  <a:lnTo>
                    <a:pt x="61175" y="5142"/>
                  </a:lnTo>
                  <a:lnTo>
                    <a:pt x="62026" y="5552"/>
                  </a:lnTo>
                  <a:lnTo>
                    <a:pt x="62852" y="5974"/>
                  </a:lnTo>
                  <a:lnTo>
                    <a:pt x="63653" y="6408"/>
                  </a:lnTo>
                  <a:close/>
                </a:path>
              </a:pathLst>
            </a:custGeom>
            <a:solidFill>
              <a:srgbClr val="3080B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region 35 #C0C2BE"/>
            <p:cNvSpPr/>
            <p:nvPr/>
          </p:nvSpPr>
          <p:spPr>
            <a:xfrm>
              <a:off x="1632945" y="362674"/>
              <a:ext cx="190689" cy="87191"/>
            </a:xfrm>
            <a:custGeom>
              <a:avLst/>
              <a:gdLst/>
              <a:ahLst/>
              <a:cxnLst/>
              <a:rect l="l" t="t" r="r" b="b"/>
              <a:pathLst>
                <a:path w="190689" h="87191">
                  <a:moveTo>
                    <a:pt x="103990" y="16522"/>
                  </a:moveTo>
                  <a:lnTo>
                    <a:pt x="105031" y="17605"/>
                  </a:lnTo>
                  <a:lnTo>
                    <a:pt x="106087" y="18704"/>
                  </a:lnTo>
                  <a:lnTo>
                    <a:pt x="106990" y="19507"/>
                  </a:lnTo>
                  <a:lnTo>
                    <a:pt x="107878" y="20246"/>
                  </a:lnTo>
                  <a:lnTo>
                    <a:pt x="108755" y="20926"/>
                  </a:lnTo>
                  <a:lnTo>
                    <a:pt x="109625" y="21552"/>
                  </a:lnTo>
                  <a:lnTo>
                    <a:pt x="110494" y="22128"/>
                  </a:lnTo>
                  <a:lnTo>
                    <a:pt x="111363" y="22659"/>
                  </a:lnTo>
                  <a:lnTo>
                    <a:pt x="112239" y="23148"/>
                  </a:lnTo>
                  <a:lnTo>
                    <a:pt x="113124" y="23601"/>
                  </a:lnTo>
                  <a:lnTo>
                    <a:pt x="114023" y="24022"/>
                  </a:lnTo>
                  <a:lnTo>
                    <a:pt x="114940" y="24415"/>
                  </a:lnTo>
                  <a:lnTo>
                    <a:pt x="115879" y="24785"/>
                  </a:lnTo>
                  <a:lnTo>
                    <a:pt x="116844" y="25136"/>
                  </a:lnTo>
                  <a:lnTo>
                    <a:pt x="117839" y="25472"/>
                  </a:lnTo>
                  <a:lnTo>
                    <a:pt x="118868" y="25799"/>
                  </a:lnTo>
                  <a:lnTo>
                    <a:pt x="119936" y="26119"/>
                  </a:lnTo>
                  <a:lnTo>
                    <a:pt x="121046" y="26439"/>
                  </a:lnTo>
                  <a:lnTo>
                    <a:pt x="122202" y="26762"/>
                  </a:lnTo>
                  <a:lnTo>
                    <a:pt x="123172" y="27258"/>
                  </a:lnTo>
                  <a:lnTo>
                    <a:pt x="124131" y="27766"/>
                  </a:lnTo>
                  <a:lnTo>
                    <a:pt x="125080" y="28284"/>
                  </a:lnTo>
                  <a:lnTo>
                    <a:pt x="126021" y="28811"/>
                  </a:lnTo>
                  <a:lnTo>
                    <a:pt x="126956" y="29347"/>
                  </a:lnTo>
                  <a:lnTo>
                    <a:pt x="127887" y="29891"/>
                  </a:lnTo>
                  <a:lnTo>
                    <a:pt x="128815" y="30442"/>
                  </a:lnTo>
                  <a:lnTo>
                    <a:pt x="129743" y="31000"/>
                  </a:lnTo>
                  <a:lnTo>
                    <a:pt x="130671" y="31564"/>
                  </a:lnTo>
                  <a:lnTo>
                    <a:pt x="131602" y="32133"/>
                  </a:lnTo>
                  <a:lnTo>
                    <a:pt x="131602" y="33466"/>
                  </a:lnTo>
                  <a:lnTo>
                    <a:pt x="131602" y="34819"/>
                  </a:lnTo>
                  <a:lnTo>
                    <a:pt x="132684" y="35179"/>
                  </a:lnTo>
                  <a:lnTo>
                    <a:pt x="133773" y="35542"/>
                  </a:lnTo>
                  <a:lnTo>
                    <a:pt x="134876" y="35911"/>
                  </a:lnTo>
                  <a:lnTo>
                    <a:pt x="136013" y="36437"/>
                  </a:lnTo>
                  <a:lnTo>
                    <a:pt x="137157" y="36967"/>
                  </a:lnTo>
                  <a:lnTo>
                    <a:pt x="138316" y="37505"/>
                  </a:lnTo>
                  <a:lnTo>
                    <a:pt x="138462" y="37941"/>
                  </a:lnTo>
                  <a:lnTo>
                    <a:pt x="138651" y="38507"/>
                  </a:lnTo>
                  <a:lnTo>
                    <a:pt x="139008" y="39578"/>
                  </a:lnTo>
                  <a:lnTo>
                    <a:pt x="139659" y="41533"/>
                  </a:lnTo>
                  <a:lnTo>
                    <a:pt x="140686" y="41672"/>
                  </a:lnTo>
                  <a:lnTo>
                    <a:pt x="141719" y="41811"/>
                  </a:lnTo>
                  <a:lnTo>
                    <a:pt x="142765" y="41954"/>
                  </a:lnTo>
                  <a:lnTo>
                    <a:pt x="144114" y="42336"/>
                  </a:lnTo>
                  <a:lnTo>
                    <a:pt x="145245" y="42743"/>
                  </a:lnTo>
                  <a:lnTo>
                    <a:pt x="146209" y="43196"/>
                  </a:lnTo>
                  <a:lnTo>
                    <a:pt x="147061" y="43716"/>
                  </a:lnTo>
                  <a:lnTo>
                    <a:pt x="147853" y="44326"/>
                  </a:lnTo>
                  <a:lnTo>
                    <a:pt x="148639" y="45046"/>
                  </a:lnTo>
                  <a:lnTo>
                    <a:pt x="149471" y="45899"/>
                  </a:lnTo>
                  <a:lnTo>
                    <a:pt x="150402" y="46905"/>
                  </a:lnTo>
                  <a:lnTo>
                    <a:pt x="150839" y="47050"/>
                  </a:lnTo>
                  <a:lnTo>
                    <a:pt x="151405" y="47239"/>
                  </a:lnTo>
                  <a:lnTo>
                    <a:pt x="152476" y="47596"/>
                  </a:lnTo>
                  <a:lnTo>
                    <a:pt x="154431" y="48248"/>
                  </a:lnTo>
                  <a:lnTo>
                    <a:pt x="154431" y="49579"/>
                  </a:lnTo>
                  <a:lnTo>
                    <a:pt x="154431" y="50919"/>
                  </a:lnTo>
                  <a:lnTo>
                    <a:pt x="154431" y="52276"/>
                  </a:lnTo>
                  <a:lnTo>
                    <a:pt x="155141" y="52465"/>
                  </a:lnTo>
                  <a:lnTo>
                    <a:pt x="157286" y="53032"/>
                  </a:lnTo>
                  <a:lnTo>
                    <a:pt x="158318" y="53578"/>
                  </a:lnTo>
                  <a:lnTo>
                    <a:pt x="159272" y="54145"/>
                  </a:lnTo>
                  <a:lnTo>
                    <a:pt x="160158" y="54733"/>
                  </a:lnTo>
                  <a:lnTo>
                    <a:pt x="160985" y="55346"/>
                  </a:lnTo>
                  <a:lnTo>
                    <a:pt x="161762" y="55985"/>
                  </a:lnTo>
                  <a:lnTo>
                    <a:pt x="162499" y="56652"/>
                  </a:lnTo>
                  <a:lnTo>
                    <a:pt x="163204" y="57349"/>
                  </a:lnTo>
                  <a:lnTo>
                    <a:pt x="163887" y="58078"/>
                  </a:lnTo>
                  <a:lnTo>
                    <a:pt x="164556" y="58840"/>
                  </a:lnTo>
                  <a:lnTo>
                    <a:pt x="165221" y="59639"/>
                  </a:lnTo>
                  <a:lnTo>
                    <a:pt x="165892" y="60475"/>
                  </a:lnTo>
                  <a:lnTo>
                    <a:pt x="166576" y="61351"/>
                  </a:lnTo>
                  <a:lnTo>
                    <a:pt x="167284" y="62269"/>
                  </a:lnTo>
                  <a:lnTo>
                    <a:pt x="168111" y="63157"/>
                  </a:lnTo>
                  <a:lnTo>
                    <a:pt x="168783" y="63792"/>
                  </a:lnTo>
                  <a:lnTo>
                    <a:pt x="169466" y="64268"/>
                  </a:lnTo>
                  <a:lnTo>
                    <a:pt x="170325" y="64683"/>
                  </a:lnTo>
                  <a:lnTo>
                    <a:pt x="171525" y="65130"/>
                  </a:lnTo>
                  <a:lnTo>
                    <a:pt x="173231" y="65705"/>
                  </a:lnTo>
                  <a:lnTo>
                    <a:pt x="173231" y="67038"/>
                  </a:lnTo>
                  <a:lnTo>
                    <a:pt x="173231" y="68391"/>
                  </a:lnTo>
                  <a:lnTo>
                    <a:pt x="174230" y="68724"/>
                  </a:lnTo>
                  <a:lnTo>
                    <a:pt x="175232" y="69057"/>
                  </a:lnTo>
                  <a:lnTo>
                    <a:pt x="176240" y="69394"/>
                  </a:lnTo>
                  <a:lnTo>
                    <a:pt x="177260" y="69734"/>
                  </a:lnTo>
                  <a:lnTo>
                    <a:pt x="177843" y="70760"/>
                  </a:lnTo>
                  <a:lnTo>
                    <a:pt x="178429" y="71793"/>
                  </a:lnTo>
                  <a:lnTo>
                    <a:pt x="179023" y="72840"/>
                  </a:lnTo>
                  <a:lnTo>
                    <a:pt x="179779" y="74036"/>
                  </a:lnTo>
                  <a:lnTo>
                    <a:pt x="180399" y="74969"/>
                  </a:lnTo>
                  <a:lnTo>
                    <a:pt x="180957" y="75713"/>
                  </a:lnTo>
                  <a:lnTo>
                    <a:pt x="181530" y="76343"/>
                  </a:lnTo>
                  <a:lnTo>
                    <a:pt x="182194" y="76934"/>
                  </a:lnTo>
                  <a:lnTo>
                    <a:pt x="183024" y="77561"/>
                  </a:lnTo>
                  <a:lnTo>
                    <a:pt x="184097" y="78297"/>
                  </a:lnTo>
                  <a:lnTo>
                    <a:pt x="185487" y="79219"/>
                  </a:lnTo>
                  <a:lnTo>
                    <a:pt x="186919" y="80191"/>
                  </a:lnTo>
                  <a:lnTo>
                    <a:pt x="187967" y="80942"/>
                  </a:lnTo>
                  <a:lnTo>
                    <a:pt x="188718" y="81572"/>
                  </a:lnTo>
                  <a:lnTo>
                    <a:pt x="189262" y="82179"/>
                  </a:lnTo>
                  <a:lnTo>
                    <a:pt x="189685" y="82860"/>
                  </a:lnTo>
                  <a:lnTo>
                    <a:pt x="190076" y="83715"/>
                  </a:lnTo>
                  <a:lnTo>
                    <a:pt x="190522" y="84841"/>
                  </a:lnTo>
                  <a:lnTo>
                    <a:pt x="190605" y="86007"/>
                  </a:lnTo>
                  <a:lnTo>
                    <a:pt x="190689" y="87191"/>
                  </a:lnTo>
                  <a:lnTo>
                    <a:pt x="189523" y="86233"/>
                  </a:lnTo>
                  <a:lnTo>
                    <a:pt x="188339" y="85262"/>
                  </a:lnTo>
                  <a:lnTo>
                    <a:pt x="187053" y="84375"/>
                  </a:lnTo>
                  <a:lnTo>
                    <a:pt x="186113" y="83763"/>
                  </a:lnTo>
                  <a:lnTo>
                    <a:pt x="185359" y="83352"/>
                  </a:lnTo>
                  <a:lnTo>
                    <a:pt x="184633" y="83067"/>
                  </a:lnTo>
                  <a:lnTo>
                    <a:pt x="183777" y="82833"/>
                  </a:lnTo>
                  <a:lnTo>
                    <a:pt x="182632" y="82576"/>
                  </a:lnTo>
                  <a:lnTo>
                    <a:pt x="181446" y="82181"/>
                  </a:lnTo>
                  <a:lnTo>
                    <a:pt x="180387" y="81708"/>
                  </a:lnTo>
                  <a:lnTo>
                    <a:pt x="179433" y="81160"/>
                  </a:lnTo>
                  <a:lnTo>
                    <a:pt x="178559" y="80538"/>
                  </a:lnTo>
                  <a:lnTo>
                    <a:pt x="177742" y="79847"/>
                  </a:lnTo>
                  <a:lnTo>
                    <a:pt x="176958" y="79090"/>
                  </a:lnTo>
                  <a:lnTo>
                    <a:pt x="176185" y="78269"/>
                  </a:lnTo>
                  <a:lnTo>
                    <a:pt x="175398" y="77387"/>
                  </a:lnTo>
                  <a:lnTo>
                    <a:pt x="174574" y="76448"/>
                  </a:lnTo>
                  <a:lnTo>
                    <a:pt x="173908" y="75115"/>
                  </a:lnTo>
                  <a:lnTo>
                    <a:pt x="173231" y="73762"/>
                  </a:lnTo>
                  <a:lnTo>
                    <a:pt x="171941" y="73221"/>
                  </a:lnTo>
                  <a:lnTo>
                    <a:pt x="170630" y="72671"/>
                  </a:lnTo>
                  <a:lnTo>
                    <a:pt x="169514" y="71951"/>
                  </a:lnTo>
                  <a:lnTo>
                    <a:pt x="168620" y="71213"/>
                  </a:lnTo>
                  <a:lnTo>
                    <a:pt x="167907" y="70441"/>
                  </a:lnTo>
                  <a:lnTo>
                    <a:pt x="167336" y="69623"/>
                  </a:lnTo>
                  <a:lnTo>
                    <a:pt x="166866" y="68746"/>
                  </a:lnTo>
                  <a:lnTo>
                    <a:pt x="166455" y="67794"/>
                  </a:lnTo>
                  <a:lnTo>
                    <a:pt x="166063" y="66756"/>
                  </a:lnTo>
                  <a:lnTo>
                    <a:pt x="165650" y="65616"/>
                  </a:lnTo>
                  <a:lnTo>
                    <a:pt x="165174" y="64362"/>
                  </a:lnTo>
                  <a:lnTo>
                    <a:pt x="164121" y="63234"/>
                  </a:lnTo>
                  <a:lnTo>
                    <a:pt x="163273" y="62330"/>
                  </a:lnTo>
                  <a:lnTo>
                    <a:pt x="162576" y="61595"/>
                  </a:lnTo>
                  <a:lnTo>
                    <a:pt x="161974" y="60975"/>
                  </a:lnTo>
                  <a:lnTo>
                    <a:pt x="161413" y="60413"/>
                  </a:lnTo>
                  <a:lnTo>
                    <a:pt x="160836" y="59854"/>
                  </a:lnTo>
                  <a:lnTo>
                    <a:pt x="160188" y="59244"/>
                  </a:lnTo>
                  <a:lnTo>
                    <a:pt x="159414" y="58527"/>
                  </a:lnTo>
                  <a:lnTo>
                    <a:pt x="158460" y="57648"/>
                  </a:lnTo>
                  <a:lnTo>
                    <a:pt x="157794" y="58314"/>
                  </a:lnTo>
                  <a:lnTo>
                    <a:pt x="157117" y="58991"/>
                  </a:lnTo>
                  <a:lnTo>
                    <a:pt x="155785" y="58991"/>
                  </a:lnTo>
                  <a:lnTo>
                    <a:pt x="154431" y="58991"/>
                  </a:lnTo>
                  <a:lnTo>
                    <a:pt x="154431" y="57658"/>
                  </a:lnTo>
                  <a:lnTo>
                    <a:pt x="154431" y="56305"/>
                  </a:lnTo>
                  <a:lnTo>
                    <a:pt x="152974" y="55802"/>
                  </a:lnTo>
                  <a:lnTo>
                    <a:pt x="151494" y="55292"/>
                  </a:lnTo>
                  <a:lnTo>
                    <a:pt x="150485" y="54826"/>
                  </a:lnTo>
                  <a:lnTo>
                    <a:pt x="149521" y="54342"/>
                  </a:lnTo>
                  <a:lnTo>
                    <a:pt x="148596" y="53840"/>
                  </a:lnTo>
                  <a:lnTo>
                    <a:pt x="147705" y="53318"/>
                  </a:lnTo>
                  <a:lnTo>
                    <a:pt x="146840" y="52777"/>
                  </a:lnTo>
                  <a:lnTo>
                    <a:pt x="145995" y="52214"/>
                  </a:lnTo>
                  <a:lnTo>
                    <a:pt x="145164" y="51628"/>
                  </a:lnTo>
                  <a:lnTo>
                    <a:pt x="144342" y="51020"/>
                  </a:lnTo>
                  <a:lnTo>
                    <a:pt x="143520" y="50387"/>
                  </a:lnTo>
                  <a:lnTo>
                    <a:pt x="142694" y="49729"/>
                  </a:lnTo>
                  <a:lnTo>
                    <a:pt x="141857" y="49044"/>
                  </a:lnTo>
                  <a:lnTo>
                    <a:pt x="141002" y="48332"/>
                  </a:lnTo>
                  <a:lnTo>
                    <a:pt x="140150" y="47623"/>
                  </a:lnTo>
                  <a:lnTo>
                    <a:pt x="139304" y="46927"/>
                  </a:lnTo>
                  <a:lnTo>
                    <a:pt x="138462" y="46244"/>
                  </a:lnTo>
                  <a:lnTo>
                    <a:pt x="137620" y="45575"/>
                  </a:lnTo>
                  <a:lnTo>
                    <a:pt x="136775" y="44919"/>
                  </a:lnTo>
                  <a:lnTo>
                    <a:pt x="135924" y="44276"/>
                  </a:lnTo>
                  <a:lnTo>
                    <a:pt x="135063" y="43646"/>
                  </a:lnTo>
                  <a:lnTo>
                    <a:pt x="134190" y="43030"/>
                  </a:lnTo>
                  <a:lnTo>
                    <a:pt x="133302" y="42425"/>
                  </a:lnTo>
                  <a:lnTo>
                    <a:pt x="132395" y="41834"/>
                  </a:lnTo>
                  <a:lnTo>
                    <a:pt x="131466" y="41255"/>
                  </a:lnTo>
                  <a:lnTo>
                    <a:pt x="130512" y="40689"/>
                  </a:lnTo>
                  <a:lnTo>
                    <a:pt x="130080" y="40418"/>
                  </a:lnTo>
                  <a:lnTo>
                    <a:pt x="129318" y="39941"/>
                  </a:lnTo>
                  <a:lnTo>
                    <a:pt x="127573" y="38848"/>
                  </a:lnTo>
                  <a:lnTo>
                    <a:pt x="127573" y="37515"/>
                  </a:lnTo>
                  <a:lnTo>
                    <a:pt x="127573" y="36162"/>
                  </a:lnTo>
                  <a:lnTo>
                    <a:pt x="126465" y="35940"/>
                  </a:lnTo>
                  <a:lnTo>
                    <a:pt x="125355" y="35718"/>
                  </a:lnTo>
                  <a:lnTo>
                    <a:pt x="124242" y="35495"/>
                  </a:lnTo>
                  <a:lnTo>
                    <a:pt x="123123" y="35271"/>
                  </a:lnTo>
                  <a:lnTo>
                    <a:pt x="121996" y="35046"/>
                  </a:lnTo>
                  <a:lnTo>
                    <a:pt x="120859" y="34819"/>
                  </a:lnTo>
                  <a:lnTo>
                    <a:pt x="120859" y="33486"/>
                  </a:lnTo>
                  <a:lnTo>
                    <a:pt x="120859" y="32133"/>
                  </a:lnTo>
                  <a:lnTo>
                    <a:pt x="119837" y="31826"/>
                  </a:lnTo>
                  <a:lnTo>
                    <a:pt x="118814" y="31519"/>
                  </a:lnTo>
                  <a:lnTo>
                    <a:pt x="117790" y="31212"/>
                  </a:lnTo>
                  <a:lnTo>
                    <a:pt x="116765" y="30905"/>
                  </a:lnTo>
                  <a:lnTo>
                    <a:pt x="115739" y="30597"/>
                  </a:lnTo>
                  <a:lnTo>
                    <a:pt x="114711" y="30288"/>
                  </a:lnTo>
                  <a:lnTo>
                    <a:pt x="113680" y="29979"/>
                  </a:lnTo>
                  <a:lnTo>
                    <a:pt x="112647" y="29669"/>
                  </a:lnTo>
                  <a:lnTo>
                    <a:pt x="111611" y="29359"/>
                  </a:lnTo>
                  <a:lnTo>
                    <a:pt x="110572" y="29047"/>
                  </a:lnTo>
                  <a:lnTo>
                    <a:pt x="109529" y="28734"/>
                  </a:lnTo>
                  <a:lnTo>
                    <a:pt x="108482" y="28420"/>
                  </a:lnTo>
                  <a:lnTo>
                    <a:pt x="107430" y="28104"/>
                  </a:lnTo>
                  <a:lnTo>
                    <a:pt x="107430" y="26772"/>
                  </a:lnTo>
                  <a:lnTo>
                    <a:pt x="107430" y="25419"/>
                  </a:lnTo>
                  <a:lnTo>
                    <a:pt x="106099" y="25671"/>
                  </a:lnTo>
                  <a:lnTo>
                    <a:pt x="105021" y="25883"/>
                  </a:lnTo>
                  <a:lnTo>
                    <a:pt x="104117" y="26078"/>
                  </a:lnTo>
                  <a:lnTo>
                    <a:pt x="103310" y="26276"/>
                  </a:lnTo>
                  <a:lnTo>
                    <a:pt x="102524" y="26501"/>
                  </a:lnTo>
                  <a:lnTo>
                    <a:pt x="101680" y="26774"/>
                  </a:lnTo>
                  <a:lnTo>
                    <a:pt x="100701" y="27118"/>
                  </a:lnTo>
                  <a:lnTo>
                    <a:pt x="99510" y="27554"/>
                  </a:lnTo>
                  <a:lnTo>
                    <a:pt x="98030" y="28104"/>
                  </a:lnTo>
                  <a:lnTo>
                    <a:pt x="97279" y="29470"/>
                  </a:lnTo>
                  <a:lnTo>
                    <a:pt x="96693" y="30544"/>
                  </a:lnTo>
                  <a:lnTo>
                    <a:pt x="96225" y="31421"/>
                  </a:lnTo>
                  <a:lnTo>
                    <a:pt x="95827" y="32197"/>
                  </a:lnTo>
                  <a:lnTo>
                    <a:pt x="95454" y="32964"/>
                  </a:lnTo>
                  <a:lnTo>
                    <a:pt x="95056" y="33817"/>
                  </a:lnTo>
                  <a:lnTo>
                    <a:pt x="94588" y="34852"/>
                  </a:lnTo>
                  <a:lnTo>
                    <a:pt x="94001" y="36162"/>
                  </a:lnTo>
                  <a:lnTo>
                    <a:pt x="92549" y="36736"/>
                  </a:lnTo>
                  <a:lnTo>
                    <a:pt x="91543" y="37094"/>
                  </a:lnTo>
                  <a:lnTo>
                    <a:pt x="90727" y="37298"/>
                  </a:lnTo>
                  <a:lnTo>
                    <a:pt x="89841" y="37413"/>
                  </a:lnTo>
                  <a:lnTo>
                    <a:pt x="88630" y="37505"/>
                  </a:lnTo>
                  <a:lnTo>
                    <a:pt x="88728" y="37997"/>
                  </a:lnTo>
                  <a:lnTo>
                    <a:pt x="88827" y="38492"/>
                  </a:lnTo>
                  <a:lnTo>
                    <a:pt x="88964" y="39175"/>
                  </a:lnTo>
                  <a:lnTo>
                    <a:pt x="89175" y="40233"/>
                  </a:lnTo>
                  <a:lnTo>
                    <a:pt x="89499" y="41852"/>
                  </a:lnTo>
                  <a:lnTo>
                    <a:pt x="89973" y="44219"/>
                  </a:lnTo>
                  <a:lnTo>
                    <a:pt x="89537" y="44073"/>
                  </a:lnTo>
                  <a:lnTo>
                    <a:pt x="88972" y="43885"/>
                  </a:lnTo>
                  <a:lnTo>
                    <a:pt x="87900" y="43528"/>
                  </a:lnTo>
                  <a:lnTo>
                    <a:pt x="85944" y="42876"/>
                  </a:lnTo>
                  <a:lnTo>
                    <a:pt x="85490" y="41503"/>
                  </a:lnTo>
                  <a:lnTo>
                    <a:pt x="85194" y="40538"/>
                  </a:lnTo>
                  <a:lnTo>
                    <a:pt x="84990" y="39721"/>
                  </a:lnTo>
                  <a:lnTo>
                    <a:pt x="84814" y="38796"/>
                  </a:lnTo>
                  <a:lnTo>
                    <a:pt x="84601" y="37505"/>
                  </a:lnTo>
                  <a:lnTo>
                    <a:pt x="83269" y="37505"/>
                  </a:lnTo>
                  <a:lnTo>
                    <a:pt x="81915" y="37505"/>
                  </a:lnTo>
                  <a:lnTo>
                    <a:pt x="81500" y="38669"/>
                  </a:lnTo>
                  <a:lnTo>
                    <a:pt x="81081" y="39842"/>
                  </a:lnTo>
                  <a:lnTo>
                    <a:pt x="80657" y="41030"/>
                  </a:lnTo>
                  <a:lnTo>
                    <a:pt x="80029" y="42015"/>
                  </a:lnTo>
                  <a:lnTo>
                    <a:pt x="79379" y="42952"/>
                  </a:lnTo>
                  <a:lnTo>
                    <a:pt x="78707" y="43844"/>
                  </a:lnTo>
                  <a:lnTo>
                    <a:pt x="78013" y="44693"/>
                  </a:lnTo>
                  <a:lnTo>
                    <a:pt x="77296" y="45502"/>
                  </a:lnTo>
                  <a:lnTo>
                    <a:pt x="76557" y="46274"/>
                  </a:lnTo>
                  <a:lnTo>
                    <a:pt x="75794" y="47011"/>
                  </a:lnTo>
                  <a:lnTo>
                    <a:pt x="75008" y="47716"/>
                  </a:lnTo>
                  <a:lnTo>
                    <a:pt x="74198" y="48393"/>
                  </a:lnTo>
                  <a:lnTo>
                    <a:pt x="73365" y="49042"/>
                  </a:lnTo>
                  <a:lnTo>
                    <a:pt x="72507" y="49669"/>
                  </a:lnTo>
                  <a:lnTo>
                    <a:pt x="71625" y="50274"/>
                  </a:lnTo>
                  <a:lnTo>
                    <a:pt x="70718" y="50861"/>
                  </a:lnTo>
                  <a:lnTo>
                    <a:pt x="69785" y="51433"/>
                  </a:lnTo>
                  <a:lnTo>
                    <a:pt x="68828" y="51992"/>
                  </a:lnTo>
                  <a:lnTo>
                    <a:pt x="67845" y="52541"/>
                  </a:lnTo>
                  <a:lnTo>
                    <a:pt x="66836" y="53082"/>
                  </a:lnTo>
                  <a:lnTo>
                    <a:pt x="65801" y="53619"/>
                  </a:lnTo>
                  <a:lnTo>
                    <a:pt x="64470" y="53619"/>
                  </a:lnTo>
                  <a:lnTo>
                    <a:pt x="63130" y="53619"/>
                  </a:lnTo>
                  <a:lnTo>
                    <a:pt x="61772" y="53619"/>
                  </a:lnTo>
                  <a:lnTo>
                    <a:pt x="62038" y="52555"/>
                  </a:lnTo>
                  <a:lnTo>
                    <a:pt x="62305" y="51489"/>
                  </a:lnTo>
                  <a:lnTo>
                    <a:pt x="62573" y="50417"/>
                  </a:lnTo>
                  <a:lnTo>
                    <a:pt x="62843" y="49337"/>
                  </a:lnTo>
                  <a:lnTo>
                    <a:pt x="63115" y="48248"/>
                  </a:lnTo>
                  <a:lnTo>
                    <a:pt x="61874" y="47834"/>
                  </a:lnTo>
                  <a:lnTo>
                    <a:pt x="60613" y="47414"/>
                  </a:lnTo>
                  <a:lnTo>
                    <a:pt x="59566" y="47065"/>
                  </a:lnTo>
                  <a:lnTo>
                    <a:pt x="58519" y="46716"/>
                  </a:lnTo>
                  <a:lnTo>
                    <a:pt x="57472" y="46367"/>
                  </a:lnTo>
                  <a:lnTo>
                    <a:pt x="56425" y="46018"/>
                  </a:lnTo>
                  <a:lnTo>
                    <a:pt x="55378" y="45669"/>
                  </a:lnTo>
                  <a:lnTo>
                    <a:pt x="54330" y="45320"/>
                  </a:lnTo>
                  <a:lnTo>
                    <a:pt x="53283" y="44970"/>
                  </a:lnTo>
                  <a:lnTo>
                    <a:pt x="52236" y="44621"/>
                  </a:lnTo>
                  <a:lnTo>
                    <a:pt x="51189" y="44272"/>
                  </a:lnTo>
                  <a:lnTo>
                    <a:pt x="50142" y="43923"/>
                  </a:lnTo>
                  <a:lnTo>
                    <a:pt x="49095" y="43574"/>
                  </a:lnTo>
                  <a:lnTo>
                    <a:pt x="48048" y="43225"/>
                  </a:lnTo>
                  <a:lnTo>
                    <a:pt x="47000" y="42876"/>
                  </a:lnTo>
                  <a:lnTo>
                    <a:pt x="47000" y="41543"/>
                  </a:lnTo>
                  <a:lnTo>
                    <a:pt x="47000" y="40190"/>
                  </a:lnTo>
                  <a:lnTo>
                    <a:pt x="45783" y="39992"/>
                  </a:lnTo>
                  <a:lnTo>
                    <a:pt x="44546" y="39792"/>
                  </a:lnTo>
                  <a:lnTo>
                    <a:pt x="43312" y="39555"/>
                  </a:lnTo>
                  <a:lnTo>
                    <a:pt x="42146" y="39317"/>
                  </a:lnTo>
                  <a:lnTo>
                    <a:pt x="41044" y="39070"/>
                  </a:lnTo>
                  <a:lnTo>
                    <a:pt x="39997" y="38808"/>
                  </a:lnTo>
                  <a:lnTo>
                    <a:pt x="39001" y="38524"/>
                  </a:lnTo>
                  <a:lnTo>
                    <a:pt x="38048" y="38213"/>
                  </a:lnTo>
                  <a:lnTo>
                    <a:pt x="37132" y="37867"/>
                  </a:lnTo>
                  <a:lnTo>
                    <a:pt x="36248" y="37481"/>
                  </a:lnTo>
                  <a:lnTo>
                    <a:pt x="35389" y="37046"/>
                  </a:lnTo>
                  <a:lnTo>
                    <a:pt x="34548" y="36558"/>
                  </a:lnTo>
                  <a:lnTo>
                    <a:pt x="33720" y="36010"/>
                  </a:lnTo>
                  <a:lnTo>
                    <a:pt x="32897" y="35394"/>
                  </a:lnTo>
                  <a:lnTo>
                    <a:pt x="32075" y="34705"/>
                  </a:lnTo>
                  <a:lnTo>
                    <a:pt x="31246" y="33937"/>
                  </a:lnTo>
                  <a:lnTo>
                    <a:pt x="30404" y="33081"/>
                  </a:lnTo>
                  <a:lnTo>
                    <a:pt x="29543" y="32133"/>
                  </a:lnTo>
                  <a:lnTo>
                    <a:pt x="29013" y="31924"/>
                  </a:lnTo>
                  <a:lnTo>
                    <a:pt x="28077" y="31553"/>
                  </a:lnTo>
                  <a:lnTo>
                    <a:pt x="25935" y="30706"/>
                  </a:lnTo>
                  <a:lnTo>
                    <a:pt x="25478" y="30521"/>
                  </a:lnTo>
                  <a:lnTo>
                    <a:pt x="24672" y="30195"/>
                  </a:lnTo>
                  <a:lnTo>
                    <a:pt x="22829" y="29447"/>
                  </a:lnTo>
                  <a:lnTo>
                    <a:pt x="22497" y="28450"/>
                  </a:lnTo>
                  <a:lnTo>
                    <a:pt x="22163" y="27448"/>
                  </a:lnTo>
                  <a:lnTo>
                    <a:pt x="21826" y="26439"/>
                  </a:lnTo>
                  <a:lnTo>
                    <a:pt x="21486" y="25419"/>
                  </a:lnTo>
                  <a:lnTo>
                    <a:pt x="20268" y="24882"/>
                  </a:lnTo>
                  <a:lnTo>
                    <a:pt x="19371" y="24513"/>
                  </a:lnTo>
                  <a:lnTo>
                    <a:pt x="18530" y="24220"/>
                  </a:lnTo>
                  <a:lnTo>
                    <a:pt x="17477" y="23909"/>
                  </a:lnTo>
                  <a:lnTo>
                    <a:pt x="15948" y="23489"/>
                  </a:lnTo>
                  <a:lnTo>
                    <a:pt x="14849" y="23147"/>
                  </a:lnTo>
                  <a:lnTo>
                    <a:pt x="13775" y="22789"/>
                  </a:lnTo>
                  <a:lnTo>
                    <a:pt x="12724" y="22415"/>
                  </a:lnTo>
                  <a:lnTo>
                    <a:pt x="11693" y="22025"/>
                  </a:lnTo>
                  <a:lnTo>
                    <a:pt x="10680" y="21619"/>
                  </a:lnTo>
                  <a:lnTo>
                    <a:pt x="9683" y="21197"/>
                  </a:lnTo>
                  <a:lnTo>
                    <a:pt x="8697" y="20758"/>
                  </a:lnTo>
                  <a:lnTo>
                    <a:pt x="7723" y="20302"/>
                  </a:lnTo>
                  <a:lnTo>
                    <a:pt x="6756" y="19829"/>
                  </a:lnTo>
                  <a:lnTo>
                    <a:pt x="5794" y="19339"/>
                  </a:lnTo>
                  <a:lnTo>
                    <a:pt x="4836" y="18831"/>
                  </a:lnTo>
                  <a:lnTo>
                    <a:pt x="3878" y="18305"/>
                  </a:lnTo>
                  <a:lnTo>
                    <a:pt x="2917" y="17761"/>
                  </a:lnTo>
                  <a:lnTo>
                    <a:pt x="1952" y="17199"/>
                  </a:lnTo>
                  <a:lnTo>
                    <a:pt x="981" y="16618"/>
                  </a:lnTo>
                  <a:lnTo>
                    <a:pt x="0" y="16018"/>
                  </a:lnTo>
                  <a:lnTo>
                    <a:pt x="177" y="14784"/>
                  </a:lnTo>
                  <a:lnTo>
                    <a:pt x="378" y="13711"/>
                  </a:lnTo>
                  <a:lnTo>
                    <a:pt x="632" y="12764"/>
                  </a:lnTo>
                  <a:lnTo>
                    <a:pt x="967" y="11910"/>
                  </a:lnTo>
                  <a:lnTo>
                    <a:pt x="1413" y="11115"/>
                  </a:lnTo>
                  <a:lnTo>
                    <a:pt x="1998" y="10346"/>
                  </a:lnTo>
                  <a:lnTo>
                    <a:pt x="2752" y="9568"/>
                  </a:lnTo>
                  <a:lnTo>
                    <a:pt x="3703" y="8748"/>
                  </a:lnTo>
                  <a:lnTo>
                    <a:pt x="4882" y="8165"/>
                  </a:lnTo>
                  <a:lnTo>
                    <a:pt x="6102" y="7601"/>
                  </a:lnTo>
                  <a:lnTo>
                    <a:pt x="7362" y="7055"/>
                  </a:lnTo>
                  <a:lnTo>
                    <a:pt x="8661" y="6527"/>
                  </a:lnTo>
                  <a:lnTo>
                    <a:pt x="9998" y="6019"/>
                  </a:lnTo>
                  <a:lnTo>
                    <a:pt x="11370" y="5530"/>
                  </a:lnTo>
                  <a:lnTo>
                    <a:pt x="12777" y="5060"/>
                  </a:lnTo>
                  <a:lnTo>
                    <a:pt x="14216" y="4610"/>
                  </a:lnTo>
                  <a:lnTo>
                    <a:pt x="15688" y="4179"/>
                  </a:lnTo>
                  <a:lnTo>
                    <a:pt x="17189" y="3768"/>
                  </a:lnTo>
                  <a:lnTo>
                    <a:pt x="18720" y="3378"/>
                  </a:lnTo>
                  <a:lnTo>
                    <a:pt x="20278" y="3007"/>
                  </a:lnTo>
                  <a:lnTo>
                    <a:pt x="21862" y="2657"/>
                  </a:lnTo>
                  <a:lnTo>
                    <a:pt x="23470" y="2328"/>
                  </a:lnTo>
                  <a:lnTo>
                    <a:pt x="25102" y="2020"/>
                  </a:lnTo>
                  <a:lnTo>
                    <a:pt x="26755" y="1733"/>
                  </a:lnTo>
                  <a:lnTo>
                    <a:pt x="28429" y="1467"/>
                  </a:lnTo>
                  <a:lnTo>
                    <a:pt x="30122" y="1222"/>
                  </a:lnTo>
                  <a:lnTo>
                    <a:pt x="31832" y="999"/>
                  </a:lnTo>
                  <a:lnTo>
                    <a:pt x="33558" y="798"/>
                  </a:lnTo>
                  <a:lnTo>
                    <a:pt x="35299" y="619"/>
                  </a:lnTo>
                  <a:lnTo>
                    <a:pt x="37054" y="463"/>
                  </a:lnTo>
                  <a:lnTo>
                    <a:pt x="38820" y="328"/>
                  </a:lnTo>
                  <a:lnTo>
                    <a:pt x="40596" y="216"/>
                  </a:lnTo>
                  <a:lnTo>
                    <a:pt x="42382" y="128"/>
                  </a:lnTo>
                  <a:lnTo>
                    <a:pt x="44175" y="62"/>
                  </a:lnTo>
                  <a:lnTo>
                    <a:pt x="45975" y="19"/>
                  </a:lnTo>
                  <a:lnTo>
                    <a:pt x="47779" y="0"/>
                  </a:lnTo>
                  <a:lnTo>
                    <a:pt x="49586" y="4"/>
                  </a:lnTo>
                  <a:lnTo>
                    <a:pt x="51396" y="32"/>
                  </a:lnTo>
                  <a:lnTo>
                    <a:pt x="53206" y="84"/>
                  </a:lnTo>
                  <a:lnTo>
                    <a:pt x="55015" y="160"/>
                  </a:lnTo>
                  <a:lnTo>
                    <a:pt x="56822" y="261"/>
                  </a:lnTo>
                  <a:lnTo>
                    <a:pt x="58625" y="386"/>
                  </a:lnTo>
                  <a:lnTo>
                    <a:pt x="60424" y="536"/>
                  </a:lnTo>
                  <a:lnTo>
                    <a:pt x="62215" y="711"/>
                  </a:lnTo>
                  <a:lnTo>
                    <a:pt x="63999" y="911"/>
                  </a:lnTo>
                  <a:lnTo>
                    <a:pt x="65773" y="1136"/>
                  </a:lnTo>
                  <a:lnTo>
                    <a:pt x="67537" y="1387"/>
                  </a:lnTo>
                  <a:lnTo>
                    <a:pt x="69288" y="1664"/>
                  </a:lnTo>
                  <a:lnTo>
                    <a:pt x="71026" y="1966"/>
                  </a:lnTo>
                  <a:lnTo>
                    <a:pt x="72749" y="2295"/>
                  </a:lnTo>
                  <a:lnTo>
                    <a:pt x="74455" y="2650"/>
                  </a:lnTo>
                  <a:lnTo>
                    <a:pt x="76143" y="3031"/>
                  </a:lnTo>
                  <a:lnTo>
                    <a:pt x="77813" y="3439"/>
                  </a:lnTo>
                  <a:lnTo>
                    <a:pt x="79461" y="3874"/>
                  </a:lnTo>
                  <a:lnTo>
                    <a:pt x="81088" y="4336"/>
                  </a:lnTo>
                  <a:lnTo>
                    <a:pt x="82691" y="4825"/>
                  </a:lnTo>
                  <a:lnTo>
                    <a:pt x="84269" y="5342"/>
                  </a:lnTo>
                  <a:lnTo>
                    <a:pt x="85821" y="5887"/>
                  </a:lnTo>
                  <a:lnTo>
                    <a:pt x="87345" y="6459"/>
                  </a:lnTo>
                  <a:lnTo>
                    <a:pt x="88839" y="7059"/>
                  </a:lnTo>
                  <a:lnTo>
                    <a:pt x="90304" y="7688"/>
                  </a:lnTo>
                  <a:lnTo>
                    <a:pt x="91736" y="8345"/>
                  </a:lnTo>
                  <a:lnTo>
                    <a:pt x="93135" y="9031"/>
                  </a:lnTo>
                  <a:lnTo>
                    <a:pt x="94499" y="9745"/>
                  </a:lnTo>
                  <a:lnTo>
                    <a:pt x="95827" y="10489"/>
                  </a:lnTo>
                  <a:lnTo>
                    <a:pt x="97117" y="11261"/>
                  </a:lnTo>
                  <a:lnTo>
                    <a:pt x="98369" y="12064"/>
                  </a:lnTo>
                  <a:lnTo>
                    <a:pt x="99579" y="12895"/>
                  </a:lnTo>
                  <a:lnTo>
                    <a:pt x="100748" y="13757"/>
                  </a:lnTo>
                  <a:lnTo>
                    <a:pt x="101874" y="14648"/>
                  </a:lnTo>
                  <a:lnTo>
                    <a:pt x="102955" y="15570"/>
                  </a:lnTo>
                  <a:lnTo>
                    <a:pt x="103990" y="16522"/>
                  </a:lnTo>
                  <a:close/>
                </a:path>
              </a:pathLst>
            </a:custGeom>
            <a:solidFill>
              <a:srgbClr val="C0C2B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region 36 #91826E"/>
            <p:cNvSpPr/>
            <p:nvPr/>
          </p:nvSpPr>
          <p:spPr>
            <a:xfrm>
              <a:off x="1110312" y="198437"/>
              <a:ext cx="84854" cy="64409"/>
            </a:xfrm>
            <a:custGeom>
              <a:avLst/>
              <a:gdLst/>
              <a:ahLst/>
              <a:cxnLst/>
              <a:rect l="l" t="t" r="r" b="b"/>
              <a:pathLst>
                <a:path w="84854" h="64409">
                  <a:moveTo>
                    <a:pt x="35586" y="57"/>
                  </a:moveTo>
                  <a:lnTo>
                    <a:pt x="36647" y="46"/>
                  </a:lnTo>
                  <a:lnTo>
                    <a:pt x="37710" y="35"/>
                  </a:lnTo>
                  <a:lnTo>
                    <a:pt x="38779" y="23"/>
                  </a:lnTo>
                  <a:lnTo>
                    <a:pt x="39855" y="12"/>
                  </a:lnTo>
                  <a:lnTo>
                    <a:pt x="40942" y="0"/>
                  </a:lnTo>
                  <a:lnTo>
                    <a:pt x="42209" y="98"/>
                  </a:lnTo>
                  <a:lnTo>
                    <a:pt x="43410" y="231"/>
                  </a:lnTo>
                  <a:lnTo>
                    <a:pt x="44550" y="400"/>
                  </a:lnTo>
                  <a:lnTo>
                    <a:pt x="45634" y="606"/>
                  </a:lnTo>
                  <a:lnTo>
                    <a:pt x="46666" y="850"/>
                  </a:lnTo>
                  <a:lnTo>
                    <a:pt x="47652" y="1133"/>
                  </a:lnTo>
                  <a:lnTo>
                    <a:pt x="48596" y="1455"/>
                  </a:lnTo>
                  <a:lnTo>
                    <a:pt x="49504" y="1819"/>
                  </a:lnTo>
                  <a:lnTo>
                    <a:pt x="50381" y="2224"/>
                  </a:lnTo>
                  <a:lnTo>
                    <a:pt x="51230" y="2671"/>
                  </a:lnTo>
                  <a:lnTo>
                    <a:pt x="52058" y="3163"/>
                  </a:lnTo>
                  <a:lnTo>
                    <a:pt x="52869" y="3699"/>
                  </a:lnTo>
                  <a:lnTo>
                    <a:pt x="53668" y="4280"/>
                  </a:lnTo>
                  <a:lnTo>
                    <a:pt x="54460" y="4908"/>
                  </a:lnTo>
                  <a:lnTo>
                    <a:pt x="55250" y="5584"/>
                  </a:lnTo>
                  <a:lnTo>
                    <a:pt x="56042" y="6308"/>
                  </a:lnTo>
                  <a:lnTo>
                    <a:pt x="56843" y="7082"/>
                  </a:lnTo>
                  <a:lnTo>
                    <a:pt x="57656" y="7906"/>
                  </a:lnTo>
                  <a:lnTo>
                    <a:pt x="58486" y="8782"/>
                  </a:lnTo>
                  <a:lnTo>
                    <a:pt x="59339" y="9710"/>
                  </a:lnTo>
                  <a:lnTo>
                    <a:pt x="60066" y="10624"/>
                  </a:lnTo>
                  <a:lnTo>
                    <a:pt x="60796" y="11542"/>
                  </a:lnTo>
                  <a:lnTo>
                    <a:pt x="61532" y="12467"/>
                  </a:lnTo>
                  <a:lnTo>
                    <a:pt x="62276" y="13403"/>
                  </a:lnTo>
                  <a:lnTo>
                    <a:pt x="63314" y="14682"/>
                  </a:lnTo>
                  <a:lnTo>
                    <a:pt x="64089" y="15579"/>
                  </a:lnTo>
                  <a:lnTo>
                    <a:pt x="64742" y="16215"/>
                  </a:lnTo>
                  <a:lnTo>
                    <a:pt x="65416" y="16710"/>
                  </a:lnTo>
                  <a:lnTo>
                    <a:pt x="66254" y="17188"/>
                  </a:lnTo>
                  <a:lnTo>
                    <a:pt x="67397" y="17767"/>
                  </a:lnTo>
                  <a:lnTo>
                    <a:pt x="67720" y="18804"/>
                  </a:lnTo>
                  <a:lnTo>
                    <a:pt x="68038" y="19843"/>
                  </a:lnTo>
                  <a:lnTo>
                    <a:pt x="68350" y="20884"/>
                  </a:lnTo>
                  <a:lnTo>
                    <a:pt x="68655" y="21926"/>
                  </a:lnTo>
                  <a:lnTo>
                    <a:pt x="68954" y="22971"/>
                  </a:lnTo>
                  <a:lnTo>
                    <a:pt x="69246" y="24017"/>
                  </a:lnTo>
                  <a:lnTo>
                    <a:pt x="69532" y="25065"/>
                  </a:lnTo>
                  <a:lnTo>
                    <a:pt x="69811" y="26116"/>
                  </a:lnTo>
                  <a:lnTo>
                    <a:pt x="70082" y="27168"/>
                  </a:lnTo>
                  <a:lnTo>
                    <a:pt x="71127" y="27073"/>
                  </a:lnTo>
                  <a:lnTo>
                    <a:pt x="72171" y="26978"/>
                  </a:lnTo>
                  <a:lnTo>
                    <a:pt x="73217" y="26882"/>
                  </a:lnTo>
                  <a:lnTo>
                    <a:pt x="74263" y="26787"/>
                  </a:lnTo>
                  <a:lnTo>
                    <a:pt x="75311" y="26692"/>
                  </a:lnTo>
                  <a:lnTo>
                    <a:pt x="76360" y="26597"/>
                  </a:lnTo>
                  <a:lnTo>
                    <a:pt x="77412" y="26501"/>
                  </a:lnTo>
                  <a:lnTo>
                    <a:pt x="78465" y="26405"/>
                  </a:lnTo>
                  <a:lnTo>
                    <a:pt x="79522" y="26309"/>
                  </a:lnTo>
                  <a:lnTo>
                    <a:pt x="80581" y="26213"/>
                  </a:lnTo>
                  <a:lnTo>
                    <a:pt x="81644" y="26116"/>
                  </a:lnTo>
                  <a:lnTo>
                    <a:pt x="82710" y="26020"/>
                  </a:lnTo>
                  <a:lnTo>
                    <a:pt x="83780" y="25922"/>
                  </a:lnTo>
                  <a:lnTo>
                    <a:pt x="84854" y="25825"/>
                  </a:lnTo>
                  <a:lnTo>
                    <a:pt x="84854" y="27155"/>
                  </a:lnTo>
                  <a:lnTo>
                    <a:pt x="84854" y="28495"/>
                  </a:lnTo>
                  <a:lnTo>
                    <a:pt x="84854" y="29853"/>
                  </a:lnTo>
                  <a:lnTo>
                    <a:pt x="83720" y="30276"/>
                  </a:lnTo>
                  <a:lnTo>
                    <a:pt x="82579" y="30702"/>
                  </a:lnTo>
                  <a:lnTo>
                    <a:pt x="81423" y="31133"/>
                  </a:lnTo>
                  <a:lnTo>
                    <a:pt x="80318" y="31564"/>
                  </a:lnTo>
                  <a:lnTo>
                    <a:pt x="79210" y="31997"/>
                  </a:lnTo>
                  <a:lnTo>
                    <a:pt x="78093" y="32434"/>
                  </a:lnTo>
                  <a:lnTo>
                    <a:pt x="76963" y="32875"/>
                  </a:lnTo>
                  <a:lnTo>
                    <a:pt x="76482" y="33058"/>
                  </a:lnTo>
                  <a:lnTo>
                    <a:pt x="75860" y="33297"/>
                  </a:lnTo>
                  <a:lnTo>
                    <a:pt x="74680" y="33749"/>
                  </a:lnTo>
                  <a:lnTo>
                    <a:pt x="72526" y="34574"/>
                  </a:lnTo>
                  <a:lnTo>
                    <a:pt x="71299" y="35242"/>
                  </a:lnTo>
                  <a:lnTo>
                    <a:pt x="70261" y="35868"/>
                  </a:lnTo>
                  <a:lnTo>
                    <a:pt x="69387" y="36486"/>
                  </a:lnTo>
                  <a:lnTo>
                    <a:pt x="68649" y="37130"/>
                  </a:lnTo>
                  <a:lnTo>
                    <a:pt x="68019" y="37835"/>
                  </a:lnTo>
                  <a:lnTo>
                    <a:pt x="67472" y="38634"/>
                  </a:lnTo>
                  <a:lnTo>
                    <a:pt x="66980" y="39561"/>
                  </a:lnTo>
                  <a:lnTo>
                    <a:pt x="66517" y="40652"/>
                  </a:lnTo>
                  <a:lnTo>
                    <a:pt x="66054" y="41939"/>
                  </a:lnTo>
                  <a:lnTo>
                    <a:pt x="64722" y="41939"/>
                  </a:lnTo>
                  <a:lnTo>
                    <a:pt x="63382" y="41939"/>
                  </a:lnTo>
                  <a:lnTo>
                    <a:pt x="62025" y="41939"/>
                  </a:lnTo>
                  <a:lnTo>
                    <a:pt x="61582" y="43047"/>
                  </a:lnTo>
                  <a:lnTo>
                    <a:pt x="61137" y="44157"/>
                  </a:lnTo>
                  <a:lnTo>
                    <a:pt x="60692" y="45271"/>
                  </a:lnTo>
                  <a:lnTo>
                    <a:pt x="60244" y="46391"/>
                  </a:lnTo>
                  <a:lnTo>
                    <a:pt x="59793" y="47517"/>
                  </a:lnTo>
                  <a:lnTo>
                    <a:pt x="59339" y="48654"/>
                  </a:lnTo>
                  <a:lnTo>
                    <a:pt x="58006" y="48654"/>
                  </a:lnTo>
                  <a:lnTo>
                    <a:pt x="56653" y="48654"/>
                  </a:lnTo>
                  <a:lnTo>
                    <a:pt x="56195" y="49777"/>
                  </a:lnTo>
                  <a:lnTo>
                    <a:pt x="55730" y="50919"/>
                  </a:lnTo>
                  <a:lnTo>
                    <a:pt x="55145" y="51914"/>
                  </a:lnTo>
                  <a:lnTo>
                    <a:pt x="54545" y="52867"/>
                  </a:lnTo>
                  <a:lnTo>
                    <a:pt x="53927" y="53779"/>
                  </a:lnTo>
                  <a:lnTo>
                    <a:pt x="53290" y="54650"/>
                  </a:lnTo>
                  <a:lnTo>
                    <a:pt x="52633" y="55482"/>
                  </a:lnTo>
                  <a:lnTo>
                    <a:pt x="51954" y="56274"/>
                  </a:lnTo>
                  <a:lnTo>
                    <a:pt x="51252" y="57029"/>
                  </a:lnTo>
                  <a:lnTo>
                    <a:pt x="50526" y="57747"/>
                  </a:lnTo>
                  <a:lnTo>
                    <a:pt x="49774" y="58429"/>
                  </a:lnTo>
                  <a:lnTo>
                    <a:pt x="48995" y="59075"/>
                  </a:lnTo>
                  <a:lnTo>
                    <a:pt x="48188" y="59686"/>
                  </a:lnTo>
                  <a:lnTo>
                    <a:pt x="47350" y="60263"/>
                  </a:lnTo>
                  <a:lnTo>
                    <a:pt x="46482" y="60808"/>
                  </a:lnTo>
                  <a:lnTo>
                    <a:pt x="45581" y="61320"/>
                  </a:lnTo>
                  <a:lnTo>
                    <a:pt x="44646" y="61800"/>
                  </a:lnTo>
                  <a:lnTo>
                    <a:pt x="43676" y="62250"/>
                  </a:lnTo>
                  <a:lnTo>
                    <a:pt x="42668" y="62671"/>
                  </a:lnTo>
                  <a:lnTo>
                    <a:pt x="41623" y="63062"/>
                  </a:lnTo>
                  <a:lnTo>
                    <a:pt x="40539" y="63425"/>
                  </a:lnTo>
                  <a:lnTo>
                    <a:pt x="39461" y="63564"/>
                  </a:lnTo>
                  <a:lnTo>
                    <a:pt x="38379" y="63701"/>
                  </a:lnTo>
                  <a:lnTo>
                    <a:pt x="37294" y="63831"/>
                  </a:lnTo>
                  <a:lnTo>
                    <a:pt x="36207" y="63955"/>
                  </a:lnTo>
                  <a:lnTo>
                    <a:pt x="35119" y="64068"/>
                  </a:lnTo>
                  <a:lnTo>
                    <a:pt x="34030" y="64170"/>
                  </a:lnTo>
                  <a:lnTo>
                    <a:pt x="32941" y="64256"/>
                  </a:lnTo>
                  <a:lnTo>
                    <a:pt x="31853" y="64326"/>
                  </a:lnTo>
                  <a:lnTo>
                    <a:pt x="30767" y="64376"/>
                  </a:lnTo>
                  <a:lnTo>
                    <a:pt x="29683" y="64405"/>
                  </a:lnTo>
                  <a:lnTo>
                    <a:pt x="28602" y="64409"/>
                  </a:lnTo>
                  <a:lnTo>
                    <a:pt x="27524" y="64387"/>
                  </a:lnTo>
                  <a:lnTo>
                    <a:pt x="26451" y="64337"/>
                  </a:lnTo>
                  <a:lnTo>
                    <a:pt x="25383" y="64255"/>
                  </a:lnTo>
                  <a:lnTo>
                    <a:pt x="24321" y="64140"/>
                  </a:lnTo>
                  <a:lnTo>
                    <a:pt x="23266" y="63989"/>
                  </a:lnTo>
                  <a:lnTo>
                    <a:pt x="22218" y="63800"/>
                  </a:lnTo>
                  <a:lnTo>
                    <a:pt x="21178" y="63571"/>
                  </a:lnTo>
                  <a:lnTo>
                    <a:pt x="20147" y="63298"/>
                  </a:lnTo>
                  <a:lnTo>
                    <a:pt x="19125" y="62981"/>
                  </a:lnTo>
                  <a:lnTo>
                    <a:pt x="18114" y="62615"/>
                  </a:lnTo>
                  <a:lnTo>
                    <a:pt x="17114" y="62200"/>
                  </a:lnTo>
                  <a:lnTo>
                    <a:pt x="16125" y="61733"/>
                  </a:lnTo>
                  <a:lnTo>
                    <a:pt x="15149" y="61211"/>
                  </a:lnTo>
                  <a:lnTo>
                    <a:pt x="14340" y="60475"/>
                  </a:lnTo>
                  <a:lnTo>
                    <a:pt x="13550" y="59735"/>
                  </a:lnTo>
                  <a:lnTo>
                    <a:pt x="12776" y="58990"/>
                  </a:lnTo>
                  <a:lnTo>
                    <a:pt x="12018" y="58238"/>
                  </a:lnTo>
                  <a:lnTo>
                    <a:pt x="11272" y="57478"/>
                  </a:lnTo>
                  <a:lnTo>
                    <a:pt x="10537" y="56708"/>
                  </a:lnTo>
                  <a:lnTo>
                    <a:pt x="9812" y="55929"/>
                  </a:lnTo>
                  <a:lnTo>
                    <a:pt x="9094" y="55138"/>
                  </a:lnTo>
                  <a:lnTo>
                    <a:pt x="8382" y="54334"/>
                  </a:lnTo>
                  <a:lnTo>
                    <a:pt x="7673" y="53516"/>
                  </a:lnTo>
                  <a:lnTo>
                    <a:pt x="6967" y="52682"/>
                  </a:lnTo>
                  <a:lnTo>
                    <a:pt x="6535" y="52261"/>
                  </a:lnTo>
                  <a:lnTo>
                    <a:pt x="5773" y="51518"/>
                  </a:lnTo>
                  <a:lnTo>
                    <a:pt x="4029" y="49818"/>
                  </a:lnTo>
                  <a:lnTo>
                    <a:pt x="3260" y="48961"/>
                  </a:lnTo>
                  <a:lnTo>
                    <a:pt x="2599" y="48087"/>
                  </a:lnTo>
                  <a:lnTo>
                    <a:pt x="2037" y="47197"/>
                  </a:lnTo>
                  <a:lnTo>
                    <a:pt x="1566" y="46290"/>
                  </a:lnTo>
                  <a:lnTo>
                    <a:pt x="1177" y="45366"/>
                  </a:lnTo>
                  <a:lnTo>
                    <a:pt x="863" y="44426"/>
                  </a:lnTo>
                  <a:lnTo>
                    <a:pt x="614" y="43468"/>
                  </a:lnTo>
                  <a:lnTo>
                    <a:pt x="423" y="42493"/>
                  </a:lnTo>
                  <a:lnTo>
                    <a:pt x="283" y="41500"/>
                  </a:lnTo>
                  <a:lnTo>
                    <a:pt x="183" y="40490"/>
                  </a:lnTo>
                  <a:lnTo>
                    <a:pt x="117" y="39462"/>
                  </a:lnTo>
                  <a:lnTo>
                    <a:pt x="76" y="38416"/>
                  </a:lnTo>
                  <a:lnTo>
                    <a:pt x="52" y="37352"/>
                  </a:lnTo>
                  <a:lnTo>
                    <a:pt x="37" y="36269"/>
                  </a:lnTo>
                  <a:lnTo>
                    <a:pt x="22" y="35168"/>
                  </a:lnTo>
                  <a:lnTo>
                    <a:pt x="0" y="34048"/>
                  </a:lnTo>
                  <a:lnTo>
                    <a:pt x="35" y="32825"/>
                  </a:lnTo>
                  <a:lnTo>
                    <a:pt x="93" y="31638"/>
                  </a:lnTo>
                  <a:lnTo>
                    <a:pt x="176" y="30487"/>
                  </a:lnTo>
                  <a:lnTo>
                    <a:pt x="282" y="29370"/>
                  </a:lnTo>
                  <a:lnTo>
                    <a:pt x="413" y="28283"/>
                  </a:lnTo>
                  <a:lnTo>
                    <a:pt x="570" y="27226"/>
                  </a:lnTo>
                  <a:lnTo>
                    <a:pt x="752" y="26197"/>
                  </a:lnTo>
                  <a:lnTo>
                    <a:pt x="962" y="25192"/>
                  </a:lnTo>
                  <a:lnTo>
                    <a:pt x="1198" y="24212"/>
                  </a:lnTo>
                  <a:lnTo>
                    <a:pt x="1462" y="23252"/>
                  </a:lnTo>
                  <a:lnTo>
                    <a:pt x="1755" y="22312"/>
                  </a:lnTo>
                  <a:lnTo>
                    <a:pt x="2076" y="21390"/>
                  </a:lnTo>
                  <a:lnTo>
                    <a:pt x="2427" y="20483"/>
                  </a:lnTo>
                  <a:lnTo>
                    <a:pt x="2809" y="19589"/>
                  </a:lnTo>
                  <a:lnTo>
                    <a:pt x="3220" y="18708"/>
                  </a:lnTo>
                  <a:lnTo>
                    <a:pt x="3664" y="17835"/>
                  </a:lnTo>
                  <a:lnTo>
                    <a:pt x="4139" y="16970"/>
                  </a:lnTo>
                  <a:lnTo>
                    <a:pt x="4646" y="16111"/>
                  </a:lnTo>
                  <a:lnTo>
                    <a:pt x="5187" y="15256"/>
                  </a:lnTo>
                  <a:lnTo>
                    <a:pt x="5761" y="14402"/>
                  </a:lnTo>
                  <a:lnTo>
                    <a:pt x="6369" y="13548"/>
                  </a:lnTo>
                  <a:lnTo>
                    <a:pt x="7012" y="12691"/>
                  </a:lnTo>
                  <a:lnTo>
                    <a:pt x="7691" y="11830"/>
                  </a:lnTo>
                  <a:lnTo>
                    <a:pt x="8405" y="10963"/>
                  </a:lnTo>
                  <a:lnTo>
                    <a:pt x="9156" y="10088"/>
                  </a:lnTo>
                  <a:lnTo>
                    <a:pt x="9944" y="9202"/>
                  </a:lnTo>
                  <a:lnTo>
                    <a:pt x="10770" y="8304"/>
                  </a:lnTo>
                  <a:lnTo>
                    <a:pt x="11669" y="7520"/>
                  </a:lnTo>
                  <a:lnTo>
                    <a:pt x="12554" y="6804"/>
                  </a:lnTo>
                  <a:lnTo>
                    <a:pt x="13430" y="6148"/>
                  </a:lnTo>
                  <a:lnTo>
                    <a:pt x="14303" y="5548"/>
                  </a:lnTo>
                  <a:lnTo>
                    <a:pt x="15181" y="4997"/>
                  </a:lnTo>
                  <a:lnTo>
                    <a:pt x="16068" y="4490"/>
                  </a:lnTo>
                  <a:lnTo>
                    <a:pt x="16972" y="4019"/>
                  </a:lnTo>
                  <a:lnTo>
                    <a:pt x="17898" y="3581"/>
                  </a:lnTo>
                  <a:lnTo>
                    <a:pt x="18853" y="3168"/>
                  </a:lnTo>
                  <a:lnTo>
                    <a:pt x="19842" y="2774"/>
                  </a:lnTo>
                  <a:lnTo>
                    <a:pt x="20873" y="2395"/>
                  </a:lnTo>
                  <a:lnTo>
                    <a:pt x="21950" y="2023"/>
                  </a:lnTo>
                  <a:lnTo>
                    <a:pt x="23081" y="1653"/>
                  </a:lnTo>
                  <a:lnTo>
                    <a:pt x="24086" y="1200"/>
                  </a:lnTo>
                  <a:lnTo>
                    <a:pt x="25095" y="838"/>
                  </a:lnTo>
                  <a:lnTo>
                    <a:pt x="26109" y="558"/>
                  </a:lnTo>
                  <a:lnTo>
                    <a:pt x="27129" y="348"/>
                  </a:lnTo>
                  <a:lnTo>
                    <a:pt x="28156" y="200"/>
                  </a:lnTo>
                  <a:lnTo>
                    <a:pt x="29190" y="104"/>
                  </a:lnTo>
                  <a:lnTo>
                    <a:pt x="30232" y="50"/>
                  </a:lnTo>
                  <a:lnTo>
                    <a:pt x="31282" y="27"/>
                  </a:lnTo>
                  <a:lnTo>
                    <a:pt x="32342" y="26"/>
                  </a:lnTo>
                  <a:lnTo>
                    <a:pt x="33412" y="38"/>
                  </a:lnTo>
                  <a:lnTo>
                    <a:pt x="34494" y="51"/>
                  </a:lnTo>
                  <a:lnTo>
                    <a:pt x="35586" y="57"/>
                  </a:lnTo>
                  <a:close/>
                </a:path>
              </a:pathLst>
            </a:custGeom>
            <a:solidFill>
              <a:srgbClr val="91826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region 37 #261316"/>
            <p:cNvSpPr/>
            <p:nvPr/>
          </p:nvSpPr>
          <p:spPr>
            <a:xfrm>
              <a:off x="1741719" y="523724"/>
              <a:ext cx="173232" cy="128917"/>
            </a:xfrm>
            <a:custGeom>
              <a:avLst/>
              <a:gdLst/>
              <a:ahLst/>
              <a:cxnLst/>
              <a:rect l="l" t="t" r="r" b="b"/>
              <a:pathLst>
                <a:path w="173232" h="128917">
                  <a:moveTo>
                    <a:pt x="128916" y="0"/>
                  </a:moveTo>
                  <a:lnTo>
                    <a:pt x="129980" y="0"/>
                  </a:lnTo>
                  <a:lnTo>
                    <a:pt x="131047" y="0"/>
                  </a:lnTo>
                  <a:lnTo>
                    <a:pt x="132119" y="0"/>
                  </a:lnTo>
                  <a:lnTo>
                    <a:pt x="133198" y="0"/>
                  </a:lnTo>
                  <a:lnTo>
                    <a:pt x="134288" y="0"/>
                  </a:lnTo>
                  <a:lnTo>
                    <a:pt x="134074" y="2241"/>
                  </a:lnTo>
                  <a:lnTo>
                    <a:pt x="133900" y="4051"/>
                  </a:lnTo>
                  <a:lnTo>
                    <a:pt x="133756" y="5495"/>
                  </a:lnTo>
                  <a:lnTo>
                    <a:pt x="133635" y="6636"/>
                  </a:lnTo>
                  <a:lnTo>
                    <a:pt x="133530" y="7539"/>
                  </a:lnTo>
                  <a:lnTo>
                    <a:pt x="133431" y="8269"/>
                  </a:lnTo>
                  <a:lnTo>
                    <a:pt x="133332" y="8889"/>
                  </a:lnTo>
                  <a:lnTo>
                    <a:pt x="133223" y="9466"/>
                  </a:lnTo>
                  <a:lnTo>
                    <a:pt x="133097" y="10062"/>
                  </a:lnTo>
                  <a:lnTo>
                    <a:pt x="132945" y="10743"/>
                  </a:lnTo>
                  <a:lnTo>
                    <a:pt x="131612" y="11409"/>
                  </a:lnTo>
                  <a:lnTo>
                    <a:pt x="130259" y="12086"/>
                  </a:lnTo>
                  <a:lnTo>
                    <a:pt x="129765" y="13111"/>
                  </a:lnTo>
                  <a:lnTo>
                    <a:pt x="129295" y="14123"/>
                  </a:lnTo>
                  <a:lnTo>
                    <a:pt x="128848" y="15125"/>
                  </a:lnTo>
                  <a:lnTo>
                    <a:pt x="128424" y="16118"/>
                  </a:lnTo>
                  <a:lnTo>
                    <a:pt x="128023" y="17107"/>
                  </a:lnTo>
                  <a:lnTo>
                    <a:pt x="127645" y="18093"/>
                  </a:lnTo>
                  <a:lnTo>
                    <a:pt x="127289" y="19079"/>
                  </a:lnTo>
                  <a:lnTo>
                    <a:pt x="126955" y="20068"/>
                  </a:lnTo>
                  <a:lnTo>
                    <a:pt x="126643" y="21063"/>
                  </a:lnTo>
                  <a:lnTo>
                    <a:pt x="126352" y="22066"/>
                  </a:lnTo>
                  <a:lnTo>
                    <a:pt x="126082" y="23080"/>
                  </a:lnTo>
                  <a:lnTo>
                    <a:pt x="125833" y="24107"/>
                  </a:lnTo>
                  <a:lnTo>
                    <a:pt x="125604" y="25151"/>
                  </a:lnTo>
                  <a:lnTo>
                    <a:pt x="125395" y="26214"/>
                  </a:lnTo>
                  <a:lnTo>
                    <a:pt x="125207" y="27299"/>
                  </a:lnTo>
                  <a:lnTo>
                    <a:pt x="125038" y="28407"/>
                  </a:lnTo>
                  <a:lnTo>
                    <a:pt x="124888" y="29543"/>
                  </a:lnTo>
                  <a:lnTo>
                    <a:pt x="123555" y="29543"/>
                  </a:lnTo>
                  <a:lnTo>
                    <a:pt x="122202" y="29543"/>
                  </a:lnTo>
                  <a:lnTo>
                    <a:pt x="122202" y="30607"/>
                  </a:lnTo>
                  <a:lnTo>
                    <a:pt x="122202" y="31674"/>
                  </a:lnTo>
                  <a:lnTo>
                    <a:pt x="122202" y="32746"/>
                  </a:lnTo>
                  <a:lnTo>
                    <a:pt x="122202" y="33825"/>
                  </a:lnTo>
                  <a:lnTo>
                    <a:pt x="122202" y="34915"/>
                  </a:lnTo>
                  <a:lnTo>
                    <a:pt x="122793" y="34893"/>
                  </a:lnTo>
                  <a:lnTo>
                    <a:pt x="123836" y="34855"/>
                  </a:lnTo>
                  <a:lnTo>
                    <a:pt x="126225" y="34768"/>
                  </a:lnTo>
                  <a:lnTo>
                    <a:pt x="127338" y="34784"/>
                  </a:lnTo>
                  <a:lnTo>
                    <a:pt x="128442" y="34829"/>
                  </a:lnTo>
                  <a:lnTo>
                    <a:pt x="129538" y="34900"/>
                  </a:lnTo>
                  <a:lnTo>
                    <a:pt x="130627" y="34996"/>
                  </a:lnTo>
                  <a:lnTo>
                    <a:pt x="131711" y="35117"/>
                  </a:lnTo>
                  <a:lnTo>
                    <a:pt x="132789" y="35259"/>
                  </a:lnTo>
                  <a:lnTo>
                    <a:pt x="133863" y="35422"/>
                  </a:lnTo>
                  <a:lnTo>
                    <a:pt x="134934" y="35603"/>
                  </a:lnTo>
                  <a:lnTo>
                    <a:pt x="136003" y="35802"/>
                  </a:lnTo>
                  <a:lnTo>
                    <a:pt x="137070" y="36016"/>
                  </a:lnTo>
                  <a:lnTo>
                    <a:pt x="138138" y="36244"/>
                  </a:lnTo>
                  <a:lnTo>
                    <a:pt x="139207" y="36485"/>
                  </a:lnTo>
                  <a:lnTo>
                    <a:pt x="140278" y="36736"/>
                  </a:lnTo>
                  <a:lnTo>
                    <a:pt x="141351" y="36997"/>
                  </a:lnTo>
                  <a:lnTo>
                    <a:pt x="142429" y="37265"/>
                  </a:lnTo>
                  <a:lnTo>
                    <a:pt x="143905" y="37624"/>
                  </a:lnTo>
                  <a:lnTo>
                    <a:pt x="145403" y="37987"/>
                  </a:lnTo>
                  <a:lnTo>
                    <a:pt x="146441" y="38245"/>
                  </a:lnTo>
                  <a:lnTo>
                    <a:pt x="147479" y="38504"/>
                  </a:lnTo>
                  <a:lnTo>
                    <a:pt x="148516" y="38767"/>
                  </a:lnTo>
                  <a:lnTo>
                    <a:pt x="149552" y="39032"/>
                  </a:lnTo>
                  <a:lnTo>
                    <a:pt x="150587" y="39299"/>
                  </a:lnTo>
                  <a:lnTo>
                    <a:pt x="151622" y="39568"/>
                  </a:lnTo>
                  <a:lnTo>
                    <a:pt x="152656" y="39840"/>
                  </a:lnTo>
                  <a:lnTo>
                    <a:pt x="153689" y="40113"/>
                  </a:lnTo>
                  <a:lnTo>
                    <a:pt x="154722" y="40389"/>
                  </a:lnTo>
                  <a:lnTo>
                    <a:pt x="155754" y="40667"/>
                  </a:lnTo>
                  <a:lnTo>
                    <a:pt x="156786" y="40947"/>
                  </a:lnTo>
                  <a:lnTo>
                    <a:pt x="157817" y="41229"/>
                  </a:lnTo>
                  <a:lnTo>
                    <a:pt x="158848" y="41513"/>
                  </a:lnTo>
                  <a:lnTo>
                    <a:pt x="159878" y="41799"/>
                  </a:lnTo>
                  <a:lnTo>
                    <a:pt x="160907" y="42087"/>
                  </a:lnTo>
                  <a:lnTo>
                    <a:pt x="161936" y="42376"/>
                  </a:lnTo>
                  <a:lnTo>
                    <a:pt x="162965" y="42667"/>
                  </a:lnTo>
                  <a:lnTo>
                    <a:pt x="163993" y="42960"/>
                  </a:lnTo>
                  <a:lnTo>
                    <a:pt x="165021" y="43254"/>
                  </a:lnTo>
                  <a:lnTo>
                    <a:pt x="166049" y="43550"/>
                  </a:lnTo>
                  <a:lnTo>
                    <a:pt x="167076" y="43847"/>
                  </a:lnTo>
                  <a:lnTo>
                    <a:pt x="168102" y="44145"/>
                  </a:lnTo>
                  <a:lnTo>
                    <a:pt x="169129" y="44445"/>
                  </a:lnTo>
                  <a:lnTo>
                    <a:pt x="170155" y="44747"/>
                  </a:lnTo>
                  <a:lnTo>
                    <a:pt x="171181" y="45049"/>
                  </a:lnTo>
                  <a:lnTo>
                    <a:pt x="172206" y="45353"/>
                  </a:lnTo>
                  <a:lnTo>
                    <a:pt x="173232" y="45658"/>
                  </a:lnTo>
                  <a:lnTo>
                    <a:pt x="173232" y="46991"/>
                  </a:lnTo>
                  <a:lnTo>
                    <a:pt x="173232" y="48344"/>
                  </a:lnTo>
                  <a:lnTo>
                    <a:pt x="172144" y="48344"/>
                  </a:lnTo>
                  <a:lnTo>
                    <a:pt x="171055" y="48344"/>
                  </a:lnTo>
                  <a:lnTo>
                    <a:pt x="169966" y="48344"/>
                  </a:lnTo>
                  <a:lnTo>
                    <a:pt x="168875" y="48344"/>
                  </a:lnTo>
                  <a:lnTo>
                    <a:pt x="167782" y="48344"/>
                  </a:lnTo>
                  <a:lnTo>
                    <a:pt x="166686" y="48344"/>
                  </a:lnTo>
                  <a:lnTo>
                    <a:pt x="165586" y="48344"/>
                  </a:lnTo>
                  <a:lnTo>
                    <a:pt x="164483" y="48344"/>
                  </a:lnTo>
                  <a:lnTo>
                    <a:pt x="163376" y="48344"/>
                  </a:lnTo>
                  <a:lnTo>
                    <a:pt x="162263" y="48344"/>
                  </a:lnTo>
                  <a:lnTo>
                    <a:pt x="161146" y="48344"/>
                  </a:lnTo>
                  <a:lnTo>
                    <a:pt x="161146" y="49676"/>
                  </a:lnTo>
                  <a:lnTo>
                    <a:pt x="161146" y="51029"/>
                  </a:lnTo>
                  <a:lnTo>
                    <a:pt x="159919" y="51299"/>
                  </a:lnTo>
                  <a:lnTo>
                    <a:pt x="158688" y="51571"/>
                  </a:lnTo>
                  <a:lnTo>
                    <a:pt x="157448" y="51844"/>
                  </a:lnTo>
                  <a:lnTo>
                    <a:pt x="156193" y="52120"/>
                  </a:lnTo>
                  <a:lnTo>
                    <a:pt x="155151" y="52351"/>
                  </a:lnTo>
                  <a:lnTo>
                    <a:pt x="154109" y="52583"/>
                  </a:lnTo>
                  <a:lnTo>
                    <a:pt x="153067" y="52817"/>
                  </a:lnTo>
                  <a:lnTo>
                    <a:pt x="152026" y="53052"/>
                  </a:lnTo>
                  <a:lnTo>
                    <a:pt x="150985" y="53289"/>
                  </a:lnTo>
                  <a:lnTo>
                    <a:pt x="149945" y="53527"/>
                  </a:lnTo>
                  <a:lnTo>
                    <a:pt x="148905" y="53767"/>
                  </a:lnTo>
                  <a:lnTo>
                    <a:pt x="147865" y="54008"/>
                  </a:lnTo>
                  <a:lnTo>
                    <a:pt x="146826" y="54252"/>
                  </a:lnTo>
                  <a:lnTo>
                    <a:pt x="145787" y="54497"/>
                  </a:lnTo>
                  <a:lnTo>
                    <a:pt x="144748" y="54744"/>
                  </a:lnTo>
                  <a:lnTo>
                    <a:pt x="143710" y="54989"/>
                  </a:lnTo>
                  <a:lnTo>
                    <a:pt x="142674" y="55232"/>
                  </a:lnTo>
                  <a:lnTo>
                    <a:pt x="141640" y="55471"/>
                  </a:lnTo>
                  <a:lnTo>
                    <a:pt x="140607" y="55706"/>
                  </a:lnTo>
                  <a:lnTo>
                    <a:pt x="139575" y="55938"/>
                  </a:lnTo>
                  <a:lnTo>
                    <a:pt x="138544" y="56165"/>
                  </a:lnTo>
                  <a:lnTo>
                    <a:pt x="137513" y="56388"/>
                  </a:lnTo>
                  <a:lnTo>
                    <a:pt x="136482" y="56606"/>
                  </a:lnTo>
                  <a:lnTo>
                    <a:pt x="135452" y="56818"/>
                  </a:lnTo>
                  <a:lnTo>
                    <a:pt x="134421" y="57026"/>
                  </a:lnTo>
                  <a:lnTo>
                    <a:pt x="133389" y="57227"/>
                  </a:lnTo>
                  <a:lnTo>
                    <a:pt x="132357" y="57423"/>
                  </a:lnTo>
                  <a:lnTo>
                    <a:pt x="131323" y="57612"/>
                  </a:lnTo>
                  <a:lnTo>
                    <a:pt x="130288" y="57794"/>
                  </a:lnTo>
                  <a:lnTo>
                    <a:pt x="129251" y="57970"/>
                  </a:lnTo>
                  <a:lnTo>
                    <a:pt x="128212" y="58138"/>
                  </a:lnTo>
                  <a:lnTo>
                    <a:pt x="127170" y="58298"/>
                  </a:lnTo>
                  <a:lnTo>
                    <a:pt x="126126" y="58451"/>
                  </a:lnTo>
                  <a:lnTo>
                    <a:pt x="125080" y="58596"/>
                  </a:lnTo>
                  <a:lnTo>
                    <a:pt x="124030" y="58732"/>
                  </a:lnTo>
                  <a:lnTo>
                    <a:pt x="122977" y="58859"/>
                  </a:lnTo>
                  <a:lnTo>
                    <a:pt x="121920" y="58978"/>
                  </a:lnTo>
                  <a:lnTo>
                    <a:pt x="120859" y="59087"/>
                  </a:lnTo>
                  <a:lnTo>
                    <a:pt x="121005" y="60447"/>
                  </a:lnTo>
                  <a:lnTo>
                    <a:pt x="121133" y="61462"/>
                  </a:lnTo>
                  <a:lnTo>
                    <a:pt x="121279" y="62318"/>
                  </a:lnTo>
                  <a:lnTo>
                    <a:pt x="121481" y="63202"/>
                  </a:lnTo>
                  <a:lnTo>
                    <a:pt x="121776" y="64301"/>
                  </a:lnTo>
                  <a:lnTo>
                    <a:pt x="122202" y="65801"/>
                  </a:lnTo>
                  <a:lnTo>
                    <a:pt x="123271" y="66349"/>
                  </a:lnTo>
                  <a:lnTo>
                    <a:pt x="124343" y="66892"/>
                  </a:lnTo>
                  <a:lnTo>
                    <a:pt x="125417" y="67429"/>
                  </a:lnTo>
                  <a:lnTo>
                    <a:pt x="126494" y="67961"/>
                  </a:lnTo>
                  <a:lnTo>
                    <a:pt x="127574" y="68487"/>
                  </a:lnTo>
                  <a:lnTo>
                    <a:pt x="128285" y="69987"/>
                  </a:lnTo>
                  <a:lnTo>
                    <a:pt x="128792" y="71086"/>
                  </a:lnTo>
                  <a:lnTo>
                    <a:pt x="129168" y="71970"/>
                  </a:lnTo>
                  <a:lnTo>
                    <a:pt x="129488" y="72826"/>
                  </a:lnTo>
                  <a:lnTo>
                    <a:pt x="129827" y="73841"/>
                  </a:lnTo>
                  <a:lnTo>
                    <a:pt x="130259" y="75201"/>
                  </a:lnTo>
                  <a:lnTo>
                    <a:pt x="129152" y="75436"/>
                  </a:lnTo>
                  <a:lnTo>
                    <a:pt x="128050" y="75656"/>
                  </a:lnTo>
                  <a:lnTo>
                    <a:pt x="126953" y="75859"/>
                  </a:lnTo>
                  <a:lnTo>
                    <a:pt x="125860" y="76046"/>
                  </a:lnTo>
                  <a:lnTo>
                    <a:pt x="124767" y="76218"/>
                  </a:lnTo>
                  <a:lnTo>
                    <a:pt x="123674" y="76373"/>
                  </a:lnTo>
                  <a:lnTo>
                    <a:pt x="122579" y="76512"/>
                  </a:lnTo>
                  <a:lnTo>
                    <a:pt x="121481" y="76636"/>
                  </a:lnTo>
                  <a:lnTo>
                    <a:pt x="120376" y="76743"/>
                  </a:lnTo>
                  <a:lnTo>
                    <a:pt x="119265" y="76834"/>
                  </a:lnTo>
                  <a:lnTo>
                    <a:pt x="118145" y="76909"/>
                  </a:lnTo>
                  <a:lnTo>
                    <a:pt x="117014" y="76969"/>
                  </a:lnTo>
                  <a:lnTo>
                    <a:pt x="115822" y="77025"/>
                  </a:lnTo>
                  <a:lnTo>
                    <a:pt x="114623" y="77082"/>
                  </a:lnTo>
                  <a:lnTo>
                    <a:pt x="113408" y="77139"/>
                  </a:lnTo>
                  <a:lnTo>
                    <a:pt x="112181" y="77192"/>
                  </a:lnTo>
                  <a:lnTo>
                    <a:pt x="110947" y="77246"/>
                  </a:lnTo>
                  <a:lnTo>
                    <a:pt x="109697" y="77299"/>
                  </a:lnTo>
                  <a:lnTo>
                    <a:pt x="108445" y="77358"/>
                  </a:lnTo>
                  <a:lnTo>
                    <a:pt x="107184" y="77416"/>
                  </a:lnTo>
                  <a:lnTo>
                    <a:pt x="105906" y="77475"/>
                  </a:lnTo>
                  <a:lnTo>
                    <a:pt x="104754" y="77528"/>
                  </a:lnTo>
                  <a:lnTo>
                    <a:pt x="103602" y="77580"/>
                  </a:lnTo>
                  <a:lnTo>
                    <a:pt x="102450" y="77632"/>
                  </a:lnTo>
                  <a:lnTo>
                    <a:pt x="101297" y="77684"/>
                  </a:lnTo>
                  <a:lnTo>
                    <a:pt x="100145" y="77735"/>
                  </a:lnTo>
                  <a:lnTo>
                    <a:pt x="98992" y="77786"/>
                  </a:lnTo>
                  <a:lnTo>
                    <a:pt x="97840" y="77837"/>
                  </a:lnTo>
                  <a:lnTo>
                    <a:pt x="96687" y="77887"/>
                  </a:lnTo>
                  <a:lnTo>
                    <a:pt x="96743" y="78391"/>
                  </a:lnTo>
                  <a:lnTo>
                    <a:pt x="96794" y="78850"/>
                  </a:lnTo>
                  <a:lnTo>
                    <a:pt x="96846" y="79319"/>
                  </a:lnTo>
                  <a:lnTo>
                    <a:pt x="96906" y="79853"/>
                  </a:lnTo>
                  <a:lnTo>
                    <a:pt x="96978" y="80505"/>
                  </a:lnTo>
                  <a:lnTo>
                    <a:pt x="97070" y="81332"/>
                  </a:lnTo>
                  <a:lnTo>
                    <a:pt x="97187" y="82386"/>
                  </a:lnTo>
                  <a:lnTo>
                    <a:pt x="97336" y="83723"/>
                  </a:lnTo>
                  <a:lnTo>
                    <a:pt x="97522" y="85397"/>
                  </a:lnTo>
                  <a:lnTo>
                    <a:pt x="97751" y="87462"/>
                  </a:lnTo>
                  <a:lnTo>
                    <a:pt x="98030" y="89973"/>
                  </a:lnTo>
                  <a:lnTo>
                    <a:pt x="96967" y="89973"/>
                  </a:lnTo>
                  <a:lnTo>
                    <a:pt x="95903" y="89973"/>
                  </a:lnTo>
                  <a:lnTo>
                    <a:pt x="94839" y="89973"/>
                  </a:lnTo>
                  <a:lnTo>
                    <a:pt x="93774" y="89973"/>
                  </a:lnTo>
                  <a:lnTo>
                    <a:pt x="92709" y="89973"/>
                  </a:lnTo>
                  <a:lnTo>
                    <a:pt x="91643" y="89973"/>
                  </a:lnTo>
                  <a:lnTo>
                    <a:pt x="90576" y="89973"/>
                  </a:lnTo>
                  <a:lnTo>
                    <a:pt x="89508" y="89973"/>
                  </a:lnTo>
                  <a:lnTo>
                    <a:pt x="88439" y="89973"/>
                  </a:lnTo>
                  <a:lnTo>
                    <a:pt x="87368" y="89973"/>
                  </a:lnTo>
                  <a:lnTo>
                    <a:pt x="86295" y="89973"/>
                  </a:lnTo>
                  <a:lnTo>
                    <a:pt x="85221" y="89973"/>
                  </a:lnTo>
                  <a:lnTo>
                    <a:pt x="84145" y="89973"/>
                  </a:lnTo>
                  <a:lnTo>
                    <a:pt x="83067" y="89973"/>
                  </a:lnTo>
                  <a:lnTo>
                    <a:pt x="81986" y="89973"/>
                  </a:lnTo>
                  <a:lnTo>
                    <a:pt x="80903" y="89973"/>
                  </a:lnTo>
                  <a:lnTo>
                    <a:pt x="79818" y="89973"/>
                  </a:lnTo>
                  <a:lnTo>
                    <a:pt x="78729" y="89973"/>
                  </a:lnTo>
                  <a:lnTo>
                    <a:pt x="77638" y="89973"/>
                  </a:lnTo>
                  <a:lnTo>
                    <a:pt x="76544" y="89973"/>
                  </a:lnTo>
                  <a:lnTo>
                    <a:pt x="76552" y="91012"/>
                  </a:lnTo>
                  <a:lnTo>
                    <a:pt x="76561" y="92051"/>
                  </a:lnTo>
                  <a:lnTo>
                    <a:pt x="76569" y="93092"/>
                  </a:lnTo>
                  <a:lnTo>
                    <a:pt x="76577" y="94134"/>
                  </a:lnTo>
                  <a:lnTo>
                    <a:pt x="76586" y="95179"/>
                  </a:lnTo>
                  <a:lnTo>
                    <a:pt x="76594" y="96227"/>
                  </a:lnTo>
                  <a:lnTo>
                    <a:pt x="76602" y="97279"/>
                  </a:lnTo>
                  <a:lnTo>
                    <a:pt x="76611" y="98335"/>
                  </a:lnTo>
                  <a:lnTo>
                    <a:pt x="76619" y="99397"/>
                  </a:lnTo>
                  <a:lnTo>
                    <a:pt x="76627" y="100464"/>
                  </a:lnTo>
                  <a:lnTo>
                    <a:pt x="76630" y="101514"/>
                  </a:lnTo>
                  <a:lnTo>
                    <a:pt x="76628" y="102562"/>
                  </a:lnTo>
                  <a:lnTo>
                    <a:pt x="76623" y="103610"/>
                  </a:lnTo>
                  <a:lnTo>
                    <a:pt x="76614" y="104657"/>
                  </a:lnTo>
                  <a:lnTo>
                    <a:pt x="76601" y="105702"/>
                  </a:lnTo>
                  <a:lnTo>
                    <a:pt x="76584" y="106747"/>
                  </a:lnTo>
                  <a:lnTo>
                    <a:pt x="76562" y="107790"/>
                  </a:lnTo>
                  <a:lnTo>
                    <a:pt x="76537" y="108833"/>
                  </a:lnTo>
                  <a:lnTo>
                    <a:pt x="76506" y="109876"/>
                  </a:lnTo>
                  <a:lnTo>
                    <a:pt x="76471" y="110917"/>
                  </a:lnTo>
                  <a:lnTo>
                    <a:pt x="76432" y="111959"/>
                  </a:lnTo>
                  <a:lnTo>
                    <a:pt x="76387" y="112999"/>
                  </a:lnTo>
                  <a:lnTo>
                    <a:pt x="76338" y="114040"/>
                  </a:lnTo>
                  <a:lnTo>
                    <a:pt x="76284" y="115080"/>
                  </a:lnTo>
                  <a:lnTo>
                    <a:pt x="76225" y="116120"/>
                  </a:lnTo>
                  <a:lnTo>
                    <a:pt x="76160" y="117160"/>
                  </a:lnTo>
                  <a:lnTo>
                    <a:pt x="76090" y="118200"/>
                  </a:lnTo>
                  <a:lnTo>
                    <a:pt x="76014" y="119240"/>
                  </a:lnTo>
                  <a:lnTo>
                    <a:pt x="75933" y="120280"/>
                  </a:lnTo>
                  <a:lnTo>
                    <a:pt x="75847" y="121321"/>
                  </a:lnTo>
                  <a:lnTo>
                    <a:pt x="75754" y="122362"/>
                  </a:lnTo>
                  <a:lnTo>
                    <a:pt x="75656" y="123403"/>
                  </a:lnTo>
                  <a:lnTo>
                    <a:pt x="75551" y="124445"/>
                  </a:lnTo>
                  <a:lnTo>
                    <a:pt x="75441" y="125487"/>
                  </a:lnTo>
                  <a:lnTo>
                    <a:pt x="75324" y="126530"/>
                  </a:lnTo>
                  <a:lnTo>
                    <a:pt x="75201" y="127574"/>
                  </a:lnTo>
                  <a:lnTo>
                    <a:pt x="73870" y="127574"/>
                  </a:lnTo>
                  <a:lnTo>
                    <a:pt x="72530" y="127574"/>
                  </a:lnTo>
                  <a:lnTo>
                    <a:pt x="71173" y="127574"/>
                  </a:lnTo>
                  <a:lnTo>
                    <a:pt x="71173" y="126243"/>
                  </a:lnTo>
                  <a:lnTo>
                    <a:pt x="71173" y="124903"/>
                  </a:lnTo>
                  <a:lnTo>
                    <a:pt x="71173" y="123545"/>
                  </a:lnTo>
                  <a:lnTo>
                    <a:pt x="69840" y="123545"/>
                  </a:lnTo>
                  <a:lnTo>
                    <a:pt x="68487" y="123545"/>
                  </a:lnTo>
                  <a:lnTo>
                    <a:pt x="67485" y="121623"/>
                  </a:lnTo>
                  <a:lnTo>
                    <a:pt x="66665" y="120035"/>
                  </a:lnTo>
                  <a:lnTo>
                    <a:pt x="66008" y="118733"/>
                  </a:lnTo>
                  <a:lnTo>
                    <a:pt x="65496" y="117668"/>
                  </a:lnTo>
                  <a:lnTo>
                    <a:pt x="65112" y="116793"/>
                  </a:lnTo>
                  <a:lnTo>
                    <a:pt x="64836" y="116058"/>
                  </a:lnTo>
                  <a:lnTo>
                    <a:pt x="64652" y="115416"/>
                  </a:lnTo>
                  <a:lnTo>
                    <a:pt x="64540" y="114818"/>
                  </a:lnTo>
                  <a:lnTo>
                    <a:pt x="64482" y="114215"/>
                  </a:lnTo>
                  <a:lnTo>
                    <a:pt x="64461" y="113559"/>
                  </a:lnTo>
                  <a:lnTo>
                    <a:pt x="64458" y="112802"/>
                  </a:lnTo>
                  <a:lnTo>
                    <a:pt x="63460" y="112469"/>
                  </a:lnTo>
                  <a:lnTo>
                    <a:pt x="62459" y="112136"/>
                  </a:lnTo>
                  <a:lnTo>
                    <a:pt x="61450" y="111799"/>
                  </a:lnTo>
                  <a:lnTo>
                    <a:pt x="60429" y="111459"/>
                  </a:lnTo>
                  <a:lnTo>
                    <a:pt x="59530" y="110441"/>
                  </a:lnTo>
                  <a:lnTo>
                    <a:pt x="58897" y="109697"/>
                  </a:lnTo>
                  <a:lnTo>
                    <a:pt x="58361" y="109008"/>
                  </a:lnTo>
                  <a:lnTo>
                    <a:pt x="57753" y="108157"/>
                  </a:lnTo>
                  <a:lnTo>
                    <a:pt x="56904" y="106927"/>
                  </a:lnTo>
                  <a:lnTo>
                    <a:pt x="56045" y="105703"/>
                  </a:lnTo>
                  <a:lnTo>
                    <a:pt x="55173" y="104461"/>
                  </a:lnTo>
                  <a:lnTo>
                    <a:pt x="54553" y="103431"/>
                  </a:lnTo>
                  <a:lnTo>
                    <a:pt x="54097" y="102622"/>
                  </a:lnTo>
                  <a:lnTo>
                    <a:pt x="53729" y="101856"/>
                  </a:lnTo>
                  <a:lnTo>
                    <a:pt x="53371" y="100954"/>
                  </a:lnTo>
                  <a:lnTo>
                    <a:pt x="52945" y="99739"/>
                  </a:lnTo>
                  <a:lnTo>
                    <a:pt x="52372" y="98030"/>
                  </a:lnTo>
                  <a:lnTo>
                    <a:pt x="51264" y="98030"/>
                  </a:lnTo>
                  <a:lnTo>
                    <a:pt x="50154" y="98030"/>
                  </a:lnTo>
                  <a:lnTo>
                    <a:pt x="49040" y="98030"/>
                  </a:lnTo>
                  <a:lnTo>
                    <a:pt x="47921" y="98030"/>
                  </a:lnTo>
                  <a:lnTo>
                    <a:pt x="46794" y="98030"/>
                  </a:lnTo>
                  <a:lnTo>
                    <a:pt x="45658" y="98030"/>
                  </a:lnTo>
                  <a:lnTo>
                    <a:pt x="45658" y="99363"/>
                  </a:lnTo>
                  <a:lnTo>
                    <a:pt x="45658" y="100716"/>
                  </a:lnTo>
                  <a:lnTo>
                    <a:pt x="44598" y="101277"/>
                  </a:lnTo>
                  <a:lnTo>
                    <a:pt x="43533" y="101841"/>
                  </a:lnTo>
                  <a:lnTo>
                    <a:pt x="42461" y="102409"/>
                  </a:lnTo>
                  <a:lnTo>
                    <a:pt x="41377" y="102983"/>
                  </a:lnTo>
                  <a:lnTo>
                    <a:pt x="40355" y="103575"/>
                  </a:lnTo>
                  <a:lnTo>
                    <a:pt x="39402" y="104158"/>
                  </a:lnTo>
                  <a:lnTo>
                    <a:pt x="38507" y="104740"/>
                  </a:lnTo>
                  <a:lnTo>
                    <a:pt x="37654" y="105333"/>
                  </a:lnTo>
                  <a:lnTo>
                    <a:pt x="36832" y="105944"/>
                  </a:lnTo>
                  <a:lnTo>
                    <a:pt x="36029" y="106583"/>
                  </a:lnTo>
                  <a:lnTo>
                    <a:pt x="35229" y="107260"/>
                  </a:lnTo>
                  <a:lnTo>
                    <a:pt x="34422" y="107985"/>
                  </a:lnTo>
                  <a:lnTo>
                    <a:pt x="33594" y="108766"/>
                  </a:lnTo>
                  <a:lnTo>
                    <a:pt x="32732" y="109613"/>
                  </a:lnTo>
                  <a:lnTo>
                    <a:pt x="31870" y="110448"/>
                  </a:lnTo>
                  <a:lnTo>
                    <a:pt x="31038" y="111196"/>
                  </a:lnTo>
                  <a:lnTo>
                    <a:pt x="30225" y="111865"/>
                  </a:lnTo>
                  <a:lnTo>
                    <a:pt x="29416" y="112465"/>
                  </a:lnTo>
                  <a:lnTo>
                    <a:pt x="28600" y="113005"/>
                  </a:lnTo>
                  <a:lnTo>
                    <a:pt x="27764" y="113493"/>
                  </a:lnTo>
                  <a:lnTo>
                    <a:pt x="26895" y="113940"/>
                  </a:lnTo>
                  <a:lnTo>
                    <a:pt x="25979" y="114353"/>
                  </a:lnTo>
                  <a:lnTo>
                    <a:pt x="25005" y="114743"/>
                  </a:lnTo>
                  <a:lnTo>
                    <a:pt x="23959" y="115118"/>
                  </a:lnTo>
                  <a:lnTo>
                    <a:pt x="22829" y="115488"/>
                  </a:lnTo>
                  <a:lnTo>
                    <a:pt x="22829" y="116821"/>
                  </a:lnTo>
                  <a:lnTo>
                    <a:pt x="22829" y="118174"/>
                  </a:lnTo>
                  <a:lnTo>
                    <a:pt x="21727" y="119009"/>
                  </a:lnTo>
                  <a:lnTo>
                    <a:pt x="20911" y="119606"/>
                  </a:lnTo>
                  <a:lnTo>
                    <a:pt x="20132" y="120129"/>
                  </a:lnTo>
                  <a:lnTo>
                    <a:pt x="19147" y="120743"/>
                  </a:lnTo>
                  <a:lnTo>
                    <a:pt x="17710" y="121614"/>
                  </a:lnTo>
                  <a:lnTo>
                    <a:pt x="17286" y="121875"/>
                  </a:lnTo>
                  <a:lnTo>
                    <a:pt x="16539" y="122333"/>
                  </a:lnTo>
                  <a:lnTo>
                    <a:pt x="14829" y="123383"/>
                  </a:lnTo>
                  <a:lnTo>
                    <a:pt x="13802" y="123944"/>
                  </a:lnTo>
                  <a:lnTo>
                    <a:pt x="12992" y="124371"/>
                  </a:lnTo>
                  <a:lnTo>
                    <a:pt x="12280" y="124713"/>
                  </a:lnTo>
                  <a:lnTo>
                    <a:pt x="11550" y="125020"/>
                  </a:lnTo>
                  <a:lnTo>
                    <a:pt x="10681" y="125342"/>
                  </a:lnTo>
                  <a:lnTo>
                    <a:pt x="9557" y="125729"/>
                  </a:lnTo>
                  <a:lnTo>
                    <a:pt x="8057" y="126231"/>
                  </a:lnTo>
                  <a:lnTo>
                    <a:pt x="8057" y="127564"/>
                  </a:lnTo>
                  <a:lnTo>
                    <a:pt x="8057" y="128917"/>
                  </a:lnTo>
                  <a:lnTo>
                    <a:pt x="6724" y="128917"/>
                  </a:lnTo>
                  <a:lnTo>
                    <a:pt x="5371" y="128917"/>
                  </a:lnTo>
                  <a:lnTo>
                    <a:pt x="5555" y="127782"/>
                  </a:lnTo>
                  <a:lnTo>
                    <a:pt x="5768" y="126690"/>
                  </a:lnTo>
                  <a:lnTo>
                    <a:pt x="6011" y="125635"/>
                  </a:lnTo>
                  <a:lnTo>
                    <a:pt x="6283" y="124613"/>
                  </a:lnTo>
                  <a:lnTo>
                    <a:pt x="6585" y="123617"/>
                  </a:lnTo>
                  <a:lnTo>
                    <a:pt x="6917" y="122643"/>
                  </a:lnTo>
                  <a:lnTo>
                    <a:pt x="7279" y="121685"/>
                  </a:lnTo>
                  <a:lnTo>
                    <a:pt x="7671" y="120738"/>
                  </a:lnTo>
                  <a:lnTo>
                    <a:pt x="8093" y="119796"/>
                  </a:lnTo>
                  <a:lnTo>
                    <a:pt x="8545" y="118855"/>
                  </a:lnTo>
                  <a:lnTo>
                    <a:pt x="9028" y="117908"/>
                  </a:lnTo>
                  <a:lnTo>
                    <a:pt x="9541" y="116951"/>
                  </a:lnTo>
                  <a:lnTo>
                    <a:pt x="10085" y="115978"/>
                  </a:lnTo>
                  <a:lnTo>
                    <a:pt x="10660" y="114984"/>
                  </a:lnTo>
                  <a:lnTo>
                    <a:pt x="11211" y="113994"/>
                  </a:lnTo>
                  <a:lnTo>
                    <a:pt x="11743" y="113016"/>
                  </a:lnTo>
                  <a:lnTo>
                    <a:pt x="12255" y="112046"/>
                  </a:lnTo>
                  <a:lnTo>
                    <a:pt x="12748" y="111082"/>
                  </a:lnTo>
                  <a:lnTo>
                    <a:pt x="13221" y="110122"/>
                  </a:lnTo>
                  <a:lnTo>
                    <a:pt x="13675" y="109163"/>
                  </a:lnTo>
                  <a:lnTo>
                    <a:pt x="14109" y="108203"/>
                  </a:lnTo>
                  <a:lnTo>
                    <a:pt x="14526" y="107240"/>
                  </a:lnTo>
                  <a:lnTo>
                    <a:pt x="14923" y="106272"/>
                  </a:lnTo>
                  <a:lnTo>
                    <a:pt x="15302" y="105295"/>
                  </a:lnTo>
                  <a:lnTo>
                    <a:pt x="15663" y="104308"/>
                  </a:lnTo>
                  <a:lnTo>
                    <a:pt x="16006" y="103308"/>
                  </a:lnTo>
                  <a:lnTo>
                    <a:pt x="16331" y="102292"/>
                  </a:lnTo>
                  <a:lnTo>
                    <a:pt x="16638" y="101259"/>
                  </a:lnTo>
                  <a:lnTo>
                    <a:pt x="16928" y="100206"/>
                  </a:lnTo>
                  <a:lnTo>
                    <a:pt x="17201" y="99131"/>
                  </a:lnTo>
                  <a:lnTo>
                    <a:pt x="17457" y="98030"/>
                  </a:lnTo>
                  <a:lnTo>
                    <a:pt x="18790" y="98030"/>
                  </a:lnTo>
                  <a:lnTo>
                    <a:pt x="20143" y="98030"/>
                  </a:lnTo>
                  <a:lnTo>
                    <a:pt x="20018" y="96614"/>
                  </a:lnTo>
                  <a:lnTo>
                    <a:pt x="19890" y="95177"/>
                  </a:lnTo>
                  <a:lnTo>
                    <a:pt x="19998" y="94027"/>
                  </a:lnTo>
                  <a:lnTo>
                    <a:pt x="20162" y="92939"/>
                  </a:lnTo>
                  <a:lnTo>
                    <a:pt x="20381" y="91902"/>
                  </a:lnTo>
                  <a:lnTo>
                    <a:pt x="20650" y="90907"/>
                  </a:lnTo>
                  <a:lnTo>
                    <a:pt x="20965" y="89944"/>
                  </a:lnTo>
                  <a:lnTo>
                    <a:pt x="21324" y="89002"/>
                  </a:lnTo>
                  <a:lnTo>
                    <a:pt x="21721" y="88073"/>
                  </a:lnTo>
                  <a:lnTo>
                    <a:pt x="22154" y="87145"/>
                  </a:lnTo>
                  <a:lnTo>
                    <a:pt x="22620" y="86210"/>
                  </a:lnTo>
                  <a:lnTo>
                    <a:pt x="23114" y="85257"/>
                  </a:lnTo>
                  <a:lnTo>
                    <a:pt x="23632" y="84277"/>
                  </a:lnTo>
                  <a:lnTo>
                    <a:pt x="24172" y="83259"/>
                  </a:lnTo>
                  <a:lnTo>
                    <a:pt x="23115" y="83550"/>
                  </a:lnTo>
                  <a:lnTo>
                    <a:pt x="22055" y="83842"/>
                  </a:lnTo>
                  <a:lnTo>
                    <a:pt x="20987" y="84136"/>
                  </a:lnTo>
                  <a:lnTo>
                    <a:pt x="19907" y="84434"/>
                  </a:lnTo>
                  <a:lnTo>
                    <a:pt x="18796" y="84736"/>
                  </a:lnTo>
                  <a:lnTo>
                    <a:pt x="17684" y="85038"/>
                  </a:lnTo>
                  <a:lnTo>
                    <a:pt x="16574" y="85340"/>
                  </a:lnTo>
                  <a:lnTo>
                    <a:pt x="15463" y="85642"/>
                  </a:lnTo>
                  <a:lnTo>
                    <a:pt x="14352" y="85944"/>
                  </a:lnTo>
                  <a:lnTo>
                    <a:pt x="12958" y="86330"/>
                  </a:lnTo>
                  <a:lnTo>
                    <a:pt x="11543" y="86721"/>
                  </a:lnTo>
                  <a:lnTo>
                    <a:pt x="10473" y="87007"/>
                  </a:lnTo>
                  <a:lnTo>
                    <a:pt x="9424" y="87279"/>
                  </a:lnTo>
                  <a:lnTo>
                    <a:pt x="8389" y="87534"/>
                  </a:lnTo>
                  <a:lnTo>
                    <a:pt x="7364" y="87768"/>
                  </a:lnTo>
                  <a:lnTo>
                    <a:pt x="6343" y="87981"/>
                  </a:lnTo>
                  <a:lnTo>
                    <a:pt x="5320" y="88168"/>
                  </a:lnTo>
                  <a:lnTo>
                    <a:pt x="4291" y="88327"/>
                  </a:lnTo>
                  <a:lnTo>
                    <a:pt x="3250" y="88456"/>
                  </a:lnTo>
                  <a:lnTo>
                    <a:pt x="2191" y="88551"/>
                  </a:lnTo>
                  <a:lnTo>
                    <a:pt x="1110" y="88610"/>
                  </a:lnTo>
                  <a:lnTo>
                    <a:pt x="0" y="88630"/>
                  </a:lnTo>
                  <a:lnTo>
                    <a:pt x="261" y="87567"/>
                  </a:lnTo>
                  <a:lnTo>
                    <a:pt x="530" y="86513"/>
                  </a:lnTo>
                  <a:lnTo>
                    <a:pt x="808" y="85465"/>
                  </a:lnTo>
                  <a:lnTo>
                    <a:pt x="1094" y="84423"/>
                  </a:lnTo>
                  <a:lnTo>
                    <a:pt x="1390" y="83384"/>
                  </a:lnTo>
                  <a:lnTo>
                    <a:pt x="1697" y="82347"/>
                  </a:lnTo>
                  <a:lnTo>
                    <a:pt x="2014" y="81311"/>
                  </a:lnTo>
                  <a:lnTo>
                    <a:pt x="2344" y="80272"/>
                  </a:lnTo>
                  <a:lnTo>
                    <a:pt x="2685" y="79230"/>
                  </a:lnTo>
                  <a:lnTo>
                    <a:pt x="4018" y="79230"/>
                  </a:lnTo>
                  <a:lnTo>
                    <a:pt x="5371" y="79230"/>
                  </a:lnTo>
                  <a:lnTo>
                    <a:pt x="5371" y="78166"/>
                  </a:lnTo>
                  <a:lnTo>
                    <a:pt x="5371" y="77099"/>
                  </a:lnTo>
                  <a:lnTo>
                    <a:pt x="5371" y="76028"/>
                  </a:lnTo>
                  <a:lnTo>
                    <a:pt x="5371" y="74948"/>
                  </a:lnTo>
                  <a:lnTo>
                    <a:pt x="5371" y="73858"/>
                  </a:lnTo>
                  <a:lnTo>
                    <a:pt x="6704" y="73858"/>
                  </a:lnTo>
                  <a:lnTo>
                    <a:pt x="8057" y="73858"/>
                  </a:lnTo>
                  <a:lnTo>
                    <a:pt x="8323" y="74922"/>
                  </a:lnTo>
                  <a:lnTo>
                    <a:pt x="8590" y="75989"/>
                  </a:lnTo>
                  <a:lnTo>
                    <a:pt x="8858" y="77061"/>
                  </a:lnTo>
                  <a:lnTo>
                    <a:pt x="9127" y="78140"/>
                  </a:lnTo>
                  <a:lnTo>
                    <a:pt x="9400" y="79230"/>
                  </a:lnTo>
                  <a:lnTo>
                    <a:pt x="10490" y="79684"/>
                  </a:lnTo>
                  <a:lnTo>
                    <a:pt x="11315" y="79981"/>
                  </a:lnTo>
                  <a:lnTo>
                    <a:pt x="12131" y="80185"/>
                  </a:lnTo>
                  <a:lnTo>
                    <a:pt x="13198" y="80361"/>
                  </a:lnTo>
                  <a:lnTo>
                    <a:pt x="14771" y="80573"/>
                  </a:lnTo>
                  <a:lnTo>
                    <a:pt x="15728" y="80095"/>
                  </a:lnTo>
                  <a:lnTo>
                    <a:pt x="16688" y="79615"/>
                  </a:lnTo>
                  <a:lnTo>
                    <a:pt x="17655" y="79131"/>
                  </a:lnTo>
                  <a:lnTo>
                    <a:pt x="18632" y="78642"/>
                  </a:lnTo>
                  <a:lnTo>
                    <a:pt x="19730" y="78118"/>
                  </a:lnTo>
                  <a:lnTo>
                    <a:pt x="20768" y="77675"/>
                  </a:lnTo>
                  <a:lnTo>
                    <a:pt x="21758" y="77308"/>
                  </a:lnTo>
                  <a:lnTo>
                    <a:pt x="22716" y="77012"/>
                  </a:lnTo>
                  <a:lnTo>
                    <a:pt x="23655" y="76781"/>
                  </a:lnTo>
                  <a:lnTo>
                    <a:pt x="24589" y="76610"/>
                  </a:lnTo>
                  <a:lnTo>
                    <a:pt x="25533" y="76494"/>
                  </a:lnTo>
                  <a:lnTo>
                    <a:pt x="26500" y="76426"/>
                  </a:lnTo>
                  <a:lnTo>
                    <a:pt x="27505" y="76403"/>
                  </a:lnTo>
                  <a:lnTo>
                    <a:pt x="28561" y="76419"/>
                  </a:lnTo>
                  <a:lnTo>
                    <a:pt x="29684" y="76467"/>
                  </a:lnTo>
                  <a:lnTo>
                    <a:pt x="30886" y="76544"/>
                  </a:lnTo>
                  <a:lnTo>
                    <a:pt x="31003" y="77777"/>
                  </a:lnTo>
                  <a:lnTo>
                    <a:pt x="31092" y="78964"/>
                  </a:lnTo>
                  <a:lnTo>
                    <a:pt x="31150" y="80110"/>
                  </a:lnTo>
                  <a:lnTo>
                    <a:pt x="31177" y="81219"/>
                  </a:lnTo>
                  <a:lnTo>
                    <a:pt x="31170" y="82294"/>
                  </a:lnTo>
                  <a:lnTo>
                    <a:pt x="31127" y="83338"/>
                  </a:lnTo>
                  <a:lnTo>
                    <a:pt x="31048" y="84357"/>
                  </a:lnTo>
                  <a:lnTo>
                    <a:pt x="30930" y="85353"/>
                  </a:lnTo>
                  <a:lnTo>
                    <a:pt x="30772" y="86331"/>
                  </a:lnTo>
                  <a:lnTo>
                    <a:pt x="30572" y="87293"/>
                  </a:lnTo>
                  <a:lnTo>
                    <a:pt x="30329" y="88245"/>
                  </a:lnTo>
                  <a:lnTo>
                    <a:pt x="30040" y="89189"/>
                  </a:lnTo>
                  <a:lnTo>
                    <a:pt x="29704" y="90129"/>
                  </a:lnTo>
                  <a:lnTo>
                    <a:pt x="29320" y="91069"/>
                  </a:lnTo>
                  <a:lnTo>
                    <a:pt x="28886" y="92014"/>
                  </a:lnTo>
                  <a:lnTo>
                    <a:pt x="28400" y="92965"/>
                  </a:lnTo>
                  <a:lnTo>
                    <a:pt x="27860" y="93929"/>
                  </a:lnTo>
                  <a:lnTo>
                    <a:pt x="27265" y="94907"/>
                  </a:lnTo>
                  <a:lnTo>
                    <a:pt x="26613" y="95904"/>
                  </a:lnTo>
                  <a:lnTo>
                    <a:pt x="25903" y="96924"/>
                  </a:lnTo>
                  <a:lnTo>
                    <a:pt x="25258" y="97866"/>
                  </a:lnTo>
                  <a:lnTo>
                    <a:pt x="24649" y="98814"/>
                  </a:lnTo>
                  <a:lnTo>
                    <a:pt x="24071" y="99770"/>
                  </a:lnTo>
                  <a:lnTo>
                    <a:pt x="23520" y="100735"/>
                  </a:lnTo>
                  <a:lnTo>
                    <a:pt x="22991" y="101713"/>
                  </a:lnTo>
                  <a:lnTo>
                    <a:pt x="22479" y="102706"/>
                  </a:lnTo>
                  <a:lnTo>
                    <a:pt x="21979" y="103715"/>
                  </a:lnTo>
                  <a:lnTo>
                    <a:pt x="21486" y="104745"/>
                  </a:lnTo>
                  <a:lnTo>
                    <a:pt x="22605" y="103870"/>
                  </a:lnTo>
                  <a:lnTo>
                    <a:pt x="23742" y="102983"/>
                  </a:lnTo>
                  <a:lnTo>
                    <a:pt x="24716" y="102234"/>
                  </a:lnTo>
                  <a:lnTo>
                    <a:pt x="25696" y="101480"/>
                  </a:lnTo>
                  <a:lnTo>
                    <a:pt x="26690" y="100716"/>
                  </a:lnTo>
                  <a:lnTo>
                    <a:pt x="27656" y="99967"/>
                  </a:lnTo>
                  <a:lnTo>
                    <a:pt x="28630" y="99213"/>
                  </a:lnTo>
                  <a:lnTo>
                    <a:pt x="29617" y="98449"/>
                  </a:lnTo>
                  <a:lnTo>
                    <a:pt x="30913" y="97590"/>
                  </a:lnTo>
                  <a:lnTo>
                    <a:pt x="31837" y="97068"/>
                  </a:lnTo>
                  <a:lnTo>
                    <a:pt x="32642" y="96800"/>
                  </a:lnTo>
                  <a:lnTo>
                    <a:pt x="33583" y="96702"/>
                  </a:lnTo>
                  <a:lnTo>
                    <a:pt x="34915" y="96687"/>
                  </a:lnTo>
                  <a:lnTo>
                    <a:pt x="34915" y="95355"/>
                  </a:lnTo>
                  <a:lnTo>
                    <a:pt x="34915" y="94002"/>
                  </a:lnTo>
                  <a:lnTo>
                    <a:pt x="36546" y="93001"/>
                  </a:lnTo>
                  <a:lnTo>
                    <a:pt x="37984" y="92127"/>
                  </a:lnTo>
                  <a:lnTo>
                    <a:pt x="39249" y="91373"/>
                  </a:lnTo>
                  <a:lnTo>
                    <a:pt x="40366" y="90734"/>
                  </a:lnTo>
                  <a:lnTo>
                    <a:pt x="41356" y="90202"/>
                  </a:lnTo>
                  <a:lnTo>
                    <a:pt x="42241" y="89772"/>
                  </a:lnTo>
                  <a:lnTo>
                    <a:pt x="43046" y="89437"/>
                  </a:lnTo>
                  <a:lnTo>
                    <a:pt x="43791" y="89190"/>
                  </a:lnTo>
                  <a:lnTo>
                    <a:pt x="44501" y="89025"/>
                  </a:lnTo>
                  <a:lnTo>
                    <a:pt x="45197" y="88936"/>
                  </a:lnTo>
                  <a:lnTo>
                    <a:pt x="45902" y="88917"/>
                  </a:lnTo>
                  <a:lnTo>
                    <a:pt x="46640" y="88961"/>
                  </a:lnTo>
                  <a:lnTo>
                    <a:pt x="47431" y="89061"/>
                  </a:lnTo>
                  <a:lnTo>
                    <a:pt x="48299" y="89211"/>
                  </a:lnTo>
                  <a:lnTo>
                    <a:pt x="49267" y="89406"/>
                  </a:lnTo>
                  <a:lnTo>
                    <a:pt x="50358" y="89637"/>
                  </a:lnTo>
                  <a:lnTo>
                    <a:pt x="51467" y="90192"/>
                  </a:lnTo>
                  <a:lnTo>
                    <a:pt x="52584" y="90750"/>
                  </a:lnTo>
                  <a:lnTo>
                    <a:pt x="53715" y="91316"/>
                  </a:lnTo>
                  <a:lnTo>
                    <a:pt x="53715" y="92647"/>
                  </a:lnTo>
                  <a:lnTo>
                    <a:pt x="53715" y="93987"/>
                  </a:lnTo>
                  <a:lnTo>
                    <a:pt x="53715" y="95345"/>
                  </a:lnTo>
                  <a:lnTo>
                    <a:pt x="55048" y="95345"/>
                  </a:lnTo>
                  <a:lnTo>
                    <a:pt x="56401" y="95345"/>
                  </a:lnTo>
                  <a:lnTo>
                    <a:pt x="57480" y="96222"/>
                  </a:lnTo>
                  <a:lnTo>
                    <a:pt x="58230" y="96871"/>
                  </a:lnTo>
                  <a:lnTo>
                    <a:pt x="58842" y="97483"/>
                  </a:lnTo>
                  <a:lnTo>
                    <a:pt x="59511" y="98253"/>
                  </a:lnTo>
                  <a:lnTo>
                    <a:pt x="60429" y="99373"/>
                  </a:lnTo>
                  <a:lnTo>
                    <a:pt x="60429" y="100704"/>
                  </a:lnTo>
                  <a:lnTo>
                    <a:pt x="60429" y="102044"/>
                  </a:lnTo>
                  <a:lnTo>
                    <a:pt x="60429" y="103402"/>
                  </a:lnTo>
                  <a:lnTo>
                    <a:pt x="61762" y="103402"/>
                  </a:lnTo>
                  <a:lnTo>
                    <a:pt x="63115" y="103402"/>
                  </a:lnTo>
                  <a:lnTo>
                    <a:pt x="63115" y="104733"/>
                  </a:lnTo>
                  <a:lnTo>
                    <a:pt x="63115" y="106073"/>
                  </a:lnTo>
                  <a:lnTo>
                    <a:pt x="63115" y="107430"/>
                  </a:lnTo>
                  <a:lnTo>
                    <a:pt x="64448" y="107430"/>
                  </a:lnTo>
                  <a:lnTo>
                    <a:pt x="65801" y="107430"/>
                  </a:lnTo>
                  <a:lnTo>
                    <a:pt x="65791" y="106156"/>
                  </a:lnTo>
                  <a:lnTo>
                    <a:pt x="65779" y="104863"/>
                  </a:lnTo>
                  <a:lnTo>
                    <a:pt x="65772" y="103822"/>
                  </a:lnTo>
                  <a:lnTo>
                    <a:pt x="65765" y="102781"/>
                  </a:lnTo>
                  <a:lnTo>
                    <a:pt x="65759" y="101740"/>
                  </a:lnTo>
                  <a:lnTo>
                    <a:pt x="65753" y="100699"/>
                  </a:lnTo>
                  <a:lnTo>
                    <a:pt x="65747" y="99659"/>
                  </a:lnTo>
                  <a:lnTo>
                    <a:pt x="65741" y="98618"/>
                  </a:lnTo>
                  <a:lnTo>
                    <a:pt x="65736" y="97577"/>
                  </a:lnTo>
                  <a:lnTo>
                    <a:pt x="65731" y="96536"/>
                  </a:lnTo>
                  <a:lnTo>
                    <a:pt x="65727" y="95495"/>
                  </a:lnTo>
                  <a:lnTo>
                    <a:pt x="65722" y="94454"/>
                  </a:lnTo>
                  <a:lnTo>
                    <a:pt x="65718" y="93413"/>
                  </a:lnTo>
                  <a:lnTo>
                    <a:pt x="65706" y="92079"/>
                  </a:lnTo>
                  <a:lnTo>
                    <a:pt x="65695" y="90735"/>
                  </a:lnTo>
                  <a:lnTo>
                    <a:pt x="65683" y="89373"/>
                  </a:lnTo>
                  <a:lnTo>
                    <a:pt x="65679" y="88103"/>
                  </a:lnTo>
                  <a:lnTo>
                    <a:pt x="65674" y="86825"/>
                  </a:lnTo>
                  <a:lnTo>
                    <a:pt x="65669" y="85529"/>
                  </a:lnTo>
                  <a:lnTo>
                    <a:pt x="65663" y="84354"/>
                  </a:lnTo>
                  <a:lnTo>
                    <a:pt x="65656" y="83170"/>
                  </a:lnTo>
                  <a:lnTo>
                    <a:pt x="65648" y="81971"/>
                  </a:lnTo>
                  <a:lnTo>
                    <a:pt x="65757" y="80365"/>
                  </a:lnTo>
                  <a:lnTo>
                    <a:pt x="65950" y="79405"/>
                  </a:lnTo>
                  <a:lnTo>
                    <a:pt x="66365" y="78706"/>
                  </a:lnTo>
                  <a:lnTo>
                    <a:pt x="67144" y="77887"/>
                  </a:lnTo>
                  <a:lnTo>
                    <a:pt x="68247" y="77937"/>
                  </a:lnTo>
                  <a:lnTo>
                    <a:pt x="69350" y="77994"/>
                  </a:lnTo>
                  <a:lnTo>
                    <a:pt x="70452" y="78059"/>
                  </a:lnTo>
                  <a:lnTo>
                    <a:pt x="71553" y="78130"/>
                  </a:lnTo>
                  <a:lnTo>
                    <a:pt x="72655" y="78208"/>
                  </a:lnTo>
                  <a:lnTo>
                    <a:pt x="73755" y="78292"/>
                  </a:lnTo>
                  <a:lnTo>
                    <a:pt x="74856" y="78381"/>
                  </a:lnTo>
                  <a:lnTo>
                    <a:pt x="75956" y="78475"/>
                  </a:lnTo>
                  <a:lnTo>
                    <a:pt x="77163" y="78577"/>
                  </a:lnTo>
                  <a:lnTo>
                    <a:pt x="78375" y="78680"/>
                  </a:lnTo>
                  <a:lnTo>
                    <a:pt x="79595" y="78784"/>
                  </a:lnTo>
                  <a:lnTo>
                    <a:pt x="80829" y="78889"/>
                  </a:lnTo>
                  <a:lnTo>
                    <a:pt x="82075" y="79002"/>
                  </a:lnTo>
                  <a:lnTo>
                    <a:pt x="83330" y="79115"/>
                  </a:lnTo>
                  <a:lnTo>
                    <a:pt x="84601" y="79230"/>
                  </a:lnTo>
                  <a:lnTo>
                    <a:pt x="84843" y="78142"/>
                  </a:lnTo>
                  <a:lnTo>
                    <a:pt x="85085" y="77054"/>
                  </a:lnTo>
                  <a:lnTo>
                    <a:pt x="85327" y="75964"/>
                  </a:lnTo>
                  <a:lnTo>
                    <a:pt x="85569" y="74873"/>
                  </a:lnTo>
                  <a:lnTo>
                    <a:pt x="85812" y="73780"/>
                  </a:lnTo>
                  <a:lnTo>
                    <a:pt x="86056" y="72684"/>
                  </a:lnTo>
                  <a:lnTo>
                    <a:pt x="86300" y="71585"/>
                  </a:lnTo>
                  <a:lnTo>
                    <a:pt x="86545" y="70482"/>
                  </a:lnTo>
                  <a:lnTo>
                    <a:pt x="86792" y="69374"/>
                  </a:lnTo>
                  <a:lnTo>
                    <a:pt x="87039" y="68262"/>
                  </a:lnTo>
                  <a:lnTo>
                    <a:pt x="87287" y="67144"/>
                  </a:lnTo>
                  <a:lnTo>
                    <a:pt x="88338" y="66911"/>
                  </a:lnTo>
                  <a:lnTo>
                    <a:pt x="89379" y="66701"/>
                  </a:lnTo>
                  <a:lnTo>
                    <a:pt x="90412" y="66514"/>
                  </a:lnTo>
                  <a:lnTo>
                    <a:pt x="91438" y="66350"/>
                  </a:lnTo>
                  <a:lnTo>
                    <a:pt x="92460" y="66206"/>
                  </a:lnTo>
                  <a:lnTo>
                    <a:pt x="93480" y="66082"/>
                  </a:lnTo>
                  <a:lnTo>
                    <a:pt x="94500" y="65978"/>
                  </a:lnTo>
                  <a:lnTo>
                    <a:pt x="95522" y="65893"/>
                  </a:lnTo>
                  <a:lnTo>
                    <a:pt x="96547" y="65825"/>
                  </a:lnTo>
                  <a:lnTo>
                    <a:pt x="97579" y="65773"/>
                  </a:lnTo>
                  <a:lnTo>
                    <a:pt x="98618" y="65738"/>
                  </a:lnTo>
                  <a:lnTo>
                    <a:pt x="99668" y="65717"/>
                  </a:lnTo>
                  <a:lnTo>
                    <a:pt x="100730" y="65711"/>
                  </a:lnTo>
                  <a:lnTo>
                    <a:pt x="101806" y="65718"/>
                  </a:lnTo>
                  <a:lnTo>
                    <a:pt x="103118" y="65730"/>
                  </a:lnTo>
                  <a:lnTo>
                    <a:pt x="104440" y="65742"/>
                  </a:lnTo>
                  <a:lnTo>
                    <a:pt x="105779" y="65754"/>
                  </a:lnTo>
                  <a:lnTo>
                    <a:pt x="106524" y="65766"/>
                  </a:lnTo>
                  <a:lnTo>
                    <a:pt x="108773" y="65801"/>
                  </a:lnTo>
                  <a:lnTo>
                    <a:pt x="108773" y="64470"/>
                  </a:lnTo>
                  <a:lnTo>
                    <a:pt x="108773" y="63130"/>
                  </a:lnTo>
                  <a:lnTo>
                    <a:pt x="108773" y="61772"/>
                  </a:lnTo>
                  <a:lnTo>
                    <a:pt x="107440" y="61772"/>
                  </a:lnTo>
                  <a:lnTo>
                    <a:pt x="106087" y="61772"/>
                  </a:lnTo>
                  <a:lnTo>
                    <a:pt x="105094" y="60272"/>
                  </a:lnTo>
                  <a:lnTo>
                    <a:pt x="104392" y="59143"/>
                  </a:lnTo>
                  <a:lnTo>
                    <a:pt x="103942" y="58264"/>
                  </a:lnTo>
                  <a:lnTo>
                    <a:pt x="103707" y="57513"/>
                  </a:lnTo>
                  <a:lnTo>
                    <a:pt x="103648" y="56767"/>
                  </a:lnTo>
                  <a:lnTo>
                    <a:pt x="103727" y="55905"/>
                  </a:lnTo>
                  <a:lnTo>
                    <a:pt x="103905" y="54806"/>
                  </a:lnTo>
                  <a:lnTo>
                    <a:pt x="104321" y="53598"/>
                  </a:lnTo>
                  <a:lnTo>
                    <a:pt x="104745" y="52372"/>
                  </a:lnTo>
                  <a:lnTo>
                    <a:pt x="105843" y="52126"/>
                  </a:lnTo>
                  <a:lnTo>
                    <a:pt x="106931" y="51908"/>
                  </a:lnTo>
                  <a:lnTo>
                    <a:pt x="108011" y="51716"/>
                  </a:lnTo>
                  <a:lnTo>
                    <a:pt x="109085" y="51548"/>
                  </a:lnTo>
                  <a:lnTo>
                    <a:pt x="110154" y="51404"/>
                  </a:lnTo>
                  <a:lnTo>
                    <a:pt x="111222" y="51283"/>
                  </a:lnTo>
                  <a:lnTo>
                    <a:pt x="112290" y="51182"/>
                  </a:lnTo>
                  <a:lnTo>
                    <a:pt x="113359" y="51100"/>
                  </a:lnTo>
                  <a:lnTo>
                    <a:pt x="114433" y="51037"/>
                  </a:lnTo>
                  <a:lnTo>
                    <a:pt x="115513" y="50991"/>
                  </a:lnTo>
                  <a:lnTo>
                    <a:pt x="116601" y="50960"/>
                  </a:lnTo>
                  <a:lnTo>
                    <a:pt x="117700" y="50943"/>
                  </a:lnTo>
                  <a:lnTo>
                    <a:pt x="118810" y="50939"/>
                  </a:lnTo>
                  <a:lnTo>
                    <a:pt x="119935" y="50946"/>
                  </a:lnTo>
                  <a:lnTo>
                    <a:pt x="120407" y="50950"/>
                  </a:lnTo>
                  <a:lnTo>
                    <a:pt x="121018" y="50955"/>
                  </a:lnTo>
                  <a:lnTo>
                    <a:pt x="122174" y="50964"/>
                  </a:lnTo>
                  <a:lnTo>
                    <a:pt x="124285" y="50982"/>
                  </a:lnTo>
                  <a:lnTo>
                    <a:pt x="125371" y="50998"/>
                  </a:lnTo>
                  <a:lnTo>
                    <a:pt x="126465" y="51013"/>
                  </a:lnTo>
                  <a:lnTo>
                    <a:pt x="127574" y="51029"/>
                  </a:lnTo>
                  <a:lnTo>
                    <a:pt x="127840" y="49965"/>
                  </a:lnTo>
                  <a:lnTo>
                    <a:pt x="128106" y="48899"/>
                  </a:lnTo>
                  <a:lnTo>
                    <a:pt x="128374" y="47827"/>
                  </a:lnTo>
                  <a:lnTo>
                    <a:pt x="128644" y="46748"/>
                  </a:lnTo>
                  <a:lnTo>
                    <a:pt x="128916" y="45658"/>
                  </a:lnTo>
                  <a:lnTo>
                    <a:pt x="127779" y="45741"/>
                  </a:lnTo>
                  <a:lnTo>
                    <a:pt x="126635" y="45825"/>
                  </a:lnTo>
                  <a:lnTo>
                    <a:pt x="125476" y="45910"/>
                  </a:lnTo>
                  <a:lnTo>
                    <a:pt x="124454" y="45842"/>
                  </a:lnTo>
                  <a:lnTo>
                    <a:pt x="123424" y="45748"/>
                  </a:lnTo>
                  <a:lnTo>
                    <a:pt x="122389" y="45625"/>
                  </a:lnTo>
                  <a:lnTo>
                    <a:pt x="121353" y="45470"/>
                  </a:lnTo>
                  <a:lnTo>
                    <a:pt x="120319" y="45282"/>
                  </a:lnTo>
                  <a:lnTo>
                    <a:pt x="119291" y="45058"/>
                  </a:lnTo>
                  <a:lnTo>
                    <a:pt x="118272" y="44795"/>
                  </a:lnTo>
                  <a:lnTo>
                    <a:pt x="117267" y="44491"/>
                  </a:lnTo>
                  <a:lnTo>
                    <a:pt x="116278" y="44143"/>
                  </a:lnTo>
                  <a:lnTo>
                    <a:pt x="115309" y="43750"/>
                  </a:lnTo>
                  <a:lnTo>
                    <a:pt x="114363" y="43308"/>
                  </a:lnTo>
                  <a:lnTo>
                    <a:pt x="113445" y="42815"/>
                  </a:lnTo>
                  <a:lnTo>
                    <a:pt x="112558" y="42269"/>
                  </a:lnTo>
                  <a:lnTo>
                    <a:pt x="111705" y="41667"/>
                  </a:lnTo>
                  <a:lnTo>
                    <a:pt x="110890" y="41007"/>
                  </a:lnTo>
                  <a:lnTo>
                    <a:pt x="110116" y="40286"/>
                  </a:lnTo>
                  <a:lnTo>
                    <a:pt x="109900" y="38968"/>
                  </a:lnTo>
                  <a:lnTo>
                    <a:pt x="109756" y="37940"/>
                  </a:lnTo>
                  <a:lnTo>
                    <a:pt x="109684" y="37062"/>
                  </a:lnTo>
                  <a:lnTo>
                    <a:pt x="109684" y="36193"/>
                  </a:lnTo>
                  <a:lnTo>
                    <a:pt x="109756" y="35192"/>
                  </a:lnTo>
                  <a:lnTo>
                    <a:pt x="109900" y="33917"/>
                  </a:lnTo>
                  <a:lnTo>
                    <a:pt x="110116" y="32229"/>
                  </a:lnTo>
                  <a:lnTo>
                    <a:pt x="110989" y="31138"/>
                  </a:lnTo>
                  <a:lnTo>
                    <a:pt x="111630" y="30362"/>
                  </a:lnTo>
                  <a:lnTo>
                    <a:pt x="112230" y="29686"/>
                  </a:lnTo>
                  <a:lnTo>
                    <a:pt x="112977" y="28897"/>
                  </a:lnTo>
                  <a:lnTo>
                    <a:pt x="114061" y="27781"/>
                  </a:lnTo>
                  <a:lnTo>
                    <a:pt x="114892" y="26865"/>
                  </a:lnTo>
                  <a:lnTo>
                    <a:pt x="115634" y="25954"/>
                  </a:lnTo>
                  <a:lnTo>
                    <a:pt x="116292" y="25045"/>
                  </a:lnTo>
                  <a:lnTo>
                    <a:pt x="116871" y="24135"/>
                  </a:lnTo>
                  <a:lnTo>
                    <a:pt x="117377" y="23220"/>
                  </a:lnTo>
                  <a:lnTo>
                    <a:pt x="117814" y="22298"/>
                  </a:lnTo>
                  <a:lnTo>
                    <a:pt x="118187" y="21365"/>
                  </a:lnTo>
                  <a:lnTo>
                    <a:pt x="118502" y="20418"/>
                  </a:lnTo>
                  <a:lnTo>
                    <a:pt x="118763" y="19454"/>
                  </a:lnTo>
                  <a:lnTo>
                    <a:pt x="118975" y="18469"/>
                  </a:lnTo>
                  <a:lnTo>
                    <a:pt x="119144" y="17461"/>
                  </a:lnTo>
                  <a:lnTo>
                    <a:pt x="119274" y="16427"/>
                  </a:lnTo>
                  <a:lnTo>
                    <a:pt x="119370" y="15363"/>
                  </a:lnTo>
                  <a:lnTo>
                    <a:pt x="119437" y="14265"/>
                  </a:lnTo>
                  <a:lnTo>
                    <a:pt x="119481" y="13132"/>
                  </a:lnTo>
                  <a:lnTo>
                    <a:pt x="119505" y="11959"/>
                  </a:lnTo>
                  <a:lnTo>
                    <a:pt x="119516" y="10743"/>
                  </a:lnTo>
                  <a:lnTo>
                    <a:pt x="118848" y="10409"/>
                  </a:lnTo>
                  <a:lnTo>
                    <a:pt x="116831" y="9400"/>
                  </a:lnTo>
                  <a:lnTo>
                    <a:pt x="117714" y="8661"/>
                  </a:lnTo>
                  <a:lnTo>
                    <a:pt x="118567" y="7957"/>
                  </a:lnTo>
                  <a:lnTo>
                    <a:pt x="119399" y="7286"/>
                  </a:lnTo>
                  <a:lnTo>
                    <a:pt x="120219" y="6649"/>
                  </a:lnTo>
                  <a:lnTo>
                    <a:pt x="121039" y="6044"/>
                  </a:lnTo>
                  <a:lnTo>
                    <a:pt x="121867" y="5472"/>
                  </a:lnTo>
                  <a:lnTo>
                    <a:pt x="122713" y="4931"/>
                  </a:lnTo>
                  <a:lnTo>
                    <a:pt x="123589" y="4422"/>
                  </a:lnTo>
                  <a:lnTo>
                    <a:pt x="124502" y="3943"/>
                  </a:lnTo>
                  <a:lnTo>
                    <a:pt x="125465" y="3494"/>
                  </a:lnTo>
                  <a:lnTo>
                    <a:pt x="126485" y="3075"/>
                  </a:lnTo>
                  <a:lnTo>
                    <a:pt x="127574" y="2686"/>
                  </a:lnTo>
                  <a:lnTo>
                    <a:pt x="128240" y="1353"/>
                  </a:lnTo>
                  <a:lnTo>
                    <a:pt x="128916" y="0"/>
                  </a:lnTo>
                  <a:close/>
                </a:path>
              </a:pathLst>
            </a:custGeom>
            <a:solidFill>
              <a:srgbClr val="26131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region 38 #624F3F"/>
            <p:cNvSpPr/>
            <p:nvPr/>
          </p:nvSpPr>
          <p:spPr>
            <a:xfrm>
              <a:off x="1238138" y="175651"/>
              <a:ext cx="91412" cy="44025"/>
            </a:xfrm>
            <a:custGeom>
              <a:avLst/>
              <a:gdLst/>
              <a:ahLst/>
              <a:cxnLst/>
              <a:rect l="l" t="t" r="r" b="b"/>
              <a:pathLst>
                <a:path w="91412" h="44025">
                  <a:moveTo>
                    <a:pt x="50693" y="14"/>
                  </a:moveTo>
                  <a:lnTo>
                    <a:pt x="52216" y="16"/>
                  </a:lnTo>
                  <a:lnTo>
                    <a:pt x="53762" y="17"/>
                  </a:lnTo>
                  <a:lnTo>
                    <a:pt x="54929" y="31"/>
                  </a:lnTo>
                  <a:lnTo>
                    <a:pt x="56062" y="56"/>
                  </a:lnTo>
                  <a:lnTo>
                    <a:pt x="57168" y="98"/>
                  </a:lnTo>
                  <a:lnTo>
                    <a:pt x="58253" y="162"/>
                  </a:lnTo>
                  <a:lnTo>
                    <a:pt x="59324" y="251"/>
                  </a:lnTo>
                  <a:lnTo>
                    <a:pt x="60386" y="372"/>
                  </a:lnTo>
                  <a:lnTo>
                    <a:pt x="61447" y="528"/>
                  </a:lnTo>
                  <a:lnTo>
                    <a:pt x="62512" y="725"/>
                  </a:lnTo>
                  <a:lnTo>
                    <a:pt x="63589" y="968"/>
                  </a:lnTo>
                  <a:lnTo>
                    <a:pt x="64683" y="1261"/>
                  </a:lnTo>
                  <a:lnTo>
                    <a:pt x="65801" y="1610"/>
                  </a:lnTo>
                  <a:lnTo>
                    <a:pt x="65801" y="2942"/>
                  </a:lnTo>
                  <a:lnTo>
                    <a:pt x="65801" y="4295"/>
                  </a:lnTo>
                  <a:lnTo>
                    <a:pt x="66848" y="4412"/>
                  </a:lnTo>
                  <a:lnTo>
                    <a:pt x="67898" y="4528"/>
                  </a:lnTo>
                  <a:lnTo>
                    <a:pt x="68953" y="4645"/>
                  </a:lnTo>
                  <a:lnTo>
                    <a:pt x="70016" y="4763"/>
                  </a:lnTo>
                  <a:lnTo>
                    <a:pt x="71089" y="4882"/>
                  </a:lnTo>
                  <a:lnTo>
                    <a:pt x="72182" y="5150"/>
                  </a:lnTo>
                  <a:lnTo>
                    <a:pt x="73241" y="5455"/>
                  </a:lnTo>
                  <a:lnTo>
                    <a:pt x="74267" y="5798"/>
                  </a:lnTo>
                  <a:lnTo>
                    <a:pt x="75261" y="6177"/>
                  </a:lnTo>
                  <a:lnTo>
                    <a:pt x="76225" y="6591"/>
                  </a:lnTo>
                  <a:lnTo>
                    <a:pt x="77160" y="7040"/>
                  </a:lnTo>
                  <a:lnTo>
                    <a:pt x="78068" y="7522"/>
                  </a:lnTo>
                  <a:lnTo>
                    <a:pt x="78949" y="8036"/>
                  </a:lnTo>
                  <a:lnTo>
                    <a:pt x="79806" y="8583"/>
                  </a:lnTo>
                  <a:lnTo>
                    <a:pt x="80639" y="9160"/>
                  </a:lnTo>
                  <a:lnTo>
                    <a:pt x="81450" y="9768"/>
                  </a:lnTo>
                  <a:lnTo>
                    <a:pt x="82241" y="10404"/>
                  </a:lnTo>
                  <a:lnTo>
                    <a:pt x="83012" y="11069"/>
                  </a:lnTo>
                  <a:lnTo>
                    <a:pt x="83766" y="11761"/>
                  </a:lnTo>
                  <a:lnTo>
                    <a:pt x="84503" y="12479"/>
                  </a:lnTo>
                  <a:lnTo>
                    <a:pt x="85225" y="13222"/>
                  </a:lnTo>
                  <a:lnTo>
                    <a:pt x="85933" y="13991"/>
                  </a:lnTo>
                  <a:lnTo>
                    <a:pt x="86629" y="14783"/>
                  </a:lnTo>
                  <a:lnTo>
                    <a:pt x="87314" y="15598"/>
                  </a:lnTo>
                  <a:lnTo>
                    <a:pt x="87990" y="16434"/>
                  </a:lnTo>
                  <a:lnTo>
                    <a:pt x="88657" y="17292"/>
                  </a:lnTo>
                  <a:lnTo>
                    <a:pt x="89318" y="18170"/>
                  </a:lnTo>
                  <a:lnTo>
                    <a:pt x="89973" y="19067"/>
                  </a:lnTo>
                  <a:lnTo>
                    <a:pt x="90367" y="20152"/>
                  </a:lnTo>
                  <a:lnTo>
                    <a:pt x="90695" y="21211"/>
                  </a:lnTo>
                  <a:lnTo>
                    <a:pt x="90958" y="22250"/>
                  </a:lnTo>
                  <a:lnTo>
                    <a:pt x="91160" y="23274"/>
                  </a:lnTo>
                  <a:lnTo>
                    <a:pt x="91301" y="24286"/>
                  </a:lnTo>
                  <a:lnTo>
                    <a:pt x="91384" y="25292"/>
                  </a:lnTo>
                  <a:lnTo>
                    <a:pt x="91412" y="26297"/>
                  </a:lnTo>
                  <a:lnTo>
                    <a:pt x="91386" y="27304"/>
                  </a:lnTo>
                  <a:lnTo>
                    <a:pt x="91309" y="28319"/>
                  </a:lnTo>
                  <a:lnTo>
                    <a:pt x="91182" y="29346"/>
                  </a:lnTo>
                  <a:lnTo>
                    <a:pt x="91008" y="30390"/>
                  </a:lnTo>
                  <a:lnTo>
                    <a:pt x="90789" y="31456"/>
                  </a:lnTo>
                  <a:lnTo>
                    <a:pt x="90528" y="32547"/>
                  </a:lnTo>
                  <a:lnTo>
                    <a:pt x="90225" y="33670"/>
                  </a:lnTo>
                  <a:lnTo>
                    <a:pt x="89590" y="34732"/>
                  </a:lnTo>
                  <a:lnTo>
                    <a:pt x="88934" y="35685"/>
                  </a:lnTo>
                  <a:lnTo>
                    <a:pt x="88256" y="36539"/>
                  </a:lnTo>
                  <a:lnTo>
                    <a:pt x="87553" y="37300"/>
                  </a:lnTo>
                  <a:lnTo>
                    <a:pt x="86824" y="37979"/>
                  </a:lnTo>
                  <a:lnTo>
                    <a:pt x="86066" y="38582"/>
                  </a:lnTo>
                  <a:lnTo>
                    <a:pt x="85278" y="39120"/>
                  </a:lnTo>
                  <a:lnTo>
                    <a:pt x="84458" y="39600"/>
                  </a:lnTo>
                  <a:lnTo>
                    <a:pt x="83603" y="40031"/>
                  </a:lnTo>
                  <a:lnTo>
                    <a:pt x="82712" y="40421"/>
                  </a:lnTo>
                  <a:lnTo>
                    <a:pt x="81783" y="40780"/>
                  </a:lnTo>
                  <a:lnTo>
                    <a:pt x="80814" y="41114"/>
                  </a:lnTo>
                  <a:lnTo>
                    <a:pt x="79802" y="41434"/>
                  </a:lnTo>
                  <a:lnTo>
                    <a:pt x="78747" y="41748"/>
                  </a:lnTo>
                  <a:lnTo>
                    <a:pt x="77645" y="42063"/>
                  </a:lnTo>
                  <a:lnTo>
                    <a:pt x="76496" y="42389"/>
                  </a:lnTo>
                  <a:lnTo>
                    <a:pt x="75431" y="42605"/>
                  </a:lnTo>
                  <a:lnTo>
                    <a:pt x="74368" y="42800"/>
                  </a:lnTo>
                  <a:lnTo>
                    <a:pt x="73305" y="42975"/>
                  </a:lnTo>
                  <a:lnTo>
                    <a:pt x="72243" y="43131"/>
                  </a:lnTo>
                  <a:lnTo>
                    <a:pt x="71182" y="43268"/>
                  </a:lnTo>
                  <a:lnTo>
                    <a:pt x="70120" y="43389"/>
                  </a:lnTo>
                  <a:lnTo>
                    <a:pt x="69058" y="43494"/>
                  </a:lnTo>
                  <a:lnTo>
                    <a:pt x="67996" y="43584"/>
                  </a:lnTo>
                  <a:lnTo>
                    <a:pt x="66933" y="43660"/>
                  </a:lnTo>
                  <a:lnTo>
                    <a:pt x="65869" y="43724"/>
                  </a:lnTo>
                  <a:lnTo>
                    <a:pt x="64805" y="43776"/>
                  </a:lnTo>
                  <a:lnTo>
                    <a:pt x="63739" y="43818"/>
                  </a:lnTo>
                  <a:lnTo>
                    <a:pt x="62671" y="43851"/>
                  </a:lnTo>
                  <a:lnTo>
                    <a:pt x="61602" y="43875"/>
                  </a:lnTo>
                  <a:lnTo>
                    <a:pt x="60531" y="43893"/>
                  </a:lnTo>
                  <a:lnTo>
                    <a:pt x="59458" y="43904"/>
                  </a:lnTo>
                  <a:lnTo>
                    <a:pt x="58383" y="43910"/>
                  </a:lnTo>
                  <a:lnTo>
                    <a:pt x="57305" y="43913"/>
                  </a:lnTo>
                  <a:lnTo>
                    <a:pt x="56225" y="43912"/>
                  </a:lnTo>
                  <a:lnTo>
                    <a:pt x="55141" y="43911"/>
                  </a:lnTo>
                  <a:lnTo>
                    <a:pt x="54030" y="43939"/>
                  </a:lnTo>
                  <a:lnTo>
                    <a:pt x="52915" y="43967"/>
                  </a:lnTo>
                  <a:lnTo>
                    <a:pt x="51791" y="43996"/>
                  </a:lnTo>
                  <a:lnTo>
                    <a:pt x="50654" y="44025"/>
                  </a:lnTo>
                  <a:lnTo>
                    <a:pt x="49506" y="44018"/>
                  </a:lnTo>
                  <a:lnTo>
                    <a:pt x="48382" y="43991"/>
                  </a:lnTo>
                  <a:lnTo>
                    <a:pt x="47281" y="43944"/>
                  </a:lnTo>
                  <a:lnTo>
                    <a:pt x="46201" y="43878"/>
                  </a:lnTo>
                  <a:lnTo>
                    <a:pt x="45141" y="43792"/>
                  </a:lnTo>
                  <a:lnTo>
                    <a:pt x="44099" y="43687"/>
                  </a:lnTo>
                  <a:lnTo>
                    <a:pt x="43074" y="43562"/>
                  </a:lnTo>
                  <a:lnTo>
                    <a:pt x="42065" y="43418"/>
                  </a:lnTo>
                  <a:lnTo>
                    <a:pt x="41069" y="43254"/>
                  </a:lnTo>
                  <a:lnTo>
                    <a:pt x="40085" y="43071"/>
                  </a:lnTo>
                  <a:lnTo>
                    <a:pt x="39113" y="42869"/>
                  </a:lnTo>
                  <a:lnTo>
                    <a:pt x="38150" y="42647"/>
                  </a:lnTo>
                  <a:lnTo>
                    <a:pt x="37195" y="42406"/>
                  </a:lnTo>
                  <a:lnTo>
                    <a:pt x="36247" y="42146"/>
                  </a:lnTo>
                  <a:lnTo>
                    <a:pt x="35303" y="41867"/>
                  </a:lnTo>
                  <a:lnTo>
                    <a:pt x="34363" y="41569"/>
                  </a:lnTo>
                  <a:lnTo>
                    <a:pt x="33426" y="41252"/>
                  </a:lnTo>
                  <a:lnTo>
                    <a:pt x="32488" y="40916"/>
                  </a:lnTo>
                  <a:lnTo>
                    <a:pt x="31551" y="40561"/>
                  </a:lnTo>
                  <a:lnTo>
                    <a:pt x="30610" y="40188"/>
                  </a:lnTo>
                  <a:lnTo>
                    <a:pt x="29666" y="39795"/>
                  </a:lnTo>
                  <a:lnTo>
                    <a:pt x="28717" y="39384"/>
                  </a:lnTo>
                  <a:lnTo>
                    <a:pt x="27761" y="38954"/>
                  </a:lnTo>
                  <a:lnTo>
                    <a:pt x="26797" y="38505"/>
                  </a:lnTo>
                  <a:lnTo>
                    <a:pt x="25823" y="38038"/>
                  </a:lnTo>
                  <a:lnTo>
                    <a:pt x="24838" y="37552"/>
                  </a:lnTo>
                  <a:lnTo>
                    <a:pt x="23840" y="37048"/>
                  </a:lnTo>
                  <a:lnTo>
                    <a:pt x="22829" y="36525"/>
                  </a:lnTo>
                  <a:lnTo>
                    <a:pt x="22288" y="36320"/>
                  </a:lnTo>
                  <a:lnTo>
                    <a:pt x="21335" y="35960"/>
                  </a:lnTo>
                  <a:lnTo>
                    <a:pt x="19152" y="35136"/>
                  </a:lnTo>
                  <a:lnTo>
                    <a:pt x="17894" y="34540"/>
                  </a:lnTo>
                  <a:lnTo>
                    <a:pt x="16894" y="33933"/>
                  </a:lnTo>
                  <a:lnTo>
                    <a:pt x="16100" y="33286"/>
                  </a:lnTo>
                  <a:lnTo>
                    <a:pt x="15461" y="32571"/>
                  </a:lnTo>
                  <a:lnTo>
                    <a:pt x="14925" y="31760"/>
                  </a:lnTo>
                  <a:lnTo>
                    <a:pt x="14442" y="30825"/>
                  </a:lnTo>
                  <a:lnTo>
                    <a:pt x="13960" y="29737"/>
                  </a:lnTo>
                  <a:lnTo>
                    <a:pt x="13428" y="28467"/>
                  </a:lnTo>
                  <a:lnTo>
                    <a:pt x="12096" y="27801"/>
                  </a:lnTo>
                  <a:lnTo>
                    <a:pt x="10743" y="27124"/>
                  </a:lnTo>
                  <a:lnTo>
                    <a:pt x="10743" y="25985"/>
                  </a:lnTo>
                  <a:lnTo>
                    <a:pt x="10743" y="24843"/>
                  </a:lnTo>
                  <a:lnTo>
                    <a:pt x="10743" y="23699"/>
                  </a:lnTo>
                  <a:lnTo>
                    <a:pt x="10743" y="22551"/>
                  </a:lnTo>
                  <a:lnTo>
                    <a:pt x="10743" y="21397"/>
                  </a:lnTo>
                  <a:lnTo>
                    <a:pt x="10743" y="20236"/>
                  </a:lnTo>
                  <a:lnTo>
                    <a:pt x="10743" y="19067"/>
                  </a:lnTo>
                  <a:lnTo>
                    <a:pt x="10286" y="19264"/>
                  </a:lnTo>
                  <a:lnTo>
                    <a:pt x="9481" y="19612"/>
                  </a:lnTo>
                  <a:lnTo>
                    <a:pt x="7638" y="20410"/>
                  </a:lnTo>
                  <a:lnTo>
                    <a:pt x="6290" y="20907"/>
                  </a:lnTo>
                  <a:lnTo>
                    <a:pt x="5250" y="21264"/>
                  </a:lnTo>
                  <a:lnTo>
                    <a:pt x="4385" y="21502"/>
                  </a:lnTo>
                  <a:lnTo>
                    <a:pt x="3561" y="21647"/>
                  </a:lnTo>
                  <a:lnTo>
                    <a:pt x="2644" y="21722"/>
                  </a:lnTo>
                  <a:lnTo>
                    <a:pt x="1502" y="21749"/>
                  </a:lnTo>
                  <a:lnTo>
                    <a:pt x="0" y="21753"/>
                  </a:lnTo>
                  <a:lnTo>
                    <a:pt x="0" y="20421"/>
                  </a:lnTo>
                  <a:lnTo>
                    <a:pt x="0" y="19082"/>
                  </a:lnTo>
                  <a:lnTo>
                    <a:pt x="0" y="17724"/>
                  </a:lnTo>
                  <a:lnTo>
                    <a:pt x="940" y="17254"/>
                  </a:lnTo>
                  <a:lnTo>
                    <a:pt x="1880" y="16784"/>
                  </a:lnTo>
                  <a:lnTo>
                    <a:pt x="2820" y="16314"/>
                  </a:lnTo>
                  <a:lnTo>
                    <a:pt x="3760" y="15844"/>
                  </a:lnTo>
                  <a:lnTo>
                    <a:pt x="4700" y="15374"/>
                  </a:lnTo>
                  <a:lnTo>
                    <a:pt x="5640" y="14904"/>
                  </a:lnTo>
                  <a:lnTo>
                    <a:pt x="6580" y="14434"/>
                  </a:lnTo>
                  <a:lnTo>
                    <a:pt x="7520" y="13964"/>
                  </a:lnTo>
                  <a:lnTo>
                    <a:pt x="8460" y="13494"/>
                  </a:lnTo>
                  <a:lnTo>
                    <a:pt x="9400" y="13024"/>
                  </a:lnTo>
                  <a:lnTo>
                    <a:pt x="10340" y="12554"/>
                  </a:lnTo>
                  <a:lnTo>
                    <a:pt x="11280" y="12084"/>
                  </a:lnTo>
                  <a:lnTo>
                    <a:pt x="12220" y="11614"/>
                  </a:lnTo>
                  <a:lnTo>
                    <a:pt x="13160" y="11144"/>
                  </a:lnTo>
                  <a:lnTo>
                    <a:pt x="14100" y="10674"/>
                  </a:lnTo>
                  <a:lnTo>
                    <a:pt x="15040" y="10204"/>
                  </a:lnTo>
                  <a:lnTo>
                    <a:pt x="15980" y="9734"/>
                  </a:lnTo>
                  <a:lnTo>
                    <a:pt x="16920" y="9264"/>
                  </a:lnTo>
                  <a:lnTo>
                    <a:pt x="17860" y="8794"/>
                  </a:lnTo>
                  <a:lnTo>
                    <a:pt x="18800" y="8324"/>
                  </a:lnTo>
                  <a:lnTo>
                    <a:pt x="19777" y="7780"/>
                  </a:lnTo>
                  <a:lnTo>
                    <a:pt x="20761" y="7232"/>
                  </a:lnTo>
                  <a:lnTo>
                    <a:pt x="21758" y="6676"/>
                  </a:lnTo>
                  <a:lnTo>
                    <a:pt x="22667" y="6292"/>
                  </a:lnTo>
                  <a:lnTo>
                    <a:pt x="23417" y="6017"/>
                  </a:lnTo>
                  <a:lnTo>
                    <a:pt x="24144" y="5832"/>
                  </a:lnTo>
                  <a:lnTo>
                    <a:pt x="24984" y="5720"/>
                  </a:lnTo>
                  <a:lnTo>
                    <a:pt x="26073" y="5663"/>
                  </a:lnTo>
                  <a:lnTo>
                    <a:pt x="27547" y="5641"/>
                  </a:lnTo>
                  <a:lnTo>
                    <a:pt x="29543" y="5638"/>
                  </a:lnTo>
                  <a:lnTo>
                    <a:pt x="29543" y="4306"/>
                  </a:lnTo>
                  <a:lnTo>
                    <a:pt x="29543" y="2953"/>
                  </a:lnTo>
                  <a:lnTo>
                    <a:pt x="30624" y="2602"/>
                  </a:lnTo>
                  <a:lnTo>
                    <a:pt x="31692" y="2277"/>
                  </a:lnTo>
                  <a:lnTo>
                    <a:pt x="32748" y="1977"/>
                  </a:lnTo>
                  <a:lnTo>
                    <a:pt x="33796" y="1703"/>
                  </a:lnTo>
                  <a:lnTo>
                    <a:pt x="34836" y="1451"/>
                  </a:lnTo>
                  <a:lnTo>
                    <a:pt x="35869" y="1223"/>
                  </a:lnTo>
                  <a:lnTo>
                    <a:pt x="36899" y="1018"/>
                  </a:lnTo>
                  <a:lnTo>
                    <a:pt x="37926" y="833"/>
                  </a:lnTo>
                  <a:lnTo>
                    <a:pt x="38953" y="669"/>
                  </a:lnTo>
                  <a:lnTo>
                    <a:pt x="39980" y="526"/>
                  </a:lnTo>
                  <a:lnTo>
                    <a:pt x="41011" y="401"/>
                  </a:lnTo>
                  <a:lnTo>
                    <a:pt x="42045" y="295"/>
                  </a:lnTo>
                  <a:lnTo>
                    <a:pt x="43086" y="206"/>
                  </a:lnTo>
                  <a:lnTo>
                    <a:pt x="44135" y="134"/>
                  </a:lnTo>
                  <a:lnTo>
                    <a:pt x="45194" y="79"/>
                  </a:lnTo>
                  <a:lnTo>
                    <a:pt x="46264" y="38"/>
                  </a:lnTo>
                  <a:lnTo>
                    <a:pt x="47347" y="13"/>
                  </a:lnTo>
                  <a:lnTo>
                    <a:pt x="48445" y="0"/>
                  </a:lnTo>
                  <a:lnTo>
                    <a:pt x="49560" y="1"/>
                  </a:lnTo>
                  <a:lnTo>
                    <a:pt x="50693" y="14"/>
                  </a:lnTo>
                  <a:close/>
                </a:path>
              </a:pathLst>
            </a:custGeom>
            <a:solidFill>
              <a:srgbClr val="624F3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region 39 #341B1E"/>
            <p:cNvSpPr/>
            <p:nvPr/>
          </p:nvSpPr>
          <p:spPr>
            <a:xfrm>
              <a:off x="1702775" y="475380"/>
              <a:ext cx="153089" cy="111236"/>
            </a:xfrm>
            <a:custGeom>
              <a:avLst/>
              <a:gdLst/>
              <a:ahLst/>
              <a:cxnLst/>
              <a:rect l="l" t="t" r="r" b="b"/>
              <a:pathLst>
                <a:path w="153089" h="111236">
                  <a:moveTo>
                    <a:pt x="52373" y="0"/>
                  </a:moveTo>
                  <a:lnTo>
                    <a:pt x="53370" y="333"/>
                  </a:lnTo>
                  <a:lnTo>
                    <a:pt x="54372" y="666"/>
                  </a:lnTo>
                  <a:lnTo>
                    <a:pt x="55381" y="1003"/>
                  </a:lnTo>
                  <a:lnTo>
                    <a:pt x="56401" y="1343"/>
                  </a:lnTo>
                  <a:lnTo>
                    <a:pt x="56401" y="2674"/>
                  </a:lnTo>
                  <a:lnTo>
                    <a:pt x="56401" y="4014"/>
                  </a:lnTo>
                  <a:lnTo>
                    <a:pt x="56401" y="5372"/>
                  </a:lnTo>
                  <a:lnTo>
                    <a:pt x="57734" y="5372"/>
                  </a:lnTo>
                  <a:lnTo>
                    <a:pt x="59087" y="5372"/>
                  </a:lnTo>
                  <a:lnTo>
                    <a:pt x="60417" y="6913"/>
                  </a:lnTo>
                  <a:lnTo>
                    <a:pt x="61416" y="8113"/>
                  </a:lnTo>
                  <a:lnTo>
                    <a:pt x="62132" y="9065"/>
                  </a:lnTo>
                  <a:lnTo>
                    <a:pt x="62612" y="9866"/>
                  </a:lnTo>
                  <a:lnTo>
                    <a:pt x="62903" y="10608"/>
                  </a:lnTo>
                  <a:lnTo>
                    <a:pt x="63053" y="11386"/>
                  </a:lnTo>
                  <a:lnTo>
                    <a:pt x="63108" y="12295"/>
                  </a:lnTo>
                  <a:lnTo>
                    <a:pt x="63116" y="13429"/>
                  </a:lnTo>
                  <a:lnTo>
                    <a:pt x="64448" y="13429"/>
                  </a:lnTo>
                  <a:lnTo>
                    <a:pt x="65801" y="13429"/>
                  </a:lnTo>
                  <a:lnTo>
                    <a:pt x="66571" y="14300"/>
                  </a:lnTo>
                  <a:lnTo>
                    <a:pt x="67295" y="15144"/>
                  </a:lnTo>
                  <a:lnTo>
                    <a:pt x="67976" y="15968"/>
                  </a:lnTo>
                  <a:lnTo>
                    <a:pt x="68615" y="16784"/>
                  </a:lnTo>
                  <a:lnTo>
                    <a:pt x="69216" y="17601"/>
                  </a:lnTo>
                  <a:lnTo>
                    <a:pt x="69780" y="18429"/>
                  </a:lnTo>
                  <a:lnTo>
                    <a:pt x="70309" y="19278"/>
                  </a:lnTo>
                  <a:lnTo>
                    <a:pt x="70807" y="20157"/>
                  </a:lnTo>
                  <a:lnTo>
                    <a:pt x="71274" y="21076"/>
                  </a:lnTo>
                  <a:lnTo>
                    <a:pt x="71713" y="22045"/>
                  </a:lnTo>
                  <a:lnTo>
                    <a:pt x="72126" y="23074"/>
                  </a:lnTo>
                  <a:lnTo>
                    <a:pt x="72516" y="24172"/>
                  </a:lnTo>
                  <a:lnTo>
                    <a:pt x="73245" y="24935"/>
                  </a:lnTo>
                  <a:lnTo>
                    <a:pt x="73978" y="25693"/>
                  </a:lnTo>
                  <a:lnTo>
                    <a:pt x="74716" y="26448"/>
                  </a:lnTo>
                  <a:lnTo>
                    <a:pt x="75458" y="27198"/>
                  </a:lnTo>
                  <a:lnTo>
                    <a:pt x="76204" y="27944"/>
                  </a:lnTo>
                  <a:lnTo>
                    <a:pt x="76955" y="28686"/>
                  </a:lnTo>
                  <a:lnTo>
                    <a:pt x="77709" y="29424"/>
                  </a:lnTo>
                  <a:lnTo>
                    <a:pt x="78468" y="30157"/>
                  </a:lnTo>
                  <a:lnTo>
                    <a:pt x="79230" y="30886"/>
                  </a:lnTo>
                  <a:lnTo>
                    <a:pt x="80225" y="31893"/>
                  </a:lnTo>
                  <a:lnTo>
                    <a:pt x="80937" y="32687"/>
                  </a:lnTo>
                  <a:lnTo>
                    <a:pt x="81415" y="33388"/>
                  </a:lnTo>
                  <a:lnTo>
                    <a:pt x="81705" y="34112"/>
                  </a:lnTo>
                  <a:lnTo>
                    <a:pt x="81853" y="34978"/>
                  </a:lnTo>
                  <a:lnTo>
                    <a:pt x="81908" y="36101"/>
                  </a:lnTo>
                  <a:lnTo>
                    <a:pt x="81916" y="37601"/>
                  </a:lnTo>
                  <a:lnTo>
                    <a:pt x="82542" y="37914"/>
                  </a:lnTo>
                  <a:lnTo>
                    <a:pt x="84434" y="38860"/>
                  </a:lnTo>
                  <a:lnTo>
                    <a:pt x="85542" y="39414"/>
                  </a:lnTo>
                  <a:lnTo>
                    <a:pt x="86650" y="39968"/>
                  </a:lnTo>
                  <a:lnTo>
                    <a:pt x="87758" y="40521"/>
                  </a:lnTo>
                  <a:lnTo>
                    <a:pt x="88865" y="41075"/>
                  </a:lnTo>
                  <a:lnTo>
                    <a:pt x="89973" y="41629"/>
                  </a:lnTo>
                  <a:lnTo>
                    <a:pt x="90317" y="40429"/>
                  </a:lnTo>
                  <a:lnTo>
                    <a:pt x="90666" y="39211"/>
                  </a:lnTo>
                  <a:lnTo>
                    <a:pt x="90963" y="38204"/>
                  </a:lnTo>
                  <a:lnTo>
                    <a:pt x="91263" y="37199"/>
                  </a:lnTo>
                  <a:lnTo>
                    <a:pt x="91566" y="36196"/>
                  </a:lnTo>
                  <a:lnTo>
                    <a:pt x="91873" y="35194"/>
                  </a:lnTo>
                  <a:lnTo>
                    <a:pt x="92183" y="34194"/>
                  </a:lnTo>
                  <a:lnTo>
                    <a:pt x="92497" y="33195"/>
                  </a:lnTo>
                  <a:lnTo>
                    <a:pt x="92814" y="32198"/>
                  </a:lnTo>
                  <a:lnTo>
                    <a:pt x="93134" y="31202"/>
                  </a:lnTo>
                  <a:lnTo>
                    <a:pt x="93457" y="30207"/>
                  </a:lnTo>
                  <a:lnTo>
                    <a:pt x="93784" y="29214"/>
                  </a:lnTo>
                  <a:lnTo>
                    <a:pt x="94113" y="28221"/>
                  </a:lnTo>
                  <a:lnTo>
                    <a:pt x="94445" y="27230"/>
                  </a:lnTo>
                  <a:lnTo>
                    <a:pt x="94781" y="26240"/>
                  </a:lnTo>
                  <a:lnTo>
                    <a:pt x="95119" y="25251"/>
                  </a:lnTo>
                  <a:lnTo>
                    <a:pt x="95460" y="24262"/>
                  </a:lnTo>
                  <a:lnTo>
                    <a:pt x="95803" y="23274"/>
                  </a:lnTo>
                  <a:lnTo>
                    <a:pt x="96149" y="22288"/>
                  </a:lnTo>
                  <a:lnTo>
                    <a:pt x="96498" y="21301"/>
                  </a:lnTo>
                  <a:lnTo>
                    <a:pt x="96849" y="20316"/>
                  </a:lnTo>
                  <a:lnTo>
                    <a:pt x="97203" y="19331"/>
                  </a:lnTo>
                  <a:lnTo>
                    <a:pt x="97559" y="18346"/>
                  </a:lnTo>
                  <a:lnTo>
                    <a:pt x="97918" y="17362"/>
                  </a:lnTo>
                  <a:lnTo>
                    <a:pt x="98278" y="16379"/>
                  </a:lnTo>
                  <a:lnTo>
                    <a:pt x="98641" y="15395"/>
                  </a:lnTo>
                  <a:lnTo>
                    <a:pt x="99006" y="14412"/>
                  </a:lnTo>
                  <a:lnTo>
                    <a:pt x="99373" y="13429"/>
                  </a:lnTo>
                  <a:lnTo>
                    <a:pt x="100706" y="13429"/>
                  </a:lnTo>
                  <a:lnTo>
                    <a:pt x="102059" y="13429"/>
                  </a:lnTo>
                  <a:lnTo>
                    <a:pt x="102466" y="14437"/>
                  </a:lnTo>
                  <a:lnTo>
                    <a:pt x="102873" y="15445"/>
                  </a:lnTo>
                  <a:lnTo>
                    <a:pt x="103279" y="16453"/>
                  </a:lnTo>
                  <a:lnTo>
                    <a:pt x="103685" y="17462"/>
                  </a:lnTo>
                  <a:lnTo>
                    <a:pt x="104090" y="18470"/>
                  </a:lnTo>
                  <a:lnTo>
                    <a:pt x="104494" y="19479"/>
                  </a:lnTo>
                  <a:lnTo>
                    <a:pt x="104897" y="20488"/>
                  </a:lnTo>
                  <a:lnTo>
                    <a:pt x="105299" y="21498"/>
                  </a:lnTo>
                  <a:lnTo>
                    <a:pt x="105701" y="22508"/>
                  </a:lnTo>
                  <a:lnTo>
                    <a:pt x="106100" y="23519"/>
                  </a:lnTo>
                  <a:lnTo>
                    <a:pt x="106498" y="24530"/>
                  </a:lnTo>
                  <a:lnTo>
                    <a:pt x="106895" y="25542"/>
                  </a:lnTo>
                  <a:lnTo>
                    <a:pt x="107290" y="26555"/>
                  </a:lnTo>
                  <a:lnTo>
                    <a:pt x="107682" y="27568"/>
                  </a:lnTo>
                  <a:lnTo>
                    <a:pt x="108073" y="28582"/>
                  </a:lnTo>
                  <a:lnTo>
                    <a:pt x="108462" y="29597"/>
                  </a:lnTo>
                  <a:lnTo>
                    <a:pt x="108848" y="30613"/>
                  </a:lnTo>
                  <a:lnTo>
                    <a:pt x="109232" y="31630"/>
                  </a:lnTo>
                  <a:lnTo>
                    <a:pt x="109613" y="32648"/>
                  </a:lnTo>
                  <a:lnTo>
                    <a:pt x="109979" y="33625"/>
                  </a:lnTo>
                  <a:lnTo>
                    <a:pt x="110348" y="34600"/>
                  </a:lnTo>
                  <a:lnTo>
                    <a:pt x="110721" y="35574"/>
                  </a:lnTo>
                  <a:lnTo>
                    <a:pt x="111097" y="36546"/>
                  </a:lnTo>
                  <a:lnTo>
                    <a:pt x="111479" y="37517"/>
                  </a:lnTo>
                  <a:lnTo>
                    <a:pt x="111865" y="38485"/>
                  </a:lnTo>
                  <a:lnTo>
                    <a:pt x="112256" y="39452"/>
                  </a:lnTo>
                  <a:lnTo>
                    <a:pt x="112652" y="40416"/>
                  </a:lnTo>
                  <a:lnTo>
                    <a:pt x="113055" y="41377"/>
                  </a:lnTo>
                  <a:lnTo>
                    <a:pt x="113514" y="42633"/>
                  </a:lnTo>
                  <a:lnTo>
                    <a:pt x="113822" y="43594"/>
                  </a:lnTo>
                  <a:lnTo>
                    <a:pt x="114009" y="44452"/>
                  </a:lnTo>
                  <a:lnTo>
                    <a:pt x="114105" y="45400"/>
                  </a:lnTo>
                  <a:lnTo>
                    <a:pt x="114140" y="46633"/>
                  </a:lnTo>
                  <a:lnTo>
                    <a:pt x="114145" y="48344"/>
                  </a:lnTo>
                  <a:lnTo>
                    <a:pt x="115353" y="47677"/>
                  </a:lnTo>
                  <a:lnTo>
                    <a:pt x="116578" y="47001"/>
                  </a:lnTo>
                  <a:lnTo>
                    <a:pt x="117835" y="46435"/>
                  </a:lnTo>
                  <a:lnTo>
                    <a:pt x="118795" y="46056"/>
                  </a:lnTo>
                  <a:lnTo>
                    <a:pt x="119653" y="45826"/>
                  </a:lnTo>
                  <a:lnTo>
                    <a:pt x="120602" y="45708"/>
                  </a:lnTo>
                  <a:lnTo>
                    <a:pt x="121834" y="45664"/>
                  </a:lnTo>
                  <a:lnTo>
                    <a:pt x="123545" y="45658"/>
                  </a:lnTo>
                  <a:lnTo>
                    <a:pt x="123811" y="44594"/>
                  </a:lnTo>
                  <a:lnTo>
                    <a:pt x="124078" y="43528"/>
                  </a:lnTo>
                  <a:lnTo>
                    <a:pt x="124346" y="42456"/>
                  </a:lnTo>
                  <a:lnTo>
                    <a:pt x="124616" y="41376"/>
                  </a:lnTo>
                  <a:lnTo>
                    <a:pt x="124888" y="40287"/>
                  </a:lnTo>
                  <a:lnTo>
                    <a:pt x="126221" y="40287"/>
                  </a:lnTo>
                  <a:lnTo>
                    <a:pt x="127574" y="40287"/>
                  </a:lnTo>
                  <a:lnTo>
                    <a:pt x="127574" y="38954"/>
                  </a:lnTo>
                  <a:lnTo>
                    <a:pt x="127574" y="37601"/>
                  </a:lnTo>
                  <a:lnTo>
                    <a:pt x="128905" y="37601"/>
                  </a:lnTo>
                  <a:lnTo>
                    <a:pt x="130245" y="37601"/>
                  </a:lnTo>
                  <a:lnTo>
                    <a:pt x="131603" y="37601"/>
                  </a:lnTo>
                  <a:lnTo>
                    <a:pt x="131603" y="36268"/>
                  </a:lnTo>
                  <a:lnTo>
                    <a:pt x="131603" y="34915"/>
                  </a:lnTo>
                  <a:lnTo>
                    <a:pt x="132547" y="34007"/>
                  </a:lnTo>
                  <a:lnTo>
                    <a:pt x="133265" y="33327"/>
                  </a:lnTo>
                  <a:lnTo>
                    <a:pt x="133899" y="32751"/>
                  </a:lnTo>
                  <a:lnTo>
                    <a:pt x="134592" y="32152"/>
                  </a:lnTo>
                  <a:lnTo>
                    <a:pt x="135485" y="31405"/>
                  </a:lnTo>
                  <a:lnTo>
                    <a:pt x="136722" y="30383"/>
                  </a:lnTo>
                  <a:lnTo>
                    <a:pt x="137612" y="29641"/>
                  </a:lnTo>
                  <a:lnTo>
                    <a:pt x="138473" y="28910"/>
                  </a:lnTo>
                  <a:lnTo>
                    <a:pt x="139305" y="28182"/>
                  </a:lnTo>
                  <a:lnTo>
                    <a:pt x="140111" y="27449"/>
                  </a:lnTo>
                  <a:lnTo>
                    <a:pt x="140894" y="26704"/>
                  </a:lnTo>
                  <a:lnTo>
                    <a:pt x="141656" y="25939"/>
                  </a:lnTo>
                  <a:lnTo>
                    <a:pt x="142399" y="25146"/>
                  </a:lnTo>
                  <a:lnTo>
                    <a:pt x="143127" y="24318"/>
                  </a:lnTo>
                  <a:lnTo>
                    <a:pt x="143841" y="23446"/>
                  </a:lnTo>
                  <a:lnTo>
                    <a:pt x="144544" y="22524"/>
                  </a:lnTo>
                  <a:lnTo>
                    <a:pt x="145452" y="21343"/>
                  </a:lnTo>
                  <a:lnTo>
                    <a:pt x="146374" y="20143"/>
                  </a:lnTo>
                  <a:lnTo>
                    <a:pt x="147707" y="20143"/>
                  </a:lnTo>
                  <a:lnTo>
                    <a:pt x="149060" y="20143"/>
                  </a:lnTo>
                  <a:lnTo>
                    <a:pt x="149060" y="18812"/>
                  </a:lnTo>
                  <a:lnTo>
                    <a:pt x="149060" y="17472"/>
                  </a:lnTo>
                  <a:lnTo>
                    <a:pt x="149060" y="16115"/>
                  </a:lnTo>
                  <a:lnTo>
                    <a:pt x="150391" y="16115"/>
                  </a:lnTo>
                  <a:lnTo>
                    <a:pt x="151731" y="16115"/>
                  </a:lnTo>
                  <a:lnTo>
                    <a:pt x="153089" y="16115"/>
                  </a:lnTo>
                  <a:lnTo>
                    <a:pt x="152737" y="18465"/>
                  </a:lnTo>
                  <a:lnTo>
                    <a:pt x="152450" y="20309"/>
                  </a:lnTo>
                  <a:lnTo>
                    <a:pt x="152206" y="21722"/>
                  </a:lnTo>
                  <a:lnTo>
                    <a:pt x="151983" y="22784"/>
                  </a:lnTo>
                  <a:lnTo>
                    <a:pt x="151758" y="23571"/>
                  </a:lnTo>
                  <a:lnTo>
                    <a:pt x="151510" y="24160"/>
                  </a:lnTo>
                  <a:lnTo>
                    <a:pt x="151216" y="24628"/>
                  </a:lnTo>
                  <a:lnTo>
                    <a:pt x="150854" y="25054"/>
                  </a:lnTo>
                  <a:lnTo>
                    <a:pt x="150403" y="25515"/>
                  </a:lnTo>
                  <a:lnTo>
                    <a:pt x="150247" y="26634"/>
                  </a:lnTo>
                  <a:lnTo>
                    <a:pt x="150095" y="27752"/>
                  </a:lnTo>
                  <a:lnTo>
                    <a:pt x="149948" y="28870"/>
                  </a:lnTo>
                  <a:lnTo>
                    <a:pt x="149805" y="29988"/>
                  </a:lnTo>
                  <a:lnTo>
                    <a:pt x="149665" y="31106"/>
                  </a:lnTo>
                  <a:lnTo>
                    <a:pt x="149530" y="32224"/>
                  </a:lnTo>
                  <a:lnTo>
                    <a:pt x="149398" y="33344"/>
                  </a:lnTo>
                  <a:lnTo>
                    <a:pt x="149269" y="34464"/>
                  </a:lnTo>
                  <a:lnTo>
                    <a:pt x="149143" y="35586"/>
                  </a:lnTo>
                  <a:lnTo>
                    <a:pt x="149015" y="36673"/>
                  </a:lnTo>
                  <a:lnTo>
                    <a:pt x="148882" y="37757"/>
                  </a:lnTo>
                  <a:lnTo>
                    <a:pt x="148746" y="38837"/>
                  </a:lnTo>
                  <a:lnTo>
                    <a:pt x="148605" y="39915"/>
                  </a:lnTo>
                  <a:lnTo>
                    <a:pt x="148459" y="40991"/>
                  </a:lnTo>
                  <a:lnTo>
                    <a:pt x="148308" y="42064"/>
                  </a:lnTo>
                  <a:lnTo>
                    <a:pt x="148152" y="43135"/>
                  </a:lnTo>
                  <a:lnTo>
                    <a:pt x="147990" y="44204"/>
                  </a:lnTo>
                  <a:lnTo>
                    <a:pt x="147823" y="45271"/>
                  </a:lnTo>
                  <a:lnTo>
                    <a:pt x="147650" y="46337"/>
                  </a:lnTo>
                  <a:lnTo>
                    <a:pt x="147471" y="47402"/>
                  </a:lnTo>
                  <a:lnTo>
                    <a:pt x="147286" y="48466"/>
                  </a:lnTo>
                  <a:lnTo>
                    <a:pt x="147094" y="49528"/>
                  </a:lnTo>
                  <a:lnTo>
                    <a:pt x="146895" y="50591"/>
                  </a:lnTo>
                  <a:lnTo>
                    <a:pt x="146689" y="51652"/>
                  </a:lnTo>
                  <a:lnTo>
                    <a:pt x="146476" y="52713"/>
                  </a:lnTo>
                  <a:lnTo>
                    <a:pt x="146255" y="53775"/>
                  </a:lnTo>
                  <a:lnTo>
                    <a:pt x="146027" y="54836"/>
                  </a:lnTo>
                  <a:lnTo>
                    <a:pt x="145791" y="55898"/>
                  </a:lnTo>
                  <a:lnTo>
                    <a:pt x="145546" y="56960"/>
                  </a:lnTo>
                  <a:lnTo>
                    <a:pt x="145293" y="58023"/>
                  </a:lnTo>
                  <a:lnTo>
                    <a:pt x="145031" y="59087"/>
                  </a:lnTo>
                  <a:lnTo>
                    <a:pt x="146364" y="59753"/>
                  </a:lnTo>
                  <a:lnTo>
                    <a:pt x="147717" y="60430"/>
                  </a:lnTo>
                  <a:lnTo>
                    <a:pt x="147245" y="61579"/>
                  </a:lnTo>
                  <a:lnTo>
                    <a:pt x="146779" y="62615"/>
                  </a:lnTo>
                  <a:lnTo>
                    <a:pt x="146293" y="63555"/>
                  </a:lnTo>
                  <a:lnTo>
                    <a:pt x="145760" y="64418"/>
                  </a:lnTo>
                  <a:lnTo>
                    <a:pt x="145151" y="65223"/>
                  </a:lnTo>
                  <a:lnTo>
                    <a:pt x="144440" y="65989"/>
                  </a:lnTo>
                  <a:lnTo>
                    <a:pt x="143598" y="66735"/>
                  </a:lnTo>
                  <a:lnTo>
                    <a:pt x="142598" y="67480"/>
                  </a:lnTo>
                  <a:lnTo>
                    <a:pt x="141496" y="67825"/>
                  </a:lnTo>
                  <a:lnTo>
                    <a:pt x="140428" y="68096"/>
                  </a:lnTo>
                  <a:lnTo>
                    <a:pt x="139384" y="68299"/>
                  </a:lnTo>
                  <a:lnTo>
                    <a:pt x="138351" y="68440"/>
                  </a:lnTo>
                  <a:lnTo>
                    <a:pt x="137318" y="68528"/>
                  </a:lnTo>
                  <a:lnTo>
                    <a:pt x="136273" y="68570"/>
                  </a:lnTo>
                  <a:lnTo>
                    <a:pt x="135203" y="68572"/>
                  </a:lnTo>
                  <a:lnTo>
                    <a:pt x="134098" y="68542"/>
                  </a:lnTo>
                  <a:lnTo>
                    <a:pt x="132946" y="68487"/>
                  </a:lnTo>
                  <a:lnTo>
                    <a:pt x="133062" y="67403"/>
                  </a:lnTo>
                  <a:lnTo>
                    <a:pt x="133181" y="66332"/>
                  </a:lnTo>
                  <a:lnTo>
                    <a:pt x="133306" y="65274"/>
                  </a:lnTo>
                  <a:lnTo>
                    <a:pt x="133437" y="64226"/>
                  </a:lnTo>
                  <a:lnTo>
                    <a:pt x="133575" y="63186"/>
                  </a:lnTo>
                  <a:lnTo>
                    <a:pt x="133723" y="62154"/>
                  </a:lnTo>
                  <a:lnTo>
                    <a:pt x="133882" y="61126"/>
                  </a:lnTo>
                  <a:lnTo>
                    <a:pt x="134053" y="60102"/>
                  </a:lnTo>
                  <a:lnTo>
                    <a:pt x="134238" y="59079"/>
                  </a:lnTo>
                  <a:lnTo>
                    <a:pt x="134437" y="58056"/>
                  </a:lnTo>
                  <a:lnTo>
                    <a:pt x="134654" y="57031"/>
                  </a:lnTo>
                  <a:lnTo>
                    <a:pt x="134888" y="56002"/>
                  </a:lnTo>
                  <a:lnTo>
                    <a:pt x="135142" y="54968"/>
                  </a:lnTo>
                  <a:lnTo>
                    <a:pt x="135417" y="53927"/>
                  </a:lnTo>
                  <a:lnTo>
                    <a:pt x="135715" y="52876"/>
                  </a:lnTo>
                  <a:lnTo>
                    <a:pt x="136002" y="51778"/>
                  </a:lnTo>
                  <a:lnTo>
                    <a:pt x="136246" y="50712"/>
                  </a:lnTo>
                  <a:lnTo>
                    <a:pt x="136449" y="49671"/>
                  </a:lnTo>
                  <a:lnTo>
                    <a:pt x="136615" y="48649"/>
                  </a:lnTo>
                  <a:lnTo>
                    <a:pt x="136746" y="47637"/>
                  </a:lnTo>
                  <a:lnTo>
                    <a:pt x="136846" y="46631"/>
                  </a:lnTo>
                  <a:lnTo>
                    <a:pt x="136919" y="45621"/>
                  </a:lnTo>
                  <a:lnTo>
                    <a:pt x="136967" y="44602"/>
                  </a:lnTo>
                  <a:lnTo>
                    <a:pt x="136993" y="43566"/>
                  </a:lnTo>
                  <a:lnTo>
                    <a:pt x="137001" y="42506"/>
                  </a:lnTo>
                  <a:lnTo>
                    <a:pt x="136993" y="41415"/>
                  </a:lnTo>
                  <a:lnTo>
                    <a:pt x="136974" y="40287"/>
                  </a:lnTo>
                  <a:lnTo>
                    <a:pt x="136016" y="41163"/>
                  </a:lnTo>
                  <a:lnTo>
                    <a:pt x="135051" y="42047"/>
                  </a:lnTo>
                  <a:lnTo>
                    <a:pt x="134074" y="42941"/>
                  </a:lnTo>
                  <a:lnTo>
                    <a:pt x="133277" y="43668"/>
                  </a:lnTo>
                  <a:lnTo>
                    <a:pt x="132480" y="44394"/>
                  </a:lnTo>
                  <a:lnTo>
                    <a:pt x="131683" y="45120"/>
                  </a:lnTo>
                  <a:lnTo>
                    <a:pt x="130885" y="45845"/>
                  </a:lnTo>
                  <a:lnTo>
                    <a:pt x="130087" y="46569"/>
                  </a:lnTo>
                  <a:lnTo>
                    <a:pt x="129288" y="47293"/>
                  </a:lnTo>
                  <a:lnTo>
                    <a:pt x="128489" y="48017"/>
                  </a:lnTo>
                  <a:lnTo>
                    <a:pt x="127690" y="48740"/>
                  </a:lnTo>
                  <a:lnTo>
                    <a:pt x="126890" y="49463"/>
                  </a:lnTo>
                  <a:lnTo>
                    <a:pt x="126090" y="50185"/>
                  </a:lnTo>
                  <a:lnTo>
                    <a:pt x="125240" y="50958"/>
                  </a:lnTo>
                  <a:lnTo>
                    <a:pt x="124393" y="51734"/>
                  </a:lnTo>
                  <a:lnTo>
                    <a:pt x="123547" y="52512"/>
                  </a:lnTo>
                  <a:lnTo>
                    <a:pt x="122704" y="53292"/>
                  </a:lnTo>
                  <a:lnTo>
                    <a:pt x="121864" y="54076"/>
                  </a:lnTo>
                  <a:lnTo>
                    <a:pt x="121028" y="54863"/>
                  </a:lnTo>
                  <a:lnTo>
                    <a:pt x="120194" y="55654"/>
                  </a:lnTo>
                  <a:lnTo>
                    <a:pt x="119365" y="56448"/>
                  </a:lnTo>
                  <a:lnTo>
                    <a:pt x="118576" y="57187"/>
                  </a:lnTo>
                  <a:lnTo>
                    <a:pt x="117931" y="57780"/>
                  </a:lnTo>
                  <a:lnTo>
                    <a:pt x="117355" y="58290"/>
                  </a:lnTo>
                  <a:lnTo>
                    <a:pt x="116770" y="58779"/>
                  </a:lnTo>
                  <a:lnTo>
                    <a:pt x="116099" y="59309"/>
                  </a:lnTo>
                  <a:lnTo>
                    <a:pt x="115265" y="59943"/>
                  </a:lnTo>
                  <a:lnTo>
                    <a:pt x="114192" y="60744"/>
                  </a:lnTo>
                  <a:lnTo>
                    <a:pt x="112802" y="61773"/>
                  </a:lnTo>
                  <a:lnTo>
                    <a:pt x="111263" y="61568"/>
                  </a:lnTo>
                  <a:lnTo>
                    <a:pt x="110141" y="61405"/>
                  </a:lnTo>
                  <a:lnTo>
                    <a:pt x="109249" y="61247"/>
                  </a:lnTo>
                  <a:lnTo>
                    <a:pt x="108400" y="61057"/>
                  </a:lnTo>
                  <a:lnTo>
                    <a:pt x="107409" y="60797"/>
                  </a:lnTo>
                  <a:lnTo>
                    <a:pt x="106088" y="60430"/>
                  </a:lnTo>
                  <a:lnTo>
                    <a:pt x="105602" y="58397"/>
                  </a:lnTo>
                  <a:lnTo>
                    <a:pt x="105153" y="56518"/>
                  </a:lnTo>
                  <a:lnTo>
                    <a:pt x="104739" y="54783"/>
                  </a:lnTo>
                  <a:lnTo>
                    <a:pt x="104359" y="53182"/>
                  </a:lnTo>
                  <a:lnTo>
                    <a:pt x="104010" y="51708"/>
                  </a:lnTo>
                  <a:lnTo>
                    <a:pt x="103690" y="50350"/>
                  </a:lnTo>
                  <a:lnTo>
                    <a:pt x="103399" y="49100"/>
                  </a:lnTo>
                  <a:lnTo>
                    <a:pt x="103134" y="47948"/>
                  </a:lnTo>
                  <a:lnTo>
                    <a:pt x="102893" y="46885"/>
                  </a:lnTo>
                  <a:lnTo>
                    <a:pt x="102674" y="45902"/>
                  </a:lnTo>
                  <a:lnTo>
                    <a:pt x="102475" y="44990"/>
                  </a:lnTo>
                  <a:lnTo>
                    <a:pt x="102296" y="44140"/>
                  </a:lnTo>
                  <a:lnTo>
                    <a:pt x="102133" y="43342"/>
                  </a:lnTo>
                  <a:lnTo>
                    <a:pt x="101985" y="42587"/>
                  </a:lnTo>
                  <a:lnTo>
                    <a:pt x="101851" y="41867"/>
                  </a:lnTo>
                  <a:lnTo>
                    <a:pt x="101728" y="41171"/>
                  </a:lnTo>
                  <a:lnTo>
                    <a:pt x="101614" y="40492"/>
                  </a:lnTo>
                  <a:lnTo>
                    <a:pt x="101508" y="39819"/>
                  </a:lnTo>
                  <a:lnTo>
                    <a:pt x="101408" y="39143"/>
                  </a:lnTo>
                  <a:lnTo>
                    <a:pt x="101312" y="38456"/>
                  </a:lnTo>
                  <a:lnTo>
                    <a:pt x="101218" y="37747"/>
                  </a:lnTo>
                  <a:lnTo>
                    <a:pt x="101124" y="37009"/>
                  </a:lnTo>
                  <a:lnTo>
                    <a:pt x="101029" y="36232"/>
                  </a:lnTo>
                  <a:lnTo>
                    <a:pt x="100930" y="35406"/>
                  </a:lnTo>
                  <a:lnTo>
                    <a:pt x="100827" y="34522"/>
                  </a:lnTo>
                  <a:lnTo>
                    <a:pt x="100716" y="33572"/>
                  </a:lnTo>
                  <a:lnTo>
                    <a:pt x="99384" y="34239"/>
                  </a:lnTo>
                  <a:lnTo>
                    <a:pt x="98031" y="34915"/>
                  </a:lnTo>
                  <a:lnTo>
                    <a:pt x="97879" y="35959"/>
                  </a:lnTo>
                  <a:lnTo>
                    <a:pt x="97728" y="37003"/>
                  </a:lnTo>
                  <a:lnTo>
                    <a:pt x="97578" y="38047"/>
                  </a:lnTo>
                  <a:lnTo>
                    <a:pt x="97428" y="39092"/>
                  </a:lnTo>
                  <a:lnTo>
                    <a:pt x="97279" y="40136"/>
                  </a:lnTo>
                  <a:lnTo>
                    <a:pt x="97130" y="41181"/>
                  </a:lnTo>
                  <a:lnTo>
                    <a:pt x="96982" y="42226"/>
                  </a:lnTo>
                  <a:lnTo>
                    <a:pt x="96835" y="43270"/>
                  </a:lnTo>
                  <a:lnTo>
                    <a:pt x="96688" y="44315"/>
                  </a:lnTo>
                  <a:lnTo>
                    <a:pt x="96293" y="44710"/>
                  </a:lnTo>
                  <a:lnTo>
                    <a:pt x="95596" y="45406"/>
                  </a:lnTo>
                  <a:lnTo>
                    <a:pt x="94002" y="47001"/>
                  </a:lnTo>
                  <a:lnTo>
                    <a:pt x="93588" y="48414"/>
                  </a:lnTo>
                  <a:lnTo>
                    <a:pt x="93312" y="49399"/>
                  </a:lnTo>
                  <a:lnTo>
                    <a:pt x="93108" y="50216"/>
                  </a:lnTo>
                  <a:lnTo>
                    <a:pt x="92911" y="51121"/>
                  </a:lnTo>
                  <a:lnTo>
                    <a:pt x="92659" y="52373"/>
                  </a:lnTo>
                  <a:lnTo>
                    <a:pt x="91389" y="52299"/>
                  </a:lnTo>
                  <a:lnTo>
                    <a:pt x="90185" y="52186"/>
                  </a:lnTo>
                  <a:lnTo>
                    <a:pt x="89039" y="52033"/>
                  </a:lnTo>
                  <a:lnTo>
                    <a:pt x="87949" y="51838"/>
                  </a:lnTo>
                  <a:lnTo>
                    <a:pt x="86908" y="51603"/>
                  </a:lnTo>
                  <a:lnTo>
                    <a:pt x="85912" y="51327"/>
                  </a:lnTo>
                  <a:lnTo>
                    <a:pt x="84956" y="51009"/>
                  </a:lnTo>
                  <a:lnTo>
                    <a:pt x="84034" y="50650"/>
                  </a:lnTo>
                  <a:lnTo>
                    <a:pt x="83143" y="50248"/>
                  </a:lnTo>
                  <a:lnTo>
                    <a:pt x="82275" y="49804"/>
                  </a:lnTo>
                  <a:lnTo>
                    <a:pt x="81428" y="49317"/>
                  </a:lnTo>
                  <a:lnTo>
                    <a:pt x="80595" y="48788"/>
                  </a:lnTo>
                  <a:lnTo>
                    <a:pt x="79772" y="48215"/>
                  </a:lnTo>
                  <a:lnTo>
                    <a:pt x="78953" y="47599"/>
                  </a:lnTo>
                  <a:lnTo>
                    <a:pt x="78134" y="46939"/>
                  </a:lnTo>
                  <a:lnTo>
                    <a:pt x="77310" y="46235"/>
                  </a:lnTo>
                  <a:lnTo>
                    <a:pt x="76475" y="45486"/>
                  </a:lnTo>
                  <a:lnTo>
                    <a:pt x="75625" y="44693"/>
                  </a:lnTo>
                  <a:lnTo>
                    <a:pt x="74755" y="43855"/>
                  </a:lnTo>
                  <a:lnTo>
                    <a:pt x="73859" y="42972"/>
                  </a:lnTo>
                  <a:lnTo>
                    <a:pt x="73302" y="42450"/>
                  </a:lnTo>
                  <a:lnTo>
                    <a:pt x="71619" y="40875"/>
                  </a:lnTo>
                  <a:lnTo>
                    <a:pt x="70801" y="39894"/>
                  </a:lnTo>
                  <a:lnTo>
                    <a:pt x="70175" y="38938"/>
                  </a:lnTo>
                  <a:lnTo>
                    <a:pt x="69701" y="37980"/>
                  </a:lnTo>
                  <a:lnTo>
                    <a:pt x="69337" y="36992"/>
                  </a:lnTo>
                  <a:lnTo>
                    <a:pt x="69041" y="35947"/>
                  </a:lnTo>
                  <a:lnTo>
                    <a:pt x="68771" y="34816"/>
                  </a:lnTo>
                  <a:lnTo>
                    <a:pt x="68487" y="33572"/>
                  </a:lnTo>
                  <a:lnTo>
                    <a:pt x="67154" y="32906"/>
                  </a:lnTo>
                  <a:lnTo>
                    <a:pt x="65801" y="32229"/>
                  </a:lnTo>
                  <a:lnTo>
                    <a:pt x="66070" y="33453"/>
                  </a:lnTo>
                  <a:lnTo>
                    <a:pt x="66341" y="34695"/>
                  </a:lnTo>
                  <a:lnTo>
                    <a:pt x="66561" y="35748"/>
                  </a:lnTo>
                  <a:lnTo>
                    <a:pt x="66776" y="36800"/>
                  </a:lnTo>
                  <a:lnTo>
                    <a:pt x="66986" y="37850"/>
                  </a:lnTo>
                  <a:lnTo>
                    <a:pt x="67190" y="38899"/>
                  </a:lnTo>
                  <a:lnTo>
                    <a:pt x="67389" y="39948"/>
                  </a:lnTo>
                  <a:lnTo>
                    <a:pt x="67580" y="40996"/>
                  </a:lnTo>
                  <a:lnTo>
                    <a:pt x="67765" y="42044"/>
                  </a:lnTo>
                  <a:lnTo>
                    <a:pt x="67943" y="43092"/>
                  </a:lnTo>
                  <a:lnTo>
                    <a:pt x="68114" y="44142"/>
                  </a:lnTo>
                  <a:lnTo>
                    <a:pt x="68276" y="45193"/>
                  </a:lnTo>
                  <a:lnTo>
                    <a:pt x="68430" y="46246"/>
                  </a:lnTo>
                  <a:lnTo>
                    <a:pt x="68575" y="47301"/>
                  </a:lnTo>
                  <a:lnTo>
                    <a:pt x="68712" y="48359"/>
                  </a:lnTo>
                  <a:lnTo>
                    <a:pt x="68839" y="49420"/>
                  </a:lnTo>
                  <a:lnTo>
                    <a:pt x="68956" y="50484"/>
                  </a:lnTo>
                  <a:lnTo>
                    <a:pt x="69062" y="51552"/>
                  </a:lnTo>
                  <a:lnTo>
                    <a:pt x="69159" y="52625"/>
                  </a:lnTo>
                  <a:lnTo>
                    <a:pt x="69264" y="53736"/>
                  </a:lnTo>
                  <a:lnTo>
                    <a:pt x="69387" y="54831"/>
                  </a:lnTo>
                  <a:lnTo>
                    <a:pt x="69527" y="55912"/>
                  </a:lnTo>
                  <a:lnTo>
                    <a:pt x="69684" y="56981"/>
                  </a:lnTo>
                  <a:lnTo>
                    <a:pt x="69858" y="58039"/>
                  </a:lnTo>
                  <a:lnTo>
                    <a:pt x="70049" y="59090"/>
                  </a:lnTo>
                  <a:lnTo>
                    <a:pt x="70257" y="60134"/>
                  </a:lnTo>
                  <a:lnTo>
                    <a:pt x="70481" y="61173"/>
                  </a:lnTo>
                  <a:lnTo>
                    <a:pt x="70722" y="62210"/>
                  </a:lnTo>
                  <a:lnTo>
                    <a:pt x="70980" y="63246"/>
                  </a:lnTo>
                  <a:lnTo>
                    <a:pt x="71254" y="64284"/>
                  </a:lnTo>
                  <a:lnTo>
                    <a:pt x="71545" y="65325"/>
                  </a:lnTo>
                  <a:lnTo>
                    <a:pt x="71852" y="66371"/>
                  </a:lnTo>
                  <a:lnTo>
                    <a:pt x="72176" y="67425"/>
                  </a:lnTo>
                  <a:lnTo>
                    <a:pt x="72516" y="68487"/>
                  </a:lnTo>
                  <a:lnTo>
                    <a:pt x="71508" y="69483"/>
                  </a:lnTo>
                  <a:lnTo>
                    <a:pt x="70703" y="70204"/>
                  </a:lnTo>
                  <a:lnTo>
                    <a:pt x="69974" y="70705"/>
                  </a:lnTo>
                  <a:lnTo>
                    <a:pt x="69196" y="71040"/>
                  </a:lnTo>
                  <a:lnTo>
                    <a:pt x="68241" y="71263"/>
                  </a:lnTo>
                  <a:lnTo>
                    <a:pt x="66984" y="71429"/>
                  </a:lnTo>
                  <a:lnTo>
                    <a:pt x="65298" y="71592"/>
                  </a:lnTo>
                  <a:lnTo>
                    <a:pt x="64204" y="71556"/>
                  </a:lnTo>
                  <a:lnTo>
                    <a:pt x="63114" y="71493"/>
                  </a:lnTo>
                  <a:lnTo>
                    <a:pt x="62029" y="71404"/>
                  </a:lnTo>
                  <a:lnTo>
                    <a:pt x="60949" y="71292"/>
                  </a:lnTo>
                  <a:lnTo>
                    <a:pt x="59873" y="71158"/>
                  </a:lnTo>
                  <a:lnTo>
                    <a:pt x="58800" y="71002"/>
                  </a:lnTo>
                  <a:lnTo>
                    <a:pt x="57731" y="70827"/>
                  </a:lnTo>
                  <a:lnTo>
                    <a:pt x="56665" y="70634"/>
                  </a:lnTo>
                  <a:lnTo>
                    <a:pt x="55602" y="70424"/>
                  </a:lnTo>
                  <a:lnTo>
                    <a:pt x="54541" y="70199"/>
                  </a:lnTo>
                  <a:lnTo>
                    <a:pt x="53483" y="69961"/>
                  </a:lnTo>
                  <a:lnTo>
                    <a:pt x="52428" y="69710"/>
                  </a:lnTo>
                  <a:lnTo>
                    <a:pt x="51373" y="69448"/>
                  </a:lnTo>
                  <a:lnTo>
                    <a:pt x="50321" y="69178"/>
                  </a:lnTo>
                  <a:lnTo>
                    <a:pt x="49270" y="68899"/>
                  </a:lnTo>
                  <a:lnTo>
                    <a:pt x="48219" y="68614"/>
                  </a:lnTo>
                  <a:lnTo>
                    <a:pt x="47170" y="68324"/>
                  </a:lnTo>
                  <a:lnTo>
                    <a:pt x="46120" y="68031"/>
                  </a:lnTo>
                  <a:lnTo>
                    <a:pt x="45071" y="67735"/>
                  </a:lnTo>
                  <a:lnTo>
                    <a:pt x="44022" y="67439"/>
                  </a:lnTo>
                  <a:lnTo>
                    <a:pt x="42972" y="67144"/>
                  </a:lnTo>
                  <a:lnTo>
                    <a:pt x="43471" y="68100"/>
                  </a:lnTo>
                  <a:lnTo>
                    <a:pt x="43972" y="69060"/>
                  </a:lnTo>
                  <a:lnTo>
                    <a:pt x="44476" y="70027"/>
                  </a:lnTo>
                  <a:lnTo>
                    <a:pt x="44987" y="71005"/>
                  </a:lnTo>
                  <a:lnTo>
                    <a:pt x="45835" y="72785"/>
                  </a:lnTo>
                  <a:lnTo>
                    <a:pt x="46404" y="74058"/>
                  </a:lnTo>
                  <a:lnTo>
                    <a:pt x="46749" y="75013"/>
                  </a:lnTo>
                  <a:lnTo>
                    <a:pt x="46926" y="75842"/>
                  </a:lnTo>
                  <a:lnTo>
                    <a:pt x="46992" y="76736"/>
                  </a:lnTo>
                  <a:lnTo>
                    <a:pt x="47001" y="77887"/>
                  </a:lnTo>
                  <a:lnTo>
                    <a:pt x="48334" y="77887"/>
                  </a:lnTo>
                  <a:lnTo>
                    <a:pt x="49687" y="77887"/>
                  </a:lnTo>
                  <a:lnTo>
                    <a:pt x="49687" y="79220"/>
                  </a:lnTo>
                  <a:lnTo>
                    <a:pt x="49687" y="80573"/>
                  </a:lnTo>
                  <a:lnTo>
                    <a:pt x="50684" y="80906"/>
                  </a:lnTo>
                  <a:lnTo>
                    <a:pt x="51686" y="81239"/>
                  </a:lnTo>
                  <a:lnTo>
                    <a:pt x="52695" y="81576"/>
                  </a:lnTo>
                  <a:lnTo>
                    <a:pt x="53715" y="81916"/>
                  </a:lnTo>
                  <a:lnTo>
                    <a:pt x="54419" y="83020"/>
                  </a:lnTo>
                  <a:lnTo>
                    <a:pt x="54999" y="84038"/>
                  </a:lnTo>
                  <a:lnTo>
                    <a:pt x="55466" y="84992"/>
                  </a:lnTo>
                  <a:lnTo>
                    <a:pt x="55832" y="85901"/>
                  </a:lnTo>
                  <a:lnTo>
                    <a:pt x="56106" y="86786"/>
                  </a:lnTo>
                  <a:lnTo>
                    <a:pt x="56301" y="87667"/>
                  </a:lnTo>
                  <a:lnTo>
                    <a:pt x="56427" y="88564"/>
                  </a:lnTo>
                  <a:lnTo>
                    <a:pt x="56494" y="89497"/>
                  </a:lnTo>
                  <a:lnTo>
                    <a:pt x="56515" y="90488"/>
                  </a:lnTo>
                  <a:lnTo>
                    <a:pt x="56499" y="91555"/>
                  </a:lnTo>
                  <a:lnTo>
                    <a:pt x="56457" y="92720"/>
                  </a:lnTo>
                  <a:lnTo>
                    <a:pt x="56401" y="94002"/>
                  </a:lnTo>
                  <a:lnTo>
                    <a:pt x="55413" y="94575"/>
                  </a:lnTo>
                  <a:lnTo>
                    <a:pt x="54427" y="95107"/>
                  </a:lnTo>
                  <a:lnTo>
                    <a:pt x="53440" y="95601"/>
                  </a:lnTo>
                  <a:lnTo>
                    <a:pt x="52453" y="96058"/>
                  </a:lnTo>
                  <a:lnTo>
                    <a:pt x="51465" y="96480"/>
                  </a:lnTo>
                  <a:lnTo>
                    <a:pt x="50476" y="96870"/>
                  </a:lnTo>
                  <a:lnTo>
                    <a:pt x="49483" y="97228"/>
                  </a:lnTo>
                  <a:lnTo>
                    <a:pt x="48487" y="97559"/>
                  </a:lnTo>
                  <a:lnTo>
                    <a:pt x="47486" y="97862"/>
                  </a:lnTo>
                  <a:lnTo>
                    <a:pt x="46481" y="98141"/>
                  </a:lnTo>
                  <a:lnTo>
                    <a:pt x="45469" y="98397"/>
                  </a:lnTo>
                  <a:lnTo>
                    <a:pt x="44452" y="98633"/>
                  </a:lnTo>
                  <a:lnTo>
                    <a:pt x="43426" y="98849"/>
                  </a:lnTo>
                  <a:lnTo>
                    <a:pt x="42393" y="99050"/>
                  </a:lnTo>
                  <a:lnTo>
                    <a:pt x="41351" y="99236"/>
                  </a:lnTo>
                  <a:lnTo>
                    <a:pt x="40299" y="99409"/>
                  </a:lnTo>
                  <a:lnTo>
                    <a:pt x="39236" y="99572"/>
                  </a:lnTo>
                  <a:lnTo>
                    <a:pt x="38162" y="99726"/>
                  </a:lnTo>
                  <a:lnTo>
                    <a:pt x="37077" y="99873"/>
                  </a:lnTo>
                  <a:lnTo>
                    <a:pt x="35978" y="100016"/>
                  </a:lnTo>
                  <a:lnTo>
                    <a:pt x="34866" y="100157"/>
                  </a:lnTo>
                  <a:lnTo>
                    <a:pt x="33740" y="100297"/>
                  </a:lnTo>
                  <a:lnTo>
                    <a:pt x="32430" y="100471"/>
                  </a:lnTo>
                  <a:lnTo>
                    <a:pt x="31111" y="100646"/>
                  </a:lnTo>
                  <a:lnTo>
                    <a:pt x="29774" y="100824"/>
                  </a:lnTo>
                  <a:lnTo>
                    <a:pt x="28705" y="100965"/>
                  </a:lnTo>
                  <a:lnTo>
                    <a:pt x="27635" y="101105"/>
                  </a:lnTo>
                  <a:lnTo>
                    <a:pt x="26565" y="101244"/>
                  </a:lnTo>
                  <a:lnTo>
                    <a:pt x="25495" y="101382"/>
                  </a:lnTo>
                  <a:lnTo>
                    <a:pt x="24425" y="101520"/>
                  </a:lnTo>
                  <a:lnTo>
                    <a:pt x="23355" y="101656"/>
                  </a:lnTo>
                  <a:lnTo>
                    <a:pt x="22284" y="101791"/>
                  </a:lnTo>
                  <a:lnTo>
                    <a:pt x="21214" y="101926"/>
                  </a:lnTo>
                  <a:lnTo>
                    <a:pt x="20143" y="102059"/>
                  </a:lnTo>
                  <a:lnTo>
                    <a:pt x="20143" y="103392"/>
                  </a:lnTo>
                  <a:lnTo>
                    <a:pt x="20143" y="104745"/>
                  </a:lnTo>
                  <a:lnTo>
                    <a:pt x="21224" y="104828"/>
                  </a:lnTo>
                  <a:lnTo>
                    <a:pt x="22304" y="104911"/>
                  </a:lnTo>
                  <a:lnTo>
                    <a:pt x="23385" y="104994"/>
                  </a:lnTo>
                  <a:lnTo>
                    <a:pt x="24467" y="105078"/>
                  </a:lnTo>
                  <a:lnTo>
                    <a:pt x="25550" y="105161"/>
                  </a:lnTo>
                  <a:lnTo>
                    <a:pt x="26634" y="105244"/>
                  </a:lnTo>
                  <a:lnTo>
                    <a:pt x="27719" y="105328"/>
                  </a:lnTo>
                  <a:lnTo>
                    <a:pt x="28807" y="105411"/>
                  </a:lnTo>
                  <a:lnTo>
                    <a:pt x="29896" y="105495"/>
                  </a:lnTo>
                  <a:lnTo>
                    <a:pt x="30988" y="105579"/>
                  </a:lnTo>
                  <a:lnTo>
                    <a:pt x="32082" y="105663"/>
                  </a:lnTo>
                  <a:lnTo>
                    <a:pt x="33179" y="105748"/>
                  </a:lnTo>
                  <a:lnTo>
                    <a:pt x="34279" y="105832"/>
                  </a:lnTo>
                  <a:lnTo>
                    <a:pt x="35383" y="105917"/>
                  </a:lnTo>
                  <a:lnTo>
                    <a:pt x="36490" y="106002"/>
                  </a:lnTo>
                  <a:lnTo>
                    <a:pt x="37601" y="106088"/>
                  </a:lnTo>
                  <a:lnTo>
                    <a:pt x="37601" y="107421"/>
                  </a:lnTo>
                  <a:lnTo>
                    <a:pt x="37601" y="108774"/>
                  </a:lnTo>
                  <a:lnTo>
                    <a:pt x="38934" y="109440"/>
                  </a:lnTo>
                  <a:lnTo>
                    <a:pt x="40287" y="110116"/>
                  </a:lnTo>
                  <a:lnTo>
                    <a:pt x="38384" y="110564"/>
                  </a:lnTo>
                  <a:lnTo>
                    <a:pt x="36876" y="110900"/>
                  </a:lnTo>
                  <a:lnTo>
                    <a:pt x="35686" y="111124"/>
                  </a:lnTo>
                  <a:lnTo>
                    <a:pt x="34736" y="111236"/>
                  </a:lnTo>
                  <a:lnTo>
                    <a:pt x="33950" y="111236"/>
                  </a:lnTo>
                  <a:lnTo>
                    <a:pt x="33249" y="111124"/>
                  </a:lnTo>
                  <a:lnTo>
                    <a:pt x="32556" y="110900"/>
                  </a:lnTo>
                  <a:lnTo>
                    <a:pt x="31795" y="110564"/>
                  </a:lnTo>
                  <a:lnTo>
                    <a:pt x="30886" y="110116"/>
                  </a:lnTo>
                  <a:lnTo>
                    <a:pt x="29719" y="109974"/>
                  </a:lnTo>
                  <a:lnTo>
                    <a:pt x="28551" y="109841"/>
                  </a:lnTo>
                  <a:lnTo>
                    <a:pt x="27381" y="109718"/>
                  </a:lnTo>
                  <a:lnTo>
                    <a:pt x="26211" y="109604"/>
                  </a:lnTo>
                  <a:lnTo>
                    <a:pt x="25039" y="109498"/>
                  </a:lnTo>
                  <a:lnTo>
                    <a:pt x="23867" y="109398"/>
                  </a:lnTo>
                  <a:lnTo>
                    <a:pt x="22828" y="109310"/>
                  </a:lnTo>
                  <a:lnTo>
                    <a:pt x="21785" y="109222"/>
                  </a:lnTo>
                  <a:lnTo>
                    <a:pt x="20734" y="109133"/>
                  </a:lnTo>
                  <a:lnTo>
                    <a:pt x="19671" y="109044"/>
                  </a:lnTo>
                  <a:lnTo>
                    <a:pt x="18582" y="108956"/>
                  </a:lnTo>
                  <a:lnTo>
                    <a:pt x="17490" y="108868"/>
                  </a:lnTo>
                  <a:lnTo>
                    <a:pt x="16389" y="108780"/>
                  </a:lnTo>
                  <a:lnTo>
                    <a:pt x="15275" y="108690"/>
                  </a:lnTo>
                  <a:lnTo>
                    <a:pt x="14179" y="108599"/>
                  </a:lnTo>
                  <a:lnTo>
                    <a:pt x="13078" y="108507"/>
                  </a:lnTo>
                  <a:lnTo>
                    <a:pt x="11969" y="108414"/>
                  </a:lnTo>
                  <a:lnTo>
                    <a:pt x="10848" y="108320"/>
                  </a:lnTo>
                  <a:lnTo>
                    <a:pt x="9763" y="108230"/>
                  </a:lnTo>
                  <a:lnTo>
                    <a:pt x="8679" y="108140"/>
                  </a:lnTo>
                  <a:lnTo>
                    <a:pt x="7594" y="108050"/>
                  </a:lnTo>
                  <a:lnTo>
                    <a:pt x="6509" y="107961"/>
                  </a:lnTo>
                  <a:lnTo>
                    <a:pt x="5425" y="107872"/>
                  </a:lnTo>
                  <a:lnTo>
                    <a:pt x="4340" y="107783"/>
                  </a:lnTo>
                  <a:lnTo>
                    <a:pt x="3255" y="107694"/>
                  </a:lnTo>
                  <a:lnTo>
                    <a:pt x="2170" y="107606"/>
                  </a:lnTo>
                  <a:lnTo>
                    <a:pt x="1085" y="107518"/>
                  </a:lnTo>
                  <a:lnTo>
                    <a:pt x="0" y="107431"/>
                  </a:lnTo>
                  <a:lnTo>
                    <a:pt x="0" y="106367"/>
                  </a:lnTo>
                  <a:lnTo>
                    <a:pt x="0" y="105300"/>
                  </a:lnTo>
                  <a:lnTo>
                    <a:pt x="0" y="104228"/>
                  </a:lnTo>
                  <a:lnTo>
                    <a:pt x="0" y="103149"/>
                  </a:lnTo>
                  <a:lnTo>
                    <a:pt x="0" y="102059"/>
                  </a:lnTo>
                  <a:lnTo>
                    <a:pt x="1317" y="101984"/>
                  </a:lnTo>
                  <a:lnTo>
                    <a:pt x="2655" y="101907"/>
                  </a:lnTo>
                  <a:lnTo>
                    <a:pt x="4626" y="101758"/>
                  </a:lnTo>
                  <a:lnTo>
                    <a:pt x="6326" y="101625"/>
                  </a:lnTo>
                  <a:lnTo>
                    <a:pt x="7789" y="101501"/>
                  </a:lnTo>
                  <a:lnTo>
                    <a:pt x="9044" y="101379"/>
                  </a:lnTo>
                  <a:lnTo>
                    <a:pt x="10126" y="101253"/>
                  </a:lnTo>
                  <a:lnTo>
                    <a:pt x="11064" y="101115"/>
                  </a:lnTo>
                  <a:lnTo>
                    <a:pt x="11893" y="100959"/>
                  </a:lnTo>
                  <a:lnTo>
                    <a:pt x="12643" y="100778"/>
                  </a:lnTo>
                  <a:lnTo>
                    <a:pt x="13347" y="100566"/>
                  </a:lnTo>
                  <a:lnTo>
                    <a:pt x="14036" y="100314"/>
                  </a:lnTo>
                  <a:lnTo>
                    <a:pt x="14743" y="100017"/>
                  </a:lnTo>
                  <a:lnTo>
                    <a:pt x="15500" y="99668"/>
                  </a:lnTo>
                  <a:lnTo>
                    <a:pt x="16338" y="99260"/>
                  </a:lnTo>
                  <a:lnTo>
                    <a:pt x="17290" y="98785"/>
                  </a:lnTo>
                  <a:lnTo>
                    <a:pt x="18289" y="98308"/>
                  </a:lnTo>
                  <a:lnTo>
                    <a:pt x="19285" y="97875"/>
                  </a:lnTo>
                  <a:lnTo>
                    <a:pt x="20277" y="97484"/>
                  </a:lnTo>
                  <a:lnTo>
                    <a:pt x="21267" y="97131"/>
                  </a:lnTo>
                  <a:lnTo>
                    <a:pt x="22257" y="96813"/>
                  </a:lnTo>
                  <a:lnTo>
                    <a:pt x="23249" y="96527"/>
                  </a:lnTo>
                  <a:lnTo>
                    <a:pt x="24245" y="96268"/>
                  </a:lnTo>
                  <a:lnTo>
                    <a:pt x="25244" y="96034"/>
                  </a:lnTo>
                  <a:lnTo>
                    <a:pt x="26251" y="95822"/>
                  </a:lnTo>
                  <a:lnTo>
                    <a:pt x="27264" y="95626"/>
                  </a:lnTo>
                  <a:lnTo>
                    <a:pt x="28288" y="95446"/>
                  </a:lnTo>
                  <a:lnTo>
                    <a:pt x="29322" y="95276"/>
                  </a:lnTo>
                  <a:lnTo>
                    <a:pt x="30369" y="95113"/>
                  </a:lnTo>
                  <a:lnTo>
                    <a:pt x="31429" y="94955"/>
                  </a:lnTo>
                  <a:lnTo>
                    <a:pt x="32506" y="94797"/>
                  </a:lnTo>
                  <a:lnTo>
                    <a:pt x="33599" y="94637"/>
                  </a:lnTo>
                  <a:lnTo>
                    <a:pt x="34745" y="94449"/>
                  </a:lnTo>
                  <a:lnTo>
                    <a:pt x="35881" y="94248"/>
                  </a:lnTo>
                  <a:lnTo>
                    <a:pt x="37009" y="94036"/>
                  </a:lnTo>
                  <a:lnTo>
                    <a:pt x="38132" y="93811"/>
                  </a:lnTo>
                  <a:lnTo>
                    <a:pt x="39251" y="93573"/>
                  </a:lnTo>
                  <a:lnTo>
                    <a:pt x="40368" y="93323"/>
                  </a:lnTo>
                  <a:lnTo>
                    <a:pt x="41485" y="93059"/>
                  </a:lnTo>
                  <a:lnTo>
                    <a:pt x="42604" y="92782"/>
                  </a:lnTo>
                  <a:lnTo>
                    <a:pt x="43727" y="92491"/>
                  </a:lnTo>
                  <a:lnTo>
                    <a:pt x="45259" y="92103"/>
                  </a:lnTo>
                  <a:lnTo>
                    <a:pt x="46459" y="91812"/>
                  </a:lnTo>
                  <a:lnTo>
                    <a:pt x="47429" y="91603"/>
                  </a:lnTo>
                  <a:lnTo>
                    <a:pt x="48270" y="91463"/>
                  </a:lnTo>
                  <a:lnTo>
                    <a:pt x="49084" y="91378"/>
                  </a:lnTo>
                  <a:lnTo>
                    <a:pt x="49971" y="91334"/>
                  </a:lnTo>
                  <a:lnTo>
                    <a:pt x="51034" y="91318"/>
                  </a:lnTo>
                  <a:lnTo>
                    <a:pt x="52373" y="91316"/>
                  </a:lnTo>
                  <a:lnTo>
                    <a:pt x="52003" y="90896"/>
                  </a:lnTo>
                  <a:lnTo>
                    <a:pt x="51350" y="90156"/>
                  </a:lnTo>
                  <a:lnTo>
                    <a:pt x="49855" y="88462"/>
                  </a:lnTo>
                  <a:lnTo>
                    <a:pt x="49159" y="87490"/>
                  </a:lnTo>
                  <a:lnTo>
                    <a:pt x="48524" y="86537"/>
                  </a:lnTo>
                  <a:lnTo>
                    <a:pt x="47945" y="85597"/>
                  </a:lnTo>
                  <a:lnTo>
                    <a:pt x="47415" y="84663"/>
                  </a:lnTo>
                  <a:lnTo>
                    <a:pt x="46930" y="83727"/>
                  </a:lnTo>
                  <a:lnTo>
                    <a:pt x="46483" y="82783"/>
                  </a:lnTo>
                  <a:lnTo>
                    <a:pt x="46070" y="81823"/>
                  </a:lnTo>
                  <a:lnTo>
                    <a:pt x="45685" y="80841"/>
                  </a:lnTo>
                  <a:lnTo>
                    <a:pt x="45323" y="79829"/>
                  </a:lnTo>
                  <a:lnTo>
                    <a:pt x="44977" y="78780"/>
                  </a:lnTo>
                  <a:lnTo>
                    <a:pt x="44643" y="77688"/>
                  </a:lnTo>
                  <a:lnTo>
                    <a:pt x="44315" y="76544"/>
                  </a:lnTo>
                  <a:lnTo>
                    <a:pt x="42982" y="76544"/>
                  </a:lnTo>
                  <a:lnTo>
                    <a:pt x="41629" y="76544"/>
                  </a:lnTo>
                  <a:lnTo>
                    <a:pt x="40918" y="75524"/>
                  </a:lnTo>
                  <a:lnTo>
                    <a:pt x="40277" y="74576"/>
                  </a:lnTo>
                  <a:lnTo>
                    <a:pt x="39707" y="73679"/>
                  </a:lnTo>
                  <a:lnTo>
                    <a:pt x="39207" y="72812"/>
                  </a:lnTo>
                  <a:lnTo>
                    <a:pt x="38777" y="71955"/>
                  </a:lnTo>
                  <a:lnTo>
                    <a:pt x="38414" y="71084"/>
                  </a:lnTo>
                  <a:lnTo>
                    <a:pt x="38119" y="70180"/>
                  </a:lnTo>
                  <a:lnTo>
                    <a:pt x="37891" y="69221"/>
                  </a:lnTo>
                  <a:lnTo>
                    <a:pt x="37729" y="68186"/>
                  </a:lnTo>
                  <a:lnTo>
                    <a:pt x="37633" y="67053"/>
                  </a:lnTo>
                  <a:lnTo>
                    <a:pt x="37601" y="65801"/>
                  </a:lnTo>
                  <a:lnTo>
                    <a:pt x="36268" y="65801"/>
                  </a:lnTo>
                  <a:lnTo>
                    <a:pt x="34915" y="65801"/>
                  </a:lnTo>
                  <a:lnTo>
                    <a:pt x="34915" y="64470"/>
                  </a:lnTo>
                  <a:lnTo>
                    <a:pt x="34915" y="63130"/>
                  </a:lnTo>
                  <a:lnTo>
                    <a:pt x="34915" y="61773"/>
                  </a:lnTo>
                  <a:lnTo>
                    <a:pt x="35984" y="61759"/>
                  </a:lnTo>
                  <a:lnTo>
                    <a:pt x="37049" y="61752"/>
                  </a:lnTo>
                  <a:lnTo>
                    <a:pt x="38110" y="61751"/>
                  </a:lnTo>
                  <a:lnTo>
                    <a:pt x="39167" y="61757"/>
                  </a:lnTo>
                  <a:lnTo>
                    <a:pt x="40222" y="61769"/>
                  </a:lnTo>
                  <a:lnTo>
                    <a:pt x="41273" y="61787"/>
                  </a:lnTo>
                  <a:lnTo>
                    <a:pt x="42323" y="61813"/>
                  </a:lnTo>
                  <a:lnTo>
                    <a:pt x="43370" y="61844"/>
                  </a:lnTo>
                  <a:lnTo>
                    <a:pt x="44416" y="61883"/>
                  </a:lnTo>
                  <a:lnTo>
                    <a:pt x="45460" y="61928"/>
                  </a:lnTo>
                  <a:lnTo>
                    <a:pt x="46504" y="61979"/>
                  </a:lnTo>
                  <a:lnTo>
                    <a:pt x="47547" y="62037"/>
                  </a:lnTo>
                  <a:lnTo>
                    <a:pt x="48589" y="62102"/>
                  </a:lnTo>
                  <a:lnTo>
                    <a:pt x="49632" y="62173"/>
                  </a:lnTo>
                  <a:lnTo>
                    <a:pt x="50676" y="62251"/>
                  </a:lnTo>
                  <a:lnTo>
                    <a:pt x="51720" y="62336"/>
                  </a:lnTo>
                  <a:lnTo>
                    <a:pt x="52766" y="62427"/>
                  </a:lnTo>
                  <a:lnTo>
                    <a:pt x="53813" y="62525"/>
                  </a:lnTo>
                  <a:lnTo>
                    <a:pt x="54863" y="62630"/>
                  </a:lnTo>
                  <a:lnTo>
                    <a:pt x="55914" y="62741"/>
                  </a:lnTo>
                  <a:lnTo>
                    <a:pt x="56969" y="62859"/>
                  </a:lnTo>
                  <a:lnTo>
                    <a:pt x="58026" y="62984"/>
                  </a:lnTo>
                  <a:lnTo>
                    <a:pt x="59087" y="63116"/>
                  </a:lnTo>
                  <a:lnTo>
                    <a:pt x="59087" y="64448"/>
                  </a:lnTo>
                  <a:lnTo>
                    <a:pt x="59087" y="65801"/>
                  </a:lnTo>
                  <a:lnTo>
                    <a:pt x="60418" y="65801"/>
                  </a:lnTo>
                  <a:lnTo>
                    <a:pt x="61758" y="65801"/>
                  </a:lnTo>
                  <a:lnTo>
                    <a:pt x="63116" y="65801"/>
                  </a:lnTo>
                  <a:lnTo>
                    <a:pt x="63116" y="64757"/>
                  </a:lnTo>
                  <a:lnTo>
                    <a:pt x="63116" y="63712"/>
                  </a:lnTo>
                  <a:lnTo>
                    <a:pt x="63116" y="62666"/>
                  </a:lnTo>
                  <a:lnTo>
                    <a:pt x="63116" y="61620"/>
                  </a:lnTo>
                  <a:lnTo>
                    <a:pt x="63116" y="60572"/>
                  </a:lnTo>
                  <a:lnTo>
                    <a:pt x="63116" y="59522"/>
                  </a:lnTo>
                  <a:lnTo>
                    <a:pt x="63116" y="58471"/>
                  </a:lnTo>
                  <a:lnTo>
                    <a:pt x="63116" y="57417"/>
                  </a:lnTo>
                  <a:lnTo>
                    <a:pt x="63116" y="56361"/>
                  </a:lnTo>
                  <a:lnTo>
                    <a:pt x="63116" y="55302"/>
                  </a:lnTo>
                  <a:lnTo>
                    <a:pt x="63116" y="54239"/>
                  </a:lnTo>
                  <a:lnTo>
                    <a:pt x="63116" y="53173"/>
                  </a:lnTo>
                  <a:lnTo>
                    <a:pt x="63116" y="52104"/>
                  </a:lnTo>
                  <a:lnTo>
                    <a:pt x="63116" y="51030"/>
                  </a:lnTo>
                  <a:lnTo>
                    <a:pt x="61783" y="51030"/>
                  </a:lnTo>
                  <a:lnTo>
                    <a:pt x="60430" y="51030"/>
                  </a:lnTo>
                  <a:lnTo>
                    <a:pt x="60323" y="49991"/>
                  </a:lnTo>
                  <a:lnTo>
                    <a:pt x="60215" y="48951"/>
                  </a:lnTo>
                  <a:lnTo>
                    <a:pt x="60107" y="47905"/>
                  </a:lnTo>
                  <a:lnTo>
                    <a:pt x="59999" y="46852"/>
                  </a:lnTo>
                  <a:lnTo>
                    <a:pt x="59890" y="45790"/>
                  </a:lnTo>
                  <a:lnTo>
                    <a:pt x="59770" y="44662"/>
                  </a:lnTo>
                  <a:lnTo>
                    <a:pt x="59651" y="43535"/>
                  </a:lnTo>
                  <a:lnTo>
                    <a:pt x="59531" y="42408"/>
                  </a:lnTo>
                  <a:lnTo>
                    <a:pt x="59411" y="41281"/>
                  </a:lnTo>
                  <a:lnTo>
                    <a:pt x="59290" y="40154"/>
                  </a:lnTo>
                  <a:lnTo>
                    <a:pt x="59170" y="39027"/>
                  </a:lnTo>
                  <a:lnTo>
                    <a:pt x="59119" y="38518"/>
                  </a:lnTo>
                  <a:lnTo>
                    <a:pt x="59027" y="37621"/>
                  </a:lnTo>
                  <a:lnTo>
                    <a:pt x="58817" y="35568"/>
                  </a:lnTo>
                  <a:lnTo>
                    <a:pt x="58765" y="35084"/>
                  </a:lnTo>
                  <a:lnTo>
                    <a:pt x="58673" y="34231"/>
                  </a:lnTo>
                  <a:lnTo>
                    <a:pt x="58463" y="32276"/>
                  </a:lnTo>
                  <a:lnTo>
                    <a:pt x="58383" y="31519"/>
                  </a:lnTo>
                  <a:lnTo>
                    <a:pt x="58143" y="29229"/>
                  </a:lnTo>
                  <a:lnTo>
                    <a:pt x="57891" y="27837"/>
                  </a:lnTo>
                  <a:lnTo>
                    <a:pt x="57626" y="26986"/>
                  </a:lnTo>
                  <a:lnTo>
                    <a:pt x="57184" y="26328"/>
                  </a:lnTo>
                  <a:lnTo>
                    <a:pt x="56401" y="25515"/>
                  </a:lnTo>
                  <a:lnTo>
                    <a:pt x="56188" y="24440"/>
                  </a:lnTo>
                  <a:lnTo>
                    <a:pt x="55984" y="23363"/>
                  </a:lnTo>
                  <a:lnTo>
                    <a:pt x="55787" y="22285"/>
                  </a:lnTo>
                  <a:lnTo>
                    <a:pt x="55596" y="21205"/>
                  </a:lnTo>
                  <a:lnTo>
                    <a:pt x="55412" y="20125"/>
                  </a:lnTo>
                  <a:lnTo>
                    <a:pt x="55233" y="19043"/>
                  </a:lnTo>
                  <a:lnTo>
                    <a:pt x="55058" y="17961"/>
                  </a:lnTo>
                  <a:lnTo>
                    <a:pt x="54884" y="16873"/>
                  </a:lnTo>
                  <a:lnTo>
                    <a:pt x="54710" y="15780"/>
                  </a:lnTo>
                  <a:lnTo>
                    <a:pt x="54534" y="14679"/>
                  </a:lnTo>
                  <a:lnTo>
                    <a:pt x="54356" y="13566"/>
                  </a:lnTo>
                  <a:lnTo>
                    <a:pt x="54196" y="12523"/>
                  </a:lnTo>
                  <a:lnTo>
                    <a:pt x="54037" y="11480"/>
                  </a:lnTo>
                  <a:lnTo>
                    <a:pt x="53879" y="10438"/>
                  </a:lnTo>
                  <a:lnTo>
                    <a:pt x="53722" y="9395"/>
                  </a:lnTo>
                  <a:lnTo>
                    <a:pt x="53567" y="8352"/>
                  </a:lnTo>
                  <a:lnTo>
                    <a:pt x="53412" y="7309"/>
                  </a:lnTo>
                  <a:lnTo>
                    <a:pt x="53259" y="6265"/>
                  </a:lnTo>
                  <a:lnTo>
                    <a:pt x="53107" y="5222"/>
                  </a:lnTo>
                  <a:lnTo>
                    <a:pt x="52957" y="4178"/>
                  </a:lnTo>
                  <a:lnTo>
                    <a:pt x="52808" y="3134"/>
                  </a:lnTo>
                  <a:lnTo>
                    <a:pt x="52661" y="2090"/>
                  </a:lnTo>
                  <a:lnTo>
                    <a:pt x="52516" y="1045"/>
                  </a:lnTo>
                  <a:lnTo>
                    <a:pt x="52373" y="0"/>
                  </a:lnTo>
                  <a:close/>
                </a:path>
              </a:pathLst>
            </a:custGeom>
            <a:solidFill>
              <a:srgbClr val="341B1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region 40 #3A83BC"/>
            <p:cNvSpPr/>
            <p:nvPr/>
          </p:nvSpPr>
          <p:spPr>
            <a:xfrm>
              <a:off x="2497670" y="531407"/>
              <a:ext cx="110361" cy="81388"/>
            </a:xfrm>
            <a:custGeom>
              <a:avLst/>
              <a:gdLst/>
              <a:ahLst/>
              <a:cxnLst/>
              <a:rect l="l" t="t" r="r" b="b"/>
              <a:pathLst>
                <a:path w="110361" h="81388">
                  <a:moveTo>
                    <a:pt x="107522" y="374"/>
                  </a:moveTo>
                  <a:lnTo>
                    <a:pt x="108144" y="1411"/>
                  </a:lnTo>
                  <a:lnTo>
                    <a:pt x="108672" y="2432"/>
                  </a:lnTo>
                  <a:lnTo>
                    <a:pt x="109115" y="3441"/>
                  </a:lnTo>
                  <a:lnTo>
                    <a:pt x="109478" y="4443"/>
                  </a:lnTo>
                  <a:lnTo>
                    <a:pt x="109768" y="5443"/>
                  </a:lnTo>
                  <a:lnTo>
                    <a:pt x="109992" y="6446"/>
                  </a:lnTo>
                  <a:lnTo>
                    <a:pt x="110157" y="7457"/>
                  </a:lnTo>
                  <a:lnTo>
                    <a:pt x="110269" y="8480"/>
                  </a:lnTo>
                  <a:lnTo>
                    <a:pt x="110335" y="9520"/>
                  </a:lnTo>
                  <a:lnTo>
                    <a:pt x="110361" y="10582"/>
                  </a:lnTo>
                  <a:lnTo>
                    <a:pt x="110355" y="11671"/>
                  </a:lnTo>
                  <a:lnTo>
                    <a:pt x="110323" y="12791"/>
                  </a:lnTo>
                  <a:lnTo>
                    <a:pt x="110272" y="13948"/>
                  </a:lnTo>
                  <a:lnTo>
                    <a:pt x="110208" y="15146"/>
                  </a:lnTo>
                  <a:lnTo>
                    <a:pt x="109628" y="16286"/>
                  </a:lnTo>
                  <a:lnTo>
                    <a:pt x="109151" y="17101"/>
                  </a:lnTo>
                  <a:lnTo>
                    <a:pt x="108656" y="17716"/>
                  </a:lnTo>
                  <a:lnTo>
                    <a:pt x="108020" y="18254"/>
                  </a:lnTo>
                  <a:lnTo>
                    <a:pt x="107123" y="18839"/>
                  </a:lnTo>
                  <a:lnTo>
                    <a:pt x="105844" y="19593"/>
                  </a:lnTo>
                  <a:lnTo>
                    <a:pt x="104618" y="20348"/>
                  </a:lnTo>
                  <a:lnTo>
                    <a:pt x="103655" y="20958"/>
                  </a:lnTo>
                  <a:lnTo>
                    <a:pt x="102871" y="21488"/>
                  </a:lnTo>
                  <a:lnTo>
                    <a:pt x="102182" y="22007"/>
                  </a:lnTo>
                  <a:lnTo>
                    <a:pt x="101506" y="22581"/>
                  </a:lnTo>
                  <a:lnTo>
                    <a:pt x="100757" y="23276"/>
                  </a:lnTo>
                  <a:lnTo>
                    <a:pt x="99853" y="24161"/>
                  </a:lnTo>
                  <a:lnTo>
                    <a:pt x="98710" y="25301"/>
                  </a:lnTo>
                  <a:lnTo>
                    <a:pt x="97490" y="26517"/>
                  </a:lnTo>
                  <a:lnTo>
                    <a:pt x="96561" y="27415"/>
                  </a:lnTo>
                  <a:lnTo>
                    <a:pt x="95816" y="28076"/>
                  </a:lnTo>
                  <a:lnTo>
                    <a:pt x="95146" y="28583"/>
                  </a:lnTo>
                  <a:lnTo>
                    <a:pt x="94442" y="29018"/>
                  </a:lnTo>
                  <a:lnTo>
                    <a:pt x="93596" y="29463"/>
                  </a:lnTo>
                  <a:lnTo>
                    <a:pt x="92498" y="30001"/>
                  </a:lnTo>
                  <a:lnTo>
                    <a:pt x="91301" y="30636"/>
                  </a:lnTo>
                  <a:lnTo>
                    <a:pt x="90510" y="31150"/>
                  </a:lnTo>
                  <a:lnTo>
                    <a:pt x="89949" y="31724"/>
                  </a:lnTo>
                  <a:lnTo>
                    <a:pt x="89440" y="32540"/>
                  </a:lnTo>
                  <a:lnTo>
                    <a:pt x="88805" y="33778"/>
                  </a:lnTo>
                  <a:lnTo>
                    <a:pt x="88257" y="34783"/>
                  </a:lnTo>
                  <a:lnTo>
                    <a:pt x="87668" y="35696"/>
                  </a:lnTo>
                  <a:lnTo>
                    <a:pt x="87038" y="36533"/>
                  </a:lnTo>
                  <a:lnTo>
                    <a:pt x="86368" y="37305"/>
                  </a:lnTo>
                  <a:lnTo>
                    <a:pt x="85660" y="38026"/>
                  </a:lnTo>
                  <a:lnTo>
                    <a:pt x="84915" y="38708"/>
                  </a:lnTo>
                  <a:lnTo>
                    <a:pt x="84133" y="39366"/>
                  </a:lnTo>
                  <a:lnTo>
                    <a:pt x="83316" y="40011"/>
                  </a:lnTo>
                  <a:lnTo>
                    <a:pt x="82465" y="40657"/>
                  </a:lnTo>
                  <a:lnTo>
                    <a:pt x="81581" y="41317"/>
                  </a:lnTo>
                  <a:lnTo>
                    <a:pt x="80665" y="42004"/>
                  </a:lnTo>
                  <a:lnTo>
                    <a:pt x="79944" y="42780"/>
                  </a:lnTo>
                  <a:lnTo>
                    <a:pt x="79218" y="43561"/>
                  </a:lnTo>
                  <a:lnTo>
                    <a:pt x="78483" y="44354"/>
                  </a:lnTo>
                  <a:lnTo>
                    <a:pt x="77686" y="45061"/>
                  </a:lnTo>
                  <a:lnTo>
                    <a:pt x="77034" y="45535"/>
                  </a:lnTo>
                  <a:lnTo>
                    <a:pt x="76363" y="45822"/>
                  </a:lnTo>
                  <a:lnTo>
                    <a:pt x="75511" y="45970"/>
                  </a:lnTo>
                  <a:lnTo>
                    <a:pt x="74313" y="46024"/>
                  </a:lnTo>
                  <a:lnTo>
                    <a:pt x="72607" y="46032"/>
                  </a:lnTo>
                  <a:lnTo>
                    <a:pt x="72482" y="47157"/>
                  </a:lnTo>
                  <a:lnTo>
                    <a:pt x="72355" y="48299"/>
                  </a:lnTo>
                  <a:lnTo>
                    <a:pt x="71938" y="49367"/>
                  </a:lnTo>
                  <a:lnTo>
                    <a:pt x="71472" y="50351"/>
                  </a:lnTo>
                  <a:lnTo>
                    <a:pt x="70959" y="51261"/>
                  </a:lnTo>
                  <a:lnTo>
                    <a:pt x="70401" y="52111"/>
                  </a:lnTo>
                  <a:lnTo>
                    <a:pt x="69800" y="52910"/>
                  </a:lnTo>
                  <a:lnTo>
                    <a:pt x="69158" y="53672"/>
                  </a:lnTo>
                  <a:lnTo>
                    <a:pt x="68477" y="54409"/>
                  </a:lnTo>
                  <a:lnTo>
                    <a:pt x="67758" y="55131"/>
                  </a:lnTo>
                  <a:lnTo>
                    <a:pt x="67004" y="55851"/>
                  </a:lnTo>
                  <a:lnTo>
                    <a:pt x="66217" y="56581"/>
                  </a:lnTo>
                  <a:lnTo>
                    <a:pt x="65398" y="57333"/>
                  </a:lnTo>
                  <a:lnTo>
                    <a:pt x="64550" y="58118"/>
                  </a:lnTo>
                  <a:lnTo>
                    <a:pt x="63764" y="58899"/>
                  </a:lnTo>
                  <a:lnTo>
                    <a:pt x="62980" y="59682"/>
                  </a:lnTo>
                  <a:lnTo>
                    <a:pt x="62196" y="60465"/>
                  </a:lnTo>
                  <a:lnTo>
                    <a:pt x="61413" y="61248"/>
                  </a:lnTo>
                  <a:lnTo>
                    <a:pt x="60631" y="62033"/>
                  </a:lnTo>
                  <a:lnTo>
                    <a:pt x="59850" y="62818"/>
                  </a:lnTo>
                  <a:lnTo>
                    <a:pt x="59089" y="63579"/>
                  </a:lnTo>
                  <a:lnTo>
                    <a:pt x="58328" y="64340"/>
                  </a:lnTo>
                  <a:lnTo>
                    <a:pt x="57567" y="65101"/>
                  </a:lnTo>
                  <a:lnTo>
                    <a:pt x="56806" y="65862"/>
                  </a:lnTo>
                  <a:lnTo>
                    <a:pt x="56045" y="66623"/>
                  </a:lnTo>
                  <a:lnTo>
                    <a:pt x="55284" y="67384"/>
                  </a:lnTo>
                  <a:lnTo>
                    <a:pt x="54523" y="68145"/>
                  </a:lnTo>
                  <a:lnTo>
                    <a:pt x="53762" y="68906"/>
                  </a:lnTo>
                  <a:lnTo>
                    <a:pt x="53001" y="69667"/>
                  </a:lnTo>
                  <a:lnTo>
                    <a:pt x="52240" y="70428"/>
                  </a:lnTo>
                  <a:lnTo>
                    <a:pt x="51479" y="71189"/>
                  </a:lnTo>
                  <a:lnTo>
                    <a:pt x="50718" y="71950"/>
                  </a:lnTo>
                  <a:lnTo>
                    <a:pt x="49957" y="72711"/>
                  </a:lnTo>
                  <a:lnTo>
                    <a:pt x="49196" y="73472"/>
                  </a:lnTo>
                  <a:lnTo>
                    <a:pt x="48436" y="74233"/>
                  </a:lnTo>
                  <a:lnTo>
                    <a:pt x="47632" y="75231"/>
                  </a:lnTo>
                  <a:lnTo>
                    <a:pt x="46822" y="76236"/>
                  </a:lnTo>
                  <a:lnTo>
                    <a:pt x="46002" y="77254"/>
                  </a:lnTo>
                  <a:lnTo>
                    <a:pt x="45081" y="77960"/>
                  </a:lnTo>
                  <a:lnTo>
                    <a:pt x="44174" y="78588"/>
                  </a:lnTo>
                  <a:lnTo>
                    <a:pt x="43273" y="79144"/>
                  </a:lnTo>
                  <a:lnTo>
                    <a:pt x="42369" y="79630"/>
                  </a:lnTo>
                  <a:lnTo>
                    <a:pt x="41454" y="80050"/>
                  </a:lnTo>
                  <a:lnTo>
                    <a:pt x="40520" y="80408"/>
                  </a:lnTo>
                  <a:lnTo>
                    <a:pt x="39557" y="80707"/>
                  </a:lnTo>
                  <a:lnTo>
                    <a:pt x="38558" y="80951"/>
                  </a:lnTo>
                  <a:lnTo>
                    <a:pt x="37513" y="81144"/>
                  </a:lnTo>
                  <a:lnTo>
                    <a:pt x="36415" y="81288"/>
                  </a:lnTo>
                  <a:lnTo>
                    <a:pt x="35254" y="81388"/>
                  </a:lnTo>
                  <a:lnTo>
                    <a:pt x="34389" y="81232"/>
                  </a:lnTo>
                  <a:lnTo>
                    <a:pt x="33522" y="81028"/>
                  </a:lnTo>
                  <a:lnTo>
                    <a:pt x="32652" y="80775"/>
                  </a:lnTo>
                  <a:lnTo>
                    <a:pt x="31781" y="80476"/>
                  </a:lnTo>
                  <a:lnTo>
                    <a:pt x="30908" y="80134"/>
                  </a:lnTo>
                  <a:lnTo>
                    <a:pt x="30035" y="79749"/>
                  </a:lnTo>
                  <a:lnTo>
                    <a:pt x="29161" y="79323"/>
                  </a:lnTo>
                  <a:lnTo>
                    <a:pt x="28287" y="78859"/>
                  </a:lnTo>
                  <a:lnTo>
                    <a:pt x="27414" y="78359"/>
                  </a:lnTo>
                  <a:lnTo>
                    <a:pt x="26542" y="77823"/>
                  </a:lnTo>
                  <a:lnTo>
                    <a:pt x="25672" y="77255"/>
                  </a:lnTo>
                  <a:lnTo>
                    <a:pt x="24803" y="76655"/>
                  </a:lnTo>
                  <a:lnTo>
                    <a:pt x="23938" y="76026"/>
                  </a:lnTo>
                  <a:lnTo>
                    <a:pt x="23075" y="75370"/>
                  </a:lnTo>
                  <a:lnTo>
                    <a:pt x="22215" y="74688"/>
                  </a:lnTo>
                  <a:lnTo>
                    <a:pt x="21359" y="73982"/>
                  </a:lnTo>
                  <a:lnTo>
                    <a:pt x="20508" y="73255"/>
                  </a:lnTo>
                  <a:lnTo>
                    <a:pt x="19661" y="72508"/>
                  </a:lnTo>
                  <a:lnTo>
                    <a:pt x="18820" y="71742"/>
                  </a:lnTo>
                  <a:lnTo>
                    <a:pt x="17985" y="70960"/>
                  </a:lnTo>
                  <a:lnTo>
                    <a:pt x="17156" y="70164"/>
                  </a:lnTo>
                  <a:lnTo>
                    <a:pt x="16333" y="69355"/>
                  </a:lnTo>
                  <a:lnTo>
                    <a:pt x="15518" y="68535"/>
                  </a:lnTo>
                  <a:lnTo>
                    <a:pt x="14710" y="67707"/>
                  </a:lnTo>
                  <a:lnTo>
                    <a:pt x="13910" y="66871"/>
                  </a:lnTo>
                  <a:lnTo>
                    <a:pt x="13119" y="66030"/>
                  </a:lnTo>
                  <a:lnTo>
                    <a:pt x="12337" y="65186"/>
                  </a:lnTo>
                  <a:lnTo>
                    <a:pt x="11564" y="64341"/>
                  </a:lnTo>
                  <a:lnTo>
                    <a:pt x="10802" y="63496"/>
                  </a:lnTo>
                  <a:lnTo>
                    <a:pt x="10050" y="62653"/>
                  </a:lnTo>
                  <a:lnTo>
                    <a:pt x="9308" y="61815"/>
                  </a:lnTo>
                  <a:lnTo>
                    <a:pt x="8579" y="60982"/>
                  </a:lnTo>
                  <a:lnTo>
                    <a:pt x="7861" y="60157"/>
                  </a:lnTo>
                  <a:lnTo>
                    <a:pt x="7155" y="59342"/>
                  </a:lnTo>
                  <a:lnTo>
                    <a:pt x="6462" y="58538"/>
                  </a:lnTo>
                  <a:lnTo>
                    <a:pt x="5782" y="57748"/>
                  </a:lnTo>
                  <a:lnTo>
                    <a:pt x="5116" y="56973"/>
                  </a:lnTo>
                  <a:lnTo>
                    <a:pt x="4464" y="56215"/>
                  </a:lnTo>
                  <a:lnTo>
                    <a:pt x="3827" y="55476"/>
                  </a:lnTo>
                  <a:lnTo>
                    <a:pt x="3205" y="54758"/>
                  </a:lnTo>
                  <a:lnTo>
                    <a:pt x="2599" y="54062"/>
                  </a:lnTo>
                  <a:lnTo>
                    <a:pt x="2009" y="53391"/>
                  </a:lnTo>
                  <a:lnTo>
                    <a:pt x="1435" y="52747"/>
                  </a:lnTo>
                  <a:lnTo>
                    <a:pt x="953" y="51670"/>
                  </a:lnTo>
                  <a:lnTo>
                    <a:pt x="588" y="50618"/>
                  </a:lnTo>
                  <a:lnTo>
                    <a:pt x="326" y="49581"/>
                  </a:lnTo>
                  <a:lnTo>
                    <a:pt x="151" y="48550"/>
                  </a:lnTo>
                  <a:lnTo>
                    <a:pt x="49" y="47517"/>
                  </a:lnTo>
                  <a:lnTo>
                    <a:pt x="3" y="46473"/>
                  </a:lnTo>
                  <a:lnTo>
                    <a:pt x="0" y="45408"/>
                  </a:lnTo>
                  <a:lnTo>
                    <a:pt x="23" y="44314"/>
                  </a:lnTo>
                  <a:lnTo>
                    <a:pt x="59" y="43182"/>
                  </a:lnTo>
                  <a:lnTo>
                    <a:pt x="92" y="42004"/>
                  </a:lnTo>
                  <a:lnTo>
                    <a:pt x="1425" y="42004"/>
                  </a:lnTo>
                  <a:lnTo>
                    <a:pt x="2778" y="42004"/>
                  </a:lnTo>
                  <a:lnTo>
                    <a:pt x="2778" y="40671"/>
                  </a:lnTo>
                  <a:lnTo>
                    <a:pt x="2778" y="39318"/>
                  </a:lnTo>
                  <a:lnTo>
                    <a:pt x="3879" y="39043"/>
                  </a:lnTo>
                  <a:lnTo>
                    <a:pt x="4946" y="38812"/>
                  </a:lnTo>
                  <a:lnTo>
                    <a:pt x="5985" y="38626"/>
                  </a:lnTo>
                  <a:lnTo>
                    <a:pt x="7003" y="38484"/>
                  </a:lnTo>
                  <a:lnTo>
                    <a:pt x="8004" y="38387"/>
                  </a:lnTo>
                  <a:lnTo>
                    <a:pt x="8997" y="38336"/>
                  </a:lnTo>
                  <a:lnTo>
                    <a:pt x="9986" y="38332"/>
                  </a:lnTo>
                  <a:lnTo>
                    <a:pt x="10979" y="38375"/>
                  </a:lnTo>
                  <a:lnTo>
                    <a:pt x="11981" y="38466"/>
                  </a:lnTo>
                  <a:lnTo>
                    <a:pt x="12998" y="38605"/>
                  </a:lnTo>
                  <a:lnTo>
                    <a:pt x="14037" y="38793"/>
                  </a:lnTo>
                  <a:lnTo>
                    <a:pt x="15105" y="39030"/>
                  </a:lnTo>
                  <a:lnTo>
                    <a:pt x="16206" y="39318"/>
                  </a:lnTo>
                  <a:lnTo>
                    <a:pt x="17048" y="39955"/>
                  </a:lnTo>
                  <a:lnTo>
                    <a:pt x="17875" y="40609"/>
                  </a:lnTo>
                  <a:lnTo>
                    <a:pt x="18689" y="41280"/>
                  </a:lnTo>
                  <a:lnTo>
                    <a:pt x="19490" y="41966"/>
                  </a:lnTo>
                  <a:lnTo>
                    <a:pt x="20280" y="42666"/>
                  </a:lnTo>
                  <a:lnTo>
                    <a:pt x="21058" y="43379"/>
                  </a:lnTo>
                  <a:lnTo>
                    <a:pt x="21825" y="44105"/>
                  </a:lnTo>
                  <a:lnTo>
                    <a:pt x="22582" y="44842"/>
                  </a:lnTo>
                  <a:lnTo>
                    <a:pt x="23330" y="45589"/>
                  </a:lnTo>
                  <a:lnTo>
                    <a:pt x="24069" y="46346"/>
                  </a:lnTo>
                  <a:lnTo>
                    <a:pt x="24801" y="47111"/>
                  </a:lnTo>
                  <a:lnTo>
                    <a:pt x="25524" y="47884"/>
                  </a:lnTo>
                  <a:lnTo>
                    <a:pt x="26242" y="48664"/>
                  </a:lnTo>
                  <a:lnTo>
                    <a:pt x="26953" y="49449"/>
                  </a:lnTo>
                  <a:lnTo>
                    <a:pt x="27659" y="50239"/>
                  </a:lnTo>
                  <a:lnTo>
                    <a:pt x="28360" y="51032"/>
                  </a:lnTo>
                  <a:lnTo>
                    <a:pt x="29057" y="51828"/>
                  </a:lnTo>
                  <a:lnTo>
                    <a:pt x="29750" y="52626"/>
                  </a:lnTo>
                  <a:lnTo>
                    <a:pt x="30441" y="53424"/>
                  </a:lnTo>
                  <a:lnTo>
                    <a:pt x="31130" y="54223"/>
                  </a:lnTo>
                  <a:lnTo>
                    <a:pt x="31817" y="55020"/>
                  </a:lnTo>
                  <a:lnTo>
                    <a:pt x="32614" y="55766"/>
                  </a:lnTo>
                  <a:lnTo>
                    <a:pt x="33266" y="56305"/>
                  </a:lnTo>
                  <a:lnTo>
                    <a:pt x="33937" y="56724"/>
                  </a:lnTo>
                  <a:lnTo>
                    <a:pt x="34789" y="57108"/>
                  </a:lnTo>
                  <a:lnTo>
                    <a:pt x="35987" y="57544"/>
                  </a:lnTo>
                  <a:lnTo>
                    <a:pt x="37693" y="58118"/>
                  </a:lnTo>
                  <a:lnTo>
                    <a:pt x="38420" y="57349"/>
                  </a:lnTo>
                  <a:lnTo>
                    <a:pt x="39151" y="56577"/>
                  </a:lnTo>
                  <a:lnTo>
                    <a:pt x="39887" y="55800"/>
                  </a:lnTo>
                  <a:lnTo>
                    <a:pt x="40631" y="55013"/>
                  </a:lnTo>
                  <a:lnTo>
                    <a:pt x="41884" y="53818"/>
                  </a:lnTo>
                  <a:lnTo>
                    <a:pt x="42868" y="52896"/>
                  </a:lnTo>
                  <a:lnTo>
                    <a:pt x="43666" y="52183"/>
                  </a:lnTo>
                  <a:lnTo>
                    <a:pt x="44365" y="51614"/>
                  </a:lnTo>
                  <a:lnTo>
                    <a:pt x="45048" y="51123"/>
                  </a:lnTo>
                  <a:lnTo>
                    <a:pt x="45799" y="50645"/>
                  </a:lnTo>
                  <a:lnTo>
                    <a:pt x="46704" y="50117"/>
                  </a:lnTo>
                  <a:lnTo>
                    <a:pt x="47847" y="49473"/>
                  </a:lnTo>
                  <a:lnTo>
                    <a:pt x="48852" y="48786"/>
                  </a:lnTo>
                  <a:lnTo>
                    <a:pt x="49766" y="48075"/>
                  </a:lnTo>
                  <a:lnTo>
                    <a:pt x="50602" y="47338"/>
                  </a:lnTo>
                  <a:lnTo>
                    <a:pt x="51371" y="46573"/>
                  </a:lnTo>
                  <a:lnTo>
                    <a:pt x="52084" y="45781"/>
                  </a:lnTo>
                  <a:lnTo>
                    <a:pt x="52753" y="44958"/>
                  </a:lnTo>
                  <a:lnTo>
                    <a:pt x="53390" y="44104"/>
                  </a:lnTo>
                  <a:lnTo>
                    <a:pt x="54006" y="43217"/>
                  </a:lnTo>
                  <a:lnTo>
                    <a:pt x="54613" y="42296"/>
                  </a:lnTo>
                  <a:lnTo>
                    <a:pt x="55222" y="41341"/>
                  </a:lnTo>
                  <a:lnTo>
                    <a:pt x="55845" y="40348"/>
                  </a:lnTo>
                  <a:lnTo>
                    <a:pt x="56493" y="39318"/>
                  </a:lnTo>
                  <a:lnTo>
                    <a:pt x="57557" y="38131"/>
                  </a:lnTo>
                  <a:lnTo>
                    <a:pt x="58365" y="37240"/>
                  </a:lnTo>
                  <a:lnTo>
                    <a:pt x="59012" y="36552"/>
                  </a:lnTo>
                  <a:lnTo>
                    <a:pt x="59592" y="35972"/>
                  </a:lnTo>
                  <a:lnTo>
                    <a:pt x="60198" y="35408"/>
                  </a:lnTo>
                  <a:lnTo>
                    <a:pt x="60924" y="34764"/>
                  </a:lnTo>
                  <a:lnTo>
                    <a:pt x="61864" y="33946"/>
                  </a:lnTo>
                  <a:lnTo>
                    <a:pt x="63197" y="33946"/>
                  </a:lnTo>
                  <a:lnTo>
                    <a:pt x="64550" y="33946"/>
                  </a:lnTo>
                  <a:lnTo>
                    <a:pt x="64696" y="33509"/>
                  </a:lnTo>
                  <a:lnTo>
                    <a:pt x="64884" y="32944"/>
                  </a:lnTo>
                  <a:lnTo>
                    <a:pt x="65241" y="31873"/>
                  </a:lnTo>
                  <a:lnTo>
                    <a:pt x="65893" y="29918"/>
                  </a:lnTo>
                  <a:lnTo>
                    <a:pt x="66843" y="29327"/>
                  </a:lnTo>
                  <a:lnTo>
                    <a:pt x="67796" y="28742"/>
                  </a:lnTo>
                  <a:lnTo>
                    <a:pt x="68752" y="28161"/>
                  </a:lnTo>
                  <a:lnTo>
                    <a:pt x="69712" y="27585"/>
                  </a:lnTo>
                  <a:lnTo>
                    <a:pt x="70674" y="27015"/>
                  </a:lnTo>
                  <a:lnTo>
                    <a:pt x="71639" y="26449"/>
                  </a:lnTo>
                  <a:lnTo>
                    <a:pt x="72607" y="25889"/>
                  </a:lnTo>
                  <a:lnTo>
                    <a:pt x="73274" y="24556"/>
                  </a:lnTo>
                  <a:lnTo>
                    <a:pt x="73950" y="23203"/>
                  </a:lnTo>
                  <a:lnTo>
                    <a:pt x="75283" y="23203"/>
                  </a:lnTo>
                  <a:lnTo>
                    <a:pt x="76636" y="23203"/>
                  </a:lnTo>
                  <a:lnTo>
                    <a:pt x="76636" y="21870"/>
                  </a:lnTo>
                  <a:lnTo>
                    <a:pt x="76636" y="20517"/>
                  </a:lnTo>
                  <a:lnTo>
                    <a:pt x="77969" y="20517"/>
                  </a:lnTo>
                  <a:lnTo>
                    <a:pt x="79322" y="20517"/>
                  </a:lnTo>
                  <a:lnTo>
                    <a:pt x="79496" y="19330"/>
                  </a:lnTo>
                  <a:lnTo>
                    <a:pt x="79674" y="18126"/>
                  </a:lnTo>
                  <a:lnTo>
                    <a:pt x="80115" y="16944"/>
                  </a:lnTo>
                  <a:lnTo>
                    <a:pt x="80600" y="15913"/>
                  </a:lnTo>
                  <a:lnTo>
                    <a:pt x="81135" y="15005"/>
                  </a:lnTo>
                  <a:lnTo>
                    <a:pt x="81727" y="14188"/>
                  </a:lnTo>
                  <a:lnTo>
                    <a:pt x="82384" y="13433"/>
                  </a:lnTo>
                  <a:lnTo>
                    <a:pt x="83111" y="12711"/>
                  </a:lnTo>
                  <a:lnTo>
                    <a:pt x="83915" y="11992"/>
                  </a:lnTo>
                  <a:lnTo>
                    <a:pt x="84804" y="11247"/>
                  </a:lnTo>
                  <a:lnTo>
                    <a:pt x="85784" y="10446"/>
                  </a:lnTo>
                  <a:lnTo>
                    <a:pt x="86624" y="9751"/>
                  </a:lnTo>
                  <a:lnTo>
                    <a:pt x="87441" y="9066"/>
                  </a:lnTo>
                  <a:lnTo>
                    <a:pt x="88236" y="8386"/>
                  </a:lnTo>
                  <a:lnTo>
                    <a:pt x="89012" y="7705"/>
                  </a:lnTo>
                  <a:lnTo>
                    <a:pt x="89771" y="7019"/>
                  </a:lnTo>
                  <a:lnTo>
                    <a:pt x="90515" y="6321"/>
                  </a:lnTo>
                  <a:lnTo>
                    <a:pt x="91247" y="5606"/>
                  </a:lnTo>
                  <a:lnTo>
                    <a:pt x="91968" y="4870"/>
                  </a:lnTo>
                  <a:lnTo>
                    <a:pt x="92682" y="4105"/>
                  </a:lnTo>
                  <a:lnTo>
                    <a:pt x="93389" y="3308"/>
                  </a:lnTo>
                  <a:lnTo>
                    <a:pt x="94094" y="2472"/>
                  </a:lnTo>
                  <a:lnTo>
                    <a:pt x="95073" y="1774"/>
                  </a:lnTo>
                  <a:lnTo>
                    <a:pt x="96043" y="1214"/>
                  </a:lnTo>
                  <a:lnTo>
                    <a:pt x="97008" y="777"/>
                  </a:lnTo>
                  <a:lnTo>
                    <a:pt x="97973" y="452"/>
                  </a:lnTo>
                  <a:lnTo>
                    <a:pt x="98944" y="224"/>
                  </a:lnTo>
                  <a:lnTo>
                    <a:pt x="99925" y="82"/>
                  </a:lnTo>
                  <a:lnTo>
                    <a:pt x="100922" y="12"/>
                  </a:lnTo>
                  <a:lnTo>
                    <a:pt x="101940" y="0"/>
                  </a:lnTo>
                  <a:lnTo>
                    <a:pt x="102984" y="35"/>
                  </a:lnTo>
                  <a:lnTo>
                    <a:pt x="104059" y="103"/>
                  </a:lnTo>
                  <a:lnTo>
                    <a:pt x="105170" y="191"/>
                  </a:lnTo>
                  <a:lnTo>
                    <a:pt x="106323" y="285"/>
                  </a:lnTo>
                  <a:lnTo>
                    <a:pt x="107522" y="374"/>
                  </a:lnTo>
                  <a:close/>
                </a:path>
              </a:pathLst>
            </a:custGeom>
            <a:solidFill>
              <a:srgbClr val="3A83B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region 41 #3882BF"/>
            <p:cNvSpPr/>
            <p:nvPr/>
          </p:nvSpPr>
          <p:spPr>
            <a:xfrm>
              <a:off x="2496671" y="390877"/>
              <a:ext cx="111762" cy="81482"/>
            </a:xfrm>
            <a:custGeom>
              <a:avLst/>
              <a:gdLst/>
              <a:ahLst/>
              <a:cxnLst/>
              <a:rect l="l" t="t" r="r" b="b"/>
              <a:pathLst>
                <a:path w="111762" h="81482">
                  <a:moveTo>
                    <a:pt x="103905" y="69"/>
                  </a:moveTo>
                  <a:lnTo>
                    <a:pt x="105283" y="425"/>
                  </a:lnTo>
                  <a:lnTo>
                    <a:pt x="106379" y="736"/>
                  </a:lnTo>
                  <a:lnTo>
                    <a:pt x="107254" y="1045"/>
                  </a:lnTo>
                  <a:lnTo>
                    <a:pt x="107966" y="1397"/>
                  </a:lnTo>
                  <a:lnTo>
                    <a:pt x="108577" y="1832"/>
                  </a:lnTo>
                  <a:lnTo>
                    <a:pt x="109147" y="2394"/>
                  </a:lnTo>
                  <a:lnTo>
                    <a:pt x="109735" y="3127"/>
                  </a:lnTo>
                  <a:lnTo>
                    <a:pt x="110402" y="4072"/>
                  </a:lnTo>
                  <a:lnTo>
                    <a:pt x="111208" y="5273"/>
                  </a:lnTo>
                  <a:lnTo>
                    <a:pt x="111485" y="6622"/>
                  </a:lnTo>
                  <a:lnTo>
                    <a:pt x="111670" y="7670"/>
                  </a:lnTo>
                  <a:lnTo>
                    <a:pt x="111762" y="8558"/>
                  </a:lnTo>
                  <a:lnTo>
                    <a:pt x="111762" y="9427"/>
                  </a:lnTo>
                  <a:lnTo>
                    <a:pt x="111670" y="10418"/>
                  </a:lnTo>
                  <a:lnTo>
                    <a:pt x="111485" y="11672"/>
                  </a:lnTo>
                  <a:lnTo>
                    <a:pt x="111208" y="13330"/>
                  </a:lnTo>
                  <a:lnTo>
                    <a:pt x="110582" y="14239"/>
                  </a:lnTo>
                  <a:lnTo>
                    <a:pt x="109947" y="15123"/>
                  </a:lnTo>
                  <a:lnTo>
                    <a:pt x="109302" y="15983"/>
                  </a:lnTo>
                  <a:lnTo>
                    <a:pt x="108646" y="16819"/>
                  </a:lnTo>
                  <a:lnTo>
                    <a:pt x="107979" y="17632"/>
                  </a:lnTo>
                  <a:lnTo>
                    <a:pt x="107299" y="18423"/>
                  </a:lnTo>
                  <a:lnTo>
                    <a:pt x="106606" y="19193"/>
                  </a:lnTo>
                  <a:lnTo>
                    <a:pt x="105899" y="19942"/>
                  </a:lnTo>
                  <a:lnTo>
                    <a:pt x="105178" y="20670"/>
                  </a:lnTo>
                  <a:lnTo>
                    <a:pt x="104441" y="21380"/>
                  </a:lnTo>
                  <a:lnTo>
                    <a:pt x="103688" y="22070"/>
                  </a:lnTo>
                  <a:lnTo>
                    <a:pt x="102918" y="22743"/>
                  </a:lnTo>
                  <a:lnTo>
                    <a:pt x="102130" y="23398"/>
                  </a:lnTo>
                  <a:lnTo>
                    <a:pt x="101324" y="24037"/>
                  </a:lnTo>
                  <a:lnTo>
                    <a:pt x="100498" y="24660"/>
                  </a:lnTo>
                  <a:lnTo>
                    <a:pt x="99652" y="25268"/>
                  </a:lnTo>
                  <a:lnTo>
                    <a:pt x="98785" y="25861"/>
                  </a:lnTo>
                  <a:lnTo>
                    <a:pt x="97897" y="26440"/>
                  </a:lnTo>
                  <a:lnTo>
                    <a:pt x="96986" y="27006"/>
                  </a:lnTo>
                  <a:lnTo>
                    <a:pt x="96052" y="27560"/>
                  </a:lnTo>
                  <a:lnTo>
                    <a:pt x="95093" y="28102"/>
                  </a:lnTo>
                  <a:lnTo>
                    <a:pt x="94303" y="28841"/>
                  </a:lnTo>
                  <a:lnTo>
                    <a:pt x="93523" y="29588"/>
                  </a:lnTo>
                  <a:lnTo>
                    <a:pt x="92755" y="30342"/>
                  </a:lnTo>
                  <a:lnTo>
                    <a:pt x="91997" y="31104"/>
                  </a:lnTo>
                  <a:lnTo>
                    <a:pt x="91249" y="31872"/>
                  </a:lnTo>
                  <a:lnTo>
                    <a:pt x="90509" y="32647"/>
                  </a:lnTo>
                  <a:lnTo>
                    <a:pt x="89778" y="33428"/>
                  </a:lnTo>
                  <a:lnTo>
                    <a:pt x="89055" y="34216"/>
                  </a:lnTo>
                  <a:lnTo>
                    <a:pt x="88339" y="35010"/>
                  </a:lnTo>
                  <a:lnTo>
                    <a:pt x="87629" y="35810"/>
                  </a:lnTo>
                  <a:lnTo>
                    <a:pt x="86926" y="36616"/>
                  </a:lnTo>
                  <a:lnTo>
                    <a:pt x="86227" y="37427"/>
                  </a:lnTo>
                  <a:lnTo>
                    <a:pt x="85533" y="38243"/>
                  </a:lnTo>
                  <a:lnTo>
                    <a:pt x="84843" y="39065"/>
                  </a:lnTo>
                  <a:lnTo>
                    <a:pt x="84157" y="39891"/>
                  </a:lnTo>
                  <a:lnTo>
                    <a:pt x="83473" y="40722"/>
                  </a:lnTo>
                  <a:lnTo>
                    <a:pt x="82791" y="41557"/>
                  </a:lnTo>
                  <a:lnTo>
                    <a:pt x="82110" y="42397"/>
                  </a:lnTo>
                  <a:lnTo>
                    <a:pt x="81222" y="43300"/>
                  </a:lnTo>
                  <a:lnTo>
                    <a:pt x="80322" y="44217"/>
                  </a:lnTo>
                  <a:lnTo>
                    <a:pt x="78988" y="44217"/>
                  </a:lnTo>
                  <a:lnTo>
                    <a:pt x="77636" y="44217"/>
                  </a:lnTo>
                  <a:lnTo>
                    <a:pt x="77303" y="45214"/>
                  </a:lnTo>
                  <a:lnTo>
                    <a:pt x="76969" y="46216"/>
                  </a:lnTo>
                  <a:lnTo>
                    <a:pt x="76632" y="47225"/>
                  </a:lnTo>
                  <a:lnTo>
                    <a:pt x="76293" y="48245"/>
                  </a:lnTo>
                  <a:lnTo>
                    <a:pt x="74605" y="49788"/>
                  </a:lnTo>
                  <a:lnTo>
                    <a:pt x="73185" y="51074"/>
                  </a:lnTo>
                  <a:lnTo>
                    <a:pt x="71996" y="52127"/>
                  </a:lnTo>
                  <a:lnTo>
                    <a:pt x="71002" y="52970"/>
                  </a:lnTo>
                  <a:lnTo>
                    <a:pt x="70164" y="53627"/>
                  </a:lnTo>
                  <a:lnTo>
                    <a:pt x="69445" y="54120"/>
                  </a:lnTo>
                  <a:lnTo>
                    <a:pt x="68808" y="54474"/>
                  </a:lnTo>
                  <a:lnTo>
                    <a:pt x="68216" y="54711"/>
                  </a:lnTo>
                  <a:lnTo>
                    <a:pt x="67632" y="54855"/>
                  </a:lnTo>
                  <a:lnTo>
                    <a:pt x="67017" y="54929"/>
                  </a:lnTo>
                  <a:lnTo>
                    <a:pt x="66336" y="54956"/>
                  </a:lnTo>
                  <a:lnTo>
                    <a:pt x="65550" y="54960"/>
                  </a:lnTo>
                  <a:lnTo>
                    <a:pt x="65550" y="56292"/>
                  </a:lnTo>
                  <a:lnTo>
                    <a:pt x="65550" y="57645"/>
                  </a:lnTo>
                  <a:lnTo>
                    <a:pt x="64717" y="58326"/>
                  </a:lnTo>
                  <a:lnTo>
                    <a:pt x="63883" y="59004"/>
                  </a:lnTo>
                  <a:lnTo>
                    <a:pt x="63047" y="59679"/>
                  </a:lnTo>
                  <a:lnTo>
                    <a:pt x="62208" y="60352"/>
                  </a:lnTo>
                  <a:lnTo>
                    <a:pt x="61368" y="61022"/>
                  </a:lnTo>
                  <a:lnTo>
                    <a:pt x="60526" y="61689"/>
                  </a:lnTo>
                  <a:lnTo>
                    <a:pt x="59682" y="62354"/>
                  </a:lnTo>
                  <a:lnTo>
                    <a:pt x="58835" y="63017"/>
                  </a:lnTo>
                  <a:lnTo>
                    <a:pt x="58501" y="63685"/>
                  </a:lnTo>
                  <a:lnTo>
                    <a:pt x="57493" y="65703"/>
                  </a:lnTo>
                  <a:lnTo>
                    <a:pt x="56159" y="65703"/>
                  </a:lnTo>
                  <a:lnTo>
                    <a:pt x="54807" y="65703"/>
                  </a:lnTo>
                  <a:lnTo>
                    <a:pt x="54474" y="66700"/>
                  </a:lnTo>
                  <a:lnTo>
                    <a:pt x="54140" y="67702"/>
                  </a:lnTo>
                  <a:lnTo>
                    <a:pt x="53803" y="68711"/>
                  </a:lnTo>
                  <a:lnTo>
                    <a:pt x="53464" y="69731"/>
                  </a:lnTo>
                  <a:lnTo>
                    <a:pt x="52638" y="70419"/>
                  </a:lnTo>
                  <a:lnTo>
                    <a:pt x="51807" y="71102"/>
                  </a:lnTo>
                  <a:lnTo>
                    <a:pt x="50973" y="71780"/>
                  </a:lnTo>
                  <a:lnTo>
                    <a:pt x="50135" y="72453"/>
                  </a:lnTo>
                  <a:lnTo>
                    <a:pt x="49293" y="73122"/>
                  </a:lnTo>
                  <a:lnTo>
                    <a:pt x="48449" y="73787"/>
                  </a:lnTo>
                  <a:lnTo>
                    <a:pt x="47601" y="74447"/>
                  </a:lnTo>
                  <a:lnTo>
                    <a:pt x="46750" y="75103"/>
                  </a:lnTo>
                  <a:lnTo>
                    <a:pt x="45917" y="76101"/>
                  </a:lnTo>
                  <a:lnTo>
                    <a:pt x="45079" y="77106"/>
                  </a:lnTo>
                  <a:lnTo>
                    <a:pt x="44230" y="78124"/>
                  </a:lnTo>
                  <a:lnTo>
                    <a:pt x="43161" y="78997"/>
                  </a:lnTo>
                  <a:lnTo>
                    <a:pt x="42314" y="79641"/>
                  </a:lnTo>
                  <a:lnTo>
                    <a:pt x="41560" y="80115"/>
                  </a:lnTo>
                  <a:lnTo>
                    <a:pt x="40772" y="80477"/>
                  </a:lnTo>
                  <a:lnTo>
                    <a:pt x="39823" y="80787"/>
                  </a:lnTo>
                  <a:lnTo>
                    <a:pt x="38585" y="81102"/>
                  </a:lnTo>
                  <a:lnTo>
                    <a:pt x="36929" y="81482"/>
                  </a:lnTo>
                  <a:lnTo>
                    <a:pt x="35633" y="81185"/>
                  </a:lnTo>
                  <a:lnTo>
                    <a:pt x="34467" y="80848"/>
                  </a:lnTo>
                  <a:lnTo>
                    <a:pt x="33415" y="80468"/>
                  </a:lnTo>
                  <a:lnTo>
                    <a:pt x="32463" y="80044"/>
                  </a:lnTo>
                  <a:lnTo>
                    <a:pt x="31594" y="79571"/>
                  </a:lnTo>
                  <a:lnTo>
                    <a:pt x="30794" y="79048"/>
                  </a:lnTo>
                  <a:lnTo>
                    <a:pt x="30047" y="78471"/>
                  </a:lnTo>
                  <a:lnTo>
                    <a:pt x="29338" y="77838"/>
                  </a:lnTo>
                  <a:lnTo>
                    <a:pt x="28650" y="77147"/>
                  </a:lnTo>
                  <a:lnTo>
                    <a:pt x="27970" y="76394"/>
                  </a:lnTo>
                  <a:lnTo>
                    <a:pt x="27282" y="75576"/>
                  </a:lnTo>
                  <a:lnTo>
                    <a:pt x="26569" y="74692"/>
                  </a:lnTo>
                  <a:lnTo>
                    <a:pt x="25817" y="73738"/>
                  </a:lnTo>
                  <a:lnTo>
                    <a:pt x="25011" y="72711"/>
                  </a:lnTo>
                  <a:lnTo>
                    <a:pt x="24291" y="71849"/>
                  </a:lnTo>
                  <a:lnTo>
                    <a:pt x="23564" y="71016"/>
                  </a:lnTo>
                  <a:lnTo>
                    <a:pt x="22829" y="70208"/>
                  </a:lnTo>
                  <a:lnTo>
                    <a:pt x="22084" y="69422"/>
                  </a:lnTo>
                  <a:lnTo>
                    <a:pt x="21327" y="68654"/>
                  </a:lnTo>
                  <a:lnTo>
                    <a:pt x="20555" y="67899"/>
                  </a:lnTo>
                  <a:lnTo>
                    <a:pt x="19768" y="67155"/>
                  </a:lnTo>
                  <a:lnTo>
                    <a:pt x="18962" y="66418"/>
                  </a:lnTo>
                  <a:lnTo>
                    <a:pt x="18137" y="65683"/>
                  </a:lnTo>
                  <a:lnTo>
                    <a:pt x="17289" y="64947"/>
                  </a:lnTo>
                  <a:lnTo>
                    <a:pt x="16404" y="64183"/>
                  </a:lnTo>
                  <a:lnTo>
                    <a:pt x="15512" y="63414"/>
                  </a:lnTo>
                  <a:lnTo>
                    <a:pt x="14609" y="62634"/>
                  </a:lnTo>
                  <a:lnTo>
                    <a:pt x="13786" y="61955"/>
                  </a:lnTo>
                  <a:lnTo>
                    <a:pt x="12959" y="61282"/>
                  </a:lnTo>
                  <a:lnTo>
                    <a:pt x="12128" y="60613"/>
                  </a:lnTo>
                  <a:lnTo>
                    <a:pt x="11292" y="59949"/>
                  </a:lnTo>
                  <a:lnTo>
                    <a:pt x="10453" y="59290"/>
                  </a:lnTo>
                  <a:lnTo>
                    <a:pt x="9611" y="58636"/>
                  </a:lnTo>
                  <a:lnTo>
                    <a:pt x="8765" y="57987"/>
                  </a:lnTo>
                  <a:lnTo>
                    <a:pt x="7285" y="56813"/>
                  </a:lnTo>
                  <a:lnTo>
                    <a:pt x="6014" y="55793"/>
                  </a:lnTo>
                  <a:lnTo>
                    <a:pt x="4932" y="54900"/>
                  </a:lnTo>
                  <a:lnTo>
                    <a:pt x="4019" y="54107"/>
                  </a:lnTo>
                  <a:lnTo>
                    <a:pt x="3256" y="53389"/>
                  </a:lnTo>
                  <a:lnTo>
                    <a:pt x="2625" y="52718"/>
                  </a:lnTo>
                  <a:lnTo>
                    <a:pt x="2106" y="52069"/>
                  </a:lnTo>
                  <a:lnTo>
                    <a:pt x="1679" y="51414"/>
                  </a:lnTo>
                  <a:lnTo>
                    <a:pt x="1327" y="50728"/>
                  </a:lnTo>
                  <a:lnTo>
                    <a:pt x="1029" y="49983"/>
                  </a:lnTo>
                  <a:lnTo>
                    <a:pt x="766" y="49154"/>
                  </a:lnTo>
                  <a:lnTo>
                    <a:pt x="520" y="48214"/>
                  </a:lnTo>
                  <a:lnTo>
                    <a:pt x="271" y="47136"/>
                  </a:lnTo>
                  <a:lnTo>
                    <a:pt x="0" y="45895"/>
                  </a:lnTo>
                  <a:lnTo>
                    <a:pt x="413" y="44272"/>
                  </a:lnTo>
                  <a:lnTo>
                    <a:pt x="762" y="43061"/>
                  </a:lnTo>
                  <a:lnTo>
                    <a:pt x="1119" y="42140"/>
                  </a:lnTo>
                  <a:lnTo>
                    <a:pt x="1554" y="41389"/>
                  </a:lnTo>
                  <a:lnTo>
                    <a:pt x="2136" y="40685"/>
                  </a:lnTo>
                  <a:lnTo>
                    <a:pt x="2938" y="39905"/>
                  </a:lnTo>
                  <a:lnTo>
                    <a:pt x="4028" y="38930"/>
                  </a:lnTo>
                  <a:lnTo>
                    <a:pt x="5191" y="38510"/>
                  </a:lnTo>
                  <a:lnTo>
                    <a:pt x="6289" y="38156"/>
                  </a:lnTo>
                  <a:lnTo>
                    <a:pt x="7333" y="37868"/>
                  </a:lnTo>
                  <a:lnTo>
                    <a:pt x="8333" y="37644"/>
                  </a:lnTo>
                  <a:lnTo>
                    <a:pt x="9301" y="37485"/>
                  </a:lnTo>
                  <a:lnTo>
                    <a:pt x="10248" y="37390"/>
                  </a:lnTo>
                  <a:lnTo>
                    <a:pt x="11185" y="37357"/>
                  </a:lnTo>
                  <a:lnTo>
                    <a:pt x="12122" y="37388"/>
                  </a:lnTo>
                  <a:lnTo>
                    <a:pt x="13072" y="37480"/>
                  </a:lnTo>
                  <a:lnTo>
                    <a:pt x="14044" y="37633"/>
                  </a:lnTo>
                  <a:lnTo>
                    <a:pt x="15049" y="37846"/>
                  </a:lnTo>
                  <a:lnTo>
                    <a:pt x="16100" y="38120"/>
                  </a:lnTo>
                  <a:lnTo>
                    <a:pt x="17207" y="38453"/>
                  </a:lnTo>
                  <a:lnTo>
                    <a:pt x="18380" y="38845"/>
                  </a:lnTo>
                  <a:lnTo>
                    <a:pt x="19419" y="39530"/>
                  </a:lnTo>
                  <a:lnTo>
                    <a:pt x="20369" y="40200"/>
                  </a:lnTo>
                  <a:lnTo>
                    <a:pt x="21244" y="40863"/>
                  </a:lnTo>
                  <a:lnTo>
                    <a:pt x="22058" y="41529"/>
                  </a:lnTo>
                  <a:lnTo>
                    <a:pt x="22823" y="42207"/>
                  </a:lnTo>
                  <a:lnTo>
                    <a:pt x="23555" y="42908"/>
                  </a:lnTo>
                  <a:lnTo>
                    <a:pt x="24268" y="43640"/>
                  </a:lnTo>
                  <a:lnTo>
                    <a:pt x="24974" y="44412"/>
                  </a:lnTo>
                  <a:lnTo>
                    <a:pt x="25687" y="45235"/>
                  </a:lnTo>
                  <a:lnTo>
                    <a:pt x="26422" y="46118"/>
                  </a:lnTo>
                  <a:lnTo>
                    <a:pt x="27193" y="47070"/>
                  </a:lnTo>
                  <a:lnTo>
                    <a:pt x="28031" y="48050"/>
                  </a:lnTo>
                  <a:lnTo>
                    <a:pt x="28804" y="48921"/>
                  </a:lnTo>
                  <a:lnTo>
                    <a:pt x="29534" y="49698"/>
                  </a:lnTo>
                  <a:lnTo>
                    <a:pt x="30245" y="50396"/>
                  </a:lnTo>
                  <a:lnTo>
                    <a:pt x="30960" y="51027"/>
                  </a:lnTo>
                  <a:lnTo>
                    <a:pt x="31700" y="51606"/>
                  </a:lnTo>
                  <a:lnTo>
                    <a:pt x="32489" y="52146"/>
                  </a:lnTo>
                  <a:lnTo>
                    <a:pt x="33351" y="52662"/>
                  </a:lnTo>
                  <a:lnTo>
                    <a:pt x="34306" y="53168"/>
                  </a:lnTo>
                  <a:lnTo>
                    <a:pt x="35380" y="53677"/>
                  </a:lnTo>
                  <a:lnTo>
                    <a:pt x="36593" y="54204"/>
                  </a:lnTo>
                  <a:lnTo>
                    <a:pt x="37803" y="54023"/>
                  </a:lnTo>
                  <a:lnTo>
                    <a:pt x="38924" y="53792"/>
                  </a:lnTo>
                  <a:lnTo>
                    <a:pt x="39966" y="53509"/>
                  </a:lnTo>
                  <a:lnTo>
                    <a:pt x="40938" y="53177"/>
                  </a:lnTo>
                  <a:lnTo>
                    <a:pt x="41850" y="52794"/>
                  </a:lnTo>
                  <a:lnTo>
                    <a:pt x="42712" y="52361"/>
                  </a:lnTo>
                  <a:lnTo>
                    <a:pt x="43533" y="51880"/>
                  </a:lnTo>
                  <a:lnTo>
                    <a:pt x="44325" y="51350"/>
                  </a:lnTo>
                  <a:lnTo>
                    <a:pt x="45096" y="50772"/>
                  </a:lnTo>
                  <a:lnTo>
                    <a:pt x="45856" y="50147"/>
                  </a:lnTo>
                  <a:lnTo>
                    <a:pt x="46615" y="49474"/>
                  </a:lnTo>
                  <a:lnTo>
                    <a:pt x="47383" y="48754"/>
                  </a:lnTo>
                  <a:lnTo>
                    <a:pt x="48170" y="47988"/>
                  </a:lnTo>
                  <a:lnTo>
                    <a:pt x="48985" y="47177"/>
                  </a:lnTo>
                  <a:lnTo>
                    <a:pt x="49838" y="46320"/>
                  </a:lnTo>
                  <a:lnTo>
                    <a:pt x="50974" y="45293"/>
                  </a:lnTo>
                  <a:lnTo>
                    <a:pt x="51800" y="44671"/>
                  </a:lnTo>
                  <a:lnTo>
                    <a:pt x="52555" y="44351"/>
                  </a:lnTo>
                  <a:lnTo>
                    <a:pt x="53478" y="44233"/>
                  </a:lnTo>
                  <a:lnTo>
                    <a:pt x="54807" y="44217"/>
                  </a:lnTo>
                  <a:lnTo>
                    <a:pt x="55389" y="43009"/>
                  </a:lnTo>
                  <a:lnTo>
                    <a:pt x="55980" y="41782"/>
                  </a:lnTo>
                  <a:lnTo>
                    <a:pt x="56548" y="40683"/>
                  </a:lnTo>
                  <a:lnTo>
                    <a:pt x="57004" y="39821"/>
                  </a:lnTo>
                  <a:lnTo>
                    <a:pt x="57422" y="39076"/>
                  </a:lnTo>
                  <a:lnTo>
                    <a:pt x="57875" y="38325"/>
                  </a:lnTo>
                  <a:lnTo>
                    <a:pt x="58436" y="37445"/>
                  </a:lnTo>
                  <a:lnTo>
                    <a:pt x="59179" y="36317"/>
                  </a:lnTo>
                  <a:lnTo>
                    <a:pt x="60178" y="34816"/>
                  </a:lnTo>
                  <a:lnTo>
                    <a:pt x="61511" y="34816"/>
                  </a:lnTo>
                  <a:lnTo>
                    <a:pt x="62864" y="34816"/>
                  </a:lnTo>
                  <a:lnTo>
                    <a:pt x="62864" y="33484"/>
                  </a:lnTo>
                  <a:lnTo>
                    <a:pt x="62864" y="32131"/>
                  </a:lnTo>
                  <a:lnTo>
                    <a:pt x="64195" y="32131"/>
                  </a:lnTo>
                  <a:lnTo>
                    <a:pt x="65535" y="32131"/>
                  </a:lnTo>
                  <a:lnTo>
                    <a:pt x="66893" y="32131"/>
                  </a:lnTo>
                  <a:lnTo>
                    <a:pt x="66893" y="30798"/>
                  </a:lnTo>
                  <a:lnTo>
                    <a:pt x="66893" y="29445"/>
                  </a:lnTo>
                  <a:lnTo>
                    <a:pt x="67660" y="28600"/>
                  </a:lnTo>
                  <a:lnTo>
                    <a:pt x="68426" y="27784"/>
                  </a:lnTo>
                  <a:lnTo>
                    <a:pt x="69193" y="26994"/>
                  </a:lnTo>
                  <a:lnTo>
                    <a:pt x="69965" y="26228"/>
                  </a:lnTo>
                  <a:lnTo>
                    <a:pt x="70745" y="25485"/>
                  </a:lnTo>
                  <a:lnTo>
                    <a:pt x="71536" y="24762"/>
                  </a:lnTo>
                  <a:lnTo>
                    <a:pt x="72341" y="24059"/>
                  </a:lnTo>
                  <a:lnTo>
                    <a:pt x="73163" y="23372"/>
                  </a:lnTo>
                  <a:lnTo>
                    <a:pt x="74005" y="22701"/>
                  </a:lnTo>
                  <a:lnTo>
                    <a:pt x="74871" y="22043"/>
                  </a:lnTo>
                  <a:lnTo>
                    <a:pt x="75762" y="21396"/>
                  </a:lnTo>
                  <a:lnTo>
                    <a:pt x="76683" y="20759"/>
                  </a:lnTo>
                  <a:lnTo>
                    <a:pt x="77636" y="20129"/>
                  </a:lnTo>
                  <a:lnTo>
                    <a:pt x="78577" y="19458"/>
                  </a:lnTo>
                  <a:lnTo>
                    <a:pt x="79470" y="18775"/>
                  </a:lnTo>
                  <a:lnTo>
                    <a:pt x="80322" y="18078"/>
                  </a:lnTo>
                  <a:lnTo>
                    <a:pt x="81136" y="17367"/>
                  </a:lnTo>
                  <a:lnTo>
                    <a:pt x="81918" y="16640"/>
                  </a:lnTo>
                  <a:lnTo>
                    <a:pt x="82674" y="15898"/>
                  </a:lnTo>
                  <a:lnTo>
                    <a:pt x="83408" y="15139"/>
                  </a:lnTo>
                  <a:lnTo>
                    <a:pt x="84126" y="14364"/>
                  </a:lnTo>
                  <a:lnTo>
                    <a:pt x="84833" y="13570"/>
                  </a:lnTo>
                  <a:lnTo>
                    <a:pt x="85533" y="12757"/>
                  </a:lnTo>
                  <a:lnTo>
                    <a:pt x="86233" y="11924"/>
                  </a:lnTo>
                  <a:lnTo>
                    <a:pt x="86937" y="11071"/>
                  </a:lnTo>
                  <a:lnTo>
                    <a:pt x="87651" y="10197"/>
                  </a:lnTo>
                  <a:lnTo>
                    <a:pt x="88379" y="9302"/>
                  </a:lnTo>
                  <a:lnTo>
                    <a:pt x="89206" y="8615"/>
                  </a:lnTo>
                  <a:lnTo>
                    <a:pt x="90036" y="7933"/>
                  </a:lnTo>
                  <a:lnTo>
                    <a:pt x="90870" y="7254"/>
                  </a:lnTo>
                  <a:lnTo>
                    <a:pt x="91707" y="6580"/>
                  </a:lnTo>
                  <a:lnTo>
                    <a:pt x="92548" y="5910"/>
                  </a:lnTo>
                  <a:lnTo>
                    <a:pt x="93392" y="5245"/>
                  </a:lnTo>
                  <a:lnTo>
                    <a:pt x="94241" y="4585"/>
                  </a:lnTo>
                  <a:lnTo>
                    <a:pt x="95093" y="3930"/>
                  </a:lnTo>
                  <a:lnTo>
                    <a:pt x="96009" y="2722"/>
                  </a:lnTo>
                  <a:lnTo>
                    <a:pt x="96938" y="1495"/>
                  </a:lnTo>
                  <a:lnTo>
                    <a:pt x="97761" y="906"/>
                  </a:lnTo>
                  <a:lnTo>
                    <a:pt x="98438" y="486"/>
                  </a:lnTo>
                  <a:lnTo>
                    <a:pt x="99091" y="212"/>
                  </a:lnTo>
                  <a:lnTo>
                    <a:pt x="99843" y="58"/>
                  </a:lnTo>
                  <a:lnTo>
                    <a:pt x="100814" y="0"/>
                  </a:lnTo>
                  <a:lnTo>
                    <a:pt x="102128" y="12"/>
                  </a:lnTo>
                  <a:lnTo>
                    <a:pt x="103905" y="69"/>
                  </a:lnTo>
                  <a:close/>
                </a:path>
              </a:pathLst>
            </a:custGeom>
            <a:solidFill>
              <a:srgbClr val="3882B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region 42 #3782BD"/>
            <p:cNvSpPr/>
            <p:nvPr/>
          </p:nvSpPr>
          <p:spPr>
            <a:xfrm>
              <a:off x="2497407" y="254832"/>
              <a:ext cx="110720" cy="81752"/>
            </a:xfrm>
            <a:custGeom>
              <a:avLst/>
              <a:gdLst/>
              <a:ahLst/>
              <a:cxnLst/>
              <a:rect l="l" t="t" r="r" b="b"/>
              <a:pathLst>
                <a:path w="110720" h="81752">
                  <a:moveTo>
                    <a:pt x="105100" y="315"/>
                  </a:moveTo>
                  <a:lnTo>
                    <a:pt x="106489" y="928"/>
                  </a:lnTo>
                  <a:lnTo>
                    <a:pt x="107481" y="1415"/>
                  </a:lnTo>
                  <a:lnTo>
                    <a:pt x="108227" y="1888"/>
                  </a:lnTo>
                  <a:lnTo>
                    <a:pt x="108874" y="2460"/>
                  </a:lnTo>
                  <a:lnTo>
                    <a:pt x="109572" y="3241"/>
                  </a:lnTo>
                  <a:lnTo>
                    <a:pt x="110471" y="4344"/>
                  </a:lnTo>
                  <a:lnTo>
                    <a:pt x="110571" y="5824"/>
                  </a:lnTo>
                  <a:lnTo>
                    <a:pt x="110645" y="7014"/>
                  </a:lnTo>
                  <a:lnTo>
                    <a:pt x="110695" y="7993"/>
                  </a:lnTo>
                  <a:lnTo>
                    <a:pt x="110720" y="8837"/>
                  </a:lnTo>
                  <a:lnTo>
                    <a:pt x="110720" y="9623"/>
                  </a:lnTo>
                  <a:lnTo>
                    <a:pt x="110695" y="10430"/>
                  </a:lnTo>
                  <a:lnTo>
                    <a:pt x="110645" y="11334"/>
                  </a:lnTo>
                  <a:lnTo>
                    <a:pt x="110571" y="12413"/>
                  </a:lnTo>
                  <a:lnTo>
                    <a:pt x="110471" y="13744"/>
                  </a:lnTo>
                  <a:lnTo>
                    <a:pt x="109138" y="13744"/>
                  </a:lnTo>
                  <a:lnTo>
                    <a:pt x="107785" y="13744"/>
                  </a:lnTo>
                  <a:lnTo>
                    <a:pt x="107453" y="14742"/>
                  </a:lnTo>
                  <a:lnTo>
                    <a:pt x="107119" y="15743"/>
                  </a:lnTo>
                  <a:lnTo>
                    <a:pt x="106783" y="16752"/>
                  </a:lnTo>
                  <a:lnTo>
                    <a:pt x="106443" y="17773"/>
                  </a:lnTo>
                  <a:lnTo>
                    <a:pt x="105504" y="18696"/>
                  </a:lnTo>
                  <a:lnTo>
                    <a:pt x="104794" y="19382"/>
                  </a:lnTo>
                  <a:lnTo>
                    <a:pt x="104175" y="19953"/>
                  </a:lnTo>
                  <a:lnTo>
                    <a:pt x="103510" y="20535"/>
                  </a:lnTo>
                  <a:lnTo>
                    <a:pt x="102661" y="21249"/>
                  </a:lnTo>
                  <a:lnTo>
                    <a:pt x="101490" y="22220"/>
                  </a:lnTo>
                  <a:lnTo>
                    <a:pt x="100658" y="22926"/>
                  </a:lnTo>
                  <a:lnTo>
                    <a:pt x="99833" y="23635"/>
                  </a:lnTo>
                  <a:lnTo>
                    <a:pt x="99015" y="24346"/>
                  </a:lnTo>
                  <a:lnTo>
                    <a:pt x="98203" y="25061"/>
                  </a:lnTo>
                  <a:lnTo>
                    <a:pt x="97398" y="25780"/>
                  </a:lnTo>
                  <a:lnTo>
                    <a:pt x="96598" y="26505"/>
                  </a:lnTo>
                  <a:lnTo>
                    <a:pt x="95806" y="27235"/>
                  </a:lnTo>
                  <a:lnTo>
                    <a:pt x="95019" y="27973"/>
                  </a:lnTo>
                  <a:lnTo>
                    <a:pt x="94237" y="28718"/>
                  </a:lnTo>
                  <a:lnTo>
                    <a:pt x="93462" y="29471"/>
                  </a:lnTo>
                  <a:lnTo>
                    <a:pt x="92692" y="30234"/>
                  </a:lnTo>
                  <a:lnTo>
                    <a:pt x="91927" y="31006"/>
                  </a:lnTo>
                  <a:lnTo>
                    <a:pt x="91167" y="31790"/>
                  </a:lnTo>
                  <a:lnTo>
                    <a:pt x="89854" y="33064"/>
                  </a:lnTo>
                  <a:lnTo>
                    <a:pt x="88864" y="33976"/>
                  </a:lnTo>
                  <a:lnTo>
                    <a:pt x="88089" y="34588"/>
                  </a:lnTo>
                  <a:lnTo>
                    <a:pt x="87419" y="34959"/>
                  </a:lnTo>
                  <a:lnTo>
                    <a:pt x="86746" y="35150"/>
                  </a:lnTo>
                  <a:lnTo>
                    <a:pt x="85961" y="35220"/>
                  </a:lnTo>
                  <a:lnTo>
                    <a:pt x="84956" y="35230"/>
                  </a:lnTo>
                  <a:lnTo>
                    <a:pt x="84624" y="36311"/>
                  </a:lnTo>
                  <a:lnTo>
                    <a:pt x="84289" y="37401"/>
                  </a:lnTo>
                  <a:lnTo>
                    <a:pt x="83949" y="38504"/>
                  </a:lnTo>
                  <a:lnTo>
                    <a:pt x="83395" y="39641"/>
                  </a:lnTo>
                  <a:lnTo>
                    <a:pt x="82837" y="40785"/>
                  </a:lnTo>
                  <a:lnTo>
                    <a:pt x="82271" y="41945"/>
                  </a:lnTo>
                  <a:lnTo>
                    <a:pt x="81203" y="42238"/>
                  </a:lnTo>
                  <a:lnTo>
                    <a:pt x="80132" y="42519"/>
                  </a:lnTo>
                  <a:lnTo>
                    <a:pt x="79057" y="42788"/>
                  </a:lnTo>
                  <a:lnTo>
                    <a:pt x="77980" y="43044"/>
                  </a:lnTo>
                  <a:lnTo>
                    <a:pt x="76899" y="43288"/>
                  </a:lnTo>
                  <a:lnTo>
                    <a:pt x="76402" y="44404"/>
                  </a:lnTo>
                  <a:lnTo>
                    <a:pt x="75897" y="45538"/>
                  </a:lnTo>
                  <a:lnTo>
                    <a:pt x="75363" y="46470"/>
                  </a:lnTo>
                  <a:lnTo>
                    <a:pt x="74794" y="47360"/>
                  </a:lnTo>
                  <a:lnTo>
                    <a:pt x="74190" y="48211"/>
                  </a:lnTo>
                  <a:lnTo>
                    <a:pt x="73556" y="49027"/>
                  </a:lnTo>
                  <a:lnTo>
                    <a:pt x="72893" y="49814"/>
                  </a:lnTo>
                  <a:lnTo>
                    <a:pt x="72205" y="50574"/>
                  </a:lnTo>
                  <a:lnTo>
                    <a:pt x="71493" y="51313"/>
                  </a:lnTo>
                  <a:lnTo>
                    <a:pt x="70761" y="52033"/>
                  </a:lnTo>
                  <a:lnTo>
                    <a:pt x="70010" y="52740"/>
                  </a:lnTo>
                  <a:lnTo>
                    <a:pt x="69244" y="53437"/>
                  </a:lnTo>
                  <a:lnTo>
                    <a:pt x="68464" y="54129"/>
                  </a:lnTo>
                  <a:lnTo>
                    <a:pt x="67674" y="54819"/>
                  </a:lnTo>
                  <a:lnTo>
                    <a:pt x="66876" y="55513"/>
                  </a:lnTo>
                  <a:lnTo>
                    <a:pt x="66073" y="56213"/>
                  </a:lnTo>
                  <a:lnTo>
                    <a:pt x="64404" y="57686"/>
                  </a:lnTo>
                  <a:lnTo>
                    <a:pt x="62988" y="58942"/>
                  </a:lnTo>
                  <a:lnTo>
                    <a:pt x="61798" y="60007"/>
                  </a:lnTo>
                  <a:lnTo>
                    <a:pt x="60809" y="60908"/>
                  </a:lnTo>
                  <a:lnTo>
                    <a:pt x="59995" y="61673"/>
                  </a:lnTo>
                  <a:lnTo>
                    <a:pt x="59332" y="62328"/>
                  </a:lnTo>
                  <a:lnTo>
                    <a:pt x="58793" y="62900"/>
                  </a:lnTo>
                  <a:lnTo>
                    <a:pt x="58354" y="63417"/>
                  </a:lnTo>
                  <a:lnTo>
                    <a:pt x="57988" y="63906"/>
                  </a:lnTo>
                  <a:lnTo>
                    <a:pt x="57671" y="64393"/>
                  </a:lnTo>
                  <a:lnTo>
                    <a:pt x="57377" y="64906"/>
                  </a:lnTo>
                  <a:lnTo>
                    <a:pt x="57081" y="65471"/>
                  </a:lnTo>
                  <a:lnTo>
                    <a:pt x="56756" y="66117"/>
                  </a:lnTo>
                  <a:lnTo>
                    <a:pt x="55423" y="66117"/>
                  </a:lnTo>
                  <a:lnTo>
                    <a:pt x="54070" y="66117"/>
                  </a:lnTo>
                  <a:lnTo>
                    <a:pt x="54070" y="67449"/>
                  </a:lnTo>
                  <a:lnTo>
                    <a:pt x="54070" y="68802"/>
                  </a:lnTo>
                  <a:lnTo>
                    <a:pt x="52739" y="68802"/>
                  </a:lnTo>
                  <a:lnTo>
                    <a:pt x="51399" y="68802"/>
                  </a:lnTo>
                  <a:lnTo>
                    <a:pt x="50041" y="68802"/>
                  </a:lnTo>
                  <a:lnTo>
                    <a:pt x="49500" y="69927"/>
                  </a:lnTo>
                  <a:lnTo>
                    <a:pt x="48951" y="71069"/>
                  </a:lnTo>
                  <a:lnTo>
                    <a:pt x="48424" y="72095"/>
                  </a:lnTo>
                  <a:lnTo>
                    <a:pt x="47893" y="73127"/>
                  </a:lnTo>
                  <a:lnTo>
                    <a:pt x="47356" y="74174"/>
                  </a:lnTo>
                  <a:lnTo>
                    <a:pt x="47146" y="74717"/>
                  </a:lnTo>
                  <a:lnTo>
                    <a:pt x="46776" y="75674"/>
                  </a:lnTo>
                  <a:lnTo>
                    <a:pt x="45930" y="77867"/>
                  </a:lnTo>
                  <a:lnTo>
                    <a:pt x="44821" y="79143"/>
                  </a:lnTo>
                  <a:lnTo>
                    <a:pt x="43998" y="80019"/>
                  </a:lnTo>
                  <a:lnTo>
                    <a:pt x="43313" y="80599"/>
                  </a:lnTo>
                  <a:lnTo>
                    <a:pt x="42620" y="80986"/>
                  </a:lnTo>
                  <a:lnTo>
                    <a:pt x="41769" y="81284"/>
                  </a:lnTo>
                  <a:lnTo>
                    <a:pt x="40614" y="81596"/>
                  </a:lnTo>
                  <a:lnTo>
                    <a:pt x="39409" y="81674"/>
                  </a:lnTo>
                  <a:lnTo>
                    <a:pt x="38253" y="81730"/>
                  </a:lnTo>
                  <a:lnTo>
                    <a:pt x="37138" y="81752"/>
                  </a:lnTo>
                  <a:lnTo>
                    <a:pt x="36060" y="81727"/>
                  </a:lnTo>
                  <a:lnTo>
                    <a:pt x="35013" y="81641"/>
                  </a:lnTo>
                  <a:lnTo>
                    <a:pt x="33991" y="81482"/>
                  </a:lnTo>
                  <a:lnTo>
                    <a:pt x="32988" y="81235"/>
                  </a:lnTo>
                  <a:lnTo>
                    <a:pt x="31999" y="80888"/>
                  </a:lnTo>
                  <a:lnTo>
                    <a:pt x="31017" y="80428"/>
                  </a:lnTo>
                  <a:lnTo>
                    <a:pt x="30037" y="79842"/>
                  </a:lnTo>
                  <a:lnTo>
                    <a:pt x="29054" y="79116"/>
                  </a:lnTo>
                  <a:lnTo>
                    <a:pt x="28367" y="78248"/>
                  </a:lnTo>
                  <a:lnTo>
                    <a:pt x="27698" y="77366"/>
                  </a:lnTo>
                  <a:lnTo>
                    <a:pt x="27044" y="76474"/>
                  </a:lnTo>
                  <a:lnTo>
                    <a:pt x="26403" y="75572"/>
                  </a:lnTo>
                  <a:lnTo>
                    <a:pt x="25771" y="74662"/>
                  </a:lnTo>
                  <a:lnTo>
                    <a:pt x="25146" y="73748"/>
                  </a:lnTo>
                  <a:lnTo>
                    <a:pt x="24527" y="72831"/>
                  </a:lnTo>
                  <a:lnTo>
                    <a:pt x="23194" y="72165"/>
                  </a:lnTo>
                  <a:lnTo>
                    <a:pt x="21841" y="71488"/>
                  </a:lnTo>
                  <a:lnTo>
                    <a:pt x="21841" y="70155"/>
                  </a:lnTo>
                  <a:lnTo>
                    <a:pt x="21841" y="68802"/>
                  </a:lnTo>
                  <a:lnTo>
                    <a:pt x="20656" y="68305"/>
                  </a:lnTo>
                  <a:lnTo>
                    <a:pt x="19455" y="67801"/>
                  </a:lnTo>
                  <a:lnTo>
                    <a:pt x="18467" y="67211"/>
                  </a:lnTo>
                  <a:lnTo>
                    <a:pt x="17562" y="66605"/>
                  </a:lnTo>
                  <a:lnTo>
                    <a:pt x="16726" y="65980"/>
                  </a:lnTo>
                  <a:lnTo>
                    <a:pt x="15947" y="65329"/>
                  </a:lnTo>
                  <a:lnTo>
                    <a:pt x="15209" y="64650"/>
                  </a:lnTo>
                  <a:lnTo>
                    <a:pt x="14501" y="63937"/>
                  </a:lnTo>
                  <a:lnTo>
                    <a:pt x="13808" y="63186"/>
                  </a:lnTo>
                  <a:lnTo>
                    <a:pt x="13117" y="62393"/>
                  </a:lnTo>
                  <a:lnTo>
                    <a:pt x="12414" y="61553"/>
                  </a:lnTo>
                  <a:lnTo>
                    <a:pt x="11686" y="60662"/>
                  </a:lnTo>
                  <a:lnTo>
                    <a:pt x="10551" y="59267"/>
                  </a:lnTo>
                  <a:lnTo>
                    <a:pt x="9614" y="58141"/>
                  </a:lnTo>
                  <a:lnTo>
                    <a:pt x="8823" y="57244"/>
                  </a:lnTo>
                  <a:lnTo>
                    <a:pt x="8128" y="56536"/>
                  </a:lnTo>
                  <a:lnTo>
                    <a:pt x="7475" y="55977"/>
                  </a:lnTo>
                  <a:lnTo>
                    <a:pt x="6814" y="55528"/>
                  </a:lnTo>
                  <a:lnTo>
                    <a:pt x="6091" y="55149"/>
                  </a:lnTo>
                  <a:lnTo>
                    <a:pt x="5256" y="54799"/>
                  </a:lnTo>
                  <a:lnTo>
                    <a:pt x="4257" y="54440"/>
                  </a:lnTo>
                  <a:lnTo>
                    <a:pt x="3041" y="54031"/>
                  </a:lnTo>
                  <a:lnTo>
                    <a:pt x="3041" y="52698"/>
                  </a:lnTo>
                  <a:lnTo>
                    <a:pt x="3041" y="51345"/>
                  </a:lnTo>
                  <a:lnTo>
                    <a:pt x="1708" y="51345"/>
                  </a:lnTo>
                  <a:lnTo>
                    <a:pt x="355" y="51345"/>
                  </a:lnTo>
                  <a:lnTo>
                    <a:pt x="207" y="49368"/>
                  </a:lnTo>
                  <a:lnTo>
                    <a:pt x="94" y="47708"/>
                  </a:lnTo>
                  <a:lnTo>
                    <a:pt x="23" y="46322"/>
                  </a:lnTo>
                  <a:lnTo>
                    <a:pt x="0" y="45170"/>
                  </a:lnTo>
                  <a:lnTo>
                    <a:pt x="34" y="44209"/>
                  </a:lnTo>
                  <a:lnTo>
                    <a:pt x="131" y="43398"/>
                  </a:lnTo>
                  <a:lnTo>
                    <a:pt x="298" y="42695"/>
                  </a:lnTo>
                  <a:lnTo>
                    <a:pt x="544" y="42058"/>
                  </a:lnTo>
                  <a:lnTo>
                    <a:pt x="875" y="41446"/>
                  </a:lnTo>
                  <a:lnTo>
                    <a:pt x="1298" y="40817"/>
                  </a:lnTo>
                  <a:lnTo>
                    <a:pt x="1822" y="40130"/>
                  </a:lnTo>
                  <a:lnTo>
                    <a:pt x="2452" y="39342"/>
                  </a:lnTo>
                  <a:lnTo>
                    <a:pt x="3570" y="38884"/>
                  </a:lnTo>
                  <a:lnTo>
                    <a:pt x="4637" y="38505"/>
                  </a:lnTo>
                  <a:lnTo>
                    <a:pt x="5667" y="38200"/>
                  </a:lnTo>
                  <a:lnTo>
                    <a:pt x="6670" y="37964"/>
                  </a:lnTo>
                  <a:lnTo>
                    <a:pt x="7659" y="37791"/>
                  </a:lnTo>
                  <a:lnTo>
                    <a:pt x="8643" y="37676"/>
                  </a:lnTo>
                  <a:lnTo>
                    <a:pt x="9636" y="37614"/>
                  </a:lnTo>
                  <a:lnTo>
                    <a:pt x="10649" y="37600"/>
                  </a:lnTo>
                  <a:lnTo>
                    <a:pt x="11693" y="37628"/>
                  </a:lnTo>
                  <a:lnTo>
                    <a:pt x="12779" y="37694"/>
                  </a:lnTo>
                  <a:lnTo>
                    <a:pt x="13920" y="37791"/>
                  </a:lnTo>
                  <a:lnTo>
                    <a:pt x="15127" y="37916"/>
                  </a:lnTo>
                  <a:lnTo>
                    <a:pt x="16010" y="38627"/>
                  </a:lnTo>
                  <a:lnTo>
                    <a:pt x="16852" y="39323"/>
                  </a:lnTo>
                  <a:lnTo>
                    <a:pt x="17658" y="40012"/>
                  </a:lnTo>
                  <a:lnTo>
                    <a:pt x="18435" y="40701"/>
                  </a:lnTo>
                  <a:lnTo>
                    <a:pt x="19189" y="41397"/>
                  </a:lnTo>
                  <a:lnTo>
                    <a:pt x="19927" y="42106"/>
                  </a:lnTo>
                  <a:lnTo>
                    <a:pt x="20656" y="42835"/>
                  </a:lnTo>
                  <a:lnTo>
                    <a:pt x="21381" y="43593"/>
                  </a:lnTo>
                  <a:lnTo>
                    <a:pt x="22110" y="44385"/>
                  </a:lnTo>
                  <a:lnTo>
                    <a:pt x="22848" y="45219"/>
                  </a:lnTo>
                  <a:lnTo>
                    <a:pt x="24269" y="46785"/>
                  </a:lnTo>
                  <a:lnTo>
                    <a:pt x="25485" y="48115"/>
                  </a:lnTo>
                  <a:lnTo>
                    <a:pt x="26525" y="49233"/>
                  </a:lnTo>
                  <a:lnTo>
                    <a:pt x="27420" y="50163"/>
                  </a:lnTo>
                  <a:lnTo>
                    <a:pt x="28199" y="50928"/>
                  </a:lnTo>
                  <a:lnTo>
                    <a:pt x="28894" y="51554"/>
                  </a:lnTo>
                  <a:lnTo>
                    <a:pt x="29535" y="52063"/>
                  </a:lnTo>
                  <a:lnTo>
                    <a:pt x="30151" y="52480"/>
                  </a:lnTo>
                  <a:lnTo>
                    <a:pt x="30773" y="52830"/>
                  </a:lnTo>
                  <a:lnTo>
                    <a:pt x="31431" y="53136"/>
                  </a:lnTo>
                  <a:lnTo>
                    <a:pt x="32156" y="53422"/>
                  </a:lnTo>
                  <a:lnTo>
                    <a:pt x="32978" y="53712"/>
                  </a:lnTo>
                  <a:lnTo>
                    <a:pt x="33927" y="54031"/>
                  </a:lnTo>
                  <a:lnTo>
                    <a:pt x="33927" y="55362"/>
                  </a:lnTo>
                  <a:lnTo>
                    <a:pt x="33927" y="56701"/>
                  </a:lnTo>
                  <a:lnTo>
                    <a:pt x="33927" y="58059"/>
                  </a:lnTo>
                  <a:lnTo>
                    <a:pt x="35147" y="57871"/>
                  </a:lnTo>
                  <a:lnTo>
                    <a:pt x="36215" y="57663"/>
                  </a:lnTo>
                  <a:lnTo>
                    <a:pt x="37164" y="57407"/>
                  </a:lnTo>
                  <a:lnTo>
                    <a:pt x="38026" y="57075"/>
                  </a:lnTo>
                  <a:lnTo>
                    <a:pt x="38834" y="56639"/>
                  </a:lnTo>
                  <a:lnTo>
                    <a:pt x="39620" y="56070"/>
                  </a:lnTo>
                  <a:lnTo>
                    <a:pt x="40416" y="55341"/>
                  </a:lnTo>
                  <a:lnTo>
                    <a:pt x="41255" y="54424"/>
                  </a:lnTo>
                  <a:lnTo>
                    <a:pt x="41856" y="53490"/>
                  </a:lnTo>
                  <a:lnTo>
                    <a:pt x="42462" y="52549"/>
                  </a:lnTo>
                  <a:lnTo>
                    <a:pt x="43075" y="51597"/>
                  </a:lnTo>
                  <a:lnTo>
                    <a:pt x="43749" y="50650"/>
                  </a:lnTo>
                  <a:lnTo>
                    <a:pt x="44408" y="49761"/>
                  </a:lnTo>
                  <a:lnTo>
                    <a:pt x="45060" y="48925"/>
                  </a:lnTo>
                  <a:lnTo>
                    <a:pt x="45716" y="48139"/>
                  </a:lnTo>
                  <a:lnTo>
                    <a:pt x="46384" y="47399"/>
                  </a:lnTo>
                  <a:lnTo>
                    <a:pt x="47075" y="46699"/>
                  </a:lnTo>
                  <a:lnTo>
                    <a:pt x="47798" y="46036"/>
                  </a:lnTo>
                  <a:lnTo>
                    <a:pt x="48562" y="45405"/>
                  </a:lnTo>
                  <a:lnTo>
                    <a:pt x="49377" y="44802"/>
                  </a:lnTo>
                  <a:lnTo>
                    <a:pt x="50252" y="44223"/>
                  </a:lnTo>
                  <a:lnTo>
                    <a:pt x="51198" y="43664"/>
                  </a:lnTo>
                  <a:lnTo>
                    <a:pt x="52224" y="43120"/>
                  </a:lnTo>
                  <a:lnTo>
                    <a:pt x="53576" y="42365"/>
                  </a:lnTo>
                  <a:lnTo>
                    <a:pt x="54651" y="41745"/>
                  </a:lnTo>
                  <a:lnTo>
                    <a:pt x="55506" y="41208"/>
                  </a:lnTo>
                  <a:lnTo>
                    <a:pt x="56200" y="40702"/>
                  </a:lnTo>
                  <a:lnTo>
                    <a:pt x="56790" y="40175"/>
                  </a:lnTo>
                  <a:lnTo>
                    <a:pt x="57334" y="39576"/>
                  </a:lnTo>
                  <a:lnTo>
                    <a:pt x="57891" y="38853"/>
                  </a:lnTo>
                  <a:lnTo>
                    <a:pt x="58518" y="37953"/>
                  </a:lnTo>
                  <a:lnTo>
                    <a:pt x="59274" y="36826"/>
                  </a:lnTo>
                  <a:lnTo>
                    <a:pt x="59875" y="35948"/>
                  </a:lnTo>
                  <a:lnTo>
                    <a:pt x="60500" y="35085"/>
                  </a:lnTo>
                  <a:lnTo>
                    <a:pt x="61149" y="34236"/>
                  </a:lnTo>
                  <a:lnTo>
                    <a:pt x="61820" y="33402"/>
                  </a:lnTo>
                  <a:lnTo>
                    <a:pt x="62514" y="32586"/>
                  </a:lnTo>
                  <a:lnTo>
                    <a:pt x="63229" y="31786"/>
                  </a:lnTo>
                  <a:lnTo>
                    <a:pt x="63966" y="31005"/>
                  </a:lnTo>
                  <a:lnTo>
                    <a:pt x="64724" y="30244"/>
                  </a:lnTo>
                  <a:lnTo>
                    <a:pt x="65502" y="29503"/>
                  </a:lnTo>
                  <a:lnTo>
                    <a:pt x="66300" y="28783"/>
                  </a:lnTo>
                  <a:lnTo>
                    <a:pt x="67117" y="28086"/>
                  </a:lnTo>
                  <a:lnTo>
                    <a:pt x="67952" y="27412"/>
                  </a:lnTo>
                  <a:lnTo>
                    <a:pt x="68807" y="26762"/>
                  </a:lnTo>
                  <a:lnTo>
                    <a:pt x="69678" y="26137"/>
                  </a:lnTo>
                  <a:lnTo>
                    <a:pt x="70568" y="25538"/>
                  </a:lnTo>
                  <a:lnTo>
                    <a:pt x="71474" y="24966"/>
                  </a:lnTo>
                  <a:lnTo>
                    <a:pt x="72396" y="24423"/>
                  </a:lnTo>
                  <a:lnTo>
                    <a:pt x="73334" y="23908"/>
                  </a:lnTo>
                  <a:lnTo>
                    <a:pt x="74287" y="23423"/>
                  </a:lnTo>
                  <a:lnTo>
                    <a:pt x="75255" y="22969"/>
                  </a:lnTo>
                  <a:lnTo>
                    <a:pt x="76237" y="22547"/>
                  </a:lnTo>
                  <a:lnTo>
                    <a:pt x="77233" y="22157"/>
                  </a:lnTo>
                  <a:lnTo>
                    <a:pt x="78242" y="21801"/>
                  </a:lnTo>
                  <a:lnTo>
                    <a:pt x="78702" y="20688"/>
                  </a:lnTo>
                  <a:lnTo>
                    <a:pt x="79157" y="19571"/>
                  </a:lnTo>
                  <a:lnTo>
                    <a:pt x="79607" y="18453"/>
                  </a:lnTo>
                  <a:lnTo>
                    <a:pt x="80051" y="17332"/>
                  </a:lnTo>
                  <a:lnTo>
                    <a:pt x="80492" y="16210"/>
                  </a:lnTo>
                  <a:lnTo>
                    <a:pt x="80928" y="15087"/>
                  </a:lnTo>
                  <a:lnTo>
                    <a:pt x="81820" y="13835"/>
                  </a:lnTo>
                  <a:lnTo>
                    <a:pt x="82522" y="12858"/>
                  </a:lnTo>
                  <a:lnTo>
                    <a:pt x="83099" y="12078"/>
                  </a:lnTo>
                  <a:lnTo>
                    <a:pt x="83614" y="11416"/>
                  </a:lnTo>
                  <a:lnTo>
                    <a:pt x="84128" y="10793"/>
                  </a:lnTo>
                  <a:lnTo>
                    <a:pt x="84705" y="10130"/>
                  </a:lnTo>
                  <a:lnTo>
                    <a:pt x="85408" y="9350"/>
                  </a:lnTo>
                  <a:lnTo>
                    <a:pt x="86299" y="8373"/>
                  </a:lnTo>
                  <a:lnTo>
                    <a:pt x="87632" y="8373"/>
                  </a:lnTo>
                  <a:lnTo>
                    <a:pt x="88985" y="8373"/>
                  </a:lnTo>
                  <a:lnTo>
                    <a:pt x="89318" y="7375"/>
                  </a:lnTo>
                  <a:lnTo>
                    <a:pt x="89651" y="6373"/>
                  </a:lnTo>
                  <a:lnTo>
                    <a:pt x="89988" y="5364"/>
                  </a:lnTo>
                  <a:lnTo>
                    <a:pt x="90328" y="4344"/>
                  </a:lnTo>
                  <a:lnTo>
                    <a:pt x="91223" y="3469"/>
                  </a:lnTo>
                  <a:lnTo>
                    <a:pt x="92109" y="2711"/>
                  </a:lnTo>
                  <a:lnTo>
                    <a:pt x="92991" y="2063"/>
                  </a:lnTo>
                  <a:lnTo>
                    <a:pt x="93874" y="1518"/>
                  </a:lnTo>
                  <a:lnTo>
                    <a:pt x="94763" y="1070"/>
                  </a:lnTo>
                  <a:lnTo>
                    <a:pt x="95664" y="710"/>
                  </a:lnTo>
                  <a:lnTo>
                    <a:pt x="96580" y="432"/>
                  </a:lnTo>
                  <a:lnTo>
                    <a:pt x="97518" y="229"/>
                  </a:lnTo>
                  <a:lnTo>
                    <a:pt x="98482" y="94"/>
                  </a:lnTo>
                  <a:lnTo>
                    <a:pt x="99477" y="20"/>
                  </a:lnTo>
                  <a:lnTo>
                    <a:pt x="100509" y="0"/>
                  </a:lnTo>
                  <a:lnTo>
                    <a:pt x="101582" y="26"/>
                  </a:lnTo>
                  <a:lnTo>
                    <a:pt x="102701" y="92"/>
                  </a:lnTo>
                  <a:lnTo>
                    <a:pt x="103872" y="191"/>
                  </a:lnTo>
                  <a:lnTo>
                    <a:pt x="105100" y="315"/>
                  </a:lnTo>
                  <a:close/>
                </a:path>
              </a:pathLst>
            </a:custGeom>
            <a:solidFill>
              <a:srgbClr val="3782B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region 43 #317DBB"/>
            <p:cNvSpPr/>
            <p:nvPr/>
          </p:nvSpPr>
          <p:spPr>
            <a:xfrm>
              <a:off x="2210385" y="675317"/>
              <a:ext cx="291405" cy="145184"/>
            </a:xfrm>
            <a:custGeom>
              <a:avLst/>
              <a:gdLst/>
              <a:ahLst/>
              <a:cxnLst/>
              <a:rect l="l" t="t" r="r" b="b"/>
              <a:pathLst>
                <a:path w="291405" h="145184">
                  <a:moveTo>
                    <a:pt x="291405" y="153"/>
                  </a:moveTo>
                  <a:lnTo>
                    <a:pt x="291101" y="1211"/>
                  </a:lnTo>
                  <a:lnTo>
                    <a:pt x="290775" y="2247"/>
                  </a:lnTo>
                  <a:lnTo>
                    <a:pt x="290429" y="3264"/>
                  </a:lnTo>
                  <a:lnTo>
                    <a:pt x="290064" y="4261"/>
                  </a:lnTo>
                  <a:lnTo>
                    <a:pt x="289679" y="5242"/>
                  </a:lnTo>
                  <a:lnTo>
                    <a:pt x="289276" y="6207"/>
                  </a:lnTo>
                  <a:lnTo>
                    <a:pt x="288855" y="7158"/>
                  </a:lnTo>
                  <a:lnTo>
                    <a:pt x="288416" y="8096"/>
                  </a:lnTo>
                  <a:lnTo>
                    <a:pt x="287961" y="9024"/>
                  </a:lnTo>
                  <a:lnTo>
                    <a:pt x="287489" y="9942"/>
                  </a:lnTo>
                  <a:lnTo>
                    <a:pt x="287002" y="10853"/>
                  </a:lnTo>
                  <a:lnTo>
                    <a:pt x="286500" y="11757"/>
                  </a:lnTo>
                  <a:lnTo>
                    <a:pt x="285983" y="12656"/>
                  </a:lnTo>
                  <a:lnTo>
                    <a:pt x="285452" y="13553"/>
                  </a:lnTo>
                  <a:lnTo>
                    <a:pt x="284908" y="14448"/>
                  </a:lnTo>
                  <a:lnTo>
                    <a:pt x="284350" y="15343"/>
                  </a:lnTo>
                  <a:lnTo>
                    <a:pt x="283781" y="16239"/>
                  </a:lnTo>
                  <a:lnTo>
                    <a:pt x="283200" y="17139"/>
                  </a:lnTo>
                  <a:lnTo>
                    <a:pt x="282608" y="18043"/>
                  </a:lnTo>
                  <a:lnTo>
                    <a:pt x="282005" y="18953"/>
                  </a:lnTo>
                  <a:lnTo>
                    <a:pt x="282672" y="19619"/>
                  </a:lnTo>
                  <a:lnTo>
                    <a:pt x="283348" y="20296"/>
                  </a:lnTo>
                  <a:lnTo>
                    <a:pt x="284681" y="19629"/>
                  </a:lnTo>
                  <a:lnTo>
                    <a:pt x="286034" y="18953"/>
                  </a:lnTo>
                  <a:lnTo>
                    <a:pt x="285812" y="20061"/>
                  </a:lnTo>
                  <a:lnTo>
                    <a:pt x="285590" y="21171"/>
                  </a:lnTo>
                  <a:lnTo>
                    <a:pt x="285368" y="22285"/>
                  </a:lnTo>
                  <a:lnTo>
                    <a:pt x="285144" y="23404"/>
                  </a:lnTo>
                  <a:lnTo>
                    <a:pt x="284918" y="24531"/>
                  </a:lnTo>
                  <a:lnTo>
                    <a:pt x="284691" y="25667"/>
                  </a:lnTo>
                  <a:lnTo>
                    <a:pt x="283358" y="25667"/>
                  </a:lnTo>
                  <a:lnTo>
                    <a:pt x="282005" y="25667"/>
                  </a:lnTo>
                  <a:lnTo>
                    <a:pt x="281839" y="27042"/>
                  </a:lnTo>
                  <a:lnTo>
                    <a:pt x="281670" y="28436"/>
                  </a:lnTo>
                  <a:lnTo>
                    <a:pt x="281362" y="29541"/>
                  </a:lnTo>
                  <a:lnTo>
                    <a:pt x="281018" y="30599"/>
                  </a:lnTo>
                  <a:lnTo>
                    <a:pt x="280639" y="31617"/>
                  </a:lnTo>
                  <a:lnTo>
                    <a:pt x="280228" y="32605"/>
                  </a:lnTo>
                  <a:lnTo>
                    <a:pt x="279786" y="33569"/>
                  </a:lnTo>
                  <a:lnTo>
                    <a:pt x="279315" y="34516"/>
                  </a:lnTo>
                  <a:lnTo>
                    <a:pt x="278818" y="35456"/>
                  </a:lnTo>
                  <a:lnTo>
                    <a:pt x="278296" y="36394"/>
                  </a:lnTo>
                  <a:lnTo>
                    <a:pt x="277751" y="37339"/>
                  </a:lnTo>
                  <a:lnTo>
                    <a:pt x="277186" y="38299"/>
                  </a:lnTo>
                  <a:lnTo>
                    <a:pt x="276603" y="39280"/>
                  </a:lnTo>
                  <a:lnTo>
                    <a:pt x="276120" y="40251"/>
                  </a:lnTo>
                  <a:lnTo>
                    <a:pt x="275681" y="41232"/>
                  </a:lnTo>
                  <a:lnTo>
                    <a:pt x="275283" y="42222"/>
                  </a:lnTo>
                  <a:lnTo>
                    <a:pt x="274920" y="43221"/>
                  </a:lnTo>
                  <a:lnTo>
                    <a:pt x="274590" y="44229"/>
                  </a:lnTo>
                  <a:lnTo>
                    <a:pt x="274287" y="45244"/>
                  </a:lnTo>
                  <a:lnTo>
                    <a:pt x="274009" y="46266"/>
                  </a:lnTo>
                  <a:lnTo>
                    <a:pt x="273749" y="47295"/>
                  </a:lnTo>
                  <a:lnTo>
                    <a:pt x="273506" y="48331"/>
                  </a:lnTo>
                  <a:lnTo>
                    <a:pt x="273274" y="49372"/>
                  </a:lnTo>
                  <a:lnTo>
                    <a:pt x="273049" y="50418"/>
                  </a:lnTo>
                  <a:lnTo>
                    <a:pt x="272827" y="51470"/>
                  </a:lnTo>
                  <a:lnTo>
                    <a:pt x="272605" y="52525"/>
                  </a:lnTo>
                  <a:lnTo>
                    <a:pt x="272464" y="53092"/>
                  </a:lnTo>
                  <a:lnTo>
                    <a:pt x="272215" y="54092"/>
                  </a:lnTo>
                  <a:lnTo>
                    <a:pt x="271645" y="56380"/>
                  </a:lnTo>
                  <a:lnTo>
                    <a:pt x="271396" y="57399"/>
                  </a:lnTo>
                  <a:lnTo>
                    <a:pt x="271147" y="58426"/>
                  </a:lnTo>
                  <a:lnTo>
                    <a:pt x="270899" y="59462"/>
                  </a:lnTo>
                  <a:lnTo>
                    <a:pt x="270652" y="60506"/>
                  </a:lnTo>
                  <a:lnTo>
                    <a:pt x="270407" y="61557"/>
                  </a:lnTo>
                  <a:lnTo>
                    <a:pt x="270163" y="62616"/>
                  </a:lnTo>
                  <a:lnTo>
                    <a:pt x="269921" y="63683"/>
                  </a:lnTo>
                  <a:lnTo>
                    <a:pt x="269681" y="64756"/>
                  </a:lnTo>
                  <a:lnTo>
                    <a:pt x="269443" y="65837"/>
                  </a:lnTo>
                  <a:lnTo>
                    <a:pt x="269208" y="66923"/>
                  </a:lnTo>
                  <a:lnTo>
                    <a:pt x="268976" y="68016"/>
                  </a:lnTo>
                  <a:lnTo>
                    <a:pt x="268746" y="69115"/>
                  </a:lnTo>
                  <a:lnTo>
                    <a:pt x="268521" y="70219"/>
                  </a:lnTo>
                  <a:lnTo>
                    <a:pt x="268298" y="71329"/>
                  </a:lnTo>
                  <a:lnTo>
                    <a:pt x="268080" y="72444"/>
                  </a:lnTo>
                  <a:lnTo>
                    <a:pt x="267865" y="73564"/>
                  </a:lnTo>
                  <a:lnTo>
                    <a:pt x="267655" y="74689"/>
                  </a:lnTo>
                  <a:lnTo>
                    <a:pt x="267450" y="75817"/>
                  </a:lnTo>
                  <a:lnTo>
                    <a:pt x="267249" y="76950"/>
                  </a:lnTo>
                  <a:lnTo>
                    <a:pt x="267053" y="78087"/>
                  </a:lnTo>
                  <a:lnTo>
                    <a:pt x="266863" y="79227"/>
                  </a:lnTo>
                  <a:lnTo>
                    <a:pt x="266678" y="80370"/>
                  </a:lnTo>
                  <a:lnTo>
                    <a:pt x="266499" y="81516"/>
                  </a:lnTo>
                  <a:lnTo>
                    <a:pt x="266326" y="82665"/>
                  </a:lnTo>
                  <a:lnTo>
                    <a:pt x="266159" y="83817"/>
                  </a:lnTo>
                  <a:lnTo>
                    <a:pt x="265999" y="84970"/>
                  </a:lnTo>
                  <a:lnTo>
                    <a:pt x="265846" y="86126"/>
                  </a:lnTo>
                  <a:lnTo>
                    <a:pt x="265700" y="87283"/>
                  </a:lnTo>
                  <a:lnTo>
                    <a:pt x="265561" y="88441"/>
                  </a:lnTo>
                  <a:lnTo>
                    <a:pt x="265430" y="89601"/>
                  </a:lnTo>
                  <a:lnTo>
                    <a:pt x="265306" y="90761"/>
                  </a:lnTo>
                  <a:lnTo>
                    <a:pt x="265191" y="91922"/>
                  </a:lnTo>
                  <a:lnTo>
                    <a:pt x="265083" y="93083"/>
                  </a:lnTo>
                  <a:lnTo>
                    <a:pt x="264985" y="94244"/>
                  </a:lnTo>
                  <a:lnTo>
                    <a:pt x="264895" y="95404"/>
                  </a:lnTo>
                  <a:lnTo>
                    <a:pt x="264814" y="96565"/>
                  </a:lnTo>
                  <a:lnTo>
                    <a:pt x="264742" y="97724"/>
                  </a:lnTo>
                  <a:lnTo>
                    <a:pt x="264680" y="98882"/>
                  </a:lnTo>
                  <a:lnTo>
                    <a:pt x="264628" y="100039"/>
                  </a:lnTo>
                  <a:lnTo>
                    <a:pt x="264586" y="101194"/>
                  </a:lnTo>
                  <a:lnTo>
                    <a:pt x="264554" y="102348"/>
                  </a:lnTo>
                  <a:lnTo>
                    <a:pt x="264533" y="103499"/>
                  </a:lnTo>
                  <a:lnTo>
                    <a:pt x="264522" y="104648"/>
                  </a:lnTo>
                  <a:lnTo>
                    <a:pt x="264523" y="105794"/>
                  </a:lnTo>
                  <a:lnTo>
                    <a:pt x="264535" y="106937"/>
                  </a:lnTo>
                  <a:lnTo>
                    <a:pt x="264558" y="108076"/>
                  </a:lnTo>
                  <a:lnTo>
                    <a:pt x="264593" y="109213"/>
                  </a:lnTo>
                  <a:lnTo>
                    <a:pt x="264640" y="110345"/>
                  </a:lnTo>
                  <a:lnTo>
                    <a:pt x="264700" y="111473"/>
                  </a:lnTo>
                  <a:lnTo>
                    <a:pt x="264772" y="112597"/>
                  </a:lnTo>
                  <a:lnTo>
                    <a:pt x="264856" y="113717"/>
                  </a:lnTo>
                  <a:lnTo>
                    <a:pt x="264954" y="114831"/>
                  </a:lnTo>
                  <a:lnTo>
                    <a:pt x="265065" y="115941"/>
                  </a:lnTo>
                  <a:lnTo>
                    <a:pt x="265190" y="117045"/>
                  </a:lnTo>
                  <a:lnTo>
                    <a:pt x="265328" y="118143"/>
                  </a:lnTo>
                  <a:lnTo>
                    <a:pt x="265480" y="119235"/>
                  </a:lnTo>
                  <a:lnTo>
                    <a:pt x="265647" y="120321"/>
                  </a:lnTo>
                  <a:lnTo>
                    <a:pt x="265828" y="121401"/>
                  </a:lnTo>
                  <a:lnTo>
                    <a:pt x="266024" y="122474"/>
                  </a:lnTo>
                  <a:lnTo>
                    <a:pt x="266235" y="123539"/>
                  </a:lnTo>
                  <a:lnTo>
                    <a:pt x="266461" y="124598"/>
                  </a:lnTo>
                  <a:lnTo>
                    <a:pt x="266703" y="125649"/>
                  </a:lnTo>
                  <a:lnTo>
                    <a:pt x="266960" y="126692"/>
                  </a:lnTo>
                  <a:lnTo>
                    <a:pt x="267234" y="127727"/>
                  </a:lnTo>
                  <a:lnTo>
                    <a:pt x="267275" y="128803"/>
                  </a:lnTo>
                  <a:lnTo>
                    <a:pt x="267302" y="129878"/>
                  </a:lnTo>
                  <a:lnTo>
                    <a:pt x="267317" y="130951"/>
                  </a:lnTo>
                  <a:lnTo>
                    <a:pt x="267322" y="132023"/>
                  </a:lnTo>
                  <a:lnTo>
                    <a:pt x="267318" y="133096"/>
                  </a:lnTo>
                  <a:lnTo>
                    <a:pt x="267307" y="134168"/>
                  </a:lnTo>
                  <a:lnTo>
                    <a:pt x="267291" y="135241"/>
                  </a:lnTo>
                  <a:lnTo>
                    <a:pt x="267273" y="136315"/>
                  </a:lnTo>
                  <a:lnTo>
                    <a:pt x="267253" y="137391"/>
                  </a:lnTo>
                  <a:lnTo>
                    <a:pt x="267234" y="138470"/>
                  </a:lnTo>
                  <a:lnTo>
                    <a:pt x="266567" y="138470"/>
                  </a:lnTo>
                  <a:lnTo>
                    <a:pt x="265891" y="138470"/>
                  </a:lnTo>
                  <a:lnTo>
                    <a:pt x="265669" y="139578"/>
                  </a:lnTo>
                  <a:lnTo>
                    <a:pt x="265447" y="140688"/>
                  </a:lnTo>
                  <a:lnTo>
                    <a:pt x="265224" y="141802"/>
                  </a:lnTo>
                  <a:lnTo>
                    <a:pt x="265000" y="142921"/>
                  </a:lnTo>
                  <a:lnTo>
                    <a:pt x="264775" y="144048"/>
                  </a:lnTo>
                  <a:lnTo>
                    <a:pt x="264548" y="145184"/>
                  </a:lnTo>
                  <a:lnTo>
                    <a:pt x="260497" y="145184"/>
                  </a:lnTo>
                  <a:lnTo>
                    <a:pt x="256446" y="145184"/>
                  </a:lnTo>
                  <a:lnTo>
                    <a:pt x="252395" y="145184"/>
                  </a:lnTo>
                  <a:lnTo>
                    <a:pt x="248344" y="145184"/>
                  </a:lnTo>
                  <a:lnTo>
                    <a:pt x="244293" y="145184"/>
                  </a:lnTo>
                  <a:lnTo>
                    <a:pt x="240242" y="145184"/>
                  </a:lnTo>
                  <a:lnTo>
                    <a:pt x="236190" y="145184"/>
                  </a:lnTo>
                  <a:lnTo>
                    <a:pt x="232137" y="145184"/>
                  </a:lnTo>
                  <a:lnTo>
                    <a:pt x="228084" y="145184"/>
                  </a:lnTo>
                  <a:lnTo>
                    <a:pt x="224031" y="145184"/>
                  </a:lnTo>
                  <a:lnTo>
                    <a:pt x="219977" y="145184"/>
                  </a:lnTo>
                  <a:lnTo>
                    <a:pt x="215922" y="145184"/>
                  </a:lnTo>
                  <a:lnTo>
                    <a:pt x="211867" y="145184"/>
                  </a:lnTo>
                  <a:lnTo>
                    <a:pt x="207811" y="145184"/>
                  </a:lnTo>
                  <a:lnTo>
                    <a:pt x="203754" y="145184"/>
                  </a:lnTo>
                  <a:lnTo>
                    <a:pt x="199696" y="145184"/>
                  </a:lnTo>
                  <a:lnTo>
                    <a:pt x="195637" y="145184"/>
                  </a:lnTo>
                  <a:lnTo>
                    <a:pt x="191577" y="145184"/>
                  </a:lnTo>
                  <a:lnTo>
                    <a:pt x="187516" y="145184"/>
                  </a:lnTo>
                  <a:lnTo>
                    <a:pt x="183454" y="145184"/>
                  </a:lnTo>
                  <a:lnTo>
                    <a:pt x="179391" y="145184"/>
                  </a:lnTo>
                  <a:lnTo>
                    <a:pt x="175326" y="145184"/>
                  </a:lnTo>
                  <a:lnTo>
                    <a:pt x="171261" y="145184"/>
                  </a:lnTo>
                  <a:lnTo>
                    <a:pt x="167193" y="145184"/>
                  </a:lnTo>
                  <a:lnTo>
                    <a:pt x="163125" y="145184"/>
                  </a:lnTo>
                  <a:lnTo>
                    <a:pt x="159055" y="145184"/>
                  </a:lnTo>
                  <a:lnTo>
                    <a:pt x="154983" y="145184"/>
                  </a:lnTo>
                  <a:lnTo>
                    <a:pt x="150909" y="145184"/>
                  </a:lnTo>
                  <a:lnTo>
                    <a:pt x="146834" y="145184"/>
                  </a:lnTo>
                  <a:lnTo>
                    <a:pt x="142758" y="145184"/>
                  </a:lnTo>
                  <a:lnTo>
                    <a:pt x="138679" y="145184"/>
                  </a:lnTo>
                  <a:lnTo>
                    <a:pt x="134599" y="145184"/>
                  </a:lnTo>
                  <a:lnTo>
                    <a:pt x="130516" y="145184"/>
                  </a:lnTo>
                  <a:lnTo>
                    <a:pt x="126432" y="145184"/>
                  </a:lnTo>
                  <a:lnTo>
                    <a:pt x="122346" y="145184"/>
                  </a:lnTo>
                  <a:lnTo>
                    <a:pt x="118257" y="145184"/>
                  </a:lnTo>
                  <a:lnTo>
                    <a:pt x="114167" y="145184"/>
                  </a:lnTo>
                  <a:lnTo>
                    <a:pt x="110074" y="145184"/>
                  </a:lnTo>
                  <a:lnTo>
                    <a:pt x="105979" y="145184"/>
                  </a:lnTo>
                  <a:lnTo>
                    <a:pt x="101881" y="145184"/>
                  </a:lnTo>
                  <a:lnTo>
                    <a:pt x="97781" y="145184"/>
                  </a:lnTo>
                  <a:lnTo>
                    <a:pt x="93679" y="145184"/>
                  </a:lnTo>
                  <a:lnTo>
                    <a:pt x="89574" y="145184"/>
                  </a:lnTo>
                  <a:lnTo>
                    <a:pt x="85467" y="145184"/>
                  </a:lnTo>
                  <a:lnTo>
                    <a:pt x="81357" y="145184"/>
                  </a:lnTo>
                  <a:lnTo>
                    <a:pt x="77244" y="145184"/>
                  </a:lnTo>
                  <a:lnTo>
                    <a:pt x="73129" y="145184"/>
                  </a:lnTo>
                  <a:lnTo>
                    <a:pt x="69010" y="145184"/>
                  </a:lnTo>
                  <a:lnTo>
                    <a:pt x="64889" y="145184"/>
                  </a:lnTo>
                  <a:lnTo>
                    <a:pt x="60765" y="145184"/>
                  </a:lnTo>
                  <a:lnTo>
                    <a:pt x="56638" y="145184"/>
                  </a:lnTo>
                  <a:lnTo>
                    <a:pt x="52508" y="145184"/>
                  </a:lnTo>
                  <a:lnTo>
                    <a:pt x="48375" y="145184"/>
                  </a:lnTo>
                  <a:lnTo>
                    <a:pt x="44238" y="145184"/>
                  </a:lnTo>
                  <a:lnTo>
                    <a:pt x="40098" y="145184"/>
                  </a:lnTo>
                  <a:lnTo>
                    <a:pt x="35955" y="145184"/>
                  </a:lnTo>
                  <a:lnTo>
                    <a:pt x="31809" y="145184"/>
                  </a:lnTo>
                  <a:lnTo>
                    <a:pt x="27659" y="145184"/>
                  </a:lnTo>
                  <a:lnTo>
                    <a:pt x="23506" y="145184"/>
                  </a:lnTo>
                  <a:lnTo>
                    <a:pt x="19349" y="145184"/>
                  </a:lnTo>
                  <a:lnTo>
                    <a:pt x="15189" y="145184"/>
                  </a:lnTo>
                  <a:lnTo>
                    <a:pt x="11025" y="145184"/>
                  </a:lnTo>
                  <a:lnTo>
                    <a:pt x="6857" y="145184"/>
                  </a:lnTo>
                  <a:lnTo>
                    <a:pt x="2686" y="145184"/>
                  </a:lnTo>
                  <a:lnTo>
                    <a:pt x="2154" y="144120"/>
                  </a:lnTo>
                  <a:lnTo>
                    <a:pt x="1620" y="143053"/>
                  </a:lnTo>
                  <a:lnTo>
                    <a:pt x="1084" y="141982"/>
                  </a:lnTo>
                  <a:lnTo>
                    <a:pt x="545" y="140902"/>
                  </a:lnTo>
                  <a:lnTo>
                    <a:pt x="0" y="139812"/>
                  </a:lnTo>
                  <a:lnTo>
                    <a:pt x="1011" y="140139"/>
                  </a:lnTo>
                  <a:lnTo>
                    <a:pt x="2037" y="140470"/>
                  </a:lnTo>
                  <a:lnTo>
                    <a:pt x="3090" y="140670"/>
                  </a:lnTo>
                  <a:lnTo>
                    <a:pt x="4142" y="140837"/>
                  </a:lnTo>
                  <a:lnTo>
                    <a:pt x="5192" y="140976"/>
                  </a:lnTo>
                  <a:lnTo>
                    <a:pt x="6242" y="141087"/>
                  </a:lnTo>
                  <a:lnTo>
                    <a:pt x="7292" y="141175"/>
                  </a:lnTo>
                  <a:lnTo>
                    <a:pt x="8343" y="141242"/>
                  </a:lnTo>
                  <a:lnTo>
                    <a:pt x="9394" y="141291"/>
                  </a:lnTo>
                  <a:lnTo>
                    <a:pt x="10447" y="141326"/>
                  </a:lnTo>
                  <a:lnTo>
                    <a:pt x="11502" y="141347"/>
                  </a:lnTo>
                  <a:lnTo>
                    <a:pt x="12560" y="141359"/>
                  </a:lnTo>
                  <a:lnTo>
                    <a:pt x="13621" y="141365"/>
                  </a:lnTo>
                  <a:lnTo>
                    <a:pt x="14686" y="141367"/>
                  </a:lnTo>
                  <a:lnTo>
                    <a:pt x="15755" y="141368"/>
                  </a:lnTo>
                  <a:lnTo>
                    <a:pt x="16224" y="141371"/>
                  </a:lnTo>
                  <a:lnTo>
                    <a:pt x="17050" y="141376"/>
                  </a:lnTo>
                  <a:lnTo>
                    <a:pt x="18943" y="141388"/>
                  </a:lnTo>
                  <a:lnTo>
                    <a:pt x="20001" y="141394"/>
                  </a:lnTo>
                  <a:lnTo>
                    <a:pt x="21059" y="141399"/>
                  </a:lnTo>
                  <a:lnTo>
                    <a:pt x="22118" y="141404"/>
                  </a:lnTo>
                  <a:lnTo>
                    <a:pt x="23176" y="141409"/>
                  </a:lnTo>
                  <a:lnTo>
                    <a:pt x="24234" y="141413"/>
                  </a:lnTo>
                  <a:lnTo>
                    <a:pt x="25293" y="141417"/>
                  </a:lnTo>
                  <a:lnTo>
                    <a:pt x="26351" y="141421"/>
                  </a:lnTo>
                  <a:lnTo>
                    <a:pt x="27409" y="141424"/>
                  </a:lnTo>
                  <a:lnTo>
                    <a:pt x="28468" y="141427"/>
                  </a:lnTo>
                  <a:lnTo>
                    <a:pt x="29526" y="141431"/>
                  </a:lnTo>
                  <a:lnTo>
                    <a:pt x="30609" y="141436"/>
                  </a:lnTo>
                  <a:lnTo>
                    <a:pt x="31693" y="141442"/>
                  </a:lnTo>
                  <a:lnTo>
                    <a:pt x="32776" y="141448"/>
                  </a:lnTo>
                  <a:lnTo>
                    <a:pt x="33860" y="141454"/>
                  </a:lnTo>
                  <a:lnTo>
                    <a:pt x="34943" y="141459"/>
                  </a:lnTo>
                  <a:lnTo>
                    <a:pt x="36026" y="141465"/>
                  </a:lnTo>
                  <a:lnTo>
                    <a:pt x="37109" y="141471"/>
                  </a:lnTo>
                  <a:lnTo>
                    <a:pt x="38193" y="141477"/>
                  </a:lnTo>
                  <a:lnTo>
                    <a:pt x="39278" y="141482"/>
                  </a:lnTo>
                  <a:lnTo>
                    <a:pt x="40362" y="141488"/>
                  </a:lnTo>
                  <a:lnTo>
                    <a:pt x="41446" y="141493"/>
                  </a:lnTo>
                  <a:lnTo>
                    <a:pt x="42531" y="141498"/>
                  </a:lnTo>
                  <a:lnTo>
                    <a:pt x="43615" y="141503"/>
                  </a:lnTo>
                  <a:lnTo>
                    <a:pt x="44699" y="141508"/>
                  </a:lnTo>
                  <a:lnTo>
                    <a:pt x="45783" y="141513"/>
                  </a:lnTo>
                  <a:lnTo>
                    <a:pt x="46867" y="141518"/>
                  </a:lnTo>
                  <a:lnTo>
                    <a:pt x="47952" y="141522"/>
                  </a:lnTo>
                  <a:lnTo>
                    <a:pt x="49036" y="141527"/>
                  </a:lnTo>
                  <a:lnTo>
                    <a:pt x="50120" y="141532"/>
                  </a:lnTo>
                  <a:lnTo>
                    <a:pt x="51204" y="141536"/>
                  </a:lnTo>
                  <a:lnTo>
                    <a:pt x="52288" y="141541"/>
                  </a:lnTo>
                  <a:lnTo>
                    <a:pt x="53372" y="141545"/>
                  </a:lnTo>
                  <a:lnTo>
                    <a:pt x="54457" y="141549"/>
                  </a:lnTo>
                  <a:lnTo>
                    <a:pt x="55541" y="141554"/>
                  </a:lnTo>
                  <a:lnTo>
                    <a:pt x="56625" y="141558"/>
                  </a:lnTo>
                  <a:lnTo>
                    <a:pt x="57709" y="141562"/>
                  </a:lnTo>
                  <a:lnTo>
                    <a:pt x="58785" y="141567"/>
                  </a:lnTo>
                  <a:lnTo>
                    <a:pt x="59861" y="141571"/>
                  </a:lnTo>
                  <a:lnTo>
                    <a:pt x="60938" y="141576"/>
                  </a:lnTo>
                  <a:lnTo>
                    <a:pt x="62014" y="141581"/>
                  </a:lnTo>
                  <a:lnTo>
                    <a:pt x="63090" y="141586"/>
                  </a:lnTo>
                  <a:lnTo>
                    <a:pt x="64166" y="141591"/>
                  </a:lnTo>
                  <a:lnTo>
                    <a:pt x="65242" y="141596"/>
                  </a:lnTo>
                  <a:lnTo>
                    <a:pt x="66318" y="141601"/>
                  </a:lnTo>
                  <a:lnTo>
                    <a:pt x="67395" y="141606"/>
                  </a:lnTo>
                  <a:lnTo>
                    <a:pt x="68471" y="141611"/>
                  </a:lnTo>
                  <a:lnTo>
                    <a:pt x="69547" y="141617"/>
                  </a:lnTo>
                  <a:lnTo>
                    <a:pt x="70623" y="141622"/>
                  </a:lnTo>
                  <a:lnTo>
                    <a:pt x="71699" y="141627"/>
                  </a:lnTo>
                  <a:lnTo>
                    <a:pt x="72775" y="141632"/>
                  </a:lnTo>
                  <a:lnTo>
                    <a:pt x="73852" y="141638"/>
                  </a:lnTo>
                  <a:lnTo>
                    <a:pt x="74928" y="141643"/>
                  </a:lnTo>
                  <a:lnTo>
                    <a:pt x="76004" y="141648"/>
                  </a:lnTo>
                  <a:lnTo>
                    <a:pt x="77080" y="141654"/>
                  </a:lnTo>
                  <a:lnTo>
                    <a:pt x="78156" y="141659"/>
                  </a:lnTo>
                  <a:lnTo>
                    <a:pt x="79233" y="141664"/>
                  </a:lnTo>
                  <a:lnTo>
                    <a:pt x="80278" y="141669"/>
                  </a:lnTo>
                  <a:lnTo>
                    <a:pt x="81323" y="141675"/>
                  </a:lnTo>
                  <a:lnTo>
                    <a:pt x="82368" y="141680"/>
                  </a:lnTo>
                  <a:lnTo>
                    <a:pt x="83413" y="141685"/>
                  </a:lnTo>
                  <a:lnTo>
                    <a:pt x="84459" y="141690"/>
                  </a:lnTo>
                  <a:lnTo>
                    <a:pt x="85504" y="141695"/>
                  </a:lnTo>
                  <a:lnTo>
                    <a:pt x="86549" y="141700"/>
                  </a:lnTo>
                  <a:lnTo>
                    <a:pt x="87594" y="141705"/>
                  </a:lnTo>
                  <a:lnTo>
                    <a:pt x="88639" y="141710"/>
                  </a:lnTo>
                  <a:lnTo>
                    <a:pt x="89684" y="141715"/>
                  </a:lnTo>
                  <a:lnTo>
                    <a:pt x="90730" y="141720"/>
                  </a:lnTo>
                  <a:lnTo>
                    <a:pt x="91775" y="141724"/>
                  </a:lnTo>
                  <a:lnTo>
                    <a:pt x="92820" y="141729"/>
                  </a:lnTo>
                  <a:lnTo>
                    <a:pt x="93865" y="141734"/>
                  </a:lnTo>
                  <a:lnTo>
                    <a:pt x="94910" y="141739"/>
                  </a:lnTo>
                  <a:lnTo>
                    <a:pt x="95955" y="141744"/>
                  </a:lnTo>
                  <a:lnTo>
                    <a:pt x="97001" y="141749"/>
                  </a:lnTo>
                  <a:lnTo>
                    <a:pt x="98046" y="141753"/>
                  </a:lnTo>
                  <a:lnTo>
                    <a:pt x="99091" y="141758"/>
                  </a:lnTo>
                  <a:lnTo>
                    <a:pt x="100136" y="141763"/>
                  </a:lnTo>
                  <a:lnTo>
                    <a:pt x="101181" y="141768"/>
                  </a:lnTo>
                  <a:lnTo>
                    <a:pt x="102227" y="141772"/>
                  </a:lnTo>
                  <a:lnTo>
                    <a:pt x="103272" y="141777"/>
                  </a:lnTo>
                  <a:lnTo>
                    <a:pt x="104317" y="141782"/>
                  </a:lnTo>
                  <a:lnTo>
                    <a:pt x="105362" y="141786"/>
                  </a:lnTo>
                  <a:lnTo>
                    <a:pt x="106407" y="141791"/>
                  </a:lnTo>
                  <a:lnTo>
                    <a:pt x="107452" y="141795"/>
                  </a:lnTo>
                  <a:lnTo>
                    <a:pt x="108498" y="141800"/>
                  </a:lnTo>
                  <a:lnTo>
                    <a:pt x="109543" y="141805"/>
                  </a:lnTo>
                  <a:lnTo>
                    <a:pt x="110588" y="141809"/>
                  </a:lnTo>
                  <a:lnTo>
                    <a:pt x="111633" y="141814"/>
                  </a:lnTo>
                  <a:lnTo>
                    <a:pt x="112678" y="141818"/>
                  </a:lnTo>
                  <a:lnTo>
                    <a:pt x="113723" y="141823"/>
                  </a:lnTo>
                  <a:lnTo>
                    <a:pt x="114769" y="141827"/>
                  </a:lnTo>
                  <a:lnTo>
                    <a:pt x="115814" y="141832"/>
                  </a:lnTo>
                  <a:lnTo>
                    <a:pt x="116859" y="141836"/>
                  </a:lnTo>
                  <a:lnTo>
                    <a:pt x="117904" y="141841"/>
                  </a:lnTo>
                  <a:lnTo>
                    <a:pt x="118949" y="141845"/>
                  </a:lnTo>
                  <a:lnTo>
                    <a:pt x="119995" y="141850"/>
                  </a:lnTo>
                  <a:lnTo>
                    <a:pt x="121049" y="141854"/>
                  </a:lnTo>
                  <a:lnTo>
                    <a:pt x="122104" y="141859"/>
                  </a:lnTo>
                  <a:lnTo>
                    <a:pt x="123159" y="141863"/>
                  </a:lnTo>
                  <a:lnTo>
                    <a:pt x="124213" y="141868"/>
                  </a:lnTo>
                  <a:lnTo>
                    <a:pt x="125268" y="141873"/>
                  </a:lnTo>
                  <a:lnTo>
                    <a:pt x="126323" y="141877"/>
                  </a:lnTo>
                  <a:lnTo>
                    <a:pt x="127377" y="141882"/>
                  </a:lnTo>
                  <a:lnTo>
                    <a:pt x="128432" y="141887"/>
                  </a:lnTo>
                  <a:lnTo>
                    <a:pt x="129487" y="141892"/>
                  </a:lnTo>
                  <a:lnTo>
                    <a:pt x="130541" y="141896"/>
                  </a:lnTo>
                  <a:lnTo>
                    <a:pt x="131596" y="141901"/>
                  </a:lnTo>
                  <a:lnTo>
                    <a:pt x="132650" y="141906"/>
                  </a:lnTo>
                  <a:lnTo>
                    <a:pt x="133705" y="141911"/>
                  </a:lnTo>
                  <a:lnTo>
                    <a:pt x="134760" y="141916"/>
                  </a:lnTo>
                  <a:lnTo>
                    <a:pt x="135814" y="141920"/>
                  </a:lnTo>
                  <a:lnTo>
                    <a:pt x="136869" y="141925"/>
                  </a:lnTo>
                  <a:lnTo>
                    <a:pt x="137924" y="141930"/>
                  </a:lnTo>
                  <a:lnTo>
                    <a:pt x="138978" y="141935"/>
                  </a:lnTo>
                  <a:lnTo>
                    <a:pt x="140033" y="141940"/>
                  </a:lnTo>
                  <a:lnTo>
                    <a:pt x="141088" y="141945"/>
                  </a:lnTo>
                  <a:lnTo>
                    <a:pt x="142142" y="141950"/>
                  </a:lnTo>
                  <a:lnTo>
                    <a:pt x="143197" y="141955"/>
                  </a:lnTo>
                  <a:lnTo>
                    <a:pt x="144251" y="141959"/>
                  </a:lnTo>
                  <a:lnTo>
                    <a:pt x="145306" y="141964"/>
                  </a:lnTo>
                  <a:lnTo>
                    <a:pt x="146361" y="141969"/>
                  </a:lnTo>
                  <a:lnTo>
                    <a:pt x="147415" y="141974"/>
                  </a:lnTo>
                  <a:lnTo>
                    <a:pt x="148470" y="141979"/>
                  </a:lnTo>
                  <a:lnTo>
                    <a:pt x="149525" y="141984"/>
                  </a:lnTo>
                  <a:lnTo>
                    <a:pt x="150579" y="141989"/>
                  </a:lnTo>
                  <a:lnTo>
                    <a:pt x="151634" y="141994"/>
                  </a:lnTo>
                  <a:lnTo>
                    <a:pt x="152689" y="141999"/>
                  </a:lnTo>
                  <a:lnTo>
                    <a:pt x="153743" y="142004"/>
                  </a:lnTo>
                  <a:lnTo>
                    <a:pt x="154798" y="142009"/>
                  </a:lnTo>
                  <a:lnTo>
                    <a:pt x="155853" y="142014"/>
                  </a:lnTo>
                  <a:lnTo>
                    <a:pt x="156907" y="142019"/>
                  </a:lnTo>
                  <a:lnTo>
                    <a:pt x="157962" y="142024"/>
                  </a:lnTo>
                  <a:lnTo>
                    <a:pt x="159016" y="142029"/>
                  </a:lnTo>
                  <a:lnTo>
                    <a:pt x="160071" y="142034"/>
                  </a:lnTo>
                  <a:lnTo>
                    <a:pt x="161126" y="142039"/>
                  </a:lnTo>
                  <a:lnTo>
                    <a:pt x="162180" y="142044"/>
                  </a:lnTo>
                  <a:lnTo>
                    <a:pt x="163235" y="142049"/>
                  </a:lnTo>
                  <a:lnTo>
                    <a:pt x="164290" y="142054"/>
                  </a:lnTo>
                  <a:lnTo>
                    <a:pt x="165344" y="142059"/>
                  </a:lnTo>
                  <a:lnTo>
                    <a:pt x="166399" y="142064"/>
                  </a:lnTo>
                  <a:lnTo>
                    <a:pt x="167891" y="142072"/>
                  </a:lnTo>
                  <a:lnTo>
                    <a:pt x="169382" y="142079"/>
                  </a:lnTo>
                  <a:lnTo>
                    <a:pt x="170874" y="142086"/>
                  </a:lnTo>
                  <a:lnTo>
                    <a:pt x="172366" y="142093"/>
                  </a:lnTo>
                  <a:lnTo>
                    <a:pt x="173857" y="142100"/>
                  </a:lnTo>
                  <a:lnTo>
                    <a:pt x="175349" y="142107"/>
                  </a:lnTo>
                  <a:lnTo>
                    <a:pt x="176840" y="142114"/>
                  </a:lnTo>
                  <a:lnTo>
                    <a:pt x="178332" y="142121"/>
                  </a:lnTo>
                  <a:lnTo>
                    <a:pt x="179824" y="142129"/>
                  </a:lnTo>
                  <a:lnTo>
                    <a:pt x="181315" y="142136"/>
                  </a:lnTo>
                  <a:lnTo>
                    <a:pt x="182807" y="142143"/>
                  </a:lnTo>
                  <a:lnTo>
                    <a:pt x="184298" y="142150"/>
                  </a:lnTo>
                  <a:lnTo>
                    <a:pt x="185790" y="142157"/>
                  </a:lnTo>
                  <a:lnTo>
                    <a:pt x="187282" y="142164"/>
                  </a:lnTo>
                  <a:lnTo>
                    <a:pt x="188773" y="142171"/>
                  </a:lnTo>
                  <a:lnTo>
                    <a:pt x="190265" y="142178"/>
                  </a:lnTo>
                  <a:lnTo>
                    <a:pt x="191756" y="142185"/>
                  </a:lnTo>
                  <a:lnTo>
                    <a:pt x="193248" y="142191"/>
                  </a:lnTo>
                  <a:lnTo>
                    <a:pt x="194740" y="142198"/>
                  </a:lnTo>
                  <a:lnTo>
                    <a:pt x="196231" y="142205"/>
                  </a:lnTo>
                  <a:lnTo>
                    <a:pt x="197723" y="142212"/>
                  </a:lnTo>
                  <a:lnTo>
                    <a:pt x="199215" y="142219"/>
                  </a:lnTo>
                  <a:lnTo>
                    <a:pt x="200706" y="142226"/>
                  </a:lnTo>
                  <a:lnTo>
                    <a:pt x="202198" y="142233"/>
                  </a:lnTo>
                  <a:lnTo>
                    <a:pt x="203689" y="142240"/>
                  </a:lnTo>
                  <a:lnTo>
                    <a:pt x="205181" y="142247"/>
                  </a:lnTo>
                  <a:lnTo>
                    <a:pt x="206673" y="142253"/>
                  </a:lnTo>
                  <a:lnTo>
                    <a:pt x="208164" y="142260"/>
                  </a:lnTo>
                  <a:lnTo>
                    <a:pt x="209656" y="142267"/>
                  </a:lnTo>
                  <a:lnTo>
                    <a:pt x="211147" y="142274"/>
                  </a:lnTo>
                  <a:lnTo>
                    <a:pt x="212639" y="142281"/>
                  </a:lnTo>
                  <a:lnTo>
                    <a:pt x="214131" y="142287"/>
                  </a:lnTo>
                  <a:lnTo>
                    <a:pt x="215622" y="142294"/>
                  </a:lnTo>
                  <a:lnTo>
                    <a:pt x="217114" y="142301"/>
                  </a:lnTo>
                  <a:lnTo>
                    <a:pt x="218605" y="142308"/>
                  </a:lnTo>
                  <a:lnTo>
                    <a:pt x="220097" y="142314"/>
                  </a:lnTo>
                  <a:lnTo>
                    <a:pt x="221589" y="142321"/>
                  </a:lnTo>
                  <a:lnTo>
                    <a:pt x="223080" y="142328"/>
                  </a:lnTo>
                  <a:lnTo>
                    <a:pt x="224572" y="142334"/>
                  </a:lnTo>
                  <a:lnTo>
                    <a:pt x="226063" y="142341"/>
                  </a:lnTo>
                  <a:lnTo>
                    <a:pt x="227555" y="142348"/>
                  </a:lnTo>
                  <a:lnTo>
                    <a:pt x="229047" y="142354"/>
                  </a:lnTo>
                  <a:lnTo>
                    <a:pt x="230538" y="142361"/>
                  </a:lnTo>
                  <a:lnTo>
                    <a:pt x="232030" y="142368"/>
                  </a:lnTo>
                  <a:lnTo>
                    <a:pt x="233521" y="142374"/>
                  </a:lnTo>
                  <a:lnTo>
                    <a:pt x="235013" y="142381"/>
                  </a:lnTo>
                  <a:lnTo>
                    <a:pt x="236505" y="142388"/>
                  </a:lnTo>
                  <a:lnTo>
                    <a:pt x="237996" y="142394"/>
                  </a:lnTo>
                  <a:lnTo>
                    <a:pt x="239488" y="142401"/>
                  </a:lnTo>
                  <a:lnTo>
                    <a:pt x="240980" y="142407"/>
                  </a:lnTo>
                  <a:lnTo>
                    <a:pt x="242471" y="142414"/>
                  </a:lnTo>
                  <a:lnTo>
                    <a:pt x="243963" y="142420"/>
                  </a:lnTo>
                  <a:lnTo>
                    <a:pt x="245454" y="142427"/>
                  </a:lnTo>
                  <a:lnTo>
                    <a:pt x="246946" y="142434"/>
                  </a:lnTo>
                  <a:lnTo>
                    <a:pt x="248438" y="142440"/>
                  </a:lnTo>
                  <a:lnTo>
                    <a:pt x="249929" y="142447"/>
                  </a:lnTo>
                  <a:lnTo>
                    <a:pt x="251421" y="142453"/>
                  </a:lnTo>
                  <a:lnTo>
                    <a:pt x="252912" y="142460"/>
                  </a:lnTo>
                  <a:lnTo>
                    <a:pt x="254404" y="142466"/>
                  </a:lnTo>
                  <a:lnTo>
                    <a:pt x="255896" y="142472"/>
                  </a:lnTo>
                  <a:lnTo>
                    <a:pt x="257387" y="142479"/>
                  </a:lnTo>
                  <a:lnTo>
                    <a:pt x="258879" y="142485"/>
                  </a:lnTo>
                  <a:lnTo>
                    <a:pt x="260370" y="142492"/>
                  </a:lnTo>
                  <a:lnTo>
                    <a:pt x="261862" y="142498"/>
                  </a:lnTo>
                  <a:lnTo>
                    <a:pt x="261791" y="141365"/>
                  </a:lnTo>
                  <a:lnTo>
                    <a:pt x="261719" y="140232"/>
                  </a:lnTo>
                  <a:lnTo>
                    <a:pt x="261646" y="139099"/>
                  </a:lnTo>
                  <a:lnTo>
                    <a:pt x="261572" y="137966"/>
                  </a:lnTo>
                  <a:lnTo>
                    <a:pt x="261499" y="136833"/>
                  </a:lnTo>
                  <a:lnTo>
                    <a:pt x="261424" y="135700"/>
                  </a:lnTo>
                  <a:lnTo>
                    <a:pt x="261349" y="134567"/>
                  </a:lnTo>
                  <a:lnTo>
                    <a:pt x="261274" y="133434"/>
                  </a:lnTo>
                  <a:lnTo>
                    <a:pt x="261192" y="132171"/>
                  </a:lnTo>
                  <a:lnTo>
                    <a:pt x="261110" y="130903"/>
                  </a:lnTo>
                  <a:lnTo>
                    <a:pt x="261027" y="129626"/>
                  </a:lnTo>
                  <a:lnTo>
                    <a:pt x="260944" y="128335"/>
                  </a:lnTo>
                  <a:lnTo>
                    <a:pt x="260828" y="127165"/>
                  </a:lnTo>
                  <a:lnTo>
                    <a:pt x="260698" y="126028"/>
                  </a:lnTo>
                  <a:lnTo>
                    <a:pt x="260551" y="124915"/>
                  </a:lnTo>
                  <a:lnTo>
                    <a:pt x="260384" y="123819"/>
                  </a:lnTo>
                  <a:lnTo>
                    <a:pt x="260196" y="122732"/>
                  </a:lnTo>
                  <a:lnTo>
                    <a:pt x="259983" y="121647"/>
                  </a:lnTo>
                  <a:lnTo>
                    <a:pt x="259744" y="120556"/>
                  </a:lnTo>
                  <a:lnTo>
                    <a:pt x="259476" y="119452"/>
                  </a:lnTo>
                  <a:lnTo>
                    <a:pt x="259176" y="118326"/>
                  </a:lnTo>
                  <a:lnTo>
                    <a:pt x="259077" y="117283"/>
                  </a:lnTo>
                  <a:lnTo>
                    <a:pt x="258982" y="116240"/>
                  </a:lnTo>
                  <a:lnTo>
                    <a:pt x="258890" y="115196"/>
                  </a:lnTo>
                  <a:lnTo>
                    <a:pt x="258802" y="114152"/>
                  </a:lnTo>
                  <a:lnTo>
                    <a:pt x="258718" y="113108"/>
                  </a:lnTo>
                  <a:lnTo>
                    <a:pt x="258637" y="112063"/>
                  </a:lnTo>
                  <a:lnTo>
                    <a:pt x="258560" y="111018"/>
                  </a:lnTo>
                  <a:lnTo>
                    <a:pt x="258486" y="109973"/>
                  </a:lnTo>
                  <a:lnTo>
                    <a:pt x="258416" y="108927"/>
                  </a:lnTo>
                  <a:lnTo>
                    <a:pt x="258348" y="107881"/>
                  </a:lnTo>
                  <a:lnTo>
                    <a:pt x="258284" y="106835"/>
                  </a:lnTo>
                  <a:lnTo>
                    <a:pt x="258223" y="105789"/>
                  </a:lnTo>
                  <a:lnTo>
                    <a:pt x="258165" y="104742"/>
                  </a:lnTo>
                  <a:lnTo>
                    <a:pt x="258110" y="103695"/>
                  </a:lnTo>
                  <a:lnTo>
                    <a:pt x="258058" y="102648"/>
                  </a:lnTo>
                  <a:lnTo>
                    <a:pt x="258008" y="101600"/>
                  </a:lnTo>
                  <a:lnTo>
                    <a:pt x="257961" y="100553"/>
                  </a:lnTo>
                  <a:lnTo>
                    <a:pt x="257917" y="99505"/>
                  </a:lnTo>
                  <a:lnTo>
                    <a:pt x="257875" y="98457"/>
                  </a:lnTo>
                  <a:lnTo>
                    <a:pt x="257836" y="97409"/>
                  </a:lnTo>
                  <a:lnTo>
                    <a:pt x="257798" y="96361"/>
                  </a:lnTo>
                  <a:lnTo>
                    <a:pt x="257764" y="95312"/>
                  </a:lnTo>
                  <a:lnTo>
                    <a:pt x="257731" y="94264"/>
                  </a:lnTo>
                  <a:lnTo>
                    <a:pt x="257700" y="93215"/>
                  </a:lnTo>
                  <a:lnTo>
                    <a:pt x="257672" y="92167"/>
                  </a:lnTo>
                  <a:lnTo>
                    <a:pt x="257645" y="91118"/>
                  </a:lnTo>
                  <a:lnTo>
                    <a:pt x="257621" y="90069"/>
                  </a:lnTo>
                  <a:lnTo>
                    <a:pt x="257598" y="89020"/>
                  </a:lnTo>
                  <a:lnTo>
                    <a:pt x="257576" y="87971"/>
                  </a:lnTo>
                  <a:lnTo>
                    <a:pt x="257557" y="86922"/>
                  </a:lnTo>
                  <a:lnTo>
                    <a:pt x="257539" y="85873"/>
                  </a:lnTo>
                  <a:lnTo>
                    <a:pt x="257522" y="84823"/>
                  </a:lnTo>
                  <a:lnTo>
                    <a:pt x="257507" y="83774"/>
                  </a:lnTo>
                  <a:lnTo>
                    <a:pt x="257493" y="82725"/>
                  </a:lnTo>
                  <a:lnTo>
                    <a:pt x="257480" y="81676"/>
                  </a:lnTo>
                  <a:lnTo>
                    <a:pt x="257468" y="80627"/>
                  </a:lnTo>
                  <a:lnTo>
                    <a:pt x="257458" y="79578"/>
                  </a:lnTo>
                  <a:lnTo>
                    <a:pt x="257448" y="78529"/>
                  </a:lnTo>
                  <a:lnTo>
                    <a:pt x="257439" y="77480"/>
                  </a:lnTo>
                  <a:lnTo>
                    <a:pt x="257431" y="76431"/>
                  </a:lnTo>
                  <a:lnTo>
                    <a:pt x="257424" y="75383"/>
                  </a:lnTo>
                  <a:lnTo>
                    <a:pt x="257417" y="74334"/>
                  </a:lnTo>
                  <a:lnTo>
                    <a:pt x="257411" y="73285"/>
                  </a:lnTo>
                  <a:lnTo>
                    <a:pt x="257406" y="72237"/>
                  </a:lnTo>
                  <a:lnTo>
                    <a:pt x="257400" y="71189"/>
                  </a:lnTo>
                  <a:lnTo>
                    <a:pt x="257396" y="70141"/>
                  </a:lnTo>
                  <a:lnTo>
                    <a:pt x="257391" y="69093"/>
                  </a:lnTo>
                  <a:lnTo>
                    <a:pt x="257386" y="68045"/>
                  </a:lnTo>
                  <a:lnTo>
                    <a:pt x="257382" y="66997"/>
                  </a:lnTo>
                  <a:lnTo>
                    <a:pt x="257378" y="65950"/>
                  </a:lnTo>
                  <a:lnTo>
                    <a:pt x="257373" y="64903"/>
                  </a:lnTo>
                  <a:lnTo>
                    <a:pt x="257368" y="63856"/>
                  </a:lnTo>
                  <a:lnTo>
                    <a:pt x="257363" y="62809"/>
                  </a:lnTo>
                  <a:lnTo>
                    <a:pt x="257355" y="61692"/>
                  </a:lnTo>
                  <a:lnTo>
                    <a:pt x="257346" y="60574"/>
                  </a:lnTo>
                  <a:lnTo>
                    <a:pt x="257336" y="59457"/>
                  </a:lnTo>
                  <a:lnTo>
                    <a:pt x="257325" y="58339"/>
                  </a:lnTo>
                  <a:lnTo>
                    <a:pt x="257313" y="57221"/>
                  </a:lnTo>
                  <a:lnTo>
                    <a:pt x="257299" y="56104"/>
                  </a:lnTo>
                  <a:lnTo>
                    <a:pt x="257285" y="54986"/>
                  </a:lnTo>
                  <a:lnTo>
                    <a:pt x="257270" y="53868"/>
                  </a:lnTo>
                  <a:lnTo>
                    <a:pt x="257253" y="52751"/>
                  </a:lnTo>
                  <a:lnTo>
                    <a:pt x="257238" y="51700"/>
                  </a:lnTo>
                  <a:lnTo>
                    <a:pt x="257224" y="50650"/>
                  </a:lnTo>
                  <a:lnTo>
                    <a:pt x="257212" y="49599"/>
                  </a:lnTo>
                  <a:lnTo>
                    <a:pt x="257200" y="48548"/>
                  </a:lnTo>
                  <a:lnTo>
                    <a:pt x="257190" y="47498"/>
                  </a:lnTo>
                  <a:lnTo>
                    <a:pt x="257180" y="46447"/>
                  </a:lnTo>
                  <a:lnTo>
                    <a:pt x="257172" y="45397"/>
                  </a:lnTo>
                  <a:lnTo>
                    <a:pt x="257164" y="44346"/>
                  </a:lnTo>
                  <a:lnTo>
                    <a:pt x="257157" y="43296"/>
                  </a:lnTo>
                  <a:lnTo>
                    <a:pt x="257151" y="42245"/>
                  </a:lnTo>
                  <a:lnTo>
                    <a:pt x="257145" y="41194"/>
                  </a:lnTo>
                  <a:lnTo>
                    <a:pt x="257140" y="40144"/>
                  </a:lnTo>
                  <a:lnTo>
                    <a:pt x="257135" y="39093"/>
                  </a:lnTo>
                  <a:lnTo>
                    <a:pt x="257131" y="38042"/>
                  </a:lnTo>
                  <a:lnTo>
                    <a:pt x="257108" y="36925"/>
                  </a:lnTo>
                  <a:lnTo>
                    <a:pt x="257085" y="35803"/>
                  </a:lnTo>
                  <a:lnTo>
                    <a:pt x="257062" y="34674"/>
                  </a:lnTo>
                  <a:lnTo>
                    <a:pt x="257038" y="33531"/>
                  </a:lnTo>
                  <a:lnTo>
                    <a:pt x="257048" y="32375"/>
                  </a:lnTo>
                  <a:lnTo>
                    <a:pt x="257071" y="31240"/>
                  </a:lnTo>
                  <a:lnTo>
                    <a:pt x="257110" y="30125"/>
                  </a:lnTo>
                  <a:lnTo>
                    <a:pt x="257168" y="29030"/>
                  </a:lnTo>
                  <a:lnTo>
                    <a:pt x="257246" y="27954"/>
                  </a:lnTo>
                  <a:lnTo>
                    <a:pt x="257346" y="26895"/>
                  </a:lnTo>
                  <a:lnTo>
                    <a:pt x="257471" y="25854"/>
                  </a:lnTo>
                  <a:lnTo>
                    <a:pt x="257623" y="24829"/>
                  </a:lnTo>
                  <a:lnTo>
                    <a:pt x="257803" y="23820"/>
                  </a:lnTo>
                  <a:lnTo>
                    <a:pt x="258014" y="22826"/>
                  </a:lnTo>
                  <a:lnTo>
                    <a:pt x="258259" y="21846"/>
                  </a:lnTo>
                  <a:lnTo>
                    <a:pt x="258538" y="20879"/>
                  </a:lnTo>
                  <a:lnTo>
                    <a:pt x="258855" y="19925"/>
                  </a:lnTo>
                  <a:lnTo>
                    <a:pt x="259212" y="18982"/>
                  </a:lnTo>
                  <a:lnTo>
                    <a:pt x="259610" y="18050"/>
                  </a:lnTo>
                  <a:lnTo>
                    <a:pt x="260052" y="17129"/>
                  </a:lnTo>
                  <a:lnTo>
                    <a:pt x="260539" y="16217"/>
                  </a:lnTo>
                  <a:lnTo>
                    <a:pt x="261075" y="15313"/>
                  </a:lnTo>
                  <a:lnTo>
                    <a:pt x="261661" y="14417"/>
                  </a:lnTo>
                  <a:lnTo>
                    <a:pt x="262299" y="13528"/>
                  </a:lnTo>
                  <a:lnTo>
                    <a:pt x="262991" y="12646"/>
                  </a:lnTo>
                  <a:lnTo>
                    <a:pt x="263740" y="11768"/>
                  </a:lnTo>
                  <a:lnTo>
                    <a:pt x="264548" y="10896"/>
                  </a:lnTo>
                  <a:lnTo>
                    <a:pt x="265881" y="10896"/>
                  </a:lnTo>
                  <a:lnTo>
                    <a:pt x="267234" y="10896"/>
                  </a:lnTo>
                  <a:lnTo>
                    <a:pt x="267428" y="9870"/>
                  </a:lnTo>
                  <a:lnTo>
                    <a:pt x="267623" y="8837"/>
                  </a:lnTo>
                  <a:lnTo>
                    <a:pt x="267822" y="7791"/>
                  </a:lnTo>
                  <a:lnTo>
                    <a:pt x="268533" y="6657"/>
                  </a:lnTo>
                  <a:lnTo>
                    <a:pt x="269253" y="5684"/>
                  </a:lnTo>
                  <a:lnTo>
                    <a:pt x="269990" y="4854"/>
                  </a:lnTo>
                  <a:lnTo>
                    <a:pt x="270752" y="4149"/>
                  </a:lnTo>
                  <a:lnTo>
                    <a:pt x="271549" y="3551"/>
                  </a:lnTo>
                  <a:lnTo>
                    <a:pt x="272388" y="3041"/>
                  </a:lnTo>
                  <a:lnTo>
                    <a:pt x="273278" y="2601"/>
                  </a:lnTo>
                  <a:lnTo>
                    <a:pt x="274227" y="2213"/>
                  </a:lnTo>
                  <a:lnTo>
                    <a:pt x="275244" y="1858"/>
                  </a:lnTo>
                  <a:lnTo>
                    <a:pt x="276337" y="1519"/>
                  </a:lnTo>
                  <a:lnTo>
                    <a:pt x="277515" y="1177"/>
                  </a:lnTo>
                  <a:lnTo>
                    <a:pt x="278785" y="813"/>
                  </a:lnTo>
                  <a:lnTo>
                    <a:pt x="279864" y="607"/>
                  </a:lnTo>
                  <a:lnTo>
                    <a:pt x="280924" y="435"/>
                  </a:lnTo>
                  <a:lnTo>
                    <a:pt x="281971" y="294"/>
                  </a:lnTo>
                  <a:lnTo>
                    <a:pt x="283008" y="182"/>
                  </a:lnTo>
                  <a:lnTo>
                    <a:pt x="284039" y="99"/>
                  </a:lnTo>
                  <a:lnTo>
                    <a:pt x="285067" y="42"/>
                  </a:lnTo>
                  <a:lnTo>
                    <a:pt x="286097" y="9"/>
                  </a:lnTo>
                  <a:lnTo>
                    <a:pt x="287132" y="0"/>
                  </a:lnTo>
                  <a:lnTo>
                    <a:pt x="288177" y="11"/>
                  </a:lnTo>
                  <a:lnTo>
                    <a:pt x="289235" y="41"/>
                  </a:lnTo>
                  <a:lnTo>
                    <a:pt x="290310" y="89"/>
                  </a:lnTo>
                  <a:lnTo>
                    <a:pt x="291405" y="153"/>
                  </a:lnTo>
                  <a:close/>
                </a:path>
              </a:pathLst>
            </a:custGeom>
            <a:solidFill>
              <a:srgbClr val="317DB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region 44 #868787"/>
            <p:cNvSpPr/>
            <p:nvPr/>
          </p:nvSpPr>
          <p:spPr>
            <a:xfrm>
              <a:off x="1740376" y="658012"/>
              <a:ext cx="218890" cy="167861"/>
            </a:xfrm>
            <a:custGeom>
              <a:avLst/>
              <a:gdLst/>
              <a:ahLst/>
              <a:cxnLst/>
              <a:rect l="l" t="t" r="r" b="b"/>
              <a:pathLst>
                <a:path w="218890" h="167861">
                  <a:moveTo>
                    <a:pt x="147717" y="0"/>
                  </a:moveTo>
                  <a:lnTo>
                    <a:pt x="148383" y="0"/>
                  </a:lnTo>
                  <a:lnTo>
                    <a:pt x="149060" y="0"/>
                  </a:lnTo>
                  <a:lnTo>
                    <a:pt x="149020" y="1129"/>
                  </a:lnTo>
                  <a:lnTo>
                    <a:pt x="148977" y="2258"/>
                  </a:lnTo>
                  <a:lnTo>
                    <a:pt x="148934" y="3386"/>
                  </a:lnTo>
                  <a:lnTo>
                    <a:pt x="148888" y="4514"/>
                  </a:lnTo>
                  <a:lnTo>
                    <a:pt x="148841" y="5643"/>
                  </a:lnTo>
                  <a:lnTo>
                    <a:pt x="148793" y="6771"/>
                  </a:lnTo>
                  <a:lnTo>
                    <a:pt x="148743" y="7899"/>
                  </a:lnTo>
                  <a:lnTo>
                    <a:pt x="148693" y="9027"/>
                  </a:lnTo>
                  <a:lnTo>
                    <a:pt x="148641" y="10155"/>
                  </a:lnTo>
                  <a:lnTo>
                    <a:pt x="148595" y="11578"/>
                  </a:lnTo>
                  <a:lnTo>
                    <a:pt x="148548" y="13022"/>
                  </a:lnTo>
                  <a:lnTo>
                    <a:pt x="148479" y="14238"/>
                  </a:lnTo>
                  <a:lnTo>
                    <a:pt x="148395" y="15393"/>
                  </a:lnTo>
                  <a:lnTo>
                    <a:pt x="148291" y="16498"/>
                  </a:lnTo>
                  <a:lnTo>
                    <a:pt x="148163" y="17564"/>
                  </a:lnTo>
                  <a:lnTo>
                    <a:pt x="148005" y="18601"/>
                  </a:lnTo>
                  <a:lnTo>
                    <a:pt x="147813" y="19620"/>
                  </a:lnTo>
                  <a:lnTo>
                    <a:pt x="147583" y="20632"/>
                  </a:lnTo>
                  <a:lnTo>
                    <a:pt x="147308" y="21646"/>
                  </a:lnTo>
                  <a:lnTo>
                    <a:pt x="146986" y="22674"/>
                  </a:lnTo>
                  <a:lnTo>
                    <a:pt x="146610" y="23726"/>
                  </a:lnTo>
                  <a:lnTo>
                    <a:pt x="146177" y="24813"/>
                  </a:lnTo>
                  <a:lnTo>
                    <a:pt x="145681" y="25945"/>
                  </a:lnTo>
                  <a:lnTo>
                    <a:pt x="145272" y="27011"/>
                  </a:lnTo>
                  <a:lnTo>
                    <a:pt x="144908" y="28068"/>
                  </a:lnTo>
                  <a:lnTo>
                    <a:pt x="144585" y="29116"/>
                  </a:lnTo>
                  <a:lnTo>
                    <a:pt x="144303" y="30158"/>
                  </a:lnTo>
                  <a:lnTo>
                    <a:pt x="144058" y="31194"/>
                  </a:lnTo>
                  <a:lnTo>
                    <a:pt x="143847" y="32227"/>
                  </a:lnTo>
                  <a:lnTo>
                    <a:pt x="143668" y="33258"/>
                  </a:lnTo>
                  <a:lnTo>
                    <a:pt x="143519" y="34289"/>
                  </a:lnTo>
                  <a:lnTo>
                    <a:pt x="143396" y="35321"/>
                  </a:lnTo>
                  <a:lnTo>
                    <a:pt x="143299" y="36357"/>
                  </a:lnTo>
                  <a:lnTo>
                    <a:pt x="143223" y="37397"/>
                  </a:lnTo>
                  <a:lnTo>
                    <a:pt x="143166" y="38443"/>
                  </a:lnTo>
                  <a:lnTo>
                    <a:pt x="143127" y="39497"/>
                  </a:lnTo>
                  <a:lnTo>
                    <a:pt x="143101" y="40561"/>
                  </a:lnTo>
                  <a:lnTo>
                    <a:pt x="143088" y="41635"/>
                  </a:lnTo>
                  <a:lnTo>
                    <a:pt x="143083" y="42723"/>
                  </a:lnTo>
                  <a:lnTo>
                    <a:pt x="143086" y="43824"/>
                  </a:lnTo>
                  <a:lnTo>
                    <a:pt x="143092" y="44942"/>
                  </a:lnTo>
                  <a:lnTo>
                    <a:pt x="143100" y="46077"/>
                  </a:lnTo>
                  <a:lnTo>
                    <a:pt x="143074" y="47397"/>
                  </a:lnTo>
                  <a:lnTo>
                    <a:pt x="143047" y="48726"/>
                  </a:lnTo>
                  <a:lnTo>
                    <a:pt x="143020" y="50072"/>
                  </a:lnTo>
                  <a:lnTo>
                    <a:pt x="143030" y="51199"/>
                  </a:lnTo>
                  <a:lnTo>
                    <a:pt x="143061" y="52305"/>
                  </a:lnTo>
                  <a:lnTo>
                    <a:pt x="143111" y="53391"/>
                  </a:lnTo>
                  <a:lnTo>
                    <a:pt x="143181" y="54458"/>
                  </a:lnTo>
                  <a:lnTo>
                    <a:pt x="143270" y="55507"/>
                  </a:lnTo>
                  <a:lnTo>
                    <a:pt x="143379" y="56542"/>
                  </a:lnTo>
                  <a:lnTo>
                    <a:pt x="143508" y="57562"/>
                  </a:lnTo>
                  <a:lnTo>
                    <a:pt x="143656" y="58569"/>
                  </a:lnTo>
                  <a:lnTo>
                    <a:pt x="143823" y="59565"/>
                  </a:lnTo>
                  <a:lnTo>
                    <a:pt x="144009" y="60552"/>
                  </a:lnTo>
                  <a:lnTo>
                    <a:pt x="144214" y="61530"/>
                  </a:lnTo>
                  <a:lnTo>
                    <a:pt x="144439" y="62502"/>
                  </a:lnTo>
                  <a:lnTo>
                    <a:pt x="144682" y="63469"/>
                  </a:lnTo>
                  <a:lnTo>
                    <a:pt x="144945" y="64431"/>
                  </a:lnTo>
                  <a:lnTo>
                    <a:pt x="145226" y="65392"/>
                  </a:lnTo>
                  <a:lnTo>
                    <a:pt x="145526" y="66352"/>
                  </a:lnTo>
                  <a:lnTo>
                    <a:pt x="145845" y="67312"/>
                  </a:lnTo>
                  <a:lnTo>
                    <a:pt x="146182" y="68275"/>
                  </a:lnTo>
                  <a:lnTo>
                    <a:pt x="146538" y="69241"/>
                  </a:lnTo>
                  <a:lnTo>
                    <a:pt x="146913" y="70213"/>
                  </a:lnTo>
                  <a:lnTo>
                    <a:pt x="147306" y="71191"/>
                  </a:lnTo>
                  <a:lnTo>
                    <a:pt x="147717" y="72178"/>
                  </a:lnTo>
                  <a:lnTo>
                    <a:pt x="148146" y="73174"/>
                  </a:lnTo>
                  <a:lnTo>
                    <a:pt x="148594" y="74182"/>
                  </a:lnTo>
                  <a:lnTo>
                    <a:pt x="149060" y="75202"/>
                  </a:lnTo>
                  <a:lnTo>
                    <a:pt x="149392" y="76199"/>
                  </a:lnTo>
                  <a:lnTo>
                    <a:pt x="149726" y="77201"/>
                  </a:lnTo>
                  <a:lnTo>
                    <a:pt x="150063" y="78210"/>
                  </a:lnTo>
                  <a:lnTo>
                    <a:pt x="150403" y="79230"/>
                  </a:lnTo>
                  <a:lnTo>
                    <a:pt x="151736" y="79230"/>
                  </a:lnTo>
                  <a:lnTo>
                    <a:pt x="153088" y="79230"/>
                  </a:lnTo>
                  <a:lnTo>
                    <a:pt x="153384" y="80264"/>
                  </a:lnTo>
                  <a:lnTo>
                    <a:pt x="153680" y="81299"/>
                  </a:lnTo>
                  <a:lnTo>
                    <a:pt x="153976" y="82336"/>
                  </a:lnTo>
                  <a:lnTo>
                    <a:pt x="154273" y="83375"/>
                  </a:lnTo>
                  <a:lnTo>
                    <a:pt x="154570" y="84416"/>
                  </a:lnTo>
                  <a:lnTo>
                    <a:pt x="154869" y="85462"/>
                  </a:lnTo>
                  <a:lnTo>
                    <a:pt x="155169" y="86513"/>
                  </a:lnTo>
                  <a:lnTo>
                    <a:pt x="155471" y="87568"/>
                  </a:lnTo>
                  <a:lnTo>
                    <a:pt x="155774" y="88630"/>
                  </a:lnTo>
                  <a:lnTo>
                    <a:pt x="157107" y="88630"/>
                  </a:lnTo>
                  <a:lnTo>
                    <a:pt x="158460" y="88630"/>
                  </a:lnTo>
                  <a:lnTo>
                    <a:pt x="158460" y="89961"/>
                  </a:lnTo>
                  <a:lnTo>
                    <a:pt x="158460" y="91301"/>
                  </a:lnTo>
                  <a:lnTo>
                    <a:pt x="158460" y="92659"/>
                  </a:lnTo>
                  <a:lnTo>
                    <a:pt x="159660" y="93162"/>
                  </a:lnTo>
                  <a:lnTo>
                    <a:pt x="160879" y="93672"/>
                  </a:lnTo>
                  <a:lnTo>
                    <a:pt x="161942" y="94312"/>
                  </a:lnTo>
                  <a:lnTo>
                    <a:pt x="162894" y="94962"/>
                  </a:lnTo>
                  <a:lnTo>
                    <a:pt x="163752" y="95632"/>
                  </a:lnTo>
                  <a:lnTo>
                    <a:pt x="164539" y="96331"/>
                  </a:lnTo>
                  <a:lnTo>
                    <a:pt x="165275" y="97071"/>
                  </a:lnTo>
                  <a:lnTo>
                    <a:pt x="165979" y="97861"/>
                  </a:lnTo>
                  <a:lnTo>
                    <a:pt x="166674" y="98711"/>
                  </a:lnTo>
                  <a:lnTo>
                    <a:pt x="167378" y="99632"/>
                  </a:lnTo>
                  <a:lnTo>
                    <a:pt x="168113" y="100633"/>
                  </a:lnTo>
                  <a:lnTo>
                    <a:pt x="168797" y="101560"/>
                  </a:lnTo>
                  <a:lnTo>
                    <a:pt x="169486" y="102493"/>
                  </a:lnTo>
                  <a:lnTo>
                    <a:pt x="170183" y="103438"/>
                  </a:lnTo>
                  <a:lnTo>
                    <a:pt x="170819" y="104431"/>
                  </a:lnTo>
                  <a:lnTo>
                    <a:pt x="171299" y="105216"/>
                  </a:lnTo>
                  <a:lnTo>
                    <a:pt x="171676" y="105911"/>
                  </a:lnTo>
                  <a:lnTo>
                    <a:pt x="172005" y="106631"/>
                  </a:lnTo>
                  <a:lnTo>
                    <a:pt x="172338" y="107494"/>
                  </a:lnTo>
                  <a:lnTo>
                    <a:pt x="172730" y="108617"/>
                  </a:lnTo>
                  <a:lnTo>
                    <a:pt x="173232" y="110117"/>
                  </a:lnTo>
                  <a:lnTo>
                    <a:pt x="174565" y="110117"/>
                  </a:lnTo>
                  <a:lnTo>
                    <a:pt x="175917" y="110117"/>
                  </a:lnTo>
                  <a:lnTo>
                    <a:pt x="176923" y="111095"/>
                  </a:lnTo>
                  <a:lnTo>
                    <a:pt x="177644" y="111819"/>
                  </a:lnTo>
                  <a:lnTo>
                    <a:pt x="178282" y="112508"/>
                  </a:lnTo>
                  <a:lnTo>
                    <a:pt x="179038" y="113379"/>
                  </a:lnTo>
                  <a:lnTo>
                    <a:pt x="180114" y="114649"/>
                  </a:lnTo>
                  <a:lnTo>
                    <a:pt x="180839" y="115491"/>
                  </a:lnTo>
                  <a:lnTo>
                    <a:pt x="181568" y="116339"/>
                  </a:lnTo>
                  <a:lnTo>
                    <a:pt x="182307" y="117198"/>
                  </a:lnTo>
                  <a:lnTo>
                    <a:pt x="183121" y="118351"/>
                  </a:lnTo>
                  <a:lnTo>
                    <a:pt x="183615" y="119188"/>
                  </a:lnTo>
                  <a:lnTo>
                    <a:pt x="183868" y="119948"/>
                  </a:lnTo>
                  <a:lnTo>
                    <a:pt x="183961" y="120873"/>
                  </a:lnTo>
                  <a:lnTo>
                    <a:pt x="183975" y="122203"/>
                  </a:lnTo>
                  <a:lnTo>
                    <a:pt x="184973" y="122535"/>
                  </a:lnTo>
                  <a:lnTo>
                    <a:pt x="185974" y="122869"/>
                  </a:lnTo>
                  <a:lnTo>
                    <a:pt x="186983" y="123205"/>
                  </a:lnTo>
                  <a:lnTo>
                    <a:pt x="188003" y="123545"/>
                  </a:lnTo>
                  <a:lnTo>
                    <a:pt x="188552" y="124614"/>
                  </a:lnTo>
                  <a:lnTo>
                    <a:pt x="189094" y="125686"/>
                  </a:lnTo>
                  <a:lnTo>
                    <a:pt x="189631" y="126760"/>
                  </a:lnTo>
                  <a:lnTo>
                    <a:pt x="190162" y="127837"/>
                  </a:lnTo>
                  <a:lnTo>
                    <a:pt x="190689" y="128917"/>
                  </a:lnTo>
                  <a:lnTo>
                    <a:pt x="191577" y="129749"/>
                  </a:lnTo>
                  <a:lnTo>
                    <a:pt x="192470" y="130586"/>
                  </a:lnTo>
                  <a:lnTo>
                    <a:pt x="193375" y="131435"/>
                  </a:lnTo>
                  <a:lnTo>
                    <a:pt x="194373" y="132504"/>
                  </a:lnTo>
                  <a:lnTo>
                    <a:pt x="195111" y="133346"/>
                  </a:lnTo>
                  <a:lnTo>
                    <a:pt x="195659" y="134086"/>
                  </a:lnTo>
                  <a:lnTo>
                    <a:pt x="196084" y="134847"/>
                  </a:lnTo>
                  <a:lnTo>
                    <a:pt x="196457" y="135751"/>
                  </a:lnTo>
                  <a:lnTo>
                    <a:pt x="196846" y="136923"/>
                  </a:lnTo>
                  <a:lnTo>
                    <a:pt x="197320" y="138485"/>
                  </a:lnTo>
                  <a:lnTo>
                    <a:pt x="197791" y="139761"/>
                  </a:lnTo>
                  <a:lnTo>
                    <a:pt x="198266" y="141045"/>
                  </a:lnTo>
                  <a:lnTo>
                    <a:pt x="198747" y="142346"/>
                  </a:lnTo>
                  <a:lnTo>
                    <a:pt x="199864" y="142797"/>
                  </a:lnTo>
                  <a:lnTo>
                    <a:pt x="200982" y="143247"/>
                  </a:lnTo>
                  <a:lnTo>
                    <a:pt x="202101" y="143696"/>
                  </a:lnTo>
                  <a:lnTo>
                    <a:pt x="203221" y="144142"/>
                  </a:lnTo>
                  <a:lnTo>
                    <a:pt x="204341" y="144588"/>
                  </a:lnTo>
                  <a:lnTo>
                    <a:pt x="205461" y="145032"/>
                  </a:lnTo>
                  <a:lnTo>
                    <a:pt x="206894" y="146627"/>
                  </a:lnTo>
                  <a:lnTo>
                    <a:pt x="208108" y="147990"/>
                  </a:lnTo>
                  <a:lnTo>
                    <a:pt x="209119" y="149154"/>
                  </a:lnTo>
                  <a:lnTo>
                    <a:pt x="209947" y="150152"/>
                  </a:lnTo>
                  <a:lnTo>
                    <a:pt x="210611" y="151018"/>
                  </a:lnTo>
                  <a:lnTo>
                    <a:pt x="211127" y="151783"/>
                  </a:lnTo>
                  <a:lnTo>
                    <a:pt x="211515" y="152482"/>
                  </a:lnTo>
                  <a:lnTo>
                    <a:pt x="211793" y="153147"/>
                  </a:lnTo>
                  <a:lnTo>
                    <a:pt x="211980" y="153811"/>
                  </a:lnTo>
                  <a:lnTo>
                    <a:pt x="212093" y="154507"/>
                  </a:lnTo>
                  <a:lnTo>
                    <a:pt x="212151" y="155268"/>
                  </a:lnTo>
                  <a:lnTo>
                    <a:pt x="212172" y="156127"/>
                  </a:lnTo>
                  <a:lnTo>
                    <a:pt x="212175" y="157117"/>
                  </a:lnTo>
                  <a:lnTo>
                    <a:pt x="213173" y="157450"/>
                  </a:lnTo>
                  <a:lnTo>
                    <a:pt x="214175" y="157784"/>
                  </a:lnTo>
                  <a:lnTo>
                    <a:pt x="215184" y="158120"/>
                  </a:lnTo>
                  <a:lnTo>
                    <a:pt x="216204" y="158460"/>
                  </a:lnTo>
                  <a:lnTo>
                    <a:pt x="216204" y="159791"/>
                  </a:lnTo>
                  <a:lnTo>
                    <a:pt x="216204" y="161131"/>
                  </a:lnTo>
                  <a:lnTo>
                    <a:pt x="216204" y="162489"/>
                  </a:lnTo>
                  <a:lnTo>
                    <a:pt x="217537" y="162489"/>
                  </a:lnTo>
                  <a:lnTo>
                    <a:pt x="218890" y="162489"/>
                  </a:lnTo>
                  <a:lnTo>
                    <a:pt x="218890" y="163553"/>
                  </a:lnTo>
                  <a:lnTo>
                    <a:pt x="218890" y="164620"/>
                  </a:lnTo>
                  <a:lnTo>
                    <a:pt x="218890" y="165691"/>
                  </a:lnTo>
                  <a:lnTo>
                    <a:pt x="218890" y="166771"/>
                  </a:lnTo>
                  <a:lnTo>
                    <a:pt x="218890" y="167861"/>
                  </a:lnTo>
                  <a:lnTo>
                    <a:pt x="217706" y="167660"/>
                  </a:lnTo>
                  <a:lnTo>
                    <a:pt x="216617" y="167453"/>
                  </a:lnTo>
                  <a:lnTo>
                    <a:pt x="215603" y="167231"/>
                  </a:lnTo>
                  <a:lnTo>
                    <a:pt x="214648" y="166985"/>
                  </a:lnTo>
                  <a:lnTo>
                    <a:pt x="213735" y="166705"/>
                  </a:lnTo>
                  <a:lnTo>
                    <a:pt x="212845" y="166384"/>
                  </a:lnTo>
                  <a:lnTo>
                    <a:pt x="211962" y="166011"/>
                  </a:lnTo>
                  <a:lnTo>
                    <a:pt x="211068" y="165578"/>
                  </a:lnTo>
                  <a:lnTo>
                    <a:pt x="210146" y="165077"/>
                  </a:lnTo>
                  <a:lnTo>
                    <a:pt x="209178" y="164498"/>
                  </a:lnTo>
                  <a:lnTo>
                    <a:pt x="208147" y="163832"/>
                  </a:lnTo>
                  <a:lnTo>
                    <a:pt x="207055" y="162211"/>
                  </a:lnTo>
                  <a:lnTo>
                    <a:pt x="206181" y="160892"/>
                  </a:lnTo>
                  <a:lnTo>
                    <a:pt x="205500" y="159818"/>
                  </a:lnTo>
                  <a:lnTo>
                    <a:pt x="204988" y="158933"/>
                  </a:lnTo>
                  <a:lnTo>
                    <a:pt x="204622" y="158181"/>
                  </a:lnTo>
                  <a:lnTo>
                    <a:pt x="204376" y="157505"/>
                  </a:lnTo>
                  <a:lnTo>
                    <a:pt x="204227" y="156848"/>
                  </a:lnTo>
                  <a:lnTo>
                    <a:pt x="204150" y="156154"/>
                  </a:lnTo>
                  <a:lnTo>
                    <a:pt x="204122" y="155368"/>
                  </a:lnTo>
                  <a:lnTo>
                    <a:pt x="204118" y="154432"/>
                  </a:lnTo>
                  <a:lnTo>
                    <a:pt x="202910" y="153891"/>
                  </a:lnTo>
                  <a:lnTo>
                    <a:pt x="201685" y="153341"/>
                  </a:lnTo>
                  <a:lnTo>
                    <a:pt x="200621" y="152745"/>
                  </a:lnTo>
                  <a:lnTo>
                    <a:pt x="199642" y="152153"/>
                  </a:lnTo>
                  <a:lnTo>
                    <a:pt x="198732" y="151547"/>
                  </a:lnTo>
                  <a:lnTo>
                    <a:pt x="197878" y="150910"/>
                  </a:lnTo>
                  <a:lnTo>
                    <a:pt x="197064" y="150226"/>
                  </a:lnTo>
                  <a:lnTo>
                    <a:pt x="196276" y="149477"/>
                  </a:lnTo>
                  <a:lnTo>
                    <a:pt x="195499" y="148647"/>
                  </a:lnTo>
                  <a:lnTo>
                    <a:pt x="194718" y="147717"/>
                  </a:lnTo>
                  <a:lnTo>
                    <a:pt x="194718" y="146386"/>
                  </a:lnTo>
                  <a:lnTo>
                    <a:pt x="194718" y="145046"/>
                  </a:lnTo>
                  <a:lnTo>
                    <a:pt x="194718" y="143689"/>
                  </a:lnTo>
                  <a:lnTo>
                    <a:pt x="193387" y="143689"/>
                  </a:lnTo>
                  <a:lnTo>
                    <a:pt x="192047" y="143689"/>
                  </a:lnTo>
                  <a:lnTo>
                    <a:pt x="190689" y="143689"/>
                  </a:lnTo>
                  <a:lnTo>
                    <a:pt x="189890" y="142482"/>
                  </a:lnTo>
                  <a:lnTo>
                    <a:pt x="189267" y="141497"/>
                  </a:lnTo>
                  <a:lnTo>
                    <a:pt x="188799" y="140655"/>
                  </a:lnTo>
                  <a:lnTo>
                    <a:pt x="188464" y="139879"/>
                  </a:lnTo>
                  <a:lnTo>
                    <a:pt x="188239" y="139093"/>
                  </a:lnTo>
                  <a:lnTo>
                    <a:pt x="188103" y="138218"/>
                  </a:lnTo>
                  <a:lnTo>
                    <a:pt x="188033" y="137177"/>
                  </a:lnTo>
                  <a:lnTo>
                    <a:pt x="188007" y="135893"/>
                  </a:lnTo>
                  <a:lnTo>
                    <a:pt x="188003" y="134288"/>
                  </a:lnTo>
                  <a:lnTo>
                    <a:pt x="186939" y="133756"/>
                  </a:lnTo>
                  <a:lnTo>
                    <a:pt x="185873" y="133223"/>
                  </a:lnTo>
                  <a:lnTo>
                    <a:pt x="184801" y="132687"/>
                  </a:lnTo>
                  <a:lnTo>
                    <a:pt x="183722" y="132148"/>
                  </a:lnTo>
                  <a:lnTo>
                    <a:pt x="182632" y="131603"/>
                  </a:lnTo>
                  <a:lnTo>
                    <a:pt x="182632" y="130272"/>
                  </a:lnTo>
                  <a:lnTo>
                    <a:pt x="182632" y="128932"/>
                  </a:lnTo>
                  <a:lnTo>
                    <a:pt x="182632" y="127574"/>
                  </a:lnTo>
                  <a:lnTo>
                    <a:pt x="181412" y="127297"/>
                  </a:lnTo>
                  <a:lnTo>
                    <a:pt x="180183" y="127017"/>
                  </a:lnTo>
                  <a:lnTo>
                    <a:pt x="178939" y="126735"/>
                  </a:lnTo>
                  <a:lnTo>
                    <a:pt x="177751" y="126199"/>
                  </a:lnTo>
                  <a:lnTo>
                    <a:pt x="176689" y="125649"/>
                  </a:lnTo>
                  <a:lnTo>
                    <a:pt x="175739" y="125080"/>
                  </a:lnTo>
                  <a:lnTo>
                    <a:pt x="174886" y="124484"/>
                  </a:lnTo>
                  <a:lnTo>
                    <a:pt x="174116" y="123854"/>
                  </a:lnTo>
                  <a:lnTo>
                    <a:pt x="173415" y="123185"/>
                  </a:lnTo>
                  <a:lnTo>
                    <a:pt x="172767" y="122469"/>
                  </a:lnTo>
                  <a:lnTo>
                    <a:pt x="172159" y="121701"/>
                  </a:lnTo>
                  <a:lnTo>
                    <a:pt x="171576" y="120872"/>
                  </a:lnTo>
                  <a:lnTo>
                    <a:pt x="171003" y="119978"/>
                  </a:lnTo>
                  <a:lnTo>
                    <a:pt x="170426" y="119010"/>
                  </a:lnTo>
                  <a:lnTo>
                    <a:pt x="169831" y="117964"/>
                  </a:lnTo>
                  <a:lnTo>
                    <a:pt x="169203" y="116831"/>
                  </a:lnTo>
                  <a:lnTo>
                    <a:pt x="168871" y="115833"/>
                  </a:lnTo>
                  <a:lnTo>
                    <a:pt x="168537" y="114832"/>
                  </a:lnTo>
                  <a:lnTo>
                    <a:pt x="168200" y="113823"/>
                  </a:lnTo>
                  <a:lnTo>
                    <a:pt x="167860" y="112802"/>
                  </a:lnTo>
                  <a:lnTo>
                    <a:pt x="166792" y="112510"/>
                  </a:lnTo>
                  <a:lnTo>
                    <a:pt x="165721" y="112231"/>
                  </a:lnTo>
                  <a:lnTo>
                    <a:pt x="164646" y="111964"/>
                  </a:lnTo>
                  <a:lnTo>
                    <a:pt x="163568" y="111707"/>
                  </a:lnTo>
                  <a:lnTo>
                    <a:pt x="162489" y="111459"/>
                  </a:lnTo>
                  <a:lnTo>
                    <a:pt x="161345" y="110711"/>
                  </a:lnTo>
                  <a:lnTo>
                    <a:pt x="160499" y="110148"/>
                  </a:lnTo>
                  <a:lnTo>
                    <a:pt x="159803" y="109662"/>
                  </a:lnTo>
                  <a:lnTo>
                    <a:pt x="159107" y="109147"/>
                  </a:lnTo>
                  <a:lnTo>
                    <a:pt x="158261" y="108495"/>
                  </a:lnTo>
                  <a:lnTo>
                    <a:pt x="157117" y="107599"/>
                  </a:lnTo>
                  <a:lnTo>
                    <a:pt x="156722" y="107291"/>
                  </a:lnTo>
                  <a:lnTo>
                    <a:pt x="156026" y="106750"/>
                  </a:lnTo>
                  <a:lnTo>
                    <a:pt x="154431" y="105510"/>
                  </a:lnTo>
                  <a:lnTo>
                    <a:pt x="153562" y="104825"/>
                  </a:lnTo>
                  <a:lnTo>
                    <a:pt x="152696" y="104137"/>
                  </a:lnTo>
                  <a:lnTo>
                    <a:pt x="151832" y="103444"/>
                  </a:lnTo>
                  <a:lnTo>
                    <a:pt x="150971" y="102749"/>
                  </a:lnTo>
                  <a:lnTo>
                    <a:pt x="150114" y="102049"/>
                  </a:lnTo>
                  <a:lnTo>
                    <a:pt x="149259" y="101346"/>
                  </a:lnTo>
                  <a:lnTo>
                    <a:pt x="148348" y="100745"/>
                  </a:lnTo>
                  <a:lnTo>
                    <a:pt x="147433" y="100184"/>
                  </a:lnTo>
                  <a:lnTo>
                    <a:pt x="146514" y="99657"/>
                  </a:lnTo>
                  <a:lnTo>
                    <a:pt x="145589" y="99163"/>
                  </a:lnTo>
                  <a:lnTo>
                    <a:pt x="144657" y="98695"/>
                  </a:lnTo>
                  <a:lnTo>
                    <a:pt x="143716" y="98251"/>
                  </a:lnTo>
                  <a:lnTo>
                    <a:pt x="142765" y="97826"/>
                  </a:lnTo>
                  <a:lnTo>
                    <a:pt x="141802" y="97416"/>
                  </a:lnTo>
                  <a:lnTo>
                    <a:pt x="140827" y="97018"/>
                  </a:lnTo>
                  <a:lnTo>
                    <a:pt x="139838" y="96626"/>
                  </a:lnTo>
                  <a:lnTo>
                    <a:pt x="138834" y="96238"/>
                  </a:lnTo>
                  <a:lnTo>
                    <a:pt x="137813" y="95848"/>
                  </a:lnTo>
                  <a:lnTo>
                    <a:pt x="136704" y="95420"/>
                  </a:lnTo>
                  <a:lnTo>
                    <a:pt x="135590" y="94989"/>
                  </a:lnTo>
                  <a:lnTo>
                    <a:pt x="134468" y="94556"/>
                  </a:lnTo>
                  <a:lnTo>
                    <a:pt x="133333" y="94117"/>
                  </a:lnTo>
                  <a:lnTo>
                    <a:pt x="132294" y="93784"/>
                  </a:lnTo>
                  <a:lnTo>
                    <a:pt x="131262" y="93472"/>
                  </a:lnTo>
                  <a:lnTo>
                    <a:pt x="130235" y="93181"/>
                  </a:lnTo>
                  <a:lnTo>
                    <a:pt x="129210" y="92910"/>
                  </a:lnTo>
                  <a:lnTo>
                    <a:pt x="128187" y="92657"/>
                  </a:lnTo>
                  <a:lnTo>
                    <a:pt x="127162" y="92421"/>
                  </a:lnTo>
                  <a:lnTo>
                    <a:pt x="126133" y="92202"/>
                  </a:lnTo>
                  <a:lnTo>
                    <a:pt x="125099" y="91999"/>
                  </a:lnTo>
                  <a:lnTo>
                    <a:pt x="124056" y="91809"/>
                  </a:lnTo>
                  <a:lnTo>
                    <a:pt x="123004" y="91633"/>
                  </a:lnTo>
                  <a:lnTo>
                    <a:pt x="121939" y="91469"/>
                  </a:lnTo>
                  <a:lnTo>
                    <a:pt x="120859" y="91316"/>
                  </a:lnTo>
                  <a:lnTo>
                    <a:pt x="120859" y="89983"/>
                  </a:lnTo>
                  <a:lnTo>
                    <a:pt x="120859" y="88630"/>
                  </a:lnTo>
                  <a:lnTo>
                    <a:pt x="119581" y="88636"/>
                  </a:lnTo>
                  <a:lnTo>
                    <a:pt x="118295" y="88642"/>
                  </a:lnTo>
                  <a:lnTo>
                    <a:pt x="116992" y="88648"/>
                  </a:lnTo>
                  <a:lnTo>
                    <a:pt x="115925" y="88653"/>
                  </a:lnTo>
                  <a:lnTo>
                    <a:pt x="114858" y="88657"/>
                  </a:lnTo>
                  <a:lnTo>
                    <a:pt x="113792" y="88662"/>
                  </a:lnTo>
                  <a:lnTo>
                    <a:pt x="112725" y="88667"/>
                  </a:lnTo>
                  <a:lnTo>
                    <a:pt x="111658" y="88671"/>
                  </a:lnTo>
                  <a:lnTo>
                    <a:pt x="110591" y="88676"/>
                  </a:lnTo>
                  <a:lnTo>
                    <a:pt x="109525" y="88680"/>
                  </a:lnTo>
                  <a:lnTo>
                    <a:pt x="108458" y="88684"/>
                  </a:lnTo>
                  <a:lnTo>
                    <a:pt x="107391" y="88689"/>
                  </a:lnTo>
                  <a:lnTo>
                    <a:pt x="106324" y="88693"/>
                  </a:lnTo>
                  <a:lnTo>
                    <a:pt x="105258" y="88697"/>
                  </a:lnTo>
                  <a:lnTo>
                    <a:pt x="104191" y="88701"/>
                  </a:lnTo>
                  <a:lnTo>
                    <a:pt x="103124" y="88705"/>
                  </a:lnTo>
                  <a:lnTo>
                    <a:pt x="102058" y="88708"/>
                  </a:lnTo>
                  <a:lnTo>
                    <a:pt x="100991" y="88712"/>
                  </a:lnTo>
                  <a:lnTo>
                    <a:pt x="99924" y="88716"/>
                  </a:lnTo>
                  <a:lnTo>
                    <a:pt x="98857" y="88720"/>
                  </a:lnTo>
                  <a:lnTo>
                    <a:pt x="97791" y="88723"/>
                  </a:lnTo>
                  <a:lnTo>
                    <a:pt x="96724" y="88727"/>
                  </a:lnTo>
                  <a:lnTo>
                    <a:pt x="95657" y="88730"/>
                  </a:lnTo>
                  <a:lnTo>
                    <a:pt x="94591" y="88733"/>
                  </a:lnTo>
                  <a:lnTo>
                    <a:pt x="93524" y="88737"/>
                  </a:lnTo>
                  <a:lnTo>
                    <a:pt x="92457" y="88740"/>
                  </a:lnTo>
                  <a:lnTo>
                    <a:pt x="91391" y="88743"/>
                  </a:lnTo>
                  <a:lnTo>
                    <a:pt x="90324" y="88746"/>
                  </a:lnTo>
                  <a:lnTo>
                    <a:pt x="89257" y="88749"/>
                  </a:lnTo>
                  <a:lnTo>
                    <a:pt x="88190" y="88752"/>
                  </a:lnTo>
                  <a:lnTo>
                    <a:pt x="87124" y="88755"/>
                  </a:lnTo>
                  <a:lnTo>
                    <a:pt x="86057" y="88757"/>
                  </a:lnTo>
                  <a:lnTo>
                    <a:pt x="84990" y="88760"/>
                  </a:lnTo>
                  <a:lnTo>
                    <a:pt x="83923" y="88763"/>
                  </a:lnTo>
                  <a:lnTo>
                    <a:pt x="82857" y="88765"/>
                  </a:lnTo>
                  <a:lnTo>
                    <a:pt x="81790" y="88768"/>
                  </a:lnTo>
                  <a:lnTo>
                    <a:pt x="80723" y="88770"/>
                  </a:lnTo>
                  <a:lnTo>
                    <a:pt x="79627" y="88773"/>
                  </a:lnTo>
                  <a:lnTo>
                    <a:pt x="78530" y="88775"/>
                  </a:lnTo>
                  <a:lnTo>
                    <a:pt x="77434" y="88778"/>
                  </a:lnTo>
                  <a:lnTo>
                    <a:pt x="76337" y="88781"/>
                  </a:lnTo>
                  <a:lnTo>
                    <a:pt x="75241" y="88784"/>
                  </a:lnTo>
                  <a:lnTo>
                    <a:pt x="74144" y="88787"/>
                  </a:lnTo>
                  <a:lnTo>
                    <a:pt x="73048" y="88790"/>
                  </a:lnTo>
                  <a:lnTo>
                    <a:pt x="71951" y="88793"/>
                  </a:lnTo>
                  <a:lnTo>
                    <a:pt x="70854" y="88797"/>
                  </a:lnTo>
                  <a:lnTo>
                    <a:pt x="69758" y="88801"/>
                  </a:lnTo>
                  <a:lnTo>
                    <a:pt x="68661" y="88805"/>
                  </a:lnTo>
                  <a:lnTo>
                    <a:pt x="67565" y="88809"/>
                  </a:lnTo>
                  <a:lnTo>
                    <a:pt x="66468" y="88813"/>
                  </a:lnTo>
                  <a:lnTo>
                    <a:pt x="65371" y="88818"/>
                  </a:lnTo>
                  <a:lnTo>
                    <a:pt x="64275" y="88823"/>
                  </a:lnTo>
                  <a:lnTo>
                    <a:pt x="63178" y="88828"/>
                  </a:lnTo>
                  <a:lnTo>
                    <a:pt x="62081" y="88833"/>
                  </a:lnTo>
                  <a:lnTo>
                    <a:pt x="61021" y="88838"/>
                  </a:lnTo>
                  <a:lnTo>
                    <a:pt x="59961" y="88843"/>
                  </a:lnTo>
                  <a:lnTo>
                    <a:pt x="58901" y="88848"/>
                  </a:lnTo>
                  <a:lnTo>
                    <a:pt x="57841" y="88852"/>
                  </a:lnTo>
                  <a:lnTo>
                    <a:pt x="56781" y="88856"/>
                  </a:lnTo>
                  <a:lnTo>
                    <a:pt x="55721" y="88860"/>
                  </a:lnTo>
                  <a:lnTo>
                    <a:pt x="54661" y="88863"/>
                  </a:lnTo>
                  <a:lnTo>
                    <a:pt x="53600" y="88866"/>
                  </a:lnTo>
                  <a:lnTo>
                    <a:pt x="52540" y="88869"/>
                  </a:lnTo>
                  <a:lnTo>
                    <a:pt x="51480" y="88872"/>
                  </a:lnTo>
                  <a:lnTo>
                    <a:pt x="50420" y="88875"/>
                  </a:lnTo>
                  <a:lnTo>
                    <a:pt x="49360" y="88877"/>
                  </a:lnTo>
                  <a:lnTo>
                    <a:pt x="48299" y="88879"/>
                  </a:lnTo>
                  <a:lnTo>
                    <a:pt x="47239" y="88881"/>
                  </a:lnTo>
                  <a:lnTo>
                    <a:pt x="46179" y="88883"/>
                  </a:lnTo>
                  <a:lnTo>
                    <a:pt x="45119" y="88884"/>
                  </a:lnTo>
                  <a:lnTo>
                    <a:pt x="44058" y="88886"/>
                  </a:lnTo>
                  <a:lnTo>
                    <a:pt x="42918" y="88888"/>
                  </a:lnTo>
                  <a:lnTo>
                    <a:pt x="41777" y="88892"/>
                  </a:lnTo>
                  <a:lnTo>
                    <a:pt x="40637" y="88896"/>
                  </a:lnTo>
                  <a:lnTo>
                    <a:pt x="39497" y="88901"/>
                  </a:lnTo>
                  <a:lnTo>
                    <a:pt x="38357" y="88907"/>
                  </a:lnTo>
                  <a:lnTo>
                    <a:pt x="37216" y="88914"/>
                  </a:lnTo>
                  <a:lnTo>
                    <a:pt x="36130" y="88919"/>
                  </a:lnTo>
                  <a:lnTo>
                    <a:pt x="35047" y="88923"/>
                  </a:lnTo>
                  <a:lnTo>
                    <a:pt x="33967" y="88924"/>
                  </a:lnTo>
                  <a:lnTo>
                    <a:pt x="32889" y="88922"/>
                  </a:lnTo>
                  <a:lnTo>
                    <a:pt x="31814" y="88916"/>
                  </a:lnTo>
                  <a:lnTo>
                    <a:pt x="30741" y="88908"/>
                  </a:lnTo>
                  <a:lnTo>
                    <a:pt x="29671" y="88895"/>
                  </a:lnTo>
                  <a:lnTo>
                    <a:pt x="28602" y="88879"/>
                  </a:lnTo>
                  <a:lnTo>
                    <a:pt x="27536" y="88858"/>
                  </a:lnTo>
                  <a:lnTo>
                    <a:pt x="26471" y="88833"/>
                  </a:lnTo>
                  <a:lnTo>
                    <a:pt x="25408" y="88804"/>
                  </a:lnTo>
                  <a:lnTo>
                    <a:pt x="24346" y="88769"/>
                  </a:lnTo>
                  <a:lnTo>
                    <a:pt x="23286" y="88728"/>
                  </a:lnTo>
                  <a:lnTo>
                    <a:pt x="22227" y="88683"/>
                  </a:lnTo>
                  <a:lnTo>
                    <a:pt x="21169" y="88631"/>
                  </a:lnTo>
                  <a:lnTo>
                    <a:pt x="20111" y="88573"/>
                  </a:lnTo>
                  <a:lnTo>
                    <a:pt x="19055" y="88509"/>
                  </a:lnTo>
                  <a:lnTo>
                    <a:pt x="17999" y="88438"/>
                  </a:lnTo>
                  <a:lnTo>
                    <a:pt x="16944" y="88360"/>
                  </a:lnTo>
                  <a:lnTo>
                    <a:pt x="15889" y="88275"/>
                  </a:lnTo>
                  <a:lnTo>
                    <a:pt x="14834" y="88182"/>
                  </a:lnTo>
                  <a:lnTo>
                    <a:pt x="13779" y="88082"/>
                  </a:lnTo>
                  <a:lnTo>
                    <a:pt x="12724" y="87973"/>
                  </a:lnTo>
                  <a:lnTo>
                    <a:pt x="11669" y="87856"/>
                  </a:lnTo>
                  <a:lnTo>
                    <a:pt x="10613" y="87731"/>
                  </a:lnTo>
                  <a:lnTo>
                    <a:pt x="9557" y="87597"/>
                  </a:lnTo>
                  <a:lnTo>
                    <a:pt x="8500" y="87453"/>
                  </a:lnTo>
                  <a:lnTo>
                    <a:pt x="7442" y="87301"/>
                  </a:lnTo>
                  <a:lnTo>
                    <a:pt x="6383" y="87138"/>
                  </a:lnTo>
                  <a:lnTo>
                    <a:pt x="5323" y="86966"/>
                  </a:lnTo>
                  <a:lnTo>
                    <a:pt x="4261" y="86783"/>
                  </a:lnTo>
                  <a:lnTo>
                    <a:pt x="3199" y="86590"/>
                  </a:lnTo>
                  <a:lnTo>
                    <a:pt x="2134" y="86386"/>
                  </a:lnTo>
                  <a:lnTo>
                    <a:pt x="1068" y="86171"/>
                  </a:lnTo>
                  <a:lnTo>
                    <a:pt x="0" y="85945"/>
                  </a:lnTo>
                  <a:lnTo>
                    <a:pt x="888" y="84958"/>
                  </a:lnTo>
                  <a:lnTo>
                    <a:pt x="1668" y="84135"/>
                  </a:lnTo>
                  <a:lnTo>
                    <a:pt x="2388" y="83456"/>
                  </a:lnTo>
                  <a:lnTo>
                    <a:pt x="3095" y="82900"/>
                  </a:lnTo>
                  <a:lnTo>
                    <a:pt x="3837" y="82449"/>
                  </a:lnTo>
                  <a:lnTo>
                    <a:pt x="4661" y="82080"/>
                  </a:lnTo>
                  <a:lnTo>
                    <a:pt x="5617" y="81776"/>
                  </a:lnTo>
                  <a:lnTo>
                    <a:pt x="6750" y="81514"/>
                  </a:lnTo>
                  <a:lnTo>
                    <a:pt x="8109" y="81275"/>
                  </a:lnTo>
                  <a:lnTo>
                    <a:pt x="9302" y="81226"/>
                  </a:lnTo>
                  <a:lnTo>
                    <a:pt x="10499" y="81177"/>
                  </a:lnTo>
                  <a:lnTo>
                    <a:pt x="11705" y="81127"/>
                  </a:lnTo>
                  <a:lnTo>
                    <a:pt x="12925" y="81077"/>
                  </a:lnTo>
                  <a:lnTo>
                    <a:pt x="13979" y="81022"/>
                  </a:lnTo>
                  <a:lnTo>
                    <a:pt x="15032" y="80964"/>
                  </a:lnTo>
                  <a:lnTo>
                    <a:pt x="16084" y="80903"/>
                  </a:lnTo>
                  <a:lnTo>
                    <a:pt x="17134" y="80839"/>
                  </a:lnTo>
                  <a:lnTo>
                    <a:pt x="18183" y="80771"/>
                  </a:lnTo>
                  <a:lnTo>
                    <a:pt x="19231" y="80701"/>
                  </a:lnTo>
                  <a:lnTo>
                    <a:pt x="20278" y="80628"/>
                  </a:lnTo>
                  <a:lnTo>
                    <a:pt x="21324" y="80551"/>
                  </a:lnTo>
                  <a:lnTo>
                    <a:pt x="22369" y="80471"/>
                  </a:lnTo>
                  <a:lnTo>
                    <a:pt x="23415" y="80388"/>
                  </a:lnTo>
                  <a:lnTo>
                    <a:pt x="24459" y="80301"/>
                  </a:lnTo>
                  <a:lnTo>
                    <a:pt x="25504" y="80211"/>
                  </a:lnTo>
                  <a:lnTo>
                    <a:pt x="26548" y="80117"/>
                  </a:lnTo>
                  <a:lnTo>
                    <a:pt x="27593" y="80019"/>
                  </a:lnTo>
                  <a:lnTo>
                    <a:pt x="28637" y="79918"/>
                  </a:lnTo>
                  <a:lnTo>
                    <a:pt x="29682" y="79813"/>
                  </a:lnTo>
                  <a:lnTo>
                    <a:pt x="30727" y="79704"/>
                  </a:lnTo>
                  <a:lnTo>
                    <a:pt x="31773" y="79592"/>
                  </a:lnTo>
                  <a:lnTo>
                    <a:pt x="32819" y="79475"/>
                  </a:lnTo>
                  <a:lnTo>
                    <a:pt x="33867" y="79355"/>
                  </a:lnTo>
                  <a:lnTo>
                    <a:pt x="34915" y="79230"/>
                  </a:lnTo>
                  <a:lnTo>
                    <a:pt x="35247" y="80228"/>
                  </a:lnTo>
                  <a:lnTo>
                    <a:pt x="35581" y="81229"/>
                  </a:lnTo>
                  <a:lnTo>
                    <a:pt x="35918" y="82239"/>
                  </a:lnTo>
                  <a:lnTo>
                    <a:pt x="36258" y="83259"/>
                  </a:lnTo>
                  <a:lnTo>
                    <a:pt x="37461" y="83277"/>
                  </a:lnTo>
                  <a:lnTo>
                    <a:pt x="38664" y="83293"/>
                  </a:lnTo>
                  <a:lnTo>
                    <a:pt x="39867" y="83307"/>
                  </a:lnTo>
                  <a:lnTo>
                    <a:pt x="41070" y="83320"/>
                  </a:lnTo>
                  <a:lnTo>
                    <a:pt x="42273" y="83332"/>
                  </a:lnTo>
                  <a:lnTo>
                    <a:pt x="43476" y="83342"/>
                  </a:lnTo>
                  <a:lnTo>
                    <a:pt x="44073" y="83349"/>
                  </a:lnTo>
                  <a:lnTo>
                    <a:pt x="45125" y="83362"/>
                  </a:lnTo>
                  <a:lnTo>
                    <a:pt x="47535" y="83390"/>
                  </a:lnTo>
                  <a:lnTo>
                    <a:pt x="48625" y="83356"/>
                  </a:lnTo>
                  <a:lnTo>
                    <a:pt x="49703" y="83311"/>
                  </a:lnTo>
                  <a:lnTo>
                    <a:pt x="50773" y="83257"/>
                  </a:lnTo>
                  <a:lnTo>
                    <a:pt x="51836" y="83192"/>
                  </a:lnTo>
                  <a:lnTo>
                    <a:pt x="52896" y="83118"/>
                  </a:lnTo>
                  <a:lnTo>
                    <a:pt x="53954" y="83035"/>
                  </a:lnTo>
                  <a:lnTo>
                    <a:pt x="55014" y="82941"/>
                  </a:lnTo>
                  <a:lnTo>
                    <a:pt x="56077" y="82838"/>
                  </a:lnTo>
                  <a:lnTo>
                    <a:pt x="57147" y="82726"/>
                  </a:lnTo>
                  <a:lnTo>
                    <a:pt x="58226" y="82604"/>
                  </a:lnTo>
                  <a:lnTo>
                    <a:pt x="59271" y="82497"/>
                  </a:lnTo>
                  <a:lnTo>
                    <a:pt x="60315" y="82399"/>
                  </a:lnTo>
                  <a:lnTo>
                    <a:pt x="61360" y="82308"/>
                  </a:lnTo>
                  <a:lnTo>
                    <a:pt x="62405" y="82225"/>
                  </a:lnTo>
                  <a:lnTo>
                    <a:pt x="63450" y="82148"/>
                  </a:lnTo>
                  <a:lnTo>
                    <a:pt x="64496" y="82078"/>
                  </a:lnTo>
                  <a:lnTo>
                    <a:pt x="65541" y="82015"/>
                  </a:lnTo>
                  <a:lnTo>
                    <a:pt x="66586" y="81957"/>
                  </a:lnTo>
                  <a:lnTo>
                    <a:pt x="67632" y="81905"/>
                  </a:lnTo>
                  <a:lnTo>
                    <a:pt x="68678" y="81859"/>
                  </a:lnTo>
                  <a:lnTo>
                    <a:pt x="69724" y="81817"/>
                  </a:lnTo>
                  <a:lnTo>
                    <a:pt x="70770" y="81781"/>
                  </a:lnTo>
                  <a:lnTo>
                    <a:pt x="71816" y="81749"/>
                  </a:lnTo>
                  <a:lnTo>
                    <a:pt x="72863" y="81721"/>
                  </a:lnTo>
                  <a:lnTo>
                    <a:pt x="73909" y="81696"/>
                  </a:lnTo>
                  <a:lnTo>
                    <a:pt x="74956" y="81676"/>
                  </a:lnTo>
                  <a:lnTo>
                    <a:pt x="76003" y="81658"/>
                  </a:lnTo>
                  <a:lnTo>
                    <a:pt x="77050" y="81644"/>
                  </a:lnTo>
                  <a:lnTo>
                    <a:pt x="78098" y="81632"/>
                  </a:lnTo>
                  <a:lnTo>
                    <a:pt x="79146" y="81622"/>
                  </a:lnTo>
                  <a:lnTo>
                    <a:pt x="80193" y="81614"/>
                  </a:lnTo>
                  <a:lnTo>
                    <a:pt x="81242" y="81608"/>
                  </a:lnTo>
                  <a:lnTo>
                    <a:pt x="82290" y="81603"/>
                  </a:lnTo>
                  <a:lnTo>
                    <a:pt x="83339" y="81600"/>
                  </a:lnTo>
                  <a:lnTo>
                    <a:pt x="84388" y="81596"/>
                  </a:lnTo>
                  <a:lnTo>
                    <a:pt x="85437" y="81594"/>
                  </a:lnTo>
                  <a:lnTo>
                    <a:pt x="86566" y="81587"/>
                  </a:lnTo>
                  <a:lnTo>
                    <a:pt x="87695" y="81579"/>
                  </a:lnTo>
                  <a:lnTo>
                    <a:pt x="88823" y="81568"/>
                  </a:lnTo>
                  <a:lnTo>
                    <a:pt x="89952" y="81556"/>
                  </a:lnTo>
                  <a:lnTo>
                    <a:pt x="91081" y="81542"/>
                  </a:lnTo>
                  <a:lnTo>
                    <a:pt x="92210" y="81528"/>
                  </a:lnTo>
                  <a:lnTo>
                    <a:pt x="93340" y="81513"/>
                  </a:lnTo>
                  <a:lnTo>
                    <a:pt x="94469" y="81497"/>
                  </a:lnTo>
                  <a:lnTo>
                    <a:pt x="95554" y="81492"/>
                  </a:lnTo>
                  <a:lnTo>
                    <a:pt x="96631" y="81494"/>
                  </a:lnTo>
                  <a:lnTo>
                    <a:pt x="97702" y="81502"/>
                  </a:lnTo>
                  <a:lnTo>
                    <a:pt x="98767" y="81518"/>
                  </a:lnTo>
                  <a:lnTo>
                    <a:pt x="99825" y="81540"/>
                  </a:lnTo>
                  <a:lnTo>
                    <a:pt x="100878" y="81570"/>
                  </a:lnTo>
                  <a:lnTo>
                    <a:pt x="101926" y="81608"/>
                  </a:lnTo>
                  <a:lnTo>
                    <a:pt x="102969" y="81654"/>
                  </a:lnTo>
                  <a:lnTo>
                    <a:pt x="104007" y="81708"/>
                  </a:lnTo>
                  <a:lnTo>
                    <a:pt x="105041" y="81771"/>
                  </a:lnTo>
                  <a:lnTo>
                    <a:pt x="106072" y="81843"/>
                  </a:lnTo>
                  <a:lnTo>
                    <a:pt x="107100" y="81925"/>
                  </a:lnTo>
                  <a:lnTo>
                    <a:pt x="108125" y="82016"/>
                  </a:lnTo>
                  <a:lnTo>
                    <a:pt x="109147" y="82116"/>
                  </a:lnTo>
                  <a:lnTo>
                    <a:pt x="110167" y="82227"/>
                  </a:lnTo>
                  <a:lnTo>
                    <a:pt x="111185" y="82349"/>
                  </a:lnTo>
                  <a:lnTo>
                    <a:pt x="112203" y="82481"/>
                  </a:lnTo>
                  <a:lnTo>
                    <a:pt x="113219" y="82624"/>
                  </a:lnTo>
                  <a:lnTo>
                    <a:pt x="114235" y="82778"/>
                  </a:lnTo>
                  <a:lnTo>
                    <a:pt x="115251" y="82944"/>
                  </a:lnTo>
                  <a:lnTo>
                    <a:pt x="116267" y="83122"/>
                  </a:lnTo>
                  <a:lnTo>
                    <a:pt x="117283" y="83312"/>
                  </a:lnTo>
                  <a:lnTo>
                    <a:pt x="118301" y="83514"/>
                  </a:lnTo>
                  <a:lnTo>
                    <a:pt x="119320" y="83729"/>
                  </a:lnTo>
                  <a:lnTo>
                    <a:pt x="120341" y="83958"/>
                  </a:lnTo>
                  <a:lnTo>
                    <a:pt x="121365" y="84199"/>
                  </a:lnTo>
                  <a:lnTo>
                    <a:pt x="122391" y="84454"/>
                  </a:lnTo>
                  <a:lnTo>
                    <a:pt x="123420" y="84723"/>
                  </a:lnTo>
                  <a:lnTo>
                    <a:pt x="124452" y="85007"/>
                  </a:lnTo>
                  <a:lnTo>
                    <a:pt x="125488" y="85304"/>
                  </a:lnTo>
                  <a:lnTo>
                    <a:pt x="126529" y="85617"/>
                  </a:lnTo>
                  <a:lnTo>
                    <a:pt x="127574" y="85945"/>
                  </a:lnTo>
                  <a:lnTo>
                    <a:pt x="127906" y="84947"/>
                  </a:lnTo>
                  <a:lnTo>
                    <a:pt x="128240" y="83945"/>
                  </a:lnTo>
                  <a:lnTo>
                    <a:pt x="128576" y="82936"/>
                  </a:lnTo>
                  <a:lnTo>
                    <a:pt x="128917" y="81916"/>
                  </a:lnTo>
                  <a:lnTo>
                    <a:pt x="129151" y="82384"/>
                  </a:lnTo>
                  <a:lnTo>
                    <a:pt x="129408" y="82898"/>
                  </a:lnTo>
                  <a:lnTo>
                    <a:pt x="129816" y="83714"/>
                  </a:lnTo>
                  <a:lnTo>
                    <a:pt x="130504" y="85092"/>
                  </a:lnTo>
                  <a:lnTo>
                    <a:pt x="131602" y="87288"/>
                  </a:lnTo>
                  <a:lnTo>
                    <a:pt x="132647" y="87288"/>
                  </a:lnTo>
                  <a:lnTo>
                    <a:pt x="133692" y="87288"/>
                  </a:lnTo>
                  <a:lnTo>
                    <a:pt x="134738" y="87288"/>
                  </a:lnTo>
                  <a:lnTo>
                    <a:pt x="135784" y="87288"/>
                  </a:lnTo>
                  <a:lnTo>
                    <a:pt x="136832" y="87288"/>
                  </a:lnTo>
                  <a:lnTo>
                    <a:pt x="137881" y="87288"/>
                  </a:lnTo>
                  <a:lnTo>
                    <a:pt x="138933" y="87288"/>
                  </a:lnTo>
                  <a:lnTo>
                    <a:pt x="139986" y="87288"/>
                  </a:lnTo>
                  <a:lnTo>
                    <a:pt x="141043" y="87288"/>
                  </a:lnTo>
                  <a:lnTo>
                    <a:pt x="142102" y="87288"/>
                  </a:lnTo>
                  <a:lnTo>
                    <a:pt x="143164" y="87288"/>
                  </a:lnTo>
                  <a:lnTo>
                    <a:pt x="144230" y="87288"/>
                  </a:lnTo>
                  <a:lnTo>
                    <a:pt x="145300" y="87288"/>
                  </a:lnTo>
                  <a:lnTo>
                    <a:pt x="146374" y="87288"/>
                  </a:lnTo>
                  <a:lnTo>
                    <a:pt x="146374" y="86179"/>
                  </a:lnTo>
                  <a:lnTo>
                    <a:pt x="146374" y="85069"/>
                  </a:lnTo>
                  <a:lnTo>
                    <a:pt x="146374" y="83956"/>
                  </a:lnTo>
                  <a:lnTo>
                    <a:pt x="146374" y="82836"/>
                  </a:lnTo>
                  <a:lnTo>
                    <a:pt x="146374" y="81709"/>
                  </a:lnTo>
                  <a:lnTo>
                    <a:pt x="146374" y="80573"/>
                  </a:lnTo>
                  <a:lnTo>
                    <a:pt x="145041" y="80573"/>
                  </a:lnTo>
                  <a:lnTo>
                    <a:pt x="143688" y="80573"/>
                  </a:lnTo>
                  <a:lnTo>
                    <a:pt x="143067" y="79524"/>
                  </a:lnTo>
                  <a:lnTo>
                    <a:pt x="142489" y="78503"/>
                  </a:lnTo>
                  <a:lnTo>
                    <a:pt x="141953" y="77507"/>
                  </a:lnTo>
                  <a:lnTo>
                    <a:pt x="141457" y="76532"/>
                  </a:lnTo>
                  <a:lnTo>
                    <a:pt x="141002" y="75575"/>
                  </a:lnTo>
                  <a:lnTo>
                    <a:pt x="140585" y="74631"/>
                  </a:lnTo>
                  <a:lnTo>
                    <a:pt x="140206" y="73697"/>
                  </a:lnTo>
                  <a:lnTo>
                    <a:pt x="139863" y="72769"/>
                  </a:lnTo>
                  <a:lnTo>
                    <a:pt x="139557" y="71845"/>
                  </a:lnTo>
                  <a:lnTo>
                    <a:pt x="139285" y="70920"/>
                  </a:lnTo>
                  <a:lnTo>
                    <a:pt x="139048" y="69990"/>
                  </a:lnTo>
                  <a:lnTo>
                    <a:pt x="138843" y="69052"/>
                  </a:lnTo>
                  <a:lnTo>
                    <a:pt x="138670" y="68103"/>
                  </a:lnTo>
                  <a:lnTo>
                    <a:pt x="138529" y="67139"/>
                  </a:lnTo>
                  <a:lnTo>
                    <a:pt x="138417" y="66155"/>
                  </a:lnTo>
                  <a:lnTo>
                    <a:pt x="138334" y="65149"/>
                  </a:lnTo>
                  <a:lnTo>
                    <a:pt x="138279" y="64117"/>
                  </a:lnTo>
                  <a:lnTo>
                    <a:pt x="138251" y="63055"/>
                  </a:lnTo>
                  <a:lnTo>
                    <a:pt x="138250" y="61960"/>
                  </a:lnTo>
                  <a:lnTo>
                    <a:pt x="138273" y="60827"/>
                  </a:lnTo>
                  <a:lnTo>
                    <a:pt x="138320" y="59654"/>
                  </a:lnTo>
                  <a:lnTo>
                    <a:pt x="138391" y="58437"/>
                  </a:lnTo>
                  <a:lnTo>
                    <a:pt x="138353" y="57001"/>
                  </a:lnTo>
                  <a:lnTo>
                    <a:pt x="138288" y="55961"/>
                  </a:lnTo>
                  <a:lnTo>
                    <a:pt x="138156" y="55150"/>
                  </a:lnTo>
                  <a:lnTo>
                    <a:pt x="137917" y="54398"/>
                  </a:lnTo>
                  <a:lnTo>
                    <a:pt x="137531" y="53541"/>
                  </a:lnTo>
                  <a:lnTo>
                    <a:pt x="136958" y="52409"/>
                  </a:lnTo>
                  <a:lnTo>
                    <a:pt x="136483" y="51330"/>
                  </a:lnTo>
                  <a:lnTo>
                    <a:pt x="136129" y="50301"/>
                  </a:lnTo>
                  <a:lnTo>
                    <a:pt x="135883" y="49307"/>
                  </a:lnTo>
                  <a:lnTo>
                    <a:pt x="135731" y="48332"/>
                  </a:lnTo>
                  <a:lnTo>
                    <a:pt x="135660" y="47362"/>
                  </a:lnTo>
                  <a:lnTo>
                    <a:pt x="135657" y="46381"/>
                  </a:lnTo>
                  <a:lnTo>
                    <a:pt x="135708" y="45375"/>
                  </a:lnTo>
                  <a:lnTo>
                    <a:pt x="135799" y="44327"/>
                  </a:lnTo>
                  <a:lnTo>
                    <a:pt x="135918" y="43223"/>
                  </a:lnTo>
                  <a:lnTo>
                    <a:pt x="136050" y="42049"/>
                  </a:lnTo>
                  <a:lnTo>
                    <a:pt x="136184" y="40740"/>
                  </a:lnTo>
                  <a:lnTo>
                    <a:pt x="136318" y="39423"/>
                  </a:lnTo>
                  <a:lnTo>
                    <a:pt x="136454" y="38088"/>
                  </a:lnTo>
                  <a:lnTo>
                    <a:pt x="136776" y="36233"/>
                  </a:lnTo>
                  <a:lnTo>
                    <a:pt x="137077" y="35144"/>
                  </a:lnTo>
                  <a:lnTo>
                    <a:pt x="137532" y="34398"/>
                  </a:lnTo>
                  <a:lnTo>
                    <a:pt x="138317" y="33572"/>
                  </a:lnTo>
                  <a:lnTo>
                    <a:pt x="138439" y="32483"/>
                  </a:lnTo>
                  <a:lnTo>
                    <a:pt x="138549" y="31393"/>
                  </a:lnTo>
                  <a:lnTo>
                    <a:pt x="138648" y="30302"/>
                  </a:lnTo>
                  <a:lnTo>
                    <a:pt x="138738" y="29210"/>
                  </a:lnTo>
                  <a:lnTo>
                    <a:pt x="138820" y="28117"/>
                  </a:lnTo>
                  <a:lnTo>
                    <a:pt x="138945" y="27011"/>
                  </a:lnTo>
                  <a:lnTo>
                    <a:pt x="139094" y="25925"/>
                  </a:lnTo>
                  <a:lnTo>
                    <a:pt x="139265" y="24859"/>
                  </a:lnTo>
                  <a:lnTo>
                    <a:pt x="139458" y="23810"/>
                  </a:lnTo>
                  <a:lnTo>
                    <a:pt x="139672" y="22776"/>
                  </a:lnTo>
                  <a:lnTo>
                    <a:pt x="139907" y="21755"/>
                  </a:lnTo>
                  <a:lnTo>
                    <a:pt x="140163" y="20745"/>
                  </a:lnTo>
                  <a:lnTo>
                    <a:pt x="140437" y="19743"/>
                  </a:lnTo>
                  <a:lnTo>
                    <a:pt x="140731" y="18747"/>
                  </a:lnTo>
                  <a:lnTo>
                    <a:pt x="141043" y="17755"/>
                  </a:lnTo>
                  <a:lnTo>
                    <a:pt x="141373" y="16765"/>
                  </a:lnTo>
                  <a:lnTo>
                    <a:pt x="141720" y="15775"/>
                  </a:lnTo>
                  <a:lnTo>
                    <a:pt x="142083" y="14782"/>
                  </a:lnTo>
                  <a:lnTo>
                    <a:pt x="142462" y="13785"/>
                  </a:lnTo>
                  <a:lnTo>
                    <a:pt x="142857" y="12781"/>
                  </a:lnTo>
                  <a:lnTo>
                    <a:pt x="143265" y="11768"/>
                  </a:lnTo>
                  <a:lnTo>
                    <a:pt x="143688" y="10743"/>
                  </a:lnTo>
                  <a:lnTo>
                    <a:pt x="144069" y="9737"/>
                  </a:lnTo>
                  <a:lnTo>
                    <a:pt x="144449" y="8731"/>
                  </a:lnTo>
                  <a:lnTo>
                    <a:pt x="144827" y="7724"/>
                  </a:lnTo>
                  <a:lnTo>
                    <a:pt x="145204" y="6716"/>
                  </a:lnTo>
                  <a:lnTo>
                    <a:pt x="145580" y="5709"/>
                  </a:lnTo>
                  <a:lnTo>
                    <a:pt x="145955" y="4700"/>
                  </a:lnTo>
                  <a:lnTo>
                    <a:pt x="146391" y="3536"/>
                  </a:lnTo>
                  <a:lnTo>
                    <a:pt x="146829" y="2368"/>
                  </a:lnTo>
                  <a:lnTo>
                    <a:pt x="147271" y="1191"/>
                  </a:lnTo>
                  <a:lnTo>
                    <a:pt x="147717" y="0"/>
                  </a:lnTo>
                  <a:close/>
                </a:path>
              </a:pathLst>
            </a:custGeom>
            <a:solidFill>
              <a:srgbClr val="86878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region 45 #9E0E35"/>
            <p:cNvSpPr/>
            <p:nvPr/>
          </p:nvSpPr>
          <p:spPr>
            <a:xfrm>
              <a:off x="2624996" y="874339"/>
              <a:ext cx="54382" cy="52746"/>
            </a:xfrm>
            <a:custGeom>
              <a:avLst/>
              <a:gdLst/>
              <a:ahLst/>
              <a:cxnLst/>
              <a:rect l="l" t="t" r="r" b="b"/>
              <a:pathLst>
                <a:path w="54382" h="52746">
                  <a:moveTo>
                    <a:pt x="40102" y="2500"/>
                  </a:moveTo>
                  <a:lnTo>
                    <a:pt x="41011" y="3052"/>
                  </a:lnTo>
                  <a:lnTo>
                    <a:pt x="41915" y="3625"/>
                  </a:lnTo>
                  <a:lnTo>
                    <a:pt x="42809" y="4219"/>
                  </a:lnTo>
                  <a:lnTo>
                    <a:pt x="43692" y="4835"/>
                  </a:lnTo>
                  <a:lnTo>
                    <a:pt x="44559" y="5474"/>
                  </a:lnTo>
                  <a:lnTo>
                    <a:pt x="45408" y="6136"/>
                  </a:lnTo>
                  <a:lnTo>
                    <a:pt x="46237" y="6822"/>
                  </a:lnTo>
                  <a:lnTo>
                    <a:pt x="47042" y="7533"/>
                  </a:lnTo>
                  <a:lnTo>
                    <a:pt x="47820" y="8270"/>
                  </a:lnTo>
                  <a:lnTo>
                    <a:pt x="48568" y="9032"/>
                  </a:lnTo>
                  <a:lnTo>
                    <a:pt x="49284" y="9821"/>
                  </a:lnTo>
                  <a:lnTo>
                    <a:pt x="49965" y="10638"/>
                  </a:lnTo>
                  <a:lnTo>
                    <a:pt x="50607" y="11483"/>
                  </a:lnTo>
                  <a:lnTo>
                    <a:pt x="51209" y="12356"/>
                  </a:lnTo>
                  <a:lnTo>
                    <a:pt x="51766" y="13259"/>
                  </a:lnTo>
                  <a:lnTo>
                    <a:pt x="52276" y="14192"/>
                  </a:lnTo>
                  <a:lnTo>
                    <a:pt x="52736" y="15156"/>
                  </a:lnTo>
                  <a:lnTo>
                    <a:pt x="53143" y="16151"/>
                  </a:lnTo>
                  <a:lnTo>
                    <a:pt x="53494" y="17178"/>
                  </a:lnTo>
                  <a:lnTo>
                    <a:pt x="53700" y="18279"/>
                  </a:lnTo>
                  <a:lnTo>
                    <a:pt x="53880" y="19369"/>
                  </a:lnTo>
                  <a:lnTo>
                    <a:pt x="54034" y="20446"/>
                  </a:lnTo>
                  <a:lnTo>
                    <a:pt x="54160" y="21513"/>
                  </a:lnTo>
                  <a:lnTo>
                    <a:pt x="54259" y="22570"/>
                  </a:lnTo>
                  <a:lnTo>
                    <a:pt x="54329" y="23616"/>
                  </a:lnTo>
                  <a:lnTo>
                    <a:pt x="54371" y="24654"/>
                  </a:lnTo>
                  <a:lnTo>
                    <a:pt x="54382" y="25684"/>
                  </a:lnTo>
                  <a:lnTo>
                    <a:pt x="54364" y="26705"/>
                  </a:lnTo>
                  <a:lnTo>
                    <a:pt x="54314" y="27719"/>
                  </a:lnTo>
                  <a:lnTo>
                    <a:pt x="54233" y="28727"/>
                  </a:lnTo>
                  <a:lnTo>
                    <a:pt x="54120" y="29729"/>
                  </a:lnTo>
                  <a:lnTo>
                    <a:pt x="53974" y="30725"/>
                  </a:lnTo>
                  <a:lnTo>
                    <a:pt x="53795" y="31716"/>
                  </a:lnTo>
                  <a:lnTo>
                    <a:pt x="53581" y="32704"/>
                  </a:lnTo>
                  <a:lnTo>
                    <a:pt x="53333" y="33688"/>
                  </a:lnTo>
                  <a:lnTo>
                    <a:pt x="53050" y="34669"/>
                  </a:lnTo>
                  <a:lnTo>
                    <a:pt x="52731" y="35648"/>
                  </a:lnTo>
                  <a:lnTo>
                    <a:pt x="52375" y="36625"/>
                  </a:lnTo>
                  <a:lnTo>
                    <a:pt x="51982" y="37601"/>
                  </a:lnTo>
                  <a:lnTo>
                    <a:pt x="51552" y="38576"/>
                  </a:lnTo>
                  <a:lnTo>
                    <a:pt x="51083" y="39552"/>
                  </a:lnTo>
                  <a:lnTo>
                    <a:pt x="50575" y="40529"/>
                  </a:lnTo>
                  <a:lnTo>
                    <a:pt x="50027" y="41507"/>
                  </a:lnTo>
                  <a:lnTo>
                    <a:pt x="48836" y="42382"/>
                  </a:lnTo>
                  <a:lnTo>
                    <a:pt x="47918" y="43040"/>
                  </a:lnTo>
                  <a:lnTo>
                    <a:pt x="47155" y="43551"/>
                  </a:lnTo>
                  <a:lnTo>
                    <a:pt x="46431" y="43985"/>
                  </a:lnTo>
                  <a:lnTo>
                    <a:pt x="45627" y="44414"/>
                  </a:lnTo>
                  <a:lnTo>
                    <a:pt x="44627" y="44907"/>
                  </a:lnTo>
                  <a:lnTo>
                    <a:pt x="43312" y="45535"/>
                  </a:lnTo>
                  <a:lnTo>
                    <a:pt x="42175" y="46228"/>
                  </a:lnTo>
                  <a:lnTo>
                    <a:pt x="41030" y="46926"/>
                  </a:lnTo>
                  <a:lnTo>
                    <a:pt x="39871" y="47633"/>
                  </a:lnTo>
                  <a:lnTo>
                    <a:pt x="38789" y="48271"/>
                  </a:lnTo>
                  <a:lnTo>
                    <a:pt x="37701" y="48913"/>
                  </a:lnTo>
                  <a:lnTo>
                    <a:pt x="36598" y="49564"/>
                  </a:lnTo>
                  <a:lnTo>
                    <a:pt x="35993" y="49961"/>
                  </a:lnTo>
                  <a:lnTo>
                    <a:pt x="34163" y="51158"/>
                  </a:lnTo>
                  <a:lnTo>
                    <a:pt x="33139" y="51517"/>
                  </a:lnTo>
                  <a:lnTo>
                    <a:pt x="32115" y="51831"/>
                  </a:lnTo>
                  <a:lnTo>
                    <a:pt x="31090" y="52100"/>
                  </a:lnTo>
                  <a:lnTo>
                    <a:pt x="30066" y="52323"/>
                  </a:lnTo>
                  <a:lnTo>
                    <a:pt x="29042" y="52500"/>
                  </a:lnTo>
                  <a:lnTo>
                    <a:pt x="28018" y="52630"/>
                  </a:lnTo>
                  <a:lnTo>
                    <a:pt x="26995" y="52712"/>
                  </a:lnTo>
                  <a:lnTo>
                    <a:pt x="25973" y="52746"/>
                  </a:lnTo>
                  <a:lnTo>
                    <a:pt x="24952" y="52730"/>
                  </a:lnTo>
                  <a:lnTo>
                    <a:pt x="23931" y="52665"/>
                  </a:lnTo>
                  <a:lnTo>
                    <a:pt x="22912" y="52548"/>
                  </a:lnTo>
                  <a:lnTo>
                    <a:pt x="21894" y="52381"/>
                  </a:lnTo>
                  <a:lnTo>
                    <a:pt x="20878" y="52162"/>
                  </a:lnTo>
                  <a:lnTo>
                    <a:pt x="19863" y="51890"/>
                  </a:lnTo>
                  <a:lnTo>
                    <a:pt x="18850" y="51564"/>
                  </a:lnTo>
                  <a:lnTo>
                    <a:pt x="17839" y="51185"/>
                  </a:lnTo>
                  <a:lnTo>
                    <a:pt x="16894" y="50649"/>
                  </a:lnTo>
                  <a:lnTo>
                    <a:pt x="15975" y="50100"/>
                  </a:lnTo>
                  <a:lnTo>
                    <a:pt x="15080" y="49537"/>
                  </a:lnTo>
                  <a:lnTo>
                    <a:pt x="14207" y="48958"/>
                  </a:lnTo>
                  <a:lnTo>
                    <a:pt x="13354" y="48363"/>
                  </a:lnTo>
                  <a:lnTo>
                    <a:pt x="12520" y="47750"/>
                  </a:lnTo>
                  <a:lnTo>
                    <a:pt x="11703" y="47118"/>
                  </a:lnTo>
                  <a:lnTo>
                    <a:pt x="10901" y="46466"/>
                  </a:lnTo>
                  <a:lnTo>
                    <a:pt x="10112" y="45791"/>
                  </a:lnTo>
                  <a:lnTo>
                    <a:pt x="9335" y="45094"/>
                  </a:lnTo>
                  <a:lnTo>
                    <a:pt x="8568" y="44372"/>
                  </a:lnTo>
                  <a:lnTo>
                    <a:pt x="7808" y="43624"/>
                  </a:lnTo>
                  <a:lnTo>
                    <a:pt x="7055" y="42850"/>
                  </a:lnTo>
                  <a:lnTo>
                    <a:pt x="6057" y="42517"/>
                  </a:lnTo>
                  <a:lnTo>
                    <a:pt x="5055" y="42183"/>
                  </a:lnTo>
                  <a:lnTo>
                    <a:pt x="4046" y="41847"/>
                  </a:lnTo>
                  <a:lnTo>
                    <a:pt x="3026" y="41507"/>
                  </a:lnTo>
                  <a:lnTo>
                    <a:pt x="2683" y="40484"/>
                  </a:lnTo>
                  <a:lnTo>
                    <a:pt x="2359" y="39456"/>
                  </a:lnTo>
                  <a:lnTo>
                    <a:pt x="2054" y="38423"/>
                  </a:lnTo>
                  <a:lnTo>
                    <a:pt x="1769" y="37385"/>
                  </a:lnTo>
                  <a:lnTo>
                    <a:pt x="1503" y="36343"/>
                  </a:lnTo>
                  <a:lnTo>
                    <a:pt x="1258" y="35297"/>
                  </a:lnTo>
                  <a:lnTo>
                    <a:pt x="1034" y="34248"/>
                  </a:lnTo>
                  <a:lnTo>
                    <a:pt x="831" y="33195"/>
                  </a:lnTo>
                  <a:lnTo>
                    <a:pt x="649" y="32139"/>
                  </a:lnTo>
                  <a:lnTo>
                    <a:pt x="489" y="31081"/>
                  </a:lnTo>
                  <a:lnTo>
                    <a:pt x="350" y="30020"/>
                  </a:lnTo>
                  <a:lnTo>
                    <a:pt x="234" y="28957"/>
                  </a:lnTo>
                  <a:lnTo>
                    <a:pt x="141" y="27893"/>
                  </a:lnTo>
                  <a:lnTo>
                    <a:pt x="70" y="26828"/>
                  </a:lnTo>
                  <a:lnTo>
                    <a:pt x="23" y="25761"/>
                  </a:lnTo>
                  <a:lnTo>
                    <a:pt x="0" y="24694"/>
                  </a:lnTo>
                  <a:lnTo>
                    <a:pt x="0" y="23627"/>
                  </a:lnTo>
                  <a:lnTo>
                    <a:pt x="25" y="22560"/>
                  </a:lnTo>
                  <a:lnTo>
                    <a:pt x="74" y="21493"/>
                  </a:lnTo>
                  <a:lnTo>
                    <a:pt x="149" y="20427"/>
                  </a:lnTo>
                  <a:lnTo>
                    <a:pt x="248" y="19362"/>
                  </a:lnTo>
                  <a:lnTo>
                    <a:pt x="374" y="18298"/>
                  </a:lnTo>
                  <a:lnTo>
                    <a:pt x="525" y="17236"/>
                  </a:lnTo>
                  <a:lnTo>
                    <a:pt x="703" y="16176"/>
                  </a:lnTo>
                  <a:lnTo>
                    <a:pt x="907" y="15118"/>
                  </a:lnTo>
                  <a:lnTo>
                    <a:pt x="1138" y="14064"/>
                  </a:lnTo>
                  <a:lnTo>
                    <a:pt x="1397" y="13012"/>
                  </a:lnTo>
                  <a:lnTo>
                    <a:pt x="1683" y="11963"/>
                  </a:lnTo>
                  <a:lnTo>
                    <a:pt x="3016" y="11963"/>
                  </a:lnTo>
                  <a:lnTo>
                    <a:pt x="4369" y="11963"/>
                  </a:lnTo>
                  <a:lnTo>
                    <a:pt x="4556" y="11379"/>
                  </a:lnTo>
                  <a:lnTo>
                    <a:pt x="5124" y="9613"/>
                  </a:lnTo>
                  <a:lnTo>
                    <a:pt x="5737" y="8712"/>
                  </a:lnTo>
                  <a:lnTo>
                    <a:pt x="6392" y="7861"/>
                  </a:lnTo>
                  <a:lnTo>
                    <a:pt x="7087" y="7058"/>
                  </a:lnTo>
                  <a:lnTo>
                    <a:pt x="7820" y="6304"/>
                  </a:lnTo>
                  <a:lnTo>
                    <a:pt x="8589" y="5597"/>
                  </a:lnTo>
                  <a:lnTo>
                    <a:pt x="9393" y="4937"/>
                  </a:lnTo>
                  <a:lnTo>
                    <a:pt x="10228" y="4323"/>
                  </a:lnTo>
                  <a:lnTo>
                    <a:pt x="11095" y="3753"/>
                  </a:lnTo>
                  <a:lnTo>
                    <a:pt x="11989" y="3227"/>
                  </a:lnTo>
                  <a:lnTo>
                    <a:pt x="12911" y="2745"/>
                  </a:lnTo>
                  <a:lnTo>
                    <a:pt x="13857" y="2304"/>
                  </a:lnTo>
                  <a:lnTo>
                    <a:pt x="14826" y="1905"/>
                  </a:lnTo>
                  <a:lnTo>
                    <a:pt x="15817" y="1547"/>
                  </a:lnTo>
                  <a:lnTo>
                    <a:pt x="16826" y="1228"/>
                  </a:lnTo>
                  <a:lnTo>
                    <a:pt x="17853" y="948"/>
                  </a:lnTo>
                  <a:lnTo>
                    <a:pt x="18896" y="706"/>
                  </a:lnTo>
                  <a:lnTo>
                    <a:pt x="19952" y="500"/>
                  </a:lnTo>
                  <a:lnTo>
                    <a:pt x="21019" y="332"/>
                  </a:lnTo>
                  <a:lnTo>
                    <a:pt x="22097" y="198"/>
                  </a:lnTo>
                  <a:lnTo>
                    <a:pt x="23182" y="99"/>
                  </a:lnTo>
                  <a:lnTo>
                    <a:pt x="24274" y="33"/>
                  </a:lnTo>
                  <a:lnTo>
                    <a:pt x="25370" y="1"/>
                  </a:lnTo>
                  <a:lnTo>
                    <a:pt x="26468" y="0"/>
                  </a:lnTo>
                  <a:lnTo>
                    <a:pt x="27566" y="30"/>
                  </a:lnTo>
                  <a:lnTo>
                    <a:pt x="28663" y="90"/>
                  </a:lnTo>
                  <a:lnTo>
                    <a:pt x="29757" y="180"/>
                  </a:lnTo>
                  <a:lnTo>
                    <a:pt x="30846" y="298"/>
                  </a:lnTo>
                  <a:lnTo>
                    <a:pt x="31927" y="444"/>
                  </a:lnTo>
                  <a:lnTo>
                    <a:pt x="33000" y="617"/>
                  </a:lnTo>
                  <a:lnTo>
                    <a:pt x="34062" y="815"/>
                  </a:lnTo>
                  <a:lnTo>
                    <a:pt x="35111" y="1038"/>
                  </a:lnTo>
                  <a:lnTo>
                    <a:pt x="36146" y="1286"/>
                  </a:lnTo>
                  <a:lnTo>
                    <a:pt x="37164" y="1557"/>
                  </a:lnTo>
                  <a:lnTo>
                    <a:pt x="38164" y="1850"/>
                  </a:lnTo>
                  <a:lnTo>
                    <a:pt x="39144" y="2165"/>
                  </a:lnTo>
                  <a:lnTo>
                    <a:pt x="40102" y="2500"/>
                  </a:lnTo>
                  <a:close/>
                </a:path>
              </a:pathLst>
            </a:custGeom>
            <a:solidFill>
              <a:srgbClr val="9E0E3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region 46 #9E827A"/>
            <p:cNvSpPr/>
            <p:nvPr/>
          </p:nvSpPr>
          <p:spPr>
            <a:xfrm>
              <a:off x="1173679" y="398836"/>
              <a:ext cx="75243" cy="108773"/>
            </a:xfrm>
            <a:custGeom>
              <a:avLst/>
              <a:gdLst/>
              <a:ahLst/>
              <a:cxnLst/>
              <a:rect l="l" t="t" r="r" b="b"/>
              <a:pathLst>
                <a:path w="75243" h="108773">
                  <a:moveTo>
                    <a:pt x="0" y="0"/>
                  </a:moveTo>
                  <a:lnTo>
                    <a:pt x="1122" y="213"/>
                  </a:lnTo>
                  <a:lnTo>
                    <a:pt x="2242" y="431"/>
                  </a:lnTo>
                  <a:lnTo>
                    <a:pt x="3361" y="654"/>
                  </a:lnTo>
                  <a:lnTo>
                    <a:pt x="4479" y="881"/>
                  </a:lnTo>
                  <a:lnTo>
                    <a:pt x="5597" y="1111"/>
                  </a:lnTo>
                  <a:lnTo>
                    <a:pt x="6715" y="1343"/>
                  </a:lnTo>
                  <a:lnTo>
                    <a:pt x="7983" y="1590"/>
                  </a:lnTo>
                  <a:lnTo>
                    <a:pt x="9269" y="1841"/>
                  </a:lnTo>
                  <a:lnTo>
                    <a:pt x="10394" y="2096"/>
                  </a:lnTo>
                  <a:lnTo>
                    <a:pt x="11483" y="2364"/>
                  </a:lnTo>
                  <a:lnTo>
                    <a:pt x="12537" y="2649"/>
                  </a:lnTo>
                  <a:lnTo>
                    <a:pt x="13561" y="2951"/>
                  </a:lnTo>
                  <a:lnTo>
                    <a:pt x="14557" y="3274"/>
                  </a:lnTo>
                  <a:lnTo>
                    <a:pt x="15529" y="3618"/>
                  </a:lnTo>
                  <a:lnTo>
                    <a:pt x="16480" y="3985"/>
                  </a:lnTo>
                  <a:lnTo>
                    <a:pt x="17412" y="4379"/>
                  </a:lnTo>
                  <a:lnTo>
                    <a:pt x="18330" y="4800"/>
                  </a:lnTo>
                  <a:lnTo>
                    <a:pt x="19236" y="5251"/>
                  </a:lnTo>
                  <a:lnTo>
                    <a:pt x="20133" y="5733"/>
                  </a:lnTo>
                  <a:lnTo>
                    <a:pt x="21025" y="6249"/>
                  </a:lnTo>
                  <a:lnTo>
                    <a:pt x="21915" y="6801"/>
                  </a:lnTo>
                  <a:lnTo>
                    <a:pt x="22806" y="7389"/>
                  </a:lnTo>
                  <a:lnTo>
                    <a:pt x="23700" y="8018"/>
                  </a:lnTo>
                  <a:lnTo>
                    <a:pt x="24602" y="8687"/>
                  </a:lnTo>
                  <a:lnTo>
                    <a:pt x="25515" y="9400"/>
                  </a:lnTo>
                  <a:lnTo>
                    <a:pt x="25515" y="10733"/>
                  </a:lnTo>
                  <a:lnTo>
                    <a:pt x="25515" y="12086"/>
                  </a:lnTo>
                  <a:lnTo>
                    <a:pt x="26246" y="12148"/>
                  </a:lnTo>
                  <a:lnTo>
                    <a:pt x="28453" y="12338"/>
                  </a:lnTo>
                  <a:lnTo>
                    <a:pt x="29645" y="12722"/>
                  </a:lnTo>
                  <a:lnTo>
                    <a:pt x="30726" y="13152"/>
                  </a:lnTo>
                  <a:lnTo>
                    <a:pt x="31714" y="13629"/>
                  </a:lnTo>
                  <a:lnTo>
                    <a:pt x="32624" y="14153"/>
                  </a:lnTo>
                  <a:lnTo>
                    <a:pt x="33470" y="14725"/>
                  </a:lnTo>
                  <a:lnTo>
                    <a:pt x="34270" y="15346"/>
                  </a:lnTo>
                  <a:lnTo>
                    <a:pt x="35037" y="16017"/>
                  </a:lnTo>
                  <a:lnTo>
                    <a:pt x="35789" y="16738"/>
                  </a:lnTo>
                  <a:lnTo>
                    <a:pt x="36539" y="17511"/>
                  </a:lnTo>
                  <a:lnTo>
                    <a:pt x="37305" y="18335"/>
                  </a:lnTo>
                  <a:lnTo>
                    <a:pt x="38102" y="19212"/>
                  </a:lnTo>
                  <a:lnTo>
                    <a:pt x="38944" y="20143"/>
                  </a:lnTo>
                  <a:lnTo>
                    <a:pt x="40454" y="21693"/>
                  </a:lnTo>
                  <a:lnTo>
                    <a:pt x="41705" y="22972"/>
                  </a:lnTo>
                  <a:lnTo>
                    <a:pt x="42737" y="24019"/>
                  </a:lnTo>
                  <a:lnTo>
                    <a:pt x="43591" y="24873"/>
                  </a:lnTo>
                  <a:lnTo>
                    <a:pt x="44308" y="25571"/>
                  </a:lnTo>
                  <a:lnTo>
                    <a:pt x="44929" y="26153"/>
                  </a:lnTo>
                  <a:lnTo>
                    <a:pt x="45495" y="26655"/>
                  </a:lnTo>
                  <a:lnTo>
                    <a:pt x="46048" y="27118"/>
                  </a:lnTo>
                  <a:lnTo>
                    <a:pt x="46627" y="27578"/>
                  </a:lnTo>
                  <a:lnTo>
                    <a:pt x="47274" y="28075"/>
                  </a:lnTo>
                  <a:lnTo>
                    <a:pt x="48030" y="28646"/>
                  </a:lnTo>
                  <a:lnTo>
                    <a:pt x="48965" y="29379"/>
                  </a:lnTo>
                  <a:lnTo>
                    <a:pt x="49845" y="30112"/>
                  </a:lnTo>
                  <a:lnTo>
                    <a:pt x="50673" y="30847"/>
                  </a:lnTo>
                  <a:lnTo>
                    <a:pt x="51451" y="31585"/>
                  </a:lnTo>
                  <a:lnTo>
                    <a:pt x="52181" y="32330"/>
                  </a:lnTo>
                  <a:lnTo>
                    <a:pt x="52865" y="33083"/>
                  </a:lnTo>
                  <a:lnTo>
                    <a:pt x="53505" y="33848"/>
                  </a:lnTo>
                  <a:lnTo>
                    <a:pt x="54104" y="34626"/>
                  </a:lnTo>
                  <a:lnTo>
                    <a:pt x="54663" y="35419"/>
                  </a:lnTo>
                  <a:lnTo>
                    <a:pt x="55185" y="36230"/>
                  </a:lnTo>
                  <a:lnTo>
                    <a:pt x="55673" y="37062"/>
                  </a:lnTo>
                  <a:lnTo>
                    <a:pt x="56127" y="37916"/>
                  </a:lnTo>
                  <a:lnTo>
                    <a:pt x="56550" y="38795"/>
                  </a:lnTo>
                  <a:lnTo>
                    <a:pt x="56945" y="39701"/>
                  </a:lnTo>
                  <a:lnTo>
                    <a:pt x="57313" y="40637"/>
                  </a:lnTo>
                  <a:lnTo>
                    <a:pt x="57657" y="41605"/>
                  </a:lnTo>
                  <a:lnTo>
                    <a:pt x="57979" y="42606"/>
                  </a:lnTo>
                  <a:lnTo>
                    <a:pt x="58280" y="43644"/>
                  </a:lnTo>
                  <a:lnTo>
                    <a:pt x="58564" y="44721"/>
                  </a:lnTo>
                  <a:lnTo>
                    <a:pt x="58832" y="45839"/>
                  </a:lnTo>
                  <a:lnTo>
                    <a:pt x="59087" y="47001"/>
                  </a:lnTo>
                  <a:lnTo>
                    <a:pt x="59087" y="48333"/>
                  </a:lnTo>
                  <a:lnTo>
                    <a:pt x="59087" y="49686"/>
                  </a:lnTo>
                  <a:lnTo>
                    <a:pt x="60420" y="49686"/>
                  </a:lnTo>
                  <a:lnTo>
                    <a:pt x="61773" y="49686"/>
                  </a:lnTo>
                  <a:lnTo>
                    <a:pt x="62022" y="50850"/>
                  </a:lnTo>
                  <a:lnTo>
                    <a:pt x="62272" y="52019"/>
                  </a:lnTo>
                  <a:lnTo>
                    <a:pt x="62525" y="53196"/>
                  </a:lnTo>
                  <a:lnTo>
                    <a:pt x="62780" y="54387"/>
                  </a:lnTo>
                  <a:lnTo>
                    <a:pt x="63067" y="55501"/>
                  </a:lnTo>
                  <a:lnTo>
                    <a:pt x="63371" y="56588"/>
                  </a:lnTo>
                  <a:lnTo>
                    <a:pt x="63694" y="57652"/>
                  </a:lnTo>
                  <a:lnTo>
                    <a:pt x="64037" y="58696"/>
                  </a:lnTo>
                  <a:lnTo>
                    <a:pt x="64403" y="59726"/>
                  </a:lnTo>
                  <a:lnTo>
                    <a:pt x="64792" y="60744"/>
                  </a:lnTo>
                  <a:lnTo>
                    <a:pt x="65206" y="61754"/>
                  </a:lnTo>
                  <a:lnTo>
                    <a:pt x="65647" y="62761"/>
                  </a:lnTo>
                  <a:lnTo>
                    <a:pt x="66116" y="63769"/>
                  </a:lnTo>
                  <a:lnTo>
                    <a:pt x="66615" y="64781"/>
                  </a:lnTo>
                  <a:lnTo>
                    <a:pt x="67144" y="65801"/>
                  </a:lnTo>
                  <a:lnTo>
                    <a:pt x="67651" y="66797"/>
                  </a:lnTo>
                  <a:lnTo>
                    <a:pt x="68128" y="67793"/>
                  </a:lnTo>
                  <a:lnTo>
                    <a:pt x="68578" y="68789"/>
                  </a:lnTo>
                  <a:lnTo>
                    <a:pt x="69001" y="69785"/>
                  </a:lnTo>
                  <a:lnTo>
                    <a:pt x="69397" y="70783"/>
                  </a:lnTo>
                  <a:lnTo>
                    <a:pt x="69769" y="71782"/>
                  </a:lnTo>
                  <a:lnTo>
                    <a:pt x="70117" y="72783"/>
                  </a:lnTo>
                  <a:lnTo>
                    <a:pt x="70442" y="73787"/>
                  </a:lnTo>
                  <a:lnTo>
                    <a:pt x="70746" y="74792"/>
                  </a:lnTo>
                  <a:lnTo>
                    <a:pt x="71028" y="75801"/>
                  </a:lnTo>
                  <a:lnTo>
                    <a:pt x="71291" y="76813"/>
                  </a:lnTo>
                  <a:lnTo>
                    <a:pt x="71534" y="77829"/>
                  </a:lnTo>
                  <a:lnTo>
                    <a:pt x="71760" y="78849"/>
                  </a:lnTo>
                  <a:lnTo>
                    <a:pt x="71969" y="79873"/>
                  </a:lnTo>
                  <a:lnTo>
                    <a:pt x="72162" y="80903"/>
                  </a:lnTo>
                  <a:lnTo>
                    <a:pt x="72340" y="81937"/>
                  </a:lnTo>
                  <a:lnTo>
                    <a:pt x="72505" y="82977"/>
                  </a:lnTo>
                  <a:lnTo>
                    <a:pt x="72656" y="84023"/>
                  </a:lnTo>
                  <a:lnTo>
                    <a:pt x="72796" y="85076"/>
                  </a:lnTo>
                  <a:lnTo>
                    <a:pt x="72925" y="86135"/>
                  </a:lnTo>
                  <a:lnTo>
                    <a:pt x="73044" y="87201"/>
                  </a:lnTo>
                  <a:lnTo>
                    <a:pt x="73155" y="88275"/>
                  </a:lnTo>
                  <a:lnTo>
                    <a:pt x="73257" y="89357"/>
                  </a:lnTo>
                  <a:lnTo>
                    <a:pt x="73353" y="90447"/>
                  </a:lnTo>
                  <a:lnTo>
                    <a:pt x="73443" y="91546"/>
                  </a:lnTo>
                  <a:lnTo>
                    <a:pt x="73528" y="92653"/>
                  </a:lnTo>
                  <a:lnTo>
                    <a:pt x="73740" y="94230"/>
                  </a:lnTo>
                  <a:lnTo>
                    <a:pt x="73985" y="95176"/>
                  </a:lnTo>
                  <a:lnTo>
                    <a:pt x="74420" y="95869"/>
                  </a:lnTo>
                  <a:lnTo>
                    <a:pt x="75202" y="96687"/>
                  </a:lnTo>
                  <a:lnTo>
                    <a:pt x="75222" y="97838"/>
                  </a:lnTo>
                  <a:lnTo>
                    <a:pt x="75236" y="98989"/>
                  </a:lnTo>
                  <a:lnTo>
                    <a:pt x="75243" y="100140"/>
                  </a:lnTo>
                  <a:lnTo>
                    <a:pt x="75243" y="101291"/>
                  </a:lnTo>
                  <a:lnTo>
                    <a:pt x="75237" y="102443"/>
                  </a:lnTo>
                  <a:lnTo>
                    <a:pt x="75223" y="103594"/>
                  </a:lnTo>
                  <a:lnTo>
                    <a:pt x="75202" y="104745"/>
                  </a:lnTo>
                  <a:lnTo>
                    <a:pt x="74535" y="104745"/>
                  </a:lnTo>
                  <a:lnTo>
                    <a:pt x="73859" y="104745"/>
                  </a:lnTo>
                  <a:lnTo>
                    <a:pt x="73526" y="103747"/>
                  </a:lnTo>
                  <a:lnTo>
                    <a:pt x="73194" y="102749"/>
                  </a:lnTo>
                  <a:lnTo>
                    <a:pt x="72860" y="101749"/>
                  </a:lnTo>
                  <a:lnTo>
                    <a:pt x="72526" y="100746"/>
                  </a:lnTo>
                  <a:lnTo>
                    <a:pt x="72190" y="99739"/>
                  </a:lnTo>
                  <a:lnTo>
                    <a:pt x="71853" y="98728"/>
                  </a:lnTo>
                  <a:lnTo>
                    <a:pt x="71514" y="97711"/>
                  </a:lnTo>
                  <a:lnTo>
                    <a:pt x="71173" y="96687"/>
                  </a:lnTo>
                  <a:lnTo>
                    <a:pt x="71173" y="97751"/>
                  </a:lnTo>
                  <a:lnTo>
                    <a:pt x="71173" y="98815"/>
                  </a:lnTo>
                  <a:lnTo>
                    <a:pt x="71173" y="99881"/>
                  </a:lnTo>
                  <a:lnTo>
                    <a:pt x="71173" y="100948"/>
                  </a:lnTo>
                  <a:lnTo>
                    <a:pt x="71173" y="102019"/>
                  </a:lnTo>
                  <a:lnTo>
                    <a:pt x="71173" y="103092"/>
                  </a:lnTo>
                  <a:lnTo>
                    <a:pt x="71173" y="104169"/>
                  </a:lnTo>
                  <a:lnTo>
                    <a:pt x="71173" y="105251"/>
                  </a:lnTo>
                  <a:lnTo>
                    <a:pt x="71173" y="106338"/>
                  </a:lnTo>
                  <a:lnTo>
                    <a:pt x="71173" y="107430"/>
                  </a:lnTo>
                  <a:lnTo>
                    <a:pt x="70505" y="107764"/>
                  </a:lnTo>
                  <a:lnTo>
                    <a:pt x="68487" y="108773"/>
                  </a:lnTo>
                  <a:lnTo>
                    <a:pt x="67821" y="107440"/>
                  </a:lnTo>
                  <a:lnTo>
                    <a:pt x="67144" y="106087"/>
                  </a:lnTo>
                  <a:lnTo>
                    <a:pt x="66476" y="106422"/>
                  </a:lnTo>
                  <a:lnTo>
                    <a:pt x="64459" y="107430"/>
                  </a:lnTo>
                  <a:lnTo>
                    <a:pt x="63927" y="106366"/>
                  </a:lnTo>
                  <a:lnTo>
                    <a:pt x="63393" y="105300"/>
                  </a:lnTo>
                  <a:lnTo>
                    <a:pt x="62857" y="104228"/>
                  </a:lnTo>
                  <a:lnTo>
                    <a:pt x="62318" y="103149"/>
                  </a:lnTo>
                  <a:lnTo>
                    <a:pt x="61773" y="102059"/>
                  </a:lnTo>
                  <a:lnTo>
                    <a:pt x="60886" y="102946"/>
                  </a:lnTo>
                  <a:lnTo>
                    <a:pt x="59992" y="103839"/>
                  </a:lnTo>
                  <a:lnTo>
                    <a:pt x="59087" y="104745"/>
                  </a:lnTo>
                  <a:lnTo>
                    <a:pt x="59087" y="103636"/>
                  </a:lnTo>
                  <a:lnTo>
                    <a:pt x="59087" y="102526"/>
                  </a:lnTo>
                  <a:lnTo>
                    <a:pt x="59087" y="101413"/>
                  </a:lnTo>
                  <a:lnTo>
                    <a:pt x="59087" y="100293"/>
                  </a:lnTo>
                  <a:lnTo>
                    <a:pt x="59087" y="99166"/>
                  </a:lnTo>
                  <a:lnTo>
                    <a:pt x="59087" y="98030"/>
                  </a:lnTo>
                  <a:lnTo>
                    <a:pt x="58419" y="97696"/>
                  </a:lnTo>
                  <a:lnTo>
                    <a:pt x="56401" y="96687"/>
                  </a:lnTo>
                  <a:lnTo>
                    <a:pt x="56299" y="95613"/>
                  </a:lnTo>
                  <a:lnTo>
                    <a:pt x="56197" y="94538"/>
                  </a:lnTo>
                  <a:lnTo>
                    <a:pt x="56096" y="93463"/>
                  </a:lnTo>
                  <a:lnTo>
                    <a:pt x="55995" y="92389"/>
                  </a:lnTo>
                  <a:lnTo>
                    <a:pt x="55894" y="91314"/>
                  </a:lnTo>
                  <a:lnTo>
                    <a:pt x="55795" y="90239"/>
                  </a:lnTo>
                  <a:lnTo>
                    <a:pt x="55696" y="89165"/>
                  </a:lnTo>
                  <a:lnTo>
                    <a:pt x="55598" y="88090"/>
                  </a:lnTo>
                  <a:lnTo>
                    <a:pt x="55424" y="87057"/>
                  </a:lnTo>
                  <a:lnTo>
                    <a:pt x="55222" y="86029"/>
                  </a:lnTo>
                  <a:lnTo>
                    <a:pt x="54995" y="85005"/>
                  </a:lnTo>
                  <a:lnTo>
                    <a:pt x="54743" y="83986"/>
                  </a:lnTo>
                  <a:lnTo>
                    <a:pt x="54468" y="82970"/>
                  </a:lnTo>
                  <a:lnTo>
                    <a:pt x="54171" y="81959"/>
                  </a:lnTo>
                  <a:lnTo>
                    <a:pt x="53854" y="80951"/>
                  </a:lnTo>
                  <a:lnTo>
                    <a:pt x="53517" y="79948"/>
                  </a:lnTo>
                  <a:lnTo>
                    <a:pt x="53163" y="78948"/>
                  </a:lnTo>
                  <a:lnTo>
                    <a:pt x="52793" y="77952"/>
                  </a:lnTo>
                  <a:lnTo>
                    <a:pt x="52407" y="76960"/>
                  </a:lnTo>
                  <a:lnTo>
                    <a:pt x="52008" y="75971"/>
                  </a:lnTo>
                  <a:lnTo>
                    <a:pt x="51596" y="74986"/>
                  </a:lnTo>
                  <a:lnTo>
                    <a:pt x="51174" y="74004"/>
                  </a:lnTo>
                  <a:lnTo>
                    <a:pt x="50742" y="73026"/>
                  </a:lnTo>
                  <a:lnTo>
                    <a:pt x="50301" y="72051"/>
                  </a:lnTo>
                  <a:lnTo>
                    <a:pt x="49854" y="71079"/>
                  </a:lnTo>
                  <a:lnTo>
                    <a:pt x="49401" y="70111"/>
                  </a:lnTo>
                  <a:lnTo>
                    <a:pt x="48944" y="69145"/>
                  </a:lnTo>
                  <a:lnTo>
                    <a:pt x="48485" y="68182"/>
                  </a:lnTo>
                  <a:lnTo>
                    <a:pt x="48023" y="67223"/>
                  </a:lnTo>
                  <a:lnTo>
                    <a:pt x="47562" y="66266"/>
                  </a:lnTo>
                  <a:lnTo>
                    <a:pt x="47102" y="65311"/>
                  </a:lnTo>
                  <a:lnTo>
                    <a:pt x="46644" y="64360"/>
                  </a:lnTo>
                  <a:lnTo>
                    <a:pt x="46191" y="63411"/>
                  </a:lnTo>
                  <a:lnTo>
                    <a:pt x="45743" y="62464"/>
                  </a:lnTo>
                  <a:lnTo>
                    <a:pt x="45301" y="61520"/>
                  </a:lnTo>
                  <a:lnTo>
                    <a:pt x="44820" y="60311"/>
                  </a:lnTo>
                  <a:lnTo>
                    <a:pt x="44528" y="59440"/>
                  </a:lnTo>
                  <a:lnTo>
                    <a:pt x="44378" y="58662"/>
                  </a:lnTo>
                  <a:lnTo>
                    <a:pt x="44323" y="57731"/>
                  </a:lnTo>
                  <a:lnTo>
                    <a:pt x="44315" y="56401"/>
                  </a:lnTo>
                  <a:lnTo>
                    <a:pt x="42983" y="56401"/>
                  </a:lnTo>
                  <a:lnTo>
                    <a:pt x="41630" y="56401"/>
                  </a:lnTo>
                  <a:lnTo>
                    <a:pt x="41171" y="55026"/>
                  </a:lnTo>
                  <a:lnTo>
                    <a:pt x="40706" y="53632"/>
                  </a:lnTo>
                  <a:lnTo>
                    <a:pt x="40241" y="52605"/>
                  </a:lnTo>
                  <a:lnTo>
                    <a:pt x="39768" y="51589"/>
                  </a:lnTo>
                  <a:lnTo>
                    <a:pt x="39282" y="50586"/>
                  </a:lnTo>
                  <a:lnTo>
                    <a:pt x="38783" y="49599"/>
                  </a:lnTo>
                  <a:lnTo>
                    <a:pt x="38267" y="48628"/>
                  </a:lnTo>
                  <a:lnTo>
                    <a:pt x="37731" y="47676"/>
                  </a:lnTo>
                  <a:lnTo>
                    <a:pt x="37175" y="46746"/>
                  </a:lnTo>
                  <a:lnTo>
                    <a:pt x="36594" y="45840"/>
                  </a:lnTo>
                  <a:lnTo>
                    <a:pt x="35987" y="44960"/>
                  </a:lnTo>
                  <a:lnTo>
                    <a:pt x="35351" y="44107"/>
                  </a:lnTo>
                  <a:lnTo>
                    <a:pt x="34683" y="43285"/>
                  </a:lnTo>
                  <a:lnTo>
                    <a:pt x="33982" y="42495"/>
                  </a:lnTo>
                  <a:lnTo>
                    <a:pt x="33245" y="41740"/>
                  </a:lnTo>
                  <a:lnTo>
                    <a:pt x="32468" y="41021"/>
                  </a:lnTo>
                  <a:lnTo>
                    <a:pt x="31651" y="40341"/>
                  </a:lnTo>
                  <a:lnTo>
                    <a:pt x="30789" y="39703"/>
                  </a:lnTo>
                  <a:lnTo>
                    <a:pt x="29882" y="39107"/>
                  </a:lnTo>
                  <a:lnTo>
                    <a:pt x="28926" y="38557"/>
                  </a:lnTo>
                  <a:lnTo>
                    <a:pt x="27919" y="38054"/>
                  </a:lnTo>
                  <a:lnTo>
                    <a:pt x="26858" y="37600"/>
                  </a:lnTo>
                  <a:lnTo>
                    <a:pt x="26191" y="36268"/>
                  </a:lnTo>
                  <a:lnTo>
                    <a:pt x="25515" y="34915"/>
                  </a:lnTo>
                  <a:lnTo>
                    <a:pt x="24517" y="34582"/>
                  </a:lnTo>
                  <a:lnTo>
                    <a:pt x="23516" y="34248"/>
                  </a:lnTo>
                  <a:lnTo>
                    <a:pt x="22507" y="33912"/>
                  </a:lnTo>
                  <a:lnTo>
                    <a:pt x="21486" y="33572"/>
                  </a:lnTo>
                  <a:lnTo>
                    <a:pt x="21486" y="32239"/>
                  </a:lnTo>
                  <a:lnTo>
                    <a:pt x="21486" y="30886"/>
                  </a:lnTo>
                  <a:lnTo>
                    <a:pt x="20155" y="30886"/>
                  </a:lnTo>
                  <a:lnTo>
                    <a:pt x="18815" y="30886"/>
                  </a:lnTo>
                  <a:lnTo>
                    <a:pt x="17458" y="30886"/>
                  </a:lnTo>
                  <a:lnTo>
                    <a:pt x="17458" y="29555"/>
                  </a:lnTo>
                  <a:lnTo>
                    <a:pt x="17458" y="28215"/>
                  </a:lnTo>
                  <a:lnTo>
                    <a:pt x="17458" y="26857"/>
                  </a:lnTo>
                  <a:lnTo>
                    <a:pt x="16394" y="27123"/>
                  </a:lnTo>
                  <a:lnTo>
                    <a:pt x="15327" y="27390"/>
                  </a:lnTo>
                  <a:lnTo>
                    <a:pt x="14255" y="27658"/>
                  </a:lnTo>
                  <a:lnTo>
                    <a:pt x="13176" y="27928"/>
                  </a:lnTo>
                  <a:lnTo>
                    <a:pt x="12086" y="28200"/>
                  </a:lnTo>
                  <a:lnTo>
                    <a:pt x="12086" y="29531"/>
                  </a:lnTo>
                  <a:lnTo>
                    <a:pt x="12086" y="30871"/>
                  </a:lnTo>
                  <a:lnTo>
                    <a:pt x="12086" y="32229"/>
                  </a:lnTo>
                  <a:lnTo>
                    <a:pt x="10753" y="32229"/>
                  </a:lnTo>
                  <a:lnTo>
                    <a:pt x="9400" y="32229"/>
                  </a:lnTo>
                  <a:lnTo>
                    <a:pt x="9380" y="31054"/>
                  </a:lnTo>
                  <a:lnTo>
                    <a:pt x="9362" y="29879"/>
                  </a:lnTo>
                  <a:lnTo>
                    <a:pt x="9345" y="28704"/>
                  </a:lnTo>
                  <a:lnTo>
                    <a:pt x="9331" y="27529"/>
                  </a:lnTo>
                  <a:lnTo>
                    <a:pt x="9317" y="26354"/>
                  </a:lnTo>
                  <a:lnTo>
                    <a:pt x="9301" y="25262"/>
                  </a:lnTo>
                  <a:lnTo>
                    <a:pt x="9285" y="24163"/>
                  </a:lnTo>
                  <a:lnTo>
                    <a:pt x="9269" y="23049"/>
                  </a:lnTo>
                  <a:lnTo>
                    <a:pt x="9344" y="21609"/>
                  </a:lnTo>
                  <a:lnTo>
                    <a:pt x="9458" y="20599"/>
                  </a:lnTo>
                  <a:lnTo>
                    <a:pt x="9682" y="19749"/>
                  </a:lnTo>
                  <a:lnTo>
                    <a:pt x="10087" y="18791"/>
                  </a:lnTo>
                  <a:lnTo>
                    <a:pt x="10743" y="17457"/>
                  </a:lnTo>
                  <a:lnTo>
                    <a:pt x="12076" y="17457"/>
                  </a:lnTo>
                  <a:lnTo>
                    <a:pt x="13429" y="17457"/>
                  </a:lnTo>
                  <a:lnTo>
                    <a:pt x="13347" y="16957"/>
                  </a:lnTo>
                  <a:lnTo>
                    <a:pt x="13241" y="16309"/>
                  </a:lnTo>
                  <a:lnTo>
                    <a:pt x="13040" y="15081"/>
                  </a:lnTo>
                  <a:lnTo>
                    <a:pt x="12674" y="12840"/>
                  </a:lnTo>
                  <a:lnTo>
                    <a:pt x="12528" y="11656"/>
                  </a:lnTo>
                  <a:lnTo>
                    <a:pt x="12382" y="10467"/>
                  </a:lnTo>
                  <a:lnTo>
                    <a:pt x="12235" y="9269"/>
                  </a:lnTo>
                  <a:lnTo>
                    <a:pt x="12086" y="8057"/>
                  </a:lnTo>
                  <a:lnTo>
                    <a:pt x="12753" y="7391"/>
                  </a:lnTo>
                  <a:lnTo>
                    <a:pt x="13429" y="6714"/>
                  </a:lnTo>
                  <a:lnTo>
                    <a:pt x="12351" y="6234"/>
                  </a:lnTo>
                  <a:lnTo>
                    <a:pt x="11281" y="5866"/>
                  </a:lnTo>
                  <a:lnTo>
                    <a:pt x="10214" y="5597"/>
                  </a:lnTo>
                  <a:lnTo>
                    <a:pt x="9147" y="5413"/>
                  </a:lnTo>
                  <a:lnTo>
                    <a:pt x="8076" y="5302"/>
                  </a:lnTo>
                  <a:lnTo>
                    <a:pt x="6997" y="5248"/>
                  </a:lnTo>
                  <a:lnTo>
                    <a:pt x="5906" y="5238"/>
                  </a:lnTo>
                  <a:lnTo>
                    <a:pt x="4799" y="5259"/>
                  </a:lnTo>
                  <a:lnTo>
                    <a:pt x="3672" y="5298"/>
                  </a:lnTo>
                  <a:lnTo>
                    <a:pt x="2521" y="5340"/>
                  </a:lnTo>
                  <a:lnTo>
                    <a:pt x="1343" y="5371"/>
                  </a:lnTo>
                  <a:lnTo>
                    <a:pt x="1077" y="4307"/>
                  </a:lnTo>
                  <a:lnTo>
                    <a:pt x="810" y="3241"/>
                  </a:lnTo>
                  <a:lnTo>
                    <a:pt x="543" y="2169"/>
                  </a:lnTo>
                  <a:lnTo>
                    <a:pt x="273" y="10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827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region 47 #525252"/>
            <p:cNvSpPr/>
            <p:nvPr/>
          </p:nvSpPr>
          <p:spPr>
            <a:xfrm>
              <a:off x="2501790" y="827215"/>
              <a:ext cx="336711" cy="139052"/>
            </a:xfrm>
            <a:custGeom>
              <a:avLst/>
              <a:gdLst/>
              <a:ahLst/>
              <a:cxnLst/>
              <a:rect l="l" t="t" r="r" b="b"/>
              <a:pathLst>
                <a:path w="336711" h="139052">
                  <a:moveTo>
                    <a:pt x="331693" y="0"/>
                  </a:moveTo>
                  <a:lnTo>
                    <a:pt x="333024" y="0"/>
                  </a:lnTo>
                  <a:lnTo>
                    <a:pt x="334363" y="0"/>
                  </a:lnTo>
                  <a:lnTo>
                    <a:pt x="335721" y="0"/>
                  </a:lnTo>
                  <a:lnTo>
                    <a:pt x="336098" y="1249"/>
                  </a:lnTo>
                  <a:lnTo>
                    <a:pt x="336389" y="2332"/>
                  </a:lnTo>
                  <a:lnTo>
                    <a:pt x="336590" y="3299"/>
                  </a:lnTo>
                  <a:lnTo>
                    <a:pt x="336699" y="4199"/>
                  </a:lnTo>
                  <a:lnTo>
                    <a:pt x="336711" y="5080"/>
                  </a:lnTo>
                  <a:lnTo>
                    <a:pt x="336623" y="5992"/>
                  </a:lnTo>
                  <a:lnTo>
                    <a:pt x="336431" y="6983"/>
                  </a:lnTo>
                  <a:lnTo>
                    <a:pt x="336132" y="8103"/>
                  </a:lnTo>
                  <a:lnTo>
                    <a:pt x="335721" y="9401"/>
                  </a:lnTo>
                  <a:lnTo>
                    <a:pt x="334388" y="9401"/>
                  </a:lnTo>
                  <a:lnTo>
                    <a:pt x="333035" y="9401"/>
                  </a:lnTo>
                  <a:lnTo>
                    <a:pt x="333035" y="10540"/>
                  </a:lnTo>
                  <a:lnTo>
                    <a:pt x="333035" y="11682"/>
                  </a:lnTo>
                  <a:lnTo>
                    <a:pt x="333035" y="12826"/>
                  </a:lnTo>
                  <a:lnTo>
                    <a:pt x="333035" y="13974"/>
                  </a:lnTo>
                  <a:lnTo>
                    <a:pt x="333035" y="15128"/>
                  </a:lnTo>
                  <a:lnTo>
                    <a:pt x="333035" y="16289"/>
                  </a:lnTo>
                  <a:lnTo>
                    <a:pt x="333035" y="17458"/>
                  </a:lnTo>
                  <a:lnTo>
                    <a:pt x="331703" y="17458"/>
                  </a:lnTo>
                  <a:lnTo>
                    <a:pt x="330350" y="17458"/>
                  </a:lnTo>
                  <a:lnTo>
                    <a:pt x="330475" y="18999"/>
                  </a:lnTo>
                  <a:lnTo>
                    <a:pt x="330602" y="20563"/>
                  </a:lnTo>
                  <a:lnTo>
                    <a:pt x="330465" y="22338"/>
                  </a:lnTo>
                  <a:lnTo>
                    <a:pt x="330290" y="23505"/>
                  </a:lnTo>
                  <a:lnTo>
                    <a:pt x="329982" y="24320"/>
                  </a:lnTo>
                  <a:lnTo>
                    <a:pt x="329441" y="25041"/>
                  </a:lnTo>
                  <a:lnTo>
                    <a:pt x="328572" y="25925"/>
                  </a:lnTo>
                  <a:lnTo>
                    <a:pt x="327795" y="26754"/>
                  </a:lnTo>
                  <a:lnTo>
                    <a:pt x="327085" y="27596"/>
                  </a:lnTo>
                  <a:lnTo>
                    <a:pt x="326434" y="28452"/>
                  </a:lnTo>
                  <a:lnTo>
                    <a:pt x="325832" y="29325"/>
                  </a:lnTo>
                  <a:lnTo>
                    <a:pt x="325272" y="30215"/>
                  </a:lnTo>
                  <a:lnTo>
                    <a:pt x="324744" y="31124"/>
                  </a:lnTo>
                  <a:lnTo>
                    <a:pt x="324240" y="32054"/>
                  </a:lnTo>
                  <a:lnTo>
                    <a:pt x="323752" y="33005"/>
                  </a:lnTo>
                  <a:lnTo>
                    <a:pt x="323270" y="33980"/>
                  </a:lnTo>
                  <a:lnTo>
                    <a:pt x="322787" y="34980"/>
                  </a:lnTo>
                  <a:lnTo>
                    <a:pt x="322292" y="36006"/>
                  </a:lnTo>
                  <a:lnTo>
                    <a:pt x="322074" y="36455"/>
                  </a:lnTo>
                  <a:lnTo>
                    <a:pt x="321792" y="37036"/>
                  </a:lnTo>
                  <a:lnTo>
                    <a:pt x="321256" y="38137"/>
                  </a:lnTo>
                  <a:lnTo>
                    <a:pt x="320278" y="40146"/>
                  </a:lnTo>
                  <a:lnTo>
                    <a:pt x="320060" y="40598"/>
                  </a:lnTo>
                  <a:lnTo>
                    <a:pt x="319777" y="41183"/>
                  </a:lnTo>
                  <a:lnTo>
                    <a:pt x="319242" y="42292"/>
                  </a:lnTo>
                  <a:lnTo>
                    <a:pt x="318264" y="44316"/>
                  </a:lnTo>
                  <a:lnTo>
                    <a:pt x="317765" y="45338"/>
                  </a:lnTo>
                  <a:lnTo>
                    <a:pt x="317274" y="46321"/>
                  </a:lnTo>
                  <a:lnTo>
                    <a:pt x="316787" y="47267"/>
                  </a:lnTo>
                  <a:lnTo>
                    <a:pt x="316298" y="48181"/>
                  </a:lnTo>
                  <a:lnTo>
                    <a:pt x="315803" y="49066"/>
                  </a:lnTo>
                  <a:lnTo>
                    <a:pt x="315295" y="49927"/>
                  </a:lnTo>
                  <a:lnTo>
                    <a:pt x="314771" y="50767"/>
                  </a:lnTo>
                  <a:lnTo>
                    <a:pt x="314225" y="51590"/>
                  </a:lnTo>
                  <a:lnTo>
                    <a:pt x="313652" y="52401"/>
                  </a:lnTo>
                  <a:lnTo>
                    <a:pt x="313047" y="53203"/>
                  </a:lnTo>
                  <a:lnTo>
                    <a:pt x="312405" y="54000"/>
                  </a:lnTo>
                  <a:lnTo>
                    <a:pt x="311721" y="54796"/>
                  </a:lnTo>
                  <a:lnTo>
                    <a:pt x="310990" y="55595"/>
                  </a:lnTo>
                  <a:lnTo>
                    <a:pt x="310206" y="56401"/>
                  </a:lnTo>
                  <a:lnTo>
                    <a:pt x="310034" y="56871"/>
                  </a:lnTo>
                  <a:lnTo>
                    <a:pt x="309729" y="57697"/>
                  </a:lnTo>
                  <a:lnTo>
                    <a:pt x="309031" y="59591"/>
                  </a:lnTo>
                  <a:lnTo>
                    <a:pt x="308534" y="60665"/>
                  </a:lnTo>
                  <a:lnTo>
                    <a:pt x="307998" y="61664"/>
                  </a:lnTo>
                  <a:lnTo>
                    <a:pt x="307425" y="62599"/>
                  </a:lnTo>
                  <a:lnTo>
                    <a:pt x="306817" y="63479"/>
                  </a:lnTo>
                  <a:lnTo>
                    <a:pt x="306174" y="64316"/>
                  </a:lnTo>
                  <a:lnTo>
                    <a:pt x="305497" y="65119"/>
                  </a:lnTo>
                  <a:lnTo>
                    <a:pt x="304789" y="65900"/>
                  </a:lnTo>
                  <a:lnTo>
                    <a:pt x="304049" y="66668"/>
                  </a:lnTo>
                  <a:lnTo>
                    <a:pt x="303280" y="67435"/>
                  </a:lnTo>
                  <a:lnTo>
                    <a:pt x="302482" y="68211"/>
                  </a:lnTo>
                  <a:lnTo>
                    <a:pt x="301657" y="69006"/>
                  </a:lnTo>
                  <a:lnTo>
                    <a:pt x="300806" y="69830"/>
                  </a:lnTo>
                  <a:lnTo>
                    <a:pt x="300224" y="70884"/>
                  </a:lnTo>
                  <a:lnTo>
                    <a:pt x="299638" y="71945"/>
                  </a:lnTo>
                  <a:lnTo>
                    <a:pt x="299044" y="73020"/>
                  </a:lnTo>
                  <a:lnTo>
                    <a:pt x="298423" y="73947"/>
                  </a:lnTo>
                  <a:lnTo>
                    <a:pt x="297781" y="74832"/>
                  </a:lnTo>
                  <a:lnTo>
                    <a:pt x="297119" y="75680"/>
                  </a:lnTo>
                  <a:lnTo>
                    <a:pt x="296437" y="76493"/>
                  </a:lnTo>
                  <a:lnTo>
                    <a:pt x="295737" y="77278"/>
                  </a:lnTo>
                  <a:lnTo>
                    <a:pt x="295017" y="78037"/>
                  </a:lnTo>
                  <a:lnTo>
                    <a:pt x="294279" y="78776"/>
                  </a:lnTo>
                  <a:lnTo>
                    <a:pt x="293523" y="79499"/>
                  </a:lnTo>
                  <a:lnTo>
                    <a:pt x="292750" y="80209"/>
                  </a:lnTo>
                  <a:lnTo>
                    <a:pt x="291959" y="80912"/>
                  </a:lnTo>
                  <a:lnTo>
                    <a:pt x="291152" y="81611"/>
                  </a:lnTo>
                  <a:lnTo>
                    <a:pt x="290329" y="82311"/>
                  </a:lnTo>
                  <a:lnTo>
                    <a:pt x="289491" y="83017"/>
                  </a:lnTo>
                  <a:lnTo>
                    <a:pt x="288637" y="83732"/>
                  </a:lnTo>
                  <a:lnTo>
                    <a:pt x="287531" y="84675"/>
                  </a:lnTo>
                  <a:lnTo>
                    <a:pt x="286725" y="85374"/>
                  </a:lnTo>
                  <a:lnTo>
                    <a:pt x="286087" y="85955"/>
                  </a:lnTo>
                  <a:lnTo>
                    <a:pt x="285484" y="86544"/>
                  </a:lnTo>
                  <a:lnTo>
                    <a:pt x="284784" y="87264"/>
                  </a:lnTo>
                  <a:lnTo>
                    <a:pt x="283852" y="88243"/>
                  </a:lnTo>
                  <a:lnTo>
                    <a:pt x="282743" y="89243"/>
                  </a:lnTo>
                  <a:lnTo>
                    <a:pt x="281901" y="89757"/>
                  </a:lnTo>
                  <a:lnTo>
                    <a:pt x="280902" y="89947"/>
                  </a:lnTo>
                  <a:lnTo>
                    <a:pt x="279320" y="89974"/>
                  </a:lnTo>
                  <a:lnTo>
                    <a:pt x="279320" y="91306"/>
                  </a:lnTo>
                  <a:lnTo>
                    <a:pt x="279320" y="92659"/>
                  </a:lnTo>
                  <a:lnTo>
                    <a:pt x="277987" y="92659"/>
                  </a:lnTo>
                  <a:lnTo>
                    <a:pt x="276634" y="92659"/>
                  </a:lnTo>
                  <a:lnTo>
                    <a:pt x="276634" y="93992"/>
                  </a:lnTo>
                  <a:lnTo>
                    <a:pt x="276634" y="95345"/>
                  </a:lnTo>
                  <a:lnTo>
                    <a:pt x="275303" y="95345"/>
                  </a:lnTo>
                  <a:lnTo>
                    <a:pt x="273964" y="95345"/>
                  </a:lnTo>
                  <a:lnTo>
                    <a:pt x="272606" y="95345"/>
                  </a:lnTo>
                  <a:lnTo>
                    <a:pt x="272606" y="96678"/>
                  </a:lnTo>
                  <a:lnTo>
                    <a:pt x="272606" y="98031"/>
                  </a:lnTo>
                  <a:lnTo>
                    <a:pt x="270853" y="99495"/>
                  </a:lnTo>
                  <a:lnTo>
                    <a:pt x="269208" y="100867"/>
                  </a:lnTo>
                  <a:lnTo>
                    <a:pt x="267666" y="102151"/>
                  </a:lnTo>
                  <a:lnTo>
                    <a:pt x="266221" y="103350"/>
                  </a:lnTo>
                  <a:lnTo>
                    <a:pt x="264869" y="104466"/>
                  </a:lnTo>
                  <a:lnTo>
                    <a:pt x="263604" y="105502"/>
                  </a:lnTo>
                  <a:lnTo>
                    <a:pt x="262421" y="106461"/>
                  </a:lnTo>
                  <a:lnTo>
                    <a:pt x="261315" y="107347"/>
                  </a:lnTo>
                  <a:lnTo>
                    <a:pt x="260280" y="108162"/>
                  </a:lnTo>
                  <a:lnTo>
                    <a:pt x="259313" y="108909"/>
                  </a:lnTo>
                  <a:lnTo>
                    <a:pt x="258406" y="109591"/>
                  </a:lnTo>
                  <a:lnTo>
                    <a:pt x="257556" y="110211"/>
                  </a:lnTo>
                  <a:lnTo>
                    <a:pt x="256757" y="110772"/>
                  </a:lnTo>
                  <a:lnTo>
                    <a:pt x="256003" y="111277"/>
                  </a:lnTo>
                  <a:lnTo>
                    <a:pt x="255291" y="111729"/>
                  </a:lnTo>
                  <a:lnTo>
                    <a:pt x="254614" y="112131"/>
                  </a:lnTo>
                  <a:lnTo>
                    <a:pt x="253967" y="112486"/>
                  </a:lnTo>
                  <a:lnTo>
                    <a:pt x="253346" y="112796"/>
                  </a:lnTo>
                  <a:lnTo>
                    <a:pt x="252744" y="113065"/>
                  </a:lnTo>
                  <a:lnTo>
                    <a:pt x="252158" y="113296"/>
                  </a:lnTo>
                  <a:lnTo>
                    <a:pt x="251581" y="113491"/>
                  </a:lnTo>
                  <a:lnTo>
                    <a:pt x="251009" y="113654"/>
                  </a:lnTo>
                  <a:lnTo>
                    <a:pt x="250437" y="113787"/>
                  </a:lnTo>
                  <a:lnTo>
                    <a:pt x="249858" y="113894"/>
                  </a:lnTo>
                  <a:lnTo>
                    <a:pt x="249269" y="113977"/>
                  </a:lnTo>
                  <a:lnTo>
                    <a:pt x="248664" y="114039"/>
                  </a:lnTo>
                  <a:lnTo>
                    <a:pt x="248037" y="114084"/>
                  </a:lnTo>
                  <a:lnTo>
                    <a:pt x="247384" y="114114"/>
                  </a:lnTo>
                  <a:lnTo>
                    <a:pt x="246700" y="114132"/>
                  </a:lnTo>
                  <a:lnTo>
                    <a:pt x="245978" y="114142"/>
                  </a:lnTo>
                  <a:lnTo>
                    <a:pt x="245215" y="114145"/>
                  </a:lnTo>
                  <a:lnTo>
                    <a:pt x="244405" y="114145"/>
                  </a:lnTo>
                  <a:lnTo>
                    <a:pt x="243989" y="115353"/>
                  </a:lnTo>
                  <a:lnTo>
                    <a:pt x="243566" y="116579"/>
                  </a:lnTo>
                  <a:lnTo>
                    <a:pt x="242953" y="117474"/>
                  </a:lnTo>
                  <a:lnTo>
                    <a:pt x="242289" y="118302"/>
                  </a:lnTo>
                  <a:lnTo>
                    <a:pt x="241575" y="119065"/>
                  </a:lnTo>
                  <a:lnTo>
                    <a:pt x="240816" y="119768"/>
                  </a:lnTo>
                  <a:lnTo>
                    <a:pt x="240015" y="120415"/>
                  </a:lnTo>
                  <a:lnTo>
                    <a:pt x="239175" y="121009"/>
                  </a:lnTo>
                  <a:lnTo>
                    <a:pt x="238300" y="121554"/>
                  </a:lnTo>
                  <a:lnTo>
                    <a:pt x="237393" y="122055"/>
                  </a:lnTo>
                  <a:lnTo>
                    <a:pt x="236458" y="122514"/>
                  </a:lnTo>
                  <a:lnTo>
                    <a:pt x="235498" y="122936"/>
                  </a:lnTo>
                  <a:lnTo>
                    <a:pt x="234516" y="123325"/>
                  </a:lnTo>
                  <a:lnTo>
                    <a:pt x="233516" y="123685"/>
                  </a:lnTo>
                  <a:lnTo>
                    <a:pt x="232501" y="124019"/>
                  </a:lnTo>
                  <a:lnTo>
                    <a:pt x="231475" y="124331"/>
                  </a:lnTo>
                  <a:lnTo>
                    <a:pt x="230441" y="124625"/>
                  </a:lnTo>
                  <a:lnTo>
                    <a:pt x="229402" y="124906"/>
                  </a:lnTo>
                  <a:lnTo>
                    <a:pt x="228363" y="125176"/>
                  </a:lnTo>
                  <a:lnTo>
                    <a:pt x="227326" y="125439"/>
                  </a:lnTo>
                  <a:lnTo>
                    <a:pt x="226294" y="125701"/>
                  </a:lnTo>
                  <a:lnTo>
                    <a:pt x="225272" y="125963"/>
                  </a:lnTo>
                  <a:lnTo>
                    <a:pt x="224262" y="126231"/>
                  </a:lnTo>
                  <a:lnTo>
                    <a:pt x="223213" y="126570"/>
                  </a:lnTo>
                  <a:lnTo>
                    <a:pt x="222165" y="126911"/>
                  </a:lnTo>
                  <a:lnTo>
                    <a:pt x="221117" y="127255"/>
                  </a:lnTo>
                  <a:lnTo>
                    <a:pt x="220071" y="127600"/>
                  </a:lnTo>
                  <a:lnTo>
                    <a:pt x="219025" y="127948"/>
                  </a:lnTo>
                  <a:lnTo>
                    <a:pt x="217979" y="128297"/>
                  </a:lnTo>
                  <a:lnTo>
                    <a:pt x="216934" y="128648"/>
                  </a:lnTo>
                  <a:lnTo>
                    <a:pt x="215890" y="129000"/>
                  </a:lnTo>
                  <a:lnTo>
                    <a:pt x="214846" y="129354"/>
                  </a:lnTo>
                  <a:lnTo>
                    <a:pt x="213802" y="129708"/>
                  </a:lnTo>
                  <a:lnTo>
                    <a:pt x="212759" y="130064"/>
                  </a:lnTo>
                  <a:lnTo>
                    <a:pt x="211716" y="130420"/>
                  </a:lnTo>
                  <a:lnTo>
                    <a:pt x="210673" y="130777"/>
                  </a:lnTo>
                  <a:lnTo>
                    <a:pt x="209630" y="131135"/>
                  </a:lnTo>
                  <a:lnTo>
                    <a:pt x="208588" y="131493"/>
                  </a:lnTo>
                  <a:lnTo>
                    <a:pt x="207542" y="131829"/>
                  </a:lnTo>
                  <a:lnTo>
                    <a:pt x="206499" y="132156"/>
                  </a:lnTo>
                  <a:lnTo>
                    <a:pt x="205458" y="132475"/>
                  </a:lnTo>
                  <a:lnTo>
                    <a:pt x="204419" y="132785"/>
                  </a:lnTo>
                  <a:lnTo>
                    <a:pt x="203383" y="133087"/>
                  </a:lnTo>
                  <a:lnTo>
                    <a:pt x="202349" y="133381"/>
                  </a:lnTo>
                  <a:lnTo>
                    <a:pt x="201316" y="133665"/>
                  </a:lnTo>
                  <a:lnTo>
                    <a:pt x="200285" y="133942"/>
                  </a:lnTo>
                  <a:lnTo>
                    <a:pt x="199256" y="134211"/>
                  </a:lnTo>
                  <a:lnTo>
                    <a:pt x="198228" y="134471"/>
                  </a:lnTo>
                  <a:lnTo>
                    <a:pt x="197201" y="134723"/>
                  </a:lnTo>
                  <a:lnTo>
                    <a:pt x="196175" y="134968"/>
                  </a:lnTo>
                  <a:lnTo>
                    <a:pt x="195150" y="135204"/>
                  </a:lnTo>
                  <a:lnTo>
                    <a:pt x="194126" y="135432"/>
                  </a:lnTo>
                  <a:lnTo>
                    <a:pt x="193103" y="135653"/>
                  </a:lnTo>
                  <a:lnTo>
                    <a:pt x="192080" y="135866"/>
                  </a:lnTo>
                  <a:lnTo>
                    <a:pt x="191057" y="136072"/>
                  </a:lnTo>
                  <a:lnTo>
                    <a:pt x="190035" y="136269"/>
                  </a:lnTo>
                  <a:lnTo>
                    <a:pt x="189012" y="136460"/>
                  </a:lnTo>
                  <a:lnTo>
                    <a:pt x="187989" y="136642"/>
                  </a:lnTo>
                  <a:lnTo>
                    <a:pt x="186967" y="136818"/>
                  </a:lnTo>
                  <a:lnTo>
                    <a:pt x="185943" y="136986"/>
                  </a:lnTo>
                  <a:lnTo>
                    <a:pt x="184919" y="137147"/>
                  </a:lnTo>
                  <a:lnTo>
                    <a:pt x="183895" y="137301"/>
                  </a:lnTo>
                  <a:lnTo>
                    <a:pt x="182869" y="137447"/>
                  </a:lnTo>
                  <a:lnTo>
                    <a:pt x="181842" y="137587"/>
                  </a:lnTo>
                  <a:lnTo>
                    <a:pt x="180815" y="137720"/>
                  </a:lnTo>
                  <a:lnTo>
                    <a:pt x="179786" y="137846"/>
                  </a:lnTo>
                  <a:lnTo>
                    <a:pt x="178755" y="137965"/>
                  </a:lnTo>
                  <a:lnTo>
                    <a:pt x="177723" y="138077"/>
                  </a:lnTo>
                  <a:lnTo>
                    <a:pt x="176689" y="138183"/>
                  </a:lnTo>
                  <a:lnTo>
                    <a:pt x="175653" y="138282"/>
                  </a:lnTo>
                  <a:lnTo>
                    <a:pt x="174615" y="138374"/>
                  </a:lnTo>
                  <a:lnTo>
                    <a:pt x="173574" y="138460"/>
                  </a:lnTo>
                  <a:lnTo>
                    <a:pt x="172532" y="138540"/>
                  </a:lnTo>
                  <a:lnTo>
                    <a:pt x="171487" y="138614"/>
                  </a:lnTo>
                  <a:lnTo>
                    <a:pt x="170439" y="138681"/>
                  </a:lnTo>
                  <a:lnTo>
                    <a:pt x="169388" y="138742"/>
                  </a:lnTo>
                  <a:lnTo>
                    <a:pt x="168334" y="138796"/>
                  </a:lnTo>
                  <a:lnTo>
                    <a:pt x="167277" y="138845"/>
                  </a:lnTo>
                  <a:lnTo>
                    <a:pt x="166217" y="138888"/>
                  </a:lnTo>
                  <a:lnTo>
                    <a:pt x="165154" y="138925"/>
                  </a:lnTo>
                  <a:lnTo>
                    <a:pt x="164086" y="138956"/>
                  </a:lnTo>
                  <a:lnTo>
                    <a:pt x="163015" y="138982"/>
                  </a:lnTo>
                  <a:lnTo>
                    <a:pt x="161941" y="139001"/>
                  </a:lnTo>
                  <a:lnTo>
                    <a:pt x="160862" y="139015"/>
                  </a:lnTo>
                  <a:lnTo>
                    <a:pt x="159779" y="139024"/>
                  </a:lnTo>
                  <a:lnTo>
                    <a:pt x="158691" y="139027"/>
                  </a:lnTo>
                  <a:lnTo>
                    <a:pt x="157599" y="139025"/>
                  </a:lnTo>
                  <a:lnTo>
                    <a:pt x="156503" y="139017"/>
                  </a:lnTo>
                  <a:lnTo>
                    <a:pt x="155400" y="139010"/>
                  </a:lnTo>
                  <a:lnTo>
                    <a:pt x="154297" y="139006"/>
                  </a:lnTo>
                  <a:lnTo>
                    <a:pt x="153194" y="139005"/>
                  </a:lnTo>
                  <a:lnTo>
                    <a:pt x="152091" y="139007"/>
                  </a:lnTo>
                  <a:lnTo>
                    <a:pt x="150989" y="139011"/>
                  </a:lnTo>
                  <a:lnTo>
                    <a:pt x="149886" y="139016"/>
                  </a:lnTo>
                  <a:lnTo>
                    <a:pt x="148784" y="139024"/>
                  </a:lnTo>
                  <a:lnTo>
                    <a:pt x="147681" y="139032"/>
                  </a:lnTo>
                  <a:lnTo>
                    <a:pt x="146578" y="139042"/>
                  </a:lnTo>
                  <a:lnTo>
                    <a:pt x="145475" y="139052"/>
                  </a:lnTo>
                  <a:lnTo>
                    <a:pt x="144375" y="139051"/>
                  </a:lnTo>
                  <a:lnTo>
                    <a:pt x="143283" y="139047"/>
                  </a:lnTo>
                  <a:lnTo>
                    <a:pt x="142198" y="139037"/>
                  </a:lnTo>
                  <a:lnTo>
                    <a:pt x="141121" y="139023"/>
                  </a:lnTo>
                  <a:lnTo>
                    <a:pt x="140050" y="139002"/>
                  </a:lnTo>
                  <a:lnTo>
                    <a:pt x="138986" y="138976"/>
                  </a:lnTo>
                  <a:lnTo>
                    <a:pt x="137927" y="138944"/>
                  </a:lnTo>
                  <a:lnTo>
                    <a:pt x="136874" y="138905"/>
                  </a:lnTo>
                  <a:lnTo>
                    <a:pt x="135826" y="138859"/>
                  </a:lnTo>
                  <a:lnTo>
                    <a:pt x="134783" y="138805"/>
                  </a:lnTo>
                  <a:lnTo>
                    <a:pt x="133744" y="138744"/>
                  </a:lnTo>
                  <a:lnTo>
                    <a:pt x="132709" y="138674"/>
                  </a:lnTo>
                  <a:lnTo>
                    <a:pt x="131678" y="138596"/>
                  </a:lnTo>
                  <a:lnTo>
                    <a:pt x="130650" y="138508"/>
                  </a:lnTo>
                  <a:lnTo>
                    <a:pt x="129624" y="138411"/>
                  </a:lnTo>
                  <a:lnTo>
                    <a:pt x="128601" y="138304"/>
                  </a:lnTo>
                  <a:lnTo>
                    <a:pt x="127580" y="138187"/>
                  </a:lnTo>
                  <a:lnTo>
                    <a:pt x="126561" y="138059"/>
                  </a:lnTo>
                  <a:lnTo>
                    <a:pt x="125542" y="137919"/>
                  </a:lnTo>
                  <a:lnTo>
                    <a:pt x="124525" y="137769"/>
                  </a:lnTo>
                  <a:lnTo>
                    <a:pt x="123507" y="137606"/>
                  </a:lnTo>
                  <a:lnTo>
                    <a:pt x="122490" y="137431"/>
                  </a:lnTo>
                  <a:lnTo>
                    <a:pt x="121472" y="137244"/>
                  </a:lnTo>
                  <a:lnTo>
                    <a:pt x="120454" y="137043"/>
                  </a:lnTo>
                  <a:lnTo>
                    <a:pt x="119434" y="136829"/>
                  </a:lnTo>
                  <a:lnTo>
                    <a:pt x="118413" y="136601"/>
                  </a:lnTo>
                  <a:lnTo>
                    <a:pt x="117389" y="136359"/>
                  </a:lnTo>
                  <a:lnTo>
                    <a:pt x="116363" y="136102"/>
                  </a:lnTo>
                  <a:lnTo>
                    <a:pt x="115335" y="135830"/>
                  </a:lnTo>
                  <a:lnTo>
                    <a:pt x="114303" y="135542"/>
                  </a:lnTo>
                  <a:lnTo>
                    <a:pt x="113267" y="135238"/>
                  </a:lnTo>
                  <a:lnTo>
                    <a:pt x="112228" y="134918"/>
                  </a:lnTo>
                  <a:lnTo>
                    <a:pt x="111184" y="134582"/>
                  </a:lnTo>
                  <a:lnTo>
                    <a:pt x="110136" y="134228"/>
                  </a:lnTo>
                  <a:lnTo>
                    <a:pt x="109106" y="133915"/>
                  </a:lnTo>
                  <a:lnTo>
                    <a:pt x="108081" y="133630"/>
                  </a:lnTo>
                  <a:lnTo>
                    <a:pt x="107057" y="133368"/>
                  </a:lnTo>
                  <a:lnTo>
                    <a:pt x="106035" y="133129"/>
                  </a:lnTo>
                  <a:lnTo>
                    <a:pt x="105013" y="132910"/>
                  </a:lnTo>
                  <a:lnTo>
                    <a:pt x="103989" y="132708"/>
                  </a:lnTo>
                  <a:lnTo>
                    <a:pt x="102963" y="132522"/>
                  </a:lnTo>
                  <a:lnTo>
                    <a:pt x="101933" y="132349"/>
                  </a:lnTo>
                  <a:lnTo>
                    <a:pt x="100899" y="132187"/>
                  </a:lnTo>
                  <a:lnTo>
                    <a:pt x="99858" y="132034"/>
                  </a:lnTo>
                  <a:lnTo>
                    <a:pt x="98810" y="131887"/>
                  </a:lnTo>
                  <a:lnTo>
                    <a:pt x="97754" y="131744"/>
                  </a:lnTo>
                  <a:lnTo>
                    <a:pt x="96688" y="131603"/>
                  </a:lnTo>
                  <a:lnTo>
                    <a:pt x="95250" y="131115"/>
                  </a:lnTo>
                  <a:lnTo>
                    <a:pt x="94157" y="130738"/>
                  </a:lnTo>
                  <a:lnTo>
                    <a:pt x="93281" y="130425"/>
                  </a:lnTo>
                  <a:lnTo>
                    <a:pt x="92493" y="130126"/>
                  </a:lnTo>
                  <a:lnTo>
                    <a:pt x="91666" y="129794"/>
                  </a:lnTo>
                  <a:lnTo>
                    <a:pt x="90673" y="129379"/>
                  </a:lnTo>
                  <a:lnTo>
                    <a:pt x="89385" y="128834"/>
                  </a:lnTo>
                  <a:lnTo>
                    <a:pt x="88223" y="128346"/>
                  </a:lnTo>
                  <a:lnTo>
                    <a:pt x="87053" y="127856"/>
                  </a:lnTo>
                  <a:lnTo>
                    <a:pt x="85866" y="127359"/>
                  </a:lnTo>
                  <a:lnTo>
                    <a:pt x="85218" y="127078"/>
                  </a:lnTo>
                  <a:lnTo>
                    <a:pt x="83259" y="126231"/>
                  </a:lnTo>
                  <a:lnTo>
                    <a:pt x="83259" y="124899"/>
                  </a:lnTo>
                  <a:lnTo>
                    <a:pt x="83259" y="123546"/>
                  </a:lnTo>
                  <a:lnTo>
                    <a:pt x="82737" y="123420"/>
                  </a:lnTo>
                  <a:lnTo>
                    <a:pt x="81162" y="123042"/>
                  </a:lnTo>
                  <a:lnTo>
                    <a:pt x="80100" y="122767"/>
                  </a:lnTo>
                  <a:lnTo>
                    <a:pt x="79040" y="122487"/>
                  </a:lnTo>
                  <a:lnTo>
                    <a:pt x="77981" y="122203"/>
                  </a:lnTo>
                  <a:lnTo>
                    <a:pt x="76923" y="121914"/>
                  </a:lnTo>
                  <a:lnTo>
                    <a:pt x="75867" y="121622"/>
                  </a:lnTo>
                  <a:lnTo>
                    <a:pt x="74811" y="121327"/>
                  </a:lnTo>
                  <a:lnTo>
                    <a:pt x="73757" y="121029"/>
                  </a:lnTo>
                  <a:lnTo>
                    <a:pt x="72702" y="120729"/>
                  </a:lnTo>
                  <a:lnTo>
                    <a:pt x="71648" y="120427"/>
                  </a:lnTo>
                  <a:lnTo>
                    <a:pt x="70595" y="120124"/>
                  </a:lnTo>
                  <a:lnTo>
                    <a:pt x="69541" y="119821"/>
                  </a:lnTo>
                  <a:lnTo>
                    <a:pt x="68487" y="119517"/>
                  </a:lnTo>
                  <a:lnTo>
                    <a:pt x="68487" y="118184"/>
                  </a:lnTo>
                  <a:lnTo>
                    <a:pt x="68487" y="116831"/>
                  </a:lnTo>
                  <a:lnTo>
                    <a:pt x="66988" y="116665"/>
                  </a:lnTo>
                  <a:lnTo>
                    <a:pt x="65466" y="116496"/>
                  </a:lnTo>
                  <a:lnTo>
                    <a:pt x="64203" y="116107"/>
                  </a:lnTo>
                  <a:lnTo>
                    <a:pt x="63104" y="115677"/>
                  </a:lnTo>
                  <a:lnTo>
                    <a:pt x="62137" y="115199"/>
                  </a:lnTo>
                  <a:lnTo>
                    <a:pt x="61271" y="114670"/>
                  </a:lnTo>
                  <a:lnTo>
                    <a:pt x="60472" y="114084"/>
                  </a:lnTo>
                  <a:lnTo>
                    <a:pt x="59711" y="113435"/>
                  </a:lnTo>
                  <a:lnTo>
                    <a:pt x="58955" y="112719"/>
                  </a:lnTo>
                  <a:lnTo>
                    <a:pt x="58173" y="111931"/>
                  </a:lnTo>
                  <a:lnTo>
                    <a:pt x="57332" y="111065"/>
                  </a:lnTo>
                  <a:lnTo>
                    <a:pt x="56402" y="110117"/>
                  </a:lnTo>
                  <a:lnTo>
                    <a:pt x="55545" y="109478"/>
                  </a:lnTo>
                  <a:lnTo>
                    <a:pt x="54688" y="108844"/>
                  </a:lnTo>
                  <a:lnTo>
                    <a:pt x="53830" y="108214"/>
                  </a:lnTo>
                  <a:lnTo>
                    <a:pt x="52971" y="107588"/>
                  </a:lnTo>
                  <a:lnTo>
                    <a:pt x="52110" y="106966"/>
                  </a:lnTo>
                  <a:lnTo>
                    <a:pt x="51246" y="106347"/>
                  </a:lnTo>
                  <a:lnTo>
                    <a:pt x="50380" y="105732"/>
                  </a:lnTo>
                  <a:lnTo>
                    <a:pt x="49509" y="105120"/>
                  </a:lnTo>
                  <a:lnTo>
                    <a:pt x="48635" y="104512"/>
                  </a:lnTo>
                  <a:lnTo>
                    <a:pt x="47756" y="103906"/>
                  </a:lnTo>
                  <a:lnTo>
                    <a:pt x="46625" y="103110"/>
                  </a:lnTo>
                  <a:lnTo>
                    <a:pt x="45477" y="102301"/>
                  </a:lnTo>
                  <a:lnTo>
                    <a:pt x="44565" y="101677"/>
                  </a:lnTo>
                  <a:lnTo>
                    <a:pt x="43659" y="101073"/>
                  </a:lnTo>
                  <a:lnTo>
                    <a:pt x="42756" y="100487"/>
                  </a:lnTo>
                  <a:lnTo>
                    <a:pt x="41851" y="99921"/>
                  </a:lnTo>
                  <a:lnTo>
                    <a:pt x="40941" y="99374"/>
                  </a:lnTo>
                  <a:lnTo>
                    <a:pt x="40021" y="98848"/>
                  </a:lnTo>
                  <a:lnTo>
                    <a:pt x="39089" y="98341"/>
                  </a:lnTo>
                  <a:lnTo>
                    <a:pt x="38141" y="97855"/>
                  </a:lnTo>
                  <a:lnTo>
                    <a:pt x="37172" y="97389"/>
                  </a:lnTo>
                  <a:lnTo>
                    <a:pt x="36178" y="96944"/>
                  </a:lnTo>
                  <a:lnTo>
                    <a:pt x="35157" y="96520"/>
                  </a:lnTo>
                  <a:lnTo>
                    <a:pt x="34039" y="96004"/>
                  </a:lnTo>
                  <a:lnTo>
                    <a:pt x="33091" y="95431"/>
                  </a:lnTo>
                  <a:lnTo>
                    <a:pt x="32286" y="94798"/>
                  </a:lnTo>
                  <a:lnTo>
                    <a:pt x="31594" y="94105"/>
                  </a:lnTo>
                  <a:lnTo>
                    <a:pt x="30986" y="93351"/>
                  </a:lnTo>
                  <a:lnTo>
                    <a:pt x="30434" y="92536"/>
                  </a:lnTo>
                  <a:lnTo>
                    <a:pt x="29908" y="91657"/>
                  </a:lnTo>
                  <a:lnTo>
                    <a:pt x="29380" y="90713"/>
                  </a:lnTo>
                  <a:lnTo>
                    <a:pt x="28821" y="89705"/>
                  </a:lnTo>
                  <a:lnTo>
                    <a:pt x="28201" y="88631"/>
                  </a:lnTo>
                  <a:lnTo>
                    <a:pt x="27313" y="88023"/>
                  </a:lnTo>
                  <a:lnTo>
                    <a:pt x="26423" y="87418"/>
                  </a:lnTo>
                  <a:lnTo>
                    <a:pt x="25532" y="86815"/>
                  </a:lnTo>
                  <a:lnTo>
                    <a:pt x="24639" y="86215"/>
                  </a:lnTo>
                  <a:lnTo>
                    <a:pt x="23744" y="85617"/>
                  </a:lnTo>
                  <a:lnTo>
                    <a:pt x="22847" y="85023"/>
                  </a:lnTo>
                  <a:lnTo>
                    <a:pt x="21948" y="84432"/>
                  </a:lnTo>
                  <a:lnTo>
                    <a:pt x="21047" y="83844"/>
                  </a:lnTo>
                  <a:lnTo>
                    <a:pt x="20144" y="83259"/>
                  </a:lnTo>
                  <a:lnTo>
                    <a:pt x="20144" y="81926"/>
                  </a:lnTo>
                  <a:lnTo>
                    <a:pt x="20144" y="80573"/>
                  </a:lnTo>
                  <a:lnTo>
                    <a:pt x="18811" y="80573"/>
                  </a:lnTo>
                  <a:lnTo>
                    <a:pt x="17458" y="80573"/>
                  </a:lnTo>
                  <a:lnTo>
                    <a:pt x="17187" y="79947"/>
                  </a:lnTo>
                  <a:lnTo>
                    <a:pt x="16368" y="78055"/>
                  </a:lnTo>
                  <a:lnTo>
                    <a:pt x="15765" y="76991"/>
                  </a:lnTo>
                  <a:lnTo>
                    <a:pt x="15260" y="76179"/>
                  </a:lnTo>
                  <a:lnTo>
                    <a:pt x="14753" y="75523"/>
                  </a:lnTo>
                  <a:lnTo>
                    <a:pt x="14146" y="74925"/>
                  </a:lnTo>
                  <a:lnTo>
                    <a:pt x="13341" y="74290"/>
                  </a:lnTo>
                  <a:lnTo>
                    <a:pt x="12240" y="73519"/>
                  </a:lnTo>
                  <a:lnTo>
                    <a:pt x="10744" y="72516"/>
                  </a:lnTo>
                  <a:lnTo>
                    <a:pt x="10164" y="71542"/>
                  </a:lnTo>
                  <a:lnTo>
                    <a:pt x="9586" y="70566"/>
                  </a:lnTo>
                  <a:lnTo>
                    <a:pt x="9013" y="69587"/>
                  </a:lnTo>
                  <a:lnTo>
                    <a:pt x="8445" y="68606"/>
                  </a:lnTo>
                  <a:lnTo>
                    <a:pt x="7884" y="67620"/>
                  </a:lnTo>
                  <a:lnTo>
                    <a:pt x="7331" y="66630"/>
                  </a:lnTo>
                  <a:lnTo>
                    <a:pt x="6789" y="65634"/>
                  </a:lnTo>
                  <a:lnTo>
                    <a:pt x="6255" y="64689"/>
                  </a:lnTo>
                  <a:lnTo>
                    <a:pt x="5816" y="63932"/>
                  </a:lnTo>
                  <a:lnTo>
                    <a:pt x="5392" y="63242"/>
                  </a:lnTo>
                  <a:lnTo>
                    <a:pt x="4904" y="62500"/>
                  </a:lnTo>
                  <a:lnTo>
                    <a:pt x="4274" y="61584"/>
                  </a:lnTo>
                  <a:lnTo>
                    <a:pt x="3421" y="60375"/>
                  </a:lnTo>
                  <a:lnTo>
                    <a:pt x="2267" y="58752"/>
                  </a:lnTo>
                  <a:lnTo>
                    <a:pt x="1706" y="57837"/>
                  </a:lnTo>
                  <a:lnTo>
                    <a:pt x="1142" y="56919"/>
                  </a:lnTo>
                  <a:lnTo>
                    <a:pt x="575" y="55994"/>
                  </a:lnTo>
                  <a:lnTo>
                    <a:pt x="0" y="55059"/>
                  </a:lnTo>
                  <a:lnTo>
                    <a:pt x="333" y="54061"/>
                  </a:lnTo>
                  <a:lnTo>
                    <a:pt x="667" y="53059"/>
                  </a:lnTo>
                  <a:lnTo>
                    <a:pt x="1003" y="52050"/>
                  </a:lnTo>
                  <a:lnTo>
                    <a:pt x="1343" y="51030"/>
                  </a:lnTo>
                  <a:lnTo>
                    <a:pt x="2676" y="51696"/>
                  </a:lnTo>
                  <a:lnTo>
                    <a:pt x="4029" y="52373"/>
                  </a:lnTo>
                  <a:lnTo>
                    <a:pt x="4029" y="53706"/>
                  </a:lnTo>
                  <a:lnTo>
                    <a:pt x="4029" y="55059"/>
                  </a:lnTo>
                  <a:lnTo>
                    <a:pt x="5362" y="55059"/>
                  </a:lnTo>
                  <a:lnTo>
                    <a:pt x="6715" y="55059"/>
                  </a:lnTo>
                  <a:lnTo>
                    <a:pt x="7309" y="56007"/>
                  </a:lnTo>
                  <a:lnTo>
                    <a:pt x="7896" y="56959"/>
                  </a:lnTo>
                  <a:lnTo>
                    <a:pt x="8477" y="57915"/>
                  </a:lnTo>
                  <a:lnTo>
                    <a:pt x="9051" y="58875"/>
                  </a:lnTo>
                  <a:lnTo>
                    <a:pt x="9620" y="59838"/>
                  </a:lnTo>
                  <a:lnTo>
                    <a:pt x="10184" y="60804"/>
                  </a:lnTo>
                  <a:lnTo>
                    <a:pt x="10744" y="61773"/>
                  </a:lnTo>
                  <a:lnTo>
                    <a:pt x="11388" y="62633"/>
                  </a:lnTo>
                  <a:lnTo>
                    <a:pt x="12034" y="63491"/>
                  </a:lnTo>
                  <a:lnTo>
                    <a:pt x="12683" y="64345"/>
                  </a:lnTo>
                  <a:lnTo>
                    <a:pt x="13334" y="65197"/>
                  </a:lnTo>
                  <a:lnTo>
                    <a:pt x="13989" y="66044"/>
                  </a:lnTo>
                  <a:lnTo>
                    <a:pt x="14646" y="66888"/>
                  </a:lnTo>
                  <a:lnTo>
                    <a:pt x="15308" y="67728"/>
                  </a:lnTo>
                  <a:lnTo>
                    <a:pt x="15974" y="68563"/>
                  </a:lnTo>
                  <a:lnTo>
                    <a:pt x="16644" y="69394"/>
                  </a:lnTo>
                  <a:lnTo>
                    <a:pt x="17319" y="70219"/>
                  </a:lnTo>
                  <a:lnTo>
                    <a:pt x="18000" y="71040"/>
                  </a:lnTo>
                  <a:lnTo>
                    <a:pt x="18686" y="71855"/>
                  </a:lnTo>
                  <a:lnTo>
                    <a:pt x="19378" y="72664"/>
                  </a:lnTo>
                  <a:lnTo>
                    <a:pt x="20076" y="73467"/>
                  </a:lnTo>
                  <a:lnTo>
                    <a:pt x="20781" y="74264"/>
                  </a:lnTo>
                  <a:lnTo>
                    <a:pt x="21493" y="75054"/>
                  </a:lnTo>
                  <a:lnTo>
                    <a:pt x="22213" y="75838"/>
                  </a:lnTo>
                  <a:lnTo>
                    <a:pt x="22940" y="76614"/>
                  </a:lnTo>
                  <a:lnTo>
                    <a:pt x="23675" y="77383"/>
                  </a:lnTo>
                  <a:lnTo>
                    <a:pt x="24419" y="78144"/>
                  </a:lnTo>
                  <a:lnTo>
                    <a:pt x="25172" y="78897"/>
                  </a:lnTo>
                  <a:lnTo>
                    <a:pt x="25934" y="79642"/>
                  </a:lnTo>
                  <a:lnTo>
                    <a:pt x="26706" y="80378"/>
                  </a:lnTo>
                  <a:lnTo>
                    <a:pt x="27488" y="81106"/>
                  </a:lnTo>
                  <a:lnTo>
                    <a:pt x="28280" y="81824"/>
                  </a:lnTo>
                  <a:lnTo>
                    <a:pt x="29082" y="82533"/>
                  </a:lnTo>
                  <a:lnTo>
                    <a:pt x="29896" y="83233"/>
                  </a:lnTo>
                  <a:lnTo>
                    <a:pt x="30721" y="83923"/>
                  </a:lnTo>
                  <a:lnTo>
                    <a:pt x="31558" y="84602"/>
                  </a:lnTo>
                  <a:lnTo>
                    <a:pt x="32673" y="85495"/>
                  </a:lnTo>
                  <a:lnTo>
                    <a:pt x="33550" y="86207"/>
                  </a:lnTo>
                  <a:lnTo>
                    <a:pt x="34268" y="86809"/>
                  </a:lnTo>
                  <a:lnTo>
                    <a:pt x="34905" y="87372"/>
                  </a:lnTo>
                  <a:lnTo>
                    <a:pt x="35538" y="87966"/>
                  </a:lnTo>
                  <a:lnTo>
                    <a:pt x="36244" y="88662"/>
                  </a:lnTo>
                  <a:lnTo>
                    <a:pt x="37102" y="89532"/>
                  </a:lnTo>
                  <a:lnTo>
                    <a:pt x="38189" y="90645"/>
                  </a:lnTo>
                  <a:lnTo>
                    <a:pt x="39220" y="91648"/>
                  </a:lnTo>
                  <a:lnTo>
                    <a:pt x="40060" y="92455"/>
                  </a:lnTo>
                  <a:lnTo>
                    <a:pt x="40775" y="93116"/>
                  </a:lnTo>
                  <a:lnTo>
                    <a:pt x="41430" y="93685"/>
                  </a:lnTo>
                  <a:lnTo>
                    <a:pt x="42090" y="94211"/>
                  </a:lnTo>
                  <a:lnTo>
                    <a:pt x="42820" y="94748"/>
                  </a:lnTo>
                  <a:lnTo>
                    <a:pt x="43685" y="95348"/>
                  </a:lnTo>
                  <a:lnTo>
                    <a:pt x="44749" y="96061"/>
                  </a:lnTo>
                  <a:lnTo>
                    <a:pt x="46077" y="96940"/>
                  </a:lnTo>
                  <a:lnTo>
                    <a:pt x="46971" y="97543"/>
                  </a:lnTo>
                  <a:lnTo>
                    <a:pt x="47869" y="98148"/>
                  </a:lnTo>
                  <a:lnTo>
                    <a:pt x="48773" y="98757"/>
                  </a:lnTo>
                  <a:lnTo>
                    <a:pt x="49687" y="99374"/>
                  </a:lnTo>
                  <a:lnTo>
                    <a:pt x="49687" y="100707"/>
                  </a:lnTo>
                  <a:lnTo>
                    <a:pt x="49687" y="102060"/>
                  </a:lnTo>
                  <a:lnTo>
                    <a:pt x="50713" y="102198"/>
                  </a:lnTo>
                  <a:lnTo>
                    <a:pt x="51746" y="102337"/>
                  </a:lnTo>
                  <a:lnTo>
                    <a:pt x="52792" y="102478"/>
                  </a:lnTo>
                  <a:lnTo>
                    <a:pt x="54155" y="102867"/>
                  </a:lnTo>
                  <a:lnTo>
                    <a:pt x="55283" y="103279"/>
                  </a:lnTo>
                  <a:lnTo>
                    <a:pt x="56236" y="103735"/>
                  </a:lnTo>
                  <a:lnTo>
                    <a:pt x="57072" y="104257"/>
                  </a:lnTo>
                  <a:lnTo>
                    <a:pt x="57851" y="104866"/>
                  </a:lnTo>
                  <a:lnTo>
                    <a:pt x="58631" y="105584"/>
                  </a:lnTo>
                  <a:lnTo>
                    <a:pt x="59471" y="106432"/>
                  </a:lnTo>
                  <a:lnTo>
                    <a:pt x="60430" y="107431"/>
                  </a:lnTo>
                  <a:lnTo>
                    <a:pt x="61595" y="107875"/>
                  </a:lnTo>
                  <a:lnTo>
                    <a:pt x="62767" y="108321"/>
                  </a:lnTo>
                  <a:lnTo>
                    <a:pt x="63955" y="108774"/>
                  </a:lnTo>
                  <a:lnTo>
                    <a:pt x="64424" y="108971"/>
                  </a:lnTo>
                  <a:lnTo>
                    <a:pt x="65251" y="109320"/>
                  </a:lnTo>
                  <a:lnTo>
                    <a:pt x="67145" y="110117"/>
                  </a:lnTo>
                  <a:lnTo>
                    <a:pt x="67477" y="111115"/>
                  </a:lnTo>
                  <a:lnTo>
                    <a:pt x="67811" y="112116"/>
                  </a:lnTo>
                  <a:lnTo>
                    <a:pt x="68147" y="113125"/>
                  </a:lnTo>
                  <a:lnTo>
                    <a:pt x="68487" y="114145"/>
                  </a:lnTo>
                  <a:lnTo>
                    <a:pt x="69551" y="114278"/>
                  </a:lnTo>
                  <a:lnTo>
                    <a:pt x="70615" y="114411"/>
                  </a:lnTo>
                  <a:lnTo>
                    <a:pt x="71681" y="114545"/>
                  </a:lnTo>
                  <a:lnTo>
                    <a:pt x="72749" y="114678"/>
                  </a:lnTo>
                  <a:lnTo>
                    <a:pt x="73819" y="114812"/>
                  </a:lnTo>
                  <a:lnTo>
                    <a:pt x="74892" y="114946"/>
                  </a:lnTo>
                  <a:lnTo>
                    <a:pt x="75969" y="115081"/>
                  </a:lnTo>
                  <a:lnTo>
                    <a:pt x="77051" y="115216"/>
                  </a:lnTo>
                  <a:lnTo>
                    <a:pt x="78138" y="115352"/>
                  </a:lnTo>
                  <a:lnTo>
                    <a:pt x="79231" y="115488"/>
                  </a:lnTo>
                  <a:lnTo>
                    <a:pt x="79563" y="116486"/>
                  </a:lnTo>
                  <a:lnTo>
                    <a:pt x="79897" y="117488"/>
                  </a:lnTo>
                  <a:lnTo>
                    <a:pt x="80233" y="118497"/>
                  </a:lnTo>
                  <a:lnTo>
                    <a:pt x="80573" y="119517"/>
                  </a:lnTo>
                  <a:lnTo>
                    <a:pt x="81612" y="119642"/>
                  </a:lnTo>
                  <a:lnTo>
                    <a:pt x="82656" y="119767"/>
                  </a:lnTo>
                  <a:lnTo>
                    <a:pt x="83707" y="119893"/>
                  </a:lnTo>
                  <a:lnTo>
                    <a:pt x="84770" y="120021"/>
                  </a:lnTo>
                  <a:lnTo>
                    <a:pt x="85868" y="120207"/>
                  </a:lnTo>
                  <a:lnTo>
                    <a:pt x="86950" y="120409"/>
                  </a:lnTo>
                  <a:lnTo>
                    <a:pt x="88018" y="120627"/>
                  </a:lnTo>
                  <a:lnTo>
                    <a:pt x="89074" y="120861"/>
                  </a:lnTo>
                  <a:lnTo>
                    <a:pt x="90118" y="121111"/>
                  </a:lnTo>
                  <a:lnTo>
                    <a:pt x="91153" y="121377"/>
                  </a:lnTo>
                  <a:lnTo>
                    <a:pt x="92180" y="121660"/>
                  </a:lnTo>
                  <a:lnTo>
                    <a:pt x="93200" y="121960"/>
                  </a:lnTo>
                  <a:lnTo>
                    <a:pt x="94215" y="122276"/>
                  </a:lnTo>
                  <a:lnTo>
                    <a:pt x="95226" y="122609"/>
                  </a:lnTo>
                  <a:lnTo>
                    <a:pt x="96235" y="122960"/>
                  </a:lnTo>
                  <a:lnTo>
                    <a:pt x="97244" y="123327"/>
                  </a:lnTo>
                  <a:lnTo>
                    <a:pt x="98254" y="123712"/>
                  </a:lnTo>
                  <a:lnTo>
                    <a:pt x="99266" y="124114"/>
                  </a:lnTo>
                  <a:lnTo>
                    <a:pt x="100283" y="124534"/>
                  </a:lnTo>
                  <a:lnTo>
                    <a:pt x="101305" y="124972"/>
                  </a:lnTo>
                  <a:lnTo>
                    <a:pt x="102450" y="125389"/>
                  </a:lnTo>
                  <a:lnTo>
                    <a:pt x="103371" y="125710"/>
                  </a:lnTo>
                  <a:lnTo>
                    <a:pt x="104167" y="125959"/>
                  </a:lnTo>
                  <a:lnTo>
                    <a:pt x="104934" y="126158"/>
                  </a:lnTo>
                  <a:lnTo>
                    <a:pt x="105773" y="126329"/>
                  </a:lnTo>
                  <a:lnTo>
                    <a:pt x="106781" y="126495"/>
                  </a:lnTo>
                  <a:lnTo>
                    <a:pt x="108056" y="126679"/>
                  </a:lnTo>
                  <a:lnTo>
                    <a:pt x="109698" y="126903"/>
                  </a:lnTo>
                  <a:lnTo>
                    <a:pt x="111353" y="127159"/>
                  </a:lnTo>
                  <a:lnTo>
                    <a:pt x="112587" y="127392"/>
                  </a:lnTo>
                  <a:lnTo>
                    <a:pt x="113527" y="127660"/>
                  </a:lnTo>
                  <a:lnTo>
                    <a:pt x="114297" y="128023"/>
                  </a:lnTo>
                  <a:lnTo>
                    <a:pt x="115021" y="128537"/>
                  </a:lnTo>
                  <a:lnTo>
                    <a:pt x="115824" y="129264"/>
                  </a:lnTo>
                  <a:lnTo>
                    <a:pt x="116831" y="130260"/>
                  </a:lnTo>
                  <a:lnTo>
                    <a:pt x="118275" y="130594"/>
                  </a:lnTo>
                  <a:lnTo>
                    <a:pt x="119729" y="130912"/>
                  </a:lnTo>
                  <a:lnTo>
                    <a:pt x="121191" y="131215"/>
                  </a:lnTo>
                  <a:lnTo>
                    <a:pt x="122662" y="131503"/>
                  </a:lnTo>
                  <a:lnTo>
                    <a:pt x="124141" y="131776"/>
                  </a:lnTo>
                  <a:lnTo>
                    <a:pt x="125628" y="132034"/>
                  </a:lnTo>
                  <a:lnTo>
                    <a:pt x="127122" y="132276"/>
                  </a:lnTo>
                  <a:lnTo>
                    <a:pt x="128624" y="132504"/>
                  </a:lnTo>
                  <a:lnTo>
                    <a:pt x="130132" y="132716"/>
                  </a:lnTo>
                  <a:lnTo>
                    <a:pt x="131647" y="132914"/>
                  </a:lnTo>
                  <a:lnTo>
                    <a:pt x="133168" y="133096"/>
                  </a:lnTo>
                  <a:lnTo>
                    <a:pt x="134695" y="133264"/>
                  </a:lnTo>
                  <a:lnTo>
                    <a:pt x="136228" y="133417"/>
                  </a:lnTo>
                  <a:lnTo>
                    <a:pt x="137766" y="133555"/>
                  </a:lnTo>
                  <a:lnTo>
                    <a:pt x="139308" y="133679"/>
                  </a:lnTo>
                  <a:lnTo>
                    <a:pt x="140856" y="133788"/>
                  </a:lnTo>
                  <a:lnTo>
                    <a:pt x="142407" y="133882"/>
                  </a:lnTo>
                  <a:lnTo>
                    <a:pt x="143963" y="133962"/>
                  </a:lnTo>
                  <a:lnTo>
                    <a:pt x="145522" y="134027"/>
                  </a:lnTo>
                  <a:lnTo>
                    <a:pt x="147084" y="134078"/>
                  </a:lnTo>
                  <a:lnTo>
                    <a:pt x="148649" y="134114"/>
                  </a:lnTo>
                  <a:lnTo>
                    <a:pt x="150217" y="134136"/>
                  </a:lnTo>
                  <a:lnTo>
                    <a:pt x="151787" y="134144"/>
                  </a:lnTo>
                  <a:lnTo>
                    <a:pt x="153359" y="134137"/>
                  </a:lnTo>
                  <a:lnTo>
                    <a:pt x="154933" y="134116"/>
                  </a:lnTo>
                  <a:lnTo>
                    <a:pt x="156507" y="134081"/>
                  </a:lnTo>
                  <a:lnTo>
                    <a:pt x="158083" y="134032"/>
                  </a:lnTo>
                  <a:lnTo>
                    <a:pt x="159659" y="133968"/>
                  </a:lnTo>
                  <a:lnTo>
                    <a:pt x="161236" y="133891"/>
                  </a:lnTo>
                  <a:lnTo>
                    <a:pt x="162813" y="133800"/>
                  </a:lnTo>
                  <a:lnTo>
                    <a:pt x="164389" y="133694"/>
                  </a:lnTo>
                  <a:lnTo>
                    <a:pt x="165964" y="133575"/>
                  </a:lnTo>
                  <a:lnTo>
                    <a:pt x="167539" y="133442"/>
                  </a:lnTo>
                  <a:lnTo>
                    <a:pt x="169112" y="133295"/>
                  </a:lnTo>
                  <a:lnTo>
                    <a:pt x="170683" y="133135"/>
                  </a:lnTo>
                  <a:lnTo>
                    <a:pt x="172252" y="132960"/>
                  </a:lnTo>
                  <a:lnTo>
                    <a:pt x="173819" y="132772"/>
                  </a:lnTo>
                  <a:lnTo>
                    <a:pt x="175383" y="132571"/>
                  </a:lnTo>
                  <a:lnTo>
                    <a:pt x="176944" y="132356"/>
                  </a:lnTo>
                  <a:lnTo>
                    <a:pt x="178502" y="132127"/>
                  </a:lnTo>
                  <a:lnTo>
                    <a:pt x="180056" y="131885"/>
                  </a:lnTo>
                  <a:lnTo>
                    <a:pt x="181606" y="131629"/>
                  </a:lnTo>
                  <a:lnTo>
                    <a:pt x="183152" y="131360"/>
                  </a:lnTo>
                  <a:lnTo>
                    <a:pt x="184693" y="131078"/>
                  </a:lnTo>
                  <a:lnTo>
                    <a:pt x="186229" y="130782"/>
                  </a:lnTo>
                  <a:lnTo>
                    <a:pt x="187760" y="130474"/>
                  </a:lnTo>
                  <a:lnTo>
                    <a:pt x="189285" y="130152"/>
                  </a:lnTo>
                  <a:lnTo>
                    <a:pt x="190804" y="129816"/>
                  </a:lnTo>
                  <a:lnTo>
                    <a:pt x="192317" y="129468"/>
                  </a:lnTo>
                  <a:lnTo>
                    <a:pt x="193823" y="129107"/>
                  </a:lnTo>
                  <a:lnTo>
                    <a:pt x="195322" y="128733"/>
                  </a:lnTo>
                  <a:lnTo>
                    <a:pt x="196813" y="128346"/>
                  </a:lnTo>
                  <a:lnTo>
                    <a:pt x="198297" y="127945"/>
                  </a:lnTo>
                  <a:lnTo>
                    <a:pt x="199773" y="127532"/>
                  </a:lnTo>
                  <a:lnTo>
                    <a:pt x="201241" y="127107"/>
                  </a:lnTo>
                  <a:lnTo>
                    <a:pt x="202700" y="126668"/>
                  </a:lnTo>
                  <a:lnTo>
                    <a:pt x="204150" y="126217"/>
                  </a:lnTo>
                  <a:lnTo>
                    <a:pt x="205591" y="125753"/>
                  </a:lnTo>
                  <a:lnTo>
                    <a:pt x="207023" y="125277"/>
                  </a:lnTo>
                  <a:lnTo>
                    <a:pt x="208444" y="124787"/>
                  </a:lnTo>
                  <a:lnTo>
                    <a:pt x="209855" y="124286"/>
                  </a:lnTo>
                  <a:lnTo>
                    <a:pt x="211255" y="123772"/>
                  </a:lnTo>
                  <a:lnTo>
                    <a:pt x="212644" y="123245"/>
                  </a:lnTo>
                  <a:lnTo>
                    <a:pt x="214022" y="122706"/>
                  </a:lnTo>
                  <a:lnTo>
                    <a:pt x="215022" y="122337"/>
                  </a:lnTo>
                  <a:lnTo>
                    <a:pt x="216022" y="121988"/>
                  </a:lnTo>
                  <a:lnTo>
                    <a:pt x="217023" y="121657"/>
                  </a:lnTo>
                  <a:lnTo>
                    <a:pt x="218024" y="121343"/>
                  </a:lnTo>
                  <a:lnTo>
                    <a:pt x="219027" y="121046"/>
                  </a:lnTo>
                  <a:lnTo>
                    <a:pt x="220031" y="120764"/>
                  </a:lnTo>
                  <a:lnTo>
                    <a:pt x="221037" y="120496"/>
                  </a:lnTo>
                  <a:lnTo>
                    <a:pt x="222045" y="120241"/>
                  </a:lnTo>
                  <a:lnTo>
                    <a:pt x="223056" y="119999"/>
                  </a:lnTo>
                  <a:lnTo>
                    <a:pt x="224070" y="119767"/>
                  </a:lnTo>
                  <a:lnTo>
                    <a:pt x="225086" y="119545"/>
                  </a:lnTo>
                  <a:lnTo>
                    <a:pt x="226106" y="119332"/>
                  </a:lnTo>
                  <a:lnTo>
                    <a:pt x="227131" y="119126"/>
                  </a:lnTo>
                  <a:lnTo>
                    <a:pt x="228159" y="118927"/>
                  </a:lnTo>
                  <a:lnTo>
                    <a:pt x="229191" y="118733"/>
                  </a:lnTo>
                  <a:lnTo>
                    <a:pt x="230229" y="118544"/>
                  </a:lnTo>
                  <a:lnTo>
                    <a:pt x="231271" y="118358"/>
                  </a:lnTo>
                  <a:lnTo>
                    <a:pt x="232319" y="118174"/>
                  </a:lnTo>
                  <a:lnTo>
                    <a:pt x="232319" y="116841"/>
                  </a:lnTo>
                  <a:lnTo>
                    <a:pt x="232319" y="115488"/>
                  </a:lnTo>
                  <a:lnTo>
                    <a:pt x="232775" y="115343"/>
                  </a:lnTo>
                  <a:lnTo>
                    <a:pt x="233363" y="115154"/>
                  </a:lnTo>
                  <a:lnTo>
                    <a:pt x="234479" y="114797"/>
                  </a:lnTo>
                  <a:lnTo>
                    <a:pt x="236516" y="114145"/>
                  </a:lnTo>
                  <a:lnTo>
                    <a:pt x="237523" y="113759"/>
                  </a:lnTo>
                  <a:lnTo>
                    <a:pt x="238522" y="113359"/>
                  </a:lnTo>
                  <a:lnTo>
                    <a:pt x="239513" y="112946"/>
                  </a:lnTo>
                  <a:lnTo>
                    <a:pt x="240497" y="112521"/>
                  </a:lnTo>
                  <a:lnTo>
                    <a:pt x="241474" y="112085"/>
                  </a:lnTo>
                  <a:lnTo>
                    <a:pt x="242445" y="111637"/>
                  </a:lnTo>
                  <a:lnTo>
                    <a:pt x="243411" y="111179"/>
                  </a:lnTo>
                  <a:lnTo>
                    <a:pt x="244372" y="110711"/>
                  </a:lnTo>
                  <a:lnTo>
                    <a:pt x="245328" y="110235"/>
                  </a:lnTo>
                  <a:lnTo>
                    <a:pt x="246280" y="109750"/>
                  </a:lnTo>
                  <a:lnTo>
                    <a:pt x="247229" y="109257"/>
                  </a:lnTo>
                  <a:lnTo>
                    <a:pt x="248175" y="108757"/>
                  </a:lnTo>
                  <a:lnTo>
                    <a:pt x="249119" y="108250"/>
                  </a:lnTo>
                  <a:lnTo>
                    <a:pt x="250061" y="107738"/>
                  </a:lnTo>
                  <a:lnTo>
                    <a:pt x="251001" y="107220"/>
                  </a:lnTo>
                  <a:lnTo>
                    <a:pt x="251941" y="106698"/>
                  </a:lnTo>
                  <a:lnTo>
                    <a:pt x="252881" y="106171"/>
                  </a:lnTo>
                  <a:lnTo>
                    <a:pt x="254115" y="105494"/>
                  </a:lnTo>
                  <a:lnTo>
                    <a:pt x="255367" y="104806"/>
                  </a:lnTo>
                  <a:lnTo>
                    <a:pt x="256405" y="104194"/>
                  </a:lnTo>
                  <a:lnTo>
                    <a:pt x="257383" y="103582"/>
                  </a:lnTo>
                  <a:lnTo>
                    <a:pt x="258307" y="102965"/>
                  </a:lnTo>
                  <a:lnTo>
                    <a:pt x="259183" y="102336"/>
                  </a:lnTo>
                  <a:lnTo>
                    <a:pt x="260017" y="101691"/>
                  </a:lnTo>
                  <a:lnTo>
                    <a:pt x="260814" y="101025"/>
                  </a:lnTo>
                  <a:lnTo>
                    <a:pt x="261582" y="100333"/>
                  </a:lnTo>
                  <a:lnTo>
                    <a:pt x="262326" y="99610"/>
                  </a:lnTo>
                  <a:lnTo>
                    <a:pt x="263051" y="98850"/>
                  </a:lnTo>
                  <a:lnTo>
                    <a:pt x="263765" y="98049"/>
                  </a:lnTo>
                  <a:lnTo>
                    <a:pt x="264472" y="97201"/>
                  </a:lnTo>
                  <a:lnTo>
                    <a:pt x="265179" y="96301"/>
                  </a:lnTo>
                  <a:lnTo>
                    <a:pt x="265891" y="95345"/>
                  </a:lnTo>
                  <a:lnTo>
                    <a:pt x="267222" y="95345"/>
                  </a:lnTo>
                  <a:lnTo>
                    <a:pt x="268562" y="95345"/>
                  </a:lnTo>
                  <a:lnTo>
                    <a:pt x="269920" y="95345"/>
                  </a:lnTo>
                  <a:lnTo>
                    <a:pt x="269920" y="94012"/>
                  </a:lnTo>
                  <a:lnTo>
                    <a:pt x="269920" y="92659"/>
                  </a:lnTo>
                  <a:lnTo>
                    <a:pt x="270875" y="92046"/>
                  </a:lnTo>
                  <a:lnTo>
                    <a:pt x="271831" y="91433"/>
                  </a:lnTo>
                  <a:lnTo>
                    <a:pt x="272787" y="90822"/>
                  </a:lnTo>
                  <a:lnTo>
                    <a:pt x="273745" y="90212"/>
                  </a:lnTo>
                  <a:lnTo>
                    <a:pt x="274703" y="89603"/>
                  </a:lnTo>
                  <a:lnTo>
                    <a:pt x="275663" y="88997"/>
                  </a:lnTo>
                  <a:lnTo>
                    <a:pt x="276566" y="88301"/>
                  </a:lnTo>
                  <a:lnTo>
                    <a:pt x="277427" y="87577"/>
                  </a:lnTo>
                  <a:lnTo>
                    <a:pt x="278253" y="86828"/>
                  </a:lnTo>
                  <a:lnTo>
                    <a:pt x="279049" y="86055"/>
                  </a:lnTo>
                  <a:lnTo>
                    <a:pt x="279818" y="85262"/>
                  </a:lnTo>
                  <a:lnTo>
                    <a:pt x="280566" y="84448"/>
                  </a:lnTo>
                  <a:lnTo>
                    <a:pt x="281298" y="83617"/>
                  </a:lnTo>
                  <a:lnTo>
                    <a:pt x="282019" y="82769"/>
                  </a:lnTo>
                  <a:lnTo>
                    <a:pt x="282733" y="81908"/>
                  </a:lnTo>
                  <a:lnTo>
                    <a:pt x="283446" y="81034"/>
                  </a:lnTo>
                  <a:lnTo>
                    <a:pt x="284161" y="80149"/>
                  </a:lnTo>
                  <a:lnTo>
                    <a:pt x="285093" y="79028"/>
                  </a:lnTo>
                  <a:lnTo>
                    <a:pt x="285769" y="78239"/>
                  </a:lnTo>
                  <a:lnTo>
                    <a:pt x="286383" y="77571"/>
                  </a:lnTo>
                  <a:lnTo>
                    <a:pt x="287129" y="76812"/>
                  </a:lnTo>
                  <a:lnTo>
                    <a:pt x="288201" y="75752"/>
                  </a:lnTo>
                  <a:lnTo>
                    <a:pt x="289120" y="74807"/>
                  </a:lnTo>
                  <a:lnTo>
                    <a:pt x="289747" y="74096"/>
                  </a:lnTo>
                  <a:lnTo>
                    <a:pt x="290234" y="73400"/>
                  </a:lnTo>
                  <a:lnTo>
                    <a:pt x="290736" y="72499"/>
                  </a:lnTo>
                  <a:lnTo>
                    <a:pt x="291406" y="71173"/>
                  </a:lnTo>
                  <a:lnTo>
                    <a:pt x="292739" y="71173"/>
                  </a:lnTo>
                  <a:lnTo>
                    <a:pt x="294092" y="71173"/>
                  </a:lnTo>
                  <a:lnTo>
                    <a:pt x="294424" y="70175"/>
                  </a:lnTo>
                  <a:lnTo>
                    <a:pt x="294758" y="69174"/>
                  </a:lnTo>
                  <a:lnTo>
                    <a:pt x="295095" y="68165"/>
                  </a:lnTo>
                  <a:lnTo>
                    <a:pt x="295435" y="67145"/>
                  </a:lnTo>
                  <a:lnTo>
                    <a:pt x="296377" y="66285"/>
                  </a:lnTo>
                  <a:lnTo>
                    <a:pt x="297327" y="65419"/>
                  </a:lnTo>
                  <a:lnTo>
                    <a:pt x="298288" y="64542"/>
                  </a:lnTo>
                  <a:lnTo>
                    <a:pt x="299077" y="63762"/>
                  </a:lnTo>
                  <a:lnTo>
                    <a:pt x="299832" y="62962"/>
                  </a:lnTo>
                  <a:lnTo>
                    <a:pt x="300555" y="62141"/>
                  </a:lnTo>
                  <a:lnTo>
                    <a:pt x="301249" y="61302"/>
                  </a:lnTo>
                  <a:lnTo>
                    <a:pt x="301917" y="60446"/>
                  </a:lnTo>
                  <a:lnTo>
                    <a:pt x="302561" y="59574"/>
                  </a:lnTo>
                  <a:lnTo>
                    <a:pt x="303183" y="58688"/>
                  </a:lnTo>
                  <a:lnTo>
                    <a:pt x="303785" y="57788"/>
                  </a:lnTo>
                  <a:lnTo>
                    <a:pt x="304371" y="56876"/>
                  </a:lnTo>
                  <a:lnTo>
                    <a:pt x="304942" y="55953"/>
                  </a:lnTo>
                  <a:lnTo>
                    <a:pt x="305500" y="55020"/>
                  </a:lnTo>
                  <a:lnTo>
                    <a:pt x="306049" y="54080"/>
                  </a:lnTo>
                  <a:lnTo>
                    <a:pt x="306590" y="53133"/>
                  </a:lnTo>
                  <a:lnTo>
                    <a:pt x="307126" y="52180"/>
                  </a:lnTo>
                  <a:lnTo>
                    <a:pt x="307660" y="51223"/>
                  </a:lnTo>
                  <a:lnTo>
                    <a:pt x="308193" y="50263"/>
                  </a:lnTo>
                  <a:lnTo>
                    <a:pt x="308728" y="49301"/>
                  </a:lnTo>
                  <a:lnTo>
                    <a:pt x="309268" y="48339"/>
                  </a:lnTo>
                  <a:lnTo>
                    <a:pt x="309834" y="47347"/>
                  </a:lnTo>
                  <a:lnTo>
                    <a:pt x="310404" y="46362"/>
                  </a:lnTo>
                  <a:lnTo>
                    <a:pt x="310979" y="45381"/>
                  </a:lnTo>
                  <a:lnTo>
                    <a:pt x="311559" y="44404"/>
                  </a:lnTo>
                  <a:lnTo>
                    <a:pt x="312145" y="43431"/>
                  </a:lnTo>
                  <a:lnTo>
                    <a:pt x="312736" y="42462"/>
                  </a:lnTo>
                  <a:lnTo>
                    <a:pt x="313333" y="41496"/>
                  </a:lnTo>
                  <a:lnTo>
                    <a:pt x="313935" y="40531"/>
                  </a:lnTo>
                  <a:lnTo>
                    <a:pt x="314544" y="39569"/>
                  </a:lnTo>
                  <a:lnTo>
                    <a:pt x="315159" y="38608"/>
                  </a:lnTo>
                  <a:lnTo>
                    <a:pt x="315728" y="37694"/>
                  </a:lnTo>
                  <a:lnTo>
                    <a:pt x="316287" y="36776"/>
                  </a:lnTo>
                  <a:lnTo>
                    <a:pt x="316834" y="35857"/>
                  </a:lnTo>
                  <a:lnTo>
                    <a:pt x="317370" y="34934"/>
                  </a:lnTo>
                  <a:lnTo>
                    <a:pt x="317895" y="34009"/>
                  </a:lnTo>
                  <a:lnTo>
                    <a:pt x="318410" y="33081"/>
                  </a:lnTo>
                  <a:lnTo>
                    <a:pt x="318916" y="32149"/>
                  </a:lnTo>
                  <a:lnTo>
                    <a:pt x="319411" y="31215"/>
                  </a:lnTo>
                  <a:lnTo>
                    <a:pt x="319897" y="30278"/>
                  </a:lnTo>
                  <a:lnTo>
                    <a:pt x="320373" y="29337"/>
                  </a:lnTo>
                  <a:lnTo>
                    <a:pt x="320840" y="28393"/>
                  </a:lnTo>
                  <a:lnTo>
                    <a:pt x="321299" y="27446"/>
                  </a:lnTo>
                  <a:lnTo>
                    <a:pt x="321749" y="26495"/>
                  </a:lnTo>
                  <a:lnTo>
                    <a:pt x="322191" y="25541"/>
                  </a:lnTo>
                  <a:lnTo>
                    <a:pt x="322625" y="24583"/>
                  </a:lnTo>
                  <a:lnTo>
                    <a:pt x="323051" y="23622"/>
                  </a:lnTo>
                  <a:lnTo>
                    <a:pt x="323469" y="22656"/>
                  </a:lnTo>
                  <a:lnTo>
                    <a:pt x="323880" y="21687"/>
                  </a:lnTo>
                  <a:lnTo>
                    <a:pt x="324285" y="20713"/>
                  </a:lnTo>
                  <a:lnTo>
                    <a:pt x="324682" y="19736"/>
                  </a:lnTo>
                  <a:lnTo>
                    <a:pt x="325073" y="18755"/>
                  </a:lnTo>
                  <a:lnTo>
                    <a:pt x="325458" y="17769"/>
                  </a:lnTo>
                  <a:lnTo>
                    <a:pt x="325837" y="16779"/>
                  </a:lnTo>
                  <a:lnTo>
                    <a:pt x="326210" y="15784"/>
                  </a:lnTo>
                  <a:lnTo>
                    <a:pt x="326578" y="14786"/>
                  </a:lnTo>
                  <a:lnTo>
                    <a:pt x="326940" y="13782"/>
                  </a:lnTo>
                  <a:lnTo>
                    <a:pt x="327298" y="12774"/>
                  </a:lnTo>
                  <a:lnTo>
                    <a:pt x="327651" y="11761"/>
                  </a:lnTo>
                  <a:lnTo>
                    <a:pt x="328000" y="10743"/>
                  </a:lnTo>
                  <a:lnTo>
                    <a:pt x="328160" y="10280"/>
                  </a:lnTo>
                  <a:lnTo>
                    <a:pt x="328443" y="9463"/>
                  </a:lnTo>
                  <a:lnTo>
                    <a:pt x="329090" y="7590"/>
                  </a:lnTo>
                  <a:lnTo>
                    <a:pt x="329464" y="6507"/>
                  </a:lnTo>
                  <a:lnTo>
                    <a:pt x="329837" y="5423"/>
                  </a:lnTo>
                  <a:lnTo>
                    <a:pt x="330209" y="4339"/>
                  </a:lnTo>
                  <a:lnTo>
                    <a:pt x="330581" y="3255"/>
                  </a:lnTo>
                  <a:lnTo>
                    <a:pt x="330952" y="2170"/>
                  </a:lnTo>
                  <a:lnTo>
                    <a:pt x="331322" y="1085"/>
                  </a:lnTo>
                  <a:lnTo>
                    <a:pt x="331693" y="0"/>
                  </a:lnTo>
                  <a:close/>
                </a:path>
              </a:pathLst>
            </a:custGeom>
            <a:solidFill>
              <a:srgbClr val="52525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region 48 #A5A59D"/>
            <p:cNvSpPr/>
            <p:nvPr/>
          </p:nvSpPr>
          <p:spPr>
            <a:xfrm>
              <a:off x="1632945" y="363352"/>
              <a:ext cx="85945" cy="52941"/>
            </a:xfrm>
            <a:custGeom>
              <a:avLst/>
              <a:gdLst/>
              <a:ahLst/>
              <a:cxnLst/>
              <a:rect l="l" t="t" r="r" b="b"/>
              <a:pathLst>
                <a:path w="85945" h="52941">
                  <a:moveTo>
                    <a:pt x="73859" y="5940"/>
                  </a:moveTo>
                  <a:lnTo>
                    <a:pt x="75005" y="6321"/>
                  </a:lnTo>
                  <a:lnTo>
                    <a:pt x="76152" y="6701"/>
                  </a:lnTo>
                  <a:lnTo>
                    <a:pt x="77298" y="7079"/>
                  </a:lnTo>
                  <a:lnTo>
                    <a:pt x="78446" y="7456"/>
                  </a:lnTo>
                  <a:lnTo>
                    <a:pt x="79593" y="7832"/>
                  </a:lnTo>
                  <a:lnTo>
                    <a:pt x="80741" y="8207"/>
                  </a:lnTo>
                  <a:lnTo>
                    <a:pt x="81782" y="8558"/>
                  </a:lnTo>
                  <a:lnTo>
                    <a:pt x="82823" y="8909"/>
                  </a:lnTo>
                  <a:lnTo>
                    <a:pt x="83864" y="9262"/>
                  </a:lnTo>
                  <a:lnTo>
                    <a:pt x="84904" y="9615"/>
                  </a:lnTo>
                  <a:lnTo>
                    <a:pt x="85945" y="9969"/>
                  </a:lnTo>
                  <a:lnTo>
                    <a:pt x="85612" y="10967"/>
                  </a:lnTo>
                  <a:lnTo>
                    <a:pt x="85278" y="11968"/>
                  </a:lnTo>
                  <a:lnTo>
                    <a:pt x="84942" y="12977"/>
                  </a:lnTo>
                  <a:lnTo>
                    <a:pt x="84602" y="13998"/>
                  </a:lnTo>
                  <a:lnTo>
                    <a:pt x="83271" y="13706"/>
                  </a:lnTo>
                  <a:lnTo>
                    <a:pt x="81931" y="13413"/>
                  </a:lnTo>
                  <a:lnTo>
                    <a:pt x="80573" y="13117"/>
                  </a:lnTo>
                  <a:lnTo>
                    <a:pt x="79536" y="12896"/>
                  </a:lnTo>
                  <a:lnTo>
                    <a:pt x="78502" y="12677"/>
                  </a:lnTo>
                  <a:lnTo>
                    <a:pt x="77470" y="12461"/>
                  </a:lnTo>
                  <a:lnTo>
                    <a:pt x="76442" y="12248"/>
                  </a:lnTo>
                  <a:lnTo>
                    <a:pt x="75415" y="12040"/>
                  </a:lnTo>
                  <a:lnTo>
                    <a:pt x="74391" y="11836"/>
                  </a:lnTo>
                  <a:lnTo>
                    <a:pt x="73368" y="11638"/>
                  </a:lnTo>
                  <a:lnTo>
                    <a:pt x="72346" y="11446"/>
                  </a:lnTo>
                  <a:lnTo>
                    <a:pt x="71325" y="11262"/>
                  </a:lnTo>
                  <a:lnTo>
                    <a:pt x="70304" y="11085"/>
                  </a:lnTo>
                  <a:lnTo>
                    <a:pt x="69283" y="10917"/>
                  </a:lnTo>
                  <a:lnTo>
                    <a:pt x="68262" y="10759"/>
                  </a:lnTo>
                  <a:lnTo>
                    <a:pt x="67240" y="10611"/>
                  </a:lnTo>
                  <a:lnTo>
                    <a:pt x="66216" y="10474"/>
                  </a:lnTo>
                  <a:lnTo>
                    <a:pt x="65192" y="10349"/>
                  </a:lnTo>
                  <a:lnTo>
                    <a:pt x="64165" y="10236"/>
                  </a:lnTo>
                  <a:lnTo>
                    <a:pt x="63136" y="10137"/>
                  </a:lnTo>
                  <a:lnTo>
                    <a:pt x="62105" y="10052"/>
                  </a:lnTo>
                  <a:lnTo>
                    <a:pt x="61071" y="9981"/>
                  </a:lnTo>
                  <a:lnTo>
                    <a:pt x="60033" y="9927"/>
                  </a:lnTo>
                  <a:lnTo>
                    <a:pt x="58991" y="9888"/>
                  </a:lnTo>
                  <a:lnTo>
                    <a:pt x="57946" y="9867"/>
                  </a:lnTo>
                  <a:lnTo>
                    <a:pt x="56896" y="9864"/>
                  </a:lnTo>
                  <a:lnTo>
                    <a:pt x="55841" y="9879"/>
                  </a:lnTo>
                  <a:lnTo>
                    <a:pt x="54781" y="9914"/>
                  </a:lnTo>
                  <a:lnTo>
                    <a:pt x="53716" y="9969"/>
                  </a:lnTo>
                  <a:lnTo>
                    <a:pt x="53049" y="11302"/>
                  </a:lnTo>
                  <a:lnTo>
                    <a:pt x="52373" y="12655"/>
                  </a:lnTo>
                  <a:lnTo>
                    <a:pt x="53705" y="13321"/>
                  </a:lnTo>
                  <a:lnTo>
                    <a:pt x="55058" y="13998"/>
                  </a:lnTo>
                  <a:lnTo>
                    <a:pt x="53971" y="14239"/>
                  </a:lnTo>
                  <a:lnTo>
                    <a:pt x="52882" y="14481"/>
                  </a:lnTo>
                  <a:lnTo>
                    <a:pt x="51793" y="14723"/>
                  </a:lnTo>
                  <a:lnTo>
                    <a:pt x="50702" y="14966"/>
                  </a:lnTo>
                  <a:lnTo>
                    <a:pt x="49608" y="15209"/>
                  </a:lnTo>
                  <a:lnTo>
                    <a:pt x="48512" y="15452"/>
                  </a:lnTo>
                  <a:lnTo>
                    <a:pt x="47413" y="15697"/>
                  </a:lnTo>
                  <a:lnTo>
                    <a:pt x="46310" y="15942"/>
                  </a:lnTo>
                  <a:lnTo>
                    <a:pt x="45203" y="16188"/>
                  </a:lnTo>
                  <a:lnTo>
                    <a:pt x="44090" y="16435"/>
                  </a:lnTo>
                  <a:lnTo>
                    <a:pt x="42972" y="16683"/>
                  </a:lnTo>
                  <a:lnTo>
                    <a:pt x="42972" y="18014"/>
                  </a:lnTo>
                  <a:lnTo>
                    <a:pt x="42972" y="19354"/>
                  </a:lnTo>
                  <a:lnTo>
                    <a:pt x="42972" y="20712"/>
                  </a:lnTo>
                  <a:lnTo>
                    <a:pt x="42085" y="21544"/>
                  </a:lnTo>
                  <a:lnTo>
                    <a:pt x="41192" y="22382"/>
                  </a:lnTo>
                  <a:lnTo>
                    <a:pt x="40287" y="23230"/>
                  </a:lnTo>
                  <a:lnTo>
                    <a:pt x="39291" y="24297"/>
                  </a:lnTo>
                  <a:lnTo>
                    <a:pt x="38572" y="25130"/>
                  </a:lnTo>
                  <a:lnTo>
                    <a:pt x="38076" y="25842"/>
                  </a:lnTo>
                  <a:lnTo>
                    <a:pt x="37750" y="26548"/>
                  </a:lnTo>
                  <a:lnTo>
                    <a:pt x="37541" y="27363"/>
                  </a:lnTo>
                  <a:lnTo>
                    <a:pt x="37397" y="28401"/>
                  </a:lnTo>
                  <a:lnTo>
                    <a:pt x="37265" y="29776"/>
                  </a:lnTo>
                  <a:lnTo>
                    <a:pt x="37348" y="30528"/>
                  </a:lnTo>
                  <a:lnTo>
                    <a:pt x="37601" y="32798"/>
                  </a:lnTo>
                  <a:lnTo>
                    <a:pt x="38827" y="32465"/>
                  </a:lnTo>
                  <a:lnTo>
                    <a:pt x="40059" y="32132"/>
                  </a:lnTo>
                  <a:lnTo>
                    <a:pt x="41299" y="31795"/>
                  </a:lnTo>
                  <a:lnTo>
                    <a:pt x="42553" y="31455"/>
                  </a:lnTo>
                  <a:lnTo>
                    <a:pt x="43589" y="31234"/>
                  </a:lnTo>
                  <a:lnTo>
                    <a:pt x="44627" y="31031"/>
                  </a:lnTo>
                  <a:lnTo>
                    <a:pt x="45666" y="30846"/>
                  </a:lnTo>
                  <a:lnTo>
                    <a:pt x="46706" y="30677"/>
                  </a:lnTo>
                  <a:lnTo>
                    <a:pt x="47748" y="30525"/>
                  </a:lnTo>
                  <a:lnTo>
                    <a:pt x="48792" y="30388"/>
                  </a:lnTo>
                  <a:lnTo>
                    <a:pt x="49836" y="30268"/>
                  </a:lnTo>
                  <a:lnTo>
                    <a:pt x="50882" y="30162"/>
                  </a:lnTo>
                  <a:lnTo>
                    <a:pt x="51929" y="30071"/>
                  </a:lnTo>
                  <a:lnTo>
                    <a:pt x="52977" y="29994"/>
                  </a:lnTo>
                  <a:lnTo>
                    <a:pt x="54026" y="29932"/>
                  </a:lnTo>
                  <a:lnTo>
                    <a:pt x="55076" y="29882"/>
                  </a:lnTo>
                  <a:lnTo>
                    <a:pt x="56126" y="29846"/>
                  </a:lnTo>
                  <a:lnTo>
                    <a:pt x="57177" y="29822"/>
                  </a:lnTo>
                  <a:lnTo>
                    <a:pt x="58229" y="29811"/>
                  </a:lnTo>
                  <a:lnTo>
                    <a:pt x="59281" y="29811"/>
                  </a:lnTo>
                  <a:lnTo>
                    <a:pt x="60333" y="29822"/>
                  </a:lnTo>
                  <a:lnTo>
                    <a:pt x="61385" y="29844"/>
                  </a:lnTo>
                  <a:lnTo>
                    <a:pt x="62438" y="29876"/>
                  </a:lnTo>
                  <a:lnTo>
                    <a:pt x="63491" y="29919"/>
                  </a:lnTo>
                  <a:lnTo>
                    <a:pt x="64544" y="29971"/>
                  </a:lnTo>
                  <a:lnTo>
                    <a:pt x="65597" y="30032"/>
                  </a:lnTo>
                  <a:lnTo>
                    <a:pt x="66649" y="30101"/>
                  </a:lnTo>
                  <a:lnTo>
                    <a:pt x="67701" y="30179"/>
                  </a:lnTo>
                  <a:lnTo>
                    <a:pt x="68753" y="30265"/>
                  </a:lnTo>
                  <a:lnTo>
                    <a:pt x="69805" y="30358"/>
                  </a:lnTo>
                  <a:lnTo>
                    <a:pt x="70855" y="30458"/>
                  </a:lnTo>
                  <a:lnTo>
                    <a:pt x="71905" y="30565"/>
                  </a:lnTo>
                  <a:lnTo>
                    <a:pt x="72955" y="30677"/>
                  </a:lnTo>
                  <a:lnTo>
                    <a:pt x="74003" y="30795"/>
                  </a:lnTo>
                  <a:lnTo>
                    <a:pt x="75051" y="30919"/>
                  </a:lnTo>
                  <a:lnTo>
                    <a:pt x="76098" y="31047"/>
                  </a:lnTo>
                  <a:lnTo>
                    <a:pt x="77143" y="31179"/>
                  </a:lnTo>
                  <a:lnTo>
                    <a:pt x="78187" y="31315"/>
                  </a:lnTo>
                  <a:lnTo>
                    <a:pt x="79230" y="31455"/>
                  </a:lnTo>
                  <a:lnTo>
                    <a:pt x="79762" y="30391"/>
                  </a:lnTo>
                  <a:lnTo>
                    <a:pt x="80296" y="29325"/>
                  </a:lnTo>
                  <a:lnTo>
                    <a:pt x="80831" y="28253"/>
                  </a:lnTo>
                  <a:lnTo>
                    <a:pt x="81371" y="27173"/>
                  </a:lnTo>
                  <a:lnTo>
                    <a:pt x="81916" y="26084"/>
                  </a:lnTo>
                  <a:lnTo>
                    <a:pt x="82412" y="27752"/>
                  </a:lnTo>
                  <a:lnTo>
                    <a:pt x="82766" y="29042"/>
                  </a:lnTo>
                  <a:lnTo>
                    <a:pt x="82978" y="30049"/>
                  </a:lnTo>
                  <a:lnTo>
                    <a:pt x="83049" y="30868"/>
                  </a:lnTo>
                  <a:lnTo>
                    <a:pt x="82978" y="31591"/>
                  </a:lnTo>
                  <a:lnTo>
                    <a:pt x="82766" y="32315"/>
                  </a:lnTo>
                  <a:lnTo>
                    <a:pt x="82412" y="33134"/>
                  </a:lnTo>
                  <a:lnTo>
                    <a:pt x="81916" y="34141"/>
                  </a:lnTo>
                  <a:lnTo>
                    <a:pt x="82914" y="34473"/>
                  </a:lnTo>
                  <a:lnTo>
                    <a:pt x="83915" y="34807"/>
                  </a:lnTo>
                  <a:lnTo>
                    <a:pt x="84924" y="35144"/>
                  </a:lnTo>
                  <a:lnTo>
                    <a:pt x="85945" y="35484"/>
                  </a:lnTo>
                  <a:lnTo>
                    <a:pt x="84947" y="35816"/>
                  </a:lnTo>
                  <a:lnTo>
                    <a:pt x="83945" y="36150"/>
                  </a:lnTo>
                  <a:lnTo>
                    <a:pt x="82936" y="36486"/>
                  </a:lnTo>
                  <a:lnTo>
                    <a:pt x="81916" y="36827"/>
                  </a:lnTo>
                  <a:lnTo>
                    <a:pt x="81417" y="38019"/>
                  </a:lnTo>
                  <a:lnTo>
                    <a:pt x="80914" y="39220"/>
                  </a:lnTo>
                  <a:lnTo>
                    <a:pt x="80405" y="40436"/>
                  </a:lnTo>
                  <a:lnTo>
                    <a:pt x="79814" y="41431"/>
                  </a:lnTo>
                  <a:lnTo>
                    <a:pt x="79196" y="42374"/>
                  </a:lnTo>
                  <a:lnTo>
                    <a:pt x="78551" y="43269"/>
                  </a:lnTo>
                  <a:lnTo>
                    <a:pt x="77881" y="44119"/>
                  </a:lnTo>
                  <a:lnTo>
                    <a:pt x="77183" y="44927"/>
                  </a:lnTo>
                  <a:lnTo>
                    <a:pt x="76460" y="45695"/>
                  </a:lnTo>
                  <a:lnTo>
                    <a:pt x="75711" y="46427"/>
                  </a:lnTo>
                  <a:lnTo>
                    <a:pt x="74936" y="47126"/>
                  </a:lnTo>
                  <a:lnTo>
                    <a:pt x="74135" y="47795"/>
                  </a:lnTo>
                  <a:lnTo>
                    <a:pt x="73309" y="48436"/>
                  </a:lnTo>
                  <a:lnTo>
                    <a:pt x="72458" y="49053"/>
                  </a:lnTo>
                  <a:lnTo>
                    <a:pt x="71581" y="49648"/>
                  </a:lnTo>
                  <a:lnTo>
                    <a:pt x="70679" y="50226"/>
                  </a:lnTo>
                  <a:lnTo>
                    <a:pt x="69753" y="50788"/>
                  </a:lnTo>
                  <a:lnTo>
                    <a:pt x="68802" y="51337"/>
                  </a:lnTo>
                  <a:lnTo>
                    <a:pt x="67826" y="51877"/>
                  </a:lnTo>
                  <a:lnTo>
                    <a:pt x="66826" y="52411"/>
                  </a:lnTo>
                  <a:lnTo>
                    <a:pt x="65801" y="52941"/>
                  </a:lnTo>
                  <a:lnTo>
                    <a:pt x="64471" y="52941"/>
                  </a:lnTo>
                  <a:lnTo>
                    <a:pt x="63131" y="52941"/>
                  </a:lnTo>
                  <a:lnTo>
                    <a:pt x="61773" y="52941"/>
                  </a:lnTo>
                  <a:lnTo>
                    <a:pt x="62039" y="51877"/>
                  </a:lnTo>
                  <a:lnTo>
                    <a:pt x="62305" y="50811"/>
                  </a:lnTo>
                  <a:lnTo>
                    <a:pt x="62573" y="49739"/>
                  </a:lnTo>
                  <a:lnTo>
                    <a:pt x="62843" y="48659"/>
                  </a:lnTo>
                  <a:lnTo>
                    <a:pt x="63116" y="47570"/>
                  </a:lnTo>
                  <a:lnTo>
                    <a:pt x="61874" y="47156"/>
                  </a:lnTo>
                  <a:lnTo>
                    <a:pt x="60614" y="46736"/>
                  </a:lnTo>
                  <a:lnTo>
                    <a:pt x="59567" y="46387"/>
                  </a:lnTo>
                  <a:lnTo>
                    <a:pt x="58520" y="46038"/>
                  </a:lnTo>
                  <a:lnTo>
                    <a:pt x="57472" y="45689"/>
                  </a:lnTo>
                  <a:lnTo>
                    <a:pt x="56425" y="45340"/>
                  </a:lnTo>
                  <a:lnTo>
                    <a:pt x="55378" y="44991"/>
                  </a:lnTo>
                  <a:lnTo>
                    <a:pt x="54331" y="44642"/>
                  </a:lnTo>
                  <a:lnTo>
                    <a:pt x="53284" y="44292"/>
                  </a:lnTo>
                  <a:lnTo>
                    <a:pt x="52237" y="43943"/>
                  </a:lnTo>
                  <a:lnTo>
                    <a:pt x="51190" y="43594"/>
                  </a:lnTo>
                  <a:lnTo>
                    <a:pt x="50143" y="43245"/>
                  </a:lnTo>
                  <a:lnTo>
                    <a:pt x="49095" y="42896"/>
                  </a:lnTo>
                  <a:lnTo>
                    <a:pt x="48048" y="42547"/>
                  </a:lnTo>
                  <a:lnTo>
                    <a:pt x="47001" y="42198"/>
                  </a:lnTo>
                  <a:lnTo>
                    <a:pt x="47001" y="40865"/>
                  </a:lnTo>
                  <a:lnTo>
                    <a:pt x="47001" y="39512"/>
                  </a:lnTo>
                  <a:lnTo>
                    <a:pt x="45783" y="39314"/>
                  </a:lnTo>
                  <a:lnTo>
                    <a:pt x="44546" y="39114"/>
                  </a:lnTo>
                  <a:lnTo>
                    <a:pt x="43312" y="38877"/>
                  </a:lnTo>
                  <a:lnTo>
                    <a:pt x="42147" y="38639"/>
                  </a:lnTo>
                  <a:lnTo>
                    <a:pt x="41044" y="38392"/>
                  </a:lnTo>
                  <a:lnTo>
                    <a:pt x="39997" y="38130"/>
                  </a:lnTo>
                  <a:lnTo>
                    <a:pt x="39001" y="37846"/>
                  </a:lnTo>
                  <a:lnTo>
                    <a:pt x="38048" y="37535"/>
                  </a:lnTo>
                  <a:lnTo>
                    <a:pt x="37132" y="37189"/>
                  </a:lnTo>
                  <a:lnTo>
                    <a:pt x="36248" y="36803"/>
                  </a:lnTo>
                  <a:lnTo>
                    <a:pt x="35389" y="36368"/>
                  </a:lnTo>
                  <a:lnTo>
                    <a:pt x="34548" y="35880"/>
                  </a:lnTo>
                  <a:lnTo>
                    <a:pt x="33720" y="35332"/>
                  </a:lnTo>
                  <a:lnTo>
                    <a:pt x="32898" y="34716"/>
                  </a:lnTo>
                  <a:lnTo>
                    <a:pt x="32075" y="34027"/>
                  </a:lnTo>
                  <a:lnTo>
                    <a:pt x="31246" y="33259"/>
                  </a:lnTo>
                  <a:lnTo>
                    <a:pt x="30404" y="32403"/>
                  </a:lnTo>
                  <a:lnTo>
                    <a:pt x="29544" y="31455"/>
                  </a:lnTo>
                  <a:lnTo>
                    <a:pt x="29013" y="31246"/>
                  </a:lnTo>
                  <a:lnTo>
                    <a:pt x="28077" y="30876"/>
                  </a:lnTo>
                  <a:lnTo>
                    <a:pt x="25934" y="30029"/>
                  </a:lnTo>
                  <a:lnTo>
                    <a:pt x="25478" y="29844"/>
                  </a:lnTo>
                  <a:lnTo>
                    <a:pt x="24673" y="29517"/>
                  </a:lnTo>
                  <a:lnTo>
                    <a:pt x="22829" y="28769"/>
                  </a:lnTo>
                  <a:lnTo>
                    <a:pt x="22497" y="27772"/>
                  </a:lnTo>
                  <a:lnTo>
                    <a:pt x="22163" y="26770"/>
                  </a:lnTo>
                  <a:lnTo>
                    <a:pt x="21826" y="25761"/>
                  </a:lnTo>
                  <a:lnTo>
                    <a:pt x="21486" y="24741"/>
                  </a:lnTo>
                  <a:lnTo>
                    <a:pt x="20269" y="24204"/>
                  </a:lnTo>
                  <a:lnTo>
                    <a:pt x="19372" y="23835"/>
                  </a:lnTo>
                  <a:lnTo>
                    <a:pt x="18530" y="23541"/>
                  </a:lnTo>
                  <a:lnTo>
                    <a:pt x="17477" y="23231"/>
                  </a:lnTo>
                  <a:lnTo>
                    <a:pt x="15947" y="22810"/>
                  </a:lnTo>
                  <a:lnTo>
                    <a:pt x="14848" y="22468"/>
                  </a:lnTo>
                  <a:lnTo>
                    <a:pt x="13775" y="22110"/>
                  </a:lnTo>
                  <a:lnTo>
                    <a:pt x="12724" y="21736"/>
                  </a:lnTo>
                  <a:lnTo>
                    <a:pt x="11693" y="21347"/>
                  </a:lnTo>
                  <a:lnTo>
                    <a:pt x="10680" y="20941"/>
                  </a:lnTo>
                  <a:lnTo>
                    <a:pt x="9683" y="20519"/>
                  </a:lnTo>
                  <a:lnTo>
                    <a:pt x="8697" y="20080"/>
                  </a:lnTo>
                  <a:lnTo>
                    <a:pt x="7723" y="19624"/>
                  </a:lnTo>
                  <a:lnTo>
                    <a:pt x="6756" y="19151"/>
                  </a:lnTo>
                  <a:lnTo>
                    <a:pt x="5794" y="18660"/>
                  </a:lnTo>
                  <a:lnTo>
                    <a:pt x="4836" y="18152"/>
                  </a:lnTo>
                  <a:lnTo>
                    <a:pt x="3878" y="17627"/>
                  </a:lnTo>
                  <a:lnTo>
                    <a:pt x="2917" y="17083"/>
                  </a:lnTo>
                  <a:lnTo>
                    <a:pt x="1953" y="16521"/>
                  </a:lnTo>
                  <a:lnTo>
                    <a:pt x="981" y="15940"/>
                  </a:lnTo>
                  <a:lnTo>
                    <a:pt x="0" y="15340"/>
                  </a:lnTo>
                  <a:lnTo>
                    <a:pt x="177" y="14106"/>
                  </a:lnTo>
                  <a:lnTo>
                    <a:pt x="378" y="13033"/>
                  </a:lnTo>
                  <a:lnTo>
                    <a:pt x="632" y="12086"/>
                  </a:lnTo>
                  <a:lnTo>
                    <a:pt x="967" y="11232"/>
                  </a:lnTo>
                  <a:lnTo>
                    <a:pt x="1413" y="10437"/>
                  </a:lnTo>
                  <a:lnTo>
                    <a:pt x="1999" y="9668"/>
                  </a:lnTo>
                  <a:lnTo>
                    <a:pt x="2753" y="8890"/>
                  </a:lnTo>
                  <a:lnTo>
                    <a:pt x="3704" y="8070"/>
                  </a:lnTo>
                  <a:lnTo>
                    <a:pt x="4665" y="7589"/>
                  </a:lnTo>
                  <a:lnTo>
                    <a:pt x="5637" y="7124"/>
                  </a:lnTo>
                  <a:lnTo>
                    <a:pt x="6621" y="6674"/>
                  </a:lnTo>
                  <a:lnTo>
                    <a:pt x="7615" y="6239"/>
                  </a:lnTo>
                  <a:lnTo>
                    <a:pt x="8620" y="5819"/>
                  </a:lnTo>
                  <a:lnTo>
                    <a:pt x="9635" y="5414"/>
                  </a:lnTo>
                  <a:lnTo>
                    <a:pt x="10660" y="5025"/>
                  </a:lnTo>
                  <a:lnTo>
                    <a:pt x="11695" y="4650"/>
                  </a:lnTo>
                  <a:lnTo>
                    <a:pt x="12738" y="4291"/>
                  </a:lnTo>
                  <a:lnTo>
                    <a:pt x="13791" y="3946"/>
                  </a:lnTo>
                  <a:lnTo>
                    <a:pt x="14851" y="3616"/>
                  </a:lnTo>
                  <a:lnTo>
                    <a:pt x="15920" y="3301"/>
                  </a:lnTo>
                  <a:lnTo>
                    <a:pt x="16997" y="3000"/>
                  </a:lnTo>
                  <a:lnTo>
                    <a:pt x="18081" y="2715"/>
                  </a:lnTo>
                  <a:lnTo>
                    <a:pt x="19171" y="2444"/>
                  </a:lnTo>
                  <a:lnTo>
                    <a:pt x="20269" y="2187"/>
                  </a:lnTo>
                  <a:lnTo>
                    <a:pt x="21373" y="1945"/>
                  </a:lnTo>
                  <a:lnTo>
                    <a:pt x="22482" y="1718"/>
                  </a:lnTo>
                  <a:lnTo>
                    <a:pt x="23598" y="1505"/>
                  </a:lnTo>
                  <a:lnTo>
                    <a:pt x="24718" y="1306"/>
                  </a:lnTo>
                  <a:lnTo>
                    <a:pt x="25844" y="1121"/>
                  </a:lnTo>
                  <a:lnTo>
                    <a:pt x="26974" y="951"/>
                  </a:lnTo>
                  <a:lnTo>
                    <a:pt x="28108" y="795"/>
                  </a:lnTo>
                  <a:lnTo>
                    <a:pt x="29246" y="653"/>
                  </a:lnTo>
                  <a:lnTo>
                    <a:pt x="30388" y="526"/>
                  </a:lnTo>
                  <a:lnTo>
                    <a:pt x="31532" y="412"/>
                  </a:lnTo>
                  <a:lnTo>
                    <a:pt x="32680" y="312"/>
                  </a:lnTo>
                  <a:lnTo>
                    <a:pt x="33830" y="226"/>
                  </a:lnTo>
                  <a:lnTo>
                    <a:pt x="34981" y="154"/>
                  </a:lnTo>
                  <a:lnTo>
                    <a:pt x="36135" y="96"/>
                  </a:lnTo>
                  <a:lnTo>
                    <a:pt x="37290" y="51"/>
                  </a:lnTo>
                  <a:lnTo>
                    <a:pt x="38446" y="21"/>
                  </a:lnTo>
                  <a:lnTo>
                    <a:pt x="39603" y="3"/>
                  </a:lnTo>
                  <a:lnTo>
                    <a:pt x="40759" y="0"/>
                  </a:lnTo>
                  <a:lnTo>
                    <a:pt x="41916" y="10"/>
                  </a:lnTo>
                  <a:lnTo>
                    <a:pt x="43073" y="33"/>
                  </a:lnTo>
                  <a:lnTo>
                    <a:pt x="44228" y="70"/>
                  </a:lnTo>
                  <a:lnTo>
                    <a:pt x="45383" y="120"/>
                  </a:lnTo>
                  <a:lnTo>
                    <a:pt x="46536" y="184"/>
                  </a:lnTo>
                  <a:lnTo>
                    <a:pt x="47688" y="261"/>
                  </a:lnTo>
                  <a:lnTo>
                    <a:pt x="48837" y="351"/>
                  </a:lnTo>
                  <a:lnTo>
                    <a:pt x="49983" y="454"/>
                  </a:lnTo>
                  <a:lnTo>
                    <a:pt x="51127" y="570"/>
                  </a:lnTo>
                  <a:lnTo>
                    <a:pt x="52268" y="700"/>
                  </a:lnTo>
                  <a:lnTo>
                    <a:pt x="53405" y="842"/>
                  </a:lnTo>
                  <a:lnTo>
                    <a:pt x="54538" y="997"/>
                  </a:lnTo>
                  <a:lnTo>
                    <a:pt x="55666" y="1165"/>
                  </a:lnTo>
                  <a:lnTo>
                    <a:pt x="56791" y="1346"/>
                  </a:lnTo>
                  <a:lnTo>
                    <a:pt x="57910" y="1540"/>
                  </a:lnTo>
                  <a:lnTo>
                    <a:pt x="59024" y="1746"/>
                  </a:lnTo>
                  <a:lnTo>
                    <a:pt x="60132" y="1965"/>
                  </a:lnTo>
                  <a:lnTo>
                    <a:pt x="61234" y="2197"/>
                  </a:lnTo>
                  <a:lnTo>
                    <a:pt x="62329" y="2441"/>
                  </a:lnTo>
                  <a:lnTo>
                    <a:pt x="63418" y="2698"/>
                  </a:lnTo>
                  <a:lnTo>
                    <a:pt x="64500" y="2967"/>
                  </a:lnTo>
                  <a:lnTo>
                    <a:pt x="65575" y="3249"/>
                  </a:lnTo>
                  <a:lnTo>
                    <a:pt x="66641" y="3543"/>
                  </a:lnTo>
                  <a:lnTo>
                    <a:pt x="67699" y="3849"/>
                  </a:lnTo>
                  <a:lnTo>
                    <a:pt x="68749" y="4167"/>
                  </a:lnTo>
                  <a:lnTo>
                    <a:pt x="69790" y="4498"/>
                  </a:lnTo>
                  <a:lnTo>
                    <a:pt x="70822" y="4840"/>
                  </a:lnTo>
                  <a:lnTo>
                    <a:pt x="71844" y="5195"/>
                  </a:lnTo>
                  <a:lnTo>
                    <a:pt x="72857" y="5562"/>
                  </a:lnTo>
                  <a:lnTo>
                    <a:pt x="73859" y="5940"/>
                  </a:lnTo>
                  <a:close/>
                </a:path>
              </a:pathLst>
            </a:custGeom>
            <a:solidFill>
              <a:srgbClr val="A5A59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region 49 #BBC2D4"/>
            <p:cNvSpPr/>
            <p:nvPr/>
          </p:nvSpPr>
          <p:spPr>
            <a:xfrm>
              <a:off x="2150403" y="179946"/>
              <a:ext cx="10295" cy="663384"/>
            </a:xfrm>
            <a:custGeom>
              <a:avLst/>
              <a:gdLst/>
              <a:ahLst/>
              <a:cxnLst/>
              <a:rect l="l" t="t" r="r" b="b"/>
              <a:pathLst>
                <a:path w="10295" h="663384">
                  <a:moveTo>
                    <a:pt x="7609" y="0"/>
                  </a:moveTo>
                  <a:lnTo>
                    <a:pt x="8942" y="0"/>
                  </a:lnTo>
                  <a:lnTo>
                    <a:pt x="10295" y="0"/>
                  </a:lnTo>
                  <a:lnTo>
                    <a:pt x="9406" y="1777"/>
                  </a:lnTo>
                  <a:lnTo>
                    <a:pt x="8720" y="3140"/>
                  </a:lnTo>
                  <a:lnTo>
                    <a:pt x="8190" y="4176"/>
                  </a:lnTo>
                  <a:lnTo>
                    <a:pt x="7768" y="4974"/>
                  </a:lnTo>
                  <a:lnTo>
                    <a:pt x="7405" y="5624"/>
                  </a:lnTo>
                  <a:lnTo>
                    <a:pt x="7054" y="6214"/>
                  </a:lnTo>
                  <a:lnTo>
                    <a:pt x="6666" y="6832"/>
                  </a:lnTo>
                  <a:lnTo>
                    <a:pt x="6194" y="7567"/>
                  </a:lnTo>
                  <a:lnTo>
                    <a:pt x="5803" y="8631"/>
                  </a:lnTo>
                  <a:lnTo>
                    <a:pt x="5479" y="9692"/>
                  </a:lnTo>
                  <a:lnTo>
                    <a:pt x="5216" y="10753"/>
                  </a:lnTo>
                  <a:lnTo>
                    <a:pt x="5006" y="11814"/>
                  </a:lnTo>
                  <a:lnTo>
                    <a:pt x="4846" y="12877"/>
                  </a:lnTo>
                  <a:lnTo>
                    <a:pt x="4727" y="13942"/>
                  </a:lnTo>
                  <a:lnTo>
                    <a:pt x="4645" y="15012"/>
                  </a:lnTo>
                  <a:lnTo>
                    <a:pt x="4593" y="16088"/>
                  </a:lnTo>
                  <a:lnTo>
                    <a:pt x="4565" y="17171"/>
                  </a:lnTo>
                  <a:lnTo>
                    <a:pt x="4555" y="18262"/>
                  </a:lnTo>
                  <a:lnTo>
                    <a:pt x="4557" y="19362"/>
                  </a:lnTo>
                  <a:lnTo>
                    <a:pt x="4564" y="20473"/>
                  </a:lnTo>
                  <a:lnTo>
                    <a:pt x="4572" y="21596"/>
                  </a:lnTo>
                  <a:lnTo>
                    <a:pt x="4566" y="22706"/>
                  </a:lnTo>
                  <a:lnTo>
                    <a:pt x="4561" y="23823"/>
                  </a:lnTo>
                  <a:lnTo>
                    <a:pt x="4556" y="24955"/>
                  </a:lnTo>
                  <a:lnTo>
                    <a:pt x="4552" y="26076"/>
                  </a:lnTo>
                  <a:lnTo>
                    <a:pt x="4549" y="27197"/>
                  </a:lnTo>
                  <a:lnTo>
                    <a:pt x="4547" y="28318"/>
                  </a:lnTo>
                  <a:lnTo>
                    <a:pt x="4546" y="29439"/>
                  </a:lnTo>
                  <a:lnTo>
                    <a:pt x="4545" y="30560"/>
                  </a:lnTo>
                  <a:lnTo>
                    <a:pt x="4546" y="31681"/>
                  </a:lnTo>
                  <a:lnTo>
                    <a:pt x="4546" y="32802"/>
                  </a:lnTo>
                  <a:lnTo>
                    <a:pt x="4547" y="33923"/>
                  </a:lnTo>
                  <a:lnTo>
                    <a:pt x="4549" y="35044"/>
                  </a:lnTo>
                  <a:lnTo>
                    <a:pt x="4550" y="36165"/>
                  </a:lnTo>
                  <a:lnTo>
                    <a:pt x="4547" y="37321"/>
                  </a:lnTo>
                  <a:lnTo>
                    <a:pt x="4544" y="38477"/>
                  </a:lnTo>
                  <a:lnTo>
                    <a:pt x="4541" y="39633"/>
                  </a:lnTo>
                  <a:lnTo>
                    <a:pt x="4538" y="40789"/>
                  </a:lnTo>
                  <a:lnTo>
                    <a:pt x="4534" y="41945"/>
                  </a:lnTo>
                  <a:lnTo>
                    <a:pt x="4530" y="43100"/>
                  </a:lnTo>
                  <a:lnTo>
                    <a:pt x="4526" y="44256"/>
                  </a:lnTo>
                  <a:lnTo>
                    <a:pt x="4523" y="45317"/>
                  </a:lnTo>
                  <a:lnTo>
                    <a:pt x="4520" y="46378"/>
                  </a:lnTo>
                  <a:lnTo>
                    <a:pt x="4518" y="47440"/>
                  </a:lnTo>
                  <a:lnTo>
                    <a:pt x="4516" y="48501"/>
                  </a:lnTo>
                  <a:lnTo>
                    <a:pt x="4514" y="49562"/>
                  </a:lnTo>
                  <a:lnTo>
                    <a:pt x="4512" y="50623"/>
                  </a:lnTo>
                  <a:lnTo>
                    <a:pt x="4510" y="51685"/>
                  </a:lnTo>
                  <a:lnTo>
                    <a:pt x="4508" y="52746"/>
                  </a:lnTo>
                  <a:lnTo>
                    <a:pt x="4507" y="53807"/>
                  </a:lnTo>
                  <a:lnTo>
                    <a:pt x="4506" y="54868"/>
                  </a:lnTo>
                  <a:lnTo>
                    <a:pt x="4504" y="55930"/>
                  </a:lnTo>
                  <a:lnTo>
                    <a:pt x="4503" y="56991"/>
                  </a:lnTo>
                  <a:lnTo>
                    <a:pt x="4503" y="58052"/>
                  </a:lnTo>
                  <a:lnTo>
                    <a:pt x="4502" y="59114"/>
                  </a:lnTo>
                  <a:lnTo>
                    <a:pt x="4501" y="60175"/>
                  </a:lnTo>
                  <a:lnTo>
                    <a:pt x="4500" y="61236"/>
                  </a:lnTo>
                  <a:lnTo>
                    <a:pt x="4500" y="62297"/>
                  </a:lnTo>
                  <a:lnTo>
                    <a:pt x="4499" y="63359"/>
                  </a:lnTo>
                  <a:lnTo>
                    <a:pt x="4499" y="64420"/>
                  </a:lnTo>
                  <a:lnTo>
                    <a:pt x="4498" y="65481"/>
                  </a:lnTo>
                  <a:lnTo>
                    <a:pt x="4498" y="66542"/>
                  </a:lnTo>
                  <a:lnTo>
                    <a:pt x="4497" y="67586"/>
                  </a:lnTo>
                  <a:lnTo>
                    <a:pt x="4497" y="68631"/>
                  </a:lnTo>
                  <a:lnTo>
                    <a:pt x="4496" y="69675"/>
                  </a:lnTo>
                  <a:lnTo>
                    <a:pt x="4494" y="70719"/>
                  </a:lnTo>
                  <a:lnTo>
                    <a:pt x="4493" y="71763"/>
                  </a:lnTo>
                  <a:lnTo>
                    <a:pt x="4492" y="72807"/>
                  </a:lnTo>
                  <a:lnTo>
                    <a:pt x="4490" y="73851"/>
                  </a:lnTo>
                  <a:lnTo>
                    <a:pt x="4488" y="74895"/>
                  </a:lnTo>
                  <a:lnTo>
                    <a:pt x="4487" y="75939"/>
                  </a:lnTo>
                  <a:lnTo>
                    <a:pt x="4485" y="76983"/>
                  </a:lnTo>
                  <a:lnTo>
                    <a:pt x="4483" y="78027"/>
                  </a:lnTo>
                  <a:lnTo>
                    <a:pt x="4480" y="79071"/>
                  </a:lnTo>
                  <a:lnTo>
                    <a:pt x="4478" y="80115"/>
                  </a:lnTo>
                  <a:lnTo>
                    <a:pt x="4476" y="81159"/>
                  </a:lnTo>
                  <a:lnTo>
                    <a:pt x="4474" y="82203"/>
                  </a:lnTo>
                  <a:lnTo>
                    <a:pt x="4471" y="83247"/>
                  </a:lnTo>
                  <a:lnTo>
                    <a:pt x="4469" y="84291"/>
                  </a:lnTo>
                  <a:lnTo>
                    <a:pt x="4467" y="85335"/>
                  </a:lnTo>
                  <a:lnTo>
                    <a:pt x="4464" y="86379"/>
                  </a:lnTo>
                  <a:lnTo>
                    <a:pt x="4462" y="87423"/>
                  </a:lnTo>
                  <a:lnTo>
                    <a:pt x="4460" y="88468"/>
                  </a:lnTo>
                  <a:lnTo>
                    <a:pt x="4457" y="89512"/>
                  </a:lnTo>
                  <a:lnTo>
                    <a:pt x="4455" y="90556"/>
                  </a:lnTo>
                  <a:lnTo>
                    <a:pt x="4453" y="91596"/>
                  </a:lnTo>
                  <a:lnTo>
                    <a:pt x="4450" y="92637"/>
                  </a:lnTo>
                  <a:lnTo>
                    <a:pt x="4448" y="93677"/>
                  </a:lnTo>
                  <a:lnTo>
                    <a:pt x="4446" y="94718"/>
                  </a:lnTo>
                  <a:lnTo>
                    <a:pt x="4444" y="95758"/>
                  </a:lnTo>
                  <a:lnTo>
                    <a:pt x="4442" y="96799"/>
                  </a:lnTo>
                  <a:lnTo>
                    <a:pt x="4440" y="97839"/>
                  </a:lnTo>
                  <a:lnTo>
                    <a:pt x="4438" y="98880"/>
                  </a:lnTo>
                  <a:lnTo>
                    <a:pt x="4436" y="99920"/>
                  </a:lnTo>
                  <a:lnTo>
                    <a:pt x="4434" y="100961"/>
                  </a:lnTo>
                  <a:lnTo>
                    <a:pt x="4432" y="102002"/>
                  </a:lnTo>
                  <a:lnTo>
                    <a:pt x="4430" y="103042"/>
                  </a:lnTo>
                  <a:lnTo>
                    <a:pt x="4428" y="104083"/>
                  </a:lnTo>
                  <a:lnTo>
                    <a:pt x="4426" y="105123"/>
                  </a:lnTo>
                  <a:lnTo>
                    <a:pt x="4425" y="106164"/>
                  </a:lnTo>
                  <a:lnTo>
                    <a:pt x="4423" y="107204"/>
                  </a:lnTo>
                  <a:lnTo>
                    <a:pt x="4421" y="108245"/>
                  </a:lnTo>
                  <a:lnTo>
                    <a:pt x="4419" y="109285"/>
                  </a:lnTo>
                  <a:lnTo>
                    <a:pt x="4418" y="110326"/>
                  </a:lnTo>
                  <a:lnTo>
                    <a:pt x="4416" y="111366"/>
                  </a:lnTo>
                  <a:lnTo>
                    <a:pt x="4415" y="112407"/>
                  </a:lnTo>
                  <a:lnTo>
                    <a:pt x="4413" y="113448"/>
                  </a:lnTo>
                  <a:lnTo>
                    <a:pt x="4412" y="114488"/>
                  </a:lnTo>
                  <a:lnTo>
                    <a:pt x="4410" y="115529"/>
                  </a:lnTo>
                  <a:lnTo>
                    <a:pt x="4409" y="116569"/>
                  </a:lnTo>
                  <a:lnTo>
                    <a:pt x="4407" y="117610"/>
                  </a:lnTo>
                  <a:lnTo>
                    <a:pt x="4406" y="118650"/>
                  </a:lnTo>
                  <a:lnTo>
                    <a:pt x="4405" y="119691"/>
                  </a:lnTo>
                  <a:lnTo>
                    <a:pt x="4403" y="120731"/>
                  </a:lnTo>
                  <a:lnTo>
                    <a:pt x="4402" y="121772"/>
                  </a:lnTo>
                  <a:lnTo>
                    <a:pt x="4401" y="122812"/>
                  </a:lnTo>
                  <a:lnTo>
                    <a:pt x="4399" y="123853"/>
                  </a:lnTo>
                  <a:lnTo>
                    <a:pt x="4398" y="124893"/>
                  </a:lnTo>
                  <a:lnTo>
                    <a:pt x="4397" y="125934"/>
                  </a:lnTo>
                  <a:lnTo>
                    <a:pt x="4396" y="126975"/>
                  </a:lnTo>
                  <a:lnTo>
                    <a:pt x="4395" y="128015"/>
                  </a:lnTo>
                  <a:lnTo>
                    <a:pt x="4394" y="129056"/>
                  </a:lnTo>
                  <a:lnTo>
                    <a:pt x="4393" y="130096"/>
                  </a:lnTo>
                  <a:lnTo>
                    <a:pt x="4392" y="131137"/>
                  </a:lnTo>
                  <a:lnTo>
                    <a:pt x="4391" y="132177"/>
                  </a:lnTo>
                  <a:lnTo>
                    <a:pt x="4390" y="133242"/>
                  </a:lnTo>
                  <a:lnTo>
                    <a:pt x="4389" y="134307"/>
                  </a:lnTo>
                  <a:lnTo>
                    <a:pt x="4387" y="135372"/>
                  </a:lnTo>
                  <a:lnTo>
                    <a:pt x="4386" y="136437"/>
                  </a:lnTo>
                  <a:lnTo>
                    <a:pt x="4385" y="137501"/>
                  </a:lnTo>
                  <a:lnTo>
                    <a:pt x="4384" y="138566"/>
                  </a:lnTo>
                  <a:lnTo>
                    <a:pt x="4383" y="139631"/>
                  </a:lnTo>
                  <a:lnTo>
                    <a:pt x="4382" y="140696"/>
                  </a:lnTo>
                  <a:lnTo>
                    <a:pt x="4381" y="141761"/>
                  </a:lnTo>
                  <a:lnTo>
                    <a:pt x="4380" y="142826"/>
                  </a:lnTo>
                  <a:lnTo>
                    <a:pt x="4378" y="143891"/>
                  </a:lnTo>
                  <a:lnTo>
                    <a:pt x="4377" y="144955"/>
                  </a:lnTo>
                  <a:lnTo>
                    <a:pt x="4376" y="146020"/>
                  </a:lnTo>
                  <a:lnTo>
                    <a:pt x="4374" y="147085"/>
                  </a:lnTo>
                  <a:lnTo>
                    <a:pt x="4373" y="148150"/>
                  </a:lnTo>
                  <a:lnTo>
                    <a:pt x="4372" y="149215"/>
                  </a:lnTo>
                  <a:lnTo>
                    <a:pt x="4370" y="150280"/>
                  </a:lnTo>
                  <a:lnTo>
                    <a:pt x="4369" y="151345"/>
                  </a:lnTo>
                  <a:lnTo>
                    <a:pt x="4368" y="152410"/>
                  </a:lnTo>
                  <a:lnTo>
                    <a:pt x="4366" y="153475"/>
                  </a:lnTo>
                  <a:lnTo>
                    <a:pt x="4365" y="154539"/>
                  </a:lnTo>
                  <a:lnTo>
                    <a:pt x="4363" y="155604"/>
                  </a:lnTo>
                  <a:lnTo>
                    <a:pt x="4362" y="156669"/>
                  </a:lnTo>
                  <a:lnTo>
                    <a:pt x="4360" y="157734"/>
                  </a:lnTo>
                  <a:lnTo>
                    <a:pt x="4358" y="158799"/>
                  </a:lnTo>
                  <a:lnTo>
                    <a:pt x="4357" y="159864"/>
                  </a:lnTo>
                  <a:lnTo>
                    <a:pt x="4355" y="160929"/>
                  </a:lnTo>
                  <a:lnTo>
                    <a:pt x="4354" y="161994"/>
                  </a:lnTo>
                  <a:lnTo>
                    <a:pt x="4352" y="163059"/>
                  </a:lnTo>
                  <a:lnTo>
                    <a:pt x="4350" y="164123"/>
                  </a:lnTo>
                  <a:lnTo>
                    <a:pt x="4349" y="165188"/>
                  </a:lnTo>
                  <a:lnTo>
                    <a:pt x="4347" y="166253"/>
                  </a:lnTo>
                  <a:lnTo>
                    <a:pt x="4345" y="167318"/>
                  </a:lnTo>
                  <a:lnTo>
                    <a:pt x="4343" y="168383"/>
                  </a:lnTo>
                  <a:lnTo>
                    <a:pt x="4341" y="169448"/>
                  </a:lnTo>
                  <a:lnTo>
                    <a:pt x="4340" y="170513"/>
                  </a:lnTo>
                  <a:lnTo>
                    <a:pt x="4338" y="171578"/>
                  </a:lnTo>
                  <a:lnTo>
                    <a:pt x="4336" y="172642"/>
                  </a:lnTo>
                  <a:lnTo>
                    <a:pt x="4334" y="173707"/>
                  </a:lnTo>
                  <a:lnTo>
                    <a:pt x="4332" y="174772"/>
                  </a:lnTo>
                  <a:lnTo>
                    <a:pt x="4330" y="175837"/>
                  </a:lnTo>
                  <a:lnTo>
                    <a:pt x="4328" y="177197"/>
                  </a:lnTo>
                  <a:lnTo>
                    <a:pt x="4325" y="178578"/>
                  </a:lnTo>
                  <a:lnTo>
                    <a:pt x="4323" y="179638"/>
                  </a:lnTo>
                  <a:lnTo>
                    <a:pt x="4321" y="180697"/>
                  </a:lnTo>
                  <a:lnTo>
                    <a:pt x="4319" y="181757"/>
                  </a:lnTo>
                  <a:lnTo>
                    <a:pt x="4317" y="182817"/>
                  </a:lnTo>
                  <a:lnTo>
                    <a:pt x="4315" y="183877"/>
                  </a:lnTo>
                  <a:lnTo>
                    <a:pt x="4313" y="184937"/>
                  </a:lnTo>
                  <a:lnTo>
                    <a:pt x="4311" y="185997"/>
                  </a:lnTo>
                  <a:lnTo>
                    <a:pt x="4309" y="187057"/>
                  </a:lnTo>
                  <a:lnTo>
                    <a:pt x="4307" y="188117"/>
                  </a:lnTo>
                  <a:lnTo>
                    <a:pt x="4305" y="189177"/>
                  </a:lnTo>
                  <a:lnTo>
                    <a:pt x="4303" y="190237"/>
                  </a:lnTo>
                  <a:lnTo>
                    <a:pt x="4301" y="191297"/>
                  </a:lnTo>
                  <a:lnTo>
                    <a:pt x="4299" y="192357"/>
                  </a:lnTo>
                  <a:lnTo>
                    <a:pt x="4296" y="193882"/>
                  </a:lnTo>
                  <a:lnTo>
                    <a:pt x="4293" y="195408"/>
                  </a:lnTo>
                  <a:lnTo>
                    <a:pt x="4291" y="196933"/>
                  </a:lnTo>
                  <a:lnTo>
                    <a:pt x="4288" y="198459"/>
                  </a:lnTo>
                  <a:lnTo>
                    <a:pt x="4285" y="199984"/>
                  </a:lnTo>
                  <a:lnTo>
                    <a:pt x="4282" y="201510"/>
                  </a:lnTo>
                  <a:lnTo>
                    <a:pt x="4279" y="203035"/>
                  </a:lnTo>
                  <a:lnTo>
                    <a:pt x="4277" y="204560"/>
                  </a:lnTo>
                  <a:lnTo>
                    <a:pt x="4274" y="206086"/>
                  </a:lnTo>
                  <a:lnTo>
                    <a:pt x="4271" y="207611"/>
                  </a:lnTo>
                  <a:lnTo>
                    <a:pt x="4269" y="209137"/>
                  </a:lnTo>
                  <a:lnTo>
                    <a:pt x="4266" y="210662"/>
                  </a:lnTo>
                  <a:lnTo>
                    <a:pt x="4263" y="212188"/>
                  </a:lnTo>
                  <a:lnTo>
                    <a:pt x="4261" y="213713"/>
                  </a:lnTo>
                  <a:lnTo>
                    <a:pt x="4258" y="215238"/>
                  </a:lnTo>
                  <a:lnTo>
                    <a:pt x="4255" y="216764"/>
                  </a:lnTo>
                  <a:lnTo>
                    <a:pt x="4253" y="218289"/>
                  </a:lnTo>
                  <a:lnTo>
                    <a:pt x="4250" y="219815"/>
                  </a:lnTo>
                  <a:lnTo>
                    <a:pt x="4248" y="221340"/>
                  </a:lnTo>
                  <a:lnTo>
                    <a:pt x="4245" y="222866"/>
                  </a:lnTo>
                  <a:lnTo>
                    <a:pt x="4243" y="224391"/>
                  </a:lnTo>
                  <a:lnTo>
                    <a:pt x="4240" y="225917"/>
                  </a:lnTo>
                  <a:lnTo>
                    <a:pt x="4238" y="227442"/>
                  </a:lnTo>
                  <a:lnTo>
                    <a:pt x="4235" y="228967"/>
                  </a:lnTo>
                  <a:lnTo>
                    <a:pt x="4233" y="230493"/>
                  </a:lnTo>
                  <a:lnTo>
                    <a:pt x="4230" y="232018"/>
                  </a:lnTo>
                  <a:lnTo>
                    <a:pt x="4228" y="233544"/>
                  </a:lnTo>
                  <a:lnTo>
                    <a:pt x="4225" y="235069"/>
                  </a:lnTo>
                  <a:lnTo>
                    <a:pt x="4223" y="236595"/>
                  </a:lnTo>
                  <a:lnTo>
                    <a:pt x="4221" y="238120"/>
                  </a:lnTo>
                  <a:lnTo>
                    <a:pt x="4218" y="239646"/>
                  </a:lnTo>
                  <a:lnTo>
                    <a:pt x="4216" y="241171"/>
                  </a:lnTo>
                  <a:lnTo>
                    <a:pt x="4213" y="242696"/>
                  </a:lnTo>
                  <a:lnTo>
                    <a:pt x="4211" y="244222"/>
                  </a:lnTo>
                  <a:lnTo>
                    <a:pt x="4209" y="245747"/>
                  </a:lnTo>
                  <a:lnTo>
                    <a:pt x="4207" y="247273"/>
                  </a:lnTo>
                  <a:lnTo>
                    <a:pt x="4204" y="248798"/>
                  </a:lnTo>
                  <a:lnTo>
                    <a:pt x="4202" y="250324"/>
                  </a:lnTo>
                  <a:lnTo>
                    <a:pt x="4200" y="251849"/>
                  </a:lnTo>
                  <a:lnTo>
                    <a:pt x="4197" y="253375"/>
                  </a:lnTo>
                  <a:lnTo>
                    <a:pt x="4195" y="254900"/>
                  </a:lnTo>
                  <a:lnTo>
                    <a:pt x="4193" y="256426"/>
                  </a:lnTo>
                  <a:lnTo>
                    <a:pt x="4191" y="257951"/>
                  </a:lnTo>
                  <a:lnTo>
                    <a:pt x="4189" y="259477"/>
                  </a:lnTo>
                  <a:lnTo>
                    <a:pt x="4186" y="261002"/>
                  </a:lnTo>
                  <a:lnTo>
                    <a:pt x="4184" y="262528"/>
                  </a:lnTo>
                  <a:lnTo>
                    <a:pt x="4182" y="264053"/>
                  </a:lnTo>
                  <a:lnTo>
                    <a:pt x="4180" y="265578"/>
                  </a:lnTo>
                  <a:lnTo>
                    <a:pt x="4178" y="267104"/>
                  </a:lnTo>
                  <a:lnTo>
                    <a:pt x="4176" y="268629"/>
                  </a:lnTo>
                  <a:lnTo>
                    <a:pt x="4174" y="270155"/>
                  </a:lnTo>
                  <a:lnTo>
                    <a:pt x="4172" y="271680"/>
                  </a:lnTo>
                  <a:lnTo>
                    <a:pt x="4170" y="273206"/>
                  </a:lnTo>
                  <a:lnTo>
                    <a:pt x="4168" y="274731"/>
                  </a:lnTo>
                  <a:lnTo>
                    <a:pt x="4165" y="276257"/>
                  </a:lnTo>
                  <a:lnTo>
                    <a:pt x="4163" y="277782"/>
                  </a:lnTo>
                  <a:lnTo>
                    <a:pt x="4161" y="279308"/>
                  </a:lnTo>
                  <a:lnTo>
                    <a:pt x="4159" y="280833"/>
                  </a:lnTo>
                  <a:lnTo>
                    <a:pt x="4157" y="282359"/>
                  </a:lnTo>
                  <a:lnTo>
                    <a:pt x="4155" y="283884"/>
                  </a:lnTo>
                  <a:lnTo>
                    <a:pt x="4153" y="285410"/>
                  </a:lnTo>
                  <a:lnTo>
                    <a:pt x="4151" y="286935"/>
                  </a:lnTo>
                  <a:lnTo>
                    <a:pt x="4149" y="288461"/>
                  </a:lnTo>
                  <a:lnTo>
                    <a:pt x="4147" y="289986"/>
                  </a:lnTo>
                  <a:lnTo>
                    <a:pt x="4146" y="291468"/>
                  </a:lnTo>
                  <a:lnTo>
                    <a:pt x="4144" y="292950"/>
                  </a:lnTo>
                  <a:lnTo>
                    <a:pt x="4142" y="294432"/>
                  </a:lnTo>
                  <a:lnTo>
                    <a:pt x="4140" y="295914"/>
                  </a:lnTo>
                  <a:lnTo>
                    <a:pt x="4138" y="297397"/>
                  </a:lnTo>
                  <a:lnTo>
                    <a:pt x="4136" y="298879"/>
                  </a:lnTo>
                  <a:lnTo>
                    <a:pt x="4134" y="300361"/>
                  </a:lnTo>
                  <a:lnTo>
                    <a:pt x="4132" y="301843"/>
                  </a:lnTo>
                  <a:lnTo>
                    <a:pt x="4130" y="303325"/>
                  </a:lnTo>
                  <a:lnTo>
                    <a:pt x="4128" y="304807"/>
                  </a:lnTo>
                  <a:lnTo>
                    <a:pt x="4126" y="306289"/>
                  </a:lnTo>
                  <a:lnTo>
                    <a:pt x="4124" y="307771"/>
                  </a:lnTo>
                  <a:lnTo>
                    <a:pt x="4122" y="309253"/>
                  </a:lnTo>
                  <a:lnTo>
                    <a:pt x="4120" y="310735"/>
                  </a:lnTo>
                  <a:lnTo>
                    <a:pt x="4118" y="312218"/>
                  </a:lnTo>
                  <a:lnTo>
                    <a:pt x="4116" y="313700"/>
                  </a:lnTo>
                  <a:lnTo>
                    <a:pt x="4114" y="315182"/>
                  </a:lnTo>
                  <a:lnTo>
                    <a:pt x="4112" y="316664"/>
                  </a:lnTo>
                  <a:lnTo>
                    <a:pt x="4110" y="318146"/>
                  </a:lnTo>
                  <a:lnTo>
                    <a:pt x="4108" y="319628"/>
                  </a:lnTo>
                  <a:lnTo>
                    <a:pt x="4106" y="321110"/>
                  </a:lnTo>
                  <a:lnTo>
                    <a:pt x="4104" y="322592"/>
                  </a:lnTo>
                  <a:lnTo>
                    <a:pt x="4101" y="324074"/>
                  </a:lnTo>
                  <a:lnTo>
                    <a:pt x="4099" y="325556"/>
                  </a:lnTo>
                  <a:lnTo>
                    <a:pt x="4097" y="327039"/>
                  </a:lnTo>
                  <a:lnTo>
                    <a:pt x="4095" y="328521"/>
                  </a:lnTo>
                  <a:lnTo>
                    <a:pt x="4093" y="330003"/>
                  </a:lnTo>
                  <a:lnTo>
                    <a:pt x="4091" y="331485"/>
                  </a:lnTo>
                  <a:lnTo>
                    <a:pt x="4089" y="332967"/>
                  </a:lnTo>
                  <a:lnTo>
                    <a:pt x="4086" y="334449"/>
                  </a:lnTo>
                  <a:lnTo>
                    <a:pt x="4084" y="335931"/>
                  </a:lnTo>
                  <a:lnTo>
                    <a:pt x="4082" y="337413"/>
                  </a:lnTo>
                  <a:lnTo>
                    <a:pt x="4080" y="338895"/>
                  </a:lnTo>
                  <a:lnTo>
                    <a:pt x="4078" y="340377"/>
                  </a:lnTo>
                  <a:lnTo>
                    <a:pt x="4075" y="341860"/>
                  </a:lnTo>
                  <a:lnTo>
                    <a:pt x="4073" y="343342"/>
                  </a:lnTo>
                  <a:lnTo>
                    <a:pt x="4071" y="344824"/>
                  </a:lnTo>
                  <a:lnTo>
                    <a:pt x="4069" y="346306"/>
                  </a:lnTo>
                  <a:lnTo>
                    <a:pt x="4066" y="347788"/>
                  </a:lnTo>
                  <a:lnTo>
                    <a:pt x="4064" y="349270"/>
                  </a:lnTo>
                  <a:lnTo>
                    <a:pt x="4062" y="350752"/>
                  </a:lnTo>
                  <a:lnTo>
                    <a:pt x="4059" y="352234"/>
                  </a:lnTo>
                  <a:lnTo>
                    <a:pt x="4057" y="353716"/>
                  </a:lnTo>
                  <a:lnTo>
                    <a:pt x="4055" y="355198"/>
                  </a:lnTo>
                  <a:lnTo>
                    <a:pt x="4053" y="356681"/>
                  </a:lnTo>
                  <a:lnTo>
                    <a:pt x="4050" y="358163"/>
                  </a:lnTo>
                  <a:lnTo>
                    <a:pt x="4048" y="359645"/>
                  </a:lnTo>
                  <a:lnTo>
                    <a:pt x="4045" y="361127"/>
                  </a:lnTo>
                  <a:lnTo>
                    <a:pt x="4043" y="362609"/>
                  </a:lnTo>
                  <a:lnTo>
                    <a:pt x="4041" y="364091"/>
                  </a:lnTo>
                  <a:lnTo>
                    <a:pt x="4038" y="365573"/>
                  </a:lnTo>
                  <a:lnTo>
                    <a:pt x="4036" y="367055"/>
                  </a:lnTo>
                  <a:lnTo>
                    <a:pt x="4034" y="368537"/>
                  </a:lnTo>
                  <a:lnTo>
                    <a:pt x="4031" y="370020"/>
                  </a:lnTo>
                  <a:lnTo>
                    <a:pt x="4029" y="371502"/>
                  </a:lnTo>
                  <a:lnTo>
                    <a:pt x="4026" y="372984"/>
                  </a:lnTo>
                  <a:lnTo>
                    <a:pt x="4024" y="374466"/>
                  </a:lnTo>
                  <a:lnTo>
                    <a:pt x="4021" y="375948"/>
                  </a:lnTo>
                  <a:lnTo>
                    <a:pt x="4019" y="377430"/>
                  </a:lnTo>
                  <a:lnTo>
                    <a:pt x="4016" y="378912"/>
                  </a:lnTo>
                  <a:lnTo>
                    <a:pt x="4014" y="380394"/>
                  </a:lnTo>
                  <a:lnTo>
                    <a:pt x="4011" y="381876"/>
                  </a:lnTo>
                  <a:lnTo>
                    <a:pt x="4009" y="383358"/>
                  </a:lnTo>
                  <a:lnTo>
                    <a:pt x="4006" y="384841"/>
                  </a:lnTo>
                  <a:lnTo>
                    <a:pt x="4004" y="386306"/>
                  </a:lnTo>
                  <a:lnTo>
                    <a:pt x="4002" y="387794"/>
                  </a:lnTo>
                  <a:lnTo>
                    <a:pt x="4001" y="388842"/>
                  </a:lnTo>
                  <a:lnTo>
                    <a:pt x="3999" y="389890"/>
                  </a:lnTo>
                  <a:lnTo>
                    <a:pt x="3997" y="390939"/>
                  </a:lnTo>
                  <a:lnTo>
                    <a:pt x="3995" y="391987"/>
                  </a:lnTo>
                  <a:lnTo>
                    <a:pt x="3993" y="393035"/>
                  </a:lnTo>
                  <a:lnTo>
                    <a:pt x="3991" y="394084"/>
                  </a:lnTo>
                  <a:lnTo>
                    <a:pt x="3990" y="395132"/>
                  </a:lnTo>
                  <a:lnTo>
                    <a:pt x="3988" y="396180"/>
                  </a:lnTo>
                  <a:lnTo>
                    <a:pt x="3986" y="397229"/>
                  </a:lnTo>
                  <a:lnTo>
                    <a:pt x="3984" y="398277"/>
                  </a:lnTo>
                  <a:lnTo>
                    <a:pt x="3982" y="399325"/>
                  </a:lnTo>
                  <a:lnTo>
                    <a:pt x="3981" y="400374"/>
                  </a:lnTo>
                  <a:lnTo>
                    <a:pt x="3979" y="401422"/>
                  </a:lnTo>
                  <a:lnTo>
                    <a:pt x="3977" y="402471"/>
                  </a:lnTo>
                  <a:lnTo>
                    <a:pt x="3975" y="403519"/>
                  </a:lnTo>
                  <a:lnTo>
                    <a:pt x="3973" y="404567"/>
                  </a:lnTo>
                  <a:lnTo>
                    <a:pt x="3972" y="405616"/>
                  </a:lnTo>
                  <a:lnTo>
                    <a:pt x="3970" y="406664"/>
                  </a:lnTo>
                  <a:lnTo>
                    <a:pt x="3968" y="407712"/>
                  </a:lnTo>
                  <a:lnTo>
                    <a:pt x="3966" y="408761"/>
                  </a:lnTo>
                  <a:lnTo>
                    <a:pt x="3964" y="409809"/>
                  </a:lnTo>
                  <a:lnTo>
                    <a:pt x="3962" y="410858"/>
                  </a:lnTo>
                  <a:lnTo>
                    <a:pt x="3961" y="411906"/>
                  </a:lnTo>
                  <a:lnTo>
                    <a:pt x="3959" y="412954"/>
                  </a:lnTo>
                  <a:lnTo>
                    <a:pt x="3957" y="414003"/>
                  </a:lnTo>
                  <a:lnTo>
                    <a:pt x="3955" y="415051"/>
                  </a:lnTo>
                  <a:lnTo>
                    <a:pt x="3953" y="416099"/>
                  </a:lnTo>
                  <a:lnTo>
                    <a:pt x="3951" y="417148"/>
                  </a:lnTo>
                  <a:lnTo>
                    <a:pt x="3950" y="418197"/>
                  </a:lnTo>
                  <a:lnTo>
                    <a:pt x="3948" y="419246"/>
                  </a:lnTo>
                  <a:lnTo>
                    <a:pt x="3946" y="420295"/>
                  </a:lnTo>
                  <a:lnTo>
                    <a:pt x="3944" y="421344"/>
                  </a:lnTo>
                  <a:lnTo>
                    <a:pt x="3943" y="422393"/>
                  </a:lnTo>
                  <a:lnTo>
                    <a:pt x="3941" y="423442"/>
                  </a:lnTo>
                  <a:lnTo>
                    <a:pt x="3939" y="424492"/>
                  </a:lnTo>
                  <a:lnTo>
                    <a:pt x="3937" y="425541"/>
                  </a:lnTo>
                  <a:lnTo>
                    <a:pt x="3936" y="426590"/>
                  </a:lnTo>
                  <a:lnTo>
                    <a:pt x="3934" y="427639"/>
                  </a:lnTo>
                  <a:lnTo>
                    <a:pt x="3932" y="428688"/>
                  </a:lnTo>
                  <a:lnTo>
                    <a:pt x="3930" y="429737"/>
                  </a:lnTo>
                  <a:lnTo>
                    <a:pt x="3928" y="430786"/>
                  </a:lnTo>
                  <a:lnTo>
                    <a:pt x="3927" y="431836"/>
                  </a:lnTo>
                  <a:lnTo>
                    <a:pt x="3925" y="432885"/>
                  </a:lnTo>
                  <a:lnTo>
                    <a:pt x="3923" y="433934"/>
                  </a:lnTo>
                  <a:lnTo>
                    <a:pt x="3921" y="434983"/>
                  </a:lnTo>
                  <a:lnTo>
                    <a:pt x="3920" y="436032"/>
                  </a:lnTo>
                  <a:lnTo>
                    <a:pt x="3918" y="437081"/>
                  </a:lnTo>
                  <a:lnTo>
                    <a:pt x="3916" y="438131"/>
                  </a:lnTo>
                  <a:lnTo>
                    <a:pt x="3914" y="439180"/>
                  </a:lnTo>
                  <a:lnTo>
                    <a:pt x="3913" y="440229"/>
                  </a:lnTo>
                  <a:lnTo>
                    <a:pt x="3911" y="441278"/>
                  </a:lnTo>
                  <a:lnTo>
                    <a:pt x="3909" y="442327"/>
                  </a:lnTo>
                  <a:lnTo>
                    <a:pt x="3907" y="443376"/>
                  </a:lnTo>
                  <a:lnTo>
                    <a:pt x="3905" y="444425"/>
                  </a:lnTo>
                  <a:lnTo>
                    <a:pt x="3904" y="445475"/>
                  </a:lnTo>
                  <a:lnTo>
                    <a:pt x="3902" y="446524"/>
                  </a:lnTo>
                  <a:lnTo>
                    <a:pt x="3900" y="447573"/>
                  </a:lnTo>
                  <a:lnTo>
                    <a:pt x="3898" y="448622"/>
                  </a:lnTo>
                  <a:lnTo>
                    <a:pt x="3897" y="449671"/>
                  </a:lnTo>
                  <a:lnTo>
                    <a:pt x="3895" y="450720"/>
                  </a:lnTo>
                  <a:lnTo>
                    <a:pt x="3893" y="451769"/>
                  </a:lnTo>
                  <a:lnTo>
                    <a:pt x="3891" y="452819"/>
                  </a:lnTo>
                  <a:lnTo>
                    <a:pt x="3890" y="453868"/>
                  </a:lnTo>
                  <a:lnTo>
                    <a:pt x="3888" y="454917"/>
                  </a:lnTo>
                  <a:lnTo>
                    <a:pt x="3886" y="455966"/>
                  </a:lnTo>
                  <a:lnTo>
                    <a:pt x="3884" y="457015"/>
                  </a:lnTo>
                  <a:lnTo>
                    <a:pt x="3882" y="458064"/>
                  </a:lnTo>
                  <a:lnTo>
                    <a:pt x="3881" y="459113"/>
                  </a:lnTo>
                  <a:lnTo>
                    <a:pt x="3879" y="460163"/>
                  </a:lnTo>
                  <a:lnTo>
                    <a:pt x="3877" y="461212"/>
                  </a:lnTo>
                  <a:lnTo>
                    <a:pt x="3875" y="462261"/>
                  </a:lnTo>
                  <a:lnTo>
                    <a:pt x="3874" y="463310"/>
                  </a:lnTo>
                  <a:lnTo>
                    <a:pt x="3872" y="464359"/>
                  </a:lnTo>
                  <a:lnTo>
                    <a:pt x="3870" y="465408"/>
                  </a:lnTo>
                  <a:lnTo>
                    <a:pt x="3868" y="466457"/>
                  </a:lnTo>
                  <a:lnTo>
                    <a:pt x="3867" y="467507"/>
                  </a:lnTo>
                  <a:lnTo>
                    <a:pt x="3865" y="468556"/>
                  </a:lnTo>
                  <a:lnTo>
                    <a:pt x="3863" y="469605"/>
                  </a:lnTo>
                  <a:lnTo>
                    <a:pt x="3861" y="470654"/>
                  </a:lnTo>
                  <a:lnTo>
                    <a:pt x="3860" y="471703"/>
                  </a:lnTo>
                  <a:lnTo>
                    <a:pt x="3858" y="472752"/>
                  </a:lnTo>
                  <a:lnTo>
                    <a:pt x="3856" y="473801"/>
                  </a:lnTo>
                  <a:lnTo>
                    <a:pt x="3854" y="474851"/>
                  </a:lnTo>
                  <a:lnTo>
                    <a:pt x="3852" y="475900"/>
                  </a:lnTo>
                  <a:lnTo>
                    <a:pt x="3851" y="476949"/>
                  </a:lnTo>
                  <a:lnTo>
                    <a:pt x="3850" y="477639"/>
                  </a:lnTo>
                  <a:lnTo>
                    <a:pt x="3847" y="479726"/>
                  </a:lnTo>
                  <a:lnTo>
                    <a:pt x="3842" y="482596"/>
                  </a:lnTo>
                  <a:lnTo>
                    <a:pt x="3837" y="485465"/>
                  </a:lnTo>
                  <a:lnTo>
                    <a:pt x="3832" y="488335"/>
                  </a:lnTo>
                  <a:lnTo>
                    <a:pt x="3828" y="491205"/>
                  </a:lnTo>
                  <a:lnTo>
                    <a:pt x="3823" y="494074"/>
                  </a:lnTo>
                  <a:lnTo>
                    <a:pt x="3818" y="496944"/>
                  </a:lnTo>
                  <a:lnTo>
                    <a:pt x="3814" y="499814"/>
                  </a:lnTo>
                  <a:lnTo>
                    <a:pt x="3809" y="502683"/>
                  </a:lnTo>
                  <a:lnTo>
                    <a:pt x="3805" y="505553"/>
                  </a:lnTo>
                  <a:lnTo>
                    <a:pt x="3800" y="508423"/>
                  </a:lnTo>
                  <a:lnTo>
                    <a:pt x="3796" y="511292"/>
                  </a:lnTo>
                  <a:lnTo>
                    <a:pt x="3791" y="514162"/>
                  </a:lnTo>
                  <a:lnTo>
                    <a:pt x="3787" y="517031"/>
                  </a:lnTo>
                  <a:lnTo>
                    <a:pt x="3782" y="519901"/>
                  </a:lnTo>
                  <a:lnTo>
                    <a:pt x="3778" y="522771"/>
                  </a:lnTo>
                  <a:lnTo>
                    <a:pt x="3773" y="525640"/>
                  </a:lnTo>
                  <a:lnTo>
                    <a:pt x="3769" y="528510"/>
                  </a:lnTo>
                  <a:lnTo>
                    <a:pt x="3765" y="531380"/>
                  </a:lnTo>
                  <a:lnTo>
                    <a:pt x="3760" y="534249"/>
                  </a:lnTo>
                  <a:lnTo>
                    <a:pt x="3756" y="537119"/>
                  </a:lnTo>
                  <a:lnTo>
                    <a:pt x="3752" y="539989"/>
                  </a:lnTo>
                  <a:lnTo>
                    <a:pt x="3747" y="542858"/>
                  </a:lnTo>
                  <a:lnTo>
                    <a:pt x="3743" y="545728"/>
                  </a:lnTo>
                  <a:lnTo>
                    <a:pt x="3739" y="548598"/>
                  </a:lnTo>
                  <a:lnTo>
                    <a:pt x="3735" y="551467"/>
                  </a:lnTo>
                  <a:lnTo>
                    <a:pt x="3731" y="554337"/>
                  </a:lnTo>
                  <a:lnTo>
                    <a:pt x="3726" y="557207"/>
                  </a:lnTo>
                  <a:lnTo>
                    <a:pt x="3722" y="560076"/>
                  </a:lnTo>
                  <a:lnTo>
                    <a:pt x="3718" y="562946"/>
                  </a:lnTo>
                  <a:lnTo>
                    <a:pt x="3714" y="565816"/>
                  </a:lnTo>
                  <a:lnTo>
                    <a:pt x="3710" y="568685"/>
                  </a:lnTo>
                  <a:lnTo>
                    <a:pt x="3706" y="571555"/>
                  </a:lnTo>
                  <a:lnTo>
                    <a:pt x="3702" y="574425"/>
                  </a:lnTo>
                  <a:lnTo>
                    <a:pt x="3698" y="577294"/>
                  </a:lnTo>
                  <a:lnTo>
                    <a:pt x="3693" y="580164"/>
                  </a:lnTo>
                  <a:lnTo>
                    <a:pt x="3689" y="583034"/>
                  </a:lnTo>
                  <a:lnTo>
                    <a:pt x="3685" y="585903"/>
                  </a:lnTo>
                  <a:lnTo>
                    <a:pt x="3681" y="588773"/>
                  </a:lnTo>
                  <a:lnTo>
                    <a:pt x="3677" y="591643"/>
                  </a:lnTo>
                  <a:lnTo>
                    <a:pt x="3673" y="594512"/>
                  </a:lnTo>
                  <a:lnTo>
                    <a:pt x="3669" y="597382"/>
                  </a:lnTo>
                  <a:lnTo>
                    <a:pt x="3665" y="600252"/>
                  </a:lnTo>
                  <a:lnTo>
                    <a:pt x="3662" y="603121"/>
                  </a:lnTo>
                  <a:lnTo>
                    <a:pt x="3658" y="605991"/>
                  </a:lnTo>
                  <a:lnTo>
                    <a:pt x="3654" y="608861"/>
                  </a:lnTo>
                  <a:lnTo>
                    <a:pt x="3650" y="611730"/>
                  </a:lnTo>
                  <a:lnTo>
                    <a:pt x="3646" y="614600"/>
                  </a:lnTo>
                  <a:lnTo>
                    <a:pt x="3642" y="617469"/>
                  </a:lnTo>
                  <a:lnTo>
                    <a:pt x="3638" y="620339"/>
                  </a:lnTo>
                  <a:lnTo>
                    <a:pt x="3634" y="623209"/>
                  </a:lnTo>
                  <a:lnTo>
                    <a:pt x="3630" y="626078"/>
                  </a:lnTo>
                  <a:lnTo>
                    <a:pt x="3626" y="628948"/>
                  </a:lnTo>
                  <a:lnTo>
                    <a:pt x="3623" y="631818"/>
                  </a:lnTo>
                  <a:lnTo>
                    <a:pt x="3619" y="634687"/>
                  </a:lnTo>
                  <a:lnTo>
                    <a:pt x="3615" y="637557"/>
                  </a:lnTo>
                  <a:lnTo>
                    <a:pt x="3611" y="640427"/>
                  </a:lnTo>
                  <a:lnTo>
                    <a:pt x="3607" y="643296"/>
                  </a:lnTo>
                  <a:lnTo>
                    <a:pt x="3604" y="646166"/>
                  </a:lnTo>
                  <a:lnTo>
                    <a:pt x="3600" y="649036"/>
                  </a:lnTo>
                  <a:lnTo>
                    <a:pt x="3596" y="651905"/>
                  </a:lnTo>
                  <a:lnTo>
                    <a:pt x="3592" y="654775"/>
                  </a:lnTo>
                  <a:lnTo>
                    <a:pt x="3588" y="657645"/>
                  </a:lnTo>
                  <a:lnTo>
                    <a:pt x="3585" y="660514"/>
                  </a:lnTo>
                  <a:lnTo>
                    <a:pt x="3581" y="663384"/>
                  </a:lnTo>
                  <a:lnTo>
                    <a:pt x="2962" y="662367"/>
                  </a:lnTo>
                  <a:lnTo>
                    <a:pt x="2432" y="661348"/>
                  </a:lnTo>
                  <a:lnTo>
                    <a:pt x="1984" y="660325"/>
                  </a:lnTo>
                  <a:lnTo>
                    <a:pt x="1612" y="659297"/>
                  </a:lnTo>
                  <a:lnTo>
                    <a:pt x="1308" y="658263"/>
                  </a:lnTo>
                  <a:lnTo>
                    <a:pt x="1066" y="657222"/>
                  </a:lnTo>
                  <a:lnTo>
                    <a:pt x="879" y="656172"/>
                  </a:lnTo>
                  <a:lnTo>
                    <a:pt x="741" y="655113"/>
                  </a:lnTo>
                  <a:lnTo>
                    <a:pt x="643" y="654043"/>
                  </a:lnTo>
                  <a:lnTo>
                    <a:pt x="580" y="652960"/>
                  </a:lnTo>
                  <a:lnTo>
                    <a:pt x="545" y="651864"/>
                  </a:lnTo>
                  <a:lnTo>
                    <a:pt x="531" y="650754"/>
                  </a:lnTo>
                  <a:lnTo>
                    <a:pt x="531" y="649627"/>
                  </a:lnTo>
                  <a:lnTo>
                    <a:pt x="538" y="648484"/>
                  </a:lnTo>
                  <a:lnTo>
                    <a:pt x="546" y="647322"/>
                  </a:lnTo>
                  <a:lnTo>
                    <a:pt x="540" y="646230"/>
                  </a:lnTo>
                  <a:lnTo>
                    <a:pt x="535" y="645131"/>
                  </a:lnTo>
                  <a:lnTo>
                    <a:pt x="530" y="644018"/>
                  </a:lnTo>
                  <a:lnTo>
                    <a:pt x="526" y="642915"/>
                  </a:lnTo>
                  <a:lnTo>
                    <a:pt x="524" y="641812"/>
                  </a:lnTo>
                  <a:lnTo>
                    <a:pt x="522" y="640708"/>
                  </a:lnTo>
                  <a:lnTo>
                    <a:pt x="521" y="639605"/>
                  </a:lnTo>
                  <a:lnTo>
                    <a:pt x="521" y="638502"/>
                  </a:lnTo>
                  <a:lnTo>
                    <a:pt x="522" y="637399"/>
                  </a:lnTo>
                  <a:lnTo>
                    <a:pt x="523" y="636296"/>
                  </a:lnTo>
                  <a:lnTo>
                    <a:pt x="524" y="635193"/>
                  </a:lnTo>
                  <a:lnTo>
                    <a:pt x="525" y="634090"/>
                  </a:lnTo>
                  <a:lnTo>
                    <a:pt x="527" y="632987"/>
                  </a:lnTo>
                  <a:lnTo>
                    <a:pt x="524" y="631849"/>
                  </a:lnTo>
                  <a:lnTo>
                    <a:pt x="521" y="630711"/>
                  </a:lnTo>
                  <a:lnTo>
                    <a:pt x="518" y="629574"/>
                  </a:lnTo>
                  <a:lnTo>
                    <a:pt x="515" y="628436"/>
                  </a:lnTo>
                  <a:lnTo>
                    <a:pt x="512" y="627299"/>
                  </a:lnTo>
                  <a:lnTo>
                    <a:pt x="509" y="626162"/>
                  </a:lnTo>
                  <a:lnTo>
                    <a:pt x="506" y="625025"/>
                  </a:lnTo>
                  <a:lnTo>
                    <a:pt x="503" y="623980"/>
                  </a:lnTo>
                  <a:lnTo>
                    <a:pt x="501" y="622936"/>
                  </a:lnTo>
                  <a:lnTo>
                    <a:pt x="498" y="621891"/>
                  </a:lnTo>
                  <a:lnTo>
                    <a:pt x="497" y="620847"/>
                  </a:lnTo>
                  <a:lnTo>
                    <a:pt x="495" y="619802"/>
                  </a:lnTo>
                  <a:lnTo>
                    <a:pt x="493" y="618758"/>
                  </a:lnTo>
                  <a:lnTo>
                    <a:pt x="492" y="617714"/>
                  </a:lnTo>
                  <a:lnTo>
                    <a:pt x="490" y="616669"/>
                  </a:lnTo>
                  <a:lnTo>
                    <a:pt x="489" y="615625"/>
                  </a:lnTo>
                  <a:lnTo>
                    <a:pt x="488" y="614580"/>
                  </a:lnTo>
                  <a:lnTo>
                    <a:pt x="488" y="613536"/>
                  </a:lnTo>
                  <a:lnTo>
                    <a:pt x="487" y="612491"/>
                  </a:lnTo>
                  <a:lnTo>
                    <a:pt x="486" y="611447"/>
                  </a:lnTo>
                  <a:lnTo>
                    <a:pt x="486" y="610402"/>
                  </a:lnTo>
                  <a:lnTo>
                    <a:pt x="486" y="609358"/>
                  </a:lnTo>
                  <a:lnTo>
                    <a:pt x="485" y="608313"/>
                  </a:lnTo>
                  <a:lnTo>
                    <a:pt x="485" y="607269"/>
                  </a:lnTo>
                  <a:lnTo>
                    <a:pt x="485" y="606224"/>
                  </a:lnTo>
                  <a:lnTo>
                    <a:pt x="485" y="605180"/>
                  </a:lnTo>
                  <a:lnTo>
                    <a:pt x="485" y="604136"/>
                  </a:lnTo>
                  <a:lnTo>
                    <a:pt x="485" y="603091"/>
                  </a:lnTo>
                  <a:lnTo>
                    <a:pt x="485" y="602017"/>
                  </a:lnTo>
                  <a:lnTo>
                    <a:pt x="484" y="600943"/>
                  </a:lnTo>
                  <a:lnTo>
                    <a:pt x="484" y="599868"/>
                  </a:lnTo>
                  <a:lnTo>
                    <a:pt x="483" y="598794"/>
                  </a:lnTo>
                  <a:lnTo>
                    <a:pt x="481" y="597720"/>
                  </a:lnTo>
                  <a:lnTo>
                    <a:pt x="480" y="596645"/>
                  </a:lnTo>
                  <a:lnTo>
                    <a:pt x="479" y="595571"/>
                  </a:lnTo>
                  <a:lnTo>
                    <a:pt x="477" y="594497"/>
                  </a:lnTo>
                  <a:lnTo>
                    <a:pt x="476" y="593422"/>
                  </a:lnTo>
                  <a:lnTo>
                    <a:pt x="474" y="592348"/>
                  </a:lnTo>
                  <a:lnTo>
                    <a:pt x="472" y="591274"/>
                  </a:lnTo>
                  <a:lnTo>
                    <a:pt x="470" y="590200"/>
                  </a:lnTo>
                  <a:lnTo>
                    <a:pt x="469" y="589125"/>
                  </a:lnTo>
                  <a:lnTo>
                    <a:pt x="467" y="588051"/>
                  </a:lnTo>
                  <a:lnTo>
                    <a:pt x="464" y="586977"/>
                  </a:lnTo>
                  <a:lnTo>
                    <a:pt x="462" y="585902"/>
                  </a:lnTo>
                  <a:lnTo>
                    <a:pt x="460" y="584828"/>
                  </a:lnTo>
                  <a:lnTo>
                    <a:pt x="458" y="583754"/>
                  </a:lnTo>
                  <a:lnTo>
                    <a:pt x="456" y="582680"/>
                  </a:lnTo>
                  <a:lnTo>
                    <a:pt x="454" y="581605"/>
                  </a:lnTo>
                  <a:lnTo>
                    <a:pt x="451" y="580531"/>
                  </a:lnTo>
                  <a:lnTo>
                    <a:pt x="449" y="579457"/>
                  </a:lnTo>
                  <a:lnTo>
                    <a:pt x="447" y="578414"/>
                  </a:lnTo>
                  <a:lnTo>
                    <a:pt x="446" y="577371"/>
                  </a:lnTo>
                  <a:lnTo>
                    <a:pt x="444" y="576328"/>
                  </a:lnTo>
                  <a:lnTo>
                    <a:pt x="442" y="575285"/>
                  </a:lnTo>
                  <a:lnTo>
                    <a:pt x="441" y="574242"/>
                  </a:lnTo>
                  <a:lnTo>
                    <a:pt x="439" y="573199"/>
                  </a:lnTo>
                  <a:lnTo>
                    <a:pt x="438" y="572156"/>
                  </a:lnTo>
                  <a:lnTo>
                    <a:pt x="436" y="571113"/>
                  </a:lnTo>
                  <a:lnTo>
                    <a:pt x="435" y="570070"/>
                  </a:lnTo>
                  <a:lnTo>
                    <a:pt x="433" y="569028"/>
                  </a:lnTo>
                  <a:lnTo>
                    <a:pt x="432" y="567985"/>
                  </a:lnTo>
                  <a:lnTo>
                    <a:pt x="431" y="566942"/>
                  </a:lnTo>
                  <a:lnTo>
                    <a:pt x="429" y="565899"/>
                  </a:lnTo>
                  <a:lnTo>
                    <a:pt x="428" y="564856"/>
                  </a:lnTo>
                  <a:lnTo>
                    <a:pt x="427" y="563813"/>
                  </a:lnTo>
                  <a:lnTo>
                    <a:pt x="426" y="562770"/>
                  </a:lnTo>
                  <a:lnTo>
                    <a:pt x="424" y="561728"/>
                  </a:lnTo>
                  <a:lnTo>
                    <a:pt x="423" y="560685"/>
                  </a:lnTo>
                  <a:lnTo>
                    <a:pt x="422" y="559642"/>
                  </a:lnTo>
                  <a:lnTo>
                    <a:pt x="421" y="558599"/>
                  </a:lnTo>
                  <a:lnTo>
                    <a:pt x="420" y="557556"/>
                  </a:lnTo>
                  <a:lnTo>
                    <a:pt x="419" y="556513"/>
                  </a:lnTo>
                  <a:lnTo>
                    <a:pt x="418" y="555470"/>
                  </a:lnTo>
                  <a:lnTo>
                    <a:pt x="417" y="554427"/>
                  </a:lnTo>
                  <a:lnTo>
                    <a:pt x="416" y="553385"/>
                  </a:lnTo>
                  <a:lnTo>
                    <a:pt x="415" y="552342"/>
                  </a:lnTo>
                  <a:lnTo>
                    <a:pt x="414" y="551299"/>
                  </a:lnTo>
                  <a:lnTo>
                    <a:pt x="414" y="550256"/>
                  </a:lnTo>
                  <a:lnTo>
                    <a:pt x="413" y="549213"/>
                  </a:lnTo>
                  <a:lnTo>
                    <a:pt x="412" y="548170"/>
                  </a:lnTo>
                  <a:lnTo>
                    <a:pt x="411" y="547127"/>
                  </a:lnTo>
                  <a:lnTo>
                    <a:pt x="411" y="546085"/>
                  </a:lnTo>
                  <a:lnTo>
                    <a:pt x="410" y="545042"/>
                  </a:lnTo>
                  <a:lnTo>
                    <a:pt x="409" y="543999"/>
                  </a:lnTo>
                  <a:lnTo>
                    <a:pt x="409" y="542956"/>
                  </a:lnTo>
                  <a:lnTo>
                    <a:pt x="408" y="541913"/>
                  </a:lnTo>
                  <a:lnTo>
                    <a:pt x="407" y="540870"/>
                  </a:lnTo>
                  <a:lnTo>
                    <a:pt x="407" y="539827"/>
                  </a:lnTo>
                  <a:lnTo>
                    <a:pt x="406" y="538784"/>
                  </a:lnTo>
                  <a:lnTo>
                    <a:pt x="406" y="537742"/>
                  </a:lnTo>
                  <a:lnTo>
                    <a:pt x="405" y="536699"/>
                  </a:lnTo>
                  <a:lnTo>
                    <a:pt x="405" y="535656"/>
                  </a:lnTo>
                  <a:lnTo>
                    <a:pt x="404" y="534613"/>
                  </a:lnTo>
                  <a:lnTo>
                    <a:pt x="404" y="533570"/>
                  </a:lnTo>
                  <a:lnTo>
                    <a:pt x="403" y="532527"/>
                  </a:lnTo>
                  <a:lnTo>
                    <a:pt x="403" y="531484"/>
                  </a:lnTo>
                  <a:lnTo>
                    <a:pt x="402" y="530441"/>
                  </a:lnTo>
                  <a:lnTo>
                    <a:pt x="402" y="529106"/>
                  </a:lnTo>
                  <a:lnTo>
                    <a:pt x="402" y="527750"/>
                  </a:lnTo>
                  <a:lnTo>
                    <a:pt x="401" y="526411"/>
                  </a:lnTo>
                  <a:lnTo>
                    <a:pt x="401" y="525052"/>
                  </a:lnTo>
                  <a:lnTo>
                    <a:pt x="400" y="523996"/>
                  </a:lnTo>
                  <a:lnTo>
                    <a:pt x="400" y="522940"/>
                  </a:lnTo>
                  <a:lnTo>
                    <a:pt x="399" y="521883"/>
                  </a:lnTo>
                  <a:lnTo>
                    <a:pt x="399" y="520827"/>
                  </a:lnTo>
                  <a:lnTo>
                    <a:pt x="398" y="519770"/>
                  </a:lnTo>
                  <a:lnTo>
                    <a:pt x="398" y="518714"/>
                  </a:lnTo>
                  <a:lnTo>
                    <a:pt x="397" y="517658"/>
                  </a:lnTo>
                  <a:lnTo>
                    <a:pt x="396" y="516601"/>
                  </a:lnTo>
                  <a:lnTo>
                    <a:pt x="396" y="515545"/>
                  </a:lnTo>
                  <a:lnTo>
                    <a:pt x="395" y="514489"/>
                  </a:lnTo>
                  <a:lnTo>
                    <a:pt x="394" y="513432"/>
                  </a:lnTo>
                  <a:lnTo>
                    <a:pt x="393" y="512376"/>
                  </a:lnTo>
                  <a:lnTo>
                    <a:pt x="392" y="511319"/>
                  </a:lnTo>
                  <a:lnTo>
                    <a:pt x="392" y="510263"/>
                  </a:lnTo>
                  <a:lnTo>
                    <a:pt x="391" y="509207"/>
                  </a:lnTo>
                  <a:lnTo>
                    <a:pt x="390" y="508150"/>
                  </a:lnTo>
                  <a:lnTo>
                    <a:pt x="389" y="507094"/>
                  </a:lnTo>
                  <a:lnTo>
                    <a:pt x="388" y="506038"/>
                  </a:lnTo>
                  <a:lnTo>
                    <a:pt x="387" y="504981"/>
                  </a:lnTo>
                  <a:lnTo>
                    <a:pt x="386" y="503925"/>
                  </a:lnTo>
                  <a:lnTo>
                    <a:pt x="386" y="502869"/>
                  </a:lnTo>
                  <a:lnTo>
                    <a:pt x="385" y="501812"/>
                  </a:lnTo>
                  <a:lnTo>
                    <a:pt x="384" y="500756"/>
                  </a:lnTo>
                  <a:lnTo>
                    <a:pt x="383" y="499699"/>
                  </a:lnTo>
                  <a:lnTo>
                    <a:pt x="382" y="498643"/>
                  </a:lnTo>
                  <a:lnTo>
                    <a:pt x="381" y="497587"/>
                  </a:lnTo>
                  <a:lnTo>
                    <a:pt x="380" y="496530"/>
                  </a:lnTo>
                  <a:lnTo>
                    <a:pt x="379" y="495474"/>
                  </a:lnTo>
                  <a:lnTo>
                    <a:pt x="378" y="494078"/>
                  </a:lnTo>
                  <a:lnTo>
                    <a:pt x="377" y="492682"/>
                  </a:lnTo>
                  <a:lnTo>
                    <a:pt x="376" y="491286"/>
                  </a:lnTo>
                  <a:lnTo>
                    <a:pt x="374" y="489890"/>
                  </a:lnTo>
                  <a:lnTo>
                    <a:pt x="373" y="488494"/>
                  </a:lnTo>
                  <a:lnTo>
                    <a:pt x="372" y="487098"/>
                  </a:lnTo>
                  <a:lnTo>
                    <a:pt x="371" y="485703"/>
                  </a:lnTo>
                  <a:lnTo>
                    <a:pt x="370" y="484307"/>
                  </a:lnTo>
                  <a:lnTo>
                    <a:pt x="368" y="482911"/>
                  </a:lnTo>
                  <a:lnTo>
                    <a:pt x="367" y="481515"/>
                  </a:lnTo>
                  <a:lnTo>
                    <a:pt x="366" y="480119"/>
                  </a:lnTo>
                  <a:lnTo>
                    <a:pt x="365" y="478723"/>
                  </a:lnTo>
                  <a:lnTo>
                    <a:pt x="364" y="477327"/>
                  </a:lnTo>
                  <a:lnTo>
                    <a:pt x="363" y="475931"/>
                  </a:lnTo>
                  <a:lnTo>
                    <a:pt x="361" y="474535"/>
                  </a:lnTo>
                  <a:lnTo>
                    <a:pt x="360" y="473139"/>
                  </a:lnTo>
                  <a:lnTo>
                    <a:pt x="359" y="471743"/>
                  </a:lnTo>
                  <a:lnTo>
                    <a:pt x="358" y="470348"/>
                  </a:lnTo>
                  <a:lnTo>
                    <a:pt x="357" y="468952"/>
                  </a:lnTo>
                  <a:lnTo>
                    <a:pt x="356" y="467556"/>
                  </a:lnTo>
                  <a:lnTo>
                    <a:pt x="355" y="466160"/>
                  </a:lnTo>
                  <a:lnTo>
                    <a:pt x="354" y="464764"/>
                  </a:lnTo>
                  <a:lnTo>
                    <a:pt x="353" y="463368"/>
                  </a:lnTo>
                  <a:lnTo>
                    <a:pt x="352" y="461972"/>
                  </a:lnTo>
                  <a:lnTo>
                    <a:pt x="351" y="460576"/>
                  </a:lnTo>
                  <a:lnTo>
                    <a:pt x="350" y="459180"/>
                  </a:lnTo>
                  <a:lnTo>
                    <a:pt x="349" y="457785"/>
                  </a:lnTo>
                  <a:lnTo>
                    <a:pt x="348" y="456389"/>
                  </a:lnTo>
                  <a:lnTo>
                    <a:pt x="347" y="454993"/>
                  </a:lnTo>
                  <a:lnTo>
                    <a:pt x="346" y="453597"/>
                  </a:lnTo>
                  <a:lnTo>
                    <a:pt x="345" y="452201"/>
                  </a:lnTo>
                  <a:lnTo>
                    <a:pt x="345" y="450805"/>
                  </a:lnTo>
                  <a:lnTo>
                    <a:pt x="344" y="449409"/>
                  </a:lnTo>
                  <a:lnTo>
                    <a:pt x="343" y="448013"/>
                  </a:lnTo>
                  <a:lnTo>
                    <a:pt x="342" y="446617"/>
                  </a:lnTo>
                  <a:lnTo>
                    <a:pt x="341" y="445222"/>
                  </a:lnTo>
                  <a:lnTo>
                    <a:pt x="340" y="443826"/>
                  </a:lnTo>
                  <a:lnTo>
                    <a:pt x="340" y="442430"/>
                  </a:lnTo>
                  <a:lnTo>
                    <a:pt x="339" y="441034"/>
                  </a:lnTo>
                  <a:lnTo>
                    <a:pt x="338" y="439638"/>
                  </a:lnTo>
                  <a:lnTo>
                    <a:pt x="338" y="438242"/>
                  </a:lnTo>
                  <a:lnTo>
                    <a:pt x="337" y="436846"/>
                  </a:lnTo>
                  <a:lnTo>
                    <a:pt x="336" y="435451"/>
                  </a:lnTo>
                  <a:lnTo>
                    <a:pt x="335" y="434055"/>
                  </a:lnTo>
                  <a:lnTo>
                    <a:pt x="335" y="432659"/>
                  </a:lnTo>
                  <a:lnTo>
                    <a:pt x="334" y="431263"/>
                  </a:lnTo>
                  <a:lnTo>
                    <a:pt x="334" y="429867"/>
                  </a:lnTo>
                  <a:lnTo>
                    <a:pt x="333" y="428471"/>
                  </a:lnTo>
                  <a:lnTo>
                    <a:pt x="333" y="427075"/>
                  </a:lnTo>
                  <a:lnTo>
                    <a:pt x="332" y="425679"/>
                  </a:lnTo>
                  <a:lnTo>
                    <a:pt x="331" y="424284"/>
                  </a:lnTo>
                  <a:lnTo>
                    <a:pt x="331" y="422888"/>
                  </a:lnTo>
                  <a:lnTo>
                    <a:pt x="331" y="421492"/>
                  </a:lnTo>
                  <a:lnTo>
                    <a:pt x="330" y="420096"/>
                  </a:lnTo>
                  <a:lnTo>
                    <a:pt x="330" y="418700"/>
                  </a:lnTo>
                  <a:lnTo>
                    <a:pt x="329" y="417304"/>
                  </a:lnTo>
                  <a:lnTo>
                    <a:pt x="329" y="415908"/>
                  </a:lnTo>
                  <a:lnTo>
                    <a:pt x="329" y="414512"/>
                  </a:lnTo>
                  <a:lnTo>
                    <a:pt x="328" y="413117"/>
                  </a:lnTo>
                  <a:lnTo>
                    <a:pt x="328" y="411721"/>
                  </a:lnTo>
                  <a:lnTo>
                    <a:pt x="328" y="410325"/>
                  </a:lnTo>
                  <a:lnTo>
                    <a:pt x="327" y="408929"/>
                  </a:lnTo>
                  <a:lnTo>
                    <a:pt x="327" y="407533"/>
                  </a:lnTo>
                  <a:lnTo>
                    <a:pt x="327" y="406137"/>
                  </a:lnTo>
                  <a:lnTo>
                    <a:pt x="326" y="404704"/>
                  </a:lnTo>
                  <a:lnTo>
                    <a:pt x="326" y="403250"/>
                  </a:lnTo>
                  <a:lnTo>
                    <a:pt x="326" y="402197"/>
                  </a:lnTo>
                  <a:lnTo>
                    <a:pt x="326" y="401144"/>
                  </a:lnTo>
                  <a:lnTo>
                    <a:pt x="326" y="400091"/>
                  </a:lnTo>
                  <a:lnTo>
                    <a:pt x="326" y="399038"/>
                  </a:lnTo>
                  <a:lnTo>
                    <a:pt x="326" y="397985"/>
                  </a:lnTo>
                  <a:lnTo>
                    <a:pt x="325" y="396932"/>
                  </a:lnTo>
                  <a:lnTo>
                    <a:pt x="325" y="395880"/>
                  </a:lnTo>
                  <a:lnTo>
                    <a:pt x="325" y="394827"/>
                  </a:lnTo>
                  <a:lnTo>
                    <a:pt x="325" y="393774"/>
                  </a:lnTo>
                  <a:lnTo>
                    <a:pt x="325" y="392721"/>
                  </a:lnTo>
                  <a:lnTo>
                    <a:pt x="324" y="391668"/>
                  </a:lnTo>
                  <a:lnTo>
                    <a:pt x="324" y="390578"/>
                  </a:lnTo>
                  <a:lnTo>
                    <a:pt x="324" y="389488"/>
                  </a:lnTo>
                  <a:lnTo>
                    <a:pt x="324" y="388398"/>
                  </a:lnTo>
                  <a:lnTo>
                    <a:pt x="324" y="387308"/>
                  </a:lnTo>
                  <a:lnTo>
                    <a:pt x="324" y="386218"/>
                  </a:lnTo>
                  <a:lnTo>
                    <a:pt x="324" y="385128"/>
                  </a:lnTo>
                  <a:lnTo>
                    <a:pt x="323" y="384038"/>
                  </a:lnTo>
                  <a:lnTo>
                    <a:pt x="323" y="382948"/>
                  </a:lnTo>
                  <a:lnTo>
                    <a:pt x="323" y="381505"/>
                  </a:lnTo>
                  <a:lnTo>
                    <a:pt x="323" y="380040"/>
                  </a:lnTo>
                  <a:lnTo>
                    <a:pt x="323" y="378626"/>
                  </a:lnTo>
                  <a:lnTo>
                    <a:pt x="322" y="377212"/>
                  </a:lnTo>
                  <a:lnTo>
                    <a:pt x="322" y="375798"/>
                  </a:lnTo>
                  <a:lnTo>
                    <a:pt x="322" y="374384"/>
                  </a:lnTo>
                  <a:lnTo>
                    <a:pt x="322" y="372969"/>
                  </a:lnTo>
                  <a:lnTo>
                    <a:pt x="321" y="371555"/>
                  </a:lnTo>
                  <a:lnTo>
                    <a:pt x="321" y="370141"/>
                  </a:lnTo>
                  <a:lnTo>
                    <a:pt x="320" y="368727"/>
                  </a:lnTo>
                  <a:lnTo>
                    <a:pt x="320" y="367313"/>
                  </a:lnTo>
                  <a:lnTo>
                    <a:pt x="319" y="365899"/>
                  </a:lnTo>
                  <a:lnTo>
                    <a:pt x="319" y="364485"/>
                  </a:lnTo>
                  <a:lnTo>
                    <a:pt x="318" y="363071"/>
                  </a:lnTo>
                  <a:lnTo>
                    <a:pt x="317" y="361657"/>
                  </a:lnTo>
                  <a:lnTo>
                    <a:pt x="317" y="360243"/>
                  </a:lnTo>
                  <a:lnTo>
                    <a:pt x="316" y="358829"/>
                  </a:lnTo>
                  <a:lnTo>
                    <a:pt x="315" y="357415"/>
                  </a:lnTo>
                  <a:lnTo>
                    <a:pt x="314" y="356001"/>
                  </a:lnTo>
                  <a:lnTo>
                    <a:pt x="314" y="354587"/>
                  </a:lnTo>
                  <a:lnTo>
                    <a:pt x="313" y="353173"/>
                  </a:lnTo>
                  <a:lnTo>
                    <a:pt x="312" y="351759"/>
                  </a:lnTo>
                  <a:lnTo>
                    <a:pt x="311" y="350345"/>
                  </a:lnTo>
                  <a:lnTo>
                    <a:pt x="310" y="348931"/>
                  </a:lnTo>
                  <a:lnTo>
                    <a:pt x="309" y="347517"/>
                  </a:lnTo>
                  <a:lnTo>
                    <a:pt x="308" y="346103"/>
                  </a:lnTo>
                  <a:lnTo>
                    <a:pt x="307" y="344689"/>
                  </a:lnTo>
                  <a:lnTo>
                    <a:pt x="306" y="343275"/>
                  </a:lnTo>
                  <a:lnTo>
                    <a:pt x="305" y="341861"/>
                  </a:lnTo>
                  <a:lnTo>
                    <a:pt x="304" y="340447"/>
                  </a:lnTo>
                  <a:lnTo>
                    <a:pt x="302" y="339033"/>
                  </a:lnTo>
                  <a:lnTo>
                    <a:pt x="301" y="337619"/>
                  </a:lnTo>
                  <a:lnTo>
                    <a:pt x="300" y="336205"/>
                  </a:lnTo>
                  <a:lnTo>
                    <a:pt x="299" y="334791"/>
                  </a:lnTo>
                  <a:lnTo>
                    <a:pt x="297" y="333377"/>
                  </a:lnTo>
                  <a:lnTo>
                    <a:pt x="296" y="331963"/>
                  </a:lnTo>
                  <a:lnTo>
                    <a:pt x="295" y="330549"/>
                  </a:lnTo>
                  <a:lnTo>
                    <a:pt x="293" y="329135"/>
                  </a:lnTo>
                  <a:lnTo>
                    <a:pt x="292" y="327721"/>
                  </a:lnTo>
                  <a:lnTo>
                    <a:pt x="290" y="326307"/>
                  </a:lnTo>
                  <a:lnTo>
                    <a:pt x="289" y="324893"/>
                  </a:lnTo>
                  <a:lnTo>
                    <a:pt x="287" y="323479"/>
                  </a:lnTo>
                  <a:lnTo>
                    <a:pt x="286" y="322065"/>
                  </a:lnTo>
                  <a:lnTo>
                    <a:pt x="284" y="320651"/>
                  </a:lnTo>
                  <a:lnTo>
                    <a:pt x="282" y="319237"/>
                  </a:lnTo>
                  <a:lnTo>
                    <a:pt x="281" y="317823"/>
                  </a:lnTo>
                  <a:lnTo>
                    <a:pt x="279" y="316409"/>
                  </a:lnTo>
                  <a:lnTo>
                    <a:pt x="277" y="314995"/>
                  </a:lnTo>
                  <a:lnTo>
                    <a:pt x="275" y="313581"/>
                  </a:lnTo>
                  <a:lnTo>
                    <a:pt x="274" y="312167"/>
                  </a:lnTo>
                  <a:lnTo>
                    <a:pt x="272" y="310753"/>
                  </a:lnTo>
                  <a:lnTo>
                    <a:pt x="270" y="309339"/>
                  </a:lnTo>
                  <a:lnTo>
                    <a:pt x="268" y="307925"/>
                  </a:lnTo>
                  <a:lnTo>
                    <a:pt x="266" y="306511"/>
                  </a:lnTo>
                  <a:lnTo>
                    <a:pt x="264" y="305097"/>
                  </a:lnTo>
                  <a:lnTo>
                    <a:pt x="262" y="303683"/>
                  </a:lnTo>
                  <a:lnTo>
                    <a:pt x="260" y="302269"/>
                  </a:lnTo>
                  <a:lnTo>
                    <a:pt x="258" y="300855"/>
                  </a:lnTo>
                  <a:lnTo>
                    <a:pt x="256" y="299441"/>
                  </a:lnTo>
                  <a:lnTo>
                    <a:pt x="254" y="298027"/>
                  </a:lnTo>
                  <a:lnTo>
                    <a:pt x="252" y="296613"/>
                  </a:lnTo>
                  <a:lnTo>
                    <a:pt x="250" y="295199"/>
                  </a:lnTo>
                  <a:lnTo>
                    <a:pt x="248" y="293785"/>
                  </a:lnTo>
                  <a:lnTo>
                    <a:pt x="246" y="292371"/>
                  </a:lnTo>
                  <a:lnTo>
                    <a:pt x="243" y="290957"/>
                  </a:lnTo>
                  <a:lnTo>
                    <a:pt x="241" y="289543"/>
                  </a:lnTo>
                  <a:lnTo>
                    <a:pt x="238" y="287954"/>
                  </a:lnTo>
                  <a:lnTo>
                    <a:pt x="236" y="286366"/>
                  </a:lnTo>
                  <a:lnTo>
                    <a:pt x="233" y="284778"/>
                  </a:lnTo>
                  <a:lnTo>
                    <a:pt x="231" y="283189"/>
                  </a:lnTo>
                  <a:lnTo>
                    <a:pt x="229" y="281601"/>
                  </a:lnTo>
                  <a:lnTo>
                    <a:pt x="226" y="280013"/>
                  </a:lnTo>
                  <a:lnTo>
                    <a:pt x="224" y="278424"/>
                  </a:lnTo>
                  <a:lnTo>
                    <a:pt x="222" y="276836"/>
                  </a:lnTo>
                  <a:lnTo>
                    <a:pt x="219" y="275248"/>
                  </a:lnTo>
                  <a:lnTo>
                    <a:pt x="217" y="273659"/>
                  </a:lnTo>
                  <a:lnTo>
                    <a:pt x="215" y="272071"/>
                  </a:lnTo>
                  <a:lnTo>
                    <a:pt x="213" y="270483"/>
                  </a:lnTo>
                  <a:lnTo>
                    <a:pt x="211" y="268894"/>
                  </a:lnTo>
                  <a:lnTo>
                    <a:pt x="208" y="267306"/>
                  </a:lnTo>
                  <a:lnTo>
                    <a:pt x="206" y="265717"/>
                  </a:lnTo>
                  <a:lnTo>
                    <a:pt x="204" y="264129"/>
                  </a:lnTo>
                  <a:lnTo>
                    <a:pt x="202" y="262541"/>
                  </a:lnTo>
                  <a:lnTo>
                    <a:pt x="200" y="260952"/>
                  </a:lnTo>
                  <a:lnTo>
                    <a:pt x="199" y="259364"/>
                  </a:lnTo>
                  <a:lnTo>
                    <a:pt x="197" y="257776"/>
                  </a:lnTo>
                  <a:lnTo>
                    <a:pt x="195" y="256187"/>
                  </a:lnTo>
                  <a:lnTo>
                    <a:pt x="193" y="254599"/>
                  </a:lnTo>
                  <a:lnTo>
                    <a:pt x="191" y="253011"/>
                  </a:lnTo>
                  <a:lnTo>
                    <a:pt x="190" y="251422"/>
                  </a:lnTo>
                  <a:lnTo>
                    <a:pt x="188" y="249834"/>
                  </a:lnTo>
                  <a:lnTo>
                    <a:pt x="186" y="248246"/>
                  </a:lnTo>
                  <a:lnTo>
                    <a:pt x="185" y="246657"/>
                  </a:lnTo>
                  <a:lnTo>
                    <a:pt x="183" y="245069"/>
                  </a:lnTo>
                  <a:lnTo>
                    <a:pt x="182" y="243480"/>
                  </a:lnTo>
                  <a:lnTo>
                    <a:pt x="180" y="241892"/>
                  </a:lnTo>
                  <a:lnTo>
                    <a:pt x="179" y="240304"/>
                  </a:lnTo>
                  <a:lnTo>
                    <a:pt x="177" y="238715"/>
                  </a:lnTo>
                  <a:lnTo>
                    <a:pt x="176" y="237127"/>
                  </a:lnTo>
                  <a:lnTo>
                    <a:pt x="175" y="235539"/>
                  </a:lnTo>
                  <a:lnTo>
                    <a:pt x="173" y="233950"/>
                  </a:lnTo>
                  <a:lnTo>
                    <a:pt x="172" y="232362"/>
                  </a:lnTo>
                  <a:lnTo>
                    <a:pt x="171" y="230774"/>
                  </a:lnTo>
                  <a:lnTo>
                    <a:pt x="170" y="229185"/>
                  </a:lnTo>
                  <a:lnTo>
                    <a:pt x="169" y="227597"/>
                  </a:lnTo>
                  <a:lnTo>
                    <a:pt x="167" y="226009"/>
                  </a:lnTo>
                  <a:lnTo>
                    <a:pt x="166" y="224420"/>
                  </a:lnTo>
                  <a:lnTo>
                    <a:pt x="165" y="222832"/>
                  </a:lnTo>
                  <a:lnTo>
                    <a:pt x="164" y="221243"/>
                  </a:lnTo>
                  <a:lnTo>
                    <a:pt x="163" y="219655"/>
                  </a:lnTo>
                  <a:lnTo>
                    <a:pt x="163" y="218067"/>
                  </a:lnTo>
                  <a:lnTo>
                    <a:pt x="162" y="216478"/>
                  </a:lnTo>
                  <a:lnTo>
                    <a:pt x="161" y="214890"/>
                  </a:lnTo>
                  <a:lnTo>
                    <a:pt x="160" y="213302"/>
                  </a:lnTo>
                  <a:lnTo>
                    <a:pt x="159" y="211713"/>
                  </a:lnTo>
                  <a:lnTo>
                    <a:pt x="159" y="210125"/>
                  </a:lnTo>
                  <a:lnTo>
                    <a:pt x="158" y="208537"/>
                  </a:lnTo>
                  <a:lnTo>
                    <a:pt x="158" y="206948"/>
                  </a:lnTo>
                  <a:lnTo>
                    <a:pt x="157" y="205360"/>
                  </a:lnTo>
                  <a:lnTo>
                    <a:pt x="157" y="203772"/>
                  </a:lnTo>
                  <a:lnTo>
                    <a:pt x="156" y="202183"/>
                  </a:lnTo>
                  <a:lnTo>
                    <a:pt x="156" y="200595"/>
                  </a:lnTo>
                  <a:lnTo>
                    <a:pt x="155" y="199006"/>
                  </a:lnTo>
                  <a:lnTo>
                    <a:pt x="155" y="197418"/>
                  </a:lnTo>
                  <a:lnTo>
                    <a:pt x="155" y="195830"/>
                  </a:lnTo>
                  <a:lnTo>
                    <a:pt x="154" y="194241"/>
                  </a:lnTo>
                  <a:lnTo>
                    <a:pt x="154" y="192653"/>
                  </a:lnTo>
                  <a:lnTo>
                    <a:pt x="154" y="191065"/>
                  </a:lnTo>
                  <a:lnTo>
                    <a:pt x="154" y="189476"/>
                  </a:lnTo>
                  <a:lnTo>
                    <a:pt x="154" y="187888"/>
                  </a:lnTo>
                  <a:lnTo>
                    <a:pt x="154" y="186804"/>
                  </a:lnTo>
                  <a:lnTo>
                    <a:pt x="154" y="185720"/>
                  </a:lnTo>
                  <a:lnTo>
                    <a:pt x="154" y="184636"/>
                  </a:lnTo>
                  <a:lnTo>
                    <a:pt x="154" y="183551"/>
                  </a:lnTo>
                  <a:lnTo>
                    <a:pt x="154" y="182467"/>
                  </a:lnTo>
                  <a:lnTo>
                    <a:pt x="154" y="181383"/>
                  </a:lnTo>
                  <a:lnTo>
                    <a:pt x="154" y="180299"/>
                  </a:lnTo>
                  <a:lnTo>
                    <a:pt x="154" y="179214"/>
                  </a:lnTo>
                  <a:lnTo>
                    <a:pt x="154" y="178130"/>
                  </a:lnTo>
                  <a:lnTo>
                    <a:pt x="154" y="177046"/>
                  </a:lnTo>
                  <a:lnTo>
                    <a:pt x="154" y="175708"/>
                  </a:lnTo>
                  <a:lnTo>
                    <a:pt x="154" y="174349"/>
                  </a:lnTo>
                  <a:lnTo>
                    <a:pt x="154" y="173289"/>
                  </a:lnTo>
                  <a:lnTo>
                    <a:pt x="153" y="172228"/>
                  </a:lnTo>
                  <a:lnTo>
                    <a:pt x="153" y="171168"/>
                  </a:lnTo>
                  <a:lnTo>
                    <a:pt x="153" y="170108"/>
                  </a:lnTo>
                  <a:lnTo>
                    <a:pt x="152" y="169048"/>
                  </a:lnTo>
                  <a:lnTo>
                    <a:pt x="152" y="167987"/>
                  </a:lnTo>
                  <a:lnTo>
                    <a:pt x="151" y="166927"/>
                  </a:lnTo>
                  <a:lnTo>
                    <a:pt x="150" y="165867"/>
                  </a:lnTo>
                  <a:lnTo>
                    <a:pt x="150" y="164807"/>
                  </a:lnTo>
                  <a:lnTo>
                    <a:pt x="149" y="163746"/>
                  </a:lnTo>
                  <a:lnTo>
                    <a:pt x="148" y="162686"/>
                  </a:lnTo>
                  <a:lnTo>
                    <a:pt x="147" y="161626"/>
                  </a:lnTo>
                  <a:lnTo>
                    <a:pt x="146" y="160565"/>
                  </a:lnTo>
                  <a:lnTo>
                    <a:pt x="145" y="159505"/>
                  </a:lnTo>
                  <a:lnTo>
                    <a:pt x="144" y="158445"/>
                  </a:lnTo>
                  <a:lnTo>
                    <a:pt x="143" y="157385"/>
                  </a:lnTo>
                  <a:lnTo>
                    <a:pt x="141" y="156324"/>
                  </a:lnTo>
                  <a:lnTo>
                    <a:pt x="140" y="155264"/>
                  </a:lnTo>
                  <a:lnTo>
                    <a:pt x="139" y="154204"/>
                  </a:lnTo>
                  <a:lnTo>
                    <a:pt x="137" y="153143"/>
                  </a:lnTo>
                  <a:lnTo>
                    <a:pt x="136" y="152083"/>
                  </a:lnTo>
                  <a:lnTo>
                    <a:pt x="134" y="151023"/>
                  </a:lnTo>
                  <a:lnTo>
                    <a:pt x="133" y="149963"/>
                  </a:lnTo>
                  <a:lnTo>
                    <a:pt x="131" y="148902"/>
                  </a:lnTo>
                  <a:lnTo>
                    <a:pt x="129" y="147842"/>
                  </a:lnTo>
                  <a:lnTo>
                    <a:pt x="128" y="146782"/>
                  </a:lnTo>
                  <a:lnTo>
                    <a:pt x="126" y="145722"/>
                  </a:lnTo>
                  <a:lnTo>
                    <a:pt x="124" y="144661"/>
                  </a:lnTo>
                  <a:lnTo>
                    <a:pt x="122" y="143601"/>
                  </a:lnTo>
                  <a:lnTo>
                    <a:pt x="120" y="142541"/>
                  </a:lnTo>
                  <a:lnTo>
                    <a:pt x="118" y="141480"/>
                  </a:lnTo>
                  <a:lnTo>
                    <a:pt x="116" y="140420"/>
                  </a:lnTo>
                  <a:lnTo>
                    <a:pt x="114" y="139360"/>
                  </a:lnTo>
                  <a:lnTo>
                    <a:pt x="112" y="138300"/>
                  </a:lnTo>
                  <a:lnTo>
                    <a:pt x="110" y="137239"/>
                  </a:lnTo>
                  <a:lnTo>
                    <a:pt x="107" y="136179"/>
                  </a:lnTo>
                  <a:lnTo>
                    <a:pt x="105" y="135119"/>
                  </a:lnTo>
                  <a:lnTo>
                    <a:pt x="103" y="134058"/>
                  </a:lnTo>
                  <a:lnTo>
                    <a:pt x="101" y="133017"/>
                  </a:lnTo>
                  <a:lnTo>
                    <a:pt x="98" y="131975"/>
                  </a:lnTo>
                  <a:lnTo>
                    <a:pt x="96" y="130933"/>
                  </a:lnTo>
                  <a:lnTo>
                    <a:pt x="94" y="129891"/>
                  </a:lnTo>
                  <a:lnTo>
                    <a:pt x="93" y="128850"/>
                  </a:lnTo>
                  <a:lnTo>
                    <a:pt x="91" y="127808"/>
                  </a:lnTo>
                  <a:lnTo>
                    <a:pt x="89" y="126766"/>
                  </a:lnTo>
                  <a:lnTo>
                    <a:pt x="87" y="125724"/>
                  </a:lnTo>
                  <a:lnTo>
                    <a:pt x="86" y="124683"/>
                  </a:lnTo>
                  <a:lnTo>
                    <a:pt x="84" y="123641"/>
                  </a:lnTo>
                  <a:lnTo>
                    <a:pt x="83" y="122599"/>
                  </a:lnTo>
                  <a:lnTo>
                    <a:pt x="81" y="121557"/>
                  </a:lnTo>
                  <a:lnTo>
                    <a:pt x="80" y="120515"/>
                  </a:lnTo>
                  <a:lnTo>
                    <a:pt x="79" y="119474"/>
                  </a:lnTo>
                  <a:lnTo>
                    <a:pt x="78" y="118432"/>
                  </a:lnTo>
                  <a:lnTo>
                    <a:pt x="77" y="117390"/>
                  </a:lnTo>
                  <a:lnTo>
                    <a:pt x="76" y="116348"/>
                  </a:lnTo>
                  <a:lnTo>
                    <a:pt x="75" y="115307"/>
                  </a:lnTo>
                  <a:lnTo>
                    <a:pt x="74" y="114265"/>
                  </a:lnTo>
                  <a:lnTo>
                    <a:pt x="73" y="113223"/>
                  </a:lnTo>
                  <a:lnTo>
                    <a:pt x="72" y="112181"/>
                  </a:lnTo>
                  <a:lnTo>
                    <a:pt x="72" y="111139"/>
                  </a:lnTo>
                  <a:lnTo>
                    <a:pt x="71" y="110098"/>
                  </a:lnTo>
                  <a:lnTo>
                    <a:pt x="71" y="109056"/>
                  </a:lnTo>
                  <a:lnTo>
                    <a:pt x="70" y="108014"/>
                  </a:lnTo>
                  <a:lnTo>
                    <a:pt x="70" y="106972"/>
                  </a:lnTo>
                  <a:lnTo>
                    <a:pt x="70" y="105931"/>
                  </a:lnTo>
                  <a:lnTo>
                    <a:pt x="70" y="104889"/>
                  </a:lnTo>
                  <a:lnTo>
                    <a:pt x="70" y="103847"/>
                  </a:lnTo>
                  <a:lnTo>
                    <a:pt x="70" y="102805"/>
                  </a:lnTo>
                  <a:lnTo>
                    <a:pt x="70" y="101764"/>
                  </a:lnTo>
                  <a:lnTo>
                    <a:pt x="70" y="100722"/>
                  </a:lnTo>
                  <a:lnTo>
                    <a:pt x="70" y="99680"/>
                  </a:lnTo>
                  <a:lnTo>
                    <a:pt x="71" y="98638"/>
                  </a:lnTo>
                  <a:lnTo>
                    <a:pt x="71" y="97596"/>
                  </a:lnTo>
                  <a:lnTo>
                    <a:pt x="72" y="96555"/>
                  </a:lnTo>
                  <a:lnTo>
                    <a:pt x="73" y="95513"/>
                  </a:lnTo>
                  <a:lnTo>
                    <a:pt x="73" y="94471"/>
                  </a:lnTo>
                  <a:lnTo>
                    <a:pt x="74" y="93429"/>
                  </a:lnTo>
                  <a:lnTo>
                    <a:pt x="75" y="92388"/>
                  </a:lnTo>
                  <a:lnTo>
                    <a:pt x="76" y="91346"/>
                  </a:lnTo>
                  <a:lnTo>
                    <a:pt x="77" y="90304"/>
                  </a:lnTo>
                  <a:lnTo>
                    <a:pt x="79" y="89262"/>
                  </a:lnTo>
                  <a:lnTo>
                    <a:pt x="80" y="88221"/>
                  </a:lnTo>
                  <a:lnTo>
                    <a:pt x="81" y="87157"/>
                  </a:lnTo>
                  <a:lnTo>
                    <a:pt x="82" y="86094"/>
                  </a:lnTo>
                  <a:lnTo>
                    <a:pt x="84" y="85031"/>
                  </a:lnTo>
                  <a:lnTo>
                    <a:pt x="84" y="83968"/>
                  </a:lnTo>
                  <a:lnTo>
                    <a:pt x="85" y="82905"/>
                  </a:lnTo>
                  <a:lnTo>
                    <a:pt x="86" y="81842"/>
                  </a:lnTo>
                  <a:lnTo>
                    <a:pt x="86" y="80779"/>
                  </a:lnTo>
                  <a:lnTo>
                    <a:pt x="86" y="79716"/>
                  </a:lnTo>
                  <a:lnTo>
                    <a:pt x="86" y="78653"/>
                  </a:lnTo>
                  <a:lnTo>
                    <a:pt x="85" y="77590"/>
                  </a:lnTo>
                  <a:lnTo>
                    <a:pt x="85" y="76527"/>
                  </a:lnTo>
                  <a:lnTo>
                    <a:pt x="84" y="75463"/>
                  </a:lnTo>
                  <a:lnTo>
                    <a:pt x="83" y="74400"/>
                  </a:lnTo>
                  <a:lnTo>
                    <a:pt x="81" y="73337"/>
                  </a:lnTo>
                  <a:lnTo>
                    <a:pt x="79" y="72274"/>
                  </a:lnTo>
                  <a:lnTo>
                    <a:pt x="77" y="71211"/>
                  </a:lnTo>
                  <a:lnTo>
                    <a:pt x="75" y="70147"/>
                  </a:lnTo>
                  <a:lnTo>
                    <a:pt x="72" y="69084"/>
                  </a:lnTo>
                  <a:lnTo>
                    <a:pt x="69" y="68021"/>
                  </a:lnTo>
                  <a:lnTo>
                    <a:pt x="66" y="66958"/>
                  </a:lnTo>
                  <a:lnTo>
                    <a:pt x="62" y="65895"/>
                  </a:lnTo>
                  <a:lnTo>
                    <a:pt x="58" y="64832"/>
                  </a:lnTo>
                  <a:lnTo>
                    <a:pt x="54" y="63761"/>
                  </a:lnTo>
                  <a:lnTo>
                    <a:pt x="51" y="62690"/>
                  </a:lnTo>
                  <a:lnTo>
                    <a:pt x="48" y="61619"/>
                  </a:lnTo>
                  <a:lnTo>
                    <a:pt x="45" y="60548"/>
                  </a:lnTo>
                  <a:lnTo>
                    <a:pt x="43" y="59478"/>
                  </a:lnTo>
                  <a:lnTo>
                    <a:pt x="41" y="58407"/>
                  </a:lnTo>
                  <a:lnTo>
                    <a:pt x="40" y="57336"/>
                  </a:lnTo>
                  <a:lnTo>
                    <a:pt x="40" y="56265"/>
                  </a:lnTo>
                  <a:lnTo>
                    <a:pt x="39" y="55195"/>
                  </a:lnTo>
                  <a:lnTo>
                    <a:pt x="39" y="54124"/>
                  </a:lnTo>
                  <a:lnTo>
                    <a:pt x="40" y="53053"/>
                  </a:lnTo>
                  <a:lnTo>
                    <a:pt x="41" y="51982"/>
                  </a:lnTo>
                  <a:lnTo>
                    <a:pt x="42" y="50912"/>
                  </a:lnTo>
                  <a:lnTo>
                    <a:pt x="44" y="49841"/>
                  </a:lnTo>
                  <a:lnTo>
                    <a:pt x="46" y="48770"/>
                  </a:lnTo>
                  <a:lnTo>
                    <a:pt x="48" y="47699"/>
                  </a:lnTo>
                  <a:lnTo>
                    <a:pt x="51" y="46628"/>
                  </a:lnTo>
                  <a:lnTo>
                    <a:pt x="55" y="45557"/>
                  </a:lnTo>
                  <a:lnTo>
                    <a:pt x="58" y="44486"/>
                  </a:lnTo>
                  <a:lnTo>
                    <a:pt x="62" y="43415"/>
                  </a:lnTo>
                  <a:lnTo>
                    <a:pt x="63" y="42309"/>
                  </a:lnTo>
                  <a:lnTo>
                    <a:pt x="63" y="41203"/>
                  </a:lnTo>
                  <a:lnTo>
                    <a:pt x="62" y="40097"/>
                  </a:lnTo>
                  <a:lnTo>
                    <a:pt x="59" y="38991"/>
                  </a:lnTo>
                  <a:lnTo>
                    <a:pt x="54" y="37884"/>
                  </a:lnTo>
                  <a:lnTo>
                    <a:pt x="48" y="36778"/>
                  </a:lnTo>
                  <a:lnTo>
                    <a:pt x="41" y="35672"/>
                  </a:lnTo>
                  <a:lnTo>
                    <a:pt x="27" y="33662"/>
                  </a:lnTo>
                  <a:lnTo>
                    <a:pt x="15" y="31762"/>
                  </a:lnTo>
                  <a:lnTo>
                    <a:pt x="6" y="29967"/>
                  </a:lnTo>
                  <a:lnTo>
                    <a:pt x="0" y="28274"/>
                  </a:lnTo>
                  <a:lnTo>
                    <a:pt x="0" y="26677"/>
                  </a:lnTo>
                  <a:lnTo>
                    <a:pt x="4" y="25172"/>
                  </a:lnTo>
                  <a:lnTo>
                    <a:pt x="16" y="23755"/>
                  </a:lnTo>
                  <a:lnTo>
                    <a:pt x="35" y="22420"/>
                  </a:lnTo>
                  <a:lnTo>
                    <a:pt x="63" y="21163"/>
                  </a:lnTo>
                  <a:lnTo>
                    <a:pt x="100" y="19980"/>
                  </a:lnTo>
                  <a:lnTo>
                    <a:pt x="147" y="18866"/>
                  </a:lnTo>
                  <a:lnTo>
                    <a:pt x="207" y="17816"/>
                  </a:lnTo>
                  <a:lnTo>
                    <a:pt x="278" y="16825"/>
                  </a:lnTo>
                  <a:lnTo>
                    <a:pt x="364" y="15890"/>
                  </a:lnTo>
                  <a:lnTo>
                    <a:pt x="463" y="15006"/>
                  </a:lnTo>
                  <a:lnTo>
                    <a:pt x="578" y="14168"/>
                  </a:lnTo>
                  <a:lnTo>
                    <a:pt x="709" y="13371"/>
                  </a:lnTo>
                  <a:lnTo>
                    <a:pt x="858" y="12611"/>
                  </a:lnTo>
                  <a:lnTo>
                    <a:pt x="1025" y="11883"/>
                  </a:lnTo>
                  <a:lnTo>
                    <a:pt x="1211" y="11183"/>
                  </a:lnTo>
                  <a:lnTo>
                    <a:pt x="1418" y="10506"/>
                  </a:lnTo>
                  <a:lnTo>
                    <a:pt x="1646" y="9847"/>
                  </a:lnTo>
                  <a:lnTo>
                    <a:pt x="1896" y="9203"/>
                  </a:lnTo>
                  <a:lnTo>
                    <a:pt x="2169" y="8567"/>
                  </a:lnTo>
                  <a:lnTo>
                    <a:pt x="2466" y="7937"/>
                  </a:lnTo>
                  <a:lnTo>
                    <a:pt x="2789" y="7306"/>
                  </a:lnTo>
                  <a:lnTo>
                    <a:pt x="3137" y="6671"/>
                  </a:lnTo>
                  <a:lnTo>
                    <a:pt x="3513" y="6027"/>
                  </a:lnTo>
                  <a:lnTo>
                    <a:pt x="3917" y="5370"/>
                  </a:lnTo>
                  <a:lnTo>
                    <a:pt x="4349" y="4694"/>
                  </a:lnTo>
                  <a:lnTo>
                    <a:pt x="4812" y="3995"/>
                  </a:lnTo>
                  <a:lnTo>
                    <a:pt x="5306" y="3269"/>
                  </a:lnTo>
                  <a:lnTo>
                    <a:pt x="5831" y="2511"/>
                  </a:lnTo>
                  <a:lnTo>
                    <a:pt x="6390" y="1717"/>
                  </a:lnTo>
                  <a:lnTo>
                    <a:pt x="6982" y="881"/>
                  </a:lnTo>
                  <a:lnTo>
                    <a:pt x="7609" y="0"/>
                  </a:lnTo>
                  <a:close/>
                </a:path>
              </a:pathLst>
            </a:custGeom>
            <a:solidFill>
              <a:srgbClr val="BBC2D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region 50 #5C4A3A"/>
            <p:cNvSpPr/>
            <p:nvPr/>
          </p:nvSpPr>
          <p:spPr>
            <a:xfrm>
              <a:off x="1110312" y="198437"/>
              <a:ext cx="84854" cy="64409"/>
            </a:xfrm>
            <a:custGeom>
              <a:avLst/>
              <a:gdLst/>
              <a:ahLst/>
              <a:cxnLst/>
              <a:rect l="l" t="t" r="r" b="b"/>
              <a:pathLst>
                <a:path w="84854" h="64409">
                  <a:moveTo>
                    <a:pt x="35586" y="57"/>
                  </a:moveTo>
                  <a:lnTo>
                    <a:pt x="36647" y="46"/>
                  </a:lnTo>
                  <a:lnTo>
                    <a:pt x="37710" y="35"/>
                  </a:lnTo>
                  <a:lnTo>
                    <a:pt x="38779" y="23"/>
                  </a:lnTo>
                  <a:lnTo>
                    <a:pt x="39855" y="12"/>
                  </a:lnTo>
                  <a:lnTo>
                    <a:pt x="40942" y="0"/>
                  </a:lnTo>
                  <a:lnTo>
                    <a:pt x="42209" y="98"/>
                  </a:lnTo>
                  <a:lnTo>
                    <a:pt x="43410" y="231"/>
                  </a:lnTo>
                  <a:lnTo>
                    <a:pt x="44550" y="400"/>
                  </a:lnTo>
                  <a:lnTo>
                    <a:pt x="45634" y="606"/>
                  </a:lnTo>
                  <a:lnTo>
                    <a:pt x="46666" y="850"/>
                  </a:lnTo>
                  <a:lnTo>
                    <a:pt x="47652" y="1133"/>
                  </a:lnTo>
                  <a:lnTo>
                    <a:pt x="48596" y="1455"/>
                  </a:lnTo>
                  <a:lnTo>
                    <a:pt x="49504" y="1819"/>
                  </a:lnTo>
                  <a:lnTo>
                    <a:pt x="50381" y="2224"/>
                  </a:lnTo>
                  <a:lnTo>
                    <a:pt x="51230" y="2671"/>
                  </a:lnTo>
                  <a:lnTo>
                    <a:pt x="52058" y="3163"/>
                  </a:lnTo>
                  <a:lnTo>
                    <a:pt x="52869" y="3699"/>
                  </a:lnTo>
                  <a:lnTo>
                    <a:pt x="53668" y="4280"/>
                  </a:lnTo>
                  <a:lnTo>
                    <a:pt x="54460" y="4908"/>
                  </a:lnTo>
                  <a:lnTo>
                    <a:pt x="55250" y="5584"/>
                  </a:lnTo>
                  <a:lnTo>
                    <a:pt x="56042" y="6308"/>
                  </a:lnTo>
                  <a:lnTo>
                    <a:pt x="56843" y="7082"/>
                  </a:lnTo>
                  <a:lnTo>
                    <a:pt x="57656" y="7906"/>
                  </a:lnTo>
                  <a:lnTo>
                    <a:pt x="58486" y="8782"/>
                  </a:lnTo>
                  <a:lnTo>
                    <a:pt x="59339" y="9710"/>
                  </a:lnTo>
                  <a:lnTo>
                    <a:pt x="60066" y="10624"/>
                  </a:lnTo>
                  <a:lnTo>
                    <a:pt x="60796" y="11542"/>
                  </a:lnTo>
                  <a:lnTo>
                    <a:pt x="61532" y="12467"/>
                  </a:lnTo>
                  <a:lnTo>
                    <a:pt x="62276" y="13403"/>
                  </a:lnTo>
                  <a:lnTo>
                    <a:pt x="63314" y="14682"/>
                  </a:lnTo>
                  <a:lnTo>
                    <a:pt x="64089" y="15579"/>
                  </a:lnTo>
                  <a:lnTo>
                    <a:pt x="64742" y="16215"/>
                  </a:lnTo>
                  <a:lnTo>
                    <a:pt x="65416" y="16710"/>
                  </a:lnTo>
                  <a:lnTo>
                    <a:pt x="66254" y="17188"/>
                  </a:lnTo>
                  <a:lnTo>
                    <a:pt x="67397" y="17767"/>
                  </a:lnTo>
                  <a:lnTo>
                    <a:pt x="67720" y="18804"/>
                  </a:lnTo>
                  <a:lnTo>
                    <a:pt x="68038" y="19843"/>
                  </a:lnTo>
                  <a:lnTo>
                    <a:pt x="68350" y="20884"/>
                  </a:lnTo>
                  <a:lnTo>
                    <a:pt x="68655" y="21926"/>
                  </a:lnTo>
                  <a:lnTo>
                    <a:pt x="68954" y="22971"/>
                  </a:lnTo>
                  <a:lnTo>
                    <a:pt x="69246" y="24017"/>
                  </a:lnTo>
                  <a:lnTo>
                    <a:pt x="69532" y="25065"/>
                  </a:lnTo>
                  <a:lnTo>
                    <a:pt x="69811" y="26116"/>
                  </a:lnTo>
                  <a:lnTo>
                    <a:pt x="70082" y="27168"/>
                  </a:lnTo>
                  <a:lnTo>
                    <a:pt x="71127" y="27073"/>
                  </a:lnTo>
                  <a:lnTo>
                    <a:pt x="72171" y="26978"/>
                  </a:lnTo>
                  <a:lnTo>
                    <a:pt x="73217" y="26882"/>
                  </a:lnTo>
                  <a:lnTo>
                    <a:pt x="74263" y="26787"/>
                  </a:lnTo>
                  <a:lnTo>
                    <a:pt x="75311" y="26692"/>
                  </a:lnTo>
                  <a:lnTo>
                    <a:pt x="76360" y="26597"/>
                  </a:lnTo>
                  <a:lnTo>
                    <a:pt x="77412" y="26501"/>
                  </a:lnTo>
                  <a:lnTo>
                    <a:pt x="78465" y="26405"/>
                  </a:lnTo>
                  <a:lnTo>
                    <a:pt x="79522" y="26309"/>
                  </a:lnTo>
                  <a:lnTo>
                    <a:pt x="80581" y="26213"/>
                  </a:lnTo>
                  <a:lnTo>
                    <a:pt x="81644" y="26116"/>
                  </a:lnTo>
                  <a:lnTo>
                    <a:pt x="82710" y="26020"/>
                  </a:lnTo>
                  <a:lnTo>
                    <a:pt x="83780" y="25922"/>
                  </a:lnTo>
                  <a:lnTo>
                    <a:pt x="84854" y="25825"/>
                  </a:lnTo>
                  <a:lnTo>
                    <a:pt x="84854" y="27155"/>
                  </a:lnTo>
                  <a:lnTo>
                    <a:pt x="84854" y="28495"/>
                  </a:lnTo>
                  <a:lnTo>
                    <a:pt x="84854" y="29853"/>
                  </a:lnTo>
                  <a:lnTo>
                    <a:pt x="83720" y="30276"/>
                  </a:lnTo>
                  <a:lnTo>
                    <a:pt x="82579" y="30702"/>
                  </a:lnTo>
                  <a:lnTo>
                    <a:pt x="81423" y="31133"/>
                  </a:lnTo>
                  <a:lnTo>
                    <a:pt x="80318" y="31564"/>
                  </a:lnTo>
                  <a:lnTo>
                    <a:pt x="79210" y="31997"/>
                  </a:lnTo>
                  <a:lnTo>
                    <a:pt x="78093" y="32434"/>
                  </a:lnTo>
                  <a:lnTo>
                    <a:pt x="76963" y="32875"/>
                  </a:lnTo>
                  <a:lnTo>
                    <a:pt x="76482" y="33058"/>
                  </a:lnTo>
                  <a:lnTo>
                    <a:pt x="75860" y="33297"/>
                  </a:lnTo>
                  <a:lnTo>
                    <a:pt x="74680" y="33749"/>
                  </a:lnTo>
                  <a:lnTo>
                    <a:pt x="72526" y="34574"/>
                  </a:lnTo>
                  <a:lnTo>
                    <a:pt x="71299" y="35242"/>
                  </a:lnTo>
                  <a:lnTo>
                    <a:pt x="70261" y="35868"/>
                  </a:lnTo>
                  <a:lnTo>
                    <a:pt x="69387" y="36486"/>
                  </a:lnTo>
                  <a:lnTo>
                    <a:pt x="68649" y="37130"/>
                  </a:lnTo>
                  <a:lnTo>
                    <a:pt x="68019" y="37835"/>
                  </a:lnTo>
                  <a:lnTo>
                    <a:pt x="67472" y="38634"/>
                  </a:lnTo>
                  <a:lnTo>
                    <a:pt x="66980" y="39561"/>
                  </a:lnTo>
                  <a:lnTo>
                    <a:pt x="66517" y="40652"/>
                  </a:lnTo>
                  <a:lnTo>
                    <a:pt x="66054" y="41939"/>
                  </a:lnTo>
                  <a:lnTo>
                    <a:pt x="64722" y="41939"/>
                  </a:lnTo>
                  <a:lnTo>
                    <a:pt x="63382" y="41939"/>
                  </a:lnTo>
                  <a:lnTo>
                    <a:pt x="62025" y="41939"/>
                  </a:lnTo>
                  <a:lnTo>
                    <a:pt x="61582" y="43047"/>
                  </a:lnTo>
                  <a:lnTo>
                    <a:pt x="61137" y="44157"/>
                  </a:lnTo>
                  <a:lnTo>
                    <a:pt x="60692" y="45271"/>
                  </a:lnTo>
                  <a:lnTo>
                    <a:pt x="60244" y="46391"/>
                  </a:lnTo>
                  <a:lnTo>
                    <a:pt x="59793" y="47517"/>
                  </a:lnTo>
                  <a:lnTo>
                    <a:pt x="59339" y="48654"/>
                  </a:lnTo>
                  <a:lnTo>
                    <a:pt x="58006" y="48654"/>
                  </a:lnTo>
                  <a:lnTo>
                    <a:pt x="56653" y="48654"/>
                  </a:lnTo>
                  <a:lnTo>
                    <a:pt x="56195" y="49777"/>
                  </a:lnTo>
                  <a:lnTo>
                    <a:pt x="55730" y="50919"/>
                  </a:lnTo>
                  <a:lnTo>
                    <a:pt x="55145" y="51914"/>
                  </a:lnTo>
                  <a:lnTo>
                    <a:pt x="54545" y="52867"/>
                  </a:lnTo>
                  <a:lnTo>
                    <a:pt x="53927" y="53779"/>
                  </a:lnTo>
                  <a:lnTo>
                    <a:pt x="53290" y="54650"/>
                  </a:lnTo>
                  <a:lnTo>
                    <a:pt x="52633" y="55482"/>
                  </a:lnTo>
                  <a:lnTo>
                    <a:pt x="51954" y="56274"/>
                  </a:lnTo>
                  <a:lnTo>
                    <a:pt x="51252" y="57029"/>
                  </a:lnTo>
                  <a:lnTo>
                    <a:pt x="50526" y="57747"/>
                  </a:lnTo>
                  <a:lnTo>
                    <a:pt x="49774" y="58429"/>
                  </a:lnTo>
                  <a:lnTo>
                    <a:pt x="48995" y="59075"/>
                  </a:lnTo>
                  <a:lnTo>
                    <a:pt x="48188" y="59686"/>
                  </a:lnTo>
                  <a:lnTo>
                    <a:pt x="47350" y="60263"/>
                  </a:lnTo>
                  <a:lnTo>
                    <a:pt x="46482" y="60808"/>
                  </a:lnTo>
                  <a:lnTo>
                    <a:pt x="45581" y="61320"/>
                  </a:lnTo>
                  <a:lnTo>
                    <a:pt x="44646" y="61800"/>
                  </a:lnTo>
                  <a:lnTo>
                    <a:pt x="43676" y="62250"/>
                  </a:lnTo>
                  <a:lnTo>
                    <a:pt x="42668" y="62671"/>
                  </a:lnTo>
                  <a:lnTo>
                    <a:pt x="41623" y="63062"/>
                  </a:lnTo>
                  <a:lnTo>
                    <a:pt x="40539" y="63425"/>
                  </a:lnTo>
                  <a:lnTo>
                    <a:pt x="39461" y="63564"/>
                  </a:lnTo>
                  <a:lnTo>
                    <a:pt x="38379" y="63701"/>
                  </a:lnTo>
                  <a:lnTo>
                    <a:pt x="37294" y="63831"/>
                  </a:lnTo>
                  <a:lnTo>
                    <a:pt x="36207" y="63955"/>
                  </a:lnTo>
                  <a:lnTo>
                    <a:pt x="35119" y="64068"/>
                  </a:lnTo>
                  <a:lnTo>
                    <a:pt x="34030" y="64170"/>
                  </a:lnTo>
                  <a:lnTo>
                    <a:pt x="32941" y="64256"/>
                  </a:lnTo>
                  <a:lnTo>
                    <a:pt x="31853" y="64326"/>
                  </a:lnTo>
                  <a:lnTo>
                    <a:pt x="30767" y="64376"/>
                  </a:lnTo>
                  <a:lnTo>
                    <a:pt x="29683" y="64405"/>
                  </a:lnTo>
                  <a:lnTo>
                    <a:pt x="28602" y="64409"/>
                  </a:lnTo>
                  <a:lnTo>
                    <a:pt x="27524" y="64387"/>
                  </a:lnTo>
                  <a:lnTo>
                    <a:pt x="26451" y="64337"/>
                  </a:lnTo>
                  <a:lnTo>
                    <a:pt x="25383" y="64255"/>
                  </a:lnTo>
                  <a:lnTo>
                    <a:pt x="24321" y="64140"/>
                  </a:lnTo>
                  <a:lnTo>
                    <a:pt x="23266" y="63989"/>
                  </a:lnTo>
                  <a:lnTo>
                    <a:pt x="22218" y="63800"/>
                  </a:lnTo>
                  <a:lnTo>
                    <a:pt x="21178" y="63571"/>
                  </a:lnTo>
                  <a:lnTo>
                    <a:pt x="20147" y="63298"/>
                  </a:lnTo>
                  <a:lnTo>
                    <a:pt x="19125" y="62981"/>
                  </a:lnTo>
                  <a:lnTo>
                    <a:pt x="18114" y="62615"/>
                  </a:lnTo>
                  <a:lnTo>
                    <a:pt x="17114" y="62200"/>
                  </a:lnTo>
                  <a:lnTo>
                    <a:pt x="16125" y="61733"/>
                  </a:lnTo>
                  <a:lnTo>
                    <a:pt x="15149" y="61211"/>
                  </a:lnTo>
                  <a:lnTo>
                    <a:pt x="14340" y="60475"/>
                  </a:lnTo>
                  <a:lnTo>
                    <a:pt x="13550" y="59735"/>
                  </a:lnTo>
                  <a:lnTo>
                    <a:pt x="12776" y="58990"/>
                  </a:lnTo>
                  <a:lnTo>
                    <a:pt x="12018" y="58238"/>
                  </a:lnTo>
                  <a:lnTo>
                    <a:pt x="11272" y="57478"/>
                  </a:lnTo>
                  <a:lnTo>
                    <a:pt x="10537" y="56708"/>
                  </a:lnTo>
                  <a:lnTo>
                    <a:pt x="9812" y="55929"/>
                  </a:lnTo>
                  <a:lnTo>
                    <a:pt x="9094" y="55138"/>
                  </a:lnTo>
                  <a:lnTo>
                    <a:pt x="8382" y="54334"/>
                  </a:lnTo>
                  <a:lnTo>
                    <a:pt x="7673" y="53516"/>
                  </a:lnTo>
                  <a:lnTo>
                    <a:pt x="6967" y="52682"/>
                  </a:lnTo>
                  <a:lnTo>
                    <a:pt x="6535" y="52261"/>
                  </a:lnTo>
                  <a:lnTo>
                    <a:pt x="5773" y="51518"/>
                  </a:lnTo>
                  <a:lnTo>
                    <a:pt x="4029" y="49818"/>
                  </a:lnTo>
                  <a:lnTo>
                    <a:pt x="3260" y="48961"/>
                  </a:lnTo>
                  <a:lnTo>
                    <a:pt x="2599" y="48087"/>
                  </a:lnTo>
                  <a:lnTo>
                    <a:pt x="2037" y="47197"/>
                  </a:lnTo>
                  <a:lnTo>
                    <a:pt x="1566" y="46290"/>
                  </a:lnTo>
                  <a:lnTo>
                    <a:pt x="1177" y="45366"/>
                  </a:lnTo>
                  <a:lnTo>
                    <a:pt x="863" y="44426"/>
                  </a:lnTo>
                  <a:lnTo>
                    <a:pt x="614" y="43468"/>
                  </a:lnTo>
                  <a:lnTo>
                    <a:pt x="423" y="42493"/>
                  </a:lnTo>
                  <a:lnTo>
                    <a:pt x="283" y="41500"/>
                  </a:lnTo>
                  <a:lnTo>
                    <a:pt x="183" y="40490"/>
                  </a:lnTo>
                  <a:lnTo>
                    <a:pt x="117" y="39462"/>
                  </a:lnTo>
                  <a:lnTo>
                    <a:pt x="76" y="38416"/>
                  </a:lnTo>
                  <a:lnTo>
                    <a:pt x="52" y="37352"/>
                  </a:lnTo>
                  <a:lnTo>
                    <a:pt x="37" y="36269"/>
                  </a:lnTo>
                  <a:lnTo>
                    <a:pt x="22" y="35168"/>
                  </a:lnTo>
                  <a:lnTo>
                    <a:pt x="0" y="34048"/>
                  </a:lnTo>
                  <a:lnTo>
                    <a:pt x="35" y="32825"/>
                  </a:lnTo>
                  <a:lnTo>
                    <a:pt x="93" y="31638"/>
                  </a:lnTo>
                  <a:lnTo>
                    <a:pt x="176" y="30487"/>
                  </a:lnTo>
                  <a:lnTo>
                    <a:pt x="282" y="29370"/>
                  </a:lnTo>
                  <a:lnTo>
                    <a:pt x="413" y="28283"/>
                  </a:lnTo>
                  <a:lnTo>
                    <a:pt x="570" y="27226"/>
                  </a:lnTo>
                  <a:lnTo>
                    <a:pt x="752" y="26197"/>
                  </a:lnTo>
                  <a:lnTo>
                    <a:pt x="962" y="25192"/>
                  </a:lnTo>
                  <a:lnTo>
                    <a:pt x="1198" y="24212"/>
                  </a:lnTo>
                  <a:lnTo>
                    <a:pt x="1462" y="23252"/>
                  </a:lnTo>
                  <a:lnTo>
                    <a:pt x="1755" y="22312"/>
                  </a:lnTo>
                  <a:lnTo>
                    <a:pt x="2076" y="21390"/>
                  </a:lnTo>
                  <a:lnTo>
                    <a:pt x="2427" y="20483"/>
                  </a:lnTo>
                  <a:lnTo>
                    <a:pt x="2809" y="19589"/>
                  </a:lnTo>
                  <a:lnTo>
                    <a:pt x="3220" y="18708"/>
                  </a:lnTo>
                  <a:lnTo>
                    <a:pt x="3664" y="17835"/>
                  </a:lnTo>
                  <a:lnTo>
                    <a:pt x="4139" y="16970"/>
                  </a:lnTo>
                  <a:lnTo>
                    <a:pt x="4646" y="16111"/>
                  </a:lnTo>
                  <a:lnTo>
                    <a:pt x="5187" y="15256"/>
                  </a:lnTo>
                  <a:lnTo>
                    <a:pt x="5761" y="14402"/>
                  </a:lnTo>
                  <a:lnTo>
                    <a:pt x="6369" y="13548"/>
                  </a:lnTo>
                  <a:lnTo>
                    <a:pt x="7012" y="12691"/>
                  </a:lnTo>
                  <a:lnTo>
                    <a:pt x="7691" y="11830"/>
                  </a:lnTo>
                  <a:lnTo>
                    <a:pt x="8405" y="10963"/>
                  </a:lnTo>
                  <a:lnTo>
                    <a:pt x="9156" y="10088"/>
                  </a:lnTo>
                  <a:lnTo>
                    <a:pt x="9944" y="9202"/>
                  </a:lnTo>
                  <a:lnTo>
                    <a:pt x="10770" y="8304"/>
                  </a:lnTo>
                  <a:lnTo>
                    <a:pt x="11669" y="7520"/>
                  </a:lnTo>
                  <a:lnTo>
                    <a:pt x="12554" y="6804"/>
                  </a:lnTo>
                  <a:lnTo>
                    <a:pt x="13430" y="6148"/>
                  </a:lnTo>
                  <a:lnTo>
                    <a:pt x="14303" y="5548"/>
                  </a:lnTo>
                  <a:lnTo>
                    <a:pt x="15181" y="4997"/>
                  </a:lnTo>
                  <a:lnTo>
                    <a:pt x="16068" y="4490"/>
                  </a:lnTo>
                  <a:lnTo>
                    <a:pt x="16972" y="4019"/>
                  </a:lnTo>
                  <a:lnTo>
                    <a:pt x="17898" y="3581"/>
                  </a:lnTo>
                  <a:lnTo>
                    <a:pt x="18853" y="3168"/>
                  </a:lnTo>
                  <a:lnTo>
                    <a:pt x="19842" y="2774"/>
                  </a:lnTo>
                  <a:lnTo>
                    <a:pt x="20873" y="2395"/>
                  </a:lnTo>
                  <a:lnTo>
                    <a:pt x="21950" y="2023"/>
                  </a:lnTo>
                  <a:lnTo>
                    <a:pt x="23081" y="1653"/>
                  </a:lnTo>
                  <a:lnTo>
                    <a:pt x="24086" y="1200"/>
                  </a:lnTo>
                  <a:lnTo>
                    <a:pt x="25095" y="838"/>
                  </a:lnTo>
                  <a:lnTo>
                    <a:pt x="26109" y="558"/>
                  </a:lnTo>
                  <a:lnTo>
                    <a:pt x="27129" y="348"/>
                  </a:lnTo>
                  <a:lnTo>
                    <a:pt x="28156" y="200"/>
                  </a:lnTo>
                  <a:lnTo>
                    <a:pt x="29190" y="104"/>
                  </a:lnTo>
                  <a:lnTo>
                    <a:pt x="30232" y="50"/>
                  </a:lnTo>
                  <a:lnTo>
                    <a:pt x="31282" y="27"/>
                  </a:lnTo>
                  <a:lnTo>
                    <a:pt x="32342" y="26"/>
                  </a:lnTo>
                  <a:lnTo>
                    <a:pt x="33412" y="38"/>
                  </a:lnTo>
                  <a:lnTo>
                    <a:pt x="34494" y="51"/>
                  </a:lnTo>
                  <a:lnTo>
                    <a:pt x="35586" y="57"/>
                  </a:lnTo>
                  <a:close/>
                  <a:moveTo>
                    <a:pt x="12338" y="12396"/>
                  </a:moveTo>
                  <a:lnTo>
                    <a:pt x="11681" y="13352"/>
                  </a:lnTo>
                  <a:lnTo>
                    <a:pt x="11067" y="14309"/>
                  </a:lnTo>
                  <a:lnTo>
                    <a:pt x="10497" y="15267"/>
                  </a:lnTo>
                  <a:lnTo>
                    <a:pt x="9969" y="16226"/>
                  </a:lnTo>
                  <a:lnTo>
                    <a:pt x="9481" y="17188"/>
                  </a:lnTo>
                  <a:lnTo>
                    <a:pt x="9035" y="18153"/>
                  </a:lnTo>
                  <a:lnTo>
                    <a:pt x="8627" y="19121"/>
                  </a:lnTo>
                  <a:lnTo>
                    <a:pt x="8258" y="20093"/>
                  </a:lnTo>
                  <a:lnTo>
                    <a:pt x="7927" y="21070"/>
                  </a:lnTo>
                  <a:lnTo>
                    <a:pt x="7632" y="22053"/>
                  </a:lnTo>
                  <a:lnTo>
                    <a:pt x="7373" y="23042"/>
                  </a:lnTo>
                  <a:lnTo>
                    <a:pt x="7149" y="24038"/>
                  </a:lnTo>
                  <a:lnTo>
                    <a:pt x="6958" y="25041"/>
                  </a:lnTo>
                  <a:lnTo>
                    <a:pt x="6800" y="26053"/>
                  </a:lnTo>
                  <a:lnTo>
                    <a:pt x="6674" y="27073"/>
                  </a:lnTo>
                  <a:lnTo>
                    <a:pt x="6579" y="28103"/>
                  </a:lnTo>
                  <a:lnTo>
                    <a:pt x="6514" y="29143"/>
                  </a:lnTo>
                  <a:lnTo>
                    <a:pt x="6479" y="30194"/>
                  </a:lnTo>
                  <a:lnTo>
                    <a:pt x="6471" y="31257"/>
                  </a:lnTo>
                  <a:lnTo>
                    <a:pt x="6491" y="32331"/>
                  </a:lnTo>
                  <a:lnTo>
                    <a:pt x="6537" y="33419"/>
                  </a:lnTo>
                  <a:lnTo>
                    <a:pt x="6609" y="34520"/>
                  </a:lnTo>
                  <a:lnTo>
                    <a:pt x="6705" y="35635"/>
                  </a:lnTo>
                  <a:lnTo>
                    <a:pt x="6825" y="36765"/>
                  </a:lnTo>
                  <a:lnTo>
                    <a:pt x="6967" y="37911"/>
                  </a:lnTo>
                  <a:lnTo>
                    <a:pt x="7656" y="39502"/>
                  </a:lnTo>
                  <a:lnTo>
                    <a:pt x="8190" y="40687"/>
                  </a:lnTo>
                  <a:lnTo>
                    <a:pt x="8640" y="41583"/>
                  </a:lnTo>
                  <a:lnTo>
                    <a:pt x="9074" y="42308"/>
                  </a:lnTo>
                  <a:lnTo>
                    <a:pt x="9565" y="42978"/>
                  </a:lnTo>
                  <a:lnTo>
                    <a:pt x="10182" y="43711"/>
                  </a:lnTo>
                  <a:lnTo>
                    <a:pt x="10995" y="44625"/>
                  </a:lnTo>
                  <a:lnTo>
                    <a:pt x="12328" y="44625"/>
                  </a:lnTo>
                  <a:lnTo>
                    <a:pt x="13681" y="44625"/>
                  </a:lnTo>
                  <a:lnTo>
                    <a:pt x="13889" y="45874"/>
                  </a:lnTo>
                  <a:lnTo>
                    <a:pt x="14100" y="47142"/>
                  </a:lnTo>
                  <a:lnTo>
                    <a:pt x="14454" y="48206"/>
                  </a:lnTo>
                  <a:lnTo>
                    <a:pt x="14781" y="49019"/>
                  </a:lnTo>
                  <a:lnTo>
                    <a:pt x="15169" y="49675"/>
                  </a:lnTo>
                  <a:lnTo>
                    <a:pt x="15703" y="50273"/>
                  </a:lnTo>
                  <a:lnTo>
                    <a:pt x="16471" y="50909"/>
                  </a:lnTo>
                  <a:lnTo>
                    <a:pt x="17558" y="51680"/>
                  </a:lnTo>
                  <a:lnTo>
                    <a:pt x="19053" y="52682"/>
                  </a:lnTo>
                  <a:lnTo>
                    <a:pt x="20390" y="52882"/>
                  </a:lnTo>
                  <a:lnTo>
                    <a:pt x="21451" y="53036"/>
                  </a:lnTo>
                  <a:lnTo>
                    <a:pt x="22337" y="53155"/>
                  </a:lnTo>
                  <a:lnTo>
                    <a:pt x="23151" y="53250"/>
                  </a:lnTo>
                  <a:lnTo>
                    <a:pt x="23992" y="53331"/>
                  </a:lnTo>
                  <a:lnTo>
                    <a:pt x="24963" y="53411"/>
                  </a:lnTo>
                  <a:lnTo>
                    <a:pt x="26164" y="53498"/>
                  </a:lnTo>
                  <a:lnTo>
                    <a:pt x="27697" y="53605"/>
                  </a:lnTo>
                  <a:lnTo>
                    <a:pt x="28839" y="53692"/>
                  </a:lnTo>
                  <a:lnTo>
                    <a:pt x="29985" y="53779"/>
                  </a:lnTo>
                  <a:lnTo>
                    <a:pt x="31140" y="53868"/>
                  </a:lnTo>
                  <a:lnTo>
                    <a:pt x="32308" y="53957"/>
                  </a:lnTo>
                  <a:lnTo>
                    <a:pt x="33470" y="53964"/>
                  </a:lnTo>
                  <a:lnTo>
                    <a:pt x="34574" y="53946"/>
                  </a:lnTo>
                  <a:lnTo>
                    <a:pt x="35634" y="53897"/>
                  </a:lnTo>
                  <a:lnTo>
                    <a:pt x="36665" y="53812"/>
                  </a:lnTo>
                  <a:lnTo>
                    <a:pt x="37681" y="53686"/>
                  </a:lnTo>
                  <a:lnTo>
                    <a:pt x="38696" y="53516"/>
                  </a:lnTo>
                  <a:lnTo>
                    <a:pt x="39725" y="53294"/>
                  </a:lnTo>
                  <a:lnTo>
                    <a:pt x="40782" y="53018"/>
                  </a:lnTo>
                  <a:lnTo>
                    <a:pt x="41882" y="52682"/>
                  </a:lnTo>
                  <a:lnTo>
                    <a:pt x="41882" y="51349"/>
                  </a:lnTo>
                  <a:lnTo>
                    <a:pt x="41882" y="49997"/>
                  </a:lnTo>
                  <a:lnTo>
                    <a:pt x="43213" y="49997"/>
                  </a:lnTo>
                  <a:lnTo>
                    <a:pt x="44553" y="49997"/>
                  </a:lnTo>
                  <a:lnTo>
                    <a:pt x="45910" y="49997"/>
                  </a:lnTo>
                  <a:lnTo>
                    <a:pt x="45910" y="48664"/>
                  </a:lnTo>
                  <a:lnTo>
                    <a:pt x="45910" y="47311"/>
                  </a:lnTo>
                  <a:lnTo>
                    <a:pt x="47159" y="47227"/>
                  </a:lnTo>
                  <a:lnTo>
                    <a:pt x="48427" y="47142"/>
                  </a:lnTo>
                  <a:lnTo>
                    <a:pt x="49638" y="46632"/>
                  </a:lnTo>
                  <a:lnTo>
                    <a:pt x="50498" y="46191"/>
                  </a:lnTo>
                  <a:lnTo>
                    <a:pt x="51135" y="45695"/>
                  </a:lnTo>
                  <a:lnTo>
                    <a:pt x="51674" y="45017"/>
                  </a:lnTo>
                  <a:lnTo>
                    <a:pt x="52240" y="44030"/>
                  </a:lnTo>
                  <a:lnTo>
                    <a:pt x="52961" y="42611"/>
                  </a:lnTo>
                  <a:lnTo>
                    <a:pt x="53180" y="41546"/>
                  </a:lnTo>
                  <a:lnTo>
                    <a:pt x="53382" y="40481"/>
                  </a:lnTo>
                  <a:lnTo>
                    <a:pt x="53565" y="39416"/>
                  </a:lnTo>
                  <a:lnTo>
                    <a:pt x="53729" y="38352"/>
                  </a:lnTo>
                  <a:lnTo>
                    <a:pt x="53873" y="37288"/>
                  </a:lnTo>
                  <a:lnTo>
                    <a:pt x="53996" y="36225"/>
                  </a:lnTo>
                  <a:lnTo>
                    <a:pt x="54097" y="35162"/>
                  </a:lnTo>
                  <a:lnTo>
                    <a:pt x="54176" y="34101"/>
                  </a:lnTo>
                  <a:lnTo>
                    <a:pt x="54231" y="33042"/>
                  </a:lnTo>
                  <a:lnTo>
                    <a:pt x="54263" y="31983"/>
                  </a:lnTo>
                  <a:lnTo>
                    <a:pt x="54269" y="30927"/>
                  </a:lnTo>
                  <a:lnTo>
                    <a:pt x="54249" y="29872"/>
                  </a:lnTo>
                  <a:lnTo>
                    <a:pt x="54203" y="28820"/>
                  </a:lnTo>
                  <a:lnTo>
                    <a:pt x="54130" y="27770"/>
                  </a:lnTo>
                  <a:lnTo>
                    <a:pt x="54028" y="26722"/>
                  </a:lnTo>
                  <a:lnTo>
                    <a:pt x="53897" y="25677"/>
                  </a:lnTo>
                  <a:lnTo>
                    <a:pt x="53737" y="24635"/>
                  </a:lnTo>
                  <a:lnTo>
                    <a:pt x="53546" y="23596"/>
                  </a:lnTo>
                  <a:lnTo>
                    <a:pt x="53323" y="22560"/>
                  </a:lnTo>
                  <a:lnTo>
                    <a:pt x="53068" y="21528"/>
                  </a:lnTo>
                  <a:lnTo>
                    <a:pt x="52780" y="20499"/>
                  </a:lnTo>
                  <a:lnTo>
                    <a:pt x="52459" y="19474"/>
                  </a:lnTo>
                  <a:lnTo>
                    <a:pt x="52102" y="18453"/>
                  </a:lnTo>
                  <a:lnTo>
                    <a:pt x="51710" y="17437"/>
                  </a:lnTo>
                  <a:lnTo>
                    <a:pt x="51282" y="16424"/>
                  </a:lnTo>
                  <a:lnTo>
                    <a:pt x="50465" y="15637"/>
                  </a:lnTo>
                  <a:lnTo>
                    <a:pt x="49638" y="14888"/>
                  </a:lnTo>
                  <a:lnTo>
                    <a:pt x="48801" y="14177"/>
                  </a:lnTo>
                  <a:lnTo>
                    <a:pt x="47954" y="13504"/>
                  </a:lnTo>
                  <a:lnTo>
                    <a:pt x="47096" y="12868"/>
                  </a:lnTo>
                  <a:lnTo>
                    <a:pt x="46228" y="12268"/>
                  </a:lnTo>
                  <a:lnTo>
                    <a:pt x="45348" y="11702"/>
                  </a:lnTo>
                  <a:lnTo>
                    <a:pt x="44458" y="11171"/>
                  </a:lnTo>
                  <a:lnTo>
                    <a:pt x="43557" y="10673"/>
                  </a:lnTo>
                  <a:lnTo>
                    <a:pt x="42644" y="10208"/>
                  </a:lnTo>
                  <a:lnTo>
                    <a:pt x="41720" y="9774"/>
                  </a:lnTo>
                  <a:lnTo>
                    <a:pt x="40784" y="9371"/>
                  </a:lnTo>
                  <a:lnTo>
                    <a:pt x="39836" y="8999"/>
                  </a:lnTo>
                  <a:lnTo>
                    <a:pt x="38876" y="8655"/>
                  </a:lnTo>
                  <a:lnTo>
                    <a:pt x="37904" y="8341"/>
                  </a:lnTo>
                  <a:lnTo>
                    <a:pt x="36920" y="8053"/>
                  </a:lnTo>
                  <a:lnTo>
                    <a:pt x="35923" y="7793"/>
                  </a:lnTo>
                  <a:lnTo>
                    <a:pt x="34913" y="7558"/>
                  </a:lnTo>
                  <a:lnTo>
                    <a:pt x="33890" y="7349"/>
                  </a:lnTo>
                  <a:lnTo>
                    <a:pt x="32854" y="7164"/>
                  </a:lnTo>
                  <a:lnTo>
                    <a:pt x="31805" y="7003"/>
                  </a:lnTo>
                  <a:lnTo>
                    <a:pt x="30743" y="6864"/>
                  </a:lnTo>
                  <a:lnTo>
                    <a:pt x="29666" y="6747"/>
                  </a:lnTo>
                  <a:lnTo>
                    <a:pt x="28576" y="6651"/>
                  </a:lnTo>
                  <a:lnTo>
                    <a:pt x="27472" y="6576"/>
                  </a:lnTo>
                  <a:lnTo>
                    <a:pt x="26354" y="6519"/>
                  </a:lnTo>
                  <a:lnTo>
                    <a:pt x="25113" y="6558"/>
                  </a:lnTo>
                  <a:lnTo>
                    <a:pt x="23945" y="6615"/>
                  </a:lnTo>
                  <a:lnTo>
                    <a:pt x="22845" y="6697"/>
                  </a:lnTo>
                  <a:lnTo>
                    <a:pt x="21804" y="6814"/>
                  </a:lnTo>
                  <a:lnTo>
                    <a:pt x="20816" y="6971"/>
                  </a:lnTo>
                  <a:lnTo>
                    <a:pt x="19875" y="7176"/>
                  </a:lnTo>
                  <a:lnTo>
                    <a:pt x="18973" y="7436"/>
                  </a:lnTo>
                  <a:lnTo>
                    <a:pt x="18103" y="7759"/>
                  </a:lnTo>
                  <a:lnTo>
                    <a:pt x="17259" y="8152"/>
                  </a:lnTo>
                  <a:lnTo>
                    <a:pt x="16433" y="8623"/>
                  </a:lnTo>
                  <a:lnTo>
                    <a:pt x="15618" y="9179"/>
                  </a:lnTo>
                  <a:lnTo>
                    <a:pt x="14809" y="9826"/>
                  </a:lnTo>
                  <a:lnTo>
                    <a:pt x="13997" y="10573"/>
                  </a:lnTo>
                  <a:lnTo>
                    <a:pt x="13176" y="11428"/>
                  </a:lnTo>
                  <a:lnTo>
                    <a:pt x="12338" y="12396"/>
                  </a:lnTo>
                  <a:close/>
                </a:path>
              </a:pathLst>
            </a:custGeom>
            <a:solidFill>
              <a:srgbClr val="5C4A3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region 51 #F0F3F6"/>
            <p:cNvSpPr/>
            <p:nvPr/>
          </p:nvSpPr>
          <p:spPr>
            <a:xfrm>
              <a:off x="2393832" y="120257"/>
              <a:ext cx="42759" cy="41334"/>
            </a:xfrm>
            <a:custGeom>
              <a:avLst/>
              <a:gdLst/>
              <a:ahLst/>
              <a:cxnLst/>
              <a:rect l="l" t="t" r="r" b="b"/>
              <a:pathLst>
                <a:path w="42759" h="41334">
                  <a:moveTo>
                    <a:pt x="27385" y="602"/>
                  </a:moveTo>
                  <a:lnTo>
                    <a:pt x="28764" y="1281"/>
                  </a:lnTo>
                  <a:lnTo>
                    <a:pt x="29868" y="1836"/>
                  </a:lnTo>
                  <a:lnTo>
                    <a:pt x="30762" y="2312"/>
                  </a:lnTo>
                  <a:lnTo>
                    <a:pt x="31513" y="2753"/>
                  </a:lnTo>
                  <a:lnTo>
                    <a:pt x="32187" y="3202"/>
                  </a:lnTo>
                  <a:lnTo>
                    <a:pt x="32851" y="3705"/>
                  </a:lnTo>
                  <a:lnTo>
                    <a:pt x="33570" y="4305"/>
                  </a:lnTo>
                  <a:lnTo>
                    <a:pt x="34412" y="5046"/>
                  </a:lnTo>
                  <a:lnTo>
                    <a:pt x="35443" y="5973"/>
                  </a:lnTo>
                  <a:lnTo>
                    <a:pt x="36399" y="6701"/>
                  </a:lnTo>
                  <a:lnTo>
                    <a:pt x="37359" y="7432"/>
                  </a:lnTo>
                  <a:lnTo>
                    <a:pt x="38326" y="8167"/>
                  </a:lnTo>
                  <a:lnTo>
                    <a:pt x="39304" y="8912"/>
                  </a:lnTo>
                  <a:lnTo>
                    <a:pt x="40054" y="9948"/>
                  </a:lnTo>
                  <a:lnTo>
                    <a:pt x="40693" y="10929"/>
                  </a:lnTo>
                  <a:lnTo>
                    <a:pt x="41230" y="11867"/>
                  </a:lnTo>
                  <a:lnTo>
                    <a:pt x="41671" y="12777"/>
                  </a:lnTo>
                  <a:lnTo>
                    <a:pt x="42025" y="13671"/>
                  </a:lnTo>
                  <a:lnTo>
                    <a:pt x="42300" y="14563"/>
                  </a:lnTo>
                  <a:lnTo>
                    <a:pt x="42503" y="15466"/>
                  </a:lnTo>
                  <a:lnTo>
                    <a:pt x="42642" y="16395"/>
                  </a:lnTo>
                  <a:lnTo>
                    <a:pt x="42725" y="17363"/>
                  </a:lnTo>
                  <a:lnTo>
                    <a:pt x="42759" y="18382"/>
                  </a:lnTo>
                  <a:lnTo>
                    <a:pt x="42753" y="19468"/>
                  </a:lnTo>
                  <a:lnTo>
                    <a:pt x="42714" y="20632"/>
                  </a:lnTo>
                  <a:lnTo>
                    <a:pt x="42650" y="21889"/>
                  </a:lnTo>
                  <a:lnTo>
                    <a:pt x="42426" y="23020"/>
                  </a:lnTo>
                  <a:lnTo>
                    <a:pt x="42154" y="24083"/>
                  </a:lnTo>
                  <a:lnTo>
                    <a:pt x="41831" y="25090"/>
                  </a:lnTo>
                  <a:lnTo>
                    <a:pt x="41459" y="26051"/>
                  </a:lnTo>
                  <a:lnTo>
                    <a:pt x="41035" y="26978"/>
                  </a:lnTo>
                  <a:lnTo>
                    <a:pt x="40560" y="27882"/>
                  </a:lnTo>
                  <a:lnTo>
                    <a:pt x="40032" y="28774"/>
                  </a:lnTo>
                  <a:lnTo>
                    <a:pt x="39451" y="29665"/>
                  </a:lnTo>
                  <a:lnTo>
                    <a:pt x="38817" y="30566"/>
                  </a:lnTo>
                  <a:lnTo>
                    <a:pt x="38129" y="31488"/>
                  </a:lnTo>
                  <a:lnTo>
                    <a:pt x="37463" y="32486"/>
                  </a:lnTo>
                  <a:lnTo>
                    <a:pt x="36796" y="33487"/>
                  </a:lnTo>
                  <a:lnTo>
                    <a:pt x="36123" y="34497"/>
                  </a:lnTo>
                  <a:lnTo>
                    <a:pt x="35443" y="35517"/>
                  </a:lnTo>
                  <a:lnTo>
                    <a:pt x="34112" y="35517"/>
                  </a:lnTo>
                  <a:lnTo>
                    <a:pt x="32772" y="35517"/>
                  </a:lnTo>
                  <a:lnTo>
                    <a:pt x="31414" y="35517"/>
                  </a:lnTo>
                  <a:lnTo>
                    <a:pt x="31414" y="36850"/>
                  </a:lnTo>
                  <a:lnTo>
                    <a:pt x="31414" y="38203"/>
                  </a:lnTo>
                  <a:lnTo>
                    <a:pt x="30393" y="38754"/>
                  </a:lnTo>
                  <a:lnTo>
                    <a:pt x="29385" y="39245"/>
                  </a:lnTo>
                  <a:lnTo>
                    <a:pt x="28388" y="39678"/>
                  </a:lnTo>
                  <a:lnTo>
                    <a:pt x="27398" y="40056"/>
                  </a:lnTo>
                  <a:lnTo>
                    <a:pt x="26414" y="40380"/>
                  </a:lnTo>
                  <a:lnTo>
                    <a:pt x="25431" y="40653"/>
                  </a:lnTo>
                  <a:lnTo>
                    <a:pt x="24448" y="40877"/>
                  </a:lnTo>
                  <a:lnTo>
                    <a:pt x="23461" y="41053"/>
                  </a:lnTo>
                  <a:lnTo>
                    <a:pt x="22468" y="41185"/>
                  </a:lnTo>
                  <a:lnTo>
                    <a:pt x="21465" y="41275"/>
                  </a:lnTo>
                  <a:lnTo>
                    <a:pt x="20451" y="41324"/>
                  </a:lnTo>
                  <a:lnTo>
                    <a:pt x="19422" y="41334"/>
                  </a:lnTo>
                  <a:lnTo>
                    <a:pt x="18375" y="41309"/>
                  </a:lnTo>
                  <a:lnTo>
                    <a:pt x="17308" y="41249"/>
                  </a:lnTo>
                  <a:lnTo>
                    <a:pt x="16218" y="41158"/>
                  </a:lnTo>
                  <a:lnTo>
                    <a:pt x="15102" y="41037"/>
                  </a:lnTo>
                  <a:lnTo>
                    <a:pt x="13957" y="40888"/>
                  </a:lnTo>
                  <a:lnTo>
                    <a:pt x="12901" y="40354"/>
                  </a:lnTo>
                  <a:lnTo>
                    <a:pt x="11892" y="39806"/>
                  </a:lnTo>
                  <a:lnTo>
                    <a:pt x="10928" y="39244"/>
                  </a:lnTo>
                  <a:lnTo>
                    <a:pt x="10006" y="38665"/>
                  </a:lnTo>
                  <a:lnTo>
                    <a:pt x="9125" y="38066"/>
                  </a:lnTo>
                  <a:lnTo>
                    <a:pt x="8283" y="37445"/>
                  </a:lnTo>
                  <a:lnTo>
                    <a:pt x="7477" y="36801"/>
                  </a:lnTo>
                  <a:lnTo>
                    <a:pt x="6707" y="36130"/>
                  </a:lnTo>
                  <a:lnTo>
                    <a:pt x="5971" y="35430"/>
                  </a:lnTo>
                  <a:lnTo>
                    <a:pt x="5265" y="34699"/>
                  </a:lnTo>
                  <a:lnTo>
                    <a:pt x="4590" y="33935"/>
                  </a:lnTo>
                  <a:lnTo>
                    <a:pt x="3941" y="33135"/>
                  </a:lnTo>
                  <a:lnTo>
                    <a:pt x="3319" y="32298"/>
                  </a:lnTo>
                  <a:lnTo>
                    <a:pt x="2720" y="31420"/>
                  </a:lnTo>
                  <a:lnTo>
                    <a:pt x="2144" y="30499"/>
                  </a:lnTo>
                  <a:lnTo>
                    <a:pt x="1588" y="29534"/>
                  </a:lnTo>
                  <a:lnTo>
                    <a:pt x="1049" y="28522"/>
                  </a:lnTo>
                  <a:lnTo>
                    <a:pt x="528" y="27460"/>
                  </a:lnTo>
                  <a:lnTo>
                    <a:pt x="388" y="26332"/>
                  </a:lnTo>
                  <a:lnTo>
                    <a:pt x="266" y="25220"/>
                  </a:lnTo>
                  <a:lnTo>
                    <a:pt x="165" y="24122"/>
                  </a:lnTo>
                  <a:lnTo>
                    <a:pt x="85" y="23038"/>
                  </a:lnTo>
                  <a:lnTo>
                    <a:pt x="30" y="21965"/>
                  </a:lnTo>
                  <a:lnTo>
                    <a:pt x="1" y="20902"/>
                  </a:lnTo>
                  <a:lnTo>
                    <a:pt x="0" y="19848"/>
                  </a:lnTo>
                  <a:lnTo>
                    <a:pt x="29" y="18801"/>
                  </a:lnTo>
                  <a:lnTo>
                    <a:pt x="89" y="17759"/>
                  </a:lnTo>
                  <a:lnTo>
                    <a:pt x="183" y="16722"/>
                  </a:lnTo>
                  <a:lnTo>
                    <a:pt x="312" y="15688"/>
                  </a:lnTo>
                  <a:lnTo>
                    <a:pt x="479" y="14656"/>
                  </a:lnTo>
                  <a:lnTo>
                    <a:pt x="686" y="13623"/>
                  </a:lnTo>
                  <a:lnTo>
                    <a:pt x="933" y="12588"/>
                  </a:lnTo>
                  <a:lnTo>
                    <a:pt x="1224" y="11551"/>
                  </a:lnTo>
                  <a:lnTo>
                    <a:pt x="1560" y="10509"/>
                  </a:lnTo>
                  <a:lnTo>
                    <a:pt x="1943" y="9462"/>
                  </a:lnTo>
                  <a:lnTo>
                    <a:pt x="2374" y="8407"/>
                  </a:lnTo>
                  <a:lnTo>
                    <a:pt x="2695" y="8049"/>
                  </a:lnTo>
                  <a:lnTo>
                    <a:pt x="3261" y="7418"/>
                  </a:lnTo>
                  <a:lnTo>
                    <a:pt x="4556" y="5973"/>
                  </a:lnTo>
                  <a:lnTo>
                    <a:pt x="5889" y="5973"/>
                  </a:lnTo>
                  <a:lnTo>
                    <a:pt x="7242" y="5973"/>
                  </a:lnTo>
                  <a:lnTo>
                    <a:pt x="7242" y="4641"/>
                  </a:lnTo>
                  <a:lnTo>
                    <a:pt x="7242" y="3288"/>
                  </a:lnTo>
                  <a:lnTo>
                    <a:pt x="8186" y="2696"/>
                  </a:lnTo>
                  <a:lnTo>
                    <a:pt x="9134" y="2174"/>
                  </a:lnTo>
                  <a:lnTo>
                    <a:pt x="10086" y="1718"/>
                  </a:lnTo>
                  <a:lnTo>
                    <a:pt x="11043" y="1325"/>
                  </a:lnTo>
                  <a:lnTo>
                    <a:pt x="12005" y="991"/>
                  </a:lnTo>
                  <a:lnTo>
                    <a:pt x="12973" y="712"/>
                  </a:lnTo>
                  <a:lnTo>
                    <a:pt x="13947" y="485"/>
                  </a:lnTo>
                  <a:lnTo>
                    <a:pt x="14928" y="306"/>
                  </a:lnTo>
                  <a:lnTo>
                    <a:pt x="15916" y="172"/>
                  </a:lnTo>
                  <a:lnTo>
                    <a:pt x="16912" y="79"/>
                  </a:lnTo>
                  <a:lnTo>
                    <a:pt x="17915" y="23"/>
                  </a:lnTo>
                  <a:lnTo>
                    <a:pt x="18927" y="0"/>
                  </a:lnTo>
                  <a:lnTo>
                    <a:pt x="19948" y="8"/>
                  </a:lnTo>
                  <a:lnTo>
                    <a:pt x="20979" y="43"/>
                  </a:lnTo>
                  <a:lnTo>
                    <a:pt x="22019" y="100"/>
                  </a:lnTo>
                  <a:lnTo>
                    <a:pt x="23070" y="176"/>
                  </a:lnTo>
                  <a:lnTo>
                    <a:pt x="24131" y="268"/>
                  </a:lnTo>
                  <a:lnTo>
                    <a:pt x="25204" y="372"/>
                  </a:lnTo>
                  <a:lnTo>
                    <a:pt x="26289" y="485"/>
                  </a:lnTo>
                  <a:lnTo>
                    <a:pt x="27385" y="602"/>
                  </a:lnTo>
                  <a:close/>
                </a:path>
              </a:pathLst>
            </a:custGeom>
            <a:solidFill>
              <a:srgbClr val="F0F3F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region 52 #9EA09E"/>
            <p:cNvSpPr/>
            <p:nvPr/>
          </p:nvSpPr>
          <p:spPr>
            <a:xfrm>
              <a:off x="1847806" y="491495"/>
              <a:ext cx="72516" cy="83258"/>
            </a:xfrm>
            <a:custGeom>
              <a:avLst/>
              <a:gdLst/>
              <a:ahLst/>
              <a:cxnLst/>
              <a:rect l="l" t="t" r="r" b="b"/>
              <a:pathLst>
                <a:path w="72516" h="83258">
                  <a:moveTo>
                    <a:pt x="8058" y="0"/>
                  </a:moveTo>
                  <a:lnTo>
                    <a:pt x="8390" y="997"/>
                  </a:lnTo>
                  <a:lnTo>
                    <a:pt x="8724" y="1999"/>
                  </a:lnTo>
                  <a:lnTo>
                    <a:pt x="9061" y="3008"/>
                  </a:lnTo>
                  <a:lnTo>
                    <a:pt x="9401" y="4028"/>
                  </a:lnTo>
                  <a:lnTo>
                    <a:pt x="10733" y="4028"/>
                  </a:lnTo>
                  <a:lnTo>
                    <a:pt x="12086" y="4028"/>
                  </a:lnTo>
                  <a:lnTo>
                    <a:pt x="12308" y="5137"/>
                  </a:lnTo>
                  <a:lnTo>
                    <a:pt x="12530" y="6247"/>
                  </a:lnTo>
                  <a:lnTo>
                    <a:pt x="12753" y="7360"/>
                  </a:lnTo>
                  <a:lnTo>
                    <a:pt x="12977" y="8480"/>
                  </a:lnTo>
                  <a:lnTo>
                    <a:pt x="13202" y="9607"/>
                  </a:lnTo>
                  <a:lnTo>
                    <a:pt x="13429" y="10743"/>
                  </a:lnTo>
                  <a:lnTo>
                    <a:pt x="14427" y="11075"/>
                  </a:lnTo>
                  <a:lnTo>
                    <a:pt x="15429" y="11409"/>
                  </a:lnTo>
                  <a:lnTo>
                    <a:pt x="16438" y="11745"/>
                  </a:lnTo>
                  <a:lnTo>
                    <a:pt x="17458" y="12086"/>
                  </a:lnTo>
                  <a:lnTo>
                    <a:pt x="18041" y="13373"/>
                  </a:lnTo>
                  <a:lnTo>
                    <a:pt x="18442" y="14318"/>
                  </a:lnTo>
                  <a:lnTo>
                    <a:pt x="18761" y="15199"/>
                  </a:lnTo>
                  <a:lnTo>
                    <a:pt x="19098" y="16292"/>
                  </a:lnTo>
                  <a:lnTo>
                    <a:pt x="19556" y="17876"/>
                  </a:lnTo>
                  <a:lnTo>
                    <a:pt x="20118" y="19797"/>
                  </a:lnTo>
                  <a:lnTo>
                    <a:pt x="20595" y="21411"/>
                  </a:lnTo>
                  <a:lnTo>
                    <a:pt x="21002" y="22758"/>
                  </a:lnTo>
                  <a:lnTo>
                    <a:pt x="21356" y="23878"/>
                  </a:lnTo>
                  <a:lnTo>
                    <a:pt x="21672" y="24812"/>
                  </a:lnTo>
                  <a:lnTo>
                    <a:pt x="21966" y="25600"/>
                  </a:lnTo>
                  <a:lnTo>
                    <a:pt x="22254" y="26283"/>
                  </a:lnTo>
                  <a:lnTo>
                    <a:pt x="22553" y="26902"/>
                  </a:lnTo>
                  <a:lnTo>
                    <a:pt x="22878" y="27497"/>
                  </a:lnTo>
                  <a:lnTo>
                    <a:pt x="23246" y="28109"/>
                  </a:lnTo>
                  <a:lnTo>
                    <a:pt x="23672" y="28777"/>
                  </a:lnTo>
                  <a:lnTo>
                    <a:pt x="24172" y="29543"/>
                  </a:lnTo>
                  <a:lnTo>
                    <a:pt x="25585" y="30037"/>
                  </a:lnTo>
                  <a:lnTo>
                    <a:pt x="26571" y="30354"/>
                  </a:lnTo>
                  <a:lnTo>
                    <a:pt x="27387" y="30558"/>
                  </a:lnTo>
                  <a:lnTo>
                    <a:pt x="28292" y="30714"/>
                  </a:lnTo>
                  <a:lnTo>
                    <a:pt x="29544" y="30886"/>
                  </a:lnTo>
                  <a:lnTo>
                    <a:pt x="29765" y="32326"/>
                  </a:lnTo>
                  <a:lnTo>
                    <a:pt x="29990" y="33787"/>
                  </a:lnTo>
                  <a:lnTo>
                    <a:pt x="30173" y="34888"/>
                  </a:lnTo>
                  <a:lnTo>
                    <a:pt x="30358" y="35975"/>
                  </a:lnTo>
                  <a:lnTo>
                    <a:pt x="30546" y="37048"/>
                  </a:lnTo>
                  <a:lnTo>
                    <a:pt x="30740" y="38110"/>
                  </a:lnTo>
                  <a:lnTo>
                    <a:pt x="30942" y="39160"/>
                  </a:lnTo>
                  <a:lnTo>
                    <a:pt x="31154" y="40202"/>
                  </a:lnTo>
                  <a:lnTo>
                    <a:pt x="31379" y="41236"/>
                  </a:lnTo>
                  <a:lnTo>
                    <a:pt x="31618" y="42264"/>
                  </a:lnTo>
                  <a:lnTo>
                    <a:pt x="31874" y="43287"/>
                  </a:lnTo>
                  <a:lnTo>
                    <a:pt x="32150" y="44307"/>
                  </a:lnTo>
                  <a:lnTo>
                    <a:pt x="32446" y="45325"/>
                  </a:lnTo>
                  <a:lnTo>
                    <a:pt x="32766" y="46343"/>
                  </a:lnTo>
                  <a:lnTo>
                    <a:pt x="33112" y="47362"/>
                  </a:lnTo>
                  <a:lnTo>
                    <a:pt x="33486" y="48384"/>
                  </a:lnTo>
                  <a:lnTo>
                    <a:pt x="33890" y="49410"/>
                  </a:lnTo>
                  <a:lnTo>
                    <a:pt x="34327" y="50441"/>
                  </a:lnTo>
                  <a:lnTo>
                    <a:pt x="34747" y="51492"/>
                  </a:lnTo>
                  <a:lnTo>
                    <a:pt x="35125" y="52538"/>
                  </a:lnTo>
                  <a:lnTo>
                    <a:pt x="35466" y="53580"/>
                  </a:lnTo>
                  <a:lnTo>
                    <a:pt x="35770" y="54620"/>
                  </a:lnTo>
                  <a:lnTo>
                    <a:pt x="36040" y="55658"/>
                  </a:lnTo>
                  <a:lnTo>
                    <a:pt x="36280" y="56695"/>
                  </a:lnTo>
                  <a:lnTo>
                    <a:pt x="36491" y="57734"/>
                  </a:lnTo>
                  <a:lnTo>
                    <a:pt x="36677" y="58776"/>
                  </a:lnTo>
                  <a:lnTo>
                    <a:pt x="36839" y="59822"/>
                  </a:lnTo>
                  <a:lnTo>
                    <a:pt x="36981" y="60872"/>
                  </a:lnTo>
                  <a:lnTo>
                    <a:pt x="37104" y="61930"/>
                  </a:lnTo>
                  <a:lnTo>
                    <a:pt x="37211" y="62995"/>
                  </a:lnTo>
                  <a:lnTo>
                    <a:pt x="37305" y="64070"/>
                  </a:lnTo>
                  <a:lnTo>
                    <a:pt x="37389" y="65155"/>
                  </a:lnTo>
                  <a:lnTo>
                    <a:pt x="37465" y="66252"/>
                  </a:lnTo>
                  <a:lnTo>
                    <a:pt x="37534" y="67362"/>
                  </a:lnTo>
                  <a:lnTo>
                    <a:pt x="37601" y="68487"/>
                  </a:lnTo>
                  <a:lnTo>
                    <a:pt x="38668" y="68705"/>
                  </a:lnTo>
                  <a:lnTo>
                    <a:pt x="39735" y="68917"/>
                  </a:lnTo>
                  <a:lnTo>
                    <a:pt x="40802" y="69124"/>
                  </a:lnTo>
                  <a:lnTo>
                    <a:pt x="41870" y="69327"/>
                  </a:lnTo>
                  <a:lnTo>
                    <a:pt x="42939" y="69525"/>
                  </a:lnTo>
                  <a:lnTo>
                    <a:pt x="44008" y="69719"/>
                  </a:lnTo>
                  <a:lnTo>
                    <a:pt x="45078" y="69910"/>
                  </a:lnTo>
                  <a:lnTo>
                    <a:pt x="46149" y="70096"/>
                  </a:lnTo>
                  <a:lnTo>
                    <a:pt x="47220" y="70280"/>
                  </a:lnTo>
                  <a:lnTo>
                    <a:pt x="48291" y="70461"/>
                  </a:lnTo>
                  <a:lnTo>
                    <a:pt x="49363" y="70639"/>
                  </a:lnTo>
                  <a:lnTo>
                    <a:pt x="50435" y="70815"/>
                  </a:lnTo>
                  <a:lnTo>
                    <a:pt x="51508" y="70990"/>
                  </a:lnTo>
                  <a:lnTo>
                    <a:pt x="52581" y="71162"/>
                  </a:lnTo>
                  <a:lnTo>
                    <a:pt x="53655" y="71334"/>
                  </a:lnTo>
                  <a:lnTo>
                    <a:pt x="54729" y="71504"/>
                  </a:lnTo>
                  <a:lnTo>
                    <a:pt x="55803" y="71674"/>
                  </a:lnTo>
                  <a:lnTo>
                    <a:pt x="56878" y="71844"/>
                  </a:lnTo>
                  <a:lnTo>
                    <a:pt x="58387" y="72133"/>
                  </a:lnTo>
                  <a:lnTo>
                    <a:pt x="59477" y="72366"/>
                  </a:lnTo>
                  <a:lnTo>
                    <a:pt x="60322" y="72599"/>
                  </a:lnTo>
                  <a:lnTo>
                    <a:pt x="61094" y="72888"/>
                  </a:lnTo>
                  <a:lnTo>
                    <a:pt x="61968" y="73289"/>
                  </a:lnTo>
                  <a:lnTo>
                    <a:pt x="63116" y="73858"/>
                  </a:lnTo>
                  <a:lnTo>
                    <a:pt x="63116" y="75191"/>
                  </a:lnTo>
                  <a:lnTo>
                    <a:pt x="63116" y="76544"/>
                  </a:lnTo>
                  <a:lnTo>
                    <a:pt x="64150" y="76544"/>
                  </a:lnTo>
                  <a:lnTo>
                    <a:pt x="65185" y="76544"/>
                  </a:lnTo>
                  <a:lnTo>
                    <a:pt x="66221" y="76544"/>
                  </a:lnTo>
                  <a:lnTo>
                    <a:pt x="67260" y="76544"/>
                  </a:lnTo>
                  <a:lnTo>
                    <a:pt x="68302" y="76544"/>
                  </a:lnTo>
                  <a:lnTo>
                    <a:pt x="69348" y="76544"/>
                  </a:lnTo>
                  <a:lnTo>
                    <a:pt x="70398" y="76544"/>
                  </a:lnTo>
                  <a:lnTo>
                    <a:pt x="71454" y="76544"/>
                  </a:lnTo>
                  <a:lnTo>
                    <a:pt x="72516" y="76544"/>
                  </a:lnTo>
                  <a:lnTo>
                    <a:pt x="72516" y="77608"/>
                  </a:lnTo>
                  <a:lnTo>
                    <a:pt x="72516" y="78675"/>
                  </a:lnTo>
                  <a:lnTo>
                    <a:pt x="72516" y="79746"/>
                  </a:lnTo>
                  <a:lnTo>
                    <a:pt x="72516" y="80826"/>
                  </a:lnTo>
                  <a:lnTo>
                    <a:pt x="72516" y="81916"/>
                  </a:lnTo>
                  <a:lnTo>
                    <a:pt x="72006" y="81955"/>
                  </a:lnTo>
                  <a:lnTo>
                    <a:pt x="71537" y="81991"/>
                  </a:lnTo>
                  <a:lnTo>
                    <a:pt x="71085" y="82026"/>
                  </a:lnTo>
                  <a:lnTo>
                    <a:pt x="70623" y="82061"/>
                  </a:lnTo>
                  <a:lnTo>
                    <a:pt x="70127" y="82099"/>
                  </a:lnTo>
                  <a:lnTo>
                    <a:pt x="69570" y="82142"/>
                  </a:lnTo>
                  <a:lnTo>
                    <a:pt x="68928" y="82192"/>
                  </a:lnTo>
                  <a:lnTo>
                    <a:pt x="68174" y="82250"/>
                  </a:lnTo>
                  <a:lnTo>
                    <a:pt x="67282" y="82318"/>
                  </a:lnTo>
                  <a:lnTo>
                    <a:pt x="66229" y="82399"/>
                  </a:lnTo>
                  <a:lnTo>
                    <a:pt x="64987" y="82495"/>
                  </a:lnTo>
                  <a:lnTo>
                    <a:pt x="63531" y="82607"/>
                  </a:lnTo>
                  <a:lnTo>
                    <a:pt x="61836" y="82737"/>
                  </a:lnTo>
                  <a:lnTo>
                    <a:pt x="59876" y="82888"/>
                  </a:lnTo>
                  <a:lnTo>
                    <a:pt x="57625" y="83061"/>
                  </a:lnTo>
                  <a:lnTo>
                    <a:pt x="55059" y="83258"/>
                  </a:lnTo>
                  <a:lnTo>
                    <a:pt x="55059" y="81926"/>
                  </a:lnTo>
                  <a:lnTo>
                    <a:pt x="55059" y="80573"/>
                  </a:lnTo>
                  <a:lnTo>
                    <a:pt x="56146" y="80573"/>
                  </a:lnTo>
                  <a:lnTo>
                    <a:pt x="57235" y="80573"/>
                  </a:lnTo>
                  <a:lnTo>
                    <a:pt x="58324" y="80573"/>
                  </a:lnTo>
                  <a:lnTo>
                    <a:pt x="59415" y="80573"/>
                  </a:lnTo>
                  <a:lnTo>
                    <a:pt x="60509" y="80573"/>
                  </a:lnTo>
                  <a:lnTo>
                    <a:pt x="61605" y="80573"/>
                  </a:lnTo>
                  <a:lnTo>
                    <a:pt x="62704" y="80573"/>
                  </a:lnTo>
                  <a:lnTo>
                    <a:pt x="63807" y="80573"/>
                  </a:lnTo>
                  <a:lnTo>
                    <a:pt x="64914" y="80573"/>
                  </a:lnTo>
                  <a:lnTo>
                    <a:pt x="66027" y="80573"/>
                  </a:lnTo>
                  <a:lnTo>
                    <a:pt x="67145" y="80573"/>
                  </a:lnTo>
                  <a:lnTo>
                    <a:pt x="67145" y="79240"/>
                  </a:lnTo>
                  <a:lnTo>
                    <a:pt x="67145" y="77887"/>
                  </a:lnTo>
                  <a:lnTo>
                    <a:pt x="66693" y="77831"/>
                  </a:lnTo>
                  <a:lnTo>
                    <a:pt x="66108" y="77759"/>
                  </a:lnTo>
                  <a:lnTo>
                    <a:pt x="65000" y="77622"/>
                  </a:lnTo>
                  <a:lnTo>
                    <a:pt x="62979" y="77373"/>
                  </a:lnTo>
                  <a:lnTo>
                    <a:pt x="61876" y="77190"/>
                  </a:lnTo>
                  <a:lnTo>
                    <a:pt x="60787" y="76994"/>
                  </a:lnTo>
                  <a:lnTo>
                    <a:pt x="59712" y="76786"/>
                  </a:lnTo>
                  <a:lnTo>
                    <a:pt x="58647" y="76565"/>
                  </a:lnTo>
                  <a:lnTo>
                    <a:pt x="57591" y="76331"/>
                  </a:lnTo>
                  <a:lnTo>
                    <a:pt x="56541" y="76085"/>
                  </a:lnTo>
                  <a:lnTo>
                    <a:pt x="55495" y="75827"/>
                  </a:lnTo>
                  <a:lnTo>
                    <a:pt x="54451" y="75556"/>
                  </a:lnTo>
                  <a:lnTo>
                    <a:pt x="53407" y="75274"/>
                  </a:lnTo>
                  <a:lnTo>
                    <a:pt x="52360" y="74979"/>
                  </a:lnTo>
                  <a:lnTo>
                    <a:pt x="51309" y="74673"/>
                  </a:lnTo>
                  <a:lnTo>
                    <a:pt x="50251" y="74355"/>
                  </a:lnTo>
                  <a:lnTo>
                    <a:pt x="49184" y="74026"/>
                  </a:lnTo>
                  <a:lnTo>
                    <a:pt x="48163" y="73729"/>
                  </a:lnTo>
                  <a:lnTo>
                    <a:pt x="47143" y="73439"/>
                  </a:lnTo>
                  <a:lnTo>
                    <a:pt x="46121" y="73157"/>
                  </a:lnTo>
                  <a:lnTo>
                    <a:pt x="45099" y="72881"/>
                  </a:lnTo>
                  <a:lnTo>
                    <a:pt x="44075" y="72613"/>
                  </a:lnTo>
                  <a:lnTo>
                    <a:pt x="43051" y="72351"/>
                  </a:lnTo>
                  <a:lnTo>
                    <a:pt x="42027" y="72096"/>
                  </a:lnTo>
                  <a:lnTo>
                    <a:pt x="41001" y="71847"/>
                  </a:lnTo>
                  <a:lnTo>
                    <a:pt x="39975" y="71604"/>
                  </a:lnTo>
                  <a:lnTo>
                    <a:pt x="38947" y="71366"/>
                  </a:lnTo>
                  <a:lnTo>
                    <a:pt x="37919" y="71135"/>
                  </a:lnTo>
                  <a:lnTo>
                    <a:pt x="36890" y="70908"/>
                  </a:lnTo>
                  <a:lnTo>
                    <a:pt x="35860" y="70687"/>
                  </a:lnTo>
                  <a:lnTo>
                    <a:pt x="34830" y="70470"/>
                  </a:lnTo>
                  <a:lnTo>
                    <a:pt x="33798" y="70258"/>
                  </a:lnTo>
                  <a:lnTo>
                    <a:pt x="32766" y="70051"/>
                  </a:lnTo>
                  <a:lnTo>
                    <a:pt x="31732" y="69847"/>
                  </a:lnTo>
                  <a:lnTo>
                    <a:pt x="30698" y="69648"/>
                  </a:lnTo>
                  <a:lnTo>
                    <a:pt x="29663" y="69452"/>
                  </a:lnTo>
                  <a:lnTo>
                    <a:pt x="28626" y="69260"/>
                  </a:lnTo>
                  <a:lnTo>
                    <a:pt x="27589" y="69071"/>
                  </a:lnTo>
                  <a:lnTo>
                    <a:pt x="26551" y="68885"/>
                  </a:lnTo>
                  <a:lnTo>
                    <a:pt x="25512" y="68702"/>
                  </a:lnTo>
                  <a:lnTo>
                    <a:pt x="24472" y="68522"/>
                  </a:lnTo>
                  <a:lnTo>
                    <a:pt x="23431" y="68343"/>
                  </a:lnTo>
                  <a:lnTo>
                    <a:pt x="22389" y="68167"/>
                  </a:lnTo>
                  <a:lnTo>
                    <a:pt x="21346" y="67993"/>
                  </a:lnTo>
                  <a:lnTo>
                    <a:pt x="20302" y="67821"/>
                  </a:lnTo>
                  <a:lnTo>
                    <a:pt x="19257" y="67650"/>
                  </a:lnTo>
                  <a:lnTo>
                    <a:pt x="18211" y="67480"/>
                  </a:lnTo>
                  <a:lnTo>
                    <a:pt x="17163" y="67312"/>
                  </a:lnTo>
                  <a:lnTo>
                    <a:pt x="16115" y="67144"/>
                  </a:lnTo>
                  <a:lnTo>
                    <a:pt x="16115" y="66080"/>
                  </a:lnTo>
                  <a:lnTo>
                    <a:pt x="16115" y="65013"/>
                  </a:lnTo>
                  <a:lnTo>
                    <a:pt x="16115" y="63942"/>
                  </a:lnTo>
                  <a:lnTo>
                    <a:pt x="16115" y="62862"/>
                  </a:lnTo>
                  <a:lnTo>
                    <a:pt x="16115" y="61772"/>
                  </a:lnTo>
                  <a:lnTo>
                    <a:pt x="17448" y="61772"/>
                  </a:lnTo>
                  <a:lnTo>
                    <a:pt x="18801" y="61772"/>
                  </a:lnTo>
                  <a:lnTo>
                    <a:pt x="18690" y="60663"/>
                  </a:lnTo>
                  <a:lnTo>
                    <a:pt x="18578" y="59547"/>
                  </a:lnTo>
                  <a:lnTo>
                    <a:pt x="18465" y="58415"/>
                  </a:lnTo>
                  <a:lnTo>
                    <a:pt x="18576" y="57227"/>
                  </a:lnTo>
                  <a:lnTo>
                    <a:pt x="18735" y="56085"/>
                  </a:lnTo>
                  <a:lnTo>
                    <a:pt x="18940" y="54982"/>
                  </a:lnTo>
                  <a:lnTo>
                    <a:pt x="19189" y="53914"/>
                  </a:lnTo>
                  <a:lnTo>
                    <a:pt x="19478" y="52876"/>
                  </a:lnTo>
                  <a:lnTo>
                    <a:pt x="19807" y="51862"/>
                  </a:lnTo>
                  <a:lnTo>
                    <a:pt x="20173" y="50868"/>
                  </a:lnTo>
                  <a:lnTo>
                    <a:pt x="20574" y="49887"/>
                  </a:lnTo>
                  <a:lnTo>
                    <a:pt x="21008" y="48915"/>
                  </a:lnTo>
                  <a:lnTo>
                    <a:pt x="21472" y="47946"/>
                  </a:lnTo>
                  <a:lnTo>
                    <a:pt x="21964" y="46975"/>
                  </a:lnTo>
                  <a:lnTo>
                    <a:pt x="22482" y="45998"/>
                  </a:lnTo>
                  <a:lnTo>
                    <a:pt x="23025" y="45008"/>
                  </a:lnTo>
                  <a:lnTo>
                    <a:pt x="23589" y="44001"/>
                  </a:lnTo>
                  <a:lnTo>
                    <a:pt x="24172" y="42972"/>
                  </a:lnTo>
                  <a:lnTo>
                    <a:pt x="25505" y="42972"/>
                  </a:lnTo>
                  <a:lnTo>
                    <a:pt x="26858" y="42972"/>
                  </a:lnTo>
                  <a:lnTo>
                    <a:pt x="26991" y="41908"/>
                  </a:lnTo>
                  <a:lnTo>
                    <a:pt x="27124" y="40844"/>
                  </a:lnTo>
                  <a:lnTo>
                    <a:pt x="27257" y="39778"/>
                  </a:lnTo>
                  <a:lnTo>
                    <a:pt x="27391" y="38711"/>
                  </a:lnTo>
                  <a:lnTo>
                    <a:pt x="27525" y="37641"/>
                  </a:lnTo>
                  <a:lnTo>
                    <a:pt x="27659" y="36567"/>
                  </a:lnTo>
                  <a:lnTo>
                    <a:pt x="27793" y="35490"/>
                  </a:lnTo>
                  <a:lnTo>
                    <a:pt x="27929" y="34408"/>
                  </a:lnTo>
                  <a:lnTo>
                    <a:pt x="28064" y="33322"/>
                  </a:lnTo>
                  <a:lnTo>
                    <a:pt x="28201" y="32229"/>
                  </a:lnTo>
                  <a:lnTo>
                    <a:pt x="27137" y="32229"/>
                  </a:lnTo>
                  <a:lnTo>
                    <a:pt x="26070" y="32229"/>
                  </a:lnTo>
                  <a:lnTo>
                    <a:pt x="24999" y="32229"/>
                  </a:lnTo>
                  <a:lnTo>
                    <a:pt x="23919" y="32229"/>
                  </a:lnTo>
                  <a:lnTo>
                    <a:pt x="22829" y="32229"/>
                  </a:lnTo>
                  <a:lnTo>
                    <a:pt x="22497" y="33227"/>
                  </a:lnTo>
                  <a:lnTo>
                    <a:pt x="22163" y="34228"/>
                  </a:lnTo>
                  <a:lnTo>
                    <a:pt x="21827" y="35237"/>
                  </a:lnTo>
                  <a:lnTo>
                    <a:pt x="21487" y="36258"/>
                  </a:lnTo>
                  <a:lnTo>
                    <a:pt x="20322" y="36905"/>
                  </a:lnTo>
                  <a:lnTo>
                    <a:pt x="19445" y="37378"/>
                  </a:lnTo>
                  <a:lnTo>
                    <a:pt x="18686" y="37755"/>
                  </a:lnTo>
                  <a:lnTo>
                    <a:pt x="17878" y="38117"/>
                  </a:lnTo>
                  <a:lnTo>
                    <a:pt x="16853" y="38543"/>
                  </a:lnTo>
                  <a:lnTo>
                    <a:pt x="15444" y="39111"/>
                  </a:lnTo>
                  <a:lnTo>
                    <a:pt x="13475" y="39917"/>
                  </a:lnTo>
                  <a:lnTo>
                    <a:pt x="11977" y="40539"/>
                  </a:lnTo>
                  <a:lnTo>
                    <a:pt x="10866" y="41025"/>
                  </a:lnTo>
                  <a:lnTo>
                    <a:pt x="10053" y="41418"/>
                  </a:lnTo>
                  <a:lnTo>
                    <a:pt x="9452" y="41764"/>
                  </a:lnTo>
                  <a:lnTo>
                    <a:pt x="8977" y="42108"/>
                  </a:lnTo>
                  <a:lnTo>
                    <a:pt x="8541" y="42496"/>
                  </a:lnTo>
                  <a:lnTo>
                    <a:pt x="8058" y="42972"/>
                  </a:lnTo>
                  <a:lnTo>
                    <a:pt x="6907" y="42992"/>
                  </a:lnTo>
                  <a:lnTo>
                    <a:pt x="5756" y="43006"/>
                  </a:lnTo>
                  <a:lnTo>
                    <a:pt x="4605" y="43013"/>
                  </a:lnTo>
                  <a:lnTo>
                    <a:pt x="3454" y="43013"/>
                  </a:lnTo>
                  <a:lnTo>
                    <a:pt x="2303" y="43007"/>
                  </a:lnTo>
                  <a:lnTo>
                    <a:pt x="1152" y="42993"/>
                  </a:lnTo>
                  <a:lnTo>
                    <a:pt x="0" y="42972"/>
                  </a:lnTo>
                  <a:lnTo>
                    <a:pt x="123" y="41828"/>
                  </a:lnTo>
                  <a:lnTo>
                    <a:pt x="247" y="40684"/>
                  </a:lnTo>
                  <a:lnTo>
                    <a:pt x="371" y="39540"/>
                  </a:lnTo>
                  <a:lnTo>
                    <a:pt x="497" y="38397"/>
                  </a:lnTo>
                  <a:lnTo>
                    <a:pt x="623" y="37253"/>
                  </a:lnTo>
                  <a:lnTo>
                    <a:pt x="752" y="36110"/>
                  </a:lnTo>
                  <a:lnTo>
                    <a:pt x="881" y="34967"/>
                  </a:lnTo>
                  <a:lnTo>
                    <a:pt x="998" y="33930"/>
                  </a:lnTo>
                  <a:lnTo>
                    <a:pt x="1113" y="32893"/>
                  </a:lnTo>
                  <a:lnTo>
                    <a:pt x="1227" y="31856"/>
                  </a:lnTo>
                  <a:lnTo>
                    <a:pt x="1340" y="30819"/>
                  </a:lnTo>
                  <a:lnTo>
                    <a:pt x="1452" y="29781"/>
                  </a:lnTo>
                  <a:lnTo>
                    <a:pt x="1562" y="28744"/>
                  </a:lnTo>
                  <a:lnTo>
                    <a:pt x="1672" y="27706"/>
                  </a:lnTo>
                  <a:lnTo>
                    <a:pt x="1781" y="26668"/>
                  </a:lnTo>
                  <a:lnTo>
                    <a:pt x="1889" y="25630"/>
                  </a:lnTo>
                  <a:lnTo>
                    <a:pt x="2014" y="24499"/>
                  </a:lnTo>
                  <a:lnTo>
                    <a:pt x="2140" y="23368"/>
                  </a:lnTo>
                  <a:lnTo>
                    <a:pt x="2266" y="22237"/>
                  </a:lnTo>
                  <a:lnTo>
                    <a:pt x="2392" y="21106"/>
                  </a:lnTo>
                  <a:lnTo>
                    <a:pt x="2518" y="19975"/>
                  </a:lnTo>
                  <a:lnTo>
                    <a:pt x="2652" y="18625"/>
                  </a:lnTo>
                  <a:lnTo>
                    <a:pt x="2788" y="17256"/>
                  </a:lnTo>
                  <a:lnTo>
                    <a:pt x="2931" y="16129"/>
                  </a:lnTo>
                  <a:lnTo>
                    <a:pt x="3094" y="15030"/>
                  </a:lnTo>
                  <a:lnTo>
                    <a:pt x="3278" y="13957"/>
                  </a:lnTo>
                  <a:lnTo>
                    <a:pt x="3483" y="12906"/>
                  </a:lnTo>
                  <a:lnTo>
                    <a:pt x="3710" y="11875"/>
                  </a:lnTo>
                  <a:lnTo>
                    <a:pt x="3957" y="10861"/>
                  </a:lnTo>
                  <a:lnTo>
                    <a:pt x="4225" y="9861"/>
                  </a:lnTo>
                  <a:lnTo>
                    <a:pt x="4514" y="8872"/>
                  </a:lnTo>
                  <a:lnTo>
                    <a:pt x="4824" y="7891"/>
                  </a:lnTo>
                  <a:lnTo>
                    <a:pt x="5155" y="6916"/>
                  </a:lnTo>
                  <a:lnTo>
                    <a:pt x="5507" y="5943"/>
                  </a:lnTo>
                  <a:lnTo>
                    <a:pt x="5880" y="4970"/>
                  </a:lnTo>
                  <a:lnTo>
                    <a:pt x="6274" y="3994"/>
                  </a:lnTo>
                  <a:lnTo>
                    <a:pt x="6689" y="3012"/>
                  </a:lnTo>
                  <a:lnTo>
                    <a:pt x="7124" y="2020"/>
                  </a:lnTo>
                  <a:lnTo>
                    <a:pt x="7580" y="1017"/>
                  </a:lnTo>
                  <a:lnTo>
                    <a:pt x="8058" y="0"/>
                  </a:lnTo>
                  <a:close/>
                </a:path>
              </a:pathLst>
            </a:custGeom>
            <a:solidFill>
              <a:srgbClr val="9EA09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region 53 #592326"/>
            <p:cNvSpPr/>
            <p:nvPr/>
          </p:nvSpPr>
          <p:spPr>
            <a:xfrm>
              <a:off x="1345568" y="194718"/>
              <a:ext cx="56401" cy="95344"/>
            </a:xfrm>
            <a:custGeom>
              <a:avLst/>
              <a:gdLst/>
              <a:ahLst/>
              <a:cxnLst/>
              <a:rect l="l" t="t" r="r" b="b"/>
              <a:pathLst>
                <a:path w="56401" h="95344">
                  <a:moveTo>
                    <a:pt x="55058" y="13428"/>
                  </a:moveTo>
                  <a:lnTo>
                    <a:pt x="55725" y="13428"/>
                  </a:lnTo>
                  <a:lnTo>
                    <a:pt x="56401" y="13428"/>
                  </a:lnTo>
                  <a:lnTo>
                    <a:pt x="56401" y="14469"/>
                  </a:lnTo>
                  <a:lnTo>
                    <a:pt x="56401" y="15509"/>
                  </a:lnTo>
                  <a:lnTo>
                    <a:pt x="56401" y="16550"/>
                  </a:lnTo>
                  <a:lnTo>
                    <a:pt x="56401" y="17591"/>
                  </a:lnTo>
                  <a:lnTo>
                    <a:pt x="56401" y="18633"/>
                  </a:lnTo>
                  <a:lnTo>
                    <a:pt x="56401" y="19675"/>
                  </a:lnTo>
                  <a:lnTo>
                    <a:pt x="56401" y="20718"/>
                  </a:lnTo>
                  <a:lnTo>
                    <a:pt x="56401" y="21762"/>
                  </a:lnTo>
                  <a:lnTo>
                    <a:pt x="56401" y="22807"/>
                  </a:lnTo>
                  <a:lnTo>
                    <a:pt x="56401" y="23853"/>
                  </a:lnTo>
                  <a:lnTo>
                    <a:pt x="56401" y="24900"/>
                  </a:lnTo>
                  <a:lnTo>
                    <a:pt x="56401" y="25948"/>
                  </a:lnTo>
                  <a:lnTo>
                    <a:pt x="56401" y="26998"/>
                  </a:lnTo>
                  <a:lnTo>
                    <a:pt x="56401" y="28049"/>
                  </a:lnTo>
                  <a:lnTo>
                    <a:pt x="56401" y="29102"/>
                  </a:lnTo>
                  <a:lnTo>
                    <a:pt x="56401" y="30157"/>
                  </a:lnTo>
                  <a:lnTo>
                    <a:pt x="56401" y="31213"/>
                  </a:lnTo>
                  <a:lnTo>
                    <a:pt x="56401" y="32272"/>
                  </a:lnTo>
                  <a:lnTo>
                    <a:pt x="56401" y="33333"/>
                  </a:lnTo>
                  <a:lnTo>
                    <a:pt x="56401" y="34396"/>
                  </a:lnTo>
                  <a:lnTo>
                    <a:pt x="56401" y="35462"/>
                  </a:lnTo>
                  <a:lnTo>
                    <a:pt x="56401" y="36530"/>
                  </a:lnTo>
                  <a:lnTo>
                    <a:pt x="56401" y="37600"/>
                  </a:lnTo>
                  <a:lnTo>
                    <a:pt x="55735" y="37600"/>
                  </a:lnTo>
                  <a:lnTo>
                    <a:pt x="55058" y="37600"/>
                  </a:lnTo>
                  <a:lnTo>
                    <a:pt x="55058" y="36560"/>
                  </a:lnTo>
                  <a:lnTo>
                    <a:pt x="55058" y="35519"/>
                  </a:lnTo>
                  <a:lnTo>
                    <a:pt x="55058" y="34478"/>
                  </a:lnTo>
                  <a:lnTo>
                    <a:pt x="55058" y="33437"/>
                  </a:lnTo>
                  <a:lnTo>
                    <a:pt x="55058" y="32396"/>
                  </a:lnTo>
                  <a:lnTo>
                    <a:pt x="55058" y="31353"/>
                  </a:lnTo>
                  <a:lnTo>
                    <a:pt x="55058" y="30310"/>
                  </a:lnTo>
                  <a:lnTo>
                    <a:pt x="55058" y="29267"/>
                  </a:lnTo>
                  <a:lnTo>
                    <a:pt x="55058" y="28222"/>
                  </a:lnTo>
                  <a:lnTo>
                    <a:pt x="55058" y="27176"/>
                  </a:lnTo>
                  <a:lnTo>
                    <a:pt x="55058" y="26129"/>
                  </a:lnTo>
                  <a:lnTo>
                    <a:pt x="55058" y="25081"/>
                  </a:lnTo>
                  <a:lnTo>
                    <a:pt x="55058" y="24031"/>
                  </a:lnTo>
                  <a:lnTo>
                    <a:pt x="55058" y="22980"/>
                  </a:lnTo>
                  <a:lnTo>
                    <a:pt x="55058" y="21927"/>
                  </a:lnTo>
                  <a:lnTo>
                    <a:pt x="55058" y="20872"/>
                  </a:lnTo>
                  <a:lnTo>
                    <a:pt x="55058" y="19815"/>
                  </a:lnTo>
                  <a:lnTo>
                    <a:pt x="55058" y="18756"/>
                  </a:lnTo>
                  <a:lnTo>
                    <a:pt x="55058" y="17696"/>
                  </a:lnTo>
                  <a:lnTo>
                    <a:pt x="55058" y="16632"/>
                  </a:lnTo>
                  <a:lnTo>
                    <a:pt x="55058" y="15567"/>
                  </a:lnTo>
                  <a:lnTo>
                    <a:pt x="55058" y="14499"/>
                  </a:lnTo>
                  <a:lnTo>
                    <a:pt x="55058" y="13428"/>
                  </a:lnTo>
                  <a:close/>
                  <a:moveTo>
                    <a:pt x="51030" y="0"/>
                  </a:moveTo>
                  <a:lnTo>
                    <a:pt x="52028" y="332"/>
                  </a:lnTo>
                  <a:lnTo>
                    <a:pt x="53029" y="666"/>
                  </a:lnTo>
                  <a:lnTo>
                    <a:pt x="54038" y="1002"/>
                  </a:lnTo>
                  <a:lnTo>
                    <a:pt x="55058" y="1342"/>
                  </a:lnTo>
                  <a:lnTo>
                    <a:pt x="53726" y="1342"/>
                  </a:lnTo>
                  <a:lnTo>
                    <a:pt x="52373" y="1342"/>
                  </a:lnTo>
                  <a:lnTo>
                    <a:pt x="52446" y="2067"/>
                  </a:lnTo>
                  <a:lnTo>
                    <a:pt x="52667" y="4254"/>
                  </a:lnTo>
                  <a:lnTo>
                    <a:pt x="52763" y="5314"/>
                  </a:lnTo>
                  <a:lnTo>
                    <a:pt x="52854" y="6373"/>
                  </a:lnTo>
                  <a:lnTo>
                    <a:pt x="52941" y="7431"/>
                  </a:lnTo>
                  <a:lnTo>
                    <a:pt x="53022" y="8488"/>
                  </a:lnTo>
                  <a:lnTo>
                    <a:pt x="53099" y="9545"/>
                  </a:lnTo>
                  <a:lnTo>
                    <a:pt x="53171" y="10601"/>
                  </a:lnTo>
                  <a:lnTo>
                    <a:pt x="53238" y="11657"/>
                  </a:lnTo>
                  <a:lnTo>
                    <a:pt x="53301" y="12713"/>
                  </a:lnTo>
                  <a:lnTo>
                    <a:pt x="53360" y="13768"/>
                  </a:lnTo>
                  <a:lnTo>
                    <a:pt x="53414" y="14823"/>
                  </a:lnTo>
                  <a:lnTo>
                    <a:pt x="53463" y="15877"/>
                  </a:lnTo>
                  <a:lnTo>
                    <a:pt x="53509" y="16932"/>
                  </a:lnTo>
                  <a:lnTo>
                    <a:pt x="53551" y="17987"/>
                  </a:lnTo>
                  <a:lnTo>
                    <a:pt x="53588" y="19041"/>
                  </a:lnTo>
                  <a:lnTo>
                    <a:pt x="53621" y="20096"/>
                  </a:lnTo>
                  <a:lnTo>
                    <a:pt x="53651" y="21151"/>
                  </a:lnTo>
                  <a:lnTo>
                    <a:pt x="53677" y="22206"/>
                  </a:lnTo>
                  <a:lnTo>
                    <a:pt x="53698" y="23261"/>
                  </a:lnTo>
                  <a:lnTo>
                    <a:pt x="53717" y="24317"/>
                  </a:lnTo>
                  <a:lnTo>
                    <a:pt x="53731" y="25374"/>
                  </a:lnTo>
                  <a:lnTo>
                    <a:pt x="53743" y="26431"/>
                  </a:lnTo>
                  <a:lnTo>
                    <a:pt x="53750" y="27488"/>
                  </a:lnTo>
                  <a:lnTo>
                    <a:pt x="53755" y="28546"/>
                  </a:lnTo>
                  <a:lnTo>
                    <a:pt x="53756" y="29605"/>
                  </a:lnTo>
                  <a:lnTo>
                    <a:pt x="53754" y="30665"/>
                  </a:lnTo>
                  <a:lnTo>
                    <a:pt x="53749" y="31726"/>
                  </a:lnTo>
                  <a:lnTo>
                    <a:pt x="53741" y="32788"/>
                  </a:lnTo>
                  <a:lnTo>
                    <a:pt x="53730" y="33851"/>
                  </a:lnTo>
                  <a:lnTo>
                    <a:pt x="53716" y="34914"/>
                  </a:lnTo>
                  <a:lnTo>
                    <a:pt x="52652" y="35180"/>
                  </a:lnTo>
                  <a:lnTo>
                    <a:pt x="51585" y="35447"/>
                  </a:lnTo>
                  <a:lnTo>
                    <a:pt x="50513" y="35715"/>
                  </a:lnTo>
                  <a:lnTo>
                    <a:pt x="49434" y="35985"/>
                  </a:lnTo>
                  <a:lnTo>
                    <a:pt x="48344" y="36257"/>
                  </a:lnTo>
                  <a:lnTo>
                    <a:pt x="48344" y="37590"/>
                  </a:lnTo>
                  <a:lnTo>
                    <a:pt x="48344" y="38943"/>
                  </a:lnTo>
                  <a:lnTo>
                    <a:pt x="49408" y="39209"/>
                  </a:lnTo>
                  <a:lnTo>
                    <a:pt x="50475" y="39476"/>
                  </a:lnTo>
                  <a:lnTo>
                    <a:pt x="51546" y="39744"/>
                  </a:lnTo>
                  <a:lnTo>
                    <a:pt x="52626" y="40014"/>
                  </a:lnTo>
                  <a:lnTo>
                    <a:pt x="53716" y="40286"/>
                  </a:lnTo>
                  <a:lnTo>
                    <a:pt x="52681" y="40286"/>
                  </a:lnTo>
                  <a:lnTo>
                    <a:pt x="51646" y="40286"/>
                  </a:lnTo>
                  <a:lnTo>
                    <a:pt x="50610" y="40286"/>
                  </a:lnTo>
                  <a:lnTo>
                    <a:pt x="49571" y="40286"/>
                  </a:lnTo>
                  <a:lnTo>
                    <a:pt x="48529" y="40286"/>
                  </a:lnTo>
                  <a:lnTo>
                    <a:pt x="47484" y="40286"/>
                  </a:lnTo>
                  <a:lnTo>
                    <a:pt x="46433" y="40286"/>
                  </a:lnTo>
                  <a:lnTo>
                    <a:pt x="45377" y="40286"/>
                  </a:lnTo>
                  <a:lnTo>
                    <a:pt x="44315" y="40286"/>
                  </a:lnTo>
                  <a:lnTo>
                    <a:pt x="44315" y="38953"/>
                  </a:lnTo>
                  <a:lnTo>
                    <a:pt x="44315" y="37600"/>
                  </a:lnTo>
                  <a:lnTo>
                    <a:pt x="43251" y="37600"/>
                  </a:lnTo>
                  <a:lnTo>
                    <a:pt x="42185" y="37600"/>
                  </a:lnTo>
                  <a:lnTo>
                    <a:pt x="41113" y="37600"/>
                  </a:lnTo>
                  <a:lnTo>
                    <a:pt x="40034" y="37600"/>
                  </a:lnTo>
                  <a:lnTo>
                    <a:pt x="38944" y="37600"/>
                  </a:lnTo>
                  <a:lnTo>
                    <a:pt x="38944" y="36269"/>
                  </a:lnTo>
                  <a:lnTo>
                    <a:pt x="38944" y="34929"/>
                  </a:lnTo>
                  <a:lnTo>
                    <a:pt x="38944" y="33572"/>
                  </a:lnTo>
                  <a:lnTo>
                    <a:pt x="37856" y="33451"/>
                  </a:lnTo>
                  <a:lnTo>
                    <a:pt x="36768" y="33330"/>
                  </a:lnTo>
                  <a:lnTo>
                    <a:pt x="35678" y="33209"/>
                  </a:lnTo>
                  <a:lnTo>
                    <a:pt x="34587" y="33088"/>
                  </a:lnTo>
                  <a:lnTo>
                    <a:pt x="33494" y="32966"/>
                  </a:lnTo>
                  <a:lnTo>
                    <a:pt x="32398" y="32844"/>
                  </a:lnTo>
                  <a:lnTo>
                    <a:pt x="31299" y="32722"/>
                  </a:lnTo>
                  <a:lnTo>
                    <a:pt x="30195" y="32600"/>
                  </a:lnTo>
                  <a:lnTo>
                    <a:pt x="29088" y="32477"/>
                  </a:lnTo>
                  <a:lnTo>
                    <a:pt x="27976" y="32353"/>
                  </a:lnTo>
                  <a:lnTo>
                    <a:pt x="26858" y="32229"/>
                  </a:lnTo>
                  <a:lnTo>
                    <a:pt x="26858" y="30896"/>
                  </a:lnTo>
                  <a:lnTo>
                    <a:pt x="26858" y="29543"/>
                  </a:lnTo>
                  <a:lnTo>
                    <a:pt x="25860" y="30208"/>
                  </a:lnTo>
                  <a:lnTo>
                    <a:pt x="24859" y="30876"/>
                  </a:lnTo>
                  <a:lnTo>
                    <a:pt x="23850" y="31548"/>
                  </a:lnTo>
                  <a:lnTo>
                    <a:pt x="22829" y="32229"/>
                  </a:lnTo>
                  <a:lnTo>
                    <a:pt x="22829" y="33562"/>
                  </a:lnTo>
                  <a:lnTo>
                    <a:pt x="22829" y="34914"/>
                  </a:lnTo>
                  <a:lnTo>
                    <a:pt x="24160" y="34914"/>
                  </a:lnTo>
                  <a:lnTo>
                    <a:pt x="25500" y="34914"/>
                  </a:lnTo>
                  <a:lnTo>
                    <a:pt x="26858" y="34914"/>
                  </a:lnTo>
                  <a:lnTo>
                    <a:pt x="26858" y="36245"/>
                  </a:lnTo>
                  <a:lnTo>
                    <a:pt x="26858" y="37585"/>
                  </a:lnTo>
                  <a:lnTo>
                    <a:pt x="26858" y="38943"/>
                  </a:lnTo>
                  <a:lnTo>
                    <a:pt x="28107" y="39443"/>
                  </a:lnTo>
                  <a:lnTo>
                    <a:pt x="29376" y="39950"/>
                  </a:lnTo>
                  <a:lnTo>
                    <a:pt x="30511" y="40670"/>
                  </a:lnTo>
                  <a:lnTo>
                    <a:pt x="31446" y="41382"/>
                  </a:lnTo>
                  <a:lnTo>
                    <a:pt x="32218" y="42112"/>
                  </a:lnTo>
                  <a:lnTo>
                    <a:pt x="32864" y="42888"/>
                  </a:lnTo>
                  <a:lnTo>
                    <a:pt x="33420" y="43738"/>
                  </a:lnTo>
                  <a:lnTo>
                    <a:pt x="33923" y="44688"/>
                  </a:lnTo>
                  <a:lnTo>
                    <a:pt x="34409" y="45767"/>
                  </a:lnTo>
                  <a:lnTo>
                    <a:pt x="34915" y="47000"/>
                  </a:lnTo>
                  <a:lnTo>
                    <a:pt x="36248" y="47000"/>
                  </a:lnTo>
                  <a:lnTo>
                    <a:pt x="37601" y="47000"/>
                  </a:lnTo>
                  <a:lnTo>
                    <a:pt x="38044" y="48109"/>
                  </a:lnTo>
                  <a:lnTo>
                    <a:pt x="38488" y="49219"/>
                  </a:lnTo>
                  <a:lnTo>
                    <a:pt x="38934" y="50332"/>
                  </a:lnTo>
                  <a:lnTo>
                    <a:pt x="39382" y="51452"/>
                  </a:lnTo>
                  <a:lnTo>
                    <a:pt x="39832" y="52579"/>
                  </a:lnTo>
                  <a:lnTo>
                    <a:pt x="40287" y="53715"/>
                  </a:lnTo>
                  <a:lnTo>
                    <a:pt x="38954" y="53715"/>
                  </a:lnTo>
                  <a:lnTo>
                    <a:pt x="37601" y="53715"/>
                  </a:lnTo>
                  <a:lnTo>
                    <a:pt x="37601" y="55048"/>
                  </a:lnTo>
                  <a:lnTo>
                    <a:pt x="37601" y="56401"/>
                  </a:lnTo>
                  <a:lnTo>
                    <a:pt x="36795" y="57072"/>
                  </a:lnTo>
                  <a:lnTo>
                    <a:pt x="35989" y="57744"/>
                  </a:lnTo>
                  <a:lnTo>
                    <a:pt x="35184" y="58415"/>
                  </a:lnTo>
                  <a:lnTo>
                    <a:pt x="34378" y="59086"/>
                  </a:lnTo>
                  <a:lnTo>
                    <a:pt x="33572" y="59758"/>
                  </a:lnTo>
                  <a:lnTo>
                    <a:pt x="32767" y="60429"/>
                  </a:lnTo>
                  <a:lnTo>
                    <a:pt x="31961" y="61101"/>
                  </a:lnTo>
                  <a:lnTo>
                    <a:pt x="31155" y="61772"/>
                  </a:lnTo>
                  <a:lnTo>
                    <a:pt x="30349" y="62443"/>
                  </a:lnTo>
                  <a:lnTo>
                    <a:pt x="29544" y="63115"/>
                  </a:lnTo>
                  <a:lnTo>
                    <a:pt x="29544" y="64448"/>
                  </a:lnTo>
                  <a:lnTo>
                    <a:pt x="29544" y="65801"/>
                  </a:lnTo>
                  <a:lnTo>
                    <a:pt x="30808" y="66069"/>
                  </a:lnTo>
                  <a:lnTo>
                    <a:pt x="32092" y="66341"/>
                  </a:lnTo>
                  <a:lnTo>
                    <a:pt x="33192" y="66579"/>
                  </a:lnTo>
                  <a:lnTo>
                    <a:pt x="34298" y="66818"/>
                  </a:lnTo>
                  <a:lnTo>
                    <a:pt x="35419" y="67060"/>
                  </a:lnTo>
                  <a:lnTo>
                    <a:pt x="36510" y="67294"/>
                  </a:lnTo>
                  <a:lnTo>
                    <a:pt x="37610" y="67530"/>
                  </a:lnTo>
                  <a:lnTo>
                    <a:pt x="38724" y="67768"/>
                  </a:lnTo>
                  <a:lnTo>
                    <a:pt x="40163" y="68129"/>
                  </a:lnTo>
                  <a:lnTo>
                    <a:pt x="41174" y="68417"/>
                  </a:lnTo>
                  <a:lnTo>
                    <a:pt x="42024" y="68731"/>
                  </a:lnTo>
                  <a:lnTo>
                    <a:pt x="42981" y="69168"/>
                  </a:lnTo>
                  <a:lnTo>
                    <a:pt x="44315" y="69829"/>
                  </a:lnTo>
                  <a:lnTo>
                    <a:pt x="44469" y="71210"/>
                  </a:lnTo>
                  <a:lnTo>
                    <a:pt x="44572" y="72278"/>
                  </a:lnTo>
                  <a:lnTo>
                    <a:pt x="44623" y="73177"/>
                  </a:lnTo>
                  <a:lnTo>
                    <a:pt x="44623" y="74046"/>
                  </a:lnTo>
                  <a:lnTo>
                    <a:pt x="44572" y="75027"/>
                  </a:lnTo>
                  <a:lnTo>
                    <a:pt x="44469" y="76260"/>
                  </a:lnTo>
                  <a:lnTo>
                    <a:pt x="44315" y="77887"/>
                  </a:lnTo>
                  <a:lnTo>
                    <a:pt x="43201" y="78916"/>
                  </a:lnTo>
                  <a:lnTo>
                    <a:pt x="42322" y="79717"/>
                  </a:lnTo>
                  <a:lnTo>
                    <a:pt x="41601" y="80353"/>
                  </a:lnTo>
                  <a:lnTo>
                    <a:pt x="40958" y="80887"/>
                  </a:lnTo>
                  <a:lnTo>
                    <a:pt x="40316" y="81381"/>
                  </a:lnTo>
                  <a:lnTo>
                    <a:pt x="39594" y="81899"/>
                  </a:lnTo>
                  <a:lnTo>
                    <a:pt x="38716" y="82504"/>
                  </a:lnTo>
                  <a:lnTo>
                    <a:pt x="37601" y="83258"/>
                  </a:lnTo>
                  <a:lnTo>
                    <a:pt x="37601" y="83925"/>
                  </a:lnTo>
                  <a:lnTo>
                    <a:pt x="37601" y="84601"/>
                  </a:lnTo>
                  <a:lnTo>
                    <a:pt x="36493" y="84601"/>
                  </a:lnTo>
                  <a:lnTo>
                    <a:pt x="35383" y="84601"/>
                  </a:lnTo>
                  <a:lnTo>
                    <a:pt x="34269" y="84601"/>
                  </a:lnTo>
                  <a:lnTo>
                    <a:pt x="33150" y="84601"/>
                  </a:lnTo>
                  <a:lnTo>
                    <a:pt x="32023" y="84601"/>
                  </a:lnTo>
                  <a:lnTo>
                    <a:pt x="30887" y="84601"/>
                  </a:lnTo>
                  <a:lnTo>
                    <a:pt x="30720" y="85682"/>
                  </a:lnTo>
                  <a:lnTo>
                    <a:pt x="30553" y="86771"/>
                  </a:lnTo>
                  <a:lnTo>
                    <a:pt x="30383" y="87875"/>
                  </a:lnTo>
                  <a:lnTo>
                    <a:pt x="30260" y="88380"/>
                  </a:lnTo>
                  <a:lnTo>
                    <a:pt x="30042" y="89272"/>
                  </a:lnTo>
                  <a:lnTo>
                    <a:pt x="29544" y="91316"/>
                  </a:lnTo>
                  <a:lnTo>
                    <a:pt x="28498" y="91794"/>
                  </a:lnTo>
                  <a:lnTo>
                    <a:pt x="27475" y="92177"/>
                  </a:lnTo>
                  <a:lnTo>
                    <a:pt x="26465" y="92478"/>
                  </a:lnTo>
                  <a:lnTo>
                    <a:pt x="25459" y="92709"/>
                  </a:lnTo>
                  <a:lnTo>
                    <a:pt x="24450" y="92883"/>
                  </a:lnTo>
                  <a:lnTo>
                    <a:pt x="23429" y="93012"/>
                  </a:lnTo>
                  <a:lnTo>
                    <a:pt x="22388" y="93109"/>
                  </a:lnTo>
                  <a:lnTo>
                    <a:pt x="21317" y="93186"/>
                  </a:lnTo>
                  <a:lnTo>
                    <a:pt x="20208" y="93255"/>
                  </a:lnTo>
                  <a:lnTo>
                    <a:pt x="19053" y="93330"/>
                  </a:lnTo>
                  <a:lnTo>
                    <a:pt x="17959" y="93409"/>
                  </a:lnTo>
                  <a:lnTo>
                    <a:pt x="16871" y="93495"/>
                  </a:lnTo>
                  <a:lnTo>
                    <a:pt x="15789" y="93589"/>
                  </a:lnTo>
                  <a:lnTo>
                    <a:pt x="14711" y="93690"/>
                  </a:lnTo>
                  <a:lnTo>
                    <a:pt x="13638" y="93801"/>
                  </a:lnTo>
                  <a:lnTo>
                    <a:pt x="12568" y="93922"/>
                  </a:lnTo>
                  <a:lnTo>
                    <a:pt x="11501" y="94054"/>
                  </a:lnTo>
                  <a:lnTo>
                    <a:pt x="10435" y="94197"/>
                  </a:lnTo>
                  <a:lnTo>
                    <a:pt x="9370" y="94352"/>
                  </a:lnTo>
                  <a:lnTo>
                    <a:pt x="8305" y="94521"/>
                  </a:lnTo>
                  <a:lnTo>
                    <a:pt x="7239" y="94704"/>
                  </a:lnTo>
                  <a:lnTo>
                    <a:pt x="6172" y="94901"/>
                  </a:lnTo>
                  <a:lnTo>
                    <a:pt x="5102" y="95114"/>
                  </a:lnTo>
                  <a:lnTo>
                    <a:pt x="4029" y="95344"/>
                  </a:lnTo>
                  <a:lnTo>
                    <a:pt x="4363" y="94676"/>
                  </a:lnTo>
                  <a:lnTo>
                    <a:pt x="5372" y="92658"/>
                  </a:lnTo>
                  <a:lnTo>
                    <a:pt x="6703" y="92658"/>
                  </a:lnTo>
                  <a:lnTo>
                    <a:pt x="8043" y="92658"/>
                  </a:lnTo>
                  <a:lnTo>
                    <a:pt x="9400" y="92658"/>
                  </a:lnTo>
                  <a:lnTo>
                    <a:pt x="9733" y="91661"/>
                  </a:lnTo>
                  <a:lnTo>
                    <a:pt x="10067" y="90659"/>
                  </a:lnTo>
                  <a:lnTo>
                    <a:pt x="10403" y="89650"/>
                  </a:lnTo>
                  <a:lnTo>
                    <a:pt x="10743" y="88630"/>
                  </a:lnTo>
                  <a:lnTo>
                    <a:pt x="11848" y="88003"/>
                  </a:lnTo>
                  <a:lnTo>
                    <a:pt x="12682" y="87544"/>
                  </a:lnTo>
                  <a:lnTo>
                    <a:pt x="13407" y="87178"/>
                  </a:lnTo>
                  <a:lnTo>
                    <a:pt x="14183" y="86826"/>
                  </a:lnTo>
                  <a:lnTo>
                    <a:pt x="15172" y="86413"/>
                  </a:lnTo>
                  <a:lnTo>
                    <a:pt x="16534" y="85861"/>
                  </a:lnTo>
                  <a:lnTo>
                    <a:pt x="18658" y="84986"/>
                  </a:lnTo>
                  <a:lnTo>
                    <a:pt x="20503" y="84221"/>
                  </a:lnTo>
                  <a:lnTo>
                    <a:pt x="22091" y="83553"/>
                  </a:lnTo>
                  <a:lnTo>
                    <a:pt x="23446" y="82966"/>
                  </a:lnTo>
                  <a:lnTo>
                    <a:pt x="24590" y="82448"/>
                  </a:lnTo>
                  <a:lnTo>
                    <a:pt x="25546" y="81984"/>
                  </a:lnTo>
                  <a:lnTo>
                    <a:pt x="26339" y="81559"/>
                  </a:lnTo>
                  <a:lnTo>
                    <a:pt x="26990" y="81160"/>
                  </a:lnTo>
                  <a:lnTo>
                    <a:pt x="27524" y="80772"/>
                  </a:lnTo>
                  <a:lnTo>
                    <a:pt x="27962" y="80381"/>
                  </a:lnTo>
                  <a:lnTo>
                    <a:pt x="28330" y="79973"/>
                  </a:lnTo>
                  <a:lnTo>
                    <a:pt x="28648" y="79534"/>
                  </a:lnTo>
                  <a:lnTo>
                    <a:pt x="28941" y="79049"/>
                  </a:lnTo>
                  <a:lnTo>
                    <a:pt x="29232" y="78505"/>
                  </a:lnTo>
                  <a:lnTo>
                    <a:pt x="29544" y="77887"/>
                  </a:lnTo>
                  <a:lnTo>
                    <a:pt x="30650" y="77408"/>
                  </a:lnTo>
                  <a:lnTo>
                    <a:pt x="31762" y="76940"/>
                  </a:lnTo>
                  <a:lnTo>
                    <a:pt x="32878" y="76485"/>
                  </a:lnTo>
                  <a:lnTo>
                    <a:pt x="34000" y="76044"/>
                  </a:lnTo>
                  <a:lnTo>
                    <a:pt x="35126" y="75615"/>
                  </a:lnTo>
                  <a:lnTo>
                    <a:pt x="36258" y="75201"/>
                  </a:lnTo>
                  <a:lnTo>
                    <a:pt x="35236" y="74546"/>
                  </a:lnTo>
                  <a:lnTo>
                    <a:pt x="34233" y="73955"/>
                  </a:lnTo>
                  <a:lnTo>
                    <a:pt x="33245" y="73421"/>
                  </a:lnTo>
                  <a:lnTo>
                    <a:pt x="32265" y="72939"/>
                  </a:lnTo>
                  <a:lnTo>
                    <a:pt x="31286" y="72501"/>
                  </a:lnTo>
                  <a:lnTo>
                    <a:pt x="30304" y="72101"/>
                  </a:lnTo>
                  <a:lnTo>
                    <a:pt x="29313" y="71734"/>
                  </a:lnTo>
                  <a:lnTo>
                    <a:pt x="28305" y="71391"/>
                  </a:lnTo>
                  <a:lnTo>
                    <a:pt x="27277" y="71067"/>
                  </a:lnTo>
                  <a:lnTo>
                    <a:pt x="26221" y="70756"/>
                  </a:lnTo>
                  <a:lnTo>
                    <a:pt x="25131" y="70450"/>
                  </a:lnTo>
                  <a:lnTo>
                    <a:pt x="24003" y="70143"/>
                  </a:lnTo>
                  <a:lnTo>
                    <a:pt x="22829" y="69829"/>
                  </a:lnTo>
                  <a:lnTo>
                    <a:pt x="21771" y="69529"/>
                  </a:lnTo>
                  <a:lnTo>
                    <a:pt x="20713" y="69228"/>
                  </a:lnTo>
                  <a:lnTo>
                    <a:pt x="19656" y="68926"/>
                  </a:lnTo>
                  <a:lnTo>
                    <a:pt x="18598" y="68623"/>
                  </a:lnTo>
                  <a:lnTo>
                    <a:pt x="17541" y="68319"/>
                  </a:lnTo>
                  <a:lnTo>
                    <a:pt x="16523" y="68028"/>
                  </a:lnTo>
                  <a:lnTo>
                    <a:pt x="15501" y="67736"/>
                  </a:lnTo>
                  <a:lnTo>
                    <a:pt x="14471" y="67442"/>
                  </a:lnTo>
                  <a:lnTo>
                    <a:pt x="13429" y="67144"/>
                  </a:lnTo>
                  <a:lnTo>
                    <a:pt x="13518" y="65922"/>
                  </a:lnTo>
                  <a:lnTo>
                    <a:pt x="13632" y="65032"/>
                  </a:lnTo>
                  <a:lnTo>
                    <a:pt x="13836" y="64216"/>
                  </a:lnTo>
                  <a:lnTo>
                    <a:pt x="14195" y="63215"/>
                  </a:lnTo>
                  <a:lnTo>
                    <a:pt x="14772" y="61772"/>
                  </a:lnTo>
                  <a:lnTo>
                    <a:pt x="15988" y="61111"/>
                  </a:lnTo>
                  <a:lnTo>
                    <a:pt x="16956" y="60593"/>
                  </a:lnTo>
                  <a:lnTo>
                    <a:pt x="17772" y="60176"/>
                  </a:lnTo>
                  <a:lnTo>
                    <a:pt x="18532" y="59816"/>
                  </a:lnTo>
                  <a:lnTo>
                    <a:pt x="19330" y="59469"/>
                  </a:lnTo>
                  <a:lnTo>
                    <a:pt x="20263" y="59093"/>
                  </a:lnTo>
                  <a:lnTo>
                    <a:pt x="21425" y="58644"/>
                  </a:lnTo>
                  <a:lnTo>
                    <a:pt x="22912" y="58079"/>
                  </a:lnTo>
                  <a:lnTo>
                    <a:pt x="24026" y="57648"/>
                  </a:lnTo>
                  <a:lnTo>
                    <a:pt x="25144" y="57215"/>
                  </a:lnTo>
                  <a:lnTo>
                    <a:pt x="26270" y="56779"/>
                  </a:lnTo>
                  <a:lnTo>
                    <a:pt x="27408" y="56337"/>
                  </a:lnTo>
                  <a:lnTo>
                    <a:pt x="28558" y="55915"/>
                  </a:lnTo>
                  <a:lnTo>
                    <a:pt x="29714" y="55489"/>
                  </a:lnTo>
                  <a:lnTo>
                    <a:pt x="30887" y="55058"/>
                  </a:lnTo>
                  <a:lnTo>
                    <a:pt x="30710" y="53945"/>
                  </a:lnTo>
                  <a:lnTo>
                    <a:pt x="30482" y="52864"/>
                  </a:lnTo>
                  <a:lnTo>
                    <a:pt x="30207" y="51814"/>
                  </a:lnTo>
                  <a:lnTo>
                    <a:pt x="29884" y="50793"/>
                  </a:lnTo>
                  <a:lnTo>
                    <a:pt x="29517" y="49801"/>
                  </a:lnTo>
                  <a:lnTo>
                    <a:pt x="29107" y="48835"/>
                  </a:lnTo>
                  <a:lnTo>
                    <a:pt x="28657" y="47895"/>
                  </a:lnTo>
                  <a:lnTo>
                    <a:pt x="28167" y="46979"/>
                  </a:lnTo>
                  <a:lnTo>
                    <a:pt x="27641" y="46087"/>
                  </a:lnTo>
                  <a:lnTo>
                    <a:pt x="27080" y="45216"/>
                  </a:lnTo>
                  <a:lnTo>
                    <a:pt x="26486" y="44366"/>
                  </a:lnTo>
                  <a:lnTo>
                    <a:pt x="25860" y="43535"/>
                  </a:lnTo>
                  <a:lnTo>
                    <a:pt x="25206" y="42722"/>
                  </a:lnTo>
                  <a:lnTo>
                    <a:pt x="24524" y="41926"/>
                  </a:lnTo>
                  <a:lnTo>
                    <a:pt x="23817" y="41145"/>
                  </a:lnTo>
                  <a:lnTo>
                    <a:pt x="23086" y="40379"/>
                  </a:lnTo>
                  <a:lnTo>
                    <a:pt x="22334" y="39625"/>
                  </a:lnTo>
                  <a:lnTo>
                    <a:pt x="21563" y="38883"/>
                  </a:lnTo>
                  <a:lnTo>
                    <a:pt x="20774" y="38151"/>
                  </a:lnTo>
                  <a:lnTo>
                    <a:pt x="19969" y="37429"/>
                  </a:lnTo>
                  <a:lnTo>
                    <a:pt x="19151" y="36714"/>
                  </a:lnTo>
                  <a:lnTo>
                    <a:pt x="18321" y="36006"/>
                  </a:lnTo>
                  <a:lnTo>
                    <a:pt x="17481" y="35303"/>
                  </a:lnTo>
                  <a:lnTo>
                    <a:pt x="16633" y="34604"/>
                  </a:lnTo>
                  <a:lnTo>
                    <a:pt x="15779" y="33907"/>
                  </a:lnTo>
                  <a:lnTo>
                    <a:pt x="14842" y="33117"/>
                  </a:lnTo>
                  <a:lnTo>
                    <a:pt x="13969" y="32332"/>
                  </a:lnTo>
                  <a:lnTo>
                    <a:pt x="13149" y="31548"/>
                  </a:lnTo>
                  <a:lnTo>
                    <a:pt x="12374" y="30758"/>
                  </a:lnTo>
                  <a:lnTo>
                    <a:pt x="11631" y="29954"/>
                  </a:lnTo>
                  <a:lnTo>
                    <a:pt x="10912" y="29131"/>
                  </a:lnTo>
                  <a:lnTo>
                    <a:pt x="10205" y="28282"/>
                  </a:lnTo>
                  <a:lnTo>
                    <a:pt x="9501" y="27400"/>
                  </a:lnTo>
                  <a:lnTo>
                    <a:pt x="8788" y="26480"/>
                  </a:lnTo>
                  <a:lnTo>
                    <a:pt x="8058" y="25514"/>
                  </a:lnTo>
                  <a:lnTo>
                    <a:pt x="7060" y="25182"/>
                  </a:lnTo>
                  <a:lnTo>
                    <a:pt x="6058" y="24848"/>
                  </a:lnTo>
                  <a:lnTo>
                    <a:pt x="5049" y="24512"/>
                  </a:lnTo>
                  <a:lnTo>
                    <a:pt x="4029" y="24171"/>
                  </a:lnTo>
                  <a:lnTo>
                    <a:pt x="4029" y="22840"/>
                  </a:lnTo>
                  <a:lnTo>
                    <a:pt x="4029" y="21501"/>
                  </a:lnTo>
                  <a:lnTo>
                    <a:pt x="4029" y="20143"/>
                  </a:lnTo>
                  <a:lnTo>
                    <a:pt x="3031" y="19810"/>
                  </a:lnTo>
                  <a:lnTo>
                    <a:pt x="2030" y="19476"/>
                  </a:lnTo>
                  <a:lnTo>
                    <a:pt x="1021" y="19140"/>
                  </a:lnTo>
                  <a:lnTo>
                    <a:pt x="0" y="18800"/>
                  </a:lnTo>
                  <a:lnTo>
                    <a:pt x="0" y="17467"/>
                  </a:lnTo>
                  <a:lnTo>
                    <a:pt x="0" y="16114"/>
                  </a:lnTo>
                  <a:lnTo>
                    <a:pt x="2503" y="16948"/>
                  </a:lnTo>
                  <a:lnTo>
                    <a:pt x="4770" y="17704"/>
                  </a:lnTo>
                  <a:lnTo>
                    <a:pt x="6815" y="18385"/>
                  </a:lnTo>
                  <a:lnTo>
                    <a:pt x="8651" y="18997"/>
                  </a:lnTo>
                  <a:lnTo>
                    <a:pt x="10292" y="19544"/>
                  </a:lnTo>
                  <a:lnTo>
                    <a:pt x="11753" y="20031"/>
                  </a:lnTo>
                  <a:lnTo>
                    <a:pt x="13047" y="20463"/>
                  </a:lnTo>
                  <a:lnTo>
                    <a:pt x="14188" y="20843"/>
                  </a:lnTo>
                  <a:lnTo>
                    <a:pt x="15189" y="21177"/>
                  </a:lnTo>
                  <a:lnTo>
                    <a:pt x="16066" y="21469"/>
                  </a:lnTo>
                  <a:lnTo>
                    <a:pt x="16831" y="21724"/>
                  </a:lnTo>
                  <a:lnTo>
                    <a:pt x="17499" y="21947"/>
                  </a:lnTo>
                  <a:lnTo>
                    <a:pt x="18083" y="22142"/>
                  </a:lnTo>
                  <a:lnTo>
                    <a:pt x="18598" y="22313"/>
                  </a:lnTo>
                  <a:lnTo>
                    <a:pt x="19057" y="22466"/>
                  </a:lnTo>
                  <a:lnTo>
                    <a:pt x="19473" y="22605"/>
                  </a:lnTo>
                  <a:lnTo>
                    <a:pt x="19862" y="22735"/>
                  </a:lnTo>
                  <a:lnTo>
                    <a:pt x="20236" y="22860"/>
                  </a:lnTo>
                  <a:lnTo>
                    <a:pt x="20610" y="22985"/>
                  </a:lnTo>
                  <a:lnTo>
                    <a:pt x="20998" y="23114"/>
                  </a:lnTo>
                  <a:lnTo>
                    <a:pt x="21412" y="23253"/>
                  </a:lnTo>
                  <a:lnTo>
                    <a:pt x="22557" y="23633"/>
                  </a:lnTo>
                  <a:lnTo>
                    <a:pt x="23702" y="24011"/>
                  </a:lnTo>
                  <a:lnTo>
                    <a:pt x="24847" y="24389"/>
                  </a:lnTo>
                  <a:lnTo>
                    <a:pt x="25993" y="24765"/>
                  </a:lnTo>
                  <a:lnTo>
                    <a:pt x="27138" y="25140"/>
                  </a:lnTo>
                  <a:lnTo>
                    <a:pt x="28284" y="25514"/>
                  </a:lnTo>
                  <a:lnTo>
                    <a:pt x="29271" y="25853"/>
                  </a:lnTo>
                  <a:lnTo>
                    <a:pt x="30257" y="26195"/>
                  </a:lnTo>
                  <a:lnTo>
                    <a:pt x="31240" y="26541"/>
                  </a:lnTo>
                  <a:lnTo>
                    <a:pt x="32223" y="26890"/>
                  </a:lnTo>
                  <a:lnTo>
                    <a:pt x="33204" y="27243"/>
                  </a:lnTo>
                  <a:lnTo>
                    <a:pt x="34184" y="27598"/>
                  </a:lnTo>
                  <a:lnTo>
                    <a:pt x="35162" y="27957"/>
                  </a:lnTo>
                  <a:lnTo>
                    <a:pt x="36140" y="28317"/>
                  </a:lnTo>
                  <a:lnTo>
                    <a:pt x="37117" y="28680"/>
                  </a:lnTo>
                  <a:lnTo>
                    <a:pt x="38094" y="29044"/>
                  </a:lnTo>
                  <a:lnTo>
                    <a:pt x="39070" y="29411"/>
                  </a:lnTo>
                  <a:lnTo>
                    <a:pt x="40046" y="29778"/>
                  </a:lnTo>
                  <a:lnTo>
                    <a:pt x="41021" y="30147"/>
                  </a:lnTo>
                  <a:lnTo>
                    <a:pt x="41997" y="30516"/>
                  </a:lnTo>
                  <a:lnTo>
                    <a:pt x="42972" y="30886"/>
                  </a:lnTo>
                  <a:lnTo>
                    <a:pt x="42972" y="32219"/>
                  </a:lnTo>
                  <a:lnTo>
                    <a:pt x="42972" y="33572"/>
                  </a:lnTo>
                  <a:lnTo>
                    <a:pt x="44112" y="33572"/>
                  </a:lnTo>
                  <a:lnTo>
                    <a:pt x="45253" y="33572"/>
                  </a:lnTo>
                  <a:lnTo>
                    <a:pt x="46397" y="33572"/>
                  </a:lnTo>
                  <a:lnTo>
                    <a:pt x="47546" y="33572"/>
                  </a:lnTo>
                  <a:lnTo>
                    <a:pt x="48700" y="33572"/>
                  </a:lnTo>
                  <a:lnTo>
                    <a:pt x="49860" y="33572"/>
                  </a:lnTo>
                  <a:lnTo>
                    <a:pt x="51030" y="33572"/>
                  </a:lnTo>
                  <a:lnTo>
                    <a:pt x="51030" y="32533"/>
                  </a:lnTo>
                  <a:lnTo>
                    <a:pt x="51030" y="31494"/>
                  </a:lnTo>
                  <a:lnTo>
                    <a:pt x="51030" y="30455"/>
                  </a:lnTo>
                  <a:lnTo>
                    <a:pt x="51030" y="29416"/>
                  </a:lnTo>
                  <a:lnTo>
                    <a:pt x="51030" y="28377"/>
                  </a:lnTo>
                  <a:lnTo>
                    <a:pt x="51030" y="27338"/>
                  </a:lnTo>
                  <a:lnTo>
                    <a:pt x="51030" y="26298"/>
                  </a:lnTo>
                  <a:lnTo>
                    <a:pt x="51030" y="25257"/>
                  </a:lnTo>
                  <a:lnTo>
                    <a:pt x="51030" y="24216"/>
                  </a:lnTo>
                  <a:lnTo>
                    <a:pt x="51030" y="23175"/>
                  </a:lnTo>
                  <a:lnTo>
                    <a:pt x="51030" y="22133"/>
                  </a:lnTo>
                  <a:lnTo>
                    <a:pt x="51030" y="21090"/>
                  </a:lnTo>
                  <a:lnTo>
                    <a:pt x="51030" y="20047"/>
                  </a:lnTo>
                  <a:lnTo>
                    <a:pt x="51030" y="19003"/>
                  </a:lnTo>
                  <a:lnTo>
                    <a:pt x="51030" y="17957"/>
                  </a:lnTo>
                  <a:lnTo>
                    <a:pt x="51030" y="16911"/>
                  </a:lnTo>
                  <a:lnTo>
                    <a:pt x="51030" y="15864"/>
                  </a:lnTo>
                  <a:lnTo>
                    <a:pt x="51030" y="14816"/>
                  </a:lnTo>
                  <a:lnTo>
                    <a:pt x="51030" y="13767"/>
                  </a:lnTo>
                  <a:lnTo>
                    <a:pt x="51030" y="12717"/>
                  </a:lnTo>
                  <a:lnTo>
                    <a:pt x="51030" y="11665"/>
                  </a:lnTo>
                  <a:lnTo>
                    <a:pt x="51030" y="10613"/>
                  </a:lnTo>
                  <a:lnTo>
                    <a:pt x="51030" y="9558"/>
                  </a:lnTo>
                  <a:lnTo>
                    <a:pt x="51030" y="8503"/>
                  </a:lnTo>
                  <a:lnTo>
                    <a:pt x="51030" y="7446"/>
                  </a:lnTo>
                  <a:lnTo>
                    <a:pt x="51030" y="6387"/>
                  </a:lnTo>
                  <a:lnTo>
                    <a:pt x="51030" y="5327"/>
                  </a:lnTo>
                  <a:lnTo>
                    <a:pt x="51030" y="4265"/>
                  </a:lnTo>
                  <a:lnTo>
                    <a:pt x="51030" y="3201"/>
                  </a:lnTo>
                  <a:lnTo>
                    <a:pt x="51030" y="2136"/>
                  </a:lnTo>
                  <a:lnTo>
                    <a:pt x="51030" y="1069"/>
                  </a:lnTo>
                  <a:lnTo>
                    <a:pt x="51030" y="0"/>
                  </a:lnTo>
                  <a:close/>
                </a:path>
              </a:pathLst>
            </a:custGeom>
            <a:solidFill>
              <a:srgbClr val="59232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region 54 #757777"/>
            <p:cNvSpPr/>
            <p:nvPr/>
          </p:nvSpPr>
          <p:spPr>
            <a:xfrm>
              <a:off x="1604321" y="472694"/>
              <a:ext cx="40710" cy="161146"/>
            </a:xfrm>
            <a:custGeom>
              <a:avLst/>
              <a:gdLst/>
              <a:ahLst/>
              <a:cxnLst/>
              <a:rect l="l" t="t" r="r" b="b"/>
              <a:pathLst>
                <a:path w="40710" h="161146">
                  <a:moveTo>
                    <a:pt x="32653" y="0"/>
                  </a:moveTo>
                  <a:lnTo>
                    <a:pt x="33651" y="333"/>
                  </a:lnTo>
                  <a:lnTo>
                    <a:pt x="34652" y="667"/>
                  </a:lnTo>
                  <a:lnTo>
                    <a:pt x="35661" y="1003"/>
                  </a:lnTo>
                  <a:lnTo>
                    <a:pt x="36681" y="1343"/>
                  </a:lnTo>
                  <a:lnTo>
                    <a:pt x="36681" y="2407"/>
                  </a:lnTo>
                  <a:lnTo>
                    <a:pt x="36681" y="3471"/>
                  </a:lnTo>
                  <a:lnTo>
                    <a:pt x="36681" y="4537"/>
                  </a:lnTo>
                  <a:lnTo>
                    <a:pt x="36681" y="5604"/>
                  </a:lnTo>
                  <a:lnTo>
                    <a:pt x="36681" y="6674"/>
                  </a:lnTo>
                  <a:lnTo>
                    <a:pt x="36681" y="7748"/>
                  </a:lnTo>
                  <a:lnTo>
                    <a:pt x="36681" y="8825"/>
                  </a:lnTo>
                  <a:lnTo>
                    <a:pt x="36681" y="9907"/>
                  </a:lnTo>
                  <a:lnTo>
                    <a:pt x="36681" y="10994"/>
                  </a:lnTo>
                  <a:lnTo>
                    <a:pt x="36681" y="12086"/>
                  </a:lnTo>
                  <a:lnTo>
                    <a:pt x="38012" y="12086"/>
                  </a:lnTo>
                  <a:lnTo>
                    <a:pt x="39352" y="12086"/>
                  </a:lnTo>
                  <a:lnTo>
                    <a:pt x="40710" y="12086"/>
                  </a:lnTo>
                  <a:lnTo>
                    <a:pt x="40488" y="13194"/>
                  </a:lnTo>
                  <a:lnTo>
                    <a:pt x="40266" y="14304"/>
                  </a:lnTo>
                  <a:lnTo>
                    <a:pt x="40044" y="15418"/>
                  </a:lnTo>
                  <a:lnTo>
                    <a:pt x="39820" y="16538"/>
                  </a:lnTo>
                  <a:lnTo>
                    <a:pt x="39594" y="17664"/>
                  </a:lnTo>
                  <a:lnTo>
                    <a:pt x="39367" y="18801"/>
                  </a:lnTo>
                  <a:lnTo>
                    <a:pt x="38303" y="18269"/>
                  </a:lnTo>
                  <a:lnTo>
                    <a:pt x="37237" y="17735"/>
                  </a:lnTo>
                  <a:lnTo>
                    <a:pt x="36165" y="17200"/>
                  </a:lnTo>
                  <a:lnTo>
                    <a:pt x="35085" y="16660"/>
                  </a:lnTo>
                  <a:lnTo>
                    <a:pt x="33996" y="16115"/>
                  </a:lnTo>
                  <a:lnTo>
                    <a:pt x="33220" y="17047"/>
                  </a:lnTo>
                  <a:lnTo>
                    <a:pt x="32448" y="17982"/>
                  </a:lnTo>
                  <a:lnTo>
                    <a:pt x="31678" y="18919"/>
                  </a:lnTo>
                  <a:lnTo>
                    <a:pt x="30910" y="19857"/>
                  </a:lnTo>
                  <a:lnTo>
                    <a:pt x="30144" y="20797"/>
                  </a:lnTo>
                  <a:lnTo>
                    <a:pt x="29379" y="21739"/>
                  </a:lnTo>
                  <a:lnTo>
                    <a:pt x="28521" y="22784"/>
                  </a:lnTo>
                  <a:lnTo>
                    <a:pt x="27658" y="23835"/>
                  </a:lnTo>
                  <a:lnTo>
                    <a:pt x="26783" y="24901"/>
                  </a:lnTo>
                  <a:lnTo>
                    <a:pt x="25971" y="26133"/>
                  </a:lnTo>
                  <a:lnTo>
                    <a:pt x="25378" y="27078"/>
                  </a:lnTo>
                  <a:lnTo>
                    <a:pt x="24954" y="27855"/>
                  </a:lnTo>
                  <a:lnTo>
                    <a:pt x="24649" y="28580"/>
                  </a:lnTo>
                  <a:lnTo>
                    <a:pt x="24415" y="29372"/>
                  </a:lnTo>
                  <a:lnTo>
                    <a:pt x="24202" y="30349"/>
                  </a:lnTo>
                  <a:lnTo>
                    <a:pt x="23960" y="31627"/>
                  </a:lnTo>
                  <a:lnTo>
                    <a:pt x="23650" y="32824"/>
                  </a:lnTo>
                  <a:lnTo>
                    <a:pt x="23272" y="33876"/>
                  </a:lnTo>
                  <a:lnTo>
                    <a:pt x="22825" y="34810"/>
                  </a:lnTo>
                  <a:lnTo>
                    <a:pt x="22312" y="35652"/>
                  </a:lnTo>
                  <a:lnTo>
                    <a:pt x="21734" y="36429"/>
                  </a:lnTo>
                  <a:lnTo>
                    <a:pt x="21090" y="37168"/>
                  </a:lnTo>
                  <a:lnTo>
                    <a:pt x="20382" y="37897"/>
                  </a:lnTo>
                  <a:lnTo>
                    <a:pt x="19610" y="38642"/>
                  </a:lnTo>
                  <a:lnTo>
                    <a:pt x="18776" y="39429"/>
                  </a:lnTo>
                  <a:lnTo>
                    <a:pt x="17881" y="40287"/>
                  </a:lnTo>
                  <a:lnTo>
                    <a:pt x="17423" y="41257"/>
                  </a:lnTo>
                  <a:lnTo>
                    <a:pt x="16983" y="42229"/>
                  </a:lnTo>
                  <a:lnTo>
                    <a:pt x="16560" y="43202"/>
                  </a:lnTo>
                  <a:lnTo>
                    <a:pt x="16156" y="44178"/>
                  </a:lnTo>
                  <a:lnTo>
                    <a:pt x="15768" y="45156"/>
                  </a:lnTo>
                  <a:lnTo>
                    <a:pt x="15398" y="46137"/>
                  </a:lnTo>
                  <a:lnTo>
                    <a:pt x="15043" y="47120"/>
                  </a:lnTo>
                  <a:lnTo>
                    <a:pt x="14705" y="48107"/>
                  </a:lnTo>
                  <a:lnTo>
                    <a:pt x="14382" y="49096"/>
                  </a:lnTo>
                  <a:lnTo>
                    <a:pt x="14075" y="50089"/>
                  </a:lnTo>
                  <a:lnTo>
                    <a:pt x="13783" y="51085"/>
                  </a:lnTo>
                  <a:lnTo>
                    <a:pt x="13505" y="52085"/>
                  </a:lnTo>
                  <a:lnTo>
                    <a:pt x="13241" y="53089"/>
                  </a:lnTo>
                  <a:lnTo>
                    <a:pt x="12991" y="54098"/>
                  </a:lnTo>
                  <a:lnTo>
                    <a:pt x="12754" y="55110"/>
                  </a:lnTo>
                  <a:lnTo>
                    <a:pt x="12531" y="56128"/>
                  </a:lnTo>
                  <a:lnTo>
                    <a:pt x="12320" y="57150"/>
                  </a:lnTo>
                  <a:lnTo>
                    <a:pt x="12121" y="58177"/>
                  </a:lnTo>
                  <a:lnTo>
                    <a:pt x="11935" y="59210"/>
                  </a:lnTo>
                  <a:lnTo>
                    <a:pt x="11760" y="60248"/>
                  </a:lnTo>
                  <a:lnTo>
                    <a:pt x="11596" y="61291"/>
                  </a:lnTo>
                  <a:lnTo>
                    <a:pt x="11442" y="62341"/>
                  </a:lnTo>
                  <a:lnTo>
                    <a:pt x="11300" y="63397"/>
                  </a:lnTo>
                  <a:lnTo>
                    <a:pt x="11167" y="64459"/>
                  </a:lnTo>
                  <a:lnTo>
                    <a:pt x="10730" y="65459"/>
                  </a:lnTo>
                  <a:lnTo>
                    <a:pt x="10290" y="66466"/>
                  </a:lnTo>
                  <a:lnTo>
                    <a:pt x="9845" y="67486"/>
                  </a:lnTo>
                  <a:lnTo>
                    <a:pt x="9465" y="68547"/>
                  </a:lnTo>
                  <a:lnTo>
                    <a:pt x="9107" y="69619"/>
                  </a:lnTo>
                  <a:lnTo>
                    <a:pt x="8769" y="70702"/>
                  </a:lnTo>
                  <a:lnTo>
                    <a:pt x="8451" y="71796"/>
                  </a:lnTo>
                  <a:lnTo>
                    <a:pt x="8153" y="72899"/>
                  </a:lnTo>
                  <a:lnTo>
                    <a:pt x="7875" y="74012"/>
                  </a:lnTo>
                  <a:lnTo>
                    <a:pt x="7617" y="75134"/>
                  </a:lnTo>
                  <a:lnTo>
                    <a:pt x="7377" y="76265"/>
                  </a:lnTo>
                  <a:lnTo>
                    <a:pt x="7156" y="77405"/>
                  </a:lnTo>
                  <a:lnTo>
                    <a:pt x="6953" y="78553"/>
                  </a:lnTo>
                  <a:lnTo>
                    <a:pt x="6769" y="79708"/>
                  </a:lnTo>
                  <a:lnTo>
                    <a:pt x="6602" y="80871"/>
                  </a:lnTo>
                  <a:lnTo>
                    <a:pt x="6452" y="82042"/>
                  </a:lnTo>
                  <a:lnTo>
                    <a:pt x="6319" y="83218"/>
                  </a:lnTo>
                  <a:lnTo>
                    <a:pt x="6203" y="84402"/>
                  </a:lnTo>
                  <a:lnTo>
                    <a:pt x="6103" y="85591"/>
                  </a:lnTo>
                  <a:lnTo>
                    <a:pt x="6018" y="86786"/>
                  </a:lnTo>
                  <a:lnTo>
                    <a:pt x="5950" y="87986"/>
                  </a:lnTo>
                  <a:lnTo>
                    <a:pt x="5896" y="89192"/>
                  </a:lnTo>
                  <a:lnTo>
                    <a:pt x="5858" y="90401"/>
                  </a:lnTo>
                  <a:lnTo>
                    <a:pt x="5834" y="91615"/>
                  </a:lnTo>
                  <a:lnTo>
                    <a:pt x="5824" y="92833"/>
                  </a:lnTo>
                  <a:lnTo>
                    <a:pt x="5828" y="94055"/>
                  </a:lnTo>
                  <a:lnTo>
                    <a:pt x="5846" y="95280"/>
                  </a:lnTo>
                  <a:lnTo>
                    <a:pt x="5876" y="96507"/>
                  </a:lnTo>
                  <a:lnTo>
                    <a:pt x="5920" y="97737"/>
                  </a:lnTo>
                  <a:lnTo>
                    <a:pt x="5976" y="98969"/>
                  </a:lnTo>
                  <a:lnTo>
                    <a:pt x="6044" y="100202"/>
                  </a:lnTo>
                  <a:lnTo>
                    <a:pt x="6124" y="101438"/>
                  </a:lnTo>
                  <a:lnTo>
                    <a:pt x="6215" y="102674"/>
                  </a:lnTo>
                  <a:lnTo>
                    <a:pt x="6317" y="103910"/>
                  </a:lnTo>
                  <a:lnTo>
                    <a:pt x="6431" y="105147"/>
                  </a:lnTo>
                  <a:lnTo>
                    <a:pt x="6554" y="106384"/>
                  </a:lnTo>
                  <a:lnTo>
                    <a:pt x="6688" y="107621"/>
                  </a:lnTo>
                  <a:lnTo>
                    <a:pt x="6831" y="108857"/>
                  </a:lnTo>
                  <a:lnTo>
                    <a:pt x="6984" y="110091"/>
                  </a:lnTo>
                  <a:lnTo>
                    <a:pt x="7145" y="111324"/>
                  </a:lnTo>
                  <a:lnTo>
                    <a:pt x="7316" y="112556"/>
                  </a:lnTo>
                  <a:lnTo>
                    <a:pt x="7494" y="113785"/>
                  </a:lnTo>
                  <a:lnTo>
                    <a:pt x="7681" y="115011"/>
                  </a:lnTo>
                  <a:lnTo>
                    <a:pt x="7876" y="116235"/>
                  </a:lnTo>
                  <a:lnTo>
                    <a:pt x="8077" y="117455"/>
                  </a:lnTo>
                  <a:lnTo>
                    <a:pt x="8286" y="118672"/>
                  </a:lnTo>
                  <a:lnTo>
                    <a:pt x="8501" y="119884"/>
                  </a:lnTo>
                  <a:lnTo>
                    <a:pt x="8723" y="121093"/>
                  </a:lnTo>
                  <a:lnTo>
                    <a:pt x="8950" y="122296"/>
                  </a:lnTo>
                  <a:lnTo>
                    <a:pt x="9183" y="123495"/>
                  </a:lnTo>
                  <a:lnTo>
                    <a:pt x="9422" y="124688"/>
                  </a:lnTo>
                  <a:lnTo>
                    <a:pt x="9665" y="125875"/>
                  </a:lnTo>
                  <a:lnTo>
                    <a:pt x="9913" y="127056"/>
                  </a:lnTo>
                  <a:lnTo>
                    <a:pt x="10165" y="128230"/>
                  </a:lnTo>
                  <a:lnTo>
                    <a:pt x="10421" y="129398"/>
                  </a:lnTo>
                  <a:lnTo>
                    <a:pt x="10680" y="130559"/>
                  </a:lnTo>
                  <a:lnTo>
                    <a:pt x="10943" y="131712"/>
                  </a:lnTo>
                  <a:lnTo>
                    <a:pt x="11208" y="132857"/>
                  </a:lnTo>
                  <a:lnTo>
                    <a:pt x="11476" y="133993"/>
                  </a:lnTo>
                  <a:lnTo>
                    <a:pt x="11746" y="135121"/>
                  </a:lnTo>
                  <a:lnTo>
                    <a:pt x="12018" y="136240"/>
                  </a:lnTo>
                  <a:lnTo>
                    <a:pt x="12292" y="137350"/>
                  </a:lnTo>
                  <a:lnTo>
                    <a:pt x="12566" y="138450"/>
                  </a:lnTo>
                  <a:lnTo>
                    <a:pt x="12841" y="139539"/>
                  </a:lnTo>
                  <a:lnTo>
                    <a:pt x="13117" y="140619"/>
                  </a:lnTo>
                  <a:lnTo>
                    <a:pt x="13393" y="141687"/>
                  </a:lnTo>
                  <a:lnTo>
                    <a:pt x="13668" y="142745"/>
                  </a:lnTo>
                  <a:lnTo>
                    <a:pt x="13964" y="143914"/>
                  </a:lnTo>
                  <a:lnTo>
                    <a:pt x="14260" y="145087"/>
                  </a:lnTo>
                  <a:lnTo>
                    <a:pt x="14558" y="146269"/>
                  </a:lnTo>
                  <a:lnTo>
                    <a:pt x="14860" y="147465"/>
                  </a:lnTo>
                  <a:lnTo>
                    <a:pt x="15146" y="148552"/>
                  </a:lnTo>
                  <a:lnTo>
                    <a:pt x="15432" y="149644"/>
                  </a:lnTo>
                  <a:lnTo>
                    <a:pt x="15721" y="150744"/>
                  </a:lnTo>
                  <a:lnTo>
                    <a:pt x="16013" y="151856"/>
                  </a:lnTo>
                  <a:lnTo>
                    <a:pt x="16165" y="153175"/>
                  </a:lnTo>
                  <a:lnTo>
                    <a:pt x="16238" y="154333"/>
                  </a:lnTo>
                  <a:lnTo>
                    <a:pt x="16223" y="155370"/>
                  </a:lnTo>
                  <a:lnTo>
                    <a:pt x="16113" y="156323"/>
                  </a:lnTo>
                  <a:lnTo>
                    <a:pt x="15900" y="157229"/>
                  </a:lnTo>
                  <a:lnTo>
                    <a:pt x="15575" y="158127"/>
                  </a:lnTo>
                  <a:lnTo>
                    <a:pt x="15131" y="159053"/>
                  </a:lnTo>
                  <a:lnTo>
                    <a:pt x="14560" y="160047"/>
                  </a:lnTo>
                  <a:lnTo>
                    <a:pt x="13852" y="161146"/>
                  </a:lnTo>
                  <a:lnTo>
                    <a:pt x="12761" y="159823"/>
                  </a:lnTo>
                  <a:lnTo>
                    <a:pt x="11886" y="158734"/>
                  </a:lnTo>
                  <a:lnTo>
                    <a:pt x="11206" y="157826"/>
                  </a:lnTo>
                  <a:lnTo>
                    <a:pt x="10694" y="157040"/>
                  </a:lnTo>
                  <a:lnTo>
                    <a:pt x="10327" y="156320"/>
                  </a:lnTo>
                  <a:lnTo>
                    <a:pt x="10082" y="155611"/>
                  </a:lnTo>
                  <a:lnTo>
                    <a:pt x="9933" y="154855"/>
                  </a:lnTo>
                  <a:lnTo>
                    <a:pt x="9856" y="153997"/>
                  </a:lnTo>
                  <a:lnTo>
                    <a:pt x="9828" y="152979"/>
                  </a:lnTo>
                  <a:lnTo>
                    <a:pt x="9824" y="151746"/>
                  </a:lnTo>
                  <a:lnTo>
                    <a:pt x="8491" y="151746"/>
                  </a:lnTo>
                  <a:lnTo>
                    <a:pt x="7138" y="151746"/>
                  </a:lnTo>
                  <a:lnTo>
                    <a:pt x="7022" y="150706"/>
                  </a:lnTo>
                  <a:lnTo>
                    <a:pt x="6907" y="149665"/>
                  </a:lnTo>
                  <a:lnTo>
                    <a:pt x="6791" y="148624"/>
                  </a:lnTo>
                  <a:lnTo>
                    <a:pt x="6675" y="147583"/>
                  </a:lnTo>
                  <a:lnTo>
                    <a:pt x="6560" y="146541"/>
                  </a:lnTo>
                  <a:lnTo>
                    <a:pt x="6444" y="145499"/>
                  </a:lnTo>
                  <a:lnTo>
                    <a:pt x="6328" y="144456"/>
                  </a:lnTo>
                  <a:lnTo>
                    <a:pt x="6212" y="143412"/>
                  </a:lnTo>
                  <a:lnTo>
                    <a:pt x="6096" y="142368"/>
                  </a:lnTo>
                  <a:lnTo>
                    <a:pt x="5980" y="141322"/>
                  </a:lnTo>
                  <a:lnTo>
                    <a:pt x="5863" y="140275"/>
                  </a:lnTo>
                  <a:lnTo>
                    <a:pt x="5747" y="139226"/>
                  </a:lnTo>
                  <a:lnTo>
                    <a:pt x="5630" y="138177"/>
                  </a:lnTo>
                  <a:lnTo>
                    <a:pt x="5514" y="137125"/>
                  </a:lnTo>
                  <a:lnTo>
                    <a:pt x="5397" y="136072"/>
                  </a:lnTo>
                  <a:lnTo>
                    <a:pt x="5279" y="135018"/>
                  </a:lnTo>
                  <a:lnTo>
                    <a:pt x="5162" y="133961"/>
                  </a:lnTo>
                  <a:lnTo>
                    <a:pt x="5044" y="132902"/>
                  </a:lnTo>
                  <a:lnTo>
                    <a:pt x="4926" y="131841"/>
                  </a:lnTo>
                  <a:lnTo>
                    <a:pt x="4808" y="130778"/>
                  </a:lnTo>
                  <a:lnTo>
                    <a:pt x="4690" y="129713"/>
                  </a:lnTo>
                  <a:lnTo>
                    <a:pt x="4571" y="128645"/>
                  </a:lnTo>
                  <a:lnTo>
                    <a:pt x="4452" y="127574"/>
                  </a:lnTo>
                  <a:lnTo>
                    <a:pt x="3119" y="127574"/>
                  </a:lnTo>
                  <a:lnTo>
                    <a:pt x="1767" y="127574"/>
                  </a:lnTo>
                  <a:lnTo>
                    <a:pt x="1572" y="126514"/>
                  </a:lnTo>
                  <a:lnTo>
                    <a:pt x="1393" y="125455"/>
                  </a:lnTo>
                  <a:lnTo>
                    <a:pt x="1229" y="124396"/>
                  </a:lnTo>
                  <a:lnTo>
                    <a:pt x="1080" y="123337"/>
                  </a:lnTo>
                  <a:lnTo>
                    <a:pt x="945" y="122278"/>
                  </a:lnTo>
                  <a:lnTo>
                    <a:pt x="824" y="121220"/>
                  </a:lnTo>
                  <a:lnTo>
                    <a:pt x="714" y="120162"/>
                  </a:lnTo>
                  <a:lnTo>
                    <a:pt x="617" y="119103"/>
                  </a:lnTo>
                  <a:lnTo>
                    <a:pt x="531" y="118045"/>
                  </a:lnTo>
                  <a:lnTo>
                    <a:pt x="455" y="116986"/>
                  </a:lnTo>
                  <a:lnTo>
                    <a:pt x="390" y="115927"/>
                  </a:lnTo>
                  <a:lnTo>
                    <a:pt x="333" y="114867"/>
                  </a:lnTo>
                  <a:lnTo>
                    <a:pt x="284" y="113807"/>
                  </a:lnTo>
                  <a:lnTo>
                    <a:pt x="243" y="112747"/>
                  </a:lnTo>
                  <a:lnTo>
                    <a:pt x="210" y="111685"/>
                  </a:lnTo>
                  <a:lnTo>
                    <a:pt x="182" y="110623"/>
                  </a:lnTo>
                  <a:lnTo>
                    <a:pt x="160" y="109559"/>
                  </a:lnTo>
                  <a:lnTo>
                    <a:pt x="143" y="108495"/>
                  </a:lnTo>
                  <a:lnTo>
                    <a:pt x="130" y="107430"/>
                  </a:lnTo>
                  <a:lnTo>
                    <a:pt x="121" y="106363"/>
                  </a:lnTo>
                  <a:lnTo>
                    <a:pt x="114" y="105295"/>
                  </a:lnTo>
                  <a:lnTo>
                    <a:pt x="110" y="104226"/>
                  </a:lnTo>
                  <a:lnTo>
                    <a:pt x="106" y="103155"/>
                  </a:lnTo>
                  <a:lnTo>
                    <a:pt x="104" y="102082"/>
                  </a:lnTo>
                  <a:lnTo>
                    <a:pt x="101" y="101008"/>
                  </a:lnTo>
                  <a:lnTo>
                    <a:pt x="95" y="99909"/>
                  </a:lnTo>
                  <a:lnTo>
                    <a:pt x="86" y="98809"/>
                  </a:lnTo>
                  <a:lnTo>
                    <a:pt x="76" y="97710"/>
                  </a:lnTo>
                  <a:lnTo>
                    <a:pt x="64" y="96611"/>
                  </a:lnTo>
                  <a:lnTo>
                    <a:pt x="50" y="95511"/>
                  </a:lnTo>
                  <a:lnTo>
                    <a:pt x="35" y="94412"/>
                  </a:lnTo>
                  <a:lnTo>
                    <a:pt x="20" y="93313"/>
                  </a:lnTo>
                  <a:lnTo>
                    <a:pt x="5" y="92213"/>
                  </a:lnTo>
                  <a:lnTo>
                    <a:pt x="0" y="91114"/>
                  </a:lnTo>
                  <a:lnTo>
                    <a:pt x="3" y="90022"/>
                  </a:lnTo>
                  <a:lnTo>
                    <a:pt x="14" y="88935"/>
                  </a:lnTo>
                  <a:lnTo>
                    <a:pt x="32" y="87855"/>
                  </a:lnTo>
                  <a:lnTo>
                    <a:pt x="59" y="86780"/>
                  </a:lnTo>
                  <a:lnTo>
                    <a:pt x="92" y="85710"/>
                  </a:lnTo>
                  <a:lnTo>
                    <a:pt x="134" y="84644"/>
                  </a:lnTo>
                  <a:lnTo>
                    <a:pt x="184" y="83584"/>
                  </a:lnTo>
                  <a:lnTo>
                    <a:pt x="241" y="82527"/>
                  </a:lnTo>
                  <a:lnTo>
                    <a:pt x="307" y="81474"/>
                  </a:lnTo>
                  <a:lnTo>
                    <a:pt x="381" y="80424"/>
                  </a:lnTo>
                  <a:lnTo>
                    <a:pt x="463" y="79378"/>
                  </a:lnTo>
                  <a:lnTo>
                    <a:pt x="553" y="78334"/>
                  </a:lnTo>
                  <a:lnTo>
                    <a:pt x="651" y="77292"/>
                  </a:lnTo>
                  <a:lnTo>
                    <a:pt x="758" y="76253"/>
                  </a:lnTo>
                  <a:lnTo>
                    <a:pt x="873" y="75215"/>
                  </a:lnTo>
                  <a:lnTo>
                    <a:pt x="997" y="74178"/>
                  </a:lnTo>
                  <a:lnTo>
                    <a:pt x="1129" y="73142"/>
                  </a:lnTo>
                  <a:lnTo>
                    <a:pt x="1270" y="72107"/>
                  </a:lnTo>
                  <a:lnTo>
                    <a:pt x="1419" y="71072"/>
                  </a:lnTo>
                  <a:lnTo>
                    <a:pt x="1577" y="70036"/>
                  </a:lnTo>
                  <a:lnTo>
                    <a:pt x="1744" y="69000"/>
                  </a:lnTo>
                  <a:lnTo>
                    <a:pt x="1919" y="67964"/>
                  </a:lnTo>
                  <a:lnTo>
                    <a:pt x="2104" y="66926"/>
                  </a:lnTo>
                  <a:lnTo>
                    <a:pt x="2298" y="65886"/>
                  </a:lnTo>
                  <a:lnTo>
                    <a:pt x="2500" y="64845"/>
                  </a:lnTo>
                  <a:lnTo>
                    <a:pt x="2712" y="63801"/>
                  </a:lnTo>
                  <a:lnTo>
                    <a:pt x="2932" y="62755"/>
                  </a:lnTo>
                  <a:lnTo>
                    <a:pt x="3162" y="61705"/>
                  </a:lnTo>
                  <a:lnTo>
                    <a:pt x="3402" y="60653"/>
                  </a:lnTo>
                  <a:lnTo>
                    <a:pt x="3650" y="59596"/>
                  </a:lnTo>
                  <a:lnTo>
                    <a:pt x="3908" y="58536"/>
                  </a:lnTo>
                  <a:lnTo>
                    <a:pt x="4175" y="57471"/>
                  </a:lnTo>
                  <a:lnTo>
                    <a:pt x="4452" y="56401"/>
                  </a:lnTo>
                  <a:lnTo>
                    <a:pt x="5785" y="56401"/>
                  </a:lnTo>
                  <a:lnTo>
                    <a:pt x="7138" y="56401"/>
                  </a:lnTo>
                  <a:lnTo>
                    <a:pt x="7138" y="55262"/>
                  </a:lnTo>
                  <a:lnTo>
                    <a:pt x="7138" y="54120"/>
                  </a:lnTo>
                  <a:lnTo>
                    <a:pt x="7138" y="52976"/>
                  </a:lnTo>
                  <a:lnTo>
                    <a:pt x="7138" y="51828"/>
                  </a:lnTo>
                  <a:lnTo>
                    <a:pt x="7138" y="50674"/>
                  </a:lnTo>
                  <a:lnTo>
                    <a:pt x="7138" y="49513"/>
                  </a:lnTo>
                  <a:lnTo>
                    <a:pt x="7138" y="48344"/>
                  </a:lnTo>
                  <a:lnTo>
                    <a:pt x="8471" y="48344"/>
                  </a:lnTo>
                  <a:lnTo>
                    <a:pt x="9824" y="48344"/>
                  </a:lnTo>
                  <a:lnTo>
                    <a:pt x="9824" y="47280"/>
                  </a:lnTo>
                  <a:lnTo>
                    <a:pt x="9824" y="46214"/>
                  </a:lnTo>
                  <a:lnTo>
                    <a:pt x="9824" y="45142"/>
                  </a:lnTo>
                  <a:lnTo>
                    <a:pt x="9824" y="44062"/>
                  </a:lnTo>
                  <a:lnTo>
                    <a:pt x="9824" y="42973"/>
                  </a:lnTo>
                  <a:lnTo>
                    <a:pt x="11157" y="42973"/>
                  </a:lnTo>
                  <a:lnTo>
                    <a:pt x="12510" y="42973"/>
                  </a:lnTo>
                  <a:lnTo>
                    <a:pt x="12593" y="41863"/>
                  </a:lnTo>
                  <a:lnTo>
                    <a:pt x="12677" y="40747"/>
                  </a:lnTo>
                  <a:lnTo>
                    <a:pt x="12762" y="39615"/>
                  </a:lnTo>
                  <a:lnTo>
                    <a:pt x="13056" y="38443"/>
                  </a:lnTo>
                  <a:lnTo>
                    <a:pt x="13380" y="37332"/>
                  </a:lnTo>
                  <a:lnTo>
                    <a:pt x="13733" y="36274"/>
                  </a:lnTo>
                  <a:lnTo>
                    <a:pt x="14118" y="35260"/>
                  </a:lnTo>
                  <a:lnTo>
                    <a:pt x="14532" y="34283"/>
                  </a:lnTo>
                  <a:lnTo>
                    <a:pt x="14979" y="33333"/>
                  </a:lnTo>
                  <a:lnTo>
                    <a:pt x="15456" y="32402"/>
                  </a:lnTo>
                  <a:lnTo>
                    <a:pt x="15966" y="31483"/>
                  </a:lnTo>
                  <a:lnTo>
                    <a:pt x="16509" y="30566"/>
                  </a:lnTo>
                  <a:lnTo>
                    <a:pt x="17085" y="29645"/>
                  </a:lnTo>
                  <a:lnTo>
                    <a:pt x="17694" y="28709"/>
                  </a:lnTo>
                  <a:lnTo>
                    <a:pt x="18337" y="27752"/>
                  </a:lnTo>
                  <a:lnTo>
                    <a:pt x="19015" y="26764"/>
                  </a:lnTo>
                  <a:lnTo>
                    <a:pt x="19573" y="25781"/>
                  </a:lnTo>
                  <a:lnTo>
                    <a:pt x="20057" y="24822"/>
                  </a:lnTo>
                  <a:lnTo>
                    <a:pt x="20476" y="23873"/>
                  </a:lnTo>
                  <a:lnTo>
                    <a:pt x="20838" y="22920"/>
                  </a:lnTo>
                  <a:lnTo>
                    <a:pt x="21154" y="21950"/>
                  </a:lnTo>
                  <a:lnTo>
                    <a:pt x="21432" y="20949"/>
                  </a:lnTo>
                  <a:lnTo>
                    <a:pt x="21681" y="19904"/>
                  </a:lnTo>
                  <a:lnTo>
                    <a:pt x="21910" y="18801"/>
                  </a:lnTo>
                  <a:lnTo>
                    <a:pt x="23243" y="18801"/>
                  </a:lnTo>
                  <a:lnTo>
                    <a:pt x="24596" y="18801"/>
                  </a:lnTo>
                  <a:lnTo>
                    <a:pt x="24804" y="17509"/>
                  </a:lnTo>
                  <a:lnTo>
                    <a:pt x="25015" y="16198"/>
                  </a:lnTo>
                  <a:lnTo>
                    <a:pt x="25245" y="15510"/>
                  </a:lnTo>
                  <a:lnTo>
                    <a:pt x="25938" y="13429"/>
                  </a:lnTo>
                  <a:lnTo>
                    <a:pt x="26936" y="13097"/>
                  </a:lnTo>
                  <a:lnTo>
                    <a:pt x="27938" y="12763"/>
                  </a:lnTo>
                  <a:lnTo>
                    <a:pt x="28947" y="12426"/>
                  </a:lnTo>
                  <a:lnTo>
                    <a:pt x="29967" y="12086"/>
                  </a:lnTo>
                  <a:lnTo>
                    <a:pt x="30083" y="11039"/>
                  </a:lnTo>
                  <a:lnTo>
                    <a:pt x="30200" y="9989"/>
                  </a:lnTo>
                  <a:lnTo>
                    <a:pt x="30317" y="8934"/>
                  </a:lnTo>
                  <a:lnTo>
                    <a:pt x="30436" y="7871"/>
                  </a:lnTo>
                  <a:lnTo>
                    <a:pt x="30555" y="6798"/>
                  </a:lnTo>
                  <a:lnTo>
                    <a:pt x="30777" y="4836"/>
                  </a:lnTo>
                  <a:lnTo>
                    <a:pt x="30963" y="3403"/>
                  </a:lnTo>
                  <a:lnTo>
                    <a:pt x="31152" y="2379"/>
                  </a:lnTo>
                  <a:lnTo>
                    <a:pt x="31378" y="1645"/>
                  </a:lnTo>
                  <a:lnTo>
                    <a:pt x="31679" y="1084"/>
                  </a:lnTo>
                  <a:lnTo>
                    <a:pt x="32092" y="575"/>
                  </a:lnTo>
                  <a:lnTo>
                    <a:pt x="32653" y="0"/>
                  </a:lnTo>
                  <a:close/>
                </a:path>
              </a:pathLst>
            </a:custGeom>
            <a:solidFill>
              <a:srgbClr val="75777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region 55 #5D5D5D"/>
            <p:cNvSpPr/>
            <p:nvPr/>
          </p:nvSpPr>
          <p:spPr>
            <a:xfrm>
              <a:off x="553267" y="557296"/>
              <a:ext cx="85945" cy="182632"/>
            </a:xfrm>
            <a:custGeom>
              <a:avLst/>
              <a:gdLst/>
              <a:ahLst/>
              <a:cxnLst/>
              <a:rect l="l" t="t" r="r" b="b"/>
              <a:pathLst>
                <a:path w="85945" h="182632">
                  <a:moveTo>
                    <a:pt x="80573" y="0"/>
                  </a:moveTo>
                  <a:lnTo>
                    <a:pt x="80907" y="668"/>
                  </a:lnTo>
                  <a:lnTo>
                    <a:pt x="81916" y="2686"/>
                  </a:lnTo>
                  <a:lnTo>
                    <a:pt x="82914" y="2353"/>
                  </a:lnTo>
                  <a:lnTo>
                    <a:pt x="83915" y="2019"/>
                  </a:lnTo>
                  <a:lnTo>
                    <a:pt x="84924" y="1683"/>
                  </a:lnTo>
                  <a:lnTo>
                    <a:pt x="85945" y="1343"/>
                  </a:lnTo>
                  <a:lnTo>
                    <a:pt x="85525" y="2506"/>
                  </a:lnTo>
                  <a:lnTo>
                    <a:pt x="85083" y="3546"/>
                  </a:lnTo>
                  <a:lnTo>
                    <a:pt x="84614" y="4484"/>
                  </a:lnTo>
                  <a:lnTo>
                    <a:pt x="84111" y="5340"/>
                  </a:lnTo>
                  <a:lnTo>
                    <a:pt x="83570" y="6134"/>
                  </a:lnTo>
                  <a:lnTo>
                    <a:pt x="82986" y="6887"/>
                  </a:lnTo>
                  <a:lnTo>
                    <a:pt x="82353" y="7619"/>
                  </a:lnTo>
                  <a:lnTo>
                    <a:pt x="81667" y="8350"/>
                  </a:lnTo>
                  <a:lnTo>
                    <a:pt x="80921" y="9101"/>
                  </a:lnTo>
                  <a:lnTo>
                    <a:pt x="80110" y="9892"/>
                  </a:lnTo>
                  <a:lnTo>
                    <a:pt x="79230" y="10743"/>
                  </a:lnTo>
                  <a:lnTo>
                    <a:pt x="78564" y="12076"/>
                  </a:lnTo>
                  <a:lnTo>
                    <a:pt x="77887" y="13429"/>
                  </a:lnTo>
                  <a:lnTo>
                    <a:pt x="76890" y="13761"/>
                  </a:lnTo>
                  <a:lnTo>
                    <a:pt x="75888" y="14095"/>
                  </a:lnTo>
                  <a:lnTo>
                    <a:pt x="74879" y="14432"/>
                  </a:lnTo>
                  <a:lnTo>
                    <a:pt x="73859" y="14772"/>
                  </a:lnTo>
                  <a:lnTo>
                    <a:pt x="73192" y="16104"/>
                  </a:lnTo>
                  <a:lnTo>
                    <a:pt x="72516" y="17457"/>
                  </a:lnTo>
                  <a:lnTo>
                    <a:pt x="71183" y="17457"/>
                  </a:lnTo>
                  <a:lnTo>
                    <a:pt x="69830" y="17457"/>
                  </a:lnTo>
                  <a:lnTo>
                    <a:pt x="69622" y="18582"/>
                  </a:lnTo>
                  <a:lnTo>
                    <a:pt x="69411" y="19724"/>
                  </a:lnTo>
                  <a:lnTo>
                    <a:pt x="69061" y="20828"/>
                  </a:lnTo>
                  <a:lnTo>
                    <a:pt x="68682" y="21884"/>
                  </a:lnTo>
                  <a:lnTo>
                    <a:pt x="68274" y="22900"/>
                  </a:lnTo>
                  <a:lnTo>
                    <a:pt x="67834" y="23883"/>
                  </a:lnTo>
                  <a:lnTo>
                    <a:pt x="67361" y="24842"/>
                  </a:lnTo>
                  <a:lnTo>
                    <a:pt x="66855" y="25784"/>
                  </a:lnTo>
                  <a:lnTo>
                    <a:pt x="66313" y="26717"/>
                  </a:lnTo>
                  <a:lnTo>
                    <a:pt x="65733" y="27650"/>
                  </a:lnTo>
                  <a:lnTo>
                    <a:pt x="65116" y="28589"/>
                  </a:lnTo>
                  <a:lnTo>
                    <a:pt x="64459" y="29543"/>
                  </a:lnTo>
                  <a:lnTo>
                    <a:pt x="63461" y="29876"/>
                  </a:lnTo>
                  <a:lnTo>
                    <a:pt x="62459" y="30210"/>
                  </a:lnTo>
                  <a:lnTo>
                    <a:pt x="61450" y="30546"/>
                  </a:lnTo>
                  <a:lnTo>
                    <a:pt x="60430" y="30886"/>
                  </a:lnTo>
                  <a:lnTo>
                    <a:pt x="60430" y="32219"/>
                  </a:lnTo>
                  <a:lnTo>
                    <a:pt x="60430" y="33572"/>
                  </a:lnTo>
                  <a:lnTo>
                    <a:pt x="59097" y="33572"/>
                  </a:lnTo>
                  <a:lnTo>
                    <a:pt x="57744" y="33572"/>
                  </a:lnTo>
                  <a:lnTo>
                    <a:pt x="57382" y="34549"/>
                  </a:lnTo>
                  <a:lnTo>
                    <a:pt x="57018" y="35533"/>
                  </a:lnTo>
                  <a:lnTo>
                    <a:pt x="56648" y="36530"/>
                  </a:lnTo>
                  <a:lnTo>
                    <a:pt x="56217" y="37519"/>
                  </a:lnTo>
                  <a:lnTo>
                    <a:pt x="55773" y="38484"/>
                  </a:lnTo>
                  <a:lnTo>
                    <a:pt x="55314" y="39427"/>
                  </a:lnTo>
                  <a:lnTo>
                    <a:pt x="54841" y="40353"/>
                  </a:lnTo>
                  <a:lnTo>
                    <a:pt x="54354" y="41266"/>
                  </a:lnTo>
                  <a:lnTo>
                    <a:pt x="53852" y="42169"/>
                  </a:lnTo>
                  <a:lnTo>
                    <a:pt x="53335" y="43066"/>
                  </a:lnTo>
                  <a:lnTo>
                    <a:pt x="52803" y="43960"/>
                  </a:lnTo>
                  <a:lnTo>
                    <a:pt x="52256" y="44856"/>
                  </a:lnTo>
                  <a:lnTo>
                    <a:pt x="51692" y="45756"/>
                  </a:lnTo>
                  <a:lnTo>
                    <a:pt x="51113" y="46665"/>
                  </a:lnTo>
                  <a:lnTo>
                    <a:pt x="50555" y="47591"/>
                  </a:lnTo>
                  <a:lnTo>
                    <a:pt x="50018" y="48515"/>
                  </a:lnTo>
                  <a:lnTo>
                    <a:pt x="49501" y="49439"/>
                  </a:lnTo>
                  <a:lnTo>
                    <a:pt x="49002" y="50362"/>
                  </a:lnTo>
                  <a:lnTo>
                    <a:pt x="48521" y="51286"/>
                  </a:lnTo>
                  <a:lnTo>
                    <a:pt x="48058" y="52212"/>
                  </a:lnTo>
                  <a:lnTo>
                    <a:pt x="47611" y="53140"/>
                  </a:lnTo>
                  <a:lnTo>
                    <a:pt x="47180" y="54071"/>
                  </a:lnTo>
                  <a:lnTo>
                    <a:pt x="46764" y="55007"/>
                  </a:lnTo>
                  <a:lnTo>
                    <a:pt x="46363" y="55947"/>
                  </a:lnTo>
                  <a:lnTo>
                    <a:pt x="45975" y="56893"/>
                  </a:lnTo>
                  <a:lnTo>
                    <a:pt x="45600" y="57846"/>
                  </a:lnTo>
                  <a:lnTo>
                    <a:pt x="45237" y="58806"/>
                  </a:lnTo>
                  <a:lnTo>
                    <a:pt x="44886" y="59774"/>
                  </a:lnTo>
                  <a:lnTo>
                    <a:pt x="44545" y="60751"/>
                  </a:lnTo>
                  <a:lnTo>
                    <a:pt x="44214" y="61738"/>
                  </a:lnTo>
                  <a:lnTo>
                    <a:pt x="43892" y="62736"/>
                  </a:lnTo>
                  <a:lnTo>
                    <a:pt x="43578" y="63745"/>
                  </a:lnTo>
                  <a:lnTo>
                    <a:pt x="43272" y="64766"/>
                  </a:lnTo>
                  <a:lnTo>
                    <a:pt x="42973" y="65801"/>
                  </a:lnTo>
                  <a:lnTo>
                    <a:pt x="42640" y="66799"/>
                  </a:lnTo>
                  <a:lnTo>
                    <a:pt x="42306" y="67800"/>
                  </a:lnTo>
                  <a:lnTo>
                    <a:pt x="41970" y="68809"/>
                  </a:lnTo>
                  <a:lnTo>
                    <a:pt x="41630" y="69830"/>
                  </a:lnTo>
                  <a:lnTo>
                    <a:pt x="40297" y="69830"/>
                  </a:lnTo>
                  <a:lnTo>
                    <a:pt x="38944" y="69830"/>
                  </a:lnTo>
                  <a:lnTo>
                    <a:pt x="38699" y="71217"/>
                  </a:lnTo>
                  <a:lnTo>
                    <a:pt x="38451" y="72626"/>
                  </a:lnTo>
                  <a:lnTo>
                    <a:pt x="38226" y="73837"/>
                  </a:lnTo>
                  <a:lnTo>
                    <a:pt x="37999" y="75056"/>
                  </a:lnTo>
                  <a:lnTo>
                    <a:pt x="37769" y="76292"/>
                  </a:lnTo>
                  <a:lnTo>
                    <a:pt x="37551" y="77493"/>
                  </a:lnTo>
                  <a:lnTo>
                    <a:pt x="37331" y="78703"/>
                  </a:lnTo>
                  <a:lnTo>
                    <a:pt x="37108" y="79928"/>
                  </a:lnTo>
                  <a:lnTo>
                    <a:pt x="36786" y="81173"/>
                  </a:lnTo>
                  <a:lnTo>
                    <a:pt x="36505" y="82139"/>
                  </a:lnTo>
                  <a:lnTo>
                    <a:pt x="36205" y="82954"/>
                  </a:lnTo>
                  <a:lnTo>
                    <a:pt x="35824" y="83748"/>
                  </a:lnTo>
                  <a:lnTo>
                    <a:pt x="35299" y="84649"/>
                  </a:lnTo>
                  <a:lnTo>
                    <a:pt x="34569" y="85786"/>
                  </a:lnTo>
                  <a:lnTo>
                    <a:pt x="33572" y="87287"/>
                  </a:lnTo>
                  <a:lnTo>
                    <a:pt x="33275" y="88518"/>
                  </a:lnTo>
                  <a:lnTo>
                    <a:pt x="33050" y="89470"/>
                  </a:lnTo>
                  <a:lnTo>
                    <a:pt x="32873" y="90269"/>
                  </a:lnTo>
                  <a:lnTo>
                    <a:pt x="32718" y="91041"/>
                  </a:lnTo>
                  <a:lnTo>
                    <a:pt x="32560" y="91909"/>
                  </a:lnTo>
                  <a:lnTo>
                    <a:pt x="32374" y="92999"/>
                  </a:lnTo>
                  <a:lnTo>
                    <a:pt x="32135" y="94437"/>
                  </a:lnTo>
                  <a:lnTo>
                    <a:pt x="32059" y="94890"/>
                  </a:lnTo>
                  <a:lnTo>
                    <a:pt x="31959" y="95477"/>
                  </a:lnTo>
                  <a:lnTo>
                    <a:pt x="31771" y="96590"/>
                  </a:lnTo>
                  <a:lnTo>
                    <a:pt x="31426" y="98620"/>
                  </a:lnTo>
                  <a:lnTo>
                    <a:pt x="31350" y="99093"/>
                  </a:lnTo>
                  <a:lnTo>
                    <a:pt x="31250" y="99705"/>
                  </a:lnTo>
                  <a:lnTo>
                    <a:pt x="31062" y="100865"/>
                  </a:lnTo>
                  <a:lnTo>
                    <a:pt x="30719" y="102983"/>
                  </a:lnTo>
                  <a:lnTo>
                    <a:pt x="30535" y="104074"/>
                  </a:lnTo>
                  <a:lnTo>
                    <a:pt x="30351" y="105170"/>
                  </a:lnTo>
                  <a:lnTo>
                    <a:pt x="30166" y="106274"/>
                  </a:lnTo>
                  <a:lnTo>
                    <a:pt x="29979" y="107392"/>
                  </a:lnTo>
                  <a:lnTo>
                    <a:pt x="29799" y="108469"/>
                  </a:lnTo>
                  <a:lnTo>
                    <a:pt x="29619" y="109547"/>
                  </a:lnTo>
                  <a:lnTo>
                    <a:pt x="29440" y="110625"/>
                  </a:lnTo>
                  <a:lnTo>
                    <a:pt x="29261" y="111703"/>
                  </a:lnTo>
                  <a:lnTo>
                    <a:pt x="29083" y="112781"/>
                  </a:lnTo>
                  <a:lnTo>
                    <a:pt x="28906" y="113859"/>
                  </a:lnTo>
                  <a:lnTo>
                    <a:pt x="28729" y="114938"/>
                  </a:lnTo>
                  <a:lnTo>
                    <a:pt x="28552" y="116016"/>
                  </a:lnTo>
                  <a:lnTo>
                    <a:pt x="28376" y="117095"/>
                  </a:lnTo>
                  <a:lnTo>
                    <a:pt x="28201" y="118174"/>
                  </a:lnTo>
                  <a:lnTo>
                    <a:pt x="26868" y="118174"/>
                  </a:lnTo>
                  <a:lnTo>
                    <a:pt x="25515" y="118174"/>
                  </a:lnTo>
                  <a:lnTo>
                    <a:pt x="25247" y="119438"/>
                  </a:lnTo>
                  <a:lnTo>
                    <a:pt x="24975" y="120722"/>
                  </a:lnTo>
                  <a:lnTo>
                    <a:pt x="24737" y="121822"/>
                  </a:lnTo>
                  <a:lnTo>
                    <a:pt x="24498" y="122928"/>
                  </a:lnTo>
                  <a:lnTo>
                    <a:pt x="24255" y="124049"/>
                  </a:lnTo>
                  <a:lnTo>
                    <a:pt x="24022" y="125140"/>
                  </a:lnTo>
                  <a:lnTo>
                    <a:pt x="23786" y="126240"/>
                  </a:lnTo>
                  <a:lnTo>
                    <a:pt x="23548" y="127354"/>
                  </a:lnTo>
                  <a:lnTo>
                    <a:pt x="23186" y="128793"/>
                  </a:lnTo>
                  <a:lnTo>
                    <a:pt x="22899" y="129804"/>
                  </a:lnTo>
                  <a:lnTo>
                    <a:pt x="22585" y="130654"/>
                  </a:lnTo>
                  <a:lnTo>
                    <a:pt x="22147" y="131611"/>
                  </a:lnTo>
                  <a:lnTo>
                    <a:pt x="21486" y="132945"/>
                  </a:lnTo>
                  <a:lnTo>
                    <a:pt x="21454" y="134061"/>
                  </a:lnTo>
                  <a:lnTo>
                    <a:pt x="21426" y="135175"/>
                  </a:lnTo>
                  <a:lnTo>
                    <a:pt x="21402" y="136288"/>
                  </a:lnTo>
                  <a:lnTo>
                    <a:pt x="21383" y="137400"/>
                  </a:lnTo>
                  <a:lnTo>
                    <a:pt x="21368" y="138511"/>
                  </a:lnTo>
                  <a:lnTo>
                    <a:pt x="21357" y="139623"/>
                  </a:lnTo>
                  <a:lnTo>
                    <a:pt x="21350" y="140735"/>
                  </a:lnTo>
                  <a:lnTo>
                    <a:pt x="21348" y="141847"/>
                  </a:lnTo>
                  <a:lnTo>
                    <a:pt x="21349" y="142961"/>
                  </a:lnTo>
                  <a:lnTo>
                    <a:pt x="21355" y="144077"/>
                  </a:lnTo>
                  <a:lnTo>
                    <a:pt x="21356" y="144566"/>
                  </a:lnTo>
                  <a:lnTo>
                    <a:pt x="21358" y="145429"/>
                  </a:lnTo>
                  <a:lnTo>
                    <a:pt x="21362" y="147407"/>
                  </a:lnTo>
                  <a:lnTo>
                    <a:pt x="21364" y="148462"/>
                  </a:lnTo>
                  <a:lnTo>
                    <a:pt x="21367" y="149517"/>
                  </a:lnTo>
                  <a:lnTo>
                    <a:pt x="21370" y="150572"/>
                  </a:lnTo>
                  <a:lnTo>
                    <a:pt x="21374" y="151627"/>
                  </a:lnTo>
                  <a:lnTo>
                    <a:pt x="21378" y="152682"/>
                  </a:lnTo>
                  <a:lnTo>
                    <a:pt x="21383" y="153737"/>
                  </a:lnTo>
                  <a:lnTo>
                    <a:pt x="21388" y="154792"/>
                  </a:lnTo>
                  <a:lnTo>
                    <a:pt x="21393" y="155846"/>
                  </a:lnTo>
                  <a:lnTo>
                    <a:pt x="21398" y="156901"/>
                  </a:lnTo>
                  <a:lnTo>
                    <a:pt x="21403" y="157957"/>
                  </a:lnTo>
                  <a:lnTo>
                    <a:pt x="21406" y="159147"/>
                  </a:lnTo>
                  <a:lnTo>
                    <a:pt x="21409" y="160338"/>
                  </a:lnTo>
                  <a:lnTo>
                    <a:pt x="21412" y="161529"/>
                  </a:lnTo>
                  <a:lnTo>
                    <a:pt x="21415" y="162719"/>
                  </a:lnTo>
                  <a:lnTo>
                    <a:pt x="21418" y="163910"/>
                  </a:lnTo>
                  <a:lnTo>
                    <a:pt x="21421" y="165101"/>
                  </a:lnTo>
                  <a:lnTo>
                    <a:pt x="21423" y="166196"/>
                  </a:lnTo>
                  <a:lnTo>
                    <a:pt x="21427" y="167292"/>
                  </a:lnTo>
                  <a:lnTo>
                    <a:pt x="21430" y="168388"/>
                  </a:lnTo>
                  <a:lnTo>
                    <a:pt x="21433" y="169484"/>
                  </a:lnTo>
                  <a:lnTo>
                    <a:pt x="21437" y="170579"/>
                  </a:lnTo>
                  <a:lnTo>
                    <a:pt x="21440" y="171675"/>
                  </a:lnTo>
                  <a:lnTo>
                    <a:pt x="21444" y="172771"/>
                  </a:lnTo>
                  <a:lnTo>
                    <a:pt x="21448" y="173866"/>
                  </a:lnTo>
                  <a:lnTo>
                    <a:pt x="21453" y="174962"/>
                  </a:lnTo>
                  <a:lnTo>
                    <a:pt x="21457" y="176058"/>
                  </a:lnTo>
                  <a:lnTo>
                    <a:pt x="21462" y="177153"/>
                  </a:lnTo>
                  <a:lnTo>
                    <a:pt x="21466" y="178249"/>
                  </a:lnTo>
                  <a:lnTo>
                    <a:pt x="21471" y="179345"/>
                  </a:lnTo>
                  <a:lnTo>
                    <a:pt x="21476" y="180440"/>
                  </a:lnTo>
                  <a:lnTo>
                    <a:pt x="21481" y="181536"/>
                  </a:lnTo>
                  <a:lnTo>
                    <a:pt x="21486" y="182632"/>
                  </a:lnTo>
                  <a:lnTo>
                    <a:pt x="21154" y="181634"/>
                  </a:lnTo>
                  <a:lnTo>
                    <a:pt x="20820" y="180633"/>
                  </a:lnTo>
                  <a:lnTo>
                    <a:pt x="20484" y="179624"/>
                  </a:lnTo>
                  <a:lnTo>
                    <a:pt x="20144" y="178603"/>
                  </a:lnTo>
                  <a:lnTo>
                    <a:pt x="19146" y="178936"/>
                  </a:lnTo>
                  <a:lnTo>
                    <a:pt x="18144" y="179270"/>
                  </a:lnTo>
                  <a:lnTo>
                    <a:pt x="17135" y="179606"/>
                  </a:lnTo>
                  <a:lnTo>
                    <a:pt x="16115" y="179946"/>
                  </a:lnTo>
                  <a:lnTo>
                    <a:pt x="15526" y="179054"/>
                  </a:lnTo>
                  <a:lnTo>
                    <a:pt x="14961" y="178152"/>
                  </a:lnTo>
                  <a:lnTo>
                    <a:pt x="14419" y="177240"/>
                  </a:lnTo>
                  <a:lnTo>
                    <a:pt x="13899" y="176318"/>
                  </a:lnTo>
                  <a:lnTo>
                    <a:pt x="13400" y="175387"/>
                  </a:lnTo>
                  <a:lnTo>
                    <a:pt x="12921" y="174447"/>
                  </a:lnTo>
                  <a:lnTo>
                    <a:pt x="12461" y="173499"/>
                  </a:lnTo>
                  <a:lnTo>
                    <a:pt x="12020" y="172543"/>
                  </a:lnTo>
                  <a:lnTo>
                    <a:pt x="11596" y="171580"/>
                  </a:lnTo>
                  <a:lnTo>
                    <a:pt x="11188" y="170609"/>
                  </a:lnTo>
                  <a:lnTo>
                    <a:pt x="10797" y="169632"/>
                  </a:lnTo>
                  <a:lnTo>
                    <a:pt x="10420" y="168648"/>
                  </a:lnTo>
                  <a:lnTo>
                    <a:pt x="10057" y="167659"/>
                  </a:lnTo>
                  <a:lnTo>
                    <a:pt x="9707" y="166664"/>
                  </a:lnTo>
                  <a:lnTo>
                    <a:pt x="9369" y="165664"/>
                  </a:lnTo>
                  <a:lnTo>
                    <a:pt x="9043" y="164659"/>
                  </a:lnTo>
                  <a:lnTo>
                    <a:pt x="8727" y="163650"/>
                  </a:lnTo>
                  <a:lnTo>
                    <a:pt x="8420" y="162638"/>
                  </a:lnTo>
                  <a:lnTo>
                    <a:pt x="8122" y="161622"/>
                  </a:lnTo>
                  <a:lnTo>
                    <a:pt x="7832" y="160603"/>
                  </a:lnTo>
                  <a:lnTo>
                    <a:pt x="7549" y="159581"/>
                  </a:lnTo>
                  <a:lnTo>
                    <a:pt x="7272" y="158557"/>
                  </a:lnTo>
                  <a:lnTo>
                    <a:pt x="7000" y="157532"/>
                  </a:lnTo>
                  <a:lnTo>
                    <a:pt x="6732" y="156505"/>
                  </a:lnTo>
                  <a:lnTo>
                    <a:pt x="6467" y="155477"/>
                  </a:lnTo>
                  <a:lnTo>
                    <a:pt x="6205" y="154448"/>
                  </a:lnTo>
                  <a:lnTo>
                    <a:pt x="5944" y="153420"/>
                  </a:lnTo>
                  <a:lnTo>
                    <a:pt x="5684" y="152391"/>
                  </a:lnTo>
                  <a:lnTo>
                    <a:pt x="5424" y="151364"/>
                  </a:lnTo>
                  <a:lnTo>
                    <a:pt x="5162" y="150337"/>
                  </a:lnTo>
                  <a:lnTo>
                    <a:pt x="4899" y="149312"/>
                  </a:lnTo>
                  <a:lnTo>
                    <a:pt x="4375" y="147593"/>
                  </a:lnTo>
                  <a:lnTo>
                    <a:pt x="3970" y="146574"/>
                  </a:lnTo>
                  <a:lnTo>
                    <a:pt x="3476" y="145854"/>
                  </a:lnTo>
                  <a:lnTo>
                    <a:pt x="2686" y="145031"/>
                  </a:lnTo>
                  <a:lnTo>
                    <a:pt x="2663" y="143912"/>
                  </a:lnTo>
                  <a:lnTo>
                    <a:pt x="2649" y="142793"/>
                  </a:lnTo>
                  <a:lnTo>
                    <a:pt x="2644" y="141674"/>
                  </a:lnTo>
                  <a:lnTo>
                    <a:pt x="2648" y="140555"/>
                  </a:lnTo>
                  <a:lnTo>
                    <a:pt x="2662" y="139436"/>
                  </a:lnTo>
                  <a:lnTo>
                    <a:pt x="2686" y="138317"/>
                  </a:lnTo>
                  <a:lnTo>
                    <a:pt x="1353" y="138317"/>
                  </a:lnTo>
                  <a:lnTo>
                    <a:pt x="0" y="138317"/>
                  </a:lnTo>
                  <a:lnTo>
                    <a:pt x="0" y="137177"/>
                  </a:lnTo>
                  <a:lnTo>
                    <a:pt x="0" y="136036"/>
                  </a:lnTo>
                  <a:lnTo>
                    <a:pt x="0" y="134892"/>
                  </a:lnTo>
                  <a:lnTo>
                    <a:pt x="0" y="133744"/>
                  </a:lnTo>
                  <a:lnTo>
                    <a:pt x="0" y="132590"/>
                  </a:lnTo>
                  <a:lnTo>
                    <a:pt x="0" y="131429"/>
                  </a:lnTo>
                  <a:lnTo>
                    <a:pt x="0" y="130260"/>
                  </a:lnTo>
                  <a:lnTo>
                    <a:pt x="1333" y="130260"/>
                  </a:lnTo>
                  <a:lnTo>
                    <a:pt x="2686" y="130260"/>
                  </a:lnTo>
                  <a:lnTo>
                    <a:pt x="3223" y="131647"/>
                  </a:lnTo>
                  <a:lnTo>
                    <a:pt x="3767" y="133055"/>
                  </a:lnTo>
                  <a:lnTo>
                    <a:pt x="4242" y="134267"/>
                  </a:lnTo>
                  <a:lnTo>
                    <a:pt x="4720" y="135486"/>
                  </a:lnTo>
                  <a:lnTo>
                    <a:pt x="5204" y="136722"/>
                  </a:lnTo>
                  <a:lnTo>
                    <a:pt x="5672" y="137923"/>
                  </a:lnTo>
                  <a:lnTo>
                    <a:pt x="6143" y="139132"/>
                  </a:lnTo>
                  <a:lnTo>
                    <a:pt x="6621" y="140358"/>
                  </a:lnTo>
                  <a:lnTo>
                    <a:pt x="7100" y="141465"/>
                  </a:lnTo>
                  <a:lnTo>
                    <a:pt x="7493" y="142346"/>
                  </a:lnTo>
                  <a:lnTo>
                    <a:pt x="7848" y="143088"/>
                  </a:lnTo>
                  <a:lnTo>
                    <a:pt x="8214" y="143776"/>
                  </a:lnTo>
                  <a:lnTo>
                    <a:pt x="8638" y="144496"/>
                  </a:lnTo>
                  <a:lnTo>
                    <a:pt x="9168" y="145336"/>
                  </a:lnTo>
                  <a:lnTo>
                    <a:pt x="9854" y="146381"/>
                  </a:lnTo>
                  <a:lnTo>
                    <a:pt x="10743" y="147717"/>
                  </a:lnTo>
                  <a:lnTo>
                    <a:pt x="11057" y="148849"/>
                  </a:lnTo>
                  <a:lnTo>
                    <a:pt x="11361" y="149984"/>
                  </a:lnTo>
                  <a:lnTo>
                    <a:pt x="11656" y="151121"/>
                  </a:lnTo>
                  <a:lnTo>
                    <a:pt x="11943" y="152261"/>
                  </a:lnTo>
                  <a:lnTo>
                    <a:pt x="12222" y="153403"/>
                  </a:lnTo>
                  <a:lnTo>
                    <a:pt x="12494" y="154546"/>
                  </a:lnTo>
                  <a:lnTo>
                    <a:pt x="12758" y="155691"/>
                  </a:lnTo>
                  <a:lnTo>
                    <a:pt x="13019" y="156812"/>
                  </a:lnTo>
                  <a:lnTo>
                    <a:pt x="13288" y="157909"/>
                  </a:lnTo>
                  <a:lnTo>
                    <a:pt x="13566" y="158984"/>
                  </a:lnTo>
                  <a:lnTo>
                    <a:pt x="13856" y="160040"/>
                  </a:lnTo>
                  <a:lnTo>
                    <a:pt x="14162" y="161081"/>
                  </a:lnTo>
                  <a:lnTo>
                    <a:pt x="14485" y="162109"/>
                  </a:lnTo>
                  <a:lnTo>
                    <a:pt x="14828" y="163128"/>
                  </a:lnTo>
                  <a:lnTo>
                    <a:pt x="15194" y="164139"/>
                  </a:lnTo>
                  <a:lnTo>
                    <a:pt x="15585" y="165147"/>
                  </a:lnTo>
                  <a:lnTo>
                    <a:pt x="16005" y="166155"/>
                  </a:lnTo>
                  <a:lnTo>
                    <a:pt x="16455" y="167165"/>
                  </a:lnTo>
                  <a:lnTo>
                    <a:pt x="16938" y="168180"/>
                  </a:lnTo>
                  <a:lnTo>
                    <a:pt x="17458" y="169203"/>
                  </a:lnTo>
                  <a:lnTo>
                    <a:pt x="17485" y="168032"/>
                  </a:lnTo>
                  <a:lnTo>
                    <a:pt x="17511" y="166854"/>
                  </a:lnTo>
                  <a:lnTo>
                    <a:pt x="17538" y="165659"/>
                  </a:lnTo>
                  <a:lnTo>
                    <a:pt x="17565" y="164552"/>
                  </a:lnTo>
                  <a:lnTo>
                    <a:pt x="17592" y="163445"/>
                  </a:lnTo>
                  <a:lnTo>
                    <a:pt x="17620" y="162338"/>
                  </a:lnTo>
                  <a:lnTo>
                    <a:pt x="17648" y="161231"/>
                  </a:lnTo>
                  <a:lnTo>
                    <a:pt x="17676" y="160124"/>
                  </a:lnTo>
                  <a:lnTo>
                    <a:pt x="17705" y="159017"/>
                  </a:lnTo>
                  <a:lnTo>
                    <a:pt x="17734" y="157910"/>
                  </a:lnTo>
                  <a:lnTo>
                    <a:pt x="17763" y="156803"/>
                  </a:lnTo>
                  <a:lnTo>
                    <a:pt x="17793" y="155696"/>
                  </a:lnTo>
                  <a:lnTo>
                    <a:pt x="17823" y="154589"/>
                  </a:lnTo>
                  <a:lnTo>
                    <a:pt x="17853" y="153482"/>
                  </a:lnTo>
                  <a:lnTo>
                    <a:pt x="17883" y="152376"/>
                  </a:lnTo>
                  <a:lnTo>
                    <a:pt x="17914" y="151236"/>
                  </a:lnTo>
                  <a:lnTo>
                    <a:pt x="17943" y="150096"/>
                  </a:lnTo>
                  <a:lnTo>
                    <a:pt x="17971" y="148956"/>
                  </a:lnTo>
                  <a:lnTo>
                    <a:pt x="17998" y="147816"/>
                  </a:lnTo>
                  <a:lnTo>
                    <a:pt x="18024" y="146676"/>
                  </a:lnTo>
                  <a:lnTo>
                    <a:pt x="18049" y="145615"/>
                  </a:lnTo>
                  <a:lnTo>
                    <a:pt x="18075" y="144555"/>
                  </a:lnTo>
                  <a:lnTo>
                    <a:pt x="18103" y="143495"/>
                  </a:lnTo>
                  <a:lnTo>
                    <a:pt x="18133" y="142436"/>
                  </a:lnTo>
                  <a:lnTo>
                    <a:pt x="18166" y="141378"/>
                  </a:lnTo>
                  <a:lnTo>
                    <a:pt x="18201" y="140320"/>
                  </a:lnTo>
                  <a:lnTo>
                    <a:pt x="18239" y="139263"/>
                  </a:lnTo>
                  <a:lnTo>
                    <a:pt x="18281" y="138207"/>
                  </a:lnTo>
                  <a:lnTo>
                    <a:pt x="18326" y="137152"/>
                  </a:lnTo>
                  <a:lnTo>
                    <a:pt x="18375" y="136098"/>
                  </a:lnTo>
                  <a:lnTo>
                    <a:pt x="18428" y="135044"/>
                  </a:lnTo>
                  <a:lnTo>
                    <a:pt x="18486" y="133992"/>
                  </a:lnTo>
                  <a:lnTo>
                    <a:pt x="18549" y="132940"/>
                  </a:lnTo>
                  <a:lnTo>
                    <a:pt x="18616" y="131889"/>
                  </a:lnTo>
                  <a:lnTo>
                    <a:pt x="18690" y="130840"/>
                  </a:lnTo>
                  <a:lnTo>
                    <a:pt x="18769" y="129791"/>
                  </a:lnTo>
                  <a:lnTo>
                    <a:pt x="18854" y="128744"/>
                  </a:lnTo>
                  <a:lnTo>
                    <a:pt x="18945" y="127697"/>
                  </a:lnTo>
                  <a:lnTo>
                    <a:pt x="19043" y="126652"/>
                  </a:lnTo>
                  <a:lnTo>
                    <a:pt x="19148" y="125608"/>
                  </a:lnTo>
                  <a:lnTo>
                    <a:pt x="19260" y="124565"/>
                  </a:lnTo>
                  <a:lnTo>
                    <a:pt x="19380" y="123524"/>
                  </a:lnTo>
                  <a:lnTo>
                    <a:pt x="19507" y="122484"/>
                  </a:lnTo>
                  <a:lnTo>
                    <a:pt x="19643" y="121445"/>
                  </a:lnTo>
                  <a:lnTo>
                    <a:pt x="19788" y="120407"/>
                  </a:lnTo>
                  <a:lnTo>
                    <a:pt x="19941" y="119371"/>
                  </a:lnTo>
                  <a:lnTo>
                    <a:pt x="20103" y="118336"/>
                  </a:lnTo>
                  <a:lnTo>
                    <a:pt x="20274" y="117302"/>
                  </a:lnTo>
                  <a:lnTo>
                    <a:pt x="20456" y="116270"/>
                  </a:lnTo>
                  <a:lnTo>
                    <a:pt x="20647" y="115240"/>
                  </a:lnTo>
                  <a:lnTo>
                    <a:pt x="20848" y="114211"/>
                  </a:lnTo>
                  <a:lnTo>
                    <a:pt x="21060" y="113184"/>
                  </a:lnTo>
                  <a:lnTo>
                    <a:pt x="21284" y="112158"/>
                  </a:lnTo>
                  <a:lnTo>
                    <a:pt x="21518" y="111134"/>
                  </a:lnTo>
                  <a:lnTo>
                    <a:pt x="21764" y="110111"/>
                  </a:lnTo>
                  <a:lnTo>
                    <a:pt x="22021" y="109090"/>
                  </a:lnTo>
                  <a:lnTo>
                    <a:pt x="22291" y="108071"/>
                  </a:lnTo>
                  <a:lnTo>
                    <a:pt x="22573" y="107054"/>
                  </a:lnTo>
                  <a:lnTo>
                    <a:pt x="22868" y="106039"/>
                  </a:lnTo>
                  <a:lnTo>
                    <a:pt x="23176" y="105025"/>
                  </a:lnTo>
                  <a:lnTo>
                    <a:pt x="23497" y="104013"/>
                  </a:lnTo>
                  <a:lnTo>
                    <a:pt x="23832" y="103003"/>
                  </a:lnTo>
                  <a:lnTo>
                    <a:pt x="24181" y="101995"/>
                  </a:lnTo>
                  <a:lnTo>
                    <a:pt x="24544" y="100989"/>
                  </a:lnTo>
                  <a:lnTo>
                    <a:pt x="24868" y="99960"/>
                  </a:lnTo>
                  <a:lnTo>
                    <a:pt x="25169" y="98928"/>
                  </a:lnTo>
                  <a:lnTo>
                    <a:pt x="25448" y="97893"/>
                  </a:lnTo>
                  <a:lnTo>
                    <a:pt x="25707" y="96854"/>
                  </a:lnTo>
                  <a:lnTo>
                    <a:pt x="25948" y="95812"/>
                  </a:lnTo>
                  <a:lnTo>
                    <a:pt x="26174" y="94767"/>
                  </a:lnTo>
                  <a:lnTo>
                    <a:pt x="26386" y="93720"/>
                  </a:lnTo>
                  <a:lnTo>
                    <a:pt x="26587" y="92669"/>
                  </a:lnTo>
                  <a:lnTo>
                    <a:pt x="26779" y="91616"/>
                  </a:lnTo>
                  <a:lnTo>
                    <a:pt x="26963" y="90559"/>
                  </a:lnTo>
                  <a:lnTo>
                    <a:pt x="27142" y="89501"/>
                  </a:lnTo>
                  <a:lnTo>
                    <a:pt x="27318" y="88440"/>
                  </a:lnTo>
                  <a:lnTo>
                    <a:pt x="27493" y="87376"/>
                  </a:lnTo>
                  <a:lnTo>
                    <a:pt x="27804" y="86195"/>
                  </a:lnTo>
                  <a:lnTo>
                    <a:pt x="28091" y="85324"/>
                  </a:lnTo>
                  <a:lnTo>
                    <a:pt x="28448" y="84613"/>
                  </a:lnTo>
                  <a:lnTo>
                    <a:pt x="28970" y="83909"/>
                  </a:lnTo>
                  <a:lnTo>
                    <a:pt x="29752" y="83060"/>
                  </a:lnTo>
                  <a:lnTo>
                    <a:pt x="30887" y="81916"/>
                  </a:lnTo>
                  <a:lnTo>
                    <a:pt x="31273" y="80846"/>
                  </a:lnTo>
                  <a:lnTo>
                    <a:pt x="31649" y="79772"/>
                  </a:lnTo>
                  <a:lnTo>
                    <a:pt x="32016" y="78696"/>
                  </a:lnTo>
                  <a:lnTo>
                    <a:pt x="32375" y="77616"/>
                  </a:lnTo>
                  <a:lnTo>
                    <a:pt x="32725" y="76534"/>
                  </a:lnTo>
                  <a:lnTo>
                    <a:pt x="33068" y="75449"/>
                  </a:lnTo>
                  <a:lnTo>
                    <a:pt x="33404" y="74362"/>
                  </a:lnTo>
                  <a:lnTo>
                    <a:pt x="33731" y="73349"/>
                  </a:lnTo>
                  <a:lnTo>
                    <a:pt x="34062" y="72344"/>
                  </a:lnTo>
                  <a:lnTo>
                    <a:pt x="34396" y="71346"/>
                  </a:lnTo>
                  <a:lnTo>
                    <a:pt x="34736" y="70354"/>
                  </a:lnTo>
                  <a:lnTo>
                    <a:pt x="35083" y="69369"/>
                  </a:lnTo>
                  <a:lnTo>
                    <a:pt x="35438" y="68390"/>
                  </a:lnTo>
                  <a:lnTo>
                    <a:pt x="35802" y="67416"/>
                  </a:lnTo>
                  <a:lnTo>
                    <a:pt x="36177" y="66447"/>
                  </a:lnTo>
                  <a:lnTo>
                    <a:pt x="36563" y="65483"/>
                  </a:lnTo>
                  <a:lnTo>
                    <a:pt x="36963" y="64522"/>
                  </a:lnTo>
                  <a:lnTo>
                    <a:pt x="37376" y="63564"/>
                  </a:lnTo>
                  <a:lnTo>
                    <a:pt x="37805" y="62610"/>
                  </a:lnTo>
                  <a:lnTo>
                    <a:pt x="38251" y="61657"/>
                  </a:lnTo>
                  <a:lnTo>
                    <a:pt x="38714" y="60707"/>
                  </a:lnTo>
                  <a:lnTo>
                    <a:pt x="39196" y="59758"/>
                  </a:lnTo>
                  <a:lnTo>
                    <a:pt x="39737" y="58697"/>
                  </a:lnTo>
                  <a:lnTo>
                    <a:pt x="40232" y="57686"/>
                  </a:lnTo>
                  <a:lnTo>
                    <a:pt x="40683" y="56712"/>
                  </a:lnTo>
                  <a:lnTo>
                    <a:pt x="41097" y="55760"/>
                  </a:lnTo>
                  <a:lnTo>
                    <a:pt x="41475" y="54815"/>
                  </a:lnTo>
                  <a:lnTo>
                    <a:pt x="41822" y="53862"/>
                  </a:lnTo>
                  <a:lnTo>
                    <a:pt x="42141" y="52888"/>
                  </a:lnTo>
                  <a:lnTo>
                    <a:pt x="42437" y="51877"/>
                  </a:lnTo>
                  <a:lnTo>
                    <a:pt x="42713" y="50814"/>
                  </a:lnTo>
                  <a:lnTo>
                    <a:pt x="42973" y="49687"/>
                  </a:lnTo>
                  <a:lnTo>
                    <a:pt x="44305" y="49687"/>
                  </a:lnTo>
                  <a:lnTo>
                    <a:pt x="45658" y="49687"/>
                  </a:lnTo>
                  <a:lnTo>
                    <a:pt x="46117" y="48354"/>
                  </a:lnTo>
                  <a:lnTo>
                    <a:pt x="46582" y="47001"/>
                  </a:lnTo>
                  <a:lnTo>
                    <a:pt x="47024" y="46017"/>
                  </a:lnTo>
                  <a:lnTo>
                    <a:pt x="47482" y="45048"/>
                  </a:lnTo>
                  <a:lnTo>
                    <a:pt x="47956" y="44090"/>
                  </a:lnTo>
                  <a:lnTo>
                    <a:pt x="48444" y="43144"/>
                  </a:lnTo>
                  <a:lnTo>
                    <a:pt x="48945" y="42208"/>
                  </a:lnTo>
                  <a:lnTo>
                    <a:pt x="49458" y="41281"/>
                  </a:lnTo>
                  <a:lnTo>
                    <a:pt x="49983" y="40362"/>
                  </a:lnTo>
                  <a:lnTo>
                    <a:pt x="50519" y="39449"/>
                  </a:lnTo>
                  <a:lnTo>
                    <a:pt x="51064" y="38541"/>
                  </a:lnTo>
                  <a:lnTo>
                    <a:pt x="51617" y="37637"/>
                  </a:lnTo>
                  <a:lnTo>
                    <a:pt x="52178" y="36736"/>
                  </a:lnTo>
                  <a:lnTo>
                    <a:pt x="52745" y="35836"/>
                  </a:lnTo>
                  <a:lnTo>
                    <a:pt x="53317" y="34937"/>
                  </a:lnTo>
                  <a:lnTo>
                    <a:pt x="53895" y="34037"/>
                  </a:lnTo>
                  <a:lnTo>
                    <a:pt x="54475" y="33135"/>
                  </a:lnTo>
                  <a:lnTo>
                    <a:pt x="55058" y="32229"/>
                  </a:lnTo>
                  <a:lnTo>
                    <a:pt x="55661" y="31265"/>
                  </a:lnTo>
                  <a:lnTo>
                    <a:pt x="56263" y="30300"/>
                  </a:lnTo>
                  <a:lnTo>
                    <a:pt x="56865" y="29335"/>
                  </a:lnTo>
                  <a:lnTo>
                    <a:pt x="57467" y="28370"/>
                  </a:lnTo>
                  <a:lnTo>
                    <a:pt x="58068" y="27404"/>
                  </a:lnTo>
                  <a:lnTo>
                    <a:pt x="58668" y="26439"/>
                  </a:lnTo>
                  <a:lnTo>
                    <a:pt x="59235" y="25531"/>
                  </a:lnTo>
                  <a:lnTo>
                    <a:pt x="59805" y="24626"/>
                  </a:lnTo>
                  <a:lnTo>
                    <a:pt x="60377" y="23724"/>
                  </a:lnTo>
                  <a:lnTo>
                    <a:pt x="60951" y="22824"/>
                  </a:lnTo>
                  <a:lnTo>
                    <a:pt x="61528" y="21926"/>
                  </a:lnTo>
                  <a:lnTo>
                    <a:pt x="62108" y="21030"/>
                  </a:lnTo>
                  <a:lnTo>
                    <a:pt x="62691" y="20135"/>
                  </a:lnTo>
                  <a:lnTo>
                    <a:pt x="63277" y="19242"/>
                  </a:lnTo>
                  <a:lnTo>
                    <a:pt x="63866" y="18349"/>
                  </a:lnTo>
                  <a:lnTo>
                    <a:pt x="64459" y="17457"/>
                  </a:lnTo>
                  <a:lnTo>
                    <a:pt x="65791" y="17457"/>
                  </a:lnTo>
                  <a:lnTo>
                    <a:pt x="67144" y="17457"/>
                  </a:lnTo>
                  <a:lnTo>
                    <a:pt x="67404" y="16877"/>
                  </a:lnTo>
                  <a:lnTo>
                    <a:pt x="68188" y="15123"/>
                  </a:lnTo>
                  <a:lnTo>
                    <a:pt x="68737" y="14147"/>
                  </a:lnTo>
                  <a:lnTo>
                    <a:pt x="69305" y="13213"/>
                  </a:lnTo>
                  <a:lnTo>
                    <a:pt x="69892" y="12314"/>
                  </a:lnTo>
                  <a:lnTo>
                    <a:pt x="70500" y="11445"/>
                  </a:lnTo>
                  <a:lnTo>
                    <a:pt x="71128" y="10598"/>
                  </a:lnTo>
                  <a:lnTo>
                    <a:pt x="71778" y="9767"/>
                  </a:lnTo>
                  <a:lnTo>
                    <a:pt x="72450" y="8944"/>
                  </a:lnTo>
                  <a:lnTo>
                    <a:pt x="73147" y="8124"/>
                  </a:lnTo>
                  <a:lnTo>
                    <a:pt x="73867" y="7299"/>
                  </a:lnTo>
                  <a:lnTo>
                    <a:pt x="74614" y="6462"/>
                  </a:lnTo>
                  <a:lnTo>
                    <a:pt x="74985" y="6047"/>
                  </a:lnTo>
                  <a:lnTo>
                    <a:pt x="75640" y="5314"/>
                  </a:lnTo>
                  <a:lnTo>
                    <a:pt x="77137" y="3635"/>
                  </a:lnTo>
                  <a:lnTo>
                    <a:pt x="77983" y="2713"/>
                  </a:lnTo>
                  <a:lnTo>
                    <a:pt x="78835" y="1798"/>
                  </a:lnTo>
                  <a:lnTo>
                    <a:pt x="79697" y="892"/>
                  </a:lnTo>
                  <a:lnTo>
                    <a:pt x="80573" y="0"/>
                  </a:lnTo>
                  <a:close/>
                </a:path>
              </a:pathLst>
            </a:custGeom>
            <a:solidFill>
              <a:srgbClr val="5D5D5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region 56 #727C8D"/>
            <p:cNvSpPr/>
            <p:nvPr/>
          </p:nvSpPr>
          <p:spPr>
            <a:xfrm>
              <a:off x="2180841" y="862130"/>
              <a:ext cx="323635" cy="22829"/>
            </a:xfrm>
            <a:custGeom>
              <a:avLst/>
              <a:gdLst/>
              <a:ahLst/>
              <a:cxnLst/>
              <a:rect l="l" t="t" r="r" b="b"/>
              <a:pathLst>
                <a:path w="323635" h="22829">
                  <a:moveTo>
                    <a:pt x="312892" y="0"/>
                  </a:moveTo>
                  <a:lnTo>
                    <a:pt x="314348" y="1732"/>
                  </a:lnTo>
                  <a:lnTo>
                    <a:pt x="315513" y="3137"/>
                  </a:lnTo>
                  <a:lnTo>
                    <a:pt x="316421" y="4273"/>
                  </a:lnTo>
                  <a:lnTo>
                    <a:pt x="317103" y="5195"/>
                  </a:lnTo>
                  <a:lnTo>
                    <a:pt x="317592" y="5959"/>
                  </a:lnTo>
                  <a:lnTo>
                    <a:pt x="317920" y="6623"/>
                  </a:lnTo>
                  <a:lnTo>
                    <a:pt x="318119" y="7243"/>
                  </a:lnTo>
                  <a:lnTo>
                    <a:pt x="318221" y="7875"/>
                  </a:lnTo>
                  <a:lnTo>
                    <a:pt x="318258" y="8575"/>
                  </a:lnTo>
                  <a:lnTo>
                    <a:pt x="318264" y="9401"/>
                  </a:lnTo>
                  <a:lnTo>
                    <a:pt x="319597" y="9401"/>
                  </a:lnTo>
                  <a:lnTo>
                    <a:pt x="320949" y="9401"/>
                  </a:lnTo>
                  <a:lnTo>
                    <a:pt x="320949" y="10731"/>
                  </a:lnTo>
                  <a:lnTo>
                    <a:pt x="320949" y="12071"/>
                  </a:lnTo>
                  <a:lnTo>
                    <a:pt x="320949" y="13429"/>
                  </a:lnTo>
                  <a:lnTo>
                    <a:pt x="322282" y="13429"/>
                  </a:lnTo>
                  <a:lnTo>
                    <a:pt x="323635" y="13429"/>
                  </a:lnTo>
                  <a:lnTo>
                    <a:pt x="323487" y="14463"/>
                  </a:lnTo>
                  <a:lnTo>
                    <a:pt x="323340" y="15498"/>
                  </a:lnTo>
                  <a:lnTo>
                    <a:pt x="323192" y="16535"/>
                  </a:lnTo>
                  <a:lnTo>
                    <a:pt x="323043" y="17574"/>
                  </a:lnTo>
                  <a:lnTo>
                    <a:pt x="322894" y="18615"/>
                  </a:lnTo>
                  <a:lnTo>
                    <a:pt x="322745" y="19661"/>
                  </a:lnTo>
                  <a:lnTo>
                    <a:pt x="322595" y="20712"/>
                  </a:lnTo>
                  <a:lnTo>
                    <a:pt x="322444" y="21767"/>
                  </a:lnTo>
                  <a:lnTo>
                    <a:pt x="322292" y="22829"/>
                  </a:lnTo>
                  <a:lnTo>
                    <a:pt x="320960" y="22829"/>
                  </a:lnTo>
                  <a:lnTo>
                    <a:pt x="319607" y="22829"/>
                  </a:lnTo>
                  <a:lnTo>
                    <a:pt x="319607" y="21765"/>
                  </a:lnTo>
                  <a:lnTo>
                    <a:pt x="319607" y="20699"/>
                  </a:lnTo>
                  <a:lnTo>
                    <a:pt x="319607" y="19627"/>
                  </a:lnTo>
                  <a:lnTo>
                    <a:pt x="319607" y="18548"/>
                  </a:lnTo>
                  <a:lnTo>
                    <a:pt x="319607" y="17458"/>
                  </a:lnTo>
                  <a:lnTo>
                    <a:pt x="318274" y="17458"/>
                  </a:lnTo>
                  <a:lnTo>
                    <a:pt x="316921" y="17458"/>
                  </a:lnTo>
                  <a:lnTo>
                    <a:pt x="316699" y="16350"/>
                  </a:lnTo>
                  <a:lnTo>
                    <a:pt x="316477" y="15240"/>
                  </a:lnTo>
                  <a:lnTo>
                    <a:pt x="316254" y="14126"/>
                  </a:lnTo>
                  <a:lnTo>
                    <a:pt x="316031" y="13006"/>
                  </a:lnTo>
                  <a:lnTo>
                    <a:pt x="315805" y="11880"/>
                  </a:lnTo>
                  <a:lnTo>
                    <a:pt x="315578" y="10743"/>
                  </a:lnTo>
                  <a:lnTo>
                    <a:pt x="314245" y="10743"/>
                  </a:lnTo>
                  <a:lnTo>
                    <a:pt x="312892" y="10743"/>
                  </a:lnTo>
                  <a:lnTo>
                    <a:pt x="312892" y="9679"/>
                  </a:lnTo>
                  <a:lnTo>
                    <a:pt x="312892" y="8613"/>
                  </a:lnTo>
                  <a:lnTo>
                    <a:pt x="312892" y="7541"/>
                  </a:lnTo>
                  <a:lnTo>
                    <a:pt x="312892" y="6462"/>
                  </a:lnTo>
                  <a:lnTo>
                    <a:pt x="312892" y="5372"/>
                  </a:lnTo>
                  <a:lnTo>
                    <a:pt x="311713" y="5373"/>
                  </a:lnTo>
                  <a:lnTo>
                    <a:pt x="310529" y="5374"/>
                  </a:lnTo>
                  <a:lnTo>
                    <a:pt x="309335" y="5375"/>
                  </a:lnTo>
                  <a:lnTo>
                    <a:pt x="308129" y="5376"/>
                  </a:lnTo>
                  <a:lnTo>
                    <a:pt x="306380" y="5377"/>
                  </a:lnTo>
                  <a:lnTo>
                    <a:pt x="304632" y="5379"/>
                  </a:lnTo>
                  <a:lnTo>
                    <a:pt x="302883" y="5380"/>
                  </a:lnTo>
                  <a:lnTo>
                    <a:pt x="301135" y="5381"/>
                  </a:lnTo>
                  <a:lnTo>
                    <a:pt x="299386" y="5382"/>
                  </a:lnTo>
                  <a:lnTo>
                    <a:pt x="297638" y="5384"/>
                  </a:lnTo>
                  <a:lnTo>
                    <a:pt x="295889" y="5385"/>
                  </a:lnTo>
                  <a:lnTo>
                    <a:pt x="294140" y="5386"/>
                  </a:lnTo>
                  <a:lnTo>
                    <a:pt x="292392" y="5387"/>
                  </a:lnTo>
                  <a:lnTo>
                    <a:pt x="290643" y="5389"/>
                  </a:lnTo>
                  <a:lnTo>
                    <a:pt x="288895" y="5390"/>
                  </a:lnTo>
                  <a:lnTo>
                    <a:pt x="287146" y="5391"/>
                  </a:lnTo>
                  <a:lnTo>
                    <a:pt x="285398" y="5392"/>
                  </a:lnTo>
                  <a:lnTo>
                    <a:pt x="283649" y="5394"/>
                  </a:lnTo>
                  <a:lnTo>
                    <a:pt x="281900" y="5395"/>
                  </a:lnTo>
                  <a:lnTo>
                    <a:pt x="280152" y="5396"/>
                  </a:lnTo>
                  <a:lnTo>
                    <a:pt x="278403" y="5397"/>
                  </a:lnTo>
                  <a:lnTo>
                    <a:pt x="276655" y="5398"/>
                  </a:lnTo>
                  <a:lnTo>
                    <a:pt x="274906" y="5400"/>
                  </a:lnTo>
                  <a:lnTo>
                    <a:pt x="273157" y="5401"/>
                  </a:lnTo>
                  <a:lnTo>
                    <a:pt x="271409" y="5402"/>
                  </a:lnTo>
                  <a:lnTo>
                    <a:pt x="269660" y="5403"/>
                  </a:lnTo>
                  <a:lnTo>
                    <a:pt x="267912" y="5404"/>
                  </a:lnTo>
                  <a:lnTo>
                    <a:pt x="266163" y="5405"/>
                  </a:lnTo>
                  <a:lnTo>
                    <a:pt x="264415" y="5406"/>
                  </a:lnTo>
                  <a:lnTo>
                    <a:pt x="262666" y="5407"/>
                  </a:lnTo>
                  <a:lnTo>
                    <a:pt x="260917" y="5408"/>
                  </a:lnTo>
                  <a:lnTo>
                    <a:pt x="259169" y="5410"/>
                  </a:lnTo>
                  <a:lnTo>
                    <a:pt x="257420" y="5411"/>
                  </a:lnTo>
                  <a:lnTo>
                    <a:pt x="255672" y="5412"/>
                  </a:lnTo>
                  <a:lnTo>
                    <a:pt x="253923" y="5413"/>
                  </a:lnTo>
                  <a:lnTo>
                    <a:pt x="252174" y="5414"/>
                  </a:lnTo>
                  <a:lnTo>
                    <a:pt x="250426" y="5415"/>
                  </a:lnTo>
                  <a:lnTo>
                    <a:pt x="248677" y="5416"/>
                  </a:lnTo>
                  <a:lnTo>
                    <a:pt x="246929" y="5417"/>
                  </a:lnTo>
                  <a:lnTo>
                    <a:pt x="245180" y="5418"/>
                  </a:lnTo>
                  <a:lnTo>
                    <a:pt x="243431" y="5419"/>
                  </a:lnTo>
                  <a:lnTo>
                    <a:pt x="241683" y="5420"/>
                  </a:lnTo>
                  <a:lnTo>
                    <a:pt x="239934" y="5421"/>
                  </a:lnTo>
                  <a:lnTo>
                    <a:pt x="238186" y="5422"/>
                  </a:lnTo>
                  <a:lnTo>
                    <a:pt x="236437" y="5422"/>
                  </a:lnTo>
                  <a:lnTo>
                    <a:pt x="234688" y="5423"/>
                  </a:lnTo>
                  <a:lnTo>
                    <a:pt x="232940" y="5424"/>
                  </a:lnTo>
                  <a:lnTo>
                    <a:pt x="231191" y="5425"/>
                  </a:lnTo>
                  <a:lnTo>
                    <a:pt x="229443" y="5426"/>
                  </a:lnTo>
                  <a:lnTo>
                    <a:pt x="227694" y="5427"/>
                  </a:lnTo>
                  <a:lnTo>
                    <a:pt x="225946" y="5428"/>
                  </a:lnTo>
                  <a:lnTo>
                    <a:pt x="224197" y="5429"/>
                  </a:lnTo>
                  <a:lnTo>
                    <a:pt x="222448" y="5429"/>
                  </a:lnTo>
                  <a:lnTo>
                    <a:pt x="220700" y="5430"/>
                  </a:lnTo>
                  <a:lnTo>
                    <a:pt x="218951" y="5431"/>
                  </a:lnTo>
                  <a:lnTo>
                    <a:pt x="217203" y="5432"/>
                  </a:lnTo>
                  <a:lnTo>
                    <a:pt x="215454" y="5433"/>
                  </a:lnTo>
                  <a:lnTo>
                    <a:pt x="213705" y="5433"/>
                  </a:lnTo>
                  <a:lnTo>
                    <a:pt x="211957" y="5434"/>
                  </a:lnTo>
                  <a:lnTo>
                    <a:pt x="210208" y="5435"/>
                  </a:lnTo>
                  <a:lnTo>
                    <a:pt x="208460" y="5436"/>
                  </a:lnTo>
                  <a:lnTo>
                    <a:pt x="206711" y="5436"/>
                  </a:lnTo>
                  <a:lnTo>
                    <a:pt x="204963" y="5437"/>
                  </a:lnTo>
                  <a:lnTo>
                    <a:pt x="203214" y="5438"/>
                  </a:lnTo>
                  <a:lnTo>
                    <a:pt x="201465" y="5438"/>
                  </a:lnTo>
                  <a:lnTo>
                    <a:pt x="199717" y="5439"/>
                  </a:lnTo>
                  <a:lnTo>
                    <a:pt x="197968" y="5440"/>
                  </a:lnTo>
                  <a:lnTo>
                    <a:pt x="196220" y="5440"/>
                  </a:lnTo>
                  <a:lnTo>
                    <a:pt x="195160" y="5441"/>
                  </a:lnTo>
                  <a:lnTo>
                    <a:pt x="194101" y="5441"/>
                  </a:lnTo>
                  <a:lnTo>
                    <a:pt x="193041" y="5441"/>
                  </a:lnTo>
                  <a:lnTo>
                    <a:pt x="191982" y="5442"/>
                  </a:lnTo>
                  <a:lnTo>
                    <a:pt x="190923" y="5442"/>
                  </a:lnTo>
                  <a:lnTo>
                    <a:pt x="189863" y="5443"/>
                  </a:lnTo>
                  <a:lnTo>
                    <a:pt x="188804" y="5443"/>
                  </a:lnTo>
                  <a:lnTo>
                    <a:pt x="187745" y="5444"/>
                  </a:lnTo>
                  <a:lnTo>
                    <a:pt x="186685" y="5444"/>
                  </a:lnTo>
                  <a:lnTo>
                    <a:pt x="185626" y="5445"/>
                  </a:lnTo>
                  <a:lnTo>
                    <a:pt x="184567" y="5445"/>
                  </a:lnTo>
                  <a:lnTo>
                    <a:pt x="183508" y="5445"/>
                  </a:lnTo>
                  <a:lnTo>
                    <a:pt x="182449" y="5446"/>
                  </a:lnTo>
                  <a:lnTo>
                    <a:pt x="181073" y="5446"/>
                  </a:lnTo>
                  <a:lnTo>
                    <a:pt x="179678" y="5447"/>
                  </a:lnTo>
                  <a:lnTo>
                    <a:pt x="178621" y="5447"/>
                  </a:lnTo>
                  <a:lnTo>
                    <a:pt x="177564" y="5448"/>
                  </a:lnTo>
                  <a:lnTo>
                    <a:pt x="176506" y="5448"/>
                  </a:lnTo>
                  <a:lnTo>
                    <a:pt x="175449" y="5449"/>
                  </a:lnTo>
                  <a:lnTo>
                    <a:pt x="174392" y="5449"/>
                  </a:lnTo>
                  <a:lnTo>
                    <a:pt x="173335" y="5450"/>
                  </a:lnTo>
                  <a:lnTo>
                    <a:pt x="172278" y="5450"/>
                  </a:lnTo>
                  <a:lnTo>
                    <a:pt x="171220" y="5451"/>
                  </a:lnTo>
                  <a:lnTo>
                    <a:pt x="170163" y="5451"/>
                  </a:lnTo>
                  <a:lnTo>
                    <a:pt x="169106" y="5452"/>
                  </a:lnTo>
                  <a:lnTo>
                    <a:pt x="168049" y="5452"/>
                  </a:lnTo>
                  <a:lnTo>
                    <a:pt x="166991" y="5453"/>
                  </a:lnTo>
                  <a:lnTo>
                    <a:pt x="165934" y="5454"/>
                  </a:lnTo>
                  <a:lnTo>
                    <a:pt x="164877" y="5454"/>
                  </a:lnTo>
                  <a:lnTo>
                    <a:pt x="163820" y="5455"/>
                  </a:lnTo>
                  <a:lnTo>
                    <a:pt x="162762" y="5455"/>
                  </a:lnTo>
                  <a:lnTo>
                    <a:pt x="161705" y="5456"/>
                  </a:lnTo>
                  <a:lnTo>
                    <a:pt x="160648" y="5457"/>
                  </a:lnTo>
                  <a:lnTo>
                    <a:pt x="159591" y="5457"/>
                  </a:lnTo>
                  <a:lnTo>
                    <a:pt x="158534" y="5458"/>
                  </a:lnTo>
                  <a:lnTo>
                    <a:pt x="157476" y="5459"/>
                  </a:lnTo>
                  <a:lnTo>
                    <a:pt x="156419" y="5459"/>
                  </a:lnTo>
                  <a:lnTo>
                    <a:pt x="155362" y="5460"/>
                  </a:lnTo>
                  <a:lnTo>
                    <a:pt x="154305" y="5461"/>
                  </a:lnTo>
                  <a:lnTo>
                    <a:pt x="153247" y="5462"/>
                  </a:lnTo>
                  <a:lnTo>
                    <a:pt x="152190" y="5462"/>
                  </a:lnTo>
                  <a:lnTo>
                    <a:pt x="151133" y="5463"/>
                  </a:lnTo>
                  <a:lnTo>
                    <a:pt x="150076" y="5464"/>
                  </a:lnTo>
                  <a:lnTo>
                    <a:pt x="149018" y="5465"/>
                  </a:lnTo>
                  <a:lnTo>
                    <a:pt x="147961" y="5465"/>
                  </a:lnTo>
                  <a:lnTo>
                    <a:pt x="146904" y="5466"/>
                  </a:lnTo>
                  <a:lnTo>
                    <a:pt x="145847" y="5467"/>
                  </a:lnTo>
                  <a:lnTo>
                    <a:pt x="144789" y="5468"/>
                  </a:lnTo>
                  <a:lnTo>
                    <a:pt x="143732" y="5469"/>
                  </a:lnTo>
                  <a:lnTo>
                    <a:pt x="142675" y="5469"/>
                  </a:lnTo>
                  <a:lnTo>
                    <a:pt x="141618" y="5470"/>
                  </a:lnTo>
                  <a:lnTo>
                    <a:pt x="140561" y="5471"/>
                  </a:lnTo>
                  <a:lnTo>
                    <a:pt x="139503" y="5472"/>
                  </a:lnTo>
                  <a:lnTo>
                    <a:pt x="138446" y="5473"/>
                  </a:lnTo>
                  <a:lnTo>
                    <a:pt x="137389" y="5474"/>
                  </a:lnTo>
                  <a:lnTo>
                    <a:pt x="136332" y="5474"/>
                  </a:lnTo>
                  <a:lnTo>
                    <a:pt x="135274" y="5475"/>
                  </a:lnTo>
                  <a:lnTo>
                    <a:pt x="134215" y="5476"/>
                  </a:lnTo>
                  <a:lnTo>
                    <a:pt x="133156" y="5477"/>
                  </a:lnTo>
                  <a:lnTo>
                    <a:pt x="132096" y="5478"/>
                  </a:lnTo>
                  <a:lnTo>
                    <a:pt x="131037" y="5479"/>
                  </a:lnTo>
                  <a:lnTo>
                    <a:pt x="129977" y="5480"/>
                  </a:lnTo>
                  <a:lnTo>
                    <a:pt x="128918" y="5481"/>
                  </a:lnTo>
                  <a:lnTo>
                    <a:pt x="127858" y="5481"/>
                  </a:lnTo>
                  <a:lnTo>
                    <a:pt x="126799" y="5482"/>
                  </a:lnTo>
                  <a:lnTo>
                    <a:pt x="125739" y="5483"/>
                  </a:lnTo>
                  <a:lnTo>
                    <a:pt x="124680" y="5484"/>
                  </a:lnTo>
                  <a:lnTo>
                    <a:pt x="123621" y="5484"/>
                  </a:lnTo>
                  <a:lnTo>
                    <a:pt x="122561" y="5485"/>
                  </a:lnTo>
                  <a:lnTo>
                    <a:pt x="121502" y="5486"/>
                  </a:lnTo>
                  <a:lnTo>
                    <a:pt x="120442" y="5486"/>
                  </a:lnTo>
                  <a:lnTo>
                    <a:pt x="119383" y="5487"/>
                  </a:lnTo>
                  <a:lnTo>
                    <a:pt x="118323" y="5488"/>
                  </a:lnTo>
                  <a:lnTo>
                    <a:pt x="117264" y="5488"/>
                  </a:lnTo>
                  <a:lnTo>
                    <a:pt x="116204" y="5489"/>
                  </a:lnTo>
                  <a:lnTo>
                    <a:pt x="115145" y="5489"/>
                  </a:lnTo>
                  <a:lnTo>
                    <a:pt x="114086" y="5490"/>
                  </a:lnTo>
                  <a:lnTo>
                    <a:pt x="113026" y="5490"/>
                  </a:lnTo>
                  <a:lnTo>
                    <a:pt x="111967" y="5491"/>
                  </a:lnTo>
                  <a:lnTo>
                    <a:pt x="110907" y="5491"/>
                  </a:lnTo>
                  <a:lnTo>
                    <a:pt x="109848" y="5492"/>
                  </a:lnTo>
                  <a:lnTo>
                    <a:pt x="108788" y="5492"/>
                  </a:lnTo>
                  <a:lnTo>
                    <a:pt x="107729" y="5493"/>
                  </a:lnTo>
                  <a:lnTo>
                    <a:pt x="106670" y="5493"/>
                  </a:lnTo>
                  <a:lnTo>
                    <a:pt x="105610" y="5494"/>
                  </a:lnTo>
                  <a:lnTo>
                    <a:pt x="104551" y="5494"/>
                  </a:lnTo>
                  <a:lnTo>
                    <a:pt x="103491" y="5495"/>
                  </a:lnTo>
                  <a:lnTo>
                    <a:pt x="102432" y="5495"/>
                  </a:lnTo>
                  <a:lnTo>
                    <a:pt x="101372" y="5495"/>
                  </a:lnTo>
                  <a:lnTo>
                    <a:pt x="100313" y="5496"/>
                  </a:lnTo>
                  <a:lnTo>
                    <a:pt x="99253" y="5496"/>
                  </a:lnTo>
                  <a:lnTo>
                    <a:pt x="98194" y="5496"/>
                  </a:lnTo>
                  <a:lnTo>
                    <a:pt x="97135" y="5496"/>
                  </a:lnTo>
                  <a:lnTo>
                    <a:pt x="96075" y="5497"/>
                  </a:lnTo>
                  <a:lnTo>
                    <a:pt x="95016" y="5497"/>
                  </a:lnTo>
                  <a:lnTo>
                    <a:pt x="93956" y="5497"/>
                  </a:lnTo>
                  <a:lnTo>
                    <a:pt x="92897" y="5498"/>
                  </a:lnTo>
                  <a:lnTo>
                    <a:pt x="91837" y="5498"/>
                  </a:lnTo>
                  <a:lnTo>
                    <a:pt x="90778" y="5498"/>
                  </a:lnTo>
                  <a:lnTo>
                    <a:pt x="89718" y="5498"/>
                  </a:lnTo>
                  <a:lnTo>
                    <a:pt x="88652" y="5498"/>
                  </a:lnTo>
                  <a:lnTo>
                    <a:pt x="87586" y="5499"/>
                  </a:lnTo>
                  <a:lnTo>
                    <a:pt x="86520" y="5499"/>
                  </a:lnTo>
                  <a:lnTo>
                    <a:pt x="85453" y="5499"/>
                  </a:lnTo>
                  <a:lnTo>
                    <a:pt x="84387" y="5499"/>
                  </a:lnTo>
                  <a:lnTo>
                    <a:pt x="83321" y="5500"/>
                  </a:lnTo>
                  <a:lnTo>
                    <a:pt x="82255" y="5500"/>
                  </a:lnTo>
                  <a:lnTo>
                    <a:pt x="81188" y="5501"/>
                  </a:lnTo>
                  <a:lnTo>
                    <a:pt x="80122" y="5501"/>
                  </a:lnTo>
                  <a:lnTo>
                    <a:pt x="79056" y="5501"/>
                  </a:lnTo>
                  <a:lnTo>
                    <a:pt x="77990" y="5502"/>
                  </a:lnTo>
                  <a:lnTo>
                    <a:pt x="76923" y="5503"/>
                  </a:lnTo>
                  <a:lnTo>
                    <a:pt x="75857" y="5503"/>
                  </a:lnTo>
                  <a:lnTo>
                    <a:pt x="74791" y="5504"/>
                  </a:lnTo>
                  <a:lnTo>
                    <a:pt x="73724" y="5505"/>
                  </a:lnTo>
                  <a:lnTo>
                    <a:pt x="72658" y="5506"/>
                  </a:lnTo>
                  <a:lnTo>
                    <a:pt x="71592" y="5506"/>
                  </a:lnTo>
                  <a:lnTo>
                    <a:pt x="70525" y="5507"/>
                  </a:lnTo>
                  <a:lnTo>
                    <a:pt x="69459" y="5508"/>
                  </a:lnTo>
                  <a:lnTo>
                    <a:pt x="68393" y="5509"/>
                  </a:lnTo>
                  <a:lnTo>
                    <a:pt x="67326" y="5511"/>
                  </a:lnTo>
                  <a:lnTo>
                    <a:pt x="66260" y="5512"/>
                  </a:lnTo>
                  <a:lnTo>
                    <a:pt x="65194" y="5513"/>
                  </a:lnTo>
                  <a:lnTo>
                    <a:pt x="64127" y="5514"/>
                  </a:lnTo>
                  <a:lnTo>
                    <a:pt x="63080" y="5515"/>
                  </a:lnTo>
                  <a:lnTo>
                    <a:pt x="62034" y="5517"/>
                  </a:lnTo>
                  <a:lnTo>
                    <a:pt x="60987" y="5518"/>
                  </a:lnTo>
                  <a:lnTo>
                    <a:pt x="59940" y="5519"/>
                  </a:lnTo>
                  <a:lnTo>
                    <a:pt x="58893" y="5519"/>
                  </a:lnTo>
                  <a:lnTo>
                    <a:pt x="57847" y="5520"/>
                  </a:lnTo>
                  <a:lnTo>
                    <a:pt x="56800" y="5521"/>
                  </a:lnTo>
                  <a:lnTo>
                    <a:pt x="55753" y="5522"/>
                  </a:lnTo>
                  <a:lnTo>
                    <a:pt x="54706" y="5522"/>
                  </a:lnTo>
                  <a:lnTo>
                    <a:pt x="53660" y="5523"/>
                  </a:lnTo>
                  <a:lnTo>
                    <a:pt x="52613" y="5523"/>
                  </a:lnTo>
                  <a:lnTo>
                    <a:pt x="51566" y="5524"/>
                  </a:lnTo>
                  <a:lnTo>
                    <a:pt x="50519" y="5524"/>
                  </a:lnTo>
                  <a:lnTo>
                    <a:pt x="49473" y="5524"/>
                  </a:lnTo>
                  <a:lnTo>
                    <a:pt x="48426" y="5524"/>
                  </a:lnTo>
                  <a:lnTo>
                    <a:pt x="47379" y="5525"/>
                  </a:lnTo>
                  <a:lnTo>
                    <a:pt x="46332" y="5525"/>
                  </a:lnTo>
                  <a:lnTo>
                    <a:pt x="45286" y="5525"/>
                  </a:lnTo>
                  <a:lnTo>
                    <a:pt x="44239" y="5525"/>
                  </a:lnTo>
                  <a:lnTo>
                    <a:pt x="43192" y="5524"/>
                  </a:lnTo>
                  <a:lnTo>
                    <a:pt x="42145" y="5524"/>
                  </a:lnTo>
                  <a:lnTo>
                    <a:pt x="41099" y="5524"/>
                  </a:lnTo>
                  <a:lnTo>
                    <a:pt x="40052" y="5524"/>
                  </a:lnTo>
                  <a:lnTo>
                    <a:pt x="38946" y="5524"/>
                  </a:lnTo>
                  <a:lnTo>
                    <a:pt x="37840" y="5524"/>
                  </a:lnTo>
                  <a:lnTo>
                    <a:pt x="36734" y="5525"/>
                  </a:lnTo>
                  <a:lnTo>
                    <a:pt x="35629" y="5526"/>
                  </a:lnTo>
                  <a:lnTo>
                    <a:pt x="34523" y="5527"/>
                  </a:lnTo>
                  <a:lnTo>
                    <a:pt x="33417" y="5528"/>
                  </a:lnTo>
                  <a:lnTo>
                    <a:pt x="32312" y="5530"/>
                  </a:lnTo>
                  <a:lnTo>
                    <a:pt x="31206" y="5532"/>
                  </a:lnTo>
                  <a:lnTo>
                    <a:pt x="30110" y="5533"/>
                  </a:lnTo>
                  <a:lnTo>
                    <a:pt x="29013" y="5535"/>
                  </a:lnTo>
                  <a:lnTo>
                    <a:pt x="27917" y="5536"/>
                  </a:lnTo>
                  <a:lnTo>
                    <a:pt x="26821" y="5536"/>
                  </a:lnTo>
                  <a:lnTo>
                    <a:pt x="25724" y="5536"/>
                  </a:lnTo>
                  <a:lnTo>
                    <a:pt x="24628" y="5536"/>
                  </a:lnTo>
                  <a:lnTo>
                    <a:pt x="23532" y="5536"/>
                  </a:lnTo>
                  <a:lnTo>
                    <a:pt x="22435" y="5536"/>
                  </a:lnTo>
                  <a:lnTo>
                    <a:pt x="21339" y="5535"/>
                  </a:lnTo>
                  <a:lnTo>
                    <a:pt x="20242" y="5534"/>
                  </a:lnTo>
                  <a:lnTo>
                    <a:pt x="19146" y="5533"/>
                  </a:lnTo>
                  <a:lnTo>
                    <a:pt x="18624" y="5535"/>
                  </a:lnTo>
                  <a:lnTo>
                    <a:pt x="17704" y="5538"/>
                  </a:lnTo>
                  <a:lnTo>
                    <a:pt x="15595" y="5545"/>
                  </a:lnTo>
                  <a:lnTo>
                    <a:pt x="14525" y="5540"/>
                  </a:lnTo>
                  <a:lnTo>
                    <a:pt x="13464" y="5530"/>
                  </a:lnTo>
                  <a:lnTo>
                    <a:pt x="12412" y="5511"/>
                  </a:lnTo>
                  <a:lnTo>
                    <a:pt x="11367" y="5484"/>
                  </a:lnTo>
                  <a:lnTo>
                    <a:pt x="10328" y="5445"/>
                  </a:lnTo>
                  <a:lnTo>
                    <a:pt x="9294" y="5393"/>
                  </a:lnTo>
                  <a:lnTo>
                    <a:pt x="8263" y="5326"/>
                  </a:lnTo>
                  <a:lnTo>
                    <a:pt x="7235" y="5243"/>
                  </a:lnTo>
                  <a:lnTo>
                    <a:pt x="6208" y="5140"/>
                  </a:lnTo>
                  <a:lnTo>
                    <a:pt x="5181" y="5017"/>
                  </a:lnTo>
                  <a:lnTo>
                    <a:pt x="4153" y="4872"/>
                  </a:lnTo>
                  <a:lnTo>
                    <a:pt x="3122" y="4702"/>
                  </a:lnTo>
                  <a:lnTo>
                    <a:pt x="2087" y="4506"/>
                  </a:lnTo>
                  <a:lnTo>
                    <a:pt x="1047" y="4283"/>
                  </a:lnTo>
                  <a:lnTo>
                    <a:pt x="0" y="4029"/>
                  </a:lnTo>
                  <a:lnTo>
                    <a:pt x="0" y="3363"/>
                  </a:lnTo>
                  <a:lnTo>
                    <a:pt x="0" y="2686"/>
                  </a:lnTo>
                  <a:lnTo>
                    <a:pt x="4840" y="2686"/>
                  </a:lnTo>
                  <a:lnTo>
                    <a:pt x="9681" y="2686"/>
                  </a:lnTo>
                  <a:lnTo>
                    <a:pt x="14521" y="2686"/>
                  </a:lnTo>
                  <a:lnTo>
                    <a:pt x="19361" y="2686"/>
                  </a:lnTo>
                  <a:lnTo>
                    <a:pt x="24202" y="2686"/>
                  </a:lnTo>
                  <a:lnTo>
                    <a:pt x="29043" y="2686"/>
                  </a:lnTo>
                  <a:lnTo>
                    <a:pt x="33885" y="2686"/>
                  </a:lnTo>
                  <a:lnTo>
                    <a:pt x="38727" y="2686"/>
                  </a:lnTo>
                  <a:lnTo>
                    <a:pt x="43570" y="2686"/>
                  </a:lnTo>
                  <a:lnTo>
                    <a:pt x="48413" y="2686"/>
                  </a:lnTo>
                  <a:lnTo>
                    <a:pt x="53257" y="2686"/>
                  </a:lnTo>
                  <a:lnTo>
                    <a:pt x="58102" y="2686"/>
                  </a:lnTo>
                  <a:lnTo>
                    <a:pt x="62947" y="2686"/>
                  </a:lnTo>
                  <a:lnTo>
                    <a:pt x="67794" y="2686"/>
                  </a:lnTo>
                  <a:lnTo>
                    <a:pt x="72641" y="2686"/>
                  </a:lnTo>
                  <a:lnTo>
                    <a:pt x="77490" y="2686"/>
                  </a:lnTo>
                  <a:lnTo>
                    <a:pt x="82340" y="2686"/>
                  </a:lnTo>
                  <a:lnTo>
                    <a:pt x="87191" y="2686"/>
                  </a:lnTo>
                  <a:lnTo>
                    <a:pt x="92043" y="2686"/>
                  </a:lnTo>
                  <a:lnTo>
                    <a:pt x="96897" y="2686"/>
                  </a:lnTo>
                  <a:lnTo>
                    <a:pt x="101752" y="2686"/>
                  </a:lnTo>
                  <a:lnTo>
                    <a:pt x="106608" y="2686"/>
                  </a:lnTo>
                  <a:lnTo>
                    <a:pt x="111467" y="2686"/>
                  </a:lnTo>
                  <a:lnTo>
                    <a:pt x="116326" y="2686"/>
                  </a:lnTo>
                  <a:lnTo>
                    <a:pt x="121188" y="2686"/>
                  </a:lnTo>
                  <a:lnTo>
                    <a:pt x="126051" y="2686"/>
                  </a:lnTo>
                  <a:lnTo>
                    <a:pt x="130917" y="2686"/>
                  </a:lnTo>
                  <a:lnTo>
                    <a:pt x="135784" y="2686"/>
                  </a:lnTo>
                  <a:lnTo>
                    <a:pt x="140653" y="2686"/>
                  </a:lnTo>
                  <a:lnTo>
                    <a:pt x="145524" y="2686"/>
                  </a:lnTo>
                  <a:lnTo>
                    <a:pt x="150397" y="2686"/>
                  </a:lnTo>
                  <a:lnTo>
                    <a:pt x="155273" y="2686"/>
                  </a:lnTo>
                  <a:lnTo>
                    <a:pt x="160151" y="2686"/>
                  </a:lnTo>
                  <a:lnTo>
                    <a:pt x="165031" y="2686"/>
                  </a:lnTo>
                  <a:lnTo>
                    <a:pt x="169914" y="2686"/>
                  </a:lnTo>
                  <a:lnTo>
                    <a:pt x="174799" y="2686"/>
                  </a:lnTo>
                  <a:lnTo>
                    <a:pt x="179687" y="2686"/>
                  </a:lnTo>
                  <a:lnTo>
                    <a:pt x="184577" y="2686"/>
                  </a:lnTo>
                  <a:lnTo>
                    <a:pt x="189470" y="2686"/>
                  </a:lnTo>
                  <a:lnTo>
                    <a:pt x="194366" y="2686"/>
                  </a:lnTo>
                  <a:lnTo>
                    <a:pt x="199265" y="2686"/>
                  </a:lnTo>
                  <a:lnTo>
                    <a:pt x="204167" y="2686"/>
                  </a:lnTo>
                  <a:lnTo>
                    <a:pt x="209071" y="2686"/>
                  </a:lnTo>
                  <a:lnTo>
                    <a:pt x="213979" y="2686"/>
                  </a:lnTo>
                  <a:lnTo>
                    <a:pt x="218890" y="2686"/>
                  </a:lnTo>
                  <a:lnTo>
                    <a:pt x="223804" y="2686"/>
                  </a:lnTo>
                  <a:lnTo>
                    <a:pt x="228722" y="2686"/>
                  </a:lnTo>
                  <a:lnTo>
                    <a:pt x="233643" y="2686"/>
                  </a:lnTo>
                  <a:lnTo>
                    <a:pt x="238567" y="2686"/>
                  </a:lnTo>
                  <a:lnTo>
                    <a:pt x="243495" y="2686"/>
                  </a:lnTo>
                  <a:lnTo>
                    <a:pt x="248426" y="2686"/>
                  </a:lnTo>
                  <a:lnTo>
                    <a:pt x="253361" y="2686"/>
                  </a:lnTo>
                  <a:lnTo>
                    <a:pt x="258300" y="2686"/>
                  </a:lnTo>
                  <a:lnTo>
                    <a:pt x="263242" y="2686"/>
                  </a:lnTo>
                  <a:lnTo>
                    <a:pt x="268189" y="2686"/>
                  </a:lnTo>
                  <a:lnTo>
                    <a:pt x="273139" y="2686"/>
                  </a:lnTo>
                  <a:lnTo>
                    <a:pt x="278093" y="2686"/>
                  </a:lnTo>
                  <a:lnTo>
                    <a:pt x="283052" y="2686"/>
                  </a:lnTo>
                  <a:lnTo>
                    <a:pt x="288014" y="2686"/>
                  </a:lnTo>
                  <a:lnTo>
                    <a:pt x="292981" y="2686"/>
                  </a:lnTo>
                  <a:lnTo>
                    <a:pt x="297952" y="2686"/>
                  </a:lnTo>
                  <a:lnTo>
                    <a:pt x="302928" y="2686"/>
                  </a:lnTo>
                  <a:lnTo>
                    <a:pt x="307908" y="2686"/>
                  </a:lnTo>
                  <a:lnTo>
                    <a:pt x="312892" y="2686"/>
                  </a:lnTo>
                  <a:lnTo>
                    <a:pt x="312892" y="1353"/>
                  </a:lnTo>
                  <a:lnTo>
                    <a:pt x="312892" y="0"/>
                  </a:lnTo>
                  <a:close/>
                </a:path>
              </a:pathLst>
            </a:custGeom>
            <a:solidFill>
              <a:srgbClr val="727C8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region 57 #A18E79"/>
            <p:cNvSpPr/>
            <p:nvPr/>
          </p:nvSpPr>
          <p:spPr>
            <a:xfrm>
              <a:off x="1328111" y="192032"/>
              <a:ext cx="71173" cy="36258"/>
            </a:xfrm>
            <a:custGeom>
              <a:avLst/>
              <a:gdLst/>
              <a:ahLst/>
              <a:cxnLst/>
              <a:rect l="l" t="t" r="r" b="b"/>
              <a:pathLst>
                <a:path w="71173" h="36258">
                  <a:moveTo>
                    <a:pt x="67144" y="0"/>
                  </a:moveTo>
                  <a:lnTo>
                    <a:pt x="68475" y="0"/>
                  </a:lnTo>
                  <a:lnTo>
                    <a:pt x="69815" y="0"/>
                  </a:lnTo>
                  <a:lnTo>
                    <a:pt x="71173" y="0"/>
                  </a:lnTo>
                  <a:lnTo>
                    <a:pt x="71173" y="1333"/>
                  </a:lnTo>
                  <a:lnTo>
                    <a:pt x="71173" y="2686"/>
                  </a:lnTo>
                  <a:lnTo>
                    <a:pt x="69840" y="2686"/>
                  </a:lnTo>
                  <a:lnTo>
                    <a:pt x="68487" y="2686"/>
                  </a:lnTo>
                  <a:lnTo>
                    <a:pt x="68487" y="3724"/>
                  </a:lnTo>
                  <a:lnTo>
                    <a:pt x="68487" y="4763"/>
                  </a:lnTo>
                  <a:lnTo>
                    <a:pt x="68487" y="5802"/>
                  </a:lnTo>
                  <a:lnTo>
                    <a:pt x="68487" y="6841"/>
                  </a:lnTo>
                  <a:lnTo>
                    <a:pt x="68487" y="7880"/>
                  </a:lnTo>
                  <a:lnTo>
                    <a:pt x="68487" y="8920"/>
                  </a:lnTo>
                  <a:lnTo>
                    <a:pt x="68487" y="9959"/>
                  </a:lnTo>
                  <a:lnTo>
                    <a:pt x="68487" y="11000"/>
                  </a:lnTo>
                  <a:lnTo>
                    <a:pt x="68487" y="12041"/>
                  </a:lnTo>
                  <a:lnTo>
                    <a:pt x="68487" y="13082"/>
                  </a:lnTo>
                  <a:lnTo>
                    <a:pt x="68487" y="14124"/>
                  </a:lnTo>
                  <a:lnTo>
                    <a:pt x="68487" y="15167"/>
                  </a:lnTo>
                  <a:lnTo>
                    <a:pt x="68487" y="16210"/>
                  </a:lnTo>
                  <a:lnTo>
                    <a:pt x="68487" y="17255"/>
                  </a:lnTo>
                  <a:lnTo>
                    <a:pt x="68487" y="18300"/>
                  </a:lnTo>
                  <a:lnTo>
                    <a:pt x="68487" y="19346"/>
                  </a:lnTo>
                  <a:lnTo>
                    <a:pt x="68487" y="20393"/>
                  </a:lnTo>
                  <a:lnTo>
                    <a:pt x="68487" y="21441"/>
                  </a:lnTo>
                  <a:lnTo>
                    <a:pt x="68487" y="22490"/>
                  </a:lnTo>
                  <a:lnTo>
                    <a:pt x="68487" y="23540"/>
                  </a:lnTo>
                  <a:lnTo>
                    <a:pt x="68487" y="24592"/>
                  </a:lnTo>
                  <a:lnTo>
                    <a:pt x="68487" y="25645"/>
                  </a:lnTo>
                  <a:lnTo>
                    <a:pt x="68487" y="26699"/>
                  </a:lnTo>
                  <a:lnTo>
                    <a:pt x="68487" y="27754"/>
                  </a:lnTo>
                  <a:lnTo>
                    <a:pt x="68487" y="28812"/>
                  </a:lnTo>
                  <a:lnTo>
                    <a:pt x="68487" y="29870"/>
                  </a:lnTo>
                  <a:lnTo>
                    <a:pt x="68487" y="30930"/>
                  </a:lnTo>
                  <a:lnTo>
                    <a:pt x="68487" y="31992"/>
                  </a:lnTo>
                  <a:lnTo>
                    <a:pt x="68487" y="33056"/>
                  </a:lnTo>
                  <a:lnTo>
                    <a:pt x="68487" y="34121"/>
                  </a:lnTo>
                  <a:lnTo>
                    <a:pt x="68487" y="35188"/>
                  </a:lnTo>
                  <a:lnTo>
                    <a:pt x="68487" y="36258"/>
                  </a:lnTo>
                  <a:lnTo>
                    <a:pt x="67347" y="36258"/>
                  </a:lnTo>
                  <a:lnTo>
                    <a:pt x="66206" y="36258"/>
                  </a:lnTo>
                  <a:lnTo>
                    <a:pt x="65062" y="36258"/>
                  </a:lnTo>
                  <a:lnTo>
                    <a:pt x="63914" y="36258"/>
                  </a:lnTo>
                  <a:lnTo>
                    <a:pt x="62760" y="36258"/>
                  </a:lnTo>
                  <a:lnTo>
                    <a:pt x="61599" y="36258"/>
                  </a:lnTo>
                  <a:lnTo>
                    <a:pt x="60429" y="36258"/>
                  </a:lnTo>
                  <a:lnTo>
                    <a:pt x="60429" y="34925"/>
                  </a:lnTo>
                  <a:lnTo>
                    <a:pt x="60429" y="33572"/>
                  </a:lnTo>
                  <a:lnTo>
                    <a:pt x="59182" y="33405"/>
                  </a:lnTo>
                  <a:lnTo>
                    <a:pt x="57926" y="33238"/>
                  </a:lnTo>
                  <a:lnTo>
                    <a:pt x="56653" y="33068"/>
                  </a:lnTo>
                  <a:lnTo>
                    <a:pt x="55232" y="32786"/>
                  </a:lnTo>
                  <a:lnTo>
                    <a:pt x="54115" y="32541"/>
                  </a:lnTo>
                  <a:lnTo>
                    <a:pt x="53205" y="32292"/>
                  </a:lnTo>
                  <a:lnTo>
                    <a:pt x="52404" y="31998"/>
                  </a:lnTo>
                  <a:lnTo>
                    <a:pt x="51614" y="31618"/>
                  </a:lnTo>
                  <a:lnTo>
                    <a:pt x="50739" y="31109"/>
                  </a:lnTo>
                  <a:lnTo>
                    <a:pt x="49682" y="30431"/>
                  </a:lnTo>
                  <a:lnTo>
                    <a:pt x="48344" y="29543"/>
                  </a:lnTo>
                  <a:lnTo>
                    <a:pt x="47115" y="29240"/>
                  </a:lnTo>
                  <a:lnTo>
                    <a:pt x="46226" y="29032"/>
                  </a:lnTo>
                  <a:lnTo>
                    <a:pt x="45422" y="28866"/>
                  </a:lnTo>
                  <a:lnTo>
                    <a:pt x="44450" y="28690"/>
                  </a:lnTo>
                  <a:lnTo>
                    <a:pt x="43055" y="28453"/>
                  </a:lnTo>
                  <a:lnTo>
                    <a:pt x="42022" y="28233"/>
                  </a:lnTo>
                  <a:lnTo>
                    <a:pt x="40993" y="27997"/>
                  </a:lnTo>
                  <a:lnTo>
                    <a:pt x="39969" y="27745"/>
                  </a:lnTo>
                  <a:lnTo>
                    <a:pt x="38949" y="27478"/>
                  </a:lnTo>
                  <a:lnTo>
                    <a:pt x="37934" y="27196"/>
                  </a:lnTo>
                  <a:lnTo>
                    <a:pt x="36923" y="26900"/>
                  </a:lnTo>
                  <a:lnTo>
                    <a:pt x="35916" y="26590"/>
                  </a:lnTo>
                  <a:lnTo>
                    <a:pt x="34912" y="26267"/>
                  </a:lnTo>
                  <a:lnTo>
                    <a:pt x="33913" y="25931"/>
                  </a:lnTo>
                  <a:lnTo>
                    <a:pt x="32918" y="25583"/>
                  </a:lnTo>
                  <a:lnTo>
                    <a:pt x="31927" y="25224"/>
                  </a:lnTo>
                  <a:lnTo>
                    <a:pt x="30939" y="24853"/>
                  </a:lnTo>
                  <a:lnTo>
                    <a:pt x="29955" y="24472"/>
                  </a:lnTo>
                  <a:lnTo>
                    <a:pt x="28975" y="24081"/>
                  </a:lnTo>
                  <a:lnTo>
                    <a:pt x="27998" y="23680"/>
                  </a:lnTo>
                  <a:lnTo>
                    <a:pt x="27024" y="23271"/>
                  </a:lnTo>
                  <a:lnTo>
                    <a:pt x="26054" y="22853"/>
                  </a:lnTo>
                  <a:lnTo>
                    <a:pt x="25087" y="22427"/>
                  </a:lnTo>
                  <a:lnTo>
                    <a:pt x="24123" y="21994"/>
                  </a:lnTo>
                  <a:lnTo>
                    <a:pt x="23162" y="21554"/>
                  </a:lnTo>
                  <a:lnTo>
                    <a:pt x="22204" y="21108"/>
                  </a:lnTo>
                  <a:lnTo>
                    <a:pt x="21249" y="20656"/>
                  </a:lnTo>
                  <a:lnTo>
                    <a:pt x="20297" y="20198"/>
                  </a:lnTo>
                  <a:lnTo>
                    <a:pt x="19348" y="19736"/>
                  </a:lnTo>
                  <a:lnTo>
                    <a:pt x="18401" y="19270"/>
                  </a:lnTo>
                  <a:lnTo>
                    <a:pt x="17457" y="18800"/>
                  </a:lnTo>
                  <a:lnTo>
                    <a:pt x="16791" y="20133"/>
                  </a:lnTo>
                  <a:lnTo>
                    <a:pt x="16114" y="21486"/>
                  </a:lnTo>
                  <a:lnTo>
                    <a:pt x="15449" y="20488"/>
                  </a:lnTo>
                  <a:lnTo>
                    <a:pt x="14782" y="19487"/>
                  </a:lnTo>
                  <a:lnTo>
                    <a:pt x="14109" y="18478"/>
                  </a:lnTo>
                  <a:lnTo>
                    <a:pt x="13429" y="17457"/>
                  </a:lnTo>
                  <a:lnTo>
                    <a:pt x="12396" y="16982"/>
                  </a:lnTo>
                  <a:lnTo>
                    <a:pt x="11361" y="16513"/>
                  </a:lnTo>
                  <a:lnTo>
                    <a:pt x="10322" y="16052"/>
                  </a:lnTo>
                  <a:lnTo>
                    <a:pt x="9281" y="15597"/>
                  </a:lnTo>
                  <a:lnTo>
                    <a:pt x="8236" y="15149"/>
                  </a:lnTo>
                  <a:lnTo>
                    <a:pt x="7189" y="14708"/>
                  </a:lnTo>
                  <a:lnTo>
                    <a:pt x="6138" y="14274"/>
                  </a:lnTo>
                  <a:lnTo>
                    <a:pt x="5085" y="13848"/>
                  </a:lnTo>
                  <a:lnTo>
                    <a:pt x="4028" y="13429"/>
                  </a:lnTo>
                  <a:lnTo>
                    <a:pt x="2696" y="12762"/>
                  </a:lnTo>
                  <a:lnTo>
                    <a:pt x="1343" y="12086"/>
                  </a:lnTo>
                  <a:lnTo>
                    <a:pt x="987" y="10621"/>
                  </a:lnTo>
                  <a:lnTo>
                    <a:pt x="733" y="9543"/>
                  </a:lnTo>
                  <a:lnTo>
                    <a:pt x="545" y="8666"/>
                  </a:lnTo>
                  <a:lnTo>
                    <a:pt x="385" y="7803"/>
                  </a:lnTo>
                  <a:lnTo>
                    <a:pt x="216" y="6767"/>
                  </a:lnTo>
                  <a:lnTo>
                    <a:pt x="0" y="5371"/>
                  </a:lnTo>
                  <a:lnTo>
                    <a:pt x="668" y="5705"/>
                  </a:lnTo>
                  <a:lnTo>
                    <a:pt x="2686" y="6714"/>
                  </a:lnTo>
                  <a:lnTo>
                    <a:pt x="2686" y="8047"/>
                  </a:lnTo>
                  <a:lnTo>
                    <a:pt x="2686" y="9400"/>
                  </a:lnTo>
                  <a:lnTo>
                    <a:pt x="3433" y="9365"/>
                  </a:lnTo>
                  <a:lnTo>
                    <a:pt x="5691" y="9259"/>
                  </a:lnTo>
                  <a:lnTo>
                    <a:pt x="6819" y="9232"/>
                  </a:lnTo>
                  <a:lnTo>
                    <a:pt x="7934" y="9212"/>
                  </a:lnTo>
                  <a:lnTo>
                    <a:pt x="9034" y="9201"/>
                  </a:lnTo>
                  <a:lnTo>
                    <a:pt x="10124" y="9200"/>
                  </a:lnTo>
                  <a:lnTo>
                    <a:pt x="11203" y="9211"/>
                  </a:lnTo>
                  <a:lnTo>
                    <a:pt x="12273" y="9235"/>
                  </a:lnTo>
                  <a:lnTo>
                    <a:pt x="13336" y="9274"/>
                  </a:lnTo>
                  <a:lnTo>
                    <a:pt x="14392" y="9329"/>
                  </a:lnTo>
                  <a:lnTo>
                    <a:pt x="15444" y="9401"/>
                  </a:lnTo>
                  <a:lnTo>
                    <a:pt x="16493" y="9492"/>
                  </a:lnTo>
                  <a:lnTo>
                    <a:pt x="17540" y="9604"/>
                  </a:lnTo>
                  <a:lnTo>
                    <a:pt x="18586" y="9738"/>
                  </a:lnTo>
                  <a:lnTo>
                    <a:pt x="19634" y="9896"/>
                  </a:lnTo>
                  <a:lnTo>
                    <a:pt x="20684" y="10078"/>
                  </a:lnTo>
                  <a:lnTo>
                    <a:pt x="21737" y="10287"/>
                  </a:lnTo>
                  <a:lnTo>
                    <a:pt x="22796" y="10523"/>
                  </a:lnTo>
                  <a:lnTo>
                    <a:pt x="23862" y="10789"/>
                  </a:lnTo>
                  <a:lnTo>
                    <a:pt x="24935" y="11085"/>
                  </a:lnTo>
                  <a:lnTo>
                    <a:pt x="26018" y="11414"/>
                  </a:lnTo>
                  <a:lnTo>
                    <a:pt x="27065" y="11723"/>
                  </a:lnTo>
                  <a:lnTo>
                    <a:pt x="28103" y="12002"/>
                  </a:lnTo>
                  <a:lnTo>
                    <a:pt x="29135" y="12253"/>
                  </a:lnTo>
                  <a:lnTo>
                    <a:pt x="30161" y="12476"/>
                  </a:lnTo>
                  <a:lnTo>
                    <a:pt x="31182" y="12674"/>
                  </a:lnTo>
                  <a:lnTo>
                    <a:pt x="32200" y="12848"/>
                  </a:lnTo>
                  <a:lnTo>
                    <a:pt x="33214" y="12999"/>
                  </a:lnTo>
                  <a:lnTo>
                    <a:pt x="34228" y="13129"/>
                  </a:lnTo>
                  <a:lnTo>
                    <a:pt x="35240" y="13238"/>
                  </a:lnTo>
                  <a:lnTo>
                    <a:pt x="36253" y="13329"/>
                  </a:lnTo>
                  <a:lnTo>
                    <a:pt x="37267" y="13402"/>
                  </a:lnTo>
                  <a:lnTo>
                    <a:pt x="38284" y="13460"/>
                  </a:lnTo>
                  <a:lnTo>
                    <a:pt x="39305" y="13502"/>
                  </a:lnTo>
                  <a:lnTo>
                    <a:pt x="40330" y="13532"/>
                  </a:lnTo>
                  <a:lnTo>
                    <a:pt x="41361" y="13549"/>
                  </a:lnTo>
                  <a:lnTo>
                    <a:pt x="42399" y="13556"/>
                  </a:lnTo>
                  <a:lnTo>
                    <a:pt x="43444" y="13554"/>
                  </a:lnTo>
                  <a:lnTo>
                    <a:pt x="44498" y="13544"/>
                  </a:lnTo>
                  <a:lnTo>
                    <a:pt x="45562" y="13527"/>
                  </a:lnTo>
                  <a:lnTo>
                    <a:pt x="46638" y="13506"/>
                  </a:lnTo>
                  <a:lnTo>
                    <a:pt x="47724" y="13481"/>
                  </a:lnTo>
                  <a:lnTo>
                    <a:pt x="48815" y="13475"/>
                  </a:lnTo>
                  <a:lnTo>
                    <a:pt x="49901" y="13483"/>
                  </a:lnTo>
                  <a:lnTo>
                    <a:pt x="50985" y="13502"/>
                  </a:lnTo>
                  <a:lnTo>
                    <a:pt x="52067" y="13533"/>
                  </a:lnTo>
                  <a:lnTo>
                    <a:pt x="53146" y="13575"/>
                  </a:lnTo>
                  <a:lnTo>
                    <a:pt x="54224" y="13626"/>
                  </a:lnTo>
                  <a:lnTo>
                    <a:pt x="55300" y="13687"/>
                  </a:lnTo>
                  <a:lnTo>
                    <a:pt x="56375" y="13757"/>
                  </a:lnTo>
                  <a:lnTo>
                    <a:pt x="57450" y="13835"/>
                  </a:lnTo>
                  <a:lnTo>
                    <a:pt x="58524" y="13919"/>
                  </a:lnTo>
                  <a:lnTo>
                    <a:pt x="59598" y="14011"/>
                  </a:lnTo>
                  <a:lnTo>
                    <a:pt x="60672" y="14108"/>
                  </a:lnTo>
                  <a:lnTo>
                    <a:pt x="61747" y="14210"/>
                  </a:lnTo>
                  <a:lnTo>
                    <a:pt x="62823" y="14316"/>
                  </a:lnTo>
                  <a:lnTo>
                    <a:pt x="63900" y="14426"/>
                  </a:lnTo>
                  <a:lnTo>
                    <a:pt x="64979" y="14539"/>
                  </a:lnTo>
                  <a:lnTo>
                    <a:pt x="66060" y="14655"/>
                  </a:lnTo>
                  <a:lnTo>
                    <a:pt x="67144" y="14771"/>
                  </a:lnTo>
                  <a:lnTo>
                    <a:pt x="67144" y="13727"/>
                  </a:lnTo>
                  <a:lnTo>
                    <a:pt x="67144" y="12682"/>
                  </a:lnTo>
                  <a:lnTo>
                    <a:pt x="67144" y="11636"/>
                  </a:lnTo>
                  <a:lnTo>
                    <a:pt x="67144" y="10590"/>
                  </a:lnTo>
                  <a:lnTo>
                    <a:pt x="67144" y="9542"/>
                  </a:lnTo>
                  <a:lnTo>
                    <a:pt x="67144" y="8492"/>
                  </a:lnTo>
                  <a:lnTo>
                    <a:pt x="67144" y="7441"/>
                  </a:lnTo>
                  <a:lnTo>
                    <a:pt x="67144" y="6387"/>
                  </a:lnTo>
                  <a:lnTo>
                    <a:pt x="67144" y="5331"/>
                  </a:lnTo>
                  <a:lnTo>
                    <a:pt x="67144" y="4272"/>
                  </a:lnTo>
                  <a:lnTo>
                    <a:pt x="67144" y="3210"/>
                  </a:lnTo>
                  <a:lnTo>
                    <a:pt x="67144" y="2144"/>
                  </a:lnTo>
                  <a:lnTo>
                    <a:pt x="67144" y="1074"/>
                  </a:lnTo>
                  <a:lnTo>
                    <a:pt x="67144" y="0"/>
                  </a:lnTo>
                  <a:close/>
                </a:path>
              </a:pathLst>
            </a:custGeom>
            <a:solidFill>
              <a:srgbClr val="A18E7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" name="region 58 #575757"/>
            <p:cNvSpPr/>
            <p:nvPr/>
          </p:nvSpPr>
          <p:spPr>
            <a:xfrm>
              <a:off x="635184" y="490536"/>
              <a:ext cx="189346" cy="69446"/>
            </a:xfrm>
            <a:custGeom>
              <a:avLst/>
              <a:gdLst/>
              <a:ahLst/>
              <a:cxnLst/>
              <a:rect l="l" t="t" r="r" b="b"/>
              <a:pathLst>
                <a:path w="189346" h="69446">
                  <a:moveTo>
                    <a:pt x="171636" y="35"/>
                  </a:moveTo>
                  <a:lnTo>
                    <a:pt x="172849" y="115"/>
                  </a:lnTo>
                  <a:lnTo>
                    <a:pt x="174065" y="194"/>
                  </a:lnTo>
                  <a:lnTo>
                    <a:pt x="175291" y="274"/>
                  </a:lnTo>
                  <a:lnTo>
                    <a:pt x="176531" y="355"/>
                  </a:lnTo>
                  <a:lnTo>
                    <a:pt x="177665" y="511"/>
                  </a:lnTo>
                  <a:lnTo>
                    <a:pt x="178774" y="688"/>
                  </a:lnTo>
                  <a:lnTo>
                    <a:pt x="179863" y="887"/>
                  </a:lnTo>
                  <a:lnTo>
                    <a:pt x="180934" y="1107"/>
                  </a:lnTo>
                  <a:lnTo>
                    <a:pt x="181991" y="1348"/>
                  </a:lnTo>
                  <a:lnTo>
                    <a:pt x="183039" y="1610"/>
                  </a:lnTo>
                  <a:lnTo>
                    <a:pt x="184082" y="1895"/>
                  </a:lnTo>
                  <a:lnTo>
                    <a:pt x="185123" y="2201"/>
                  </a:lnTo>
                  <a:lnTo>
                    <a:pt x="186166" y="2529"/>
                  </a:lnTo>
                  <a:lnTo>
                    <a:pt x="187215" y="2879"/>
                  </a:lnTo>
                  <a:lnTo>
                    <a:pt x="188274" y="3251"/>
                  </a:lnTo>
                  <a:lnTo>
                    <a:pt x="189346" y="3645"/>
                  </a:lnTo>
                  <a:lnTo>
                    <a:pt x="189346" y="4977"/>
                  </a:lnTo>
                  <a:lnTo>
                    <a:pt x="189346" y="6331"/>
                  </a:lnTo>
                  <a:lnTo>
                    <a:pt x="187998" y="6316"/>
                  </a:lnTo>
                  <a:lnTo>
                    <a:pt x="186641" y="6302"/>
                  </a:lnTo>
                  <a:lnTo>
                    <a:pt x="185265" y="6288"/>
                  </a:lnTo>
                  <a:lnTo>
                    <a:pt x="184180" y="6278"/>
                  </a:lnTo>
                  <a:lnTo>
                    <a:pt x="183096" y="6268"/>
                  </a:lnTo>
                  <a:lnTo>
                    <a:pt x="182011" y="6258"/>
                  </a:lnTo>
                  <a:lnTo>
                    <a:pt x="180926" y="6250"/>
                  </a:lnTo>
                  <a:lnTo>
                    <a:pt x="179841" y="6241"/>
                  </a:lnTo>
                  <a:lnTo>
                    <a:pt x="178756" y="6233"/>
                  </a:lnTo>
                  <a:lnTo>
                    <a:pt x="177671" y="6226"/>
                  </a:lnTo>
                  <a:lnTo>
                    <a:pt x="176586" y="6219"/>
                  </a:lnTo>
                  <a:lnTo>
                    <a:pt x="175501" y="6212"/>
                  </a:lnTo>
                  <a:lnTo>
                    <a:pt x="174416" y="6206"/>
                  </a:lnTo>
                  <a:lnTo>
                    <a:pt x="173331" y="6200"/>
                  </a:lnTo>
                  <a:lnTo>
                    <a:pt x="172246" y="6194"/>
                  </a:lnTo>
                  <a:lnTo>
                    <a:pt x="171161" y="6188"/>
                  </a:lnTo>
                  <a:lnTo>
                    <a:pt x="170076" y="6183"/>
                  </a:lnTo>
                  <a:lnTo>
                    <a:pt x="168987" y="6176"/>
                  </a:lnTo>
                  <a:lnTo>
                    <a:pt x="167897" y="6168"/>
                  </a:lnTo>
                  <a:lnTo>
                    <a:pt x="166808" y="6159"/>
                  </a:lnTo>
                  <a:lnTo>
                    <a:pt x="165719" y="6150"/>
                  </a:lnTo>
                  <a:lnTo>
                    <a:pt x="164629" y="6139"/>
                  </a:lnTo>
                  <a:lnTo>
                    <a:pt x="163540" y="6128"/>
                  </a:lnTo>
                  <a:lnTo>
                    <a:pt x="162459" y="6117"/>
                  </a:lnTo>
                  <a:lnTo>
                    <a:pt x="161380" y="6106"/>
                  </a:lnTo>
                  <a:lnTo>
                    <a:pt x="160303" y="6097"/>
                  </a:lnTo>
                  <a:lnTo>
                    <a:pt x="159229" y="6089"/>
                  </a:lnTo>
                  <a:lnTo>
                    <a:pt x="158157" y="6083"/>
                  </a:lnTo>
                  <a:lnTo>
                    <a:pt x="157086" y="6080"/>
                  </a:lnTo>
                  <a:lnTo>
                    <a:pt x="156018" y="6080"/>
                  </a:lnTo>
                  <a:lnTo>
                    <a:pt x="154951" y="6084"/>
                  </a:lnTo>
                  <a:lnTo>
                    <a:pt x="153886" y="6092"/>
                  </a:lnTo>
                  <a:lnTo>
                    <a:pt x="152822" y="6105"/>
                  </a:lnTo>
                  <a:lnTo>
                    <a:pt x="151760" y="6123"/>
                  </a:lnTo>
                  <a:lnTo>
                    <a:pt x="150699" y="6147"/>
                  </a:lnTo>
                  <a:lnTo>
                    <a:pt x="149639" y="6178"/>
                  </a:lnTo>
                  <a:lnTo>
                    <a:pt x="148580" y="6215"/>
                  </a:lnTo>
                  <a:lnTo>
                    <a:pt x="147521" y="6259"/>
                  </a:lnTo>
                  <a:lnTo>
                    <a:pt x="146464" y="6312"/>
                  </a:lnTo>
                  <a:lnTo>
                    <a:pt x="145407" y="6372"/>
                  </a:lnTo>
                  <a:lnTo>
                    <a:pt x="144350" y="6442"/>
                  </a:lnTo>
                  <a:lnTo>
                    <a:pt x="143294" y="6521"/>
                  </a:lnTo>
                  <a:lnTo>
                    <a:pt x="142238" y="6610"/>
                  </a:lnTo>
                  <a:lnTo>
                    <a:pt x="141183" y="6710"/>
                  </a:lnTo>
                  <a:lnTo>
                    <a:pt x="140127" y="6820"/>
                  </a:lnTo>
                  <a:lnTo>
                    <a:pt x="139071" y="6942"/>
                  </a:lnTo>
                  <a:lnTo>
                    <a:pt x="138014" y="7076"/>
                  </a:lnTo>
                  <a:lnTo>
                    <a:pt x="136958" y="7222"/>
                  </a:lnTo>
                  <a:lnTo>
                    <a:pt x="135900" y="7382"/>
                  </a:lnTo>
                  <a:lnTo>
                    <a:pt x="134843" y="7555"/>
                  </a:lnTo>
                  <a:lnTo>
                    <a:pt x="133784" y="7742"/>
                  </a:lnTo>
                  <a:lnTo>
                    <a:pt x="132724" y="7944"/>
                  </a:lnTo>
                  <a:lnTo>
                    <a:pt x="131664" y="8161"/>
                  </a:lnTo>
                  <a:lnTo>
                    <a:pt x="130602" y="8394"/>
                  </a:lnTo>
                  <a:lnTo>
                    <a:pt x="129516" y="8601"/>
                  </a:lnTo>
                  <a:lnTo>
                    <a:pt x="128437" y="8779"/>
                  </a:lnTo>
                  <a:lnTo>
                    <a:pt x="127363" y="8929"/>
                  </a:lnTo>
                  <a:lnTo>
                    <a:pt x="126290" y="9055"/>
                  </a:lnTo>
                  <a:lnTo>
                    <a:pt x="125216" y="9161"/>
                  </a:lnTo>
                  <a:lnTo>
                    <a:pt x="124139" y="9248"/>
                  </a:lnTo>
                  <a:lnTo>
                    <a:pt x="123055" y="9321"/>
                  </a:lnTo>
                  <a:lnTo>
                    <a:pt x="121963" y="9383"/>
                  </a:lnTo>
                  <a:lnTo>
                    <a:pt x="120859" y="9436"/>
                  </a:lnTo>
                  <a:lnTo>
                    <a:pt x="119836" y="9523"/>
                  </a:lnTo>
                  <a:lnTo>
                    <a:pt x="118811" y="9622"/>
                  </a:lnTo>
                  <a:lnTo>
                    <a:pt x="117787" y="9731"/>
                  </a:lnTo>
                  <a:lnTo>
                    <a:pt x="116761" y="9850"/>
                  </a:lnTo>
                  <a:lnTo>
                    <a:pt x="115736" y="9979"/>
                  </a:lnTo>
                  <a:lnTo>
                    <a:pt x="114710" y="10118"/>
                  </a:lnTo>
                  <a:lnTo>
                    <a:pt x="113684" y="10267"/>
                  </a:lnTo>
                  <a:lnTo>
                    <a:pt x="112658" y="10426"/>
                  </a:lnTo>
                  <a:lnTo>
                    <a:pt x="111632" y="10594"/>
                  </a:lnTo>
                  <a:lnTo>
                    <a:pt x="110606" y="10772"/>
                  </a:lnTo>
                  <a:lnTo>
                    <a:pt x="109581" y="10958"/>
                  </a:lnTo>
                  <a:lnTo>
                    <a:pt x="108556" y="11154"/>
                  </a:lnTo>
                  <a:lnTo>
                    <a:pt x="107532" y="11358"/>
                  </a:lnTo>
                  <a:lnTo>
                    <a:pt x="106508" y="11572"/>
                  </a:lnTo>
                  <a:lnTo>
                    <a:pt x="105485" y="11793"/>
                  </a:lnTo>
                  <a:lnTo>
                    <a:pt x="104463" y="12023"/>
                  </a:lnTo>
                  <a:lnTo>
                    <a:pt x="103442" y="12262"/>
                  </a:lnTo>
                  <a:lnTo>
                    <a:pt x="102422" y="12508"/>
                  </a:lnTo>
                  <a:lnTo>
                    <a:pt x="101404" y="12762"/>
                  </a:lnTo>
                  <a:lnTo>
                    <a:pt x="100387" y="13024"/>
                  </a:lnTo>
                  <a:lnTo>
                    <a:pt x="99371" y="13294"/>
                  </a:lnTo>
                  <a:lnTo>
                    <a:pt x="98357" y="13571"/>
                  </a:lnTo>
                  <a:lnTo>
                    <a:pt x="97345" y="13855"/>
                  </a:lnTo>
                  <a:lnTo>
                    <a:pt x="96334" y="14147"/>
                  </a:lnTo>
                  <a:lnTo>
                    <a:pt x="95325" y="14445"/>
                  </a:lnTo>
                  <a:lnTo>
                    <a:pt x="94319" y="14750"/>
                  </a:lnTo>
                  <a:lnTo>
                    <a:pt x="93315" y="15062"/>
                  </a:lnTo>
                  <a:lnTo>
                    <a:pt x="92312" y="15380"/>
                  </a:lnTo>
                  <a:lnTo>
                    <a:pt x="91313" y="15705"/>
                  </a:lnTo>
                  <a:lnTo>
                    <a:pt x="90316" y="16036"/>
                  </a:lnTo>
                  <a:lnTo>
                    <a:pt x="89321" y="16372"/>
                  </a:lnTo>
                  <a:lnTo>
                    <a:pt x="88329" y="16715"/>
                  </a:lnTo>
                  <a:lnTo>
                    <a:pt x="87340" y="17063"/>
                  </a:lnTo>
                  <a:lnTo>
                    <a:pt x="86354" y="17417"/>
                  </a:lnTo>
                  <a:lnTo>
                    <a:pt x="85371" y="17776"/>
                  </a:lnTo>
                  <a:lnTo>
                    <a:pt x="84392" y="18140"/>
                  </a:lnTo>
                  <a:lnTo>
                    <a:pt x="83415" y="18510"/>
                  </a:lnTo>
                  <a:lnTo>
                    <a:pt x="82442" y="18884"/>
                  </a:lnTo>
                  <a:lnTo>
                    <a:pt x="81473" y="19263"/>
                  </a:lnTo>
                  <a:lnTo>
                    <a:pt x="80507" y="19646"/>
                  </a:lnTo>
                  <a:lnTo>
                    <a:pt x="79545" y="20034"/>
                  </a:lnTo>
                  <a:lnTo>
                    <a:pt x="78587" y="20426"/>
                  </a:lnTo>
                  <a:lnTo>
                    <a:pt x="77633" y="20823"/>
                  </a:lnTo>
                  <a:lnTo>
                    <a:pt x="76683" y="21223"/>
                  </a:lnTo>
                  <a:lnTo>
                    <a:pt x="75737" y="21627"/>
                  </a:lnTo>
                  <a:lnTo>
                    <a:pt x="74795" y="22034"/>
                  </a:lnTo>
                  <a:lnTo>
                    <a:pt x="73858" y="22445"/>
                  </a:lnTo>
                  <a:lnTo>
                    <a:pt x="72840" y="22856"/>
                  </a:lnTo>
                  <a:lnTo>
                    <a:pt x="71822" y="23265"/>
                  </a:lnTo>
                  <a:lnTo>
                    <a:pt x="70803" y="23674"/>
                  </a:lnTo>
                  <a:lnTo>
                    <a:pt x="69783" y="24081"/>
                  </a:lnTo>
                  <a:lnTo>
                    <a:pt x="68764" y="24488"/>
                  </a:lnTo>
                  <a:lnTo>
                    <a:pt x="67744" y="24893"/>
                  </a:lnTo>
                  <a:lnTo>
                    <a:pt x="66724" y="25298"/>
                  </a:lnTo>
                  <a:lnTo>
                    <a:pt x="65675" y="25717"/>
                  </a:lnTo>
                  <a:lnTo>
                    <a:pt x="64620" y="26140"/>
                  </a:lnTo>
                  <a:lnTo>
                    <a:pt x="63550" y="26568"/>
                  </a:lnTo>
                  <a:lnTo>
                    <a:pt x="62567" y="26961"/>
                  </a:lnTo>
                  <a:lnTo>
                    <a:pt x="61583" y="27355"/>
                  </a:lnTo>
                  <a:lnTo>
                    <a:pt x="60599" y="27748"/>
                  </a:lnTo>
                  <a:lnTo>
                    <a:pt x="59616" y="28141"/>
                  </a:lnTo>
                  <a:lnTo>
                    <a:pt x="58632" y="28535"/>
                  </a:lnTo>
                  <a:lnTo>
                    <a:pt x="57649" y="28928"/>
                  </a:lnTo>
                  <a:lnTo>
                    <a:pt x="56665" y="29322"/>
                  </a:lnTo>
                  <a:lnTo>
                    <a:pt x="55682" y="29716"/>
                  </a:lnTo>
                  <a:lnTo>
                    <a:pt x="54699" y="30109"/>
                  </a:lnTo>
                  <a:lnTo>
                    <a:pt x="53715" y="30503"/>
                  </a:lnTo>
                  <a:lnTo>
                    <a:pt x="53715" y="31835"/>
                  </a:lnTo>
                  <a:lnTo>
                    <a:pt x="53715" y="33189"/>
                  </a:lnTo>
                  <a:lnTo>
                    <a:pt x="52599" y="33793"/>
                  </a:lnTo>
                  <a:lnTo>
                    <a:pt x="51554" y="34348"/>
                  </a:lnTo>
                  <a:lnTo>
                    <a:pt x="50562" y="34852"/>
                  </a:lnTo>
                  <a:lnTo>
                    <a:pt x="49611" y="35306"/>
                  </a:lnTo>
                  <a:lnTo>
                    <a:pt x="48683" y="35711"/>
                  </a:lnTo>
                  <a:lnTo>
                    <a:pt x="47764" y="36067"/>
                  </a:lnTo>
                  <a:lnTo>
                    <a:pt x="46838" y="36375"/>
                  </a:lnTo>
                  <a:lnTo>
                    <a:pt x="45891" y="36634"/>
                  </a:lnTo>
                  <a:lnTo>
                    <a:pt x="44906" y="36845"/>
                  </a:lnTo>
                  <a:lnTo>
                    <a:pt x="43868" y="37008"/>
                  </a:lnTo>
                  <a:lnTo>
                    <a:pt x="42763" y="37125"/>
                  </a:lnTo>
                  <a:lnTo>
                    <a:pt x="41574" y="37194"/>
                  </a:lnTo>
                  <a:lnTo>
                    <a:pt x="40286" y="37217"/>
                  </a:lnTo>
                  <a:lnTo>
                    <a:pt x="40286" y="38549"/>
                  </a:lnTo>
                  <a:lnTo>
                    <a:pt x="40286" y="39903"/>
                  </a:lnTo>
                  <a:lnTo>
                    <a:pt x="39270" y="40827"/>
                  </a:lnTo>
                  <a:lnTo>
                    <a:pt x="38361" y="41599"/>
                  </a:lnTo>
                  <a:lnTo>
                    <a:pt x="37528" y="42233"/>
                  </a:lnTo>
                  <a:lnTo>
                    <a:pt x="36737" y="42741"/>
                  </a:lnTo>
                  <a:lnTo>
                    <a:pt x="35954" y="43138"/>
                  </a:lnTo>
                  <a:lnTo>
                    <a:pt x="35145" y="43437"/>
                  </a:lnTo>
                  <a:lnTo>
                    <a:pt x="34277" y="43651"/>
                  </a:lnTo>
                  <a:lnTo>
                    <a:pt x="33316" y="43794"/>
                  </a:lnTo>
                  <a:lnTo>
                    <a:pt x="32229" y="43879"/>
                  </a:lnTo>
                  <a:lnTo>
                    <a:pt x="30983" y="43921"/>
                  </a:lnTo>
                  <a:lnTo>
                    <a:pt x="29543" y="43932"/>
                  </a:lnTo>
                  <a:lnTo>
                    <a:pt x="29210" y="44929"/>
                  </a:lnTo>
                  <a:lnTo>
                    <a:pt x="28876" y="45931"/>
                  </a:lnTo>
                  <a:lnTo>
                    <a:pt x="28540" y="46940"/>
                  </a:lnTo>
                  <a:lnTo>
                    <a:pt x="28200" y="47960"/>
                  </a:lnTo>
                  <a:lnTo>
                    <a:pt x="26867" y="47960"/>
                  </a:lnTo>
                  <a:lnTo>
                    <a:pt x="25515" y="47960"/>
                  </a:lnTo>
                  <a:lnTo>
                    <a:pt x="25182" y="48958"/>
                  </a:lnTo>
                  <a:lnTo>
                    <a:pt x="24848" y="49959"/>
                  </a:lnTo>
                  <a:lnTo>
                    <a:pt x="24511" y="50969"/>
                  </a:lnTo>
                  <a:lnTo>
                    <a:pt x="24172" y="51989"/>
                  </a:lnTo>
                  <a:lnTo>
                    <a:pt x="23216" y="52571"/>
                  </a:lnTo>
                  <a:lnTo>
                    <a:pt x="22259" y="53150"/>
                  </a:lnTo>
                  <a:lnTo>
                    <a:pt x="21301" y="53727"/>
                  </a:lnTo>
                  <a:lnTo>
                    <a:pt x="20342" y="54303"/>
                  </a:lnTo>
                  <a:lnTo>
                    <a:pt x="19381" y="54876"/>
                  </a:lnTo>
                  <a:lnTo>
                    <a:pt x="18420" y="55448"/>
                  </a:lnTo>
                  <a:lnTo>
                    <a:pt x="17457" y="56018"/>
                  </a:lnTo>
                  <a:lnTo>
                    <a:pt x="17074" y="56400"/>
                  </a:lnTo>
                  <a:lnTo>
                    <a:pt x="16579" y="56894"/>
                  </a:lnTo>
                  <a:lnTo>
                    <a:pt x="15642" y="57831"/>
                  </a:lnTo>
                  <a:lnTo>
                    <a:pt x="13931" y="59541"/>
                  </a:lnTo>
                  <a:lnTo>
                    <a:pt x="12871" y="60597"/>
                  </a:lnTo>
                  <a:lnTo>
                    <a:pt x="12025" y="61407"/>
                  </a:lnTo>
                  <a:lnTo>
                    <a:pt x="11309" y="62024"/>
                  </a:lnTo>
                  <a:lnTo>
                    <a:pt x="10638" y="62501"/>
                  </a:lnTo>
                  <a:lnTo>
                    <a:pt x="9927" y="62892"/>
                  </a:lnTo>
                  <a:lnTo>
                    <a:pt x="9093" y="63249"/>
                  </a:lnTo>
                  <a:lnTo>
                    <a:pt x="8050" y="63625"/>
                  </a:lnTo>
                  <a:lnTo>
                    <a:pt x="6714" y="64075"/>
                  </a:lnTo>
                  <a:lnTo>
                    <a:pt x="6714" y="65407"/>
                  </a:lnTo>
                  <a:lnTo>
                    <a:pt x="6714" y="66761"/>
                  </a:lnTo>
                  <a:lnTo>
                    <a:pt x="5606" y="67203"/>
                  </a:lnTo>
                  <a:lnTo>
                    <a:pt x="4496" y="67647"/>
                  </a:lnTo>
                  <a:lnTo>
                    <a:pt x="3382" y="68092"/>
                  </a:lnTo>
                  <a:lnTo>
                    <a:pt x="2262" y="68540"/>
                  </a:lnTo>
                  <a:lnTo>
                    <a:pt x="1136" y="68991"/>
                  </a:lnTo>
                  <a:lnTo>
                    <a:pt x="0" y="69446"/>
                  </a:lnTo>
                  <a:lnTo>
                    <a:pt x="0" y="68382"/>
                  </a:lnTo>
                  <a:lnTo>
                    <a:pt x="0" y="67316"/>
                  </a:lnTo>
                  <a:lnTo>
                    <a:pt x="0" y="66244"/>
                  </a:lnTo>
                  <a:lnTo>
                    <a:pt x="0" y="65165"/>
                  </a:lnTo>
                  <a:lnTo>
                    <a:pt x="0" y="64075"/>
                  </a:lnTo>
                  <a:lnTo>
                    <a:pt x="1332" y="64075"/>
                  </a:lnTo>
                  <a:lnTo>
                    <a:pt x="2686" y="64075"/>
                  </a:lnTo>
                  <a:lnTo>
                    <a:pt x="2686" y="62742"/>
                  </a:lnTo>
                  <a:lnTo>
                    <a:pt x="2686" y="61389"/>
                  </a:lnTo>
                  <a:lnTo>
                    <a:pt x="3410" y="60648"/>
                  </a:lnTo>
                  <a:lnTo>
                    <a:pt x="4145" y="59908"/>
                  </a:lnTo>
                  <a:lnTo>
                    <a:pt x="4892" y="59170"/>
                  </a:lnTo>
                  <a:lnTo>
                    <a:pt x="5650" y="58433"/>
                  </a:lnTo>
                  <a:lnTo>
                    <a:pt x="6419" y="57699"/>
                  </a:lnTo>
                  <a:lnTo>
                    <a:pt x="7197" y="56968"/>
                  </a:lnTo>
                  <a:lnTo>
                    <a:pt x="7986" y="56241"/>
                  </a:lnTo>
                  <a:lnTo>
                    <a:pt x="8783" y="55518"/>
                  </a:lnTo>
                  <a:lnTo>
                    <a:pt x="9589" y="54800"/>
                  </a:lnTo>
                  <a:lnTo>
                    <a:pt x="10403" y="54088"/>
                  </a:lnTo>
                  <a:lnTo>
                    <a:pt x="11224" y="53382"/>
                  </a:lnTo>
                  <a:lnTo>
                    <a:pt x="12053" y="52683"/>
                  </a:lnTo>
                  <a:lnTo>
                    <a:pt x="12889" y="51991"/>
                  </a:lnTo>
                  <a:lnTo>
                    <a:pt x="13732" y="51306"/>
                  </a:lnTo>
                  <a:lnTo>
                    <a:pt x="14580" y="50631"/>
                  </a:lnTo>
                  <a:lnTo>
                    <a:pt x="15433" y="49964"/>
                  </a:lnTo>
                  <a:lnTo>
                    <a:pt x="16292" y="49308"/>
                  </a:lnTo>
                  <a:lnTo>
                    <a:pt x="17155" y="48661"/>
                  </a:lnTo>
                  <a:lnTo>
                    <a:pt x="18023" y="48025"/>
                  </a:lnTo>
                  <a:lnTo>
                    <a:pt x="18894" y="47401"/>
                  </a:lnTo>
                  <a:lnTo>
                    <a:pt x="19768" y="46789"/>
                  </a:lnTo>
                  <a:lnTo>
                    <a:pt x="20645" y="46190"/>
                  </a:lnTo>
                  <a:lnTo>
                    <a:pt x="21524" y="45604"/>
                  </a:lnTo>
                  <a:lnTo>
                    <a:pt x="22406" y="45032"/>
                  </a:lnTo>
                  <a:lnTo>
                    <a:pt x="23288" y="44474"/>
                  </a:lnTo>
                  <a:lnTo>
                    <a:pt x="24172" y="43932"/>
                  </a:lnTo>
                  <a:lnTo>
                    <a:pt x="25503" y="43932"/>
                  </a:lnTo>
                  <a:lnTo>
                    <a:pt x="26843" y="43932"/>
                  </a:lnTo>
                  <a:lnTo>
                    <a:pt x="28200" y="43932"/>
                  </a:lnTo>
                  <a:lnTo>
                    <a:pt x="28200" y="42599"/>
                  </a:lnTo>
                  <a:lnTo>
                    <a:pt x="28200" y="41246"/>
                  </a:lnTo>
                  <a:lnTo>
                    <a:pt x="29212" y="40702"/>
                  </a:lnTo>
                  <a:lnTo>
                    <a:pt x="30223" y="40158"/>
                  </a:lnTo>
                  <a:lnTo>
                    <a:pt x="31235" y="39615"/>
                  </a:lnTo>
                  <a:lnTo>
                    <a:pt x="32246" y="39071"/>
                  </a:lnTo>
                  <a:lnTo>
                    <a:pt x="33258" y="38528"/>
                  </a:lnTo>
                  <a:lnTo>
                    <a:pt x="34270" y="37985"/>
                  </a:lnTo>
                  <a:lnTo>
                    <a:pt x="35281" y="37441"/>
                  </a:lnTo>
                  <a:lnTo>
                    <a:pt x="36148" y="36849"/>
                  </a:lnTo>
                  <a:lnTo>
                    <a:pt x="36818" y="36351"/>
                  </a:lnTo>
                  <a:lnTo>
                    <a:pt x="37379" y="35850"/>
                  </a:lnTo>
                  <a:lnTo>
                    <a:pt x="37919" y="35246"/>
                  </a:lnTo>
                  <a:lnTo>
                    <a:pt x="38525" y="34443"/>
                  </a:lnTo>
                  <a:lnTo>
                    <a:pt x="39285" y="33342"/>
                  </a:lnTo>
                  <a:lnTo>
                    <a:pt x="40286" y="31846"/>
                  </a:lnTo>
                  <a:lnTo>
                    <a:pt x="41400" y="31386"/>
                  </a:lnTo>
                  <a:lnTo>
                    <a:pt x="42516" y="30931"/>
                  </a:lnTo>
                  <a:lnTo>
                    <a:pt x="43634" y="30481"/>
                  </a:lnTo>
                  <a:lnTo>
                    <a:pt x="44754" y="30035"/>
                  </a:lnTo>
                  <a:lnTo>
                    <a:pt x="45876" y="29595"/>
                  </a:lnTo>
                  <a:lnTo>
                    <a:pt x="47001" y="29160"/>
                  </a:lnTo>
                  <a:lnTo>
                    <a:pt x="47666" y="27827"/>
                  </a:lnTo>
                  <a:lnTo>
                    <a:pt x="48344" y="26474"/>
                  </a:lnTo>
                  <a:lnTo>
                    <a:pt x="49395" y="26194"/>
                  </a:lnTo>
                  <a:lnTo>
                    <a:pt x="50446" y="25916"/>
                  </a:lnTo>
                  <a:lnTo>
                    <a:pt x="51498" y="25639"/>
                  </a:lnTo>
                  <a:lnTo>
                    <a:pt x="52551" y="25365"/>
                  </a:lnTo>
                  <a:lnTo>
                    <a:pt x="53605" y="25094"/>
                  </a:lnTo>
                  <a:lnTo>
                    <a:pt x="54659" y="24826"/>
                  </a:lnTo>
                  <a:lnTo>
                    <a:pt x="55662" y="24474"/>
                  </a:lnTo>
                  <a:lnTo>
                    <a:pt x="56654" y="24099"/>
                  </a:lnTo>
                  <a:lnTo>
                    <a:pt x="57636" y="23702"/>
                  </a:lnTo>
                  <a:lnTo>
                    <a:pt x="58608" y="23285"/>
                  </a:lnTo>
                  <a:lnTo>
                    <a:pt x="59572" y="22850"/>
                  </a:lnTo>
                  <a:lnTo>
                    <a:pt x="60529" y="22399"/>
                  </a:lnTo>
                  <a:lnTo>
                    <a:pt x="61479" y="21934"/>
                  </a:lnTo>
                  <a:lnTo>
                    <a:pt x="62424" y="21456"/>
                  </a:lnTo>
                  <a:lnTo>
                    <a:pt x="63363" y="20967"/>
                  </a:lnTo>
                  <a:lnTo>
                    <a:pt x="64299" y="20469"/>
                  </a:lnTo>
                  <a:lnTo>
                    <a:pt x="65231" y="19965"/>
                  </a:lnTo>
                  <a:lnTo>
                    <a:pt x="66161" y="19455"/>
                  </a:lnTo>
                  <a:lnTo>
                    <a:pt x="67090" y="18941"/>
                  </a:lnTo>
                  <a:lnTo>
                    <a:pt x="68018" y="18426"/>
                  </a:lnTo>
                  <a:lnTo>
                    <a:pt x="68947" y="17912"/>
                  </a:lnTo>
                  <a:lnTo>
                    <a:pt x="69877" y="17399"/>
                  </a:lnTo>
                  <a:lnTo>
                    <a:pt x="71029" y="16943"/>
                  </a:lnTo>
                  <a:lnTo>
                    <a:pt x="72131" y="16564"/>
                  </a:lnTo>
                  <a:lnTo>
                    <a:pt x="73196" y="16256"/>
                  </a:lnTo>
                  <a:lnTo>
                    <a:pt x="74235" y="16015"/>
                  </a:lnTo>
                  <a:lnTo>
                    <a:pt x="75264" y="15834"/>
                  </a:lnTo>
                  <a:lnTo>
                    <a:pt x="76293" y="15708"/>
                  </a:lnTo>
                  <a:lnTo>
                    <a:pt x="77337" y="15633"/>
                  </a:lnTo>
                  <a:lnTo>
                    <a:pt x="78408" y="15603"/>
                  </a:lnTo>
                  <a:lnTo>
                    <a:pt x="79520" y="15613"/>
                  </a:lnTo>
                  <a:lnTo>
                    <a:pt x="80685" y="15657"/>
                  </a:lnTo>
                  <a:lnTo>
                    <a:pt x="81916" y="15731"/>
                  </a:lnTo>
                  <a:lnTo>
                    <a:pt x="81916" y="14398"/>
                  </a:lnTo>
                  <a:lnTo>
                    <a:pt x="81916" y="13045"/>
                  </a:lnTo>
                  <a:lnTo>
                    <a:pt x="82946" y="12829"/>
                  </a:lnTo>
                  <a:lnTo>
                    <a:pt x="83979" y="12612"/>
                  </a:lnTo>
                  <a:lnTo>
                    <a:pt x="85017" y="12394"/>
                  </a:lnTo>
                  <a:lnTo>
                    <a:pt x="86063" y="12175"/>
                  </a:lnTo>
                  <a:lnTo>
                    <a:pt x="87118" y="11954"/>
                  </a:lnTo>
                  <a:lnTo>
                    <a:pt x="88188" y="11712"/>
                  </a:lnTo>
                  <a:lnTo>
                    <a:pt x="89256" y="11464"/>
                  </a:lnTo>
                  <a:lnTo>
                    <a:pt x="90320" y="11209"/>
                  </a:lnTo>
                  <a:lnTo>
                    <a:pt x="91382" y="10948"/>
                  </a:lnTo>
                  <a:lnTo>
                    <a:pt x="92441" y="10680"/>
                  </a:lnTo>
                  <a:lnTo>
                    <a:pt x="93498" y="10406"/>
                  </a:lnTo>
                  <a:lnTo>
                    <a:pt x="94553" y="10126"/>
                  </a:lnTo>
                  <a:lnTo>
                    <a:pt x="95606" y="9841"/>
                  </a:lnTo>
                  <a:lnTo>
                    <a:pt x="96658" y="9550"/>
                  </a:lnTo>
                  <a:lnTo>
                    <a:pt x="97708" y="9254"/>
                  </a:lnTo>
                  <a:lnTo>
                    <a:pt x="98758" y="8953"/>
                  </a:lnTo>
                  <a:lnTo>
                    <a:pt x="99807" y="8647"/>
                  </a:lnTo>
                  <a:lnTo>
                    <a:pt x="100855" y="8336"/>
                  </a:lnTo>
                  <a:lnTo>
                    <a:pt x="101903" y="8022"/>
                  </a:lnTo>
                  <a:lnTo>
                    <a:pt x="102951" y="7703"/>
                  </a:lnTo>
                  <a:lnTo>
                    <a:pt x="103999" y="7380"/>
                  </a:lnTo>
                  <a:lnTo>
                    <a:pt x="105133" y="7033"/>
                  </a:lnTo>
                  <a:lnTo>
                    <a:pt x="106274" y="6684"/>
                  </a:lnTo>
                  <a:lnTo>
                    <a:pt x="107430" y="6331"/>
                  </a:lnTo>
                  <a:lnTo>
                    <a:pt x="108494" y="5994"/>
                  </a:lnTo>
                  <a:lnTo>
                    <a:pt x="109562" y="5656"/>
                  </a:lnTo>
                  <a:lnTo>
                    <a:pt x="110638" y="5316"/>
                  </a:lnTo>
                  <a:lnTo>
                    <a:pt x="111726" y="4972"/>
                  </a:lnTo>
                  <a:lnTo>
                    <a:pt x="112815" y="4699"/>
                  </a:lnTo>
                  <a:lnTo>
                    <a:pt x="113891" y="4450"/>
                  </a:lnTo>
                  <a:lnTo>
                    <a:pt x="114956" y="4223"/>
                  </a:lnTo>
                  <a:lnTo>
                    <a:pt x="116013" y="4017"/>
                  </a:lnTo>
                  <a:lnTo>
                    <a:pt x="117064" y="3831"/>
                  </a:lnTo>
                  <a:lnTo>
                    <a:pt x="118113" y="3664"/>
                  </a:lnTo>
                  <a:lnTo>
                    <a:pt x="119162" y="3514"/>
                  </a:lnTo>
                  <a:lnTo>
                    <a:pt x="120213" y="3380"/>
                  </a:lnTo>
                  <a:lnTo>
                    <a:pt x="121269" y="3261"/>
                  </a:lnTo>
                  <a:lnTo>
                    <a:pt x="122332" y="3155"/>
                  </a:lnTo>
                  <a:lnTo>
                    <a:pt x="123406" y="3062"/>
                  </a:lnTo>
                  <a:lnTo>
                    <a:pt x="124492" y="2979"/>
                  </a:lnTo>
                  <a:lnTo>
                    <a:pt x="125594" y="2907"/>
                  </a:lnTo>
                  <a:lnTo>
                    <a:pt x="126713" y="2842"/>
                  </a:lnTo>
                  <a:lnTo>
                    <a:pt x="127392" y="2802"/>
                  </a:lnTo>
                  <a:lnTo>
                    <a:pt x="129443" y="2682"/>
                  </a:lnTo>
                  <a:lnTo>
                    <a:pt x="130510" y="2621"/>
                  </a:lnTo>
                  <a:lnTo>
                    <a:pt x="131577" y="2561"/>
                  </a:lnTo>
                  <a:lnTo>
                    <a:pt x="132644" y="2502"/>
                  </a:lnTo>
                  <a:lnTo>
                    <a:pt x="133712" y="2444"/>
                  </a:lnTo>
                  <a:lnTo>
                    <a:pt x="134779" y="2387"/>
                  </a:lnTo>
                  <a:lnTo>
                    <a:pt x="135846" y="2330"/>
                  </a:lnTo>
                  <a:lnTo>
                    <a:pt x="136914" y="2274"/>
                  </a:lnTo>
                  <a:lnTo>
                    <a:pt x="137981" y="2218"/>
                  </a:lnTo>
                  <a:lnTo>
                    <a:pt x="139055" y="2159"/>
                  </a:lnTo>
                  <a:lnTo>
                    <a:pt x="140129" y="2100"/>
                  </a:lnTo>
                  <a:lnTo>
                    <a:pt x="141203" y="2041"/>
                  </a:lnTo>
                  <a:lnTo>
                    <a:pt x="142278" y="1981"/>
                  </a:lnTo>
                  <a:lnTo>
                    <a:pt x="143352" y="1921"/>
                  </a:lnTo>
                  <a:lnTo>
                    <a:pt x="144426" y="1861"/>
                  </a:lnTo>
                  <a:lnTo>
                    <a:pt x="145500" y="1800"/>
                  </a:lnTo>
                  <a:lnTo>
                    <a:pt x="146574" y="1738"/>
                  </a:lnTo>
                  <a:lnTo>
                    <a:pt x="147682" y="1675"/>
                  </a:lnTo>
                  <a:lnTo>
                    <a:pt x="148790" y="1614"/>
                  </a:lnTo>
                  <a:lnTo>
                    <a:pt x="149898" y="1553"/>
                  </a:lnTo>
                  <a:lnTo>
                    <a:pt x="151006" y="1493"/>
                  </a:lnTo>
                  <a:lnTo>
                    <a:pt x="152114" y="1433"/>
                  </a:lnTo>
                  <a:lnTo>
                    <a:pt x="153221" y="1374"/>
                  </a:lnTo>
                  <a:lnTo>
                    <a:pt x="154329" y="1315"/>
                  </a:lnTo>
                  <a:lnTo>
                    <a:pt x="157137" y="1073"/>
                  </a:lnTo>
                  <a:lnTo>
                    <a:pt x="159597" y="861"/>
                  </a:lnTo>
                  <a:lnTo>
                    <a:pt x="161733" y="678"/>
                  </a:lnTo>
                  <a:lnTo>
                    <a:pt x="163572" y="521"/>
                  </a:lnTo>
                  <a:lnTo>
                    <a:pt x="165138" y="389"/>
                  </a:lnTo>
                  <a:lnTo>
                    <a:pt x="166457" y="280"/>
                  </a:lnTo>
                  <a:lnTo>
                    <a:pt x="167555" y="192"/>
                  </a:lnTo>
                  <a:lnTo>
                    <a:pt x="168456" y="123"/>
                  </a:lnTo>
                  <a:lnTo>
                    <a:pt x="169186" y="71"/>
                  </a:lnTo>
                  <a:lnTo>
                    <a:pt x="169770" y="35"/>
                  </a:lnTo>
                  <a:lnTo>
                    <a:pt x="170234" y="12"/>
                  </a:lnTo>
                  <a:lnTo>
                    <a:pt x="170603" y="1"/>
                  </a:lnTo>
                  <a:lnTo>
                    <a:pt x="170902" y="0"/>
                  </a:lnTo>
                  <a:lnTo>
                    <a:pt x="171158" y="6"/>
                  </a:lnTo>
                  <a:lnTo>
                    <a:pt x="171394" y="19"/>
                  </a:lnTo>
                  <a:lnTo>
                    <a:pt x="171636" y="3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region 59 #CEEAF9"/>
            <p:cNvSpPr/>
            <p:nvPr/>
          </p:nvSpPr>
          <p:spPr>
            <a:xfrm>
              <a:off x="2487685" y="396150"/>
              <a:ext cx="93336" cy="89190"/>
            </a:xfrm>
            <a:custGeom>
              <a:avLst/>
              <a:gdLst/>
              <a:ahLst/>
              <a:cxnLst/>
              <a:rect l="l" t="t" r="r" b="b"/>
              <a:pathLst>
                <a:path w="93336" h="89190">
                  <a:moveTo>
                    <a:pt x="85278" y="0"/>
                  </a:moveTo>
                  <a:lnTo>
                    <a:pt x="85612" y="668"/>
                  </a:lnTo>
                  <a:lnTo>
                    <a:pt x="86621" y="2686"/>
                  </a:lnTo>
                  <a:lnTo>
                    <a:pt x="86000" y="3732"/>
                  </a:lnTo>
                  <a:lnTo>
                    <a:pt x="85398" y="4712"/>
                  </a:lnTo>
                  <a:lnTo>
                    <a:pt x="84803" y="5628"/>
                  </a:lnTo>
                  <a:lnTo>
                    <a:pt x="84204" y="6481"/>
                  </a:lnTo>
                  <a:lnTo>
                    <a:pt x="83588" y="7275"/>
                  </a:lnTo>
                  <a:lnTo>
                    <a:pt x="82944" y="8010"/>
                  </a:lnTo>
                  <a:lnTo>
                    <a:pt x="82261" y="8690"/>
                  </a:lnTo>
                  <a:lnTo>
                    <a:pt x="81527" y="9316"/>
                  </a:lnTo>
                  <a:lnTo>
                    <a:pt x="80729" y="9890"/>
                  </a:lnTo>
                  <a:lnTo>
                    <a:pt x="79858" y="10415"/>
                  </a:lnTo>
                  <a:lnTo>
                    <a:pt x="78900" y="10893"/>
                  </a:lnTo>
                  <a:lnTo>
                    <a:pt x="77845" y="11325"/>
                  </a:lnTo>
                  <a:lnTo>
                    <a:pt x="76680" y="11714"/>
                  </a:lnTo>
                  <a:lnTo>
                    <a:pt x="75623" y="11867"/>
                  </a:lnTo>
                  <a:lnTo>
                    <a:pt x="74567" y="12013"/>
                  </a:lnTo>
                  <a:lnTo>
                    <a:pt x="73510" y="12153"/>
                  </a:lnTo>
                  <a:lnTo>
                    <a:pt x="72454" y="12286"/>
                  </a:lnTo>
                  <a:lnTo>
                    <a:pt x="71397" y="12412"/>
                  </a:lnTo>
                  <a:lnTo>
                    <a:pt x="70341" y="12532"/>
                  </a:lnTo>
                  <a:lnTo>
                    <a:pt x="69284" y="12646"/>
                  </a:lnTo>
                  <a:lnTo>
                    <a:pt x="68228" y="12754"/>
                  </a:lnTo>
                  <a:lnTo>
                    <a:pt x="67171" y="12856"/>
                  </a:lnTo>
                  <a:lnTo>
                    <a:pt x="66114" y="12953"/>
                  </a:lnTo>
                  <a:lnTo>
                    <a:pt x="65058" y="13044"/>
                  </a:lnTo>
                  <a:lnTo>
                    <a:pt x="64001" y="13130"/>
                  </a:lnTo>
                  <a:lnTo>
                    <a:pt x="62944" y="13211"/>
                  </a:lnTo>
                  <a:lnTo>
                    <a:pt x="61887" y="13287"/>
                  </a:lnTo>
                  <a:lnTo>
                    <a:pt x="60829" y="13359"/>
                  </a:lnTo>
                  <a:lnTo>
                    <a:pt x="59772" y="13426"/>
                  </a:lnTo>
                  <a:lnTo>
                    <a:pt x="58714" y="13489"/>
                  </a:lnTo>
                  <a:lnTo>
                    <a:pt x="57656" y="13548"/>
                  </a:lnTo>
                  <a:lnTo>
                    <a:pt x="56598" y="13603"/>
                  </a:lnTo>
                  <a:lnTo>
                    <a:pt x="55540" y="13654"/>
                  </a:lnTo>
                  <a:lnTo>
                    <a:pt x="54482" y="13701"/>
                  </a:lnTo>
                  <a:lnTo>
                    <a:pt x="53423" y="13745"/>
                  </a:lnTo>
                  <a:lnTo>
                    <a:pt x="52364" y="13786"/>
                  </a:lnTo>
                  <a:lnTo>
                    <a:pt x="51305" y="13824"/>
                  </a:lnTo>
                  <a:lnTo>
                    <a:pt x="50245" y="13859"/>
                  </a:lnTo>
                  <a:lnTo>
                    <a:pt x="49185" y="13892"/>
                  </a:lnTo>
                  <a:lnTo>
                    <a:pt x="48125" y="13922"/>
                  </a:lnTo>
                  <a:lnTo>
                    <a:pt x="47065" y="13949"/>
                  </a:lnTo>
                  <a:lnTo>
                    <a:pt x="46004" y="13975"/>
                  </a:lnTo>
                  <a:lnTo>
                    <a:pt x="44943" y="13999"/>
                  </a:lnTo>
                  <a:lnTo>
                    <a:pt x="43881" y="14021"/>
                  </a:lnTo>
                  <a:lnTo>
                    <a:pt x="42819" y="14041"/>
                  </a:lnTo>
                  <a:lnTo>
                    <a:pt x="41757" y="14060"/>
                  </a:lnTo>
                  <a:lnTo>
                    <a:pt x="40694" y="14078"/>
                  </a:lnTo>
                  <a:lnTo>
                    <a:pt x="39631" y="14094"/>
                  </a:lnTo>
                  <a:lnTo>
                    <a:pt x="38567" y="14110"/>
                  </a:lnTo>
                  <a:lnTo>
                    <a:pt x="37503" y="14125"/>
                  </a:lnTo>
                  <a:lnTo>
                    <a:pt x="36438" y="14140"/>
                  </a:lnTo>
                  <a:lnTo>
                    <a:pt x="35373" y="14155"/>
                  </a:lnTo>
                  <a:lnTo>
                    <a:pt x="34308" y="14169"/>
                  </a:lnTo>
                  <a:lnTo>
                    <a:pt x="33242" y="14184"/>
                  </a:lnTo>
                  <a:lnTo>
                    <a:pt x="32180" y="14200"/>
                  </a:lnTo>
                  <a:lnTo>
                    <a:pt x="31119" y="14216"/>
                  </a:lnTo>
                  <a:lnTo>
                    <a:pt x="30057" y="14233"/>
                  </a:lnTo>
                  <a:lnTo>
                    <a:pt x="28996" y="14250"/>
                  </a:lnTo>
                  <a:lnTo>
                    <a:pt x="27935" y="14267"/>
                  </a:lnTo>
                  <a:lnTo>
                    <a:pt x="26873" y="14284"/>
                  </a:lnTo>
                  <a:lnTo>
                    <a:pt x="25812" y="14302"/>
                  </a:lnTo>
                  <a:lnTo>
                    <a:pt x="24750" y="14320"/>
                  </a:lnTo>
                  <a:lnTo>
                    <a:pt x="23689" y="14338"/>
                  </a:lnTo>
                  <a:lnTo>
                    <a:pt x="22627" y="14357"/>
                  </a:lnTo>
                  <a:lnTo>
                    <a:pt x="21565" y="14376"/>
                  </a:lnTo>
                  <a:lnTo>
                    <a:pt x="20363" y="14396"/>
                  </a:lnTo>
                  <a:lnTo>
                    <a:pt x="19161" y="14416"/>
                  </a:lnTo>
                  <a:lnTo>
                    <a:pt x="17959" y="14435"/>
                  </a:lnTo>
                  <a:lnTo>
                    <a:pt x="16756" y="14453"/>
                  </a:lnTo>
                  <a:lnTo>
                    <a:pt x="15554" y="14469"/>
                  </a:lnTo>
                  <a:lnTo>
                    <a:pt x="14351" y="14484"/>
                  </a:lnTo>
                  <a:lnTo>
                    <a:pt x="11922" y="14527"/>
                  </a:lnTo>
                  <a:lnTo>
                    <a:pt x="10018" y="14573"/>
                  </a:lnTo>
                  <a:lnTo>
                    <a:pt x="8559" y="14636"/>
                  </a:lnTo>
                  <a:lnTo>
                    <a:pt x="7465" y="14729"/>
                  </a:lnTo>
                  <a:lnTo>
                    <a:pt x="6658" y="14865"/>
                  </a:lnTo>
                  <a:lnTo>
                    <a:pt x="6058" y="15059"/>
                  </a:lnTo>
                  <a:lnTo>
                    <a:pt x="5585" y="15322"/>
                  </a:lnTo>
                  <a:lnTo>
                    <a:pt x="5161" y="15670"/>
                  </a:lnTo>
                  <a:lnTo>
                    <a:pt x="4705" y="16115"/>
                  </a:lnTo>
                  <a:lnTo>
                    <a:pt x="4650" y="17187"/>
                  </a:lnTo>
                  <a:lnTo>
                    <a:pt x="4609" y="18259"/>
                  </a:lnTo>
                  <a:lnTo>
                    <a:pt x="4580" y="19333"/>
                  </a:lnTo>
                  <a:lnTo>
                    <a:pt x="4562" y="20406"/>
                  </a:lnTo>
                  <a:lnTo>
                    <a:pt x="4553" y="21480"/>
                  </a:lnTo>
                  <a:lnTo>
                    <a:pt x="4552" y="22554"/>
                  </a:lnTo>
                  <a:lnTo>
                    <a:pt x="4553" y="23597"/>
                  </a:lnTo>
                  <a:lnTo>
                    <a:pt x="4553" y="24644"/>
                  </a:lnTo>
                  <a:lnTo>
                    <a:pt x="4554" y="25700"/>
                  </a:lnTo>
                  <a:lnTo>
                    <a:pt x="4554" y="26766"/>
                  </a:lnTo>
                  <a:lnTo>
                    <a:pt x="4559" y="27872"/>
                  </a:lnTo>
                  <a:lnTo>
                    <a:pt x="4564" y="28981"/>
                  </a:lnTo>
                  <a:lnTo>
                    <a:pt x="4569" y="30098"/>
                  </a:lnTo>
                  <a:lnTo>
                    <a:pt x="4574" y="31227"/>
                  </a:lnTo>
                  <a:lnTo>
                    <a:pt x="4575" y="32573"/>
                  </a:lnTo>
                  <a:lnTo>
                    <a:pt x="4576" y="33929"/>
                  </a:lnTo>
                  <a:lnTo>
                    <a:pt x="4578" y="35303"/>
                  </a:lnTo>
                  <a:lnTo>
                    <a:pt x="4580" y="36384"/>
                  </a:lnTo>
                  <a:lnTo>
                    <a:pt x="4582" y="37466"/>
                  </a:lnTo>
                  <a:lnTo>
                    <a:pt x="4584" y="38547"/>
                  </a:lnTo>
                  <a:lnTo>
                    <a:pt x="4587" y="39629"/>
                  </a:lnTo>
                  <a:lnTo>
                    <a:pt x="4590" y="40710"/>
                  </a:lnTo>
                  <a:lnTo>
                    <a:pt x="4593" y="41791"/>
                  </a:lnTo>
                  <a:lnTo>
                    <a:pt x="4596" y="42873"/>
                  </a:lnTo>
                  <a:lnTo>
                    <a:pt x="4600" y="43954"/>
                  </a:lnTo>
                  <a:lnTo>
                    <a:pt x="4603" y="45035"/>
                  </a:lnTo>
                  <a:lnTo>
                    <a:pt x="4607" y="46117"/>
                  </a:lnTo>
                  <a:lnTo>
                    <a:pt x="4611" y="47198"/>
                  </a:lnTo>
                  <a:lnTo>
                    <a:pt x="4614" y="48279"/>
                  </a:lnTo>
                  <a:lnTo>
                    <a:pt x="4618" y="49360"/>
                  </a:lnTo>
                  <a:lnTo>
                    <a:pt x="4622" y="50441"/>
                  </a:lnTo>
                  <a:lnTo>
                    <a:pt x="4625" y="51498"/>
                  </a:lnTo>
                  <a:lnTo>
                    <a:pt x="4627" y="52555"/>
                  </a:lnTo>
                  <a:lnTo>
                    <a:pt x="4630" y="53612"/>
                  </a:lnTo>
                  <a:lnTo>
                    <a:pt x="4632" y="54670"/>
                  </a:lnTo>
                  <a:lnTo>
                    <a:pt x="4635" y="55727"/>
                  </a:lnTo>
                  <a:lnTo>
                    <a:pt x="4637" y="56785"/>
                  </a:lnTo>
                  <a:lnTo>
                    <a:pt x="4640" y="57843"/>
                  </a:lnTo>
                  <a:lnTo>
                    <a:pt x="4642" y="58902"/>
                  </a:lnTo>
                  <a:lnTo>
                    <a:pt x="4645" y="59961"/>
                  </a:lnTo>
                  <a:lnTo>
                    <a:pt x="4648" y="61020"/>
                  </a:lnTo>
                  <a:lnTo>
                    <a:pt x="4650" y="62081"/>
                  </a:lnTo>
                  <a:lnTo>
                    <a:pt x="4653" y="63142"/>
                  </a:lnTo>
                  <a:lnTo>
                    <a:pt x="4655" y="64203"/>
                  </a:lnTo>
                  <a:lnTo>
                    <a:pt x="4658" y="65266"/>
                  </a:lnTo>
                  <a:lnTo>
                    <a:pt x="4661" y="66329"/>
                  </a:lnTo>
                  <a:lnTo>
                    <a:pt x="4663" y="67394"/>
                  </a:lnTo>
                  <a:lnTo>
                    <a:pt x="4666" y="68459"/>
                  </a:lnTo>
                  <a:lnTo>
                    <a:pt x="4668" y="69525"/>
                  </a:lnTo>
                  <a:lnTo>
                    <a:pt x="4671" y="70593"/>
                  </a:lnTo>
                  <a:lnTo>
                    <a:pt x="4674" y="71662"/>
                  </a:lnTo>
                  <a:lnTo>
                    <a:pt x="4676" y="72731"/>
                  </a:lnTo>
                  <a:lnTo>
                    <a:pt x="4679" y="73803"/>
                  </a:lnTo>
                  <a:lnTo>
                    <a:pt x="4682" y="74875"/>
                  </a:lnTo>
                  <a:lnTo>
                    <a:pt x="4684" y="75949"/>
                  </a:lnTo>
                  <a:lnTo>
                    <a:pt x="4687" y="77025"/>
                  </a:lnTo>
                  <a:lnTo>
                    <a:pt x="4689" y="78102"/>
                  </a:lnTo>
                  <a:lnTo>
                    <a:pt x="4692" y="79181"/>
                  </a:lnTo>
                  <a:lnTo>
                    <a:pt x="4695" y="80262"/>
                  </a:lnTo>
                  <a:lnTo>
                    <a:pt x="4697" y="81344"/>
                  </a:lnTo>
                  <a:lnTo>
                    <a:pt x="4700" y="82428"/>
                  </a:lnTo>
                  <a:lnTo>
                    <a:pt x="4703" y="83514"/>
                  </a:lnTo>
                  <a:lnTo>
                    <a:pt x="4705" y="84602"/>
                  </a:lnTo>
                  <a:lnTo>
                    <a:pt x="5827" y="84602"/>
                  </a:lnTo>
                  <a:lnTo>
                    <a:pt x="6949" y="84602"/>
                  </a:lnTo>
                  <a:lnTo>
                    <a:pt x="8071" y="84602"/>
                  </a:lnTo>
                  <a:lnTo>
                    <a:pt x="9192" y="84602"/>
                  </a:lnTo>
                  <a:lnTo>
                    <a:pt x="10314" y="84602"/>
                  </a:lnTo>
                  <a:lnTo>
                    <a:pt x="11436" y="84602"/>
                  </a:lnTo>
                  <a:lnTo>
                    <a:pt x="12558" y="84602"/>
                  </a:lnTo>
                  <a:lnTo>
                    <a:pt x="13681" y="84602"/>
                  </a:lnTo>
                  <a:lnTo>
                    <a:pt x="14803" y="84602"/>
                  </a:lnTo>
                  <a:lnTo>
                    <a:pt x="15925" y="84602"/>
                  </a:lnTo>
                  <a:lnTo>
                    <a:pt x="17048" y="84602"/>
                  </a:lnTo>
                  <a:lnTo>
                    <a:pt x="18171" y="84602"/>
                  </a:lnTo>
                  <a:lnTo>
                    <a:pt x="19294" y="84602"/>
                  </a:lnTo>
                  <a:lnTo>
                    <a:pt x="20417" y="84602"/>
                  </a:lnTo>
                  <a:lnTo>
                    <a:pt x="21541" y="84602"/>
                  </a:lnTo>
                  <a:lnTo>
                    <a:pt x="22664" y="84602"/>
                  </a:lnTo>
                  <a:lnTo>
                    <a:pt x="23788" y="84602"/>
                  </a:lnTo>
                  <a:lnTo>
                    <a:pt x="24912" y="84602"/>
                  </a:lnTo>
                  <a:lnTo>
                    <a:pt x="26037" y="84602"/>
                  </a:lnTo>
                  <a:lnTo>
                    <a:pt x="27162" y="84602"/>
                  </a:lnTo>
                  <a:lnTo>
                    <a:pt x="28287" y="84602"/>
                  </a:lnTo>
                  <a:lnTo>
                    <a:pt x="29413" y="84602"/>
                  </a:lnTo>
                  <a:lnTo>
                    <a:pt x="30539" y="84602"/>
                  </a:lnTo>
                  <a:lnTo>
                    <a:pt x="31665" y="84602"/>
                  </a:lnTo>
                  <a:lnTo>
                    <a:pt x="32792" y="84602"/>
                  </a:lnTo>
                  <a:lnTo>
                    <a:pt x="33919" y="84602"/>
                  </a:lnTo>
                  <a:lnTo>
                    <a:pt x="35046" y="84602"/>
                  </a:lnTo>
                  <a:lnTo>
                    <a:pt x="36174" y="84602"/>
                  </a:lnTo>
                  <a:lnTo>
                    <a:pt x="37303" y="84602"/>
                  </a:lnTo>
                  <a:lnTo>
                    <a:pt x="38432" y="84602"/>
                  </a:lnTo>
                  <a:lnTo>
                    <a:pt x="39561" y="84602"/>
                  </a:lnTo>
                  <a:lnTo>
                    <a:pt x="40691" y="84602"/>
                  </a:lnTo>
                  <a:lnTo>
                    <a:pt x="41822" y="84602"/>
                  </a:lnTo>
                  <a:lnTo>
                    <a:pt x="42953" y="84602"/>
                  </a:lnTo>
                  <a:lnTo>
                    <a:pt x="44084" y="84602"/>
                  </a:lnTo>
                  <a:lnTo>
                    <a:pt x="45217" y="84602"/>
                  </a:lnTo>
                  <a:lnTo>
                    <a:pt x="46349" y="84602"/>
                  </a:lnTo>
                  <a:lnTo>
                    <a:pt x="47483" y="84602"/>
                  </a:lnTo>
                  <a:lnTo>
                    <a:pt x="48617" y="84602"/>
                  </a:lnTo>
                  <a:lnTo>
                    <a:pt x="49751" y="84602"/>
                  </a:lnTo>
                  <a:lnTo>
                    <a:pt x="50887" y="84602"/>
                  </a:lnTo>
                  <a:lnTo>
                    <a:pt x="52023" y="84602"/>
                  </a:lnTo>
                  <a:lnTo>
                    <a:pt x="53159" y="84602"/>
                  </a:lnTo>
                  <a:lnTo>
                    <a:pt x="54297" y="84602"/>
                  </a:lnTo>
                  <a:lnTo>
                    <a:pt x="55435" y="84602"/>
                  </a:lnTo>
                  <a:lnTo>
                    <a:pt x="56574" y="84602"/>
                  </a:lnTo>
                  <a:lnTo>
                    <a:pt x="57714" y="84602"/>
                  </a:lnTo>
                  <a:lnTo>
                    <a:pt x="58854" y="84602"/>
                  </a:lnTo>
                  <a:lnTo>
                    <a:pt x="59995" y="84602"/>
                  </a:lnTo>
                  <a:lnTo>
                    <a:pt x="61137" y="84602"/>
                  </a:lnTo>
                  <a:lnTo>
                    <a:pt x="62280" y="84602"/>
                  </a:lnTo>
                  <a:lnTo>
                    <a:pt x="63424" y="84602"/>
                  </a:lnTo>
                  <a:lnTo>
                    <a:pt x="64569" y="84602"/>
                  </a:lnTo>
                  <a:lnTo>
                    <a:pt x="65714" y="84602"/>
                  </a:lnTo>
                  <a:lnTo>
                    <a:pt x="66860" y="84602"/>
                  </a:lnTo>
                  <a:lnTo>
                    <a:pt x="68008" y="84602"/>
                  </a:lnTo>
                  <a:lnTo>
                    <a:pt x="69156" y="84602"/>
                  </a:lnTo>
                  <a:lnTo>
                    <a:pt x="70305" y="84602"/>
                  </a:lnTo>
                  <a:lnTo>
                    <a:pt x="71455" y="84602"/>
                  </a:lnTo>
                  <a:lnTo>
                    <a:pt x="72606" y="84602"/>
                  </a:lnTo>
                  <a:lnTo>
                    <a:pt x="73759" y="84602"/>
                  </a:lnTo>
                  <a:lnTo>
                    <a:pt x="74912" y="84602"/>
                  </a:lnTo>
                  <a:lnTo>
                    <a:pt x="76066" y="84602"/>
                  </a:lnTo>
                  <a:lnTo>
                    <a:pt x="77221" y="84602"/>
                  </a:lnTo>
                  <a:lnTo>
                    <a:pt x="77279" y="83561"/>
                  </a:lnTo>
                  <a:lnTo>
                    <a:pt x="77337" y="82521"/>
                  </a:lnTo>
                  <a:lnTo>
                    <a:pt x="77394" y="81480"/>
                  </a:lnTo>
                  <a:lnTo>
                    <a:pt x="77452" y="80439"/>
                  </a:lnTo>
                  <a:lnTo>
                    <a:pt x="77510" y="79397"/>
                  </a:lnTo>
                  <a:lnTo>
                    <a:pt x="77568" y="78355"/>
                  </a:lnTo>
                  <a:lnTo>
                    <a:pt x="77626" y="77312"/>
                  </a:lnTo>
                  <a:lnTo>
                    <a:pt x="77684" y="76268"/>
                  </a:lnTo>
                  <a:lnTo>
                    <a:pt x="77742" y="75223"/>
                  </a:lnTo>
                  <a:lnTo>
                    <a:pt x="77800" y="74177"/>
                  </a:lnTo>
                  <a:lnTo>
                    <a:pt x="77858" y="73130"/>
                  </a:lnTo>
                  <a:lnTo>
                    <a:pt x="77916" y="72082"/>
                  </a:lnTo>
                  <a:lnTo>
                    <a:pt x="77975" y="71032"/>
                  </a:lnTo>
                  <a:lnTo>
                    <a:pt x="78033" y="69981"/>
                  </a:lnTo>
                  <a:lnTo>
                    <a:pt x="78092" y="68928"/>
                  </a:lnTo>
                  <a:lnTo>
                    <a:pt x="78150" y="67873"/>
                  </a:lnTo>
                  <a:lnTo>
                    <a:pt x="78209" y="66816"/>
                  </a:lnTo>
                  <a:lnTo>
                    <a:pt x="78268" y="65758"/>
                  </a:lnTo>
                  <a:lnTo>
                    <a:pt x="78327" y="64697"/>
                  </a:lnTo>
                  <a:lnTo>
                    <a:pt x="78386" y="63634"/>
                  </a:lnTo>
                  <a:lnTo>
                    <a:pt x="78445" y="62568"/>
                  </a:lnTo>
                  <a:lnTo>
                    <a:pt x="78504" y="61500"/>
                  </a:lnTo>
                  <a:lnTo>
                    <a:pt x="78564" y="60430"/>
                  </a:lnTo>
                  <a:lnTo>
                    <a:pt x="79880" y="58860"/>
                  </a:lnTo>
                  <a:lnTo>
                    <a:pt x="81007" y="57526"/>
                  </a:lnTo>
                  <a:lnTo>
                    <a:pt x="81974" y="56401"/>
                  </a:lnTo>
                  <a:lnTo>
                    <a:pt x="82811" y="55460"/>
                  </a:lnTo>
                  <a:lnTo>
                    <a:pt x="83546" y="54677"/>
                  </a:lnTo>
                  <a:lnTo>
                    <a:pt x="84210" y="54027"/>
                  </a:lnTo>
                  <a:lnTo>
                    <a:pt x="84831" y="53484"/>
                  </a:lnTo>
                  <a:lnTo>
                    <a:pt x="85438" y="53021"/>
                  </a:lnTo>
                  <a:lnTo>
                    <a:pt x="86062" y="52615"/>
                  </a:lnTo>
                  <a:lnTo>
                    <a:pt x="86732" y="52238"/>
                  </a:lnTo>
                  <a:lnTo>
                    <a:pt x="87476" y="51865"/>
                  </a:lnTo>
                  <a:lnTo>
                    <a:pt x="88325" y="51471"/>
                  </a:lnTo>
                  <a:lnTo>
                    <a:pt x="89307" y="51030"/>
                  </a:lnTo>
                  <a:lnTo>
                    <a:pt x="90638" y="51030"/>
                  </a:lnTo>
                  <a:lnTo>
                    <a:pt x="91978" y="51030"/>
                  </a:lnTo>
                  <a:lnTo>
                    <a:pt x="93336" y="51030"/>
                  </a:lnTo>
                  <a:lnTo>
                    <a:pt x="92339" y="51628"/>
                  </a:lnTo>
                  <a:lnTo>
                    <a:pt x="91327" y="52235"/>
                  </a:lnTo>
                  <a:lnTo>
                    <a:pt x="90414" y="52939"/>
                  </a:lnTo>
                  <a:lnTo>
                    <a:pt x="89543" y="53637"/>
                  </a:lnTo>
                  <a:lnTo>
                    <a:pt x="88717" y="54336"/>
                  </a:lnTo>
                  <a:lnTo>
                    <a:pt x="87938" y="55044"/>
                  </a:lnTo>
                  <a:lnTo>
                    <a:pt x="87208" y="55771"/>
                  </a:lnTo>
                  <a:lnTo>
                    <a:pt x="86531" y="56523"/>
                  </a:lnTo>
                  <a:lnTo>
                    <a:pt x="85909" y="57309"/>
                  </a:lnTo>
                  <a:lnTo>
                    <a:pt x="85343" y="58137"/>
                  </a:lnTo>
                  <a:lnTo>
                    <a:pt x="84838" y="59014"/>
                  </a:lnTo>
                  <a:lnTo>
                    <a:pt x="84395" y="59950"/>
                  </a:lnTo>
                  <a:lnTo>
                    <a:pt x="84018" y="60951"/>
                  </a:lnTo>
                  <a:lnTo>
                    <a:pt x="83707" y="62026"/>
                  </a:lnTo>
                  <a:lnTo>
                    <a:pt x="83467" y="63183"/>
                  </a:lnTo>
                  <a:lnTo>
                    <a:pt x="83395" y="64264"/>
                  </a:lnTo>
                  <a:lnTo>
                    <a:pt x="83332" y="65343"/>
                  </a:lnTo>
                  <a:lnTo>
                    <a:pt x="83278" y="66421"/>
                  </a:lnTo>
                  <a:lnTo>
                    <a:pt x="83233" y="67498"/>
                  </a:lnTo>
                  <a:lnTo>
                    <a:pt x="83196" y="68575"/>
                  </a:lnTo>
                  <a:lnTo>
                    <a:pt x="83168" y="69651"/>
                  </a:lnTo>
                  <a:lnTo>
                    <a:pt x="83149" y="70728"/>
                  </a:lnTo>
                  <a:lnTo>
                    <a:pt x="83138" y="71805"/>
                  </a:lnTo>
                  <a:lnTo>
                    <a:pt x="83136" y="72883"/>
                  </a:lnTo>
                  <a:lnTo>
                    <a:pt x="83143" y="73962"/>
                  </a:lnTo>
                  <a:lnTo>
                    <a:pt x="83159" y="75043"/>
                  </a:lnTo>
                  <a:lnTo>
                    <a:pt x="83183" y="76127"/>
                  </a:lnTo>
                  <a:lnTo>
                    <a:pt x="83193" y="77159"/>
                  </a:lnTo>
                  <a:lnTo>
                    <a:pt x="83202" y="78198"/>
                  </a:lnTo>
                  <a:lnTo>
                    <a:pt x="83212" y="79252"/>
                  </a:lnTo>
                  <a:lnTo>
                    <a:pt x="83270" y="80652"/>
                  </a:lnTo>
                  <a:lnTo>
                    <a:pt x="83328" y="82074"/>
                  </a:lnTo>
                  <a:lnTo>
                    <a:pt x="82946" y="83325"/>
                  </a:lnTo>
                  <a:lnTo>
                    <a:pt x="82562" y="84193"/>
                  </a:lnTo>
                  <a:lnTo>
                    <a:pt x="82000" y="84902"/>
                  </a:lnTo>
                  <a:lnTo>
                    <a:pt x="81083" y="85677"/>
                  </a:lnTo>
                  <a:lnTo>
                    <a:pt x="79633" y="86741"/>
                  </a:lnTo>
                  <a:lnTo>
                    <a:pt x="78471" y="87300"/>
                  </a:lnTo>
                  <a:lnTo>
                    <a:pt x="77387" y="87768"/>
                  </a:lnTo>
                  <a:lnTo>
                    <a:pt x="76359" y="88153"/>
                  </a:lnTo>
                  <a:lnTo>
                    <a:pt x="75363" y="88461"/>
                  </a:lnTo>
                  <a:lnTo>
                    <a:pt x="74376" y="88701"/>
                  </a:lnTo>
                  <a:lnTo>
                    <a:pt x="73377" y="88881"/>
                  </a:lnTo>
                  <a:lnTo>
                    <a:pt x="72341" y="89008"/>
                  </a:lnTo>
                  <a:lnTo>
                    <a:pt x="71246" y="89090"/>
                  </a:lnTo>
                  <a:lnTo>
                    <a:pt x="70071" y="89136"/>
                  </a:lnTo>
                  <a:lnTo>
                    <a:pt x="68790" y="89151"/>
                  </a:lnTo>
                  <a:lnTo>
                    <a:pt x="67755" y="89161"/>
                  </a:lnTo>
                  <a:lnTo>
                    <a:pt x="66716" y="89171"/>
                  </a:lnTo>
                  <a:lnTo>
                    <a:pt x="65668" y="89180"/>
                  </a:lnTo>
                  <a:lnTo>
                    <a:pt x="64609" y="89190"/>
                  </a:lnTo>
                  <a:lnTo>
                    <a:pt x="63501" y="89184"/>
                  </a:lnTo>
                  <a:lnTo>
                    <a:pt x="62389" y="89178"/>
                  </a:lnTo>
                  <a:lnTo>
                    <a:pt x="61269" y="89172"/>
                  </a:lnTo>
                  <a:lnTo>
                    <a:pt x="60135" y="89165"/>
                  </a:lnTo>
                  <a:lnTo>
                    <a:pt x="58989" y="89168"/>
                  </a:lnTo>
                  <a:lnTo>
                    <a:pt x="57839" y="89171"/>
                  </a:lnTo>
                  <a:lnTo>
                    <a:pt x="56679" y="89174"/>
                  </a:lnTo>
                  <a:lnTo>
                    <a:pt x="55507" y="89177"/>
                  </a:lnTo>
                  <a:lnTo>
                    <a:pt x="54432" y="89177"/>
                  </a:lnTo>
                  <a:lnTo>
                    <a:pt x="53357" y="89177"/>
                  </a:lnTo>
                  <a:lnTo>
                    <a:pt x="52282" y="89176"/>
                  </a:lnTo>
                  <a:lnTo>
                    <a:pt x="51207" y="89175"/>
                  </a:lnTo>
                  <a:lnTo>
                    <a:pt x="50132" y="89172"/>
                  </a:lnTo>
                  <a:lnTo>
                    <a:pt x="49057" y="89169"/>
                  </a:lnTo>
                  <a:lnTo>
                    <a:pt x="47982" y="89165"/>
                  </a:lnTo>
                  <a:lnTo>
                    <a:pt x="46907" y="89161"/>
                  </a:lnTo>
                  <a:lnTo>
                    <a:pt x="45832" y="89155"/>
                  </a:lnTo>
                  <a:lnTo>
                    <a:pt x="44774" y="89151"/>
                  </a:lnTo>
                  <a:lnTo>
                    <a:pt x="43715" y="89149"/>
                  </a:lnTo>
                  <a:lnTo>
                    <a:pt x="42657" y="89147"/>
                  </a:lnTo>
                  <a:lnTo>
                    <a:pt x="41598" y="89147"/>
                  </a:lnTo>
                  <a:lnTo>
                    <a:pt x="40540" y="89147"/>
                  </a:lnTo>
                  <a:lnTo>
                    <a:pt x="39482" y="89148"/>
                  </a:lnTo>
                  <a:lnTo>
                    <a:pt x="38423" y="89150"/>
                  </a:lnTo>
                  <a:lnTo>
                    <a:pt x="37365" y="89153"/>
                  </a:lnTo>
                  <a:lnTo>
                    <a:pt x="36307" y="89157"/>
                  </a:lnTo>
                  <a:lnTo>
                    <a:pt x="35248" y="89161"/>
                  </a:lnTo>
                  <a:lnTo>
                    <a:pt x="34190" y="89165"/>
                  </a:lnTo>
                  <a:lnTo>
                    <a:pt x="33132" y="89170"/>
                  </a:lnTo>
                  <a:lnTo>
                    <a:pt x="32073" y="89175"/>
                  </a:lnTo>
                  <a:lnTo>
                    <a:pt x="31015" y="89181"/>
                  </a:lnTo>
                  <a:lnTo>
                    <a:pt x="29970" y="89180"/>
                  </a:lnTo>
                  <a:lnTo>
                    <a:pt x="28926" y="89179"/>
                  </a:lnTo>
                  <a:lnTo>
                    <a:pt x="27881" y="89177"/>
                  </a:lnTo>
                  <a:lnTo>
                    <a:pt x="26836" y="89176"/>
                  </a:lnTo>
                  <a:lnTo>
                    <a:pt x="25791" y="89174"/>
                  </a:lnTo>
                  <a:lnTo>
                    <a:pt x="24746" y="89172"/>
                  </a:lnTo>
                  <a:lnTo>
                    <a:pt x="23702" y="89170"/>
                  </a:lnTo>
                  <a:lnTo>
                    <a:pt x="22657" y="89167"/>
                  </a:lnTo>
                  <a:lnTo>
                    <a:pt x="21612" y="89165"/>
                  </a:lnTo>
                  <a:lnTo>
                    <a:pt x="20503" y="89172"/>
                  </a:lnTo>
                  <a:lnTo>
                    <a:pt x="19389" y="89178"/>
                  </a:lnTo>
                  <a:lnTo>
                    <a:pt x="18266" y="89184"/>
                  </a:lnTo>
                  <a:lnTo>
                    <a:pt x="17131" y="89190"/>
                  </a:lnTo>
                  <a:lnTo>
                    <a:pt x="16099" y="89180"/>
                  </a:lnTo>
                  <a:lnTo>
                    <a:pt x="15062" y="89171"/>
                  </a:lnTo>
                  <a:lnTo>
                    <a:pt x="14018" y="89161"/>
                  </a:lnTo>
                  <a:lnTo>
                    <a:pt x="12961" y="89151"/>
                  </a:lnTo>
                  <a:lnTo>
                    <a:pt x="11752" y="89148"/>
                  </a:lnTo>
                  <a:lnTo>
                    <a:pt x="10534" y="89145"/>
                  </a:lnTo>
                  <a:lnTo>
                    <a:pt x="9299" y="89142"/>
                  </a:lnTo>
                  <a:lnTo>
                    <a:pt x="8038" y="88917"/>
                  </a:lnTo>
                  <a:lnTo>
                    <a:pt x="6914" y="88653"/>
                  </a:lnTo>
                  <a:lnTo>
                    <a:pt x="5901" y="88339"/>
                  </a:lnTo>
                  <a:lnTo>
                    <a:pt x="4973" y="87959"/>
                  </a:lnTo>
                  <a:lnTo>
                    <a:pt x="4103" y="87500"/>
                  </a:lnTo>
                  <a:lnTo>
                    <a:pt x="3265" y="86948"/>
                  </a:lnTo>
                  <a:lnTo>
                    <a:pt x="2432" y="86290"/>
                  </a:lnTo>
                  <a:lnTo>
                    <a:pt x="1578" y="85513"/>
                  </a:lnTo>
                  <a:lnTo>
                    <a:pt x="677" y="84602"/>
                  </a:lnTo>
                  <a:lnTo>
                    <a:pt x="397" y="83253"/>
                  </a:lnTo>
                  <a:lnTo>
                    <a:pt x="210" y="82239"/>
                  </a:lnTo>
                  <a:lnTo>
                    <a:pt x="98" y="81366"/>
                  </a:lnTo>
                  <a:lnTo>
                    <a:pt x="41" y="80443"/>
                  </a:lnTo>
                  <a:lnTo>
                    <a:pt x="23" y="79277"/>
                  </a:lnTo>
                  <a:lnTo>
                    <a:pt x="24" y="77675"/>
                  </a:lnTo>
                  <a:lnTo>
                    <a:pt x="18" y="76616"/>
                  </a:lnTo>
                  <a:lnTo>
                    <a:pt x="12" y="75552"/>
                  </a:lnTo>
                  <a:lnTo>
                    <a:pt x="6" y="74480"/>
                  </a:lnTo>
                  <a:lnTo>
                    <a:pt x="0" y="73397"/>
                  </a:lnTo>
                  <a:lnTo>
                    <a:pt x="14" y="72254"/>
                  </a:lnTo>
                  <a:lnTo>
                    <a:pt x="28" y="71106"/>
                  </a:lnTo>
                  <a:lnTo>
                    <a:pt x="43" y="69950"/>
                  </a:lnTo>
                  <a:lnTo>
                    <a:pt x="58" y="68781"/>
                  </a:lnTo>
                  <a:lnTo>
                    <a:pt x="59" y="67607"/>
                  </a:lnTo>
                  <a:lnTo>
                    <a:pt x="60" y="66428"/>
                  </a:lnTo>
                  <a:lnTo>
                    <a:pt x="61" y="65241"/>
                  </a:lnTo>
                  <a:lnTo>
                    <a:pt x="62" y="64039"/>
                  </a:lnTo>
                  <a:lnTo>
                    <a:pt x="65" y="62936"/>
                  </a:lnTo>
                  <a:lnTo>
                    <a:pt x="69" y="61833"/>
                  </a:lnTo>
                  <a:lnTo>
                    <a:pt x="74" y="60730"/>
                  </a:lnTo>
                  <a:lnTo>
                    <a:pt x="80" y="59627"/>
                  </a:lnTo>
                  <a:lnTo>
                    <a:pt x="87" y="58524"/>
                  </a:lnTo>
                  <a:lnTo>
                    <a:pt x="95" y="57420"/>
                  </a:lnTo>
                  <a:lnTo>
                    <a:pt x="103" y="56317"/>
                  </a:lnTo>
                  <a:lnTo>
                    <a:pt x="113" y="55214"/>
                  </a:lnTo>
                  <a:lnTo>
                    <a:pt x="123" y="54110"/>
                  </a:lnTo>
                  <a:lnTo>
                    <a:pt x="133" y="53023"/>
                  </a:lnTo>
                  <a:lnTo>
                    <a:pt x="142" y="51935"/>
                  </a:lnTo>
                  <a:lnTo>
                    <a:pt x="150" y="50848"/>
                  </a:lnTo>
                  <a:lnTo>
                    <a:pt x="156" y="49761"/>
                  </a:lnTo>
                  <a:lnTo>
                    <a:pt x="161" y="48673"/>
                  </a:lnTo>
                  <a:lnTo>
                    <a:pt x="166" y="47586"/>
                  </a:lnTo>
                  <a:lnTo>
                    <a:pt x="170" y="46498"/>
                  </a:lnTo>
                  <a:lnTo>
                    <a:pt x="172" y="45411"/>
                  </a:lnTo>
                  <a:lnTo>
                    <a:pt x="175" y="44324"/>
                  </a:lnTo>
                  <a:lnTo>
                    <a:pt x="176" y="43236"/>
                  </a:lnTo>
                  <a:lnTo>
                    <a:pt x="177" y="42149"/>
                  </a:lnTo>
                  <a:lnTo>
                    <a:pt x="178" y="41061"/>
                  </a:lnTo>
                  <a:lnTo>
                    <a:pt x="178" y="39974"/>
                  </a:lnTo>
                  <a:lnTo>
                    <a:pt x="178" y="38886"/>
                  </a:lnTo>
                  <a:lnTo>
                    <a:pt x="183" y="37815"/>
                  </a:lnTo>
                  <a:lnTo>
                    <a:pt x="188" y="36744"/>
                  </a:lnTo>
                  <a:lnTo>
                    <a:pt x="192" y="35674"/>
                  </a:lnTo>
                  <a:lnTo>
                    <a:pt x="197" y="34603"/>
                  </a:lnTo>
                  <a:lnTo>
                    <a:pt x="203" y="33532"/>
                  </a:lnTo>
                  <a:lnTo>
                    <a:pt x="208" y="32461"/>
                  </a:lnTo>
                  <a:lnTo>
                    <a:pt x="213" y="31391"/>
                  </a:lnTo>
                  <a:lnTo>
                    <a:pt x="219" y="30320"/>
                  </a:lnTo>
                  <a:lnTo>
                    <a:pt x="225" y="29249"/>
                  </a:lnTo>
                  <a:lnTo>
                    <a:pt x="228" y="28106"/>
                  </a:lnTo>
                  <a:lnTo>
                    <a:pt x="230" y="26959"/>
                  </a:lnTo>
                  <a:lnTo>
                    <a:pt x="233" y="25803"/>
                  </a:lnTo>
                  <a:lnTo>
                    <a:pt x="235" y="24634"/>
                  </a:lnTo>
                  <a:lnTo>
                    <a:pt x="248" y="23574"/>
                  </a:lnTo>
                  <a:lnTo>
                    <a:pt x="260" y="22510"/>
                  </a:lnTo>
                  <a:lnTo>
                    <a:pt x="273" y="21439"/>
                  </a:lnTo>
                  <a:lnTo>
                    <a:pt x="286" y="20355"/>
                  </a:lnTo>
                  <a:lnTo>
                    <a:pt x="297" y="19111"/>
                  </a:lnTo>
                  <a:lnTo>
                    <a:pt x="307" y="17858"/>
                  </a:lnTo>
                  <a:lnTo>
                    <a:pt x="318" y="16589"/>
                  </a:lnTo>
                  <a:lnTo>
                    <a:pt x="459" y="15407"/>
                  </a:lnTo>
                  <a:lnTo>
                    <a:pt x="609" y="14486"/>
                  </a:lnTo>
                  <a:lnTo>
                    <a:pt x="821" y="13701"/>
                  </a:lnTo>
                  <a:lnTo>
                    <a:pt x="1150" y="12926"/>
                  </a:lnTo>
                  <a:lnTo>
                    <a:pt x="1647" y="12034"/>
                  </a:lnTo>
                  <a:lnTo>
                    <a:pt x="2367" y="10901"/>
                  </a:lnTo>
                  <a:lnTo>
                    <a:pt x="3362" y="9400"/>
                  </a:lnTo>
                  <a:lnTo>
                    <a:pt x="4649" y="9198"/>
                  </a:lnTo>
                  <a:lnTo>
                    <a:pt x="5623" y="9063"/>
                  </a:lnTo>
                  <a:lnTo>
                    <a:pt x="6473" y="8983"/>
                  </a:lnTo>
                  <a:lnTo>
                    <a:pt x="7389" y="8946"/>
                  </a:lnTo>
                  <a:lnTo>
                    <a:pt x="8560" y="8938"/>
                  </a:lnTo>
                  <a:lnTo>
                    <a:pt x="10175" y="8948"/>
                  </a:lnTo>
                  <a:lnTo>
                    <a:pt x="11241" y="8947"/>
                  </a:lnTo>
                  <a:lnTo>
                    <a:pt x="12312" y="8946"/>
                  </a:lnTo>
                  <a:lnTo>
                    <a:pt x="13391" y="8946"/>
                  </a:lnTo>
                  <a:lnTo>
                    <a:pt x="14481" y="8946"/>
                  </a:lnTo>
                  <a:lnTo>
                    <a:pt x="15639" y="8958"/>
                  </a:lnTo>
                  <a:lnTo>
                    <a:pt x="16802" y="8971"/>
                  </a:lnTo>
                  <a:lnTo>
                    <a:pt x="17973" y="8983"/>
                  </a:lnTo>
                  <a:lnTo>
                    <a:pt x="19157" y="8996"/>
                  </a:lnTo>
                  <a:lnTo>
                    <a:pt x="20242" y="8993"/>
                  </a:lnTo>
                  <a:lnTo>
                    <a:pt x="21326" y="8989"/>
                  </a:lnTo>
                  <a:lnTo>
                    <a:pt x="22410" y="8986"/>
                  </a:lnTo>
                  <a:lnTo>
                    <a:pt x="23495" y="8982"/>
                  </a:lnTo>
                  <a:lnTo>
                    <a:pt x="24579" y="8978"/>
                  </a:lnTo>
                  <a:lnTo>
                    <a:pt x="25663" y="8974"/>
                  </a:lnTo>
                  <a:lnTo>
                    <a:pt x="26748" y="8970"/>
                  </a:lnTo>
                  <a:lnTo>
                    <a:pt x="27832" y="8966"/>
                  </a:lnTo>
                  <a:lnTo>
                    <a:pt x="28916" y="8962"/>
                  </a:lnTo>
                  <a:lnTo>
                    <a:pt x="30018" y="8963"/>
                  </a:lnTo>
                  <a:lnTo>
                    <a:pt x="31119" y="8964"/>
                  </a:lnTo>
                  <a:lnTo>
                    <a:pt x="32220" y="8966"/>
                  </a:lnTo>
                  <a:lnTo>
                    <a:pt x="33322" y="8968"/>
                  </a:lnTo>
                  <a:lnTo>
                    <a:pt x="34423" y="8970"/>
                  </a:lnTo>
                  <a:lnTo>
                    <a:pt x="35524" y="8973"/>
                  </a:lnTo>
                  <a:lnTo>
                    <a:pt x="36625" y="8977"/>
                  </a:lnTo>
                  <a:lnTo>
                    <a:pt x="37727" y="8981"/>
                  </a:lnTo>
                  <a:lnTo>
                    <a:pt x="38828" y="8985"/>
                  </a:lnTo>
                  <a:lnTo>
                    <a:pt x="39929" y="8991"/>
                  </a:lnTo>
                  <a:lnTo>
                    <a:pt x="41030" y="8996"/>
                  </a:lnTo>
                  <a:lnTo>
                    <a:pt x="42131" y="9003"/>
                  </a:lnTo>
                  <a:lnTo>
                    <a:pt x="43233" y="9010"/>
                  </a:lnTo>
                  <a:lnTo>
                    <a:pt x="44334" y="9017"/>
                  </a:lnTo>
                  <a:lnTo>
                    <a:pt x="45395" y="9023"/>
                  </a:lnTo>
                  <a:lnTo>
                    <a:pt x="46457" y="9027"/>
                  </a:lnTo>
                  <a:lnTo>
                    <a:pt x="47518" y="9029"/>
                  </a:lnTo>
                  <a:lnTo>
                    <a:pt x="48579" y="9030"/>
                  </a:lnTo>
                  <a:lnTo>
                    <a:pt x="49641" y="9031"/>
                  </a:lnTo>
                  <a:lnTo>
                    <a:pt x="50702" y="9030"/>
                  </a:lnTo>
                  <a:lnTo>
                    <a:pt x="51763" y="9028"/>
                  </a:lnTo>
                  <a:lnTo>
                    <a:pt x="52824" y="9025"/>
                  </a:lnTo>
                  <a:lnTo>
                    <a:pt x="53885" y="9022"/>
                  </a:lnTo>
                  <a:lnTo>
                    <a:pt x="54947" y="9017"/>
                  </a:lnTo>
                  <a:lnTo>
                    <a:pt x="56008" y="9013"/>
                  </a:lnTo>
                  <a:lnTo>
                    <a:pt x="57069" y="9007"/>
                  </a:lnTo>
                  <a:lnTo>
                    <a:pt x="58130" y="9002"/>
                  </a:lnTo>
                  <a:lnTo>
                    <a:pt x="59191" y="8996"/>
                  </a:lnTo>
                  <a:lnTo>
                    <a:pt x="59694" y="9004"/>
                  </a:lnTo>
                  <a:lnTo>
                    <a:pt x="60345" y="9014"/>
                  </a:lnTo>
                  <a:lnTo>
                    <a:pt x="61577" y="9034"/>
                  </a:lnTo>
                  <a:lnTo>
                    <a:pt x="63826" y="9071"/>
                  </a:lnTo>
                  <a:lnTo>
                    <a:pt x="65018" y="9058"/>
                  </a:lnTo>
                  <a:lnTo>
                    <a:pt x="66168" y="9038"/>
                  </a:lnTo>
                  <a:lnTo>
                    <a:pt x="67279" y="9006"/>
                  </a:lnTo>
                  <a:lnTo>
                    <a:pt x="68355" y="8958"/>
                  </a:lnTo>
                  <a:lnTo>
                    <a:pt x="69399" y="8889"/>
                  </a:lnTo>
                  <a:lnTo>
                    <a:pt x="70415" y="8795"/>
                  </a:lnTo>
                  <a:lnTo>
                    <a:pt x="71405" y="8670"/>
                  </a:lnTo>
                  <a:lnTo>
                    <a:pt x="72374" y="8510"/>
                  </a:lnTo>
                  <a:lnTo>
                    <a:pt x="73324" y="8311"/>
                  </a:lnTo>
                  <a:lnTo>
                    <a:pt x="74259" y="8068"/>
                  </a:lnTo>
                  <a:lnTo>
                    <a:pt x="75184" y="7775"/>
                  </a:lnTo>
                  <a:lnTo>
                    <a:pt x="76100" y="7429"/>
                  </a:lnTo>
                  <a:lnTo>
                    <a:pt x="77011" y="7025"/>
                  </a:lnTo>
                  <a:lnTo>
                    <a:pt x="77922" y="6559"/>
                  </a:lnTo>
                  <a:lnTo>
                    <a:pt x="78835" y="6024"/>
                  </a:lnTo>
                  <a:lnTo>
                    <a:pt x="79753" y="5418"/>
                  </a:lnTo>
                  <a:lnTo>
                    <a:pt x="80681" y="4734"/>
                  </a:lnTo>
                  <a:lnTo>
                    <a:pt x="81622" y="3970"/>
                  </a:lnTo>
                  <a:lnTo>
                    <a:pt x="82373" y="3194"/>
                  </a:lnTo>
                  <a:lnTo>
                    <a:pt x="83116" y="2411"/>
                  </a:lnTo>
                  <a:lnTo>
                    <a:pt x="83850" y="1619"/>
                  </a:lnTo>
                  <a:lnTo>
                    <a:pt x="84571" y="816"/>
                  </a:lnTo>
                  <a:lnTo>
                    <a:pt x="85278" y="0"/>
                  </a:lnTo>
                  <a:close/>
                </a:path>
              </a:pathLst>
            </a:custGeom>
            <a:solidFill>
              <a:srgbClr val="CEEAF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region 60 #321A1B"/>
            <p:cNvSpPr/>
            <p:nvPr/>
          </p:nvSpPr>
          <p:spPr>
            <a:xfrm>
              <a:off x="1396598" y="811101"/>
              <a:ext cx="92659" cy="49686"/>
            </a:xfrm>
            <a:custGeom>
              <a:avLst/>
              <a:gdLst/>
              <a:ahLst/>
              <a:cxnLst/>
              <a:rect l="l" t="t" r="r" b="b"/>
              <a:pathLst>
                <a:path w="92659" h="49686">
                  <a:moveTo>
                    <a:pt x="25515" y="0"/>
                  </a:moveTo>
                  <a:lnTo>
                    <a:pt x="25821" y="1023"/>
                  </a:lnTo>
                  <a:lnTo>
                    <a:pt x="26128" y="2046"/>
                  </a:lnTo>
                  <a:lnTo>
                    <a:pt x="26435" y="3069"/>
                  </a:lnTo>
                  <a:lnTo>
                    <a:pt x="26743" y="4094"/>
                  </a:lnTo>
                  <a:lnTo>
                    <a:pt x="27051" y="5121"/>
                  </a:lnTo>
                  <a:lnTo>
                    <a:pt x="27359" y="6149"/>
                  </a:lnTo>
                  <a:lnTo>
                    <a:pt x="27668" y="7179"/>
                  </a:lnTo>
                  <a:lnTo>
                    <a:pt x="27978" y="8212"/>
                  </a:lnTo>
                  <a:lnTo>
                    <a:pt x="28289" y="9248"/>
                  </a:lnTo>
                  <a:lnTo>
                    <a:pt x="28601" y="10288"/>
                  </a:lnTo>
                  <a:lnTo>
                    <a:pt x="28914" y="11330"/>
                  </a:lnTo>
                  <a:lnTo>
                    <a:pt x="29228" y="12377"/>
                  </a:lnTo>
                  <a:lnTo>
                    <a:pt x="29543" y="13429"/>
                  </a:lnTo>
                  <a:lnTo>
                    <a:pt x="30341" y="12631"/>
                  </a:lnTo>
                  <a:lnTo>
                    <a:pt x="31141" y="11831"/>
                  </a:lnTo>
                  <a:lnTo>
                    <a:pt x="31945" y="11027"/>
                  </a:lnTo>
                  <a:lnTo>
                    <a:pt x="32755" y="10217"/>
                  </a:lnTo>
                  <a:lnTo>
                    <a:pt x="33572" y="9400"/>
                  </a:lnTo>
                  <a:lnTo>
                    <a:pt x="34636" y="9400"/>
                  </a:lnTo>
                  <a:lnTo>
                    <a:pt x="35702" y="9400"/>
                  </a:lnTo>
                  <a:lnTo>
                    <a:pt x="36774" y="9400"/>
                  </a:lnTo>
                  <a:lnTo>
                    <a:pt x="37854" y="9400"/>
                  </a:lnTo>
                  <a:lnTo>
                    <a:pt x="38943" y="9400"/>
                  </a:lnTo>
                  <a:lnTo>
                    <a:pt x="39077" y="10034"/>
                  </a:lnTo>
                  <a:lnTo>
                    <a:pt x="39483" y="11949"/>
                  </a:lnTo>
                  <a:lnTo>
                    <a:pt x="39721" y="13048"/>
                  </a:lnTo>
                  <a:lnTo>
                    <a:pt x="39961" y="14154"/>
                  </a:lnTo>
                  <a:lnTo>
                    <a:pt x="40203" y="15275"/>
                  </a:lnTo>
                  <a:lnTo>
                    <a:pt x="40437" y="16367"/>
                  </a:lnTo>
                  <a:lnTo>
                    <a:pt x="40672" y="17466"/>
                  </a:lnTo>
                  <a:lnTo>
                    <a:pt x="40911" y="18580"/>
                  </a:lnTo>
                  <a:lnTo>
                    <a:pt x="41272" y="20020"/>
                  </a:lnTo>
                  <a:lnTo>
                    <a:pt x="41560" y="21030"/>
                  </a:lnTo>
                  <a:lnTo>
                    <a:pt x="41873" y="21880"/>
                  </a:lnTo>
                  <a:lnTo>
                    <a:pt x="42311" y="22838"/>
                  </a:lnTo>
                  <a:lnTo>
                    <a:pt x="42972" y="24172"/>
                  </a:lnTo>
                  <a:lnTo>
                    <a:pt x="43970" y="24504"/>
                  </a:lnTo>
                  <a:lnTo>
                    <a:pt x="44971" y="24838"/>
                  </a:lnTo>
                  <a:lnTo>
                    <a:pt x="45980" y="25174"/>
                  </a:lnTo>
                  <a:lnTo>
                    <a:pt x="47001" y="25515"/>
                  </a:lnTo>
                  <a:lnTo>
                    <a:pt x="47001" y="24182"/>
                  </a:lnTo>
                  <a:lnTo>
                    <a:pt x="47001" y="22829"/>
                  </a:lnTo>
                  <a:lnTo>
                    <a:pt x="48333" y="22829"/>
                  </a:lnTo>
                  <a:lnTo>
                    <a:pt x="49686" y="22829"/>
                  </a:lnTo>
                  <a:lnTo>
                    <a:pt x="49686" y="21496"/>
                  </a:lnTo>
                  <a:lnTo>
                    <a:pt x="49686" y="20143"/>
                  </a:lnTo>
                  <a:lnTo>
                    <a:pt x="50750" y="20143"/>
                  </a:lnTo>
                  <a:lnTo>
                    <a:pt x="51817" y="20143"/>
                  </a:lnTo>
                  <a:lnTo>
                    <a:pt x="52889" y="20143"/>
                  </a:lnTo>
                  <a:lnTo>
                    <a:pt x="53968" y="20143"/>
                  </a:lnTo>
                  <a:lnTo>
                    <a:pt x="55058" y="20143"/>
                  </a:lnTo>
                  <a:lnTo>
                    <a:pt x="55523" y="21074"/>
                  </a:lnTo>
                  <a:lnTo>
                    <a:pt x="55989" y="22004"/>
                  </a:lnTo>
                  <a:lnTo>
                    <a:pt x="56454" y="22936"/>
                  </a:lnTo>
                  <a:lnTo>
                    <a:pt x="56920" y="23867"/>
                  </a:lnTo>
                  <a:lnTo>
                    <a:pt x="57386" y="24799"/>
                  </a:lnTo>
                  <a:lnTo>
                    <a:pt x="57852" y="25732"/>
                  </a:lnTo>
                  <a:lnTo>
                    <a:pt x="58319" y="26665"/>
                  </a:lnTo>
                  <a:lnTo>
                    <a:pt x="58786" y="27600"/>
                  </a:lnTo>
                  <a:lnTo>
                    <a:pt x="59254" y="28536"/>
                  </a:lnTo>
                  <a:lnTo>
                    <a:pt x="59723" y="29473"/>
                  </a:lnTo>
                  <a:lnTo>
                    <a:pt x="60192" y="30411"/>
                  </a:lnTo>
                  <a:lnTo>
                    <a:pt x="60662" y="31351"/>
                  </a:lnTo>
                  <a:lnTo>
                    <a:pt x="61133" y="32293"/>
                  </a:lnTo>
                  <a:lnTo>
                    <a:pt x="61605" y="33236"/>
                  </a:lnTo>
                  <a:lnTo>
                    <a:pt x="62077" y="34182"/>
                  </a:lnTo>
                  <a:lnTo>
                    <a:pt x="62551" y="35129"/>
                  </a:lnTo>
                  <a:lnTo>
                    <a:pt x="63026" y="36079"/>
                  </a:lnTo>
                  <a:lnTo>
                    <a:pt x="63502" y="37031"/>
                  </a:lnTo>
                  <a:lnTo>
                    <a:pt x="63979" y="37986"/>
                  </a:lnTo>
                  <a:lnTo>
                    <a:pt x="64458" y="38943"/>
                  </a:lnTo>
                  <a:lnTo>
                    <a:pt x="64453" y="37867"/>
                  </a:lnTo>
                  <a:lnTo>
                    <a:pt x="64438" y="36792"/>
                  </a:lnTo>
                  <a:lnTo>
                    <a:pt x="64414" y="35718"/>
                  </a:lnTo>
                  <a:lnTo>
                    <a:pt x="64382" y="34645"/>
                  </a:lnTo>
                  <a:lnTo>
                    <a:pt x="64342" y="33572"/>
                  </a:lnTo>
                  <a:lnTo>
                    <a:pt x="64296" y="32499"/>
                  </a:lnTo>
                  <a:lnTo>
                    <a:pt x="64244" y="31427"/>
                  </a:lnTo>
                  <a:lnTo>
                    <a:pt x="64187" y="30355"/>
                  </a:lnTo>
                  <a:lnTo>
                    <a:pt x="64126" y="29283"/>
                  </a:lnTo>
                  <a:lnTo>
                    <a:pt x="64061" y="28211"/>
                  </a:lnTo>
                  <a:lnTo>
                    <a:pt x="63994" y="27138"/>
                  </a:lnTo>
                  <a:lnTo>
                    <a:pt x="63926" y="26066"/>
                  </a:lnTo>
                  <a:lnTo>
                    <a:pt x="63856" y="24993"/>
                  </a:lnTo>
                  <a:lnTo>
                    <a:pt x="63787" y="23919"/>
                  </a:lnTo>
                  <a:lnTo>
                    <a:pt x="63690" y="22406"/>
                  </a:lnTo>
                  <a:lnTo>
                    <a:pt x="63592" y="20870"/>
                  </a:lnTo>
                  <a:lnTo>
                    <a:pt x="63525" y="19807"/>
                  </a:lnTo>
                  <a:lnTo>
                    <a:pt x="63457" y="18744"/>
                  </a:lnTo>
                  <a:lnTo>
                    <a:pt x="63389" y="17681"/>
                  </a:lnTo>
                  <a:lnTo>
                    <a:pt x="63321" y="16618"/>
                  </a:lnTo>
                  <a:lnTo>
                    <a:pt x="63252" y="15555"/>
                  </a:lnTo>
                  <a:lnTo>
                    <a:pt x="63184" y="14492"/>
                  </a:lnTo>
                  <a:lnTo>
                    <a:pt x="63115" y="13429"/>
                  </a:lnTo>
                  <a:lnTo>
                    <a:pt x="64183" y="13329"/>
                  </a:lnTo>
                  <a:lnTo>
                    <a:pt x="65251" y="13230"/>
                  </a:lnTo>
                  <a:lnTo>
                    <a:pt x="66319" y="13134"/>
                  </a:lnTo>
                  <a:lnTo>
                    <a:pt x="67387" y="13040"/>
                  </a:lnTo>
                  <a:lnTo>
                    <a:pt x="68454" y="12947"/>
                  </a:lnTo>
                  <a:lnTo>
                    <a:pt x="69522" y="12855"/>
                  </a:lnTo>
                  <a:lnTo>
                    <a:pt x="70590" y="12766"/>
                  </a:lnTo>
                  <a:lnTo>
                    <a:pt x="71659" y="12678"/>
                  </a:lnTo>
                  <a:lnTo>
                    <a:pt x="72727" y="12591"/>
                  </a:lnTo>
                  <a:lnTo>
                    <a:pt x="73796" y="12506"/>
                  </a:lnTo>
                  <a:lnTo>
                    <a:pt x="74866" y="12421"/>
                  </a:lnTo>
                  <a:lnTo>
                    <a:pt x="75975" y="12313"/>
                  </a:lnTo>
                  <a:lnTo>
                    <a:pt x="77091" y="12203"/>
                  </a:lnTo>
                  <a:lnTo>
                    <a:pt x="78223" y="12091"/>
                  </a:lnTo>
                  <a:lnTo>
                    <a:pt x="79297" y="12013"/>
                  </a:lnTo>
                  <a:lnTo>
                    <a:pt x="80379" y="11935"/>
                  </a:lnTo>
                  <a:lnTo>
                    <a:pt x="81475" y="11855"/>
                  </a:lnTo>
                  <a:lnTo>
                    <a:pt x="82956" y="11728"/>
                  </a:lnTo>
                  <a:lnTo>
                    <a:pt x="84459" y="11600"/>
                  </a:lnTo>
                  <a:lnTo>
                    <a:pt x="85308" y="11752"/>
                  </a:lnTo>
                  <a:lnTo>
                    <a:pt x="86015" y="11916"/>
                  </a:lnTo>
                  <a:lnTo>
                    <a:pt x="86648" y="12141"/>
                  </a:lnTo>
                  <a:lnTo>
                    <a:pt x="87274" y="12474"/>
                  </a:lnTo>
                  <a:lnTo>
                    <a:pt x="87960" y="12964"/>
                  </a:lnTo>
                  <a:lnTo>
                    <a:pt x="88774" y="13659"/>
                  </a:lnTo>
                  <a:lnTo>
                    <a:pt x="89783" y="14608"/>
                  </a:lnTo>
                  <a:lnTo>
                    <a:pt x="91056" y="15858"/>
                  </a:lnTo>
                  <a:lnTo>
                    <a:pt x="92659" y="17457"/>
                  </a:lnTo>
                  <a:lnTo>
                    <a:pt x="91618" y="17515"/>
                  </a:lnTo>
                  <a:lnTo>
                    <a:pt x="90578" y="17573"/>
                  </a:lnTo>
                  <a:lnTo>
                    <a:pt x="89537" y="17631"/>
                  </a:lnTo>
                  <a:lnTo>
                    <a:pt x="88496" y="17689"/>
                  </a:lnTo>
                  <a:lnTo>
                    <a:pt x="87454" y="17746"/>
                  </a:lnTo>
                  <a:lnTo>
                    <a:pt x="86412" y="17804"/>
                  </a:lnTo>
                  <a:lnTo>
                    <a:pt x="85369" y="17862"/>
                  </a:lnTo>
                  <a:lnTo>
                    <a:pt x="84325" y="17920"/>
                  </a:lnTo>
                  <a:lnTo>
                    <a:pt x="83280" y="17978"/>
                  </a:lnTo>
                  <a:lnTo>
                    <a:pt x="82234" y="18036"/>
                  </a:lnTo>
                  <a:lnTo>
                    <a:pt x="81187" y="18095"/>
                  </a:lnTo>
                  <a:lnTo>
                    <a:pt x="80139" y="18153"/>
                  </a:lnTo>
                  <a:lnTo>
                    <a:pt x="79089" y="18211"/>
                  </a:lnTo>
                  <a:lnTo>
                    <a:pt x="78038" y="18270"/>
                  </a:lnTo>
                  <a:lnTo>
                    <a:pt x="76985" y="18328"/>
                  </a:lnTo>
                  <a:lnTo>
                    <a:pt x="75930" y="18387"/>
                  </a:lnTo>
                  <a:lnTo>
                    <a:pt x="74874" y="18445"/>
                  </a:lnTo>
                  <a:lnTo>
                    <a:pt x="73815" y="18504"/>
                  </a:lnTo>
                  <a:lnTo>
                    <a:pt x="72754" y="18563"/>
                  </a:lnTo>
                  <a:lnTo>
                    <a:pt x="71691" y="18622"/>
                  </a:lnTo>
                  <a:lnTo>
                    <a:pt x="70625" y="18681"/>
                  </a:lnTo>
                  <a:lnTo>
                    <a:pt x="69557" y="18741"/>
                  </a:lnTo>
                  <a:lnTo>
                    <a:pt x="68487" y="18800"/>
                  </a:lnTo>
                  <a:lnTo>
                    <a:pt x="68545" y="19298"/>
                  </a:lnTo>
                  <a:lnTo>
                    <a:pt x="68609" y="19843"/>
                  </a:lnTo>
                  <a:lnTo>
                    <a:pt x="68711" y="20711"/>
                  </a:lnTo>
                  <a:lnTo>
                    <a:pt x="68883" y="22174"/>
                  </a:lnTo>
                  <a:lnTo>
                    <a:pt x="69158" y="24507"/>
                  </a:lnTo>
                  <a:lnTo>
                    <a:pt x="69264" y="25592"/>
                  </a:lnTo>
                  <a:lnTo>
                    <a:pt x="69359" y="26675"/>
                  </a:lnTo>
                  <a:lnTo>
                    <a:pt x="69445" y="27758"/>
                  </a:lnTo>
                  <a:lnTo>
                    <a:pt x="69522" y="28841"/>
                  </a:lnTo>
                  <a:lnTo>
                    <a:pt x="69591" y="29923"/>
                  </a:lnTo>
                  <a:lnTo>
                    <a:pt x="69651" y="31005"/>
                  </a:lnTo>
                  <a:lnTo>
                    <a:pt x="69704" y="32087"/>
                  </a:lnTo>
                  <a:lnTo>
                    <a:pt x="69749" y="33168"/>
                  </a:lnTo>
                  <a:lnTo>
                    <a:pt x="69787" y="34250"/>
                  </a:lnTo>
                  <a:lnTo>
                    <a:pt x="69819" y="35331"/>
                  </a:lnTo>
                  <a:lnTo>
                    <a:pt x="69844" y="36413"/>
                  </a:lnTo>
                  <a:lnTo>
                    <a:pt x="69864" y="37495"/>
                  </a:lnTo>
                  <a:lnTo>
                    <a:pt x="69878" y="38577"/>
                  </a:lnTo>
                  <a:lnTo>
                    <a:pt x="69887" y="39659"/>
                  </a:lnTo>
                  <a:lnTo>
                    <a:pt x="69892" y="40742"/>
                  </a:lnTo>
                  <a:lnTo>
                    <a:pt x="69892" y="41826"/>
                  </a:lnTo>
                  <a:lnTo>
                    <a:pt x="69889" y="42910"/>
                  </a:lnTo>
                  <a:lnTo>
                    <a:pt x="69882" y="43995"/>
                  </a:lnTo>
                  <a:lnTo>
                    <a:pt x="69872" y="45081"/>
                  </a:lnTo>
                  <a:lnTo>
                    <a:pt x="69860" y="46167"/>
                  </a:lnTo>
                  <a:lnTo>
                    <a:pt x="69846" y="47255"/>
                  </a:lnTo>
                  <a:lnTo>
                    <a:pt x="69830" y="48344"/>
                  </a:lnTo>
                  <a:lnTo>
                    <a:pt x="68832" y="48676"/>
                  </a:lnTo>
                  <a:lnTo>
                    <a:pt x="67830" y="49010"/>
                  </a:lnTo>
                  <a:lnTo>
                    <a:pt x="66821" y="49346"/>
                  </a:lnTo>
                  <a:lnTo>
                    <a:pt x="65801" y="49686"/>
                  </a:lnTo>
                  <a:lnTo>
                    <a:pt x="65801" y="48354"/>
                  </a:lnTo>
                  <a:lnTo>
                    <a:pt x="65801" y="47001"/>
                  </a:lnTo>
                  <a:lnTo>
                    <a:pt x="64468" y="47001"/>
                  </a:lnTo>
                  <a:lnTo>
                    <a:pt x="63115" y="47001"/>
                  </a:lnTo>
                  <a:lnTo>
                    <a:pt x="63115" y="45668"/>
                  </a:lnTo>
                  <a:lnTo>
                    <a:pt x="63115" y="44315"/>
                  </a:lnTo>
                  <a:lnTo>
                    <a:pt x="61782" y="44315"/>
                  </a:lnTo>
                  <a:lnTo>
                    <a:pt x="60430" y="44315"/>
                  </a:lnTo>
                  <a:lnTo>
                    <a:pt x="60430" y="42982"/>
                  </a:lnTo>
                  <a:lnTo>
                    <a:pt x="60430" y="41629"/>
                  </a:lnTo>
                  <a:lnTo>
                    <a:pt x="59097" y="41629"/>
                  </a:lnTo>
                  <a:lnTo>
                    <a:pt x="57744" y="41629"/>
                  </a:lnTo>
                  <a:lnTo>
                    <a:pt x="57676" y="41157"/>
                  </a:lnTo>
                  <a:lnTo>
                    <a:pt x="57614" y="40722"/>
                  </a:lnTo>
                  <a:lnTo>
                    <a:pt x="57546" y="40247"/>
                  </a:lnTo>
                  <a:lnTo>
                    <a:pt x="57462" y="39655"/>
                  </a:lnTo>
                  <a:lnTo>
                    <a:pt x="57349" y="38868"/>
                  </a:lnTo>
                  <a:lnTo>
                    <a:pt x="57198" y="37810"/>
                  </a:lnTo>
                  <a:lnTo>
                    <a:pt x="56997" y="36402"/>
                  </a:lnTo>
                  <a:lnTo>
                    <a:pt x="56735" y="34568"/>
                  </a:lnTo>
                  <a:lnTo>
                    <a:pt x="56401" y="32229"/>
                  </a:lnTo>
                  <a:lnTo>
                    <a:pt x="55068" y="32229"/>
                  </a:lnTo>
                  <a:lnTo>
                    <a:pt x="53715" y="32229"/>
                  </a:lnTo>
                  <a:lnTo>
                    <a:pt x="53715" y="30898"/>
                  </a:lnTo>
                  <a:lnTo>
                    <a:pt x="53715" y="29558"/>
                  </a:lnTo>
                  <a:lnTo>
                    <a:pt x="53715" y="28200"/>
                  </a:lnTo>
                  <a:lnTo>
                    <a:pt x="52651" y="28200"/>
                  </a:lnTo>
                  <a:lnTo>
                    <a:pt x="51585" y="28200"/>
                  </a:lnTo>
                  <a:lnTo>
                    <a:pt x="50513" y="28200"/>
                  </a:lnTo>
                  <a:lnTo>
                    <a:pt x="49433" y="28200"/>
                  </a:lnTo>
                  <a:lnTo>
                    <a:pt x="48344" y="28200"/>
                  </a:lnTo>
                  <a:lnTo>
                    <a:pt x="48011" y="29198"/>
                  </a:lnTo>
                  <a:lnTo>
                    <a:pt x="47678" y="30196"/>
                  </a:lnTo>
                  <a:lnTo>
                    <a:pt x="47345" y="31196"/>
                  </a:lnTo>
                  <a:lnTo>
                    <a:pt x="47011" y="32199"/>
                  </a:lnTo>
                  <a:lnTo>
                    <a:pt x="46675" y="33205"/>
                  </a:lnTo>
                  <a:lnTo>
                    <a:pt x="46338" y="34217"/>
                  </a:lnTo>
                  <a:lnTo>
                    <a:pt x="45999" y="35234"/>
                  </a:lnTo>
                  <a:lnTo>
                    <a:pt x="45658" y="36258"/>
                  </a:lnTo>
                  <a:lnTo>
                    <a:pt x="44327" y="36258"/>
                  </a:lnTo>
                  <a:lnTo>
                    <a:pt x="42987" y="36258"/>
                  </a:lnTo>
                  <a:lnTo>
                    <a:pt x="41629" y="36258"/>
                  </a:lnTo>
                  <a:lnTo>
                    <a:pt x="41257" y="35206"/>
                  </a:lnTo>
                  <a:lnTo>
                    <a:pt x="40882" y="34147"/>
                  </a:lnTo>
                  <a:lnTo>
                    <a:pt x="40501" y="33074"/>
                  </a:lnTo>
                  <a:lnTo>
                    <a:pt x="40136" y="32054"/>
                  </a:lnTo>
                  <a:lnTo>
                    <a:pt x="39770" y="31030"/>
                  </a:lnTo>
                  <a:lnTo>
                    <a:pt x="39401" y="29998"/>
                  </a:lnTo>
                  <a:lnTo>
                    <a:pt x="39027" y="28955"/>
                  </a:lnTo>
                  <a:lnTo>
                    <a:pt x="38665" y="27938"/>
                  </a:lnTo>
                  <a:lnTo>
                    <a:pt x="38301" y="26917"/>
                  </a:lnTo>
                  <a:lnTo>
                    <a:pt x="37935" y="25889"/>
                  </a:lnTo>
                  <a:lnTo>
                    <a:pt x="37564" y="24849"/>
                  </a:lnTo>
                  <a:lnTo>
                    <a:pt x="36916" y="23197"/>
                  </a:lnTo>
                  <a:lnTo>
                    <a:pt x="36454" y="22126"/>
                  </a:lnTo>
                  <a:lnTo>
                    <a:pt x="36051" y="21411"/>
                  </a:lnTo>
                  <a:lnTo>
                    <a:pt x="35581" y="20825"/>
                  </a:lnTo>
                  <a:lnTo>
                    <a:pt x="34915" y="20143"/>
                  </a:lnTo>
                  <a:lnTo>
                    <a:pt x="33872" y="19980"/>
                  </a:lnTo>
                  <a:lnTo>
                    <a:pt x="32829" y="19820"/>
                  </a:lnTo>
                  <a:lnTo>
                    <a:pt x="31786" y="19664"/>
                  </a:lnTo>
                  <a:lnTo>
                    <a:pt x="30742" y="19511"/>
                  </a:lnTo>
                  <a:lnTo>
                    <a:pt x="29697" y="19362"/>
                  </a:lnTo>
                  <a:lnTo>
                    <a:pt x="28652" y="19216"/>
                  </a:lnTo>
                  <a:lnTo>
                    <a:pt x="27607" y="19074"/>
                  </a:lnTo>
                  <a:lnTo>
                    <a:pt x="26561" y="18935"/>
                  </a:lnTo>
                  <a:lnTo>
                    <a:pt x="25515" y="18800"/>
                  </a:lnTo>
                  <a:lnTo>
                    <a:pt x="25182" y="17803"/>
                  </a:lnTo>
                  <a:lnTo>
                    <a:pt x="24849" y="16805"/>
                  </a:lnTo>
                  <a:lnTo>
                    <a:pt x="24516" y="15805"/>
                  </a:lnTo>
                  <a:lnTo>
                    <a:pt x="24182" y="14802"/>
                  </a:lnTo>
                  <a:lnTo>
                    <a:pt x="23846" y="13795"/>
                  </a:lnTo>
                  <a:lnTo>
                    <a:pt x="23509" y="12784"/>
                  </a:lnTo>
                  <a:lnTo>
                    <a:pt x="23170" y="11767"/>
                  </a:lnTo>
                  <a:lnTo>
                    <a:pt x="22829" y="10743"/>
                  </a:lnTo>
                  <a:lnTo>
                    <a:pt x="20813" y="10879"/>
                  </a:lnTo>
                  <a:lnTo>
                    <a:pt x="18975" y="11005"/>
                  </a:lnTo>
                  <a:lnTo>
                    <a:pt x="17304" y="11123"/>
                  </a:lnTo>
                  <a:lnTo>
                    <a:pt x="15786" y="11234"/>
                  </a:lnTo>
                  <a:lnTo>
                    <a:pt x="14409" y="11341"/>
                  </a:lnTo>
                  <a:lnTo>
                    <a:pt x="13159" y="11447"/>
                  </a:lnTo>
                  <a:lnTo>
                    <a:pt x="12023" y="11553"/>
                  </a:lnTo>
                  <a:lnTo>
                    <a:pt x="10990" y="11663"/>
                  </a:lnTo>
                  <a:lnTo>
                    <a:pt x="10045" y="11777"/>
                  </a:lnTo>
                  <a:lnTo>
                    <a:pt x="9176" y="11899"/>
                  </a:lnTo>
                  <a:lnTo>
                    <a:pt x="8371" y="12031"/>
                  </a:lnTo>
                  <a:lnTo>
                    <a:pt x="7615" y="12175"/>
                  </a:lnTo>
                  <a:lnTo>
                    <a:pt x="6898" y="12333"/>
                  </a:lnTo>
                  <a:lnTo>
                    <a:pt x="6204" y="12507"/>
                  </a:lnTo>
                  <a:lnTo>
                    <a:pt x="5523" y="12701"/>
                  </a:lnTo>
                  <a:lnTo>
                    <a:pt x="4840" y="12915"/>
                  </a:lnTo>
                  <a:lnTo>
                    <a:pt x="4144" y="13153"/>
                  </a:lnTo>
                  <a:lnTo>
                    <a:pt x="3420" y="13416"/>
                  </a:lnTo>
                  <a:lnTo>
                    <a:pt x="2657" y="13708"/>
                  </a:lnTo>
                  <a:lnTo>
                    <a:pt x="1841" y="14029"/>
                  </a:lnTo>
                  <a:lnTo>
                    <a:pt x="959" y="14383"/>
                  </a:lnTo>
                  <a:lnTo>
                    <a:pt x="0" y="14772"/>
                  </a:lnTo>
                  <a:lnTo>
                    <a:pt x="0" y="13439"/>
                  </a:lnTo>
                  <a:lnTo>
                    <a:pt x="0" y="12086"/>
                  </a:lnTo>
                  <a:lnTo>
                    <a:pt x="1333" y="12086"/>
                  </a:lnTo>
                  <a:lnTo>
                    <a:pt x="2686" y="12086"/>
                  </a:lnTo>
                  <a:lnTo>
                    <a:pt x="2907" y="10978"/>
                  </a:lnTo>
                  <a:lnTo>
                    <a:pt x="3129" y="9868"/>
                  </a:lnTo>
                  <a:lnTo>
                    <a:pt x="3352" y="8754"/>
                  </a:lnTo>
                  <a:lnTo>
                    <a:pt x="3576" y="7634"/>
                  </a:lnTo>
                  <a:lnTo>
                    <a:pt x="3801" y="6508"/>
                  </a:lnTo>
                  <a:lnTo>
                    <a:pt x="4028" y="5371"/>
                  </a:lnTo>
                  <a:lnTo>
                    <a:pt x="4739" y="5246"/>
                  </a:lnTo>
                  <a:lnTo>
                    <a:pt x="6882" y="4868"/>
                  </a:lnTo>
                  <a:lnTo>
                    <a:pt x="7930" y="4621"/>
                  </a:lnTo>
                  <a:lnTo>
                    <a:pt x="8972" y="4340"/>
                  </a:lnTo>
                  <a:lnTo>
                    <a:pt x="10010" y="4032"/>
                  </a:lnTo>
                  <a:lnTo>
                    <a:pt x="11044" y="3701"/>
                  </a:lnTo>
                  <a:lnTo>
                    <a:pt x="12075" y="3354"/>
                  </a:lnTo>
                  <a:lnTo>
                    <a:pt x="13104" y="2997"/>
                  </a:lnTo>
                  <a:lnTo>
                    <a:pt x="14131" y="2635"/>
                  </a:lnTo>
                  <a:lnTo>
                    <a:pt x="15157" y="2274"/>
                  </a:lnTo>
                  <a:lnTo>
                    <a:pt x="16182" y="1920"/>
                  </a:lnTo>
                  <a:lnTo>
                    <a:pt x="17208" y="1579"/>
                  </a:lnTo>
                  <a:lnTo>
                    <a:pt x="18235" y="1256"/>
                  </a:lnTo>
                  <a:lnTo>
                    <a:pt x="19264" y="957"/>
                  </a:lnTo>
                  <a:lnTo>
                    <a:pt x="20295" y="689"/>
                  </a:lnTo>
                  <a:lnTo>
                    <a:pt x="21330" y="456"/>
                  </a:lnTo>
                  <a:lnTo>
                    <a:pt x="22368" y="265"/>
                  </a:lnTo>
                  <a:lnTo>
                    <a:pt x="23412" y="122"/>
                  </a:lnTo>
                  <a:lnTo>
                    <a:pt x="24460" y="31"/>
                  </a:lnTo>
                  <a:lnTo>
                    <a:pt x="25515" y="0"/>
                  </a:lnTo>
                  <a:close/>
                </a:path>
              </a:pathLst>
            </a:custGeom>
            <a:solidFill>
              <a:srgbClr val="321A1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region 61 #601A24"/>
            <p:cNvSpPr/>
            <p:nvPr/>
          </p:nvSpPr>
          <p:spPr>
            <a:xfrm>
              <a:off x="1376455" y="734556"/>
              <a:ext cx="53715" cy="72516"/>
            </a:xfrm>
            <a:custGeom>
              <a:avLst/>
              <a:gdLst/>
              <a:ahLst/>
              <a:cxnLst/>
              <a:rect l="l" t="t" r="r" b="b"/>
              <a:pathLst>
                <a:path w="53715" h="72516">
                  <a:moveTo>
                    <a:pt x="37600" y="0"/>
                  </a:moveTo>
                  <a:lnTo>
                    <a:pt x="38598" y="333"/>
                  </a:lnTo>
                  <a:lnTo>
                    <a:pt x="39599" y="667"/>
                  </a:lnTo>
                  <a:lnTo>
                    <a:pt x="40609" y="1003"/>
                  </a:lnTo>
                  <a:lnTo>
                    <a:pt x="41629" y="1343"/>
                  </a:lnTo>
                  <a:lnTo>
                    <a:pt x="41629" y="2676"/>
                  </a:lnTo>
                  <a:lnTo>
                    <a:pt x="41629" y="4029"/>
                  </a:lnTo>
                  <a:lnTo>
                    <a:pt x="42066" y="4175"/>
                  </a:lnTo>
                  <a:lnTo>
                    <a:pt x="42631" y="4363"/>
                  </a:lnTo>
                  <a:lnTo>
                    <a:pt x="43702" y="4720"/>
                  </a:lnTo>
                  <a:lnTo>
                    <a:pt x="45658" y="5372"/>
                  </a:lnTo>
                  <a:lnTo>
                    <a:pt x="45658" y="6703"/>
                  </a:lnTo>
                  <a:lnTo>
                    <a:pt x="45658" y="8043"/>
                  </a:lnTo>
                  <a:lnTo>
                    <a:pt x="45658" y="9401"/>
                  </a:lnTo>
                  <a:lnTo>
                    <a:pt x="46990" y="9401"/>
                  </a:lnTo>
                  <a:lnTo>
                    <a:pt x="48343" y="9401"/>
                  </a:lnTo>
                  <a:lnTo>
                    <a:pt x="48756" y="10434"/>
                  </a:lnTo>
                  <a:lnTo>
                    <a:pt x="49170" y="11467"/>
                  </a:lnTo>
                  <a:lnTo>
                    <a:pt x="49583" y="12499"/>
                  </a:lnTo>
                  <a:lnTo>
                    <a:pt x="49996" y="13532"/>
                  </a:lnTo>
                  <a:lnTo>
                    <a:pt x="50409" y="14566"/>
                  </a:lnTo>
                  <a:lnTo>
                    <a:pt x="50822" y="15599"/>
                  </a:lnTo>
                  <a:lnTo>
                    <a:pt x="51236" y="16632"/>
                  </a:lnTo>
                  <a:lnTo>
                    <a:pt x="51649" y="17665"/>
                  </a:lnTo>
                  <a:lnTo>
                    <a:pt x="52062" y="18698"/>
                  </a:lnTo>
                  <a:lnTo>
                    <a:pt x="52475" y="19731"/>
                  </a:lnTo>
                  <a:lnTo>
                    <a:pt x="52889" y="20764"/>
                  </a:lnTo>
                  <a:lnTo>
                    <a:pt x="53302" y="21797"/>
                  </a:lnTo>
                  <a:lnTo>
                    <a:pt x="53715" y="22829"/>
                  </a:lnTo>
                  <a:lnTo>
                    <a:pt x="52607" y="22829"/>
                  </a:lnTo>
                  <a:lnTo>
                    <a:pt x="51497" y="22829"/>
                  </a:lnTo>
                  <a:lnTo>
                    <a:pt x="50383" y="22829"/>
                  </a:lnTo>
                  <a:lnTo>
                    <a:pt x="49263" y="22829"/>
                  </a:lnTo>
                  <a:lnTo>
                    <a:pt x="48137" y="22829"/>
                  </a:lnTo>
                  <a:lnTo>
                    <a:pt x="47000" y="22829"/>
                  </a:lnTo>
                  <a:lnTo>
                    <a:pt x="47047" y="24240"/>
                  </a:lnTo>
                  <a:lnTo>
                    <a:pt x="47094" y="25672"/>
                  </a:lnTo>
                  <a:lnTo>
                    <a:pt x="47119" y="26896"/>
                  </a:lnTo>
                  <a:lnTo>
                    <a:pt x="47143" y="28128"/>
                  </a:lnTo>
                  <a:lnTo>
                    <a:pt x="47168" y="29376"/>
                  </a:lnTo>
                  <a:lnTo>
                    <a:pt x="47199" y="30593"/>
                  </a:lnTo>
                  <a:lnTo>
                    <a:pt x="47230" y="31817"/>
                  </a:lnTo>
                  <a:lnTo>
                    <a:pt x="47262" y="33058"/>
                  </a:lnTo>
                  <a:lnTo>
                    <a:pt x="47140" y="34419"/>
                  </a:lnTo>
                  <a:lnTo>
                    <a:pt x="46979" y="35410"/>
                  </a:lnTo>
                  <a:lnTo>
                    <a:pt x="46697" y="36194"/>
                  </a:lnTo>
                  <a:lnTo>
                    <a:pt x="46214" y="36936"/>
                  </a:lnTo>
                  <a:lnTo>
                    <a:pt x="45447" y="37798"/>
                  </a:lnTo>
                  <a:lnTo>
                    <a:pt x="44315" y="38944"/>
                  </a:lnTo>
                  <a:lnTo>
                    <a:pt x="42750" y="39006"/>
                  </a:lnTo>
                  <a:lnTo>
                    <a:pt x="41557" y="39047"/>
                  </a:lnTo>
                  <a:lnTo>
                    <a:pt x="40597" y="39067"/>
                  </a:lnTo>
                  <a:lnTo>
                    <a:pt x="39728" y="39067"/>
                  </a:lnTo>
                  <a:lnTo>
                    <a:pt x="38809" y="39047"/>
                  </a:lnTo>
                  <a:lnTo>
                    <a:pt x="37699" y="39006"/>
                  </a:lnTo>
                  <a:lnTo>
                    <a:pt x="36257" y="38944"/>
                  </a:lnTo>
                  <a:lnTo>
                    <a:pt x="36479" y="40052"/>
                  </a:lnTo>
                  <a:lnTo>
                    <a:pt x="36701" y="41162"/>
                  </a:lnTo>
                  <a:lnTo>
                    <a:pt x="36924" y="42276"/>
                  </a:lnTo>
                  <a:lnTo>
                    <a:pt x="37148" y="43395"/>
                  </a:lnTo>
                  <a:lnTo>
                    <a:pt x="37373" y="44522"/>
                  </a:lnTo>
                  <a:lnTo>
                    <a:pt x="37600" y="45659"/>
                  </a:lnTo>
                  <a:lnTo>
                    <a:pt x="38931" y="45659"/>
                  </a:lnTo>
                  <a:lnTo>
                    <a:pt x="40271" y="45659"/>
                  </a:lnTo>
                  <a:lnTo>
                    <a:pt x="41629" y="45659"/>
                  </a:lnTo>
                  <a:lnTo>
                    <a:pt x="41629" y="46767"/>
                  </a:lnTo>
                  <a:lnTo>
                    <a:pt x="41629" y="47877"/>
                  </a:lnTo>
                  <a:lnTo>
                    <a:pt x="41629" y="48991"/>
                  </a:lnTo>
                  <a:lnTo>
                    <a:pt x="41629" y="50110"/>
                  </a:lnTo>
                  <a:lnTo>
                    <a:pt x="41629" y="51237"/>
                  </a:lnTo>
                  <a:lnTo>
                    <a:pt x="41629" y="52373"/>
                  </a:lnTo>
                  <a:lnTo>
                    <a:pt x="40595" y="52447"/>
                  </a:lnTo>
                  <a:lnTo>
                    <a:pt x="39561" y="52521"/>
                  </a:lnTo>
                  <a:lnTo>
                    <a:pt x="38526" y="52595"/>
                  </a:lnTo>
                  <a:lnTo>
                    <a:pt x="37491" y="52668"/>
                  </a:lnTo>
                  <a:lnTo>
                    <a:pt x="36455" y="52742"/>
                  </a:lnTo>
                  <a:lnTo>
                    <a:pt x="35418" y="52817"/>
                  </a:lnTo>
                  <a:lnTo>
                    <a:pt x="34380" y="52891"/>
                  </a:lnTo>
                  <a:lnTo>
                    <a:pt x="33340" y="52965"/>
                  </a:lnTo>
                  <a:lnTo>
                    <a:pt x="32299" y="53039"/>
                  </a:lnTo>
                  <a:lnTo>
                    <a:pt x="31256" y="53114"/>
                  </a:lnTo>
                  <a:lnTo>
                    <a:pt x="30212" y="53188"/>
                  </a:lnTo>
                  <a:lnTo>
                    <a:pt x="29165" y="53263"/>
                  </a:lnTo>
                  <a:lnTo>
                    <a:pt x="28116" y="53338"/>
                  </a:lnTo>
                  <a:lnTo>
                    <a:pt x="27064" y="53413"/>
                  </a:lnTo>
                  <a:lnTo>
                    <a:pt x="26010" y="53489"/>
                  </a:lnTo>
                  <a:lnTo>
                    <a:pt x="24953" y="53564"/>
                  </a:lnTo>
                  <a:lnTo>
                    <a:pt x="23892" y="53640"/>
                  </a:lnTo>
                  <a:lnTo>
                    <a:pt x="22829" y="53716"/>
                  </a:lnTo>
                  <a:lnTo>
                    <a:pt x="22829" y="55049"/>
                  </a:lnTo>
                  <a:lnTo>
                    <a:pt x="22829" y="56402"/>
                  </a:lnTo>
                  <a:lnTo>
                    <a:pt x="23778" y="56876"/>
                  </a:lnTo>
                  <a:lnTo>
                    <a:pt x="24728" y="57351"/>
                  </a:lnTo>
                  <a:lnTo>
                    <a:pt x="25679" y="57827"/>
                  </a:lnTo>
                  <a:lnTo>
                    <a:pt x="26630" y="58302"/>
                  </a:lnTo>
                  <a:lnTo>
                    <a:pt x="27583" y="58779"/>
                  </a:lnTo>
                  <a:lnTo>
                    <a:pt x="28537" y="59256"/>
                  </a:lnTo>
                  <a:lnTo>
                    <a:pt x="29493" y="59734"/>
                  </a:lnTo>
                  <a:lnTo>
                    <a:pt x="30450" y="60213"/>
                  </a:lnTo>
                  <a:lnTo>
                    <a:pt x="31411" y="60693"/>
                  </a:lnTo>
                  <a:lnTo>
                    <a:pt x="32374" y="61174"/>
                  </a:lnTo>
                  <a:lnTo>
                    <a:pt x="33339" y="61657"/>
                  </a:lnTo>
                  <a:lnTo>
                    <a:pt x="34308" y="62142"/>
                  </a:lnTo>
                  <a:lnTo>
                    <a:pt x="35281" y="62628"/>
                  </a:lnTo>
                  <a:lnTo>
                    <a:pt x="36257" y="63116"/>
                  </a:lnTo>
                  <a:lnTo>
                    <a:pt x="35894" y="64544"/>
                  </a:lnTo>
                  <a:lnTo>
                    <a:pt x="35561" y="65762"/>
                  </a:lnTo>
                  <a:lnTo>
                    <a:pt x="35231" y="66809"/>
                  </a:lnTo>
                  <a:lnTo>
                    <a:pt x="34879" y="67721"/>
                  </a:lnTo>
                  <a:lnTo>
                    <a:pt x="34481" y="68538"/>
                  </a:lnTo>
                  <a:lnTo>
                    <a:pt x="34009" y="69297"/>
                  </a:lnTo>
                  <a:lnTo>
                    <a:pt x="33440" y="70036"/>
                  </a:lnTo>
                  <a:lnTo>
                    <a:pt x="32746" y="70794"/>
                  </a:lnTo>
                  <a:lnTo>
                    <a:pt x="31903" y="71608"/>
                  </a:lnTo>
                  <a:lnTo>
                    <a:pt x="30886" y="72516"/>
                  </a:lnTo>
                  <a:lnTo>
                    <a:pt x="30886" y="71452"/>
                  </a:lnTo>
                  <a:lnTo>
                    <a:pt x="30886" y="70386"/>
                  </a:lnTo>
                  <a:lnTo>
                    <a:pt x="30886" y="69314"/>
                  </a:lnTo>
                  <a:lnTo>
                    <a:pt x="30886" y="68234"/>
                  </a:lnTo>
                  <a:lnTo>
                    <a:pt x="30886" y="67145"/>
                  </a:lnTo>
                  <a:lnTo>
                    <a:pt x="29394" y="67251"/>
                  </a:lnTo>
                  <a:lnTo>
                    <a:pt x="27879" y="67359"/>
                  </a:lnTo>
                  <a:lnTo>
                    <a:pt x="26551" y="67251"/>
                  </a:lnTo>
                  <a:lnTo>
                    <a:pt x="25381" y="67084"/>
                  </a:lnTo>
                  <a:lnTo>
                    <a:pt x="24333" y="66853"/>
                  </a:lnTo>
                  <a:lnTo>
                    <a:pt x="23371" y="66550"/>
                  </a:lnTo>
                  <a:lnTo>
                    <a:pt x="22458" y="66168"/>
                  </a:lnTo>
                  <a:lnTo>
                    <a:pt x="21557" y="65700"/>
                  </a:lnTo>
                  <a:lnTo>
                    <a:pt x="20633" y="65140"/>
                  </a:lnTo>
                  <a:lnTo>
                    <a:pt x="19649" y="64480"/>
                  </a:lnTo>
                  <a:lnTo>
                    <a:pt x="18569" y="63714"/>
                  </a:lnTo>
                  <a:lnTo>
                    <a:pt x="17566" y="62998"/>
                  </a:lnTo>
                  <a:lnTo>
                    <a:pt x="16555" y="62278"/>
                  </a:lnTo>
                  <a:lnTo>
                    <a:pt x="15531" y="61547"/>
                  </a:lnTo>
                  <a:lnTo>
                    <a:pt x="14504" y="60790"/>
                  </a:lnTo>
                  <a:lnTo>
                    <a:pt x="13470" y="60028"/>
                  </a:lnTo>
                  <a:lnTo>
                    <a:pt x="12421" y="59255"/>
                  </a:lnTo>
                  <a:lnTo>
                    <a:pt x="11373" y="58508"/>
                  </a:lnTo>
                  <a:lnTo>
                    <a:pt x="10317" y="57756"/>
                  </a:lnTo>
                  <a:lnTo>
                    <a:pt x="9248" y="56994"/>
                  </a:lnTo>
                  <a:lnTo>
                    <a:pt x="7477" y="55715"/>
                  </a:lnTo>
                  <a:lnTo>
                    <a:pt x="5996" y="54638"/>
                  </a:lnTo>
                  <a:lnTo>
                    <a:pt x="4771" y="53732"/>
                  </a:lnTo>
                  <a:lnTo>
                    <a:pt x="3770" y="52968"/>
                  </a:lnTo>
                  <a:lnTo>
                    <a:pt x="2962" y="52315"/>
                  </a:lnTo>
                  <a:lnTo>
                    <a:pt x="2315" y="51744"/>
                  </a:lnTo>
                  <a:lnTo>
                    <a:pt x="1796" y="51224"/>
                  </a:lnTo>
                  <a:lnTo>
                    <a:pt x="1373" y="50725"/>
                  </a:lnTo>
                  <a:lnTo>
                    <a:pt x="1013" y="50218"/>
                  </a:lnTo>
                  <a:lnTo>
                    <a:pt x="686" y="49672"/>
                  </a:lnTo>
                  <a:lnTo>
                    <a:pt x="359" y="49058"/>
                  </a:lnTo>
                  <a:lnTo>
                    <a:pt x="0" y="48344"/>
                  </a:lnTo>
                  <a:lnTo>
                    <a:pt x="1063" y="48344"/>
                  </a:lnTo>
                  <a:lnTo>
                    <a:pt x="2127" y="48344"/>
                  </a:lnTo>
                  <a:lnTo>
                    <a:pt x="3191" y="48344"/>
                  </a:lnTo>
                  <a:lnTo>
                    <a:pt x="4255" y="48344"/>
                  </a:lnTo>
                  <a:lnTo>
                    <a:pt x="5319" y="48344"/>
                  </a:lnTo>
                  <a:lnTo>
                    <a:pt x="6383" y="48344"/>
                  </a:lnTo>
                  <a:lnTo>
                    <a:pt x="7449" y="48344"/>
                  </a:lnTo>
                  <a:lnTo>
                    <a:pt x="8514" y="48344"/>
                  </a:lnTo>
                  <a:lnTo>
                    <a:pt x="9580" y="48344"/>
                  </a:lnTo>
                  <a:lnTo>
                    <a:pt x="10647" y="48344"/>
                  </a:lnTo>
                  <a:lnTo>
                    <a:pt x="11715" y="48344"/>
                  </a:lnTo>
                  <a:lnTo>
                    <a:pt x="12783" y="48344"/>
                  </a:lnTo>
                  <a:lnTo>
                    <a:pt x="13852" y="48344"/>
                  </a:lnTo>
                  <a:lnTo>
                    <a:pt x="14922" y="48344"/>
                  </a:lnTo>
                  <a:lnTo>
                    <a:pt x="15993" y="48344"/>
                  </a:lnTo>
                  <a:lnTo>
                    <a:pt x="17065" y="48344"/>
                  </a:lnTo>
                  <a:lnTo>
                    <a:pt x="18139" y="48344"/>
                  </a:lnTo>
                  <a:lnTo>
                    <a:pt x="19213" y="48344"/>
                  </a:lnTo>
                  <a:lnTo>
                    <a:pt x="20289" y="48344"/>
                  </a:lnTo>
                  <a:lnTo>
                    <a:pt x="21366" y="48344"/>
                  </a:lnTo>
                  <a:lnTo>
                    <a:pt x="22445" y="48344"/>
                  </a:lnTo>
                  <a:lnTo>
                    <a:pt x="23525" y="48344"/>
                  </a:lnTo>
                  <a:lnTo>
                    <a:pt x="24607" y="48344"/>
                  </a:lnTo>
                  <a:lnTo>
                    <a:pt x="25690" y="48344"/>
                  </a:lnTo>
                  <a:lnTo>
                    <a:pt x="26775" y="48344"/>
                  </a:lnTo>
                  <a:lnTo>
                    <a:pt x="27862" y="48344"/>
                  </a:lnTo>
                  <a:lnTo>
                    <a:pt x="28951" y="48344"/>
                  </a:lnTo>
                  <a:lnTo>
                    <a:pt x="30041" y="48344"/>
                  </a:lnTo>
                  <a:lnTo>
                    <a:pt x="31134" y="48344"/>
                  </a:lnTo>
                  <a:lnTo>
                    <a:pt x="32229" y="48344"/>
                  </a:lnTo>
                  <a:lnTo>
                    <a:pt x="31786" y="47310"/>
                  </a:lnTo>
                  <a:lnTo>
                    <a:pt x="31342" y="46275"/>
                  </a:lnTo>
                  <a:lnTo>
                    <a:pt x="30898" y="45239"/>
                  </a:lnTo>
                  <a:lnTo>
                    <a:pt x="30453" y="44200"/>
                  </a:lnTo>
                  <a:lnTo>
                    <a:pt x="30006" y="43158"/>
                  </a:lnTo>
                  <a:lnTo>
                    <a:pt x="29558" y="42112"/>
                  </a:lnTo>
                  <a:lnTo>
                    <a:pt x="29108" y="41062"/>
                  </a:lnTo>
                  <a:lnTo>
                    <a:pt x="28655" y="40006"/>
                  </a:lnTo>
                  <a:lnTo>
                    <a:pt x="28200" y="38944"/>
                  </a:lnTo>
                  <a:lnTo>
                    <a:pt x="27934" y="37880"/>
                  </a:lnTo>
                  <a:lnTo>
                    <a:pt x="27667" y="36814"/>
                  </a:lnTo>
                  <a:lnTo>
                    <a:pt x="27400" y="35742"/>
                  </a:lnTo>
                  <a:lnTo>
                    <a:pt x="27130" y="34662"/>
                  </a:lnTo>
                  <a:lnTo>
                    <a:pt x="26857" y="33573"/>
                  </a:lnTo>
                  <a:lnTo>
                    <a:pt x="27902" y="33478"/>
                  </a:lnTo>
                  <a:lnTo>
                    <a:pt x="28947" y="33383"/>
                  </a:lnTo>
                  <a:lnTo>
                    <a:pt x="29992" y="33288"/>
                  </a:lnTo>
                  <a:lnTo>
                    <a:pt x="31039" y="33192"/>
                  </a:lnTo>
                  <a:lnTo>
                    <a:pt x="32087" y="33097"/>
                  </a:lnTo>
                  <a:lnTo>
                    <a:pt x="33136" y="33002"/>
                  </a:lnTo>
                  <a:lnTo>
                    <a:pt x="34188" y="32906"/>
                  </a:lnTo>
                  <a:lnTo>
                    <a:pt x="35241" y="32810"/>
                  </a:lnTo>
                  <a:lnTo>
                    <a:pt x="36298" y="32714"/>
                  </a:lnTo>
                  <a:lnTo>
                    <a:pt x="37357" y="32618"/>
                  </a:lnTo>
                  <a:lnTo>
                    <a:pt x="38419" y="32521"/>
                  </a:lnTo>
                  <a:lnTo>
                    <a:pt x="39485" y="32425"/>
                  </a:lnTo>
                  <a:lnTo>
                    <a:pt x="40555" y="32327"/>
                  </a:lnTo>
                  <a:lnTo>
                    <a:pt x="41629" y="32230"/>
                  </a:lnTo>
                  <a:lnTo>
                    <a:pt x="41695" y="31063"/>
                  </a:lnTo>
                  <a:lnTo>
                    <a:pt x="41742" y="29941"/>
                  </a:lnTo>
                  <a:lnTo>
                    <a:pt x="41767" y="28857"/>
                  </a:lnTo>
                  <a:lnTo>
                    <a:pt x="41766" y="27804"/>
                  </a:lnTo>
                  <a:lnTo>
                    <a:pt x="41736" y="26776"/>
                  </a:lnTo>
                  <a:lnTo>
                    <a:pt x="41674" y="25768"/>
                  </a:lnTo>
                  <a:lnTo>
                    <a:pt x="41577" y="24772"/>
                  </a:lnTo>
                  <a:lnTo>
                    <a:pt x="41440" y="23782"/>
                  </a:lnTo>
                  <a:lnTo>
                    <a:pt x="41261" y="22792"/>
                  </a:lnTo>
                  <a:lnTo>
                    <a:pt x="41036" y="21797"/>
                  </a:lnTo>
                  <a:lnTo>
                    <a:pt x="40763" y="20788"/>
                  </a:lnTo>
                  <a:lnTo>
                    <a:pt x="40437" y="19761"/>
                  </a:lnTo>
                  <a:lnTo>
                    <a:pt x="40055" y="18709"/>
                  </a:lnTo>
                  <a:lnTo>
                    <a:pt x="39615" y="17626"/>
                  </a:lnTo>
                  <a:lnTo>
                    <a:pt x="39205" y="16588"/>
                  </a:lnTo>
                  <a:lnTo>
                    <a:pt x="38844" y="15558"/>
                  </a:lnTo>
                  <a:lnTo>
                    <a:pt x="38531" y="14536"/>
                  </a:lnTo>
                  <a:lnTo>
                    <a:pt x="38263" y="13520"/>
                  </a:lnTo>
                  <a:lnTo>
                    <a:pt x="38036" y="12507"/>
                  </a:lnTo>
                  <a:lnTo>
                    <a:pt x="37849" y="11497"/>
                  </a:lnTo>
                  <a:lnTo>
                    <a:pt x="37698" y="10486"/>
                  </a:lnTo>
                  <a:lnTo>
                    <a:pt x="37580" y="9474"/>
                  </a:lnTo>
                  <a:lnTo>
                    <a:pt x="37494" y="8458"/>
                  </a:lnTo>
                  <a:lnTo>
                    <a:pt x="37436" y="7438"/>
                  </a:lnTo>
                  <a:lnTo>
                    <a:pt x="37404" y="6410"/>
                  </a:lnTo>
                  <a:lnTo>
                    <a:pt x="37395" y="5374"/>
                  </a:lnTo>
                  <a:lnTo>
                    <a:pt x="37406" y="4327"/>
                  </a:lnTo>
                  <a:lnTo>
                    <a:pt x="37435" y="3269"/>
                  </a:lnTo>
                  <a:lnTo>
                    <a:pt x="37478" y="2196"/>
                  </a:lnTo>
                  <a:lnTo>
                    <a:pt x="37535" y="1107"/>
                  </a:lnTo>
                  <a:lnTo>
                    <a:pt x="37600" y="0"/>
                  </a:lnTo>
                  <a:close/>
                </a:path>
              </a:pathLst>
            </a:custGeom>
            <a:solidFill>
              <a:srgbClr val="601A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region 62 #858FA2"/>
            <p:cNvSpPr/>
            <p:nvPr/>
          </p:nvSpPr>
          <p:spPr>
            <a:xfrm>
              <a:off x="2210385" y="797672"/>
              <a:ext cx="267404" cy="22829"/>
            </a:xfrm>
            <a:custGeom>
              <a:avLst/>
              <a:gdLst/>
              <a:ahLst/>
              <a:cxnLst/>
              <a:rect l="l" t="t" r="r" b="b"/>
              <a:pathLst>
                <a:path w="267404" h="22829">
                  <a:moveTo>
                    <a:pt x="264548" y="0"/>
                  </a:moveTo>
                  <a:lnTo>
                    <a:pt x="265156" y="977"/>
                  </a:lnTo>
                  <a:lnTo>
                    <a:pt x="265674" y="1947"/>
                  </a:lnTo>
                  <a:lnTo>
                    <a:pt x="266110" y="2911"/>
                  </a:lnTo>
                  <a:lnTo>
                    <a:pt x="266469" y="3873"/>
                  </a:lnTo>
                  <a:lnTo>
                    <a:pt x="266759" y="4834"/>
                  </a:lnTo>
                  <a:lnTo>
                    <a:pt x="266985" y="5798"/>
                  </a:lnTo>
                  <a:lnTo>
                    <a:pt x="267156" y="6766"/>
                  </a:lnTo>
                  <a:lnTo>
                    <a:pt x="267276" y="7742"/>
                  </a:lnTo>
                  <a:lnTo>
                    <a:pt x="267353" y="8728"/>
                  </a:lnTo>
                  <a:lnTo>
                    <a:pt x="267393" y="9726"/>
                  </a:lnTo>
                  <a:lnTo>
                    <a:pt x="267404" y="10739"/>
                  </a:lnTo>
                  <a:lnTo>
                    <a:pt x="267390" y="11769"/>
                  </a:lnTo>
                  <a:lnTo>
                    <a:pt x="267360" y="12819"/>
                  </a:lnTo>
                  <a:lnTo>
                    <a:pt x="267320" y="13892"/>
                  </a:lnTo>
                  <a:lnTo>
                    <a:pt x="267275" y="14990"/>
                  </a:lnTo>
                  <a:lnTo>
                    <a:pt x="267234" y="16115"/>
                  </a:lnTo>
                  <a:lnTo>
                    <a:pt x="266567" y="16115"/>
                  </a:lnTo>
                  <a:lnTo>
                    <a:pt x="265891" y="16115"/>
                  </a:lnTo>
                  <a:lnTo>
                    <a:pt x="265669" y="17223"/>
                  </a:lnTo>
                  <a:lnTo>
                    <a:pt x="265447" y="18333"/>
                  </a:lnTo>
                  <a:lnTo>
                    <a:pt x="265224" y="19447"/>
                  </a:lnTo>
                  <a:lnTo>
                    <a:pt x="265000" y="20566"/>
                  </a:lnTo>
                  <a:lnTo>
                    <a:pt x="264775" y="21693"/>
                  </a:lnTo>
                  <a:lnTo>
                    <a:pt x="264548" y="22829"/>
                  </a:lnTo>
                  <a:lnTo>
                    <a:pt x="260497" y="22829"/>
                  </a:lnTo>
                  <a:lnTo>
                    <a:pt x="256446" y="22829"/>
                  </a:lnTo>
                  <a:lnTo>
                    <a:pt x="252395" y="22829"/>
                  </a:lnTo>
                  <a:lnTo>
                    <a:pt x="248344" y="22829"/>
                  </a:lnTo>
                  <a:lnTo>
                    <a:pt x="244293" y="22829"/>
                  </a:lnTo>
                  <a:lnTo>
                    <a:pt x="240242" y="22829"/>
                  </a:lnTo>
                  <a:lnTo>
                    <a:pt x="236190" y="22829"/>
                  </a:lnTo>
                  <a:lnTo>
                    <a:pt x="232137" y="22829"/>
                  </a:lnTo>
                  <a:lnTo>
                    <a:pt x="228084" y="22829"/>
                  </a:lnTo>
                  <a:lnTo>
                    <a:pt x="224031" y="22829"/>
                  </a:lnTo>
                  <a:lnTo>
                    <a:pt x="219977" y="22829"/>
                  </a:lnTo>
                  <a:lnTo>
                    <a:pt x="215922" y="22829"/>
                  </a:lnTo>
                  <a:lnTo>
                    <a:pt x="211867" y="22829"/>
                  </a:lnTo>
                  <a:lnTo>
                    <a:pt x="207811" y="22829"/>
                  </a:lnTo>
                  <a:lnTo>
                    <a:pt x="203754" y="22829"/>
                  </a:lnTo>
                  <a:lnTo>
                    <a:pt x="199696" y="22829"/>
                  </a:lnTo>
                  <a:lnTo>
                    <a:pt x="195637" y="22829"/>
                  </a:lnTo>
                  <a:lnTo>
                    <a:pt x="191577" y="22829"/>
                  </a:lnTo>
                  <a:lnTo>
                    <a:pt x="187516" y="22829"/>
                  </a:lnTo>
                  <a:lnTo>
                    <a:pt x="183454" y="22829"/>
                  </a:lnTo>
                  <a:lnTo>
                    <a:pt x="179391" y="22829"/>
                  </a:lnTo>
                  <a:lnTo>
                    <a:pt x="175326" y="22829"/>
                  </a:lnTo>
                  <a:lnTo>
                    <a:pt x="171261" y="22829"/>
                  </a:lnTo>
                  <a:lnTo>
                    <a:pt x="167193" y="22829"/>
                  </a:lnTo>
                  <a:lnTo>
                    <a:pt x="163125" y="22829"/>
                  </a:lnTo>
                  <a:lnTo>
                    <a:pt x="159055" y="22829"/>
                  </a:lnTo>
                  <a:lnTo>
                    <a:pt x="154983" y="22829"/>
                  </a:lnTo>
                  <a:lnTo>
                    <a:pt x="150909" y="22829"/>
                  </a:lnTo>
                  <a:lnTo>
                    <a:pt x="146834" y="22829"/>
                  </a:lnTo>
                  <a:lnTo>
                    <a:pt x="142758" y="22829"/>
                  </a:lnTo>
                  <a:lnTo>
                    <a:pt x="138679" y="22829"/>
                  </a:lnTo>
                  <a:lnTo>
                    <a:pt x="134599" y="22829"/>
                  </a:lnTo>
                  <a:lnTo>
                    <a:pt x="130516" y="22829"/>
                  </a:lnTo>
                  <a:lnTo>
                    <a:pt x="126432" y="22829"/>
                  </a:lnTo>
                  <a:lnTo>
                    <a:pt x="122346" y="22829"/>
                  </a:lnTo>
                  <a:lnTo>
                    <a:pt x="118257" y="22829"/>
                  </a:lnTo>
                  <a:lnTo>
                    <a:pt x="114167" y="22829"/>
                  </a:lnTo>
                  <a:lnTo>
                    <a:pt x="110074" y="22829"/>
                  </a:lnTo>
                  <a:lnTo>
                    <a:pt x="105979" y="22829"/>
                  </a:lnTo>
                  <a:lnTo>
                    <a:pt x="101881" y="22829"/>
                  </a:lnTo>
                  <a:lnTo>
                    <a:pt x="97781" y="22829"/>
                  </a:lnTo>
                  <a:lnTo>
                    <a:pt x="93679" y="22829"/>
                  </a:lnTo>
                  <a:lnTo>
                    <a:pt x="89574" y="22829"/>
                  </a:lnTo>
                  <a:lnTo>
                    <a:pt x="85467" y="22829"/>
                  </a:lnTo>
                  <a:lnTo>
                    <a:pt x="81357" y="22829"/>
                  </a:lnTo>
                  <a:lnTo>
                    <a:pt x="77244" y="22829"/>
                  </a:lnTo>
                  <a:lnTo>
                    <a:pt x="73129" y="22829"/>
                  </a:lnTo>
                  <a:lnTo>
                    <a:pt x="69010" y="22829"/>
                  </a:lnTo>
                  <a:lnTo>
                    <a:pt x="64889" y="22829"/>
                  </a:lnTo>
                  <a:lnTo>
                    <a:pt x="60765" y="22829"/>
                  </a:lnTo>
                  <a:lnTo>
                    <a:pt x="56638" y="22829"/>
                  </a:lnTo>
                  <a:lnTo>
                    <a:pt x="52508" y="22829"/>
                  </a:lnTo>
                  <a:lnTo>
                    <a:pt x="48375" y="22829"/>
                  </a:lnTo>
                  <a:lnTo>
                    <a:pt x="44238" y="22829"/>
                  </a:lnTo>
                  <a:lnTo>
                    <a:pt x="40098" y="22829"/>
                  </a:lnTo>
                  <a:lnTo>
                    <a:pt x="35955" y="22829"/>
                  </a:lnTo>
                  <a:lnTo>
                    <a:pt x="31809" y="22829"/>
                  </a:lnTo>
                  <a:lnTo>
                    <a:pt x="27659" y="22829"/>
                  </a:lnTo>
                  <a:lnTo>
                    <a:pt x="23506" y="22829"/>
                  </a:lnTo>
                  <a:lnTo>
                    <a:pt x="19349" y="22829"/>
                  </a:lnTo>
                  <a:lnTo>
                    <a:pt x="15189" y="22829"/>
                  </a:lnTo>
                  <a:lnTo>
                    <a:pt x="11025" y="22829"/>
                  </a:lnTo>
                  <a:lnTo>
                    <a:pt x="6857" y="22829"/>
                  </a:lnTo>
                  <a:lnTo>
                    <a:pt x="2686" y="22829"/>
                  </a:lnTo>
                  <a:lnTo>
                    <a:pt x="2154" y="21765"/>
                  </a:lnTo>
                  <a:lnTo>
                    <a:pt x="1620" y="20698"/>
                  </a:lnTo>
                  <a:lnTo>
                    <a:pt x="1084" y="19627"/>
                  </a:lnTo>
                  <a:lnTo>
                    <a:pt x="545" y="18547"/>
                  </a:lnTo>
                  <a:lnTo>
                    <a:pt x="0" y="17457"/>
                  </a:lnTo>
                  <a:lnTo>
                    <a:pt x="1011" y="17784"/>
                  </a:lnTo>
                  <a:lnTo>
                    <a:pt x="2037" y="18115"/>
                  </a:lnTo>
                  <a:lnTo>
                    <a:pt x="3090" y="18315"/>
                  </a:lnTo>
                  <a:lnTo>
                    <a:pt x="4142" y="18482"/>
                  </a:lnTo>
                  <a:lnTo>
                    <a:pt x="5192" y="18621"/>
                  </a:lnTo>
                  <a:lnTo>
                    <a:pt x="6242" y="18732"/>
                  </a:lnTo>
                  <a:lnTo>
                    <a:pt x="7292" y="18820"/>
                  </a:lnTo>
                  <a:lnTo>
                    <a:pt x="8343" y="18887"/>
                  </a:lnTo>
                  <a:lnTo>
                    <a:pt x="9394" y="18936"/>
                  </a:lnTo>
                  <a:lnTo>
                    <a:pt x="10447" y="18971"/>
                  </a:lnTo>
                  <a:lnTo>
                    <a:pt x="11502" y="18992"/>
                  </a:lnTo>
                  <a:lnTo>
                    <a:pt x="12560" y="19004"/>
                  </a:lnTo>
                  <a:lnTo>
                    <a:pt x="13621" y="19010"/>
                  </a:lnTo>
                  <a:lnTo>
                    <a:pt x="14686" y="19012"/>
                  </a:lnTo>
                  <a:lnTo>
                    <a:pt x="15755" y="19013"/>
                  </a:lnTo>
                  <a:lnTo>
                    <a:pt x="16224" y="19016"/>
                  </a:lnTo>
                  <a:lnTo>
                    <a:pt x="17050" y="19021"/>
                  </a:lnTo>
                  <a:lnTo>
                    <a:pt x="18943" y="19033"/>
                  </a:lnTo>
                  <a:lnTo>
                    <a:pt x="20001" y="19039"/>
                  </a:lnTo>
                  <a:lnTo>
                    <a:pt x="21059" y="19044"/>
                  </a:lnTo>
                  <a:lnTo>
                    <a:pt x="22118" y="19049"/>
                  </a:lnTo>
                  <a:lnTo>
                    <a:pt x="23176" y="19054"/>
                  </a:lnTo>
                  <a:lnTo>
                    <a:pt x="24234" y="19058"/>
                  </a:lnTo>
                  <a:lnTo>
                    <a:pt x="25293" y="19062"/>
                  </a:lnTo>
                  <a:lnTo>
                    <a:pt x="26351" y="19066"/>
                  </a:lnTo>
                  <a:lnTo>
                    <a:pt x="27409" y="19069"/>
                  </a:lnTo>
                  <a:lnTo>
                    <a:pt x="28468" y="19072"/>
                  </a:lnTo>
                  <a:lnTo>
                    <a:pt x="29526" y="19076"/>
                  </a:lnTo>
                  <a:lnTo>
                    <a:pt x="30609" y="19081"/>
                  </a:lnTo>
                  <a:lnTo>
                    <a:pt x="31693" y="19087"/>
                  </a:lnTo>
                  <a:lnTo>
                    <a:pt x="32776" y="19093"/>
                  </a:lnTo>
                  <a:lnTo>
                    <a:pt x="33860" y="19099"/>
                  </a:lnTo>
                  <a:lnTo>
                    <a:pt x="34943" y="19104"/>
                  </a:lnTo>
                  <a:lnTo>
                    <a:pt x="36026" y="19110"/>
                  </a:lnTo>
                  <a:lnTo>
                    <a:pt x="37109" y="19116"/>
                  </a:lnTo>
                  <a:lnTo>
                    <a:pt x="38193" y="19122"/>
                  </a:lnTo>
                  <a:lnTo>
                    <a:pt x="39278" y="19127"/>
                  </a:lnTo>
                  <a:lnTo>
                    <a:pt x="40362" y="19133"/>
                  </a:lnTo>
                  <a:lnTo>
                    <a:pt x="41446" y="19138"/>
                  </a:lnTo>
                  <a:lnTo>
                    <a:pt x="42531" y="19143"/>
                  </a:lnTo>
                  <a:lnTo>
                    <a:pt x="43615" y="19148"/>
                  </a:lnTo>
                  <a:lnTo>
                    <a:pt x="44699" y="19153"/>
                  </a:lnTo>
                  <a:lnTo>
                    <a:pt x="45783" y="19158"/>
                  </a:lnTo>
                  <a:lnTo>
                    <a:pt x="46867" y="19163"/>
                  </a:lnTo>
                  <a:lnTo>
                    <a:pt x="47952" y="19167"/>
                  </a:lnTo>
                  <a:lnTo>
                    <a:pt x="49036" y="19172"/>
                  </a:lnTo>
                  <a:lnTo>
                    <a:pt x="50120" y="19177"/>
                  </a:lnTo>
                  <a:lnTo>
                    <a:pt x="51204" y="19181"/>
                  </a:lnTo>
                  <a:lnTo>
                    <a:pt x="52288" y="19186"/>
                  </a:lnTo>
                  <a:lnTo>
                    <a:pt x="53372" y="19190"/>
                  </a:lnTo>
                  <a:lnTo>
                    <a:pt x="54457" y="19194"/>
                  </a:lnTo>
                  <a:lnTo>
                    <a:pt x="55541" y="19199"/>
                  </a:lnTo>
                  <a:lnTo>
                    <a:pt x="56625" y="19203"/>
                  </a:lnTo>
                  <a:lnTo>
                    <a:pt x="57709" y="19207"/>
                  </a:lnTo>
                  <a:lnTo>
                    <a:pt x="58785" y="19212"/>
                  </a:lnTo>
                  <a:lnTo>
                    <a:pt x="59861" y="19216"/>
                  </a:lnTo>
                  <a:lnTo>
                    <a:pt x="60938" y="19221"/>
                  </a:lnTo>
                  <a:lnTo>
                    <a:pt x="62014" y="19226"/>
                  </a:lnTo>
                  <a:lnTo>
                    <a:pt x="63090" y="19231"/>
                  </a:lnTo>
                  <a:lnTo>
                    <a:pt x="64166" y="19236"/>
                  </a:lnTo>
                  <a:lnTo>
                    <a:pt x="65242" y="19241"/>
                  </a:lnTo>
                  <a:lnTo>
                    <a:pt x="66318" y="19246"/>
                  </a:lnTo>
                  <a:lnTo>
                    <a:pt x="67395" y="19251"/>
                  </a:lnTo>
                  <a:lnTo>
                    <a:pt x="68471" y="19256"/>
                  </a:lnTo>
                  <a:lnTo>
                    <a:pt x="69547" y="19262"/>
                  </a:lnTo>
                  <a:lnTo>
                    <a:pt x="70623" y="19267"/>
                  </a:lnTo>
                  <a:lnTo>
                    <a:pt x="71699" y="19272"/>
                  </a:lnTo>
                  <a:lnTo>
                    <a:pt x="72775" y="19277"/>
                  </a:lnTo>
                  <a:lnTo>
                    <a:pt x="73852" y="19283"/>
                  </a:lnTo>
                  <a:lnTo>
                    <a:pt x="74928" y="19288"/>
                  </a:lnTo>
                  <a:lnTo>
                    <a:pt x="76004" y="19293"/>
                  </a:lnTo>
                  <a:lnTo>
                    <a:pt x="77080" y="19299"/>
                  </a:lnTo>
                  <a:lnTo>
                    <a:pt x="78156" y="19304"/>
                  </a:lnTo>
                  <a:lnTo>
                    <a:pt x="79233" y="19309"/>
                  </a:lnTo>
                  <a:lnTo>
                    <a:pt x="80278" y="19314"/>
                  </a:lnTo>
                  <a:lnTo>
                    <a:pt x="81323" y="19320"/>
                  </a:lnTo>
                  <a:lnTo>
                    <a:pt x="82368" y="19325"/>
                  </a:lnTo>
                  <a:lnTo>
                    <a:pt x="83413" y="19330"/>
                  </a:lnTo>
                  <a:lnTo>
                    <a:pt x="84459" y="19335"/>
                  </a:lnTo>
                  <a:lnTo>
                    <a:pt x="85504" y="19340"/>
                  </a:lnTo>
                  <a:lnTo>
                    <a:pt x="86549" y="19345"/>
                  </a:lnTo>
                  <a:lnTo>
                    <a:pt x="87594" y="19350"/>
                  </a:lnTo>
                  <a:lnTo>
                    <a:pt x="88639" y="19355"/>
                  </a:lnTo>
                  <a:lnTo>
                    <a:pt x="89684" y="19360"/>
                  </a:lnTo>
                  <a:lnTo>
                    <a:pt x="90730" y="19365"/>
                  </a:lnTo>
                  <a:lnTo>
                    <a:pt x="91775" y="19369"/>
                  </a:lnTo>
                  <a:lnTo>
                    <a:pt x="92820" y="19374"/>
                  </a:lnTo>
                  <a:lnTo>
                    <a:pt x="93865" y="19379"/>
                  </a:lnTo>
                  <a:lnTo>
                    <a:pt x="94910" y="19384"/>
                  </a:lnTo>
                  <a:lnTo>
                    <a:pt x="95955" y="19389"/>
                  </a:lnTo>
                  <a:lnTo>
                    <a:pt x="97001" y="19394"/>
                  </a:lnTo>
                  <a:lnTo>
                    <a:pt x="98046" y="19398"/>
                  </a:lnTo>
                  <a:lnTo>
                    <a:pt x="99091" y="19403"/>
                  </a:lnTo>
                  <a:lnTo>
                    <a:pt x="100136" y="19408"/>
                  </a:lnTo>
                  <a:lnTo>
                    <a:pt x="101181" y="19413"/>
                  </a:lnTo>
                  <a:lnTo>
                    <a:pt x="102227" y="19417"/>
                  </a:lnTo>
                  <a:lnTo>
                    <a:pt x="103272" y="19422"/>
                  </a:lnTo>
                  <a:lnTo>
                    <a:pt x="104317" y="19427"/>
                  </a:lnTo>
                  <a:lnTo>
                    <a:pt x="105362" y="19431"/>
                  </a:lnTo>
                  <a:lnTo>
                    <a:pt x="106407" y="19436"/>
                  </a:lnTo>
                  <a:lnTo>
                    <a:pt x="107452" y="19440"/>
                  </a:lnTo>
                  <a:lnTo>
                    <a:pt x="108498" y="19445"/>
                  </a:lnTo>
                  <a:lnTo>
                    <a:pt x="109543" y="19450"/>
                  </a:lnTo>
                  <a:lnTo>
                    <a:pt x="110588" y="19454"/>
                  </a:lnTo>
                  <a:lnTo>
                    <a:pt x="111633" y="19459"/>
                  </a:lnTo>
                  <a:lnTo>
                    <a:pt x="112678" y="19463"/>
                  </a:lnTo>
                  <a:lnTo>
                    <a:pt x="113723" y="19468"/>
                  </a:lnTo>
                  <a:lnTo>
                    <a:pt x="114769" y="19472"/>
                  </a:lnTo>
                  <a:lnTo>
                    <a:pt x="115814" y="19477"/>
                  </a:lnTo>
                  <a:lnTo>
                    <a:pt x="116859" y="19481"/>
                  </a:lnTo>
                  <a:lnTo>
                    <a:pt x="117904" y="19486"/>
                  </a:lnTo>
                  <a:lnTo>
                    <a:pt x="118949" y="19490"/>
                  </a:lnTo>
                  <a:lnTo>
                    <a:pt x="119995" y="19495"/>
                  </a:lnTo>
                  <a:lnTo>
                    <a:pt x="121049" y="19499"/>
                  </a:lnTo>
                  <a:lnTo>
                    <a:pt x="122104" y="19504"/>
                  </a:lnTo>
                  <a:lnTo>
                    <a:pt x="123159" y="19508"/>
                  </a:lnTo>
                  <a:lnTo>
                    <a:pt x="124213" y="19513"/>
                  </a:lnTo>
                  <a:lnTo>
                    <a:pt x="125268" y="19518"/>
                  </a:lnTo>
                  <a:lnTo>
                    <a:pt x="126323" y="19522"/>
                  </a:lnTo>
                  <a:lnTo>
                    <a:pt x="127377" y="19527"/>
                  </a:lnTo>
                  <a:lnTo>
                    <a:pt x="128432" y="19532"/>
                  </a:lnTo>
                  <a:lnTo>
                    <a:pt x="129487" y="19537"/>
                  </a:lnTo>
                  <a:lnTo>
                    <a:pt x="130541" y="19541"/>
                  </a:lnTo>
                  <a:lnTo>
                    <a:pt x="131596" y="19546"/>
                  </a:lnTo>
                  <a:lnTo>
                    <a:pt x="132650" y="19551"/>
                  </a:lnTo>
                  <a:lnTo>
                    <a:pt x="133705" y="19556"/>
                  </a:lnTo>
                  <a:lnTo>
                    <a:pt x="134760" y="19561"/>
                  </a:lnTo>
                  <a:lnTo>
                    <a:pt x="135814" y="19565"/>
                  </a:lnTo>
                  <a:lnTo>
                    <a:pt x="136869" y="19570"/>
                  </a:lnTo>
                  <a:lnTo>
                    <a:pt x="137924" y="19575"/>
                  </a:lnTo>
                  <a:lnTo>
                    <a:pt x="138978" y="19580"/>
                  </a:lnTo>
                  <a:lnTo>
                    <a:pt x="140033" y="19585"/>
                  </a:lnTo>
                  <a:lnTo>
                    <a:pt x="141088" y="19590"/>
                  </a:lnTo>
                  <a:lnTo>
                    <a:pt x="142142" y="19595"/>
                  </a:lnTo>
                  <a:lnTo>
                    <a:pt x="143197" y="19600"/>
                  </a:lnTo>
                  <a:lnTo>
                    <a:pt x="144251" y="19604"/>
                  </a:lnTo>
                  <a:lnTo>
                    <a:pt x="145306" y="19609"/>
                  </a:lnTo>
                  <a:lnTo>
                    <a:pt x="146361" y="19614"/>
                  </a:lnTo>
                  <a:lnTo>
                    <a:pt x="147415" y="19619"/>
                  </a:lnTo>
                  <a:lnTo>
                    <a:pt x="148470" y="19624"/>
                  </a:lnTo>
                  <a:lnTo>
                    <a:pt x="149525" y="19629"/>
                  </a:lnTo>
                  <a:lnTo>
                    <a:pt x="150579" y="19634"/>
                  </a:lnTo>
                  <a:lnTo>
                    <a:pt x="151634" y="19639"/>
                  </a:lnTo>
                  <a:lnTo>
                    <a:pt x="152689" y="19644"/>
                  </a:lnTo>
                  <a:lnTo>
                    <a:pt x="153743" y="19649"/>
                  </a:lnTo>
                  <a:lnTo>
                    <a:pt x="154798" y="19654"/>
                  </a:lnTo>
                  <a:lnTo>
                    <a:pt x="155853" y="19659"/>
                  </a:lnTo>
                  <a:lnTo>
                    <a:pt x="156907" y="19664"/>
                  </a:lnTo>
                  <a:lnTo>
                    <a:pt x="157962" y="19669"/>
                  </a:lnTo>
                  <a:lnTo>
                    <a:pt x="159016" y="19674"/>
                  </a:lnTo>
                  <a:lnTo>
                    <a:pt x="160071" y="19679"/>
                  </a:lnTo>
                  <a:lnTo>
                    <a:pt x="161126" y="19684"/>
                  </a:lnTo>
                  <a:lnTo>
                    <a:pt x="162180" y="19689"/>
                  </a:lnTo>
                  <a:lnTo>
                    <a:pt x="163235" y="19694"/>
                  </a:lnTo>
                  <a:lnTo>
                    <a:pt x="164290" y="19699"/>
                  </a:lnTo>
                  <a:lnTo>
                    <a:pt x="165344" y="19704"/>
                  </a:lnTo>
                  <a:lnTo>
                    <a:pt x="166399" y="19709"/>
                  </a:lnTo>
                  <a:lnTo>
                    <a:pt x="167891" y="19717"/>
                  </a:lnTo>
                  <a:lnTo>
                    <a:pt x="169382" y="19724"/>
                  </a:lnTo>
                  <a:lnTo>
                    <a:pt x="170874" y="19731"/>
                  </a:lnTo>
                  <a:lnTo>
                    <a:pt x="172366" y="19738"/>
                  </a:lnTo>
                  <a:lnTo>
                    <a:pt x="173857" y="19745"/>
                  </a:lnTo>
                  <a:lnTo>
                    <a:pt x="175349" y="19752"/>
                  </a:lnTo>
                  <a:lnTo>
                    <a:pt x="176840" y="19759"/>
                  </a:lnTo>
                  <a:lnTo>
                    <a:pt x="178332" y="19766"/>
                  </a:lnTo>
                  <a:lnTo>
                    <a:pt x="179824" y="19774"/>
                  </a:lnTo>
                  <a:lnTo>
                    <a:pt x="181315" y="19781"/>
                  </a:lnTo>
                  <a:lnTo>
                    <a:pt x="182807" y="19788"/>
                  </a:lnTo>
                  <a:lnTo>
                    <a:pt x="184298" y="19795"/>
                  </a:lnTo>
                  <a:lnTo>
                    <a:pt x="185790" y="19802"/>
                  </a:lnTo>
                  <a:lnTo>
                    <a:pt x="187282" y="19809"/>
                  </a:lnTo>
                  <a:lnTo>
                    <a:pt x="188773" y="19816"/>
                  </a:lnTo>
                  <a:lnTo>
                    <a:pt x="190265" y="19823"/>
                  </a:lnTo>
                  <a:lnTo>
                    <a:pt x="191756" y="19830"/>
                  </a:lnTo>
                  <a:lnTo>
                    <a:pt x="193248" y="19836"/>
                  </a:lnTo>
                  <a:lnTo>
                    <a:pt x="194740" y="19843"/>
                  </a:lnTo>
                  <a:lnTo>
                    <a:pt x="196231" y="19850"/>
                  </a:lnTo>
                  <a:lnTo>
                    <a:pt x="197723" y="19857"/>
                  </a:lnTo>
                  <a:lnTo>
                    <a:pt x="199215" y="19864"/>
                  </a:lnTo>
                  <a:lnTo>
                    <a:pt x="200706" y="19871"/>
                  </a:lnTo>
                  <a:lnTo>
                    <a:pt x="202198" y="19878"/>
                  </a:lnTo>
                  <a:lnTo>
                    <a:pt x="203689" y="19885"/>
                  </a:lnTo>
                  <a:lnTo>
                    <a:pt x="205181" y="19892"/>
                  </a:lnTo>
                  <a:lnTo>
                    <a:pt x="206673" y="19898"/>
                  </a:lnTo>
                  <a:lnTo>
                    <a:pt x="208164" y="19905"/>
                  </a:lnTo>
                  <a:lnTo>
                    <a:pt x="209656" y="19912"/>
                  </a:lnTo>
                  <a:lnTo>
                    <a:pt x="211147" y="19919"/>
                  </a:lnTo>
                  <a:lnTo>
                    <a:pt x="212639" y="19926"/>
                  </a:lnTo>
                  <a:lnTo>
                    <a:pt x="214131" y="19932"/>
                  </a:lnTo>
                  <a:lnTo>
                    <a:pt x="215622" y="19939"/>
                  </a:lnTo>
                  <a:lnTo>
                    <a:pt x="217114" y="19946"/>
                  </a:lnTo>
                  <a:lnTo>
                    <a:pt x="218605" y="19953"/>
                  </a:lnTo>
                  <a:lnTo>
                    <a:pt x="220097" y="19959"/>
                  </a:lnTo>
                  <a:lnTo>
                    <a:pt x="221589" y="19966"/>
                  </a:lnTo>
                  <a:lnTo>
                    <a:pt x="223080" y="19973"/>
                  </a:lnTo>
                  <a:lnTo>
                    <a:pt x="224572" y="19979"/>
                  </a:lnTo>
                  <a:lnTo>
                    <a:pt x="226063" y="19986"/>
                  </a:lnTo>
                  <a:lnTo>
                    <a:pt x="227555" y="19993"/>
                  </a:lnTo>
                  <a:lnTo>
                    <a:pt x="229047" y="19999"/>
                  </a:lnTo>
                  <a:lnTo>
                    <a:pt x="230538" y="20006"/>
                  </a:lnTo>
                  <a:lnTo>
                    <a:pt x="232030" y="20013"/>
                  </a:lnTo>
                  <a:lnTo>
                    <a:pt x="233521" y="20019"/>
                  </a:lnTo>
                  <a:lnTo>
                    <a:pt x="235013" y="20026"/>
                  </a:lnTo>
                  <a:lnTo>
                    <a:pt x="236505" y="20033"/>
                  </a:lnTo>
                  <a:lnTo>
                    <a:pt x="237996" y="20039"/>
                  </a:lnTo>
                  <a:lnTo>
                    <a:pt x="239488" y="20046"/>
                  </a:lnTo>
                  <a:lnTo>
                    <a:pt x="240980" y="20052"/>
                  </a:lnTo>
                  <a:lnTo>
                    <a:pt x="242471" y="20059"/>
                  </a:lnTo>
                  <a:lnTo>
                    <a:pt x="243963" y="20065"/>
                  </a:lnTo>
                  <a:lnTo>
                    <a:pt x="245454" y="20072"/>
                  </a:lnTo>
                  <a:lnTo>
                    <a:pt x="246946" y="20079"/>
                  </a:lnTo>
                  <a:lnTo>
                    <a:pt x="248438" y="20085"/>
                  </a:lnTo>
                  <a:lnTo>
                    <a:pt x="249929" y="20092"/>
                  </a:lnTo>
                  <a:lnTo>
                    <a:pt x="251421" y="20098"/>
                  </a:lnTo>
                  <a:lnTo>
                    <a:pt x="252912" y="20105"/>
                  </a:lnTo>
                  <a:lnTo>
                    <a:pt x="254404" y="20111"/>
                  </a:lnTo>
                  <a:lnTo>
                    <a:pt x="255896" y="20117"/>
                  </a:lnTo>
                  <a:lnTo>
                    <a:pt x="257387" y="20124"/>
                  </a:lnTo>
                  <a:lnTo>
                    <a:pt x="258879" y="20130"/>
                  </a:lnTo>
                  <a:lnTo>
                    <a:pt x="260370" y="20137"/>
                  </a:lnTo>
                  <a:lnTo>
                    <a:pt x="261862" y="20143"/>
                  </a:lnTo>
                  <a:lnTo>
                    <a:pt x="261862" y="19055"/>
                  </a:lnTo>
                  <a:lnTo>
                    <a:pt x="261862" y="17967"/>
                  </a:lnTo>
                  <a:lnTo>
                    <a:pt x="261862" y="16878"/>
                  </a:lnTo>
                  <a:lnTo>
                    <a:pt x="261862" y="15786"/>
                  </a:lnTo>
                  <a:lnTo>
                    <a:pt x="261862" y="14693"/>
                  </a:lnTo>
                  <a:lnTo>
                    <a:pt x="261862" y="13597"/>
                  </a:lnTo>
                  <a:lnTo>
                    <a:pt x="261862" y="12498"/>
                  </a:lnTo>
                  <a:lnTo>
                    <a:pt x="261862" y="11395"/>
                  </a:lnTo>
                  <a:lnTo>
                    <a:pt x="261862" y="10287"/>
                  </a:lnTo>
                  <a:lnTo>
                    <a:pt x="261862" y="9175"/>
                  </a:lnTo>
                  <a:lnTo>
                    <a:pt x="261862" y="8057"/>
                  </a:lnTo>
                  <a:lnTo>
                    <a:pt x="263195" y="8057"/>
                  </a:lnTo>
                  <a:lnTo>
                    <a:pt x="264548" y="8057"/>
                  </a:lnTo>
                  <a:lnTo>
                    <a:pt x="264548" y="6918"/>
                  </a:lnTo>
                  <a:lnTo>
                    <a:pt x="264548" y="5776"/>
                  </a:lnTo>
                  <a:lnTo>
                    <a:pt x="264548" y="4632"/>
                  </a:lnTo>
                  <a:lnTo>
                    <a:pt x="264548" y="3484"/>
                  </a:lnTo>
                  <a:lnTo>
                    <a:pt x="264548" y="2330"/>
                  </a:lnTo>
                  <a:lnTo>
                    <a:pt x="264548" y="1169"/>
                  </a:lnTo>
                  <a:lnTo>
                    <a:pt x="264548" y="0"/>
                  </a:lnTo>
                  <a:close/>
                </a:path>
              </a:pathLst>
            </a:custGeom>
            <a:solidFill>
              <a:srgbClr val="858FA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" name="region 63 #251D1C"/>
            <p:cNvSpPr/>
            <p:nvPr/>
          </p:nvSpPr>
          <p:spPr>
            <a:xfrm>
              <a:off x="1485228" y="251119"/>
              <a:ext cx="45658" cy="75201"/>
            </a:xfrm>
            <a:custGeom>
              <a:avLst/>
              <a:gdLst/>
              <a:ahLst/>
              <a:cxnLst/>
              <a:rect l="l" t="t" r="r" b="b"/>
              <a:pathLst>
                <a:path w="45658" h="75201">
                  <a:moveTo>
                    <a:pt x="5372" y="0"/>
                  </a:moveTo>
                  <a:lnTo>
                    <a:pt x="6704" y="666"/>
                  </a:lnTo>
                  <a:lnTo>
                    <a:pt x="8057" y="1342"/>
                  </a:lnTo>
                  <a:lnTo>
                    <a:pt x="7170" y="2230"/>
                  </a:lnTo>
                  <a:lnTo>
                    <a:pt x="6277" y="3123"/>
                  </a:lnTo>
                  <a:lnTo>
                    <a:pt x="5372" y="4028"/>
                  </a:lnTo>
                  <a:lnTo>
                    <a:pt x="6435" y="4243"/>
                  </a:lnTo>
                  <a:lnTo>
                    <a:pt x="7498" y="4458"/>
                  </a:lnTo>
                  <a:lnTo>
                    <a:pt x="8561" y="4672"/>
                  </a:lnTo>
                  <a:lnTo>
                    <a:pt x="9624" y="4887"/>
                  </a:lnTo>
                  <a:lnTo>
                    <a:pt x="10687" y="5102"/>
                  </a:lnTo>
                  <a:lnTo>
                    <a:pt x="11750" y="5316"/>
                  </a:lnTo>
                  <a:lnTo>
                    <a:pt x="12813" y="5530"/>
                  </a:lnTo>
                  <a:lnTo>
                    <a:pt x="13877" y="5745"/>
                  </a:lnTo>
                  <a:lnTo>
                    <a:pt x="14940" y="5959"/>
                  </a:lnTo>
                  <a:lnTo>
                    <a:pt x="16283" y="6231"/>
                  </a:lnTo>
                  <a:lnTo>
                    <a:pt x="17647" y="6507"/>
                  </a:lnTo>
                  <a:lnTo>
                    <a:pt x="18706" y="6719"/>
                  </a:lnTo>
                  <a:lnTo>
                    <a:pt x="19765" y="6928"/>
                  </a:lnTo>
                  <a:lnTo>
                    <a:pt x="20824" y="7134"/>
                  </a:lnTo>
                  <a:lnTo>
                    <a:pt x="21883" y="7338"/>
                  </a:lnTo>
                  <a:lnTo>
                    <a:pt x="22943" y="7540"/>
                  </a:lnTo>
                  <a:lnTo>
                    <a:pt x="24004" y="7739"/>
                  </a:lnTo>
                  <a:lnTo>
                    <a:pt x="25064" y="7935"/>
                  </a:lnTo>
                  <a:lnTo>
                    <a:pt x="26126" y="8128"/>
                  </a:lnTo>
                  <a:lnTo>
                    <a:pt x="27187" y="8318"/>
                  </a:lnTo>
                  <a:lnTo>
                    <a:pt x="28250" y="8506"/>
                  </a:lnTo>
                  <a:lnTo>
                    <a:pt x="29313" y="8691"/>
                  </a:lnTo>
                  <a:lnTo>
                    <a:pt x="30376" y="8873"/>
                  </a:lnTo>
                  <a:lnTo>
                    <a:pt x="31441" y="9051"/>
                  </a:lnTo>
                  <a:lnTo>
                    <a:pt x="32506" y="9227"/>
                  </a:lnTo>
                  <a:lnTo>
                    <a:pt x="33572" y="9400"/>
                  </a:lnTo>
                  <a:lnTo>
                    <a:pt x="33572" y="10733"/>
                  </a:lnTo>
                  <a:lnTo>
                    <a:pt x="33572" y="12086"/>
                  </a:lnTo>
                  <a:lnTo>
                    <a:pt x="31881" y="13628"/>
                  </a:lnTo>
                  <a:lnTo>
                    <a:pt x="30458" y="14914"/>
                  </a:lnTo>
                  <a:lnTo>
                    <a:pt x="29268" y="15967"/>
                  </a:lnTo>
                  <a:lnTo>
                    <a:pt x="28272" y="16811"/>
                  </a:lnTo>
                  <a:lnTo>
                    <a:pt x="27433" y="17467"/>
                  </a:lnTo>
                  <a:lnTo>
                    <a:pt x="26714" y="17961"/>
                  </a:lnTo>
                  <a:lnTo>
                    <a:pt x="26078" y="18314"/>
                  </a:lnTo>
                  <a:lnTo>
                    <a:pt x="25487" y="18551"/>
                  </a:lnTo>
                  <a:lnTo>
                    <a:pt x="24903" y="18695"/>
                  </a:lnTo>
                  <a:lnTo>
                    <a:pt x="24291" y="18769"/>
                  </a:lnTo>
                  <a:lnTo>
                    <a:pt x="23612" y="18796"/>
                  </a:lnTo>
                  <a:lnTo>
                    <a:pt x="22829" y="18800"/>
                  </a:lnTo>
                  <a:lnTo>
                    <a:pt x="22829" y="20133"/>
                  </a:lnTo>
                  <a:lnTo>
                    <a:pt x="22829" y="21486"/>
                  </a:lnTo>
                  <a:lnTo>
                    <a:pt x="21960" y="22275"/>
                  </a:lnTo>
                  <a:lnTo>
                    <a:pt x="21079" y="22991"/>
                  </a:lnTo>
                  <a:lnTo>
                    <a:pt x="20184" y="23638"/>
                  </a:lnTo>
                  <a:lnTo>
                    <a:pt x="19275" y="24223"/>
                  </a:lnTo>
                  <a:lnTo>
                    <a:pt x="18350" y="24751"/>
                  </a:lnTo>
                  <a:lnTo>
                    <a:pt x="17409" y="25228"/>
                  </a:lnTo>
                  <a:lnTo>
                    <a:pt x="16451" y="25661"/>
                  </a:lnTo>
                  <a:lnTo>
                    <a:pt x="15475" y="26054"/>
                  </a:lnTo>
                  <a:lnTo>
                    <a:pt x="14480" y="26414"/>
                  </a:lnTo>
                  <a:lnTo>
                    <a:pt x="13465" y="26746"/>
                  </a:lnTo>
                  <a:lnTo>
                    <a:pt x="12429" y="27057"/>
                  </a:lnTo>
                  <a:lnTo>
                    <a:pt x="11371" y="27352"/>
                  </a:lnTo>
                  <a:lnTo>
                    <a:pt x="10290" y="27637"/>
                  </a:lnTo>
                  <a:lnTo>
                    <a:pt x="9186" y="27918"/>
                  </a:lnTo>
                  <a:lnTo>
                    <a:pt x="8057" y="28200"/>
                  </a:lnTo>
                  <a:lnTo>
                    <a:pt x="8473" y="29448"/>
                  </a:lnTo>
                  <a:lnTo>
                    <a:pt x="8892" y="30704"/>
                  </a:lnTo>
                  <a:lnTo>
                    <a:pt x="9317" y="31976"/>
                  </a:lnTo>
                  <a:lnTo>
                    <a:pt x="9663" y="33015"/>
                  </a:lnTo>
                  <a:lnTo>
                    <a:pt x="10009" y="34054"/>
                  </a:lnTo>
                  <a:lnTo>
                    <a:pt x="10355" y="35093"/>
                  </a:lnTo>
                  <a:lnTo>
                    <a:pt x="10701" y="36132"/>
                  </a:lnTo>
                  <a:lnTo>
                    <a:pt x="11047" y="37170"/>
                  </a:lnTo>
                  <a:lnTo>
                    <a:pt x="11393" y="38209"/>
                  </a:lnTo>
                  <a:lnTo>
                    <a:pt x="11740" y="39248"/>
                  </a:lnTo>
                  <a:lnTo>
                    <a:pt x="12086" y="40286"/>
                  </a:lnTo>
                  <a:lnTo>
                    <a:pt x="13150" y="40844"/>
                  </a:lnTo>
                  <a:lnTo>
                    <a:pt x="14220" y="41390"/>
                  </a:lnTo>
                  <a:lnTo>
                    <a:pt x="15295" y="41927"/>
                  </a:lnTo>
                  <a:lnTo>
                    <a:pt x="16374" y="42454"/>
                  </a:lnTo>
                  <a:lnTo>
                    <a:pt x="17458" y="42972"/>
                  </a:lnTo>
                  <a:lnTo>
                    <a:pt x="18456" y="43860"/>
                  </a:lnTo>
                  <a:lnTo>
                    <a:pt x="19192" y="44525"/>
                  </a:lnTo>
                  <a:lnTo>
                    <a:pt x="19793" y="45090"/>
                  </a:lnTo>
                  <a:lnTo>
                    <a:pt x="20389" y="45678"/>
                  </a:lnTo>
                  <a:lnTo>
                    <a:pt x="21106" y="46414"/>
                  </a:lnTo>
                  <a:lnTo>
                    <a:pt x="22074" y="47419"/>
                  </a:lnTo>
                  <a:lnTo>
                    <a:pt x="22881" y="48255"/>
                  </a:lnTo>
                  <a:lnTo>
                    <a:pt x="23694" y="49096"/>
                  </a:lnTo>
                  <a:lnTo>
                    <a:pt x="24518" y="49948"/>
                  </a:lnTo>
                  <a:lnTo>
                    <a:pt x="25291" y="50749"/>
                  </a:lnTo>
                  <a:lnTo>
                    <a:pt x="26069" y="51555"/>
                  </a:lnTo>
                  <a:lnTo>
                    <a:pt x="26858" y="52372"/>
                  </a:lnTo>
                  <a:lnTo>
                    <a:pt x="27606" y="53087"/>
                  </a:lnTo>
                  <a:lnTo>
                    <a:pt x="28356" y="53804"/>
                  </a:lnTo>
                  <a:lnTo>
                    <a:pt x="29109" y="54524"/>
                  </a:lnTo>
                  <a:lnTo>
                    <a:pt x="29868" y="55249"/>
                  </a:lnTo>
                  <a:lnTo>
                    <a:pt x="30634" y="55982"/>
                  </a:lnTo>
                  <a:lnTo>
                    <a:pt x="31726" y="57140"/>
                  </a:lnTo>
                  <a:lnTo>
                    <a:pt x="32535" y="58024"/>
                  </a:lnTo>
                  <a:lnTo>
                    <a:pt x="33136" y="58738"/>
                  </a:lnTo>
                  <a:lnTo>
                    <a:pt x="33607" y="59390"/>
                  </a:lnTo>
                  <a:lnTo>
                    <a:pt x="34023" y="60085"/>
                  </a:lnTo>
                  <a:lnTo>
                    <a:pt x="34462" y="60928"/>
                  </a:lnTo>
                  <a:lnTo>
                    <a:pt x="34998" y="62025"/>
                  </a:lnTo>
                  <a:lnTo>
                    <a:pt x="35626" y="63094"/>
                  </a:lnTo>
                  <a:lnTo>
                    <a:pt x="36283" y="63949"/>
                  </a:lnTo>
                  <a:lnTo>
                    <a:pt x="36984" y="64636"/>
                  </a:lnTo>
                  <a:lnTo>
                    <a:pt x="37742" y="65200"/>
                  </a:lnTo>
                  <a:lnTo>
                    <a:pt x="38572" y="65687"/>
                  </a:lnTo>
                  <a:lnTo>
                    <a:pt x="39488" y="66143"/>
                  </a:lnTo>
                  <a:lnTo>
                    <a:pt x="40502" y="66613"/>
                  </a:lnTo>
                  <a:lnTo>
                    <a:pt x="41629" y="67144"/>
                  </a:lnTo>
                  <a:lnTo>
                    <a:pt x="42829" y="68519"/>
                  </a:lnTo>
                  <a:lnTo>
                    <a:pt x="43763" y="69620"/>
                  </a:lnTo>
                  <a:lnTo>
                    <a:pt x="44464" y="70512"/>
                  </a:lnTo>
                  <a:lnTo>
                    <a:pt x="44967" y="71262"/>
                  </a:lnTo>
                  <a:lnTo>
                    <a:pt x="45304" y="71936"/>
                  </a:lnTo>
                  <a:lnTo>
                    <a:pt x="45509" y="72601"/>
                  </a:lnTo>
                  <a:lnTo>
                    <a:pt x="45614" y="73322"/>
                  </a:lnTo>
                  <a:lnTo>
                    <a:pt x="45653" y="74167"/>
                  </a:lnTo>
                  <a:lnTo>
                    <a:pt x="45658" y="75201"/>
                  </a:lnTo>
                  <a:lnTo>
                    <a:pt x="44601" y="74978"/>
                  </a:lnTo>
                  <a:lnTo>
                    <a:pt x="43561" y="74718"/>
                  </a:lnTo>
                  <a:lnTo>
                    <a:pt x="42538" y="74424"/>
                  </a:lnTo>
                  <a:lnTo>
                    <a:pt x="41529" y="74099"/>
                  </a:lnTo>
                  <a:lnTo>
                    <a:pt x="40533" y="73745"/>
                  </a:lnTo>
                  <a:lnTo>
                    <a:pt x="39549" y="73365"/>
                  </a:lnTo>
                  <a:lnTo>
                    <a:pt x="38575" y="72961"/>
                  </a:lnTo>
                  <a:lnTo>
                    <a:pt x="37611" y="72535"/>
                  </a:lnTo>
                  <a:lnTo>
                    <a:pt x="36654" y="72090"/>
                  </a:lnTo>
                  <a:lnTo>
                    <a:pt x="35704" y="71629"/>
                  </a:lnTo>
                  <a:lnTo>
                    <a:pt x="34759" y="71155"/>
                  </a:lnTo>
                  <a:lnTo>
                    <a:pt x="33817" y="70668"/>
                  </a:lnTo>
                  <a:lnTo>
                    <a:pt x="32877" y="70173"/>
                  </a:lnTo>
                  <a:lnTo>
                    <a:pt x="31939" y="69671"/>
                  </a:lnTo>
                  <a:lnTo>
                    <a:pt x="30999" y="69165"/>
                  </a:lnTo>
                  <a:lnTo>
                    <a:pt x="30058" y="68657"/>
                  </a:lnTo>
                  <a:lnTo>
                    <a:pt x="29114" y="68151"/>
                  </a:lnTo>
                  <a:lnTo>
                    <a:pt x="28164" y="67647"/>
                  </a:lnTo>
                  <a:lnTo>
                    <a:pt x="27084" y="67163"/>
                  </a:lnTo>
                  <a:lnTo>
                    <a:pt x="26028" y="66723"/>
                  </a:lnTo>
                  <a:lnTo>
                    <a:pt x="24989" y="66324"/>
                  </a:lnTo>
                  <a:lnTo>
                    <a:pt x="23958" y="65963"/>
                  </a:lnTo>
                  <a:lnTo>
                    <a:pt x="22926" y="65638"/>
                  </a:lnTo>
                  <a:lnTo>
                    <a:pt x="21885" y="65346"/>
                  </a:lnTo>
                  <a:lnTo>
                    <a:pt x="20827" y="65085"/>
                  </a:lnTo>
                  <a:lnTo>
                    <a:pt x="19741" y="64852"/>
                  </a:lnTo>
                  <a:lnTo>
                    <a:pt x="18621" y="64644"/>
                  </a:lnTo>
                  <a:lnTo>
                    <a:pt x="17458" y="64458"/>
                  </a:lnTo>
                  <a:lnTo>
                    <a:pt x="17458" y="63127"/>
                  </a:lnTo>
                  <a:lnTo>
                    <a:pt x="17458" y="61787"/>
                  </a:lnTo>
                  <a:lnTo>
                    <a:pt x="17458" y="60429"/>
                  </a:lnTo>
                  <a:lnTo>
                    <a:pt x="16125" y="59763"/>
                  </a:lnTo>
                  <a:lnTo>
                    <a:pt x="14772" y="59086"/>
                  </a:lnTo>
                  <a:lnTo>
                    <a:pt x="14781" y="58622"/>
                  </a:lnTo>
                  <a:lnTo>
                    <a:pt x="14792" y="58022"/>
                  </a:lnTo>
                  <a:lnTo>
                    <a:pt x="14814" y="56883"/>
                  </a:lnTo>
                  <a:lnTo>
                    <a:pt x="14855" y="54805"/>
                  </a:lnTo>
                  <a:lnTo>
                    <a:pt x="14829" y="53671"/>
                  </a:lnTo>
                  <a:lnTo>
                    <a:pt x="14786" y="52565"/>
                  </a:lnTo>
                  <a:lnTo>
                    <a:pt x="14725" y="51481"/>
                  </a:lnTo>
                  <a:lnTo>
                    <a:pt x="14645" y="50414"/>
                  </a:lnTo>
                  <a:lnTo>
                    <a:pt x="14545" y="49359"/>
                  </a:lnTo>
                  <a:lnTo>
                    <a:pt x="14422" y="48310"/>
                  </a:lnTo>
                  <a:lnTo>
                    <a:pt x="14276" y="47262"/>
                  </a:lnTo>
                  <a:lnTo>
                    <a:pt x="14105" y="46210"/>
                  </a:lnTo>
                  <a:lnTo>
                    <a:pt x="13908" y="45147"/>
                  </a:lnTo>
                  <a:lnTo>
                    <a:pt x="13683" y="44070"/>
                  </a:lnTo>
                  <a:lnTo>
                    <a:pt x="13429" y="42972"/>
                  </a:lnTo>
                  <a:lnTo>
                    <a:pt x="12431" y="42639"/>
                  </a:lnTo>
                  <a:lnTo>
                    <a:pt x="11430" y="42305"/>
                  </a:lnTo>
                  <a:lnTo>
                    <a:pt x="10421" y="41969"/>
                  </a:lnTo>
                  <a:lnTo>
                    <a:pt x="9400" y="41629"/>
                  </a:lnTo>
                  <a:lnTo>
                    <a:pt x="9400" y="40298"/>
                  </a:lnTo>
                  <a:lnTo>
                    <a:pt x="9400" y="38958"/>
                  </a:lnTo>
                  <a:lnTo>
                    <a:pt x="9400" y="37600"/>
                  </a:lnTo>
                  <a:lnTo>
                    <a:pt x="8193" y="37392"/>
                  </a:lnTo>
                  <a:lnTo>
                    <a:pt x="6967" y="37181"/>
                  </a:lnTo>
                  <a:lnTo>
                    <a:pt x="5771" y="36780"/>
                  </a:lnTo>
                  <a:lnTo>
                    <a:pt x="4726" y="36366"/>
                  </a:lnTo>
                  <a:lnTo>
                    <a:pt x="3804" y="35914"/>
                  </a:lnTo>
                  <a:lnTo>
                    <a:pt x="2974" y="35400"/>
                  </a:lnTo>
                  <a:lnTo>
                    <a:pt x="2209" y="34799"/>
                  </a:lnTo>
                  <a:lnTo>
                    <a:pt x="1477" y="34087"/>
                  </a:lnTo>
                  <a:lnTo>
                    <a:pt x="751" y="33238"/>
                  </a:lnTo>
                  <a:lnTo>
                    <a:pt x="0" y="32229"/>
                  </a:lnTo>
                  <a:lnTo>
                    <a:pt x="212" y="30775"/>
                  </a:lnTo>
                  <a:lnTo>
                    <a:pt x="388" y="29770"/>
                  </a:lnTo>
                  <a:lnTo>
                    <a:pt x="592" y="28953"/>
                  </a:lnTo>
                  <a:lnTo>
                    <a:pt x="889" y="28068"/>
                  </a:lnTo>
                  <a:lnTo>
                    <a:pt x="1343" y="26857"/>
                  </a:lnTo>
                  <a:lnTo>
                    <a:pt x="2674" y="26857"/>
                  </a:lnTo>
                  <a:lnTo>
                    <a:pt x="4014" y="26857"/>
                  </a:lnTo>
                  <a:lnTo>
                    <a:pt x="5372" y="26857"/>
                  </a:lnTo>
                  <a:lnTo>
                    <a:pt x="5372" y="25524"/>
                  </a:lnTo>
                  <a:lnTo>
                    <a:pt x="5372" y="24172"/>
                  </a:lnTo>
                  <a:lnTo>
                    <a:pt x="6251" y="23552"/>
                  </a:lnTo>
                  <a:lnTo>
                    <a:pt x="7135" y="22939"/>
                  </a:lnTo>
                  <a:lnTo>
                    <a:pt x="8023" y="22330"/>
                  </a:lnTo>
                  <a:lnTo>
                    <a:pt x="8914" y="21727"/>
                  </a:lnTo>
                  <a:lnTo>
                    <a:pt x="9810" y="21130"/>
                  </a:lnTo>
                  <a:lnTo>
                    <a:pt x="10709" y="20538"/>
                  </a:lnTo>
                  <a:lnTo>
                    <a:pt x="11612" y="19953"/>
                  </a:lnTo>
                  <a:lnTo>
                    <a:pt x="12518" y="19373"/>
                  </a:lnTo>
                  <a:lnTo>
                    <a:pt x="13429" y="18800"/>
                  </a:lnTo>
                  <a:lnTo>
                    <a:pt x="12762" y="18800"/>
                  </a:lnTo>
                  <a:lnTo>
                    <a:pt x="12086" y="18800"/>
                  </a:lnTo>
                  <a:lnTo>
                    <a:pt x="11088" y="18467"/>
                  </a:lnTo>
                  <a:lnTo>
                    <a:pt x="10087" y="18134"/>
                  </a:lnTo>
                  <a:lnTo>
                    <a:pt x="9078" y="17797"/>
                  </a:lnTo>
                  <a:lnTo>
                    <a:pt x="8057" y="17457"/>
                  </a:lnTo>
                  <a:lnTo>
                    <a:pt x="9007" y="16887"/>
                  </a:lnTo>
                  <a:lnTo>
                    <a:pt x="9958" y="16317"/>
                  </a:lnTo>
                  <a:lnTo>
                    <a:pt x="10911" y="15745"/>
                  </a:lnTo>
                  <a:lnTo>
                    <a:pt x="11868" y="15171"/>
                  </a:lnTo>
                  <a:lnTo>
                    <a:pt x="12830" y="14594"/>
                  </a:lnTo>
                  <a:lnTo>
                    <a:pt x="13797" y="14013"/>
                  </a:lnTo>
                  <a:lnTo>
                    <a:pt x="14772" y="13428"/>
                  </a:lnTo>
                  <a:lnTo>
                    <a:pt x="13839" y="12850"/>
                  </a:lnTo>
                  <a:lnTo>
                    <a:pt x="12909" y="12288"/>
                  </a:lnTo>
                  <a:lnTo>
                    <a:pt x="11979" y="11742"/>
                  </a:lnTo>
                  <a:lnTo>
                    <a:pt x="11048" y="11213"/>
                  </a:lnTo>
                  <a:lnTo>
                    <a:pt x="10114" y="10699"/>
                  </a:lnTo>
                  <a:lnTo>
                    <a:pt x="9177" y="10200"/>
                  </a:lnTo>
                  <a:lnTo>
                    <a:pt x="8233" y="9716"/>
                  </a:lnTo>
                  <a:lnTo>
                    <a:pt x="7282" y="9247"/>
                  </a:lnTo>
                  <a:lnTo>
                    <a:pt x="6323" y="8791"/>
                  </a:lnTo>
                  <a:lnTo>
                    <a:pt x="5354" y="8350"/>
                  </a:lnTo>
                  <a:lnTo>
                    <a:pt x="4372" y="7922"/>
                  </a:lnTo>
                  <a:lnTo>
                    <a:pt x="3378" y="7507"/>
                  </a:lnTo>
                  <a:lnTo>
                    <a:pt x="2369" y="7104"/>
                  </a:lnTo>
                  <a:lnTo>
                    <a:pt x="1343" y="6714"/>
                  </a:lnTo>
                  <a:lnTo>
                    <a:pt x="2280" y="4783"/>
                  </a:lnTo>
                  <a:lnTo>
                    <a:pt x="2978" y="3372"/>
                  </a:lnTo>
                  <a:lnTo>
                    <a:pt x="3510" y="2362"/>
                  </a:lnTo>
                  <a:lnTo>
                    <a:pt x="3945" y="1638"/>
                  </a:lnTo>
                  <a:lnTo>
                    <a:pt x="4353" y="1081"/>
                  </a:lnTo>
                  <a:lnTo>
                    <a:pt x="4805" y="574"/>
                  </a:lnTo>
                  <a:lnTo>
                    <a:pt x="5372" y="0"/>
                  </a:lnTo>
                  <a:close/>
                </a:path>
              </a:pathLst>
            </a:custGeom>
            <a:solidFill>
              <a:srgbClr val="251D1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" name="region 64 #26181A"/>
            <p:cNvSpPr/>
            <p:nvPr/>
          </p:nvSpPr>
          <p:spPr>
            <a:xfrm>
              <a:off x="1854078" y="523724"/>
              <a:ext cx="60873" cy="55099"/>
            </a:xfrm>
            <a:custGeom>
              <a:avLst/>
              <a:gdLst/>
              <a:ahLst/>
              <a:cxnLst/>
              <a:rect l="l" t="t" r="r" b="b"/>
              <a:pathLst>
                <a:path w="60873" h="55099">
                  <a:moveTo>
                    <a:pt x="16557" y="0"/>
                  </a:moveTo>
                  <a:lnTo>
                    <a:pt x="17621" y="0"/>
                  </a:lnTo>
                  <a:lnTo>
                    <a:pt x="18688" y="0"/>
                  </a:lnTo>
                  <a:lnTo>
                    <a:pt x="19760" y="0"/>
                  </a:lnTo>
                  <a:lnTo>
                    <a:pt x="20839" y="0"/>
                  </a:lnTo>
                  <a:lnTo>
                    <a:pt x="21929" y="0"/>
                  </a:lnTo>
                  <a:lnTo>
                    <a:pt x="21715" y="2241"/>
                  </a:lnTo>
                  <a:lnTo>
                    <a:pt x="21541" y="4051"/>
                  </a:lnTo>
                  <a:lnTo>
                    <a:pt x="21397" y="5495"/>
                  </a:lnTo>
                  <a:lnTo>
                    <a:pt x="21276" y="6636"/>
                  </a:lnTo>
                  <a:lnTo>
                    <a:pt x="21171" y="7539"/>
                  </a:lnTo>
                  <a:lnTo>
                    <a:pt x="21072" y="8269"/>
                  </a:lnTo>
                  <a:lnTo>
                    <a:pt x="20973" y="8889"/>
                  </a:lnTo>
                  <a:lnTo>
                    <a:pt x="20864" y="9466"/>
                  </a:lnTo>
                  <a:lnTo>
                    <a:pt x="20738" y="10062"/>
                  </a:lnTo>
                  <a:lnTo>
                    <a:pt x="20586" y="10743"/>
                  </a:lnTo>
                  <a:lnTo>
                    <a:pt x="19918" y="11077"/>
                  </a:lnTo>
                  <a:lnTo>
                    <a:pt x="17900" y="12086"/>
                  </a:lnTo>
                  <a:lnTo>
                    <a:pt x="17406" y="13111"/>
                  </a:lnTo>
                  <a:lnTo>
                    <a:pt x="16936" y="14123"/>
                  </a:lnTo>
                  <a:lnTo>
                    <a:pt x="16489" y="15125"/>
                  </a:lnTo>
                  <a:lnTo>
                    <a:pt x="16065" y="16118"/>
                  </a:lnTo>
                  <a:lnTo>
                    <a:pt x="15664" y="17107"/>
                  </a:lnTo>
                  <a:lnTo>
                    <a:pt x="15286" y="18093"/>
                  </a:lnTo>
                  <a:lnTo>
                    <a:pt x="14930" y="19079"/>
                  </a:lnTo>
                  <a:lnTo>
                    <a:pt x="14596" y="20068"/>
                  </a:lnTo>
                  <a:lnTo>
                    <a:pt x="14284" y="21063"/>
                  </a:lnTo>
                  <a:lnTo>
                    <a:pt x="13993" y="22066"/>
                  </a:lnTo>
                  <a:lnTo>
                    <a:pt x="13723" y="23080"/>
                  </a:lnTo>
                  <a:lnTo>
                    <a:pt x="13474" y="24107"/>
                  </a:lnTo>
                  <a:lnTo>
                    <a:pt x="13245" y="25151"/>
                  </a:lnTo>
                  <a:lnTo>
                    <a:pt x="13036" y="26214"/>
                  </a:lnTo>
                  <a:lnTo>
                    <a:pt x="12848" y="27299"/>
                  </a:lnTo>
                  <a:lnTo>
                    <a:pt x="12679" y="28407"/>
                  </a:lnTo>
                  <a:lnTo>
                    <a:pt x="12529" y="29543"/>
                  </a:lnTo>
                  <a:lnTo>
                    <a:pt x="11196" y="29543"/>
                  </a:lnTo>
                  <a:lnTo>
                    <a:pt x="9843" y="29543"/>
                  </a:lnTo>
                  <a:lnTo>
                    <a:pt x="9843" y="30607"/>
                  </a:lnTo>
                  <a:lnTo>
                    <a:pt x="9843" y="31674"/>
                  </a:lnTo>
                  <a:lnTo>
                    <a:pt x="9843" y="32746"/>
                  </a:lnTo>
                  <a:lnTo>
                    <a:pt x="9843" y="33825"/>
                  </a:lnTo>
                  <a:lnTo>
                    <a:pt x="9843" y="34915"/>
                  </a:lnTo>
                  <a:lnTo>
                    <a:pt x="10434" y="34893"/>
                  </a:lnTo>
                  <a:lnTo>
                    <a:pt x="11477" y="34855"/>
                  </a:lnTo>
                  <a:lnTo>
                    <a:pt x="13866" y="34768"/>
                  </a:lnTo>
                  <a:lnTo>
                    <a:pt x="14979" y="34784"/>
                  </a:lnTo>
                  <a:lnTo>
                    <a:pt x="16083" y="34829"/>
                  </a:lnTo>
                  <a:lnTo>
                    <a:pt x="17179" y="34900"/>
                  </a:lnTo>
                  <a:lnTo>
                    <a:pt x="18268" y="34996"/>
                  </a:lnTo>
                  <a:lnTo>
                    <a:pt x="19352" y="35117"/>
                  </a:lnTo>
                  <a:lnTo>
                    <a:pt x="20430" y="35259"/>
                  </a:lnTo>
                  <a:lnTo>
                    <a:pt x="21504" y="35422"/>
                  </a:lnTo>
                  <a:lnTo>
                    <a:pt x="22575" y="35603"/>
                  </a:lnTo>
                  <a:lnTo>
                    <a:pt x="23644" y="35802"/>
                  </a:lnTo>
                  <a:lnTo>
                    <a:pt x="24711" y="36016"/>
                  </a:lnTo>
                  <a:lnTo>
                    <a:pt x="25779" y="36244"/>
                  </a:lnTo>
                  <a:lnTo>
                    <a:pt x="26848" y="36485"/>
                  </a:lnTo>
                  <a:lnTo>
                    <a:pt x="27919" y="36736"/>
                  </a:lnTo>
                  <a:lnTo>
                    <a:pt x="28992" y="36997"/>
                  </a:lnTo>
                  <a:lnTo>
                    <a:pt x="30070" y="37265"/>
                  </a:lnTo>
                  <a:lnTo>
                    <a:pt x="31546" y="37624"/>
                  </a:lnTo>
                  <a:lnTo>
                    <a:pt x="33044" y="37987"/>
                  </a:lnTo>
                  <a:lnTo>
                    <a:pt x="34082" y="38245"/>
                  </a:lnTo>
                  <a:lnTo>
                    <a:pt x="35120" y="38504"/>
                  </a:lnTo>
                  <a:lnTo>
                    <a:pt x="36157" y="38767"/>
                  </a:lnTo>
                  <a:lnTo>
                    <a:pt x="37193" y="39032"/>
                  </a:lnTo>
                  <a:lnTo>
                    <a:pt x="38228" y="39299"/>
                  </a:lnTo>
                  <a:lnTo>
                    <a:pt x="39263" y="39568"/>
                  </a:lnTo>
                  <a:lnTo>
                    <a:pt x="40297" y="39840"/>
                  </a:lnTo>
                  <a:lnTo>
                    <a:pt x="41330" y="40113"/>
                  </a:lnTo>
                  <a:lnTo>
                    <a:pt x="42363" y="40389"/>
                  </a:lnTo>
                  <a:lnTo>
                    <a:pt x="43395" y="40667"/>
                  </a:lnTo>
                  <a:lnTo>
                    <a:pt x="44427" y="40947"/>
                  </a:lnTo>
                  <a:lnTo>
                    <a:pt x="45458" y="41229"/>
                  </a:lnTo>
                  <a:lnTo>
                    <a:pt x="46489" y="41513"/>
                  </a:lnTo>
                  <a:lnTo>
                    <a:pt x="47519" y="41799"/>
                  </a:lnTo>
                  <a:lnTo>
                    <a:pt x="48548" y="42087"/>
                  </a:lnTo>
                  <a:lnTo>
                    <a:pt x="49577" y="42376"/>
                  </a:lnTo>
                  <a:lnTo>
                    <a:pt x="50606" y="42667"/>
                  </a:lnTo>
                  <a:lnTo>
                    <a:pt x="51634" y="42960"/>
                  </a:lnTo>
                  <a:lnTo>
                    <a:pt x="52662" y="43254"/>
                  </a:lnTo>
                  <a:lnTo>
                    <a:pt x="53690" y="43550"/>
                  </a:lnTo>
                  <a:lnTo>
                    <a:pt x="54717" y="43847"/>
                  </a:lnTo>
                  <a:lnTo>
                    <a:pt x="55743" y="44145"/>
                  </a:lnTo>
                  <a:lnTo>
                    <a:pt x="56770" y="44445"/>
                  </a:lnTo>
                  <a:lnTo>
                    <a:pt x="57796" y="44747"/>
                  </a:lnTo>
                  <a:lnTo>
                    <a:pt x="58822" y="45049"/>
                  </a:lnTo>
                  <a:lnTo>
                    <a:pt x="59847" y="45353"/>
                  </a:lnTo>
                  <a:lnTo>
                    <a:pt x="60873" y="45658"/>
                  </a:lnTo>
                  <a:lnTo>
                    <a:pt x="60873" y="46991"/>
                  </a:lnTo>
                  <a:lnTo>
                    <a:pt x="60873" y="48344"/>
                  </a:lnTo>
                  <a:lnTo>
                    <a:pt x="59785" y="48344"/>
                  </a:lnTo>
                  <a:lnTo>
                    <a:pt x="58696" y="48344"/>
                  </a:lnTo>
                  <a:lnTo>
                    <a:pt x="57607" y="48344"/>
                  </a:lnTo>
                  <a:lnTo>
                    <a:pt x="56516" y="48344"/>
                  </a:lnTo>
                  <a:lnTo>
                    <a:pt x="55423" y="48344"/>
                  </a:lnTo>
                  <a:lnTo>
                    <a:pt x="54327" y="48344"/>
                  </a:lnTo>
                  <a:lnTo>
                    <a:pt x="53227" y="48344"/>
                  </a:lnTo>
                  <a:lnTo>
                    <a:pt x="52124" y="48344"/>
                  </a:lnTo>
                  <a:lnTo>
                    <a:pt x="51017" y="48344"/>
                  </a:lnTo>
                  <a:lnTo>
                    <a:pt x="49904" y="48344"/>
                  </a:lnTo>
                  <a:lnTo>
                    <a:pt x="48787" y="48344"/>
                  </a:lnTo>
                  <a:lnTo>
                    <a:pt x="48787" y="49676"/>
                  </a:lnTo>
                  <a:lnTo>
                    <a:pt x="48787" y="51029"/>
                  </a:lnTo>
                  <a:lnTo>
                    <a:pt x="47522" y="51298"/>
                  </a:lnTo>
                  <a:lnTo>
                    <a:pt x="46238" y="51569"/>
                  </a:lnTo>
                  <a:lnTo>
                    <a:pt x="45139" y="51807"/>
                  </a:lnTo>
                  <a:lnTo>
                    <a:pt x="44032" y="52047"/>
                  </a:lnTo>
                  <a:lnTo>
                    <a:pt x="42912" y="52289"/>
                  </a:lnTo>
                  <a:lnTo>
                    <a:pt x="41820" y="52523"/>
                  </a:lnTo>
                  <a:lnTo>
                    <a:pt x="40721" y="52758"/>
                  </a:lnTo>
                  <a:lnTo>
                    <a:pt x="39607" y="52997"/>
                  </a:lnTo>
                  <a:lnTo>
                    <a:pt x="38167" y="53358"/>
                  </a:lnTo>
                  <a:lnTo>
                    <a:pt x="37157" y="53646"/>
                  </a:lnTo>
                  <a:lnTo>
                    <a:pt x="36307" y="53959"/>
                  </a:lnTo>
                  <a:lnTo>
                    <a:pt x="35349" y="54397"/>
                  </a:lnTo>
                  <a:lnTo>
                    <a:pt x="34015" y="55058"/>
                  </a:lnTo>
                  <a:lnTo>
                    <a:pt x="32864" y="55078"/>
                  </a:lnTo>
                  <a:lnTo>
                    <a:pt x="31713" y="55092"/>
                  </a:lnTo>
                  <a:lnTo>
                    <a:pt x="30562" y="55099"/>
                  </a:lnTo>
                  <a:lnTo>
                    <a:pt x="29411" y="55099"/>
                  </a:lnTo>
                  <a:lnTo>
                    <a:pt x="28260" y="55093"/>
                  </a:lnTo>
                  <a:lnTo>
                    <a:pt x="27109" y="55079"/>
                  </a:lnTo>
                  <a:lnTo>
                    <a:pt x="25958" y="55058"/>
                  </a:lnTo>
                  <a:lnTo>
                    <a:pt x="27295" y="54172"/>
                  </a:lnTo>
                  <a:lnTo>
                    <a:pt x="28350" y="53505"/>
                  </a:lnTo>
                  <a:lnTo>
                    <a:pt x="29215" y="53028"/>
                  </a:lnTo>
                  <a:lnTo>
                    <a:pt x="29986" y="52708"/>
                  </a:lnTo>
                  <a:lnTo>
                    <a:pt x="30757" y="52514"/>
                  </a:lnTo>
                  <a:lnTo>
                    <a:pt x="31623" y="52414"/>
                  </a:lnTo>
                  <a:lnTo>
                    <a:pt x="32677" y="52378"/>
                  </a:lnTo>
                  <a:lnTo>
                    <a:pt x="34015" y="52372"/>
                  </a:lnTo>
                  <a:lnTo>
                    <a:pt x="34015" y="51039"/>
                  </a:lnTo>
                  <a:lnTo>
                    <a:pt x="34015" y="49687"/>
                  </a:lnTo>
                  <a:lnTo>
                    <a:pt x="32682" y="49020"/>
                  </a:lnTo>
                  <a:lnTo>
                    <a:pt x="31329" y="48344"/>
                  </a:lnTo>
                  <a:lnTo>
                    <a:pt x="31996" y="47011"/>
                  </a:lnTo>
                  <a:lnTo>
                    <a:pt x="32672" y="45658"/>
                  </a:lnTo>
                  <a:lnTo>
                    <a:pt x="32166" y="45584"/>
                  </a:lnTo>
                  <a:lnTo>
                    <a:pt x="31274" y="45453"/>
                  </a:lnTo>
                  <a:lnTo>
                    <a:pt x="29232" y="45154"/>
                  </a:lnTo>
                  <a:lnTo>
                    <a:pt x="27699" y="44875"/>
                  </a:lnTo>
                  <a:lnTo>
                    <a:pt x="26494" y="44648"/>
                  </a:lnTo>
                  <a:lnTo>
                    <a:pt x="25512" y="44449"/>
                  </a:lnTo>
                  <a:lnTo>
                    <a:pt x="24646" y="44252"/>
                  </a:lnTo>
                  <a:lnTo>
                    <a:pt x="23793" y="44031"/>
                  </a:lnTo>
                  <a:lnTo>
                    <a:pt x="22846" y="43762"/>
                  </a:lnTo>
                  <a:lnTo>
                    <a:pt x="21700" y="43417"/>
                  </a:lnTo>
                  <a:lnTo>
                    <a:pt x="20250" y="42972"/>
                  </a:lnTo>
                  <a:lnTo>
                    <a:pt x="19196" y="42701"/>
                  </a:lnTo>
                  <a:lnTo>
                    <a:pt x="18147" y="42452"/>
                  </a:lnTo>
                  <a:lnTo>
                    <a:pt x="17105" y="42224"/>
                  </a:lnTo>
                  <a:lnTo>
                    <a:pt x="16066" y="42015"/>
                  </a:lnTo>
                  <a:lnTo>
                    <a:pt x="15031" y="41824"/>
                  </a:lnTo>
                  <a:lnTo>
                    <a:pt x="13996" y="41649"/>
                  </a:lnTo>
                  <a:lnTo>
                    <a:pt x="12962" y="41490"/>
                  </a:lnTo>
                  <a:lnTo>
                    <a:pt x="11926" y="41345"/>
                  </a:lnTo>
                  <a:lnTo>
                    <a:pt x="10887" y="41213"/>
                  </a:lnTo>
                  <a:lnTo>
                    <a:pt x="9845" y="41093"/>
                  </a:lnTo>
                  <a:lnTo>
                    <a:pt x="8797" y="40982"/>
                  </a:lnTo>
                  <a:lnTo>
                    <a:pt x="7742" y="40881"/>
                  </a:lnTo>
                  <a:lnTo>
                    <a:pt x="6679" y="40787"/>
                  </a:lnTo>
                  <a:lnTo>
                    <a:pt x="5607" y="40699"/>
                  </a:lnTo>
                  <a:lnTo>
                    <a:pt x="4524" y="40617"/>
                  </a:lnTo>
                  <a:lnTo>
                    <a:pt x="2920" y="40405"/>
                  </a:lnTo>
                  <a:lnTo>
                    <a:pt x="1960" y="40160"/>
                  </a:lnTo>
                  <a:lnTo>
                    <a:pt x="1262" y="39725"/>
                  </a:lnTo>
                  <a:lnTo>
                    <a:pt x="443" y="38943"/>
                  </a:lnTo>
                  <a:lnTo>
                    <a:pt x="259" y="37009"/>
                  </a:lnTo>
                  <a:lnTo>
                    <a:pt x="118" y="35381"/>
                  </a:lnTo>
                  <a:lnTo>
                    <a:pt x="29" y="34017"/>
                  </a:lnTo>
                  <a:lnTo>
                    <a:pt x="0" y="32871"/>
                  </a:lnTo>
                  <a:lnTo>
                    <a:pt x="42" y="31901"/>
                  </a:lnTo>
                  <a:lnTo>
                    <a:pt x="162" y="31063"/>
                  </a:lnTo>
                  <a:lnTo>
                    <a:pt x="370" y="30313"/>
                  </a:lnTo>
                  <a:lnTo>
                    <a:pt x="675" y="29607"/>
                  </a:lnTo>
                  <a:lnTo>
                    <a:pt x="1086" y="28902"/>
                  </a:lnTo>
                  <a:lnTo>
                    <a:pt x="1612" y="28154"/>
                  </a:lnTo>
                  <a:lnTo>
                    <a:pt x="2262" y="27319"/>
                  </a:lnTo>
                  <a:lnTo>
                    <a:pt x="3045" y="26354"/>
                  </a:lnTo>
                  <a:lnTo>
                    <a:pt x="3767" y="25374"/>
                  </a:lnTo>
                  <a:lnTo>
                    <a:pt x="4393" y="24400"/>
                  </a:lnTo>
                  <a:lnTo>
                    <a:pt x="4931" y="23428"/>
                  </a:lnTo>
                  <a:lnTo>
                    <a:pt x="5387" y="22455"/>
                  </a:lnTo>
                  <a:lnTo>
                    <a:pt x="5769" y="21477"/>
                  </a:lnTo>
                  <a:lnTo>
                    <a:pt x="6085" y="20492"/>
                  </a:lnTo>
                  <a:lnTo>
                    <a:pt x="6341" y="19496"/>
                  </a:lnTo>
                  <a:lnTo>
                    <a:pt x="6546" y="18485"/>
                  </a:lnTo>
                  <a:lnTo>
                    <a:pt x="6707" y="17458"/>
                  </a:lnTo>
                  <a:lnTo>
                    <a:pt x="6831" y="16409"/>
                  </a:lnTo>
                  <a:lnTo>
                    <a:pt x="6926" y="15337"/>
                  </a:lnTo>
                  <a:lnTo>
                    <a:pt x="6998" y="14238"/>
                  </a:lnTo>
                  <a:lnTo>
                    <a:pt x="7056" y="13108"/>
                  </a:lnTo>
                  <a:lnTo>
                    <a:pt x="7107" y="11944"/>
                  </a:lnTo>
                  <a:lnTo>
                    <a:pt x="7157" y="10743"/>
                  </a:lnTo>
                  <a:lnTo>
                    <a:pt x="5824" y="10077"/>
                  </a:lnTo>
                  <a:lnTo>
                    <a:pt x="4472" y="9400"/>
                  </a:lnTo>
                  <a:lnTo>
                    <a:pt x="5355" y="8661"/>
                  </a:lnTo>
                  <a:lnTo>
                    <a:pt x="6208" y="7957"/>
                  </a:lnTo>
                  <a:lnTo>
                    <a:pt x="7040" y="7286"/>
                  </a:lnTo>
                  <a:lnTo>
                    <a:pt x="7860" y="6649"/>
                  </a:lnTo>
                  <a:lnTo>
                    <a:pt x="8680" y="6044"/>
                  </a:lnTo>
                  <a:lnTo>
                    <a:pt x="9508" y="5472"/>
                  </a:lnTo>
                  <a:lnTo>
                    <a:pt x="10354" y="4931"/>
                  </a:lnTo>
                  <a:lnTo>
                    <a:pt x="11230" y="4422"/>
                  </a:lnTo>
                  <a:lnTo>
                    <a:pt x="12143" y="3943"/>
                  </a:lnTo>
                  <a:lnTo>
                    <a:pt x="13106" y="3494"/>
                  </a:lnTo>
                  <a:lnTo>
                    <a:pt x="14126" y="3075"/>
                  </a:lnTo>
                  <a:lnTo>
                    <a:pt x="15215" y="2686"/>
                  </a:lnTo>
                  <a:lnTo>
                    <a:pt x="15881" y="1353"/>
                  </a:lnTo>
                  <a:lnTo>
                    <a:pt x="16557" y="0"/>
                  </a:lnTo>
                  <a:close/>
                </a:path>
              </a:pathLst>
            </a:custGeom>
            <a:solidFill>
              <a:srgbClr val="26181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" name="region 65 #453429"/>
            <p:cNvSpPr/>
            <p:nvPr/>
          </p:nvSpPr>
          <p:spPr>
            <a:xfrm>
              <a:off x="1127434" y="212343"/>
              <a:ext cx="29908" cy="34227"/>
            </a:xfrm>
            <a:custGeom>
              <a:avLst/>
              <a:gdLst/>
              <a:ahLst/>
              <a:cxnLst/>
              <a:rect l="l" t="t" r="r" b="b"/>
              <a:pathLst>
                <a:path w="29908" h="34227">
                  <a:moveTo>
                    <a:pt x="13177" y="0"/>
                  </a:moveTo>
                  <a:lnTo>
                    <a:pt x="14300" y="135"/>
                  </a:lnTo>
                  <a:lnTo>
                    <a:pt x="15382" y="303"/>
                  </a:lnTo>
                  <a:lnTo>
                    <a:pt x="16426" y="506"/>
                  </a:lnTo>
                  <a:lnTo>
                    <a:pt x="17435" y="745"/>
                  </a:lnTo>
                  <a:lnTo>
                    <a:pt x="18412" y="1024"/>
                  </a:lnTo>
                  <a:lnTo>
                    <a:pt x="19360" y="1344"/>
                  </a:lnTo>
                  <a:lnTo>
                    <a:pt x="20282" y="1707"/>
                  </a:lnTo>
                  <a:lnTo>
                    <a:pt x="21181" y="2116"/>
                  </a:lnTo>
                  <a:lnTo>
                    <a:pt x="22060" y="2571"/>
                  </a:lnTo>
                  <a:lnTo>
                    <a:pt x="22922" y="3075"/>
                  </a:lnTo>
                  <a:lnTo>
                    <a:pt x="23770" y="3630"/>
                  </a:lnTo>
                  <a:lnTo>
                    <a:pt x="24607" y="4238"/>
                  </a:lnTo>
                  <a:lnTo>
                    <a:pt x="25436" y="4901"/>
                  </a:lnTo>
                  <a:lnTo>
                    <a:pt x="26260" y="5621"/>
                  </a:lnTo>
                  <a:lnTo>
                    <a:pt x="27082" y="6400"/>
                  </a:lnTo>
                  <a:lnTo>
                    <a:pt x="27646" y="7399"/>
                  </a:lnTo>
                  <a:lnTo>
                    <a:pt x="28140" y="8405"/>
                  </a:lnTo>
                  <a:lnTo>
                    <a:pt x="28566" y="9418"/>
                  </a:lnTo>
                  <a:lnTo>
                    <a:pt x="28929" y="10438"/>
                  </a:lnTo>
                  <a:lnTo>
                    <a:pt x="29230" y="11464"/>
                  </a:lnTo>
                  <a:lnTo>
                    <a:pt x="29472" y="12497"/>
                  </a:lnTo>
                  <a:lnTo>
                    <a:pt x="29658" y="13536"/>
                  </a:lnTo>
                  <a:lnTo>
                    <a:pt x="29791" y="14582"/>
                  </a:lnTo>
                  <a:lnTo>
                    <a:pt x="29873" y="15633"/>
                  </a:lnTo>
                  <a:lnTo>
                    <a:pt x="29908" y="16691"/>
                  </a:lnTo>
                  <a:lnTo>
                    <a:pt x="29897" y="17754"/>
                  </a:lnTo>
                  <a:lnTo>
                    <a:pt x="29844" y="18823"/>
                  </a:lnTo>
                  <a:lnTo>
                    <a:pt x="29751" y="19897"/>
                  </a:lnTo>
                  <a:lnTo>
                    <a:pt x="29621" y="20977"/>
                  </a:lnTo>
                  <a:lnTo>
                    <a:pt x="29457" y="22062"/>
                  </a:lnTo>
                  <a:lnTo>
                    <a:pt x="29262" y="23152"/>
                  </a:lnTo>
                  <a:lnTo>
                    <a:pt x="29038" y="24247"/>
                  </a:lnTo>
                  <a:lnTo>
                    <a:pt x="28788" y="25347"/>
                  </a:lnTo>
                  <a:lnTo>
                    <a:pt x="28129" y="26359"/>
                  </a:lnTo>
                  <a:lnTo>
                    <a:pt x="27449" y="27300"/>
                  </a:lnTo>
                  <a:lnTo>
                    <a:pt x="26745" y="28173"/>
                  </a:lnTo>
                  <a:lnTo>
                    <a:pt x="26013" y="28981"/>
                  </a:lnTo>
                  <a:lnTo>
                    <a:pt x="25251" y="29726"/>
                  </a:lnTo>
                  <a:lnTo>
                    <a:pt x="24456" y="30412"/>
                  </a:lnTo>
                  <a:lnTo>
                    <a:pt x="23625" y="31042"/>
                  </a:lnTo>
                  <a:lnTo>
                    <a:pt x="22755" y="31618"/>
                  </a:lnTo>
                  <a:lnTo>
                    <a:pt x="21843" y="32144"/>
                  </a:lnTo>
                  <a:lnTo>
                    <a:pt x="20887" y="32621"/>
                  </a:lnTo>
                  <a:lnTo>
                    <a:pt x="19884" y="33054"/>
                  </a:lnTo>
                  <a:lnTo>
                    <a:pt x="18830" y="33445"/>
                  </a:lnTo>
                  <a:lnTo>
                    <a:pt x="17723" y="33796"/>
                  </a:lnTo>
                  <a:lnTo>
                    <a:pt x="16561" y="34112"/>
                  </a:lnTo>
                  <a:lnTo>
                    <a:pt x="15511" y="34189"/>
                  </a:lnTo>
                  <a:lnTo>
                    <a:pt x="14664" y="34227"/>
                  </a:lnTo>
                  <a:lnTo>
                    <a:pt x="13884" y="34214"/>
                  </a:lnTo>
                  <a:lnTo>
                    <a:pt x="13030" y="34138"/>
                  </a:lnTo>
                  <a:lnTo>
                    <a:pt x="11964" y="33985"/>
                  </a:lnTo>
                  <a:lnTo>
                    <a:pt x="10549" y="33745"/>
                  </a:lnTo>
                  <a:lnTo>
                    <a:pt x="8644" y="33404"/>
                  </a:lnTo>
                  <a:lnTo>
                    <a:pt x="7799" y="32595"/>
                  </a:lnTo>
                  <a:lnTo>
                    <a:pt x="7006" y="31774"/>
                  </a:lnTo>
                  <a:lnTo>
                    <a:pt x="6263" y="30939"/>
                  </a:lnTo>
                  <a:lnTo>
                    <a:pt x="5569" y="30090"/>
                  </a:lnTo>
                  <a:lnTo>
                    <a:pt x="4921" y="29226"/>
                  </a:lnTo>
                  <a:lnTo>
                    <a:pt x="4319" y="28346"/>
                  </a:lnTo>
                  <a:lnTo>
                    <a:pt x="3760" y="27448"/>
                  </a:lnTo>
                  <a:lnTo>
                    <a:pt x="3243" y="26533"/>
                  </a:lnTo>
                  <a:lnTo>
                    <a:pt x="2766" y="25599"/>
                  </a:lnTo>
                  <a:lnTo>
                    <a:pt x="2327" y="24645"/>
                  </a:lnTo>
                  <a:lnTo>
                    <a:pt x="1926" y="23671"/>
                  </a:lnTo>
                  <a:lnTo>
                    <a:pt x="1559" y="22675"/>
                  </a:lnTo>
                  <a:lnTo>
                    <a:pt x="1226" y="21657"/>
                  </a:lnTo>
                  <a:lnTo>
                    <a:pt x="924" y="20615"/>
                  </a:lnTo>
                  <a:lnTo>
                    <a:pt x="652" y="19549"/>
                  </a:lnTo>
                  <a:lnTo>
                    <a:pt x="409" y="18458"/>
                  </a:lnTo>
                  <a:lnTo>
                    <a:pt x="192" y="17342"/>
                  </a:lnTo>
                  <a:lnTo>
                    <a:pt x="0" y="16198"/>
                  </a:lnTo>
                  <a:lnTo>
                    <a:pt x="164" y="15103"/>
                  </a:lnTo>
                  <a:lnTo>
                    <a:pt x="355" y="14018"/>
                  </a:lnTo>
                  <a:lnTo>
                    <a:pt x="575" y="12946"/>
                  </a:lnTo>
                  <a:lnTo>
                    <a:pt x="827" y="11893"/>
                  </a:lnTo>
                  <a:lnTo>
                    <a:pt x="1113" y="10860"/>
                  </a:lnTo>
                  <a:lnTo>
                    <a:pt x="1435" y="9852"/>
                  </a:lnTo>
                  <a:lnTo>
                    <a:pt x="1794" y="8872"/>
                  </a:lnTo>
                  <a:lnTo>
                    <a:pt x="2193" y="7923"/>
                  </a:lnTo>
                  <a:lnTo>
                    <a:pt x="2635" y="7011"/>
                  </a:lnTo>
                  <a:lnTo>
                    <a:pt x="3121" y="6137"/>
                  </a:lnTo>
                  <a:lnTo>
                    <a:pt x="3653" y="5305"/>
                  </a:lnTo>
                  <a:lnTo>
                    <a:pt x="4234" y="4520"/>
                  </a:lnTo>
                  <a:lnTo>
                    <a:pt x="4865" y="3785"/>
                  </a:lnTo>
                  <a:lnTo>
                    <a:pt x="5550" y="3103"/>
                  </a:lnTo>
                  <a:lnTo>
                    <a:pt x="6289" y="2478"/>
                  </a:lnTo>
                  <a:lnTo>
                    <a:pt x="7085" y="1914"/>
                  </a:lnTo>
                  <a:lnTo>
                    <a:pt x="7940" y="1413"/>
                  </a:lnTo>
                  <a:lnTo>
                    <a:pt x="8856" y="981"/>
                  </a:lnTo>
                  <a:lnTo>
                    <a:pt x="9836" y="619"/>
                  </a:lnTo>
                  <a:lnTo>
                    <a:pt x="10881" y="333"/>
                  </a:lnTo>
                  <a:lnTo>
                    <a:pt x="11994" y="125"/>
                  </a:lnTo>
                  <a:lnTo>
                    <a:pt x="13177" y="0"/>
                  </a:lnTo>
                  <a:close/>
                </a:path>
              </a:pathLst>
            </a:custGeom>
            <a:solidFill>
              <a:srgbClr val="45342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" name="region 66 #548BB7"/>
            <p:cNvSpPr/>
            <p:nvPr/>
          </p:nvSpPr>
          <p:spPr>
            <a:xfrm>
              <a:off x="2222115" y="426375"/>
              <a:ext cx="225960" cy="28862"/>
            </a:xfrm>
            <a:custGeom>
              <a:avLst/>
              <a:gdLst/>
              <a:ahLst/>
              <a:cxnLst/>
              <a:rect l="l" t="t" r="r" b="b"/>
              <a:pathLst>
                <a:path w="225960" h="28862">
                  <a:moveTo>
                    <a:pt x="20123" y="15"/>
                  </a:moveTo>
                  <a:lnTo>
                    <a:pt x="21436" y="9"/>
                  </a:lnTo>
                  <a:lnTo>
                    <a:pt x="22770" y="2"/>
                  </a:lnTo>
                  <a:lnTo>
                    <a:pt x="23860" y="0"/>
                  </a:lnTo>
                  <a:lnTo>
                    <a:pt x="24950" y="2"/>
                  </a:lnTo>
                  <a:lnTo>
                    <a:pt x="26040" y="6"/>
                  </a:lnTo>
                  <a:lnTo>
                    <a:pt x="27130" y="12"/>
                  </a:lnTo>
                  <a:lnTo>
                    <a:pt x="28220" y="20"/>
                  </a:lnTo>
                  <a:lnTo>
                    <a:pt x="29310" y="30"/>
                  </a:lnTo>
                  <a:lnTo>
                    <a:pt x="30400" y="41"/>
                  </a:lnTo>
                  <a:lnTo>
                    <a:pt x="31490" y="52"/>
                  </a:lnTo>
                  <a:lnTo>
                    <a:pt x="32536" y="52"/>
                  </a:lnTo>
                  <a:lnTo>
                    <a:pt x="33582" y="52"/>
                  </a:lnTo>
                  <a:lnTo>
                    <a:pt x="34628" y="52"/>
                  </a:lnTo>
                  <a:lnTo>
                    <a:pt x="35674" y="51"/>
                  </a:lnTo>
                  <a:lnTo>
                    <a:pt x="36720" y="50"/>
                  </a:lnTo>
                  <a:lnTo>
                    <a:pt x="37766" y="49"/>
                  </a:lnTo>
                  <a:lnTo>
                    <a:pt x="38828" y="49"/>
                  </a:lnTo>
                  <a:lnTo>
                    <a:pt x="39890" y="50"/>
                  </a:lnTo>
                  <a:lnTo>
                    <a:pt x="40952" y="51"/>
                  </a:lnTo>
                  <a:lnTo>
                    <a:pt x="42014" y="54"/>
                  </a:lnTo>
                  <a:lnTo>
                    <a:pt x="43076" y="56"/>
                  </a:lnTo>
                  <a:lnTo>
                    <a:pt x="44138" y="60"/>
                  </a:lnTo>
                  <a:lnTo>
                    <a:pt x="45201" y="64"/>
                  </a:lnTo>
                  <a:lnTo>
                    <a:pt x="46263" y="68"/>
                  </a:lnTo>
                  <a:lnTo>
                    <a:pt x="47325" y="73"/>
                  </a:lnTo>
                  <a:lnTo>
                    <a:pt x="48387" y="78"/>
                  </a:lnTo>
                  <a:lnTo>
                    <a:pt x="49449" y="84"/>
                  </a:lnTo>
                  <a:lnTo>
                    <a:pt x="50511" y="90"/>
                  </a:lnTo>
                  <a:lnTo>
                    <a:pt x="51573" y="96"/>
                  </a:lnTo>
                  <a:lnTo>
                    <a:pt x="52636" y="102"/>
                  </a:lnTo>
                  <a:lnTo>
                    <a:pt x="53698" y="109"/>
                  </a:lnTo>
                  <a:lnTo>
                    <a:pt x="54760" y="116"/>
                  </a:lnTo>
                  <a:lnTo>
                    <a:pt x="55806" y="122"/>
                  </a:lnTo>
                  <a:lnTo>
                    <a:pt x="56851" y="127"/>
                  </a:lnTo>
                  <a:lnTo>
                    <a:pt x="57897" y="131"/>
                  </a:lnTo>
                  <a:lnTo>
                    <a:pt x="58943" y="135"/>
                  </a:lnTo>
                  <a:lnTo>
                    <a:pt x="59988" y="139"/>
                  </a:lnTo>
                  <a:lnTo>
                    <a:pt x="61034" y="142"/>
                  </a:lnTo>
                  <a:lnTo>
                    <a:pt x="62080" y="145"/>
                  </a:lnTo>
                  <a:lnTo>
                    <a:pt x="63125" y="147"/>
                  </a:lnTo>
                  <a:lnTo>
                    <a:pt x="64171" y="149"/>
                  </a:lnTo>
                  <a:lnTo>
                    <a:pt x="65217" y="151"/>
                  </a:lnTo>
                  <a:lnTo>
                    <a:pt x="66262" y="153"/>
                  </a:lnTo>
                  <a:lnTo>
                    <a:pt x="67308" y="154"/>
                  </a:lnTo>
                  <a:lnTo>
                    <a:pt x="68353" y="156"/>
                  </a:lnTo>
                  <a:lnTo>
                    <a:pt x="69399" y="157"/>
                  </a:lnTo>
                  <a:lnTo>
                    <a:pt x="70444" y="158"/>
                  </a:lnTo>
                  <a:lnTo>
                    <a:pt x="71490" y="159"/>
                  </a:lnTo>
                  <a:lnTo>
                    <a:pt x="72536" y="160"/>
                  </a:lnTo>
                  <a:lnTo>
                    <a:pt x="73587" y="162"/>
                  </a:lnTo>
                  <a:lnTo>
                    <a:pt x="74638" y="164"/>
                  </a:lnTo>
                  <a:lnTo>
                    <a:pt x="75690" y="166"/>
                  </a:lnTo>
                  <a:lnTo>
                    <a:pt x="76741" y="168"/>
                  </a:lnTo>
                  <a:lnTo>
                    <a:pt x="77792" y="170"/>
                  </a:lnTo>
                  <a:lnTo>
                    <a:pt x="78844" y="172"/>
                  </a:lnTo>
                  <a:lnTo>
                    <a:pt x="79895" y="175"/>
                  </a:lnTo>
                  <a:lnTo>
                    <a:pt x="80946" y="177"/>
                  </a:lnTo>
                  <a:lnTo>
                    <a:pt x="81998" y="180"/>
                  </a:lnTo>
                  <a:lnTo>
                    <a:pt x="83049" y="183"/>
                  </a:lnTo>
                  <a:lnTo>
                    <a:pt x="84100" y="186"/>
                  </a:lnTo>
                  <a:lnTo>
                    <a:pt x="85152" y="189"/>
                  </a:lnTo>
                  <a:lnTo>
                    <a:pt x="86203" y="193"/>
                  </a:lnTo>
                  <a:lnTo>
                    <a:pt x="87254" y="196"/>
                  </a:lnTo>
                  <a:lnTo>
                    <a:pt x="88306" y="200"/>
                  </a:lnTo>
                  <a:lnTo>
                    <a:pt x="89357" y="203"/>
                  </a:lnTo>
                  <a:lnTo>
                    <a:pt x="90408" y="207"/>
                  </a:lnTo>
                  <a:lnTo>
                    <a:pt x="91460" y="211"/>
                  </a:lnTo>
                  <a:lnTo>
                    <a:pt x="92511" y="215"/>
                  </a:lnTo>
                  <a:lnTo>
                    <a:pt x="93563" y="219"/>
                  </a:lnTo>
                  <a:lnTo>
                    <a:pt x="94614" y="223"/>
                  </a:lnTo>
                  <a:lnTo>
                    <a:pt x="95665" y="227"/>
                  </a:lnTo>
                  <a:lnTo>
                    <a:pt x="96717" y="232"/>
                  </a:lnTo>
                  <a:lnTo>
                    <a:pt x="97768" y="236"/>
                  </a:lnTo>
                  <a:lnTo>
                    <a:pt x="98819" y="241"/>
                  </a:lnTo>
                  <a:lnTo>
                    <a:pt x="99871" y="245"/>
                  </a:lnTo>
                  <a:lnTo>
                    <a:pt x="100922" y="250"/>
                  </a:lnTo>
                  <a:lnTo>
                    <a:pt x="101973" y="255"/>
                  </a:lnTo>
                  <a:lnTo>
                    <a:pt x="103025" y="260"/>
                  </a:lnTo>
                  <a:lnTo>
                    <a:pt x="104076" y="265"/>
                  </a:lnTo>
                  <a:lnTo>
                    <a:pt x="105127" y="270"/>
                  </a:lnTo>
                  <a:lnTo>
                    <a:pt x="106179" y="275"/>
                  </a:lnTo>
                  <a:lnTo>
                    <a:pt x="107243" y="279"/>
                  </a:lnTo>
                  <a:lnTo>
                    <a:pt x="108307" y="284"/>
                  </a:lnTo>
                  <a:lnTo>
                    <a:pt x="109371" y="289"/>
                  </a:lnTo>
                  <a:lnTo>
                    <a:pt x="110435" y="294"/>
                  </a:lnTo>
                  <a:lnTo>
                    <a:pt x="111499" y="298"/>
                  </a:lnTo>
                  <a:lnTo>
                    <a:pt x="112564" y="302"/>
                  </a:lnTo>
                  <a:lnTo>
                    <a:pt x="113628" y="306"/>
                  </a:lnTo>
                  <a:lnTo>
                    <a:pt x="114692" y="311"/>
                  </a:lnTo>
                  <a:lnTo>
                    <a:pt x="115756" y="314"/>
                  </a:lnTo>
                  <a:lnTo>
                    <a:pt x="116820" y="318"/>
                  </a:lnTo>
                  <a:lnTo>
                    <a:pt x="117884" y="322"/>
                  </a:lnTo>
                  <a:lnTo>
                    <a:pt x="118948" y="326"/>
                  </a:lnTo>
                  <a:lnTo>
                    <a:pt x="120012" y="329"/>
                  </a:lnTo>
                  <a:lnTo>
                    <a:pt x="121076" y="333"/>
                  </a:lnTo>
                  <a:lnTo>
                    <a:pt x="122141" y="336"/>
                  </a:lnTo>
                  <a:lnTo>
                    <a:pt x="123205" y="339"/>
                  </a:lnTo>
                  <a:lnTo>
                    <a:pt x="124269" y="342"/>
                  </a:lnTo>
                  <a:lnTo>
                    <a:pt x="125333" y="346"/>
                  </a:lnTo>
                  <a:lnTo>
                    <a:pt x="126397" y="349"/>
                  </a:lnTo>
                  <a:lnTo>
                    <a:pt x="127461" y="351"/>
                  </a:lnTo>
                  <a:lnTo>
                    <a:pt x="128525" y="354"/>
                  </a:lnTo>
                  <a:lnTo>
                    <a:pt x="129589" y="357"/>
                  </a:lnTo>
                  <a:lnTo>
                    <a:pt x="130654" y="360"/>
                  </a:lnTo>
                  <a:lnTo>
                    <a:pt x="131718" y="363"/>
                  </a:lnTo>
                  <a:lnTo>
                    <a:pt x="132782" y="365"/>
                  </a:lnTo>
                  <a:lnTo>
                    <a:pt x="133846" y="368"/>
                  </a:lnTo>
                  <a:lnTo>
                    <a:pt x="134910" y="370"/>
                  </a:lnTo>
                  <a:lnTo>
                    <a:pt x="135974" y="373"/>
                  </a:lnTo>
                  <a:lnTo>
                    <a:pt x="137038" y="375"/>
                  </a:lnTo>
                  <a:lnTo>
                    <a:pt x="138102" y="378"/>
                  </a:lnTo>
                  <a:lnTo>
                    <a:pt x="139167" y="380"/>
                  </a:lnTo>
                  <a:lnTo>
                    <a:pt x="140231" y="382"/>
                  </a:lnTo>
                  <a:lnTo>
                    <a:pt x="141295" y="385"/>
                  </a:lnTo>
                  <a:lnTo>
                    <a:pt x="142359" y="387"/>
                  </a:lnTo>
                  <a:lnTo>
                    <a:pt x="143423" y="389"/>
                  </a:lnTo>
                  <a:lnTo>
                    <a:pt x="144487" y="391"/>
                  </a:lnTo>
                  <a:lnTo>
                    <a:pt x="145718" y="394"/>
                  </a:lnTo>
                  <a:lnTo>
                    <a:pt x="146949" y="397"/>
                  </a:lnTo>
                  <a:lnTo>
                    <a:pt x="148180" y="400"/>
                  </a:lnTo>
                  <a:lnTo>
                    <a:pt x="149411" y="402"/>
                  </a:lnTo>
                  <a:lnTo>
                    <a:pt x="150643" y="405"/>
                  </a:lnTo>
                  <a:lnTo>
                    <a:pt x="151874" y="408"/>
                  </a:lnTo>
                  <a:lnTo>
                    <a:pt x="153105" y="411"/>
                  </a:lnTo>
                  <a:lnTo>
                    <a:pt x="154336" y="414"/>
                  </a:lnTo>
                  <a:lnTo>
                    <a:pt x="155567" y="417"/>
                  </a:lnTo>
                  <a:lnTo>
                    <a:pt x="156798" y="420"/>
                  </a:lnTo>
                  <a:lnTo>
                    <a:pt x="158029" y="424"/>
                  </a:lnTo>
                  <a:lnTo>
                    <a:pt x="159260" y="427"/>
                  </a:lnTo>
                  <a:lnTo>
                    <a:pt x="160491" y="430"/>
                  </a:lnTo>
                  <a:lnTo>
                    <a:pt x="161722" y="434"/>
                  </a:lnTo>
                  <a:lnTo>
                    <a:pt x="162953" y="437"/>
                  </a:lnTo>
                  <a:lnTo>
                    <a:pt x="164184" y="441"/>
                  </a:lnTo>
                  <a:lnTo>
                    <a:pt x="165415" y="444"/>
                  </a:lnTo>
                  <a:lnTo>
                    <a:pt x="166646" y="448"/>
                  </a:lnTo>
                  <a:lnTo>
                    <a:pt x="167877" y="451"/>
                  </a:lnTo>
                  <a:lnTo>
                    <a:pt x="169108" y="455"/>
                  </a:lnTo>
                  <a:lnTo>
                    <a:pt x="170339" y="459"/>
                  </a:lnTo>
                  <a:lnTo>
                    <a:pt x="171570" y="462"/>
                  </a:lnTo>
                  <a:lnTo>
                    <a:pt x="172801" y="466"/>
                  </a:lnTo>
                  <a:lnTo>
                    <a:pt x="174032" y="470"/>
                  </a:lnTo>
                  <a:lnTo>
                    <a:pt x="175263" y="474"/>
                  </a:lnTo>
                  <a:lnTo>
                    <a:pt x="176494" y="478"/>
                  </a:lnTo>
                  <a:lnTo>
                    <a:pt x="177725" y="482"/>
                  </a:lnTo>
                  <a:lnTo>
                    <a:pt x="178957" y="486"/>
                  </a:lnTo>
                  <a:lnTo>
                    <a:pt x="180188" y="490"/>
                  </a:lnTo>
                  <a:lnTo>
                    <a:pt x="181419" y="494"/>
                  </a:lnTo>
                  <a:lnTo>
                    <a:pt x="182650" y="498"/>
                  </a:lnTo>
                  <a:lnTo>
                    <a:pt x="183881" y="503"/>
                  </a:lnTo>
                  <a:lnTo>
                    <a:pt x="185112" y="507"/>
                  </a:lnTo>
                  <a:lnTo>
                    <a:pt x="186343" y="511"/>
                  </a:lnTo>
                  <a:lnTo>
                    <a:pt x="187574" y="516"/>
                  </a:lnTo>
                  <a:lnTo>
                    <a:pt x="188805" y="520"/>
                  </a:lnTo>
                  <a:lnTo>
                    <a:pt x="190036" y="525"/>
                  </a:lnTo>
                  <a:lnTo>
                    <a:pt x="191267" y="529"/>
                  </a:lnTo>
                  <a:lnTo>
                    <a:pt x="192498" y="534"/>
                  </a:lnTo>
                  <a:lnTo>
                    <a:pt x="193729" y="538"/>
                  </a:lnTo>
                  <a:lnTo>
                    <a:pt x="194960" y="543"/>
                  </a:lnTo>
                  <a:lnTo>
                    <a:pt x="196191" y="548"/>
                  </a:lnTo>
                  <a:lnTo>
                    <a:pt x="197422" y="552"/>
                  </a:lnTo>
                  <a:lnTo>
                    <a:pt x="198653" y="557"/>
                  </a:lnTo>
                  <a:lnTo>
                    <a:pt x="199884" y="562"/>
                  </a:lnTo>
                  <a:lnTo>
                    <a:pt x="201115" y="567"/>
                  </a:lnTo>
                  <a:lnTo>
                    <a:pt x="202346" y="572"/>
                  </a:lnTo>
                  <a:lnTo>
                    <a:pt x="203577" y="577"/>
                  </a:lnTo>
                  <a:lnTo>
                    <a:pt x="204808" y="582"/>
                  </a:lnTo>
                  <a:lnTo>
                    <a:pt x="206039" y="587"/>
                  </a:lnTo>
                  <a:lnTo>
                    <a:pt x="207270" y="592"/>
                  </a:lnTo>
                  <a:lnTo>
                    <a:pt x="208501" y="597"/>
                  </a:lnTo>
                  <a:lnTo>
                    <a:pt x="209733" y="602"/>
                  </a:lnTo>
                  <a:lnTo>
                    <a:pt x="210964" y="607"/>
                  </a:lnTo>
                  <a:lnTo>
                    <a:pt x="212195" y="612"/>
                  </a:lnTo>
                  <a:lnTo>
                    <a:pt x="213426" y="618"/>
                  </a:lnTo>
                  <a:lnTo>
                    <a:pt x="214657" y="623"/>
                  </a:lnTo>
                  <a:lnTo>
                    <a:pt x="215888" y="628"/>
                  </a:lnTo>
                  <a:lnTo>
                    <a:pt x="217119" y="634"/>
                  </a:lnTo>
                  <a:lnTo>
                    <a:pt x="218350" y="639"/>
                  </a:lnTo>
                  <a:lnTo>
                    <a:pt x="219581" y="645"/>
                  </a:lnTo>
                  <a:lnTo>
                    <a:pt x="220812" y="650"/>
                  </a:lnTo>
                  <a:lnTo>
                    <a:pt x="222043" y="656"/>
                  </a:lnTo>
                  <a:lnTo>
                    <a:pt x="223274" y="661"/>
                  </a:lnTo>
                  <a:lnTo>
                    <a:pt x="223471" y="1154"/>
                  </a:lnTo>
                  <a:lnTo>
                    <a:pt x="223669" y="1649"/>
                  </a:lnTo>
                  <a:lnTo>
                    <a:pt x="223942" y="2331"/>
                  </a:lnTo>
                  <a:lnTo>
                    <a:pt x="224365" y="3389"/>
                  </a:lnTo>
                  <a:lnTo>
                    <a:pt x="225013" y="5009"/>
                  </a:lnTo>
                  <a:lnTo>
                    <a:pt x="225960" y="7376"/>
                  </a:lnTo>
                  <a:lnTo>
                    <a:pt x="224800" y="6939"/>
                  </a:lnTo>
                  <a:lnTo>
                    <a:pt x="223633" y="6500"/>
                  </a:lnTo>
                  <a:lnTo>
                    <a:pt x="222450" y="6054"/>
                  </a:lnTo>
                  <a:lnTo>
                    <a:pt x="221331" y="5734"/>
                  </a:lnTo>
                  <a:lnTo>
                    <a:pt x="220246" y="5453"/>
                  </a:lnTo>
                  <a:lnTo>
                    <a:pt x="219189" y="5211"/>
                  </a:lnTo>
                  <a:lnTo>
                    <a:pt x="218151" y="5004"/>
                  </a:lnTo>
                  <a:lnTo>
                    <a:pt x="217125" y="4831"/>
                  </a:lnTo>
                  <a:lnTo>
                    <a:pt x="216103" y="4688"/>
                  </a:lnTo>
                  <a:lnTo>
                    <a:pt x="215078" y="4573"/>
                  </a:lnTo>
                  <a:lnTo>
                    <a:pt x="214040" y="4484"/>
                  </a:lnTo>
                  <a:lnTo>
                    <a:pt x="212984" y="4419"/>
                  </a:lnTo>
                  <a:lnTo>
                    <a:pt x="211901" y="4375"/>
                  </a:lnTo>
                  <a:lnTo>
                    <a:pt x="210783" y="4349"/>
                  </a:lnTo>
                  <a:lnTo>
                    <a:pt x="209622" y="4339"/>
                  </a:lnTo>
                  <a:lnTo>
                    <a:pt x="209087" y="4337"/>
                  </a:lnTo>
                  <a:lnTo>
                    <a:pt x="208393" y="4333"/>
                  </a:lnTo>
                  <a:lnTo>
                    <a:pt x="207078" y="4325"/>
                  </a:lnTo>
                  <a:lnTo>
                    <a:pt x="204678" y="4311"/>
                  </a:lnTo>
                  <a:lnTo>
                    <a:pt x="203603" y="4313"/>
                  </a:lnTo>
                  <a:lnTo>
                    <a:pt x="202529" y="4315"/>
                  </a:lnTo>
                  <a:lnTo>
                    <a:pt x="201454" y="4317"/>
                  </a:lnTo>
                  <a:lnTo>
                    <a:pt x="200380" y="4319"/>
                  </a:lnTo>
                  <a:lnTo>
                    <a:pt x="199305" y="4321"/>
                  </a:lnTo>
                  <a:lnTo>
                    <a:pt x="198165" y="4317"/>
                  </a:lnTo>
                  <a:lnTo>
                    <a:pt x="197025" y="4314"/>
                  </a:lnTo>
                  <a:lnTo>
                    <a:pt x="195886" y="4309"/>
                  </a:lnTo>
                  <a:lnTo>
                    <a:pt x="194746" y="4305"/>
                  </a:lnTo>
                  <a:lnTo>
                    <a:pt x="193606" y="4300"/>
                  </a:lnTo>
                  <a:lnTo>
                    <a:pt x="192503" y="4297"/>
                  </a:lnTo>
                  <a:lnTo>
                    <a:pt x="191400" y="4294"/>
                  </a:lnTo>
                  <a:lnTo>
                    <a:pt x="190297" y="4291"/>
                  </a:lnTo>
                  <a:lnTo>
                    <a:pt x="189194" y="4289"/>
                  </a:lnTo>
                  <a:lnTo>
                    <a:pt x="188091" y="4287"/>
                  </a:lnTo>
                  <a:lnTo>
                    <a:pt x="186988" y="4286"/>
                  </a:lnTo>
                  <a:lnTo>
                    <a:pt x="185885" y="4285"/>
                  </a:lnTo>
                  <a:lnTo>
                    <a:pt x="184782" y="4284"/>
                  </a:lnTo>
                  <a:lnTo>
                    <a:pt x="183679" y="4284"/>
                  </a:lnTo>
                  <a:lnTo>
                    <a:pt x="182576" y="4283"/>
                  </a:lnTo>
                  <a:lnTo>
                    <a:pt x="181473" y="4283"/>
                  </a:lnTo>
                  <a:lnTo>
                    <a:pt x="180370" y="4283"/>
                  </a:lnTo>
                  <a:lnTo>
                    <a:pt x="179267" y="4284"/>
                  </a:lnTo>
                  <a:lnTo>
                    <a:pt x="178164" y="4284"/>
                  </a:lnTo>
                  <a:lnTo>
                    <a:pt x="177088" y="4285"/>
                  </a:lnTo>
                  <a:lnTo>
                    <a:pt x="176012" y="4285"/>
                  </a:lnTo>
                  <a:lnTo>
                    <a:pt x="174936" y="4285"/>
                  </a:lnTo>
                  <a:lnTo>
                    <a:pt x="173860" y="4284"/>
                  </a:lnTo>
                  <a:lnTo>
                    <a:pt x="172784" y="4283"/>
                  </a:lnTo>
                  <a:lnTo>
                    <a:pt x="171707" y="4283"/>
                  </a:lnTo>
                  <a:lnTo>
                    <a:pt x="170631" y="4281"/>
                  </a:lnTo>
                  <a:lnTo>
                    <a:pt x="169555" y="4280"/>
                  </a:lnTo>
                  <a:lnTo>
                    <a:pt x="168479" y="4279"/>
                  </a:lnTo>
                  <a:lnTo>
                    <a:pt x="167403" y="4277"/>
                  </a:lnTo>
                  <a:lnTo>
                    <a:pt x="166327" y="4275"/>
                  </a:lnTo>
                  <a:lnTo>
                    <a:pt x="165251" y="4274"/>
                  </a:lnTo>
                  <a:lnTo>
                    <a:pt x="164200" y="4272"/>
                  </a:lnTo>
                  <a:lnTo>
                    <a:pt x="163148" y="4271"/>
                  </a:lnTo>
                  <a:lnTo>
                    <a:pt x="162097" y="4269"/>
                  </a:lnTo>
                  <a:lnTo>
                    <a:pt x="161046" y="4268"/>
                  </a:lnTo>
                  <a:lnTo>
                    <a:pt x="159995" y="4267"/>
                  </a:lnTo>
                  <a:lnTo>
                    <a:pt x="158944" y="4266"/>
                  </a:lnTo>
                  <a:lnTo>
                    <a:pt x="157892" y="4265"/>
                  </a:lnTo>
                  <a:lnTo>
                    <a:pt x="156841" y="4264"/>
                  </a:lnTo>
                  <a:lnTo>
                    <a:pt x="155790" y="4264"/>
                  </a:lnTo>
                  <a:lnTo>
                    <a:pt x="154739" y="4263"/>
                  </a:lnTo>
                  <a:lnTo>
                    <a:pt x="153688" y="4262"/>
                  </a:lnTo>
                  <a:lnTo>
                    <a:pt x="152636" y="4262"/>
                  </a:lnTo>
                  <a:lnTo>
                    <a:pt x="151585" y="4261"/>
                  </a:lnTo>
                  <a:lnTo>
                    <a:pt x="150534" y="4261"/>
                  </a:lnTo>
                  <a:lnTo>
                    <a:pt x="149483" y="4261"/>
                  </a:lnTo>
                  <a:lnTo>
                    <a:pt x="148432" y="4261"/>
                  </a:lnTo>
                  <a:lnTo>
                    <a:pt x="147380" y="4261"/>
                  </a:lnTo>
                  <a:lnTo>
                    <a:pt x="146329" y="4261"/>
                  </a:lnTo>
                  <a:lnTo>
                    <a:pt x="145278" y="4261"/>
                  </a:lnTo>
                  <a:lnTo>
                    <a:pt x="144227" y="4261"/>
                  </a:lnTo>
                  <a:lnTo>
                    <a:pt x="143176" y="4261"/>
                  </a:lnTo>
                  <a:lnTo>
                    <a:pt x="142124" y="4261"/>
                  </a:lnTo>
                  <a:lnTo>
                    <a:pt x="141073" y="4262"/>
                  </a:lnTo>
                  <a:lnTo>
                    <a:pt x="140022" y="4262"/>
                  </a:lnTo>
                  <a:lnTo>
                    <a:pt x="138971" y="4263"/>
                  </a:lnTo>
                  <a:lnTo>
                    <a:pt x="137920" y="4263"/>
                  </a:lnTo>
                  <a:lnTo>
                    <a:pt x="136868" y="4264"/>
                  </a:lnTo>
                  <a:lnTo>
                    <a:pt x="135817" y="4265"/>
                  </a:lnTo>
                  <a:lnTo>
                    <a:pt x="134766" y="4266"/>
                  </a:lnTo>
                  <a:lnTo>
                    <a:pt x="133720" y="4266"/>
                  </a:lnTo>
                  <a:lnTo>
                    <a:pt x="132674" y="4267"/>
                  </a:lnTo>
                  <a:lnTo>
                    <a:pt x="131627" y="4267"/>
                  </a:lnTo>
                  <a:lnTo>
                    <a:pt x="130581" y="4268"/>
                  </a:lnTo>
                  <a:lnTo>
                    <a:pt x="129535" y="4268"/>
                  </a:lnTo>
                  <a:lnTo>
                    <a:pt x="128489" y="4268"/>
                  </a:lnTo>
                  <a:lnTo>
                    <a:pt x="127442" y="4267"/>
                  </a:lnTo>
                  <a:lnTo>
                    <a:pt x="126396" y="4267"/>
                  </a:lnTo>
                  <a:lnTo>
                    <a:pt x="125350" y="4267"/>
                  </a:lnTo>
                  <a:lnTo>
                    <a:pt x="124304" y="4266"/>
                  </a:lnTo>
                  <a:lnTo>
                    <a:pt x="123257" y="4265"/>
                  </a:lnTo>
                  <a:lnTo>
                    <a:pt x="122211" y="4264"/>
                  </a:lnTo>
                  <a:lnTo>
                    <a:pt x="121165" y="4263"/>
                  </a:lnTo>
                  <a:lnTo>
                    <a:pt x="120119" y="4262"/>
                  </a:lnTo>
                  <a:lnTo>
                    <a:pt x="119072" y="4261"/>
                  </a:lnTo>
                  <a:lnTo>
                    <a:pt x="118026" y="4260"/>
                  </a:lnTo>
                  <a:lnTo>
                    <a:pt x="116980" y="4258"/>
                  </a:lnTo>
                  <a:lnTo>
                    <a:pt x="115934" y="4257"/>
                  </a:lnTo>
                  <a:lnTo>
                    <a:pt x="114887" y="4255"/>
                  </a:lnTo>
                  <a:lnTo>
                    <a:pt x="113841" y="4253"/>
                  </a:lnTo>
                  <a:lnTo>
                    <a:pt x="112795" y="4251"/>
                  </a:lnTo>
                  <a:lnTo>
                    <a:pt x="111749" y="4249"/>
                  </a:lnTo>
                  <a:lnTo>
                    <a:pt x="110703" y="4247"/>
                  </a:lnTo>
                  <a:lnTo>
                    <a:pt x="109656" y="4245"/>
                  </a:lnTo>
                  <a:lnTo>
                    <a:pt x="108610" y="4242"/>
                  </a:lnTo>
                  <a:lnTo>
                    <a:pt x="107564" y="4240"/>
                  </a:lnTo>
                  <a:lnTo>
                    <a:pt x="106518" y="4237"/>
                  </a:lnTo>
                  <a:lnTo>
                    <a:pt x="105471" y="4235"/>
                  </a:lnTo>
                  <a:lnTo>
                    <a:pt x="104425" y="4232"/>
                  </a:lnTo>
                  <a:lnTo>
                    <a:pt x="103379" y="4229"/>
                  </a:lnTo>
                  <a:lnTo>
                    <a:pt x="102299" y="4226"/>
                  </a:lnTo>
                  <a:lnTo>
                    <a:pt x="101219" y="4224"/>
                  </a:lnTo>
                  <a:lnTo>
                    <a:pt x="100139" y="4221"/>
                  </a:lnTo>
                  <a:lnTo>
                    <a:pt x="99059" y="4219"/>
                  </a:lnTo>
                  <a:lnTo>
                    <a:pt x="97979" y="4217"/>
                  </a:lnTo>
                  <a:lnTo>
                    <a:pt x="96899" y="4215"/>
                  </a:lnTo>
                  <a:lnTo>
                    <a:pt x="95819" y="4213"/>
                  </a:lnTo>
                  <a:lnTo>
                    <a:pt x="94739" y="4211"/>
                  </a:lnTo>
                  <a:lnTo>
                    <a:pt x="93659" y="4209"/>
                  </a:lnTo>
                  <a:lnTo>
                    <a:pt x="92579" y="4208"/>
                  </a:lnTo>
                  <a:lnTo>
                    <a:pt x="91499" y="4206"/>
                  </a:lnTo>
                  <a:lnTo>
                    <a:pt x="90419" y="4205"/>
                  </a:lnTo>
                  <a:lnTo>
                    <a:pt x="89339" y="4204"/>
                  </a:lnTo>
                  <a:lnTo>
                    <a:pt x="88259" y="4203"/>
                  </a:lnTo>
                  <a:lnTo>
                    <a:pt x="87179" y="4202"/>
                  </a:lnTo>
                  <a:lnTo>
                    <a:pt x="86099" y="4202"/>
                  </a:lnTo>
                  <a:lnTo>
                    <a:pt x="85019" y="4201"/>
                  </a:lnTo>
                  <a:lnTo>
                    <a:pt x="83939" y="4201"/>
                  </a:lnTo>
                  <a:lnTo>
                    <a:pt x="82859" y="4200"/>
                  </a:lnTo>
                  <a:lnTo>
                    <a:pt x="81780" y="4200"/>
                  </a:lnTo>
                  <a:lnTo>
                    <a:pt x="80700" y="4200"/>
                  </a:lnTo>
                  <a:lnTo>
                    <a:pt x="79620" y="4200"/>
                  </a:lnTo>
                  <a:lnTo>
                    <a:pt x="78540" y="4200"/>
                  </a:lnTo>
                  <a:lnTo>
                    <a:pt x="77460" y="4201"/>
                  </a:lnTo>
                  <a:lnTo>
                    <a:pt x="76380" y="4201"/>
                  </a:lnTo>
                  <a:lnTo>
                    <a:pt x="75307" y="4202"/>
                  </a:lnTo>
                  <a:lnTo>
                    <a:pt x="74233" y="4202"/>
                  </a:lnTo>
                  <a:lnTo>
                    <a:pt x="73160" y="4202"/>
                  </a:lnTo>
                  <a:lnTo>
                    <a:pt x="72086" y="4202"/>
                  </a:lnTo>
                  <a:lnTo>
                    <a:pt x="71013" y="4202"/>
                  </a:lnTo>
                  <a:lnTo>
                    <a:pt x="69939" y="4201"/>
                  </a:lnTo>
                  <a:lnTo>
                    <a:pt x="68866" y="4200"/>
                  </a:lnTo>
                  <a:lnTo>
                    <a:pt x="67792" y="4199"/>
                  </a:lnTo>
                  <a:lnTo>
                    <a:pt x="66719" y="4198"/>
                  </a:lnTo>
                  <a:lnTo>
                    <a:pt x="65645" y="4196"/>
                  </a:lnTo>
                  <a:lnTo>
                    <a:pt x="64572" y="4194"/>
                  </a:lnTo>
                  <a:lnTo>
                    <a:pt x="63498" y="4192"/>
                  </a:lnTo>
                  <a:lnTo>
                    <a:pt x="62425" y="4189"/>
                  </a:lnTo>
                  <a:lnTo>
                    <a:pt x="61351" y="4186"/>
                  </a:lnTo>
                  <a:lnTo>
                    <a:pt x="60278" y="4182"/>
                  </a:lnTo>
                  <a:lnTo>
                    <a:pt x="59195" y="4179"/>
                  </a:lnTo>
                  <a:lnTo>
                    <a:pt x="58113" y="4176"/>
                  </a:lnTo>
                  <a:lnTo>
                    <a:pt x="57030" y="4174"/>
                  </a:lnTo>
                  <a:lnTo>
                    <a:pt x="55947" y="4172"/>
                  </a:lnTo>
                  <a:lnTo>
                    <a:pt x="54865" y="4171"/>
                  </a:lnTo>
                  <a:lnTo>
                    <a:pt x="53782" y="4171"/>
                  </a:lnTo>
                  <a:lnTo>
                    <a:pt x="52700" y="4171"/>
                  </a:lnTo>
                  <a:lnTo>
                    <a:pt x="51617" y="4171"/>
                  </a:lnTo>
                  <a:lnTo>
                    <a:pt x="50535" y="4172"/>
                  </a:lnTo>
                  <a:lnTo>
                    <a:pt x="49453" y="4174"/>
                  </a:lnTo>
                  <a:lnTo>
                    <a:pt x="48370" y="4176"/>
                  </a:lnTo>
                  <a:lnTo>
                    <a:pt x="47288" y="4178"/>
                  </a:lnTo>
                  <a:lnTo>
                    <a:pt x="46206" y="4181"/>
                  </a:lnTo>
                  <a:lnTo>
                    <a:pt x="45123" y="4185"/>
                  </a:lnTo>
                  <a:lnTo>
                    <a:pt x="43956" y="4186"/>
                  </a:lnTo>
                  <a:lnTo>
                    <a:pt x="42789" y="4185"/>
                  </a:lnTo>
                  <a:lnTo>
                    <a:pt x="41622" y="4182"/>
                  </a:lnTo>
                  <a:lnTo>
                    <a:pt x="40456" y="4177"/>
                  </a:lnTo>
                  <a:lnTo>
                    <a:pt x="39289" y="4172"/>
                  </a:lnTo>
                  <a:lnTo>
                    <a:pt x="38122" y="4166"/>
                  </a:lnTo>
                  <a:lnTo>
                    <a:pt x="36956" y="4159"/>
                  </a:lnTo>
                  <a:lnTo>
                    <a:pt x="35833" y="4170"/>
                  </a:lnTo>
                  <a:lnTo>
                    <a:pt x="34725" y="4189"/>
                  </a:lnTo>
                  <a:lnTo>
                    <a:pt x="33632" y="4216"/>
                  </a:lnTo>
                  <a:lnTo>
                    <a:pt x="32551" y="4254"/>
                  </a:lnTo>
                  <a:lnTo>
                    <a:pt x="31483" y="4303"/>
                  </a:lnTo>
                  <a:lnTo>
                    <a:pt x="30426" y="4363"/>
                  </a:lnTo>
                  <a:lnTo>
                    <a:pt x="29379" y="4435"/>
                  </a:lnTo>
                  <a:lnTo>
                    <a:pt x="28341" y="4520"/>
                  </a:lnTo>
                  <a:lnTo>
                    <a:pt x="27312" y="4619"/>
                  </a:lnTo>
                  <a:lnTo>
                    <a:pt x="26289" y="4733"/>
                  </a:lnTo>
                  <a:lnTo>
                    <a:pt x="25272" y="4862"/>
                  </a:lnTo>
                  <a:lnTo>
                    <a:pt x="24261" y="5007"/>
                  </a:lnTo>
                  <a:lnTo>
                    <a:pt x="23253" y="5170"/>
                  </a:lnTo>
                  <a:lnTo>
                    <a:pt x="22248" y="5349"/>
                  </a:lnTo>
                  <a:lnTo>
                    <a:pt x="21245" y="5548"/>
                  </a:lnTo>
                  <a:lnTo>
                    <a:pt x="20243" y="5765"/>
                  </a:lnTo>
                  <a:lnTo>
                    <a:pt x="19241" y="6003"/>
                  </a:lnTo>
                  <a:lnTo>
                    <a:pt x="18238" y="6261"/>
                  </a:lnTo>
                  <a:lnTo>
                    <a:pt x="17233" y="6541"/>
                  </a:lnTo>
                  <a:lnTo>
                    <a:pt x="16225" y="6844"/>
                  </a:lnTo>
                  <a:lnTo>
                    <a:pt x="15212" y="7169"/>
                  </a:lnTo>
                  <a:lnTo>
                    <a:pt x="14194" y="7519"/>
                  </a:lnTo>
                  <a:lnTo>
                    <a:pt x="13170" y="7893"/>
                  </a:lnTo>
                  <a:lnTo>
                    <a:pt x="12138" y="8293"/>
                  </a:lnTo>
                  <a:lnTo>
                    <a:pt x="11099" y="8719"/>
                  </a:lnTo>
                  <a:lnTo>
                    <a:pt x="10101" y="9051"/>
                  </a:lnTo>
                  <a:lnTo>
                    <a:pt x="9099" y="9385"/>
                  </a:lnTo>
                  <a:lnTo>
                    <a:pt x="8090" y="9721"/>
                  </a:lnTo>
                  <a:lnTo>
                    <a:pt x="7070" y="10061"/>
                  </a:lnTo>
                  <a:lnTo>
                    <a:pt x="6704" y="11078"/>
                  </a:lnTo>
                  <a:lnTo>
                    <a:pt x="6403" y="12095"/>
                  </a:lnTo>
                  <a:lnTo>
                    <a:pt x="6162" y="13111"/>
                  </a:lnTo>
                  <a:lnTo>
                    <a:pt x="5974" y="14129"/>
                  </a:lnTo>
                  <a:lnTo>
                    <a:pt x="5833" y="15150"/>
                  </a:lnTo>
                  <a:lnTo>
                    <a:pt x="5733" y="16175"/>
                  </a:lnTo>
                  <a:lnTo>
                    <a:pt x="5668" y="17206"/>
                  </a:lnTo>
                  <a:lnTo>
                    <a:pt x="5631" y="18243"/>
                  </a:lnTo>
                  <a:lnTo>
                    <a:pt x="5617" y="19288"/>
                  </a:lnTo>
                  <a:lnTo>
                    <a:pt x="5618" y="20342"/>
                  </a:lnTo>
                  <a:lnTo>
                    <a:pt x="5629" y="21407"/>
                  </a:lnTo>
                  <a:lnTo>
                    <a:pt x="5644" y="22483"/>
                  </a:lnTo>
                  <a:lnTo>
                    <a:pt x="5649" y="23017"/>
                  </a:lnTo>
                  <a:lnTo>
                    <a:pt x="5658" y="23958"/>
                  </a:lnTo>
                  <a:lnTo>
                    <a:pt x="5680" y="26113"/>
                  </a:lnTo>
                  <a:lnTo>
                    <a:pt x="5704" y="27477"/>
                  </a:lnTo>
                  <a:lnTo>
                    <a:pt x="5727" y="28862"/>
                  </a:lnTo>
                  <a:lnTo>
                    <a:pt x="4394" y="28862"/>
                  </a:lnTo>
                  <a:lnTo>
                    <a:pt x="3041" y="28862"/>
                  </a:lnTo>
                  <a:lnTo>
                    <a:pt x="2254" y="27646"/>
                  </a:lnTo>
                  <a:lnTo>
                    <a:pt x="1615" y="26570"/>
                  </a:lnTo>
                  <a:lnTo>
                    <a:pt x="1109" y="25596"/>
                  </a:lnTo>
                  <a:lnTo>
                    <a:pt x="721" y="24681"/>
                  </a:lnTo>
                  <a:lnTo>
                    <a:pt x="436" y="23787"/>
                  </a:lnTo>
                  <a:lnTo>
                    <a:pt x="239" y="22872"/>
                  </a:lnTo>
                  <a:lnTo>
                    <a:pt x="114" y="21897"/>
                  </a:lnTo>
                  <a:lnTo>
                    <a:pt x="45" y="20820"/>
                  </a:lnTo>
                  <a:lnTo>
                    <a:pt x="19" y="19603"/>
                  </a:lnTo>
                  <a:lnTo>
                    <a:pt x="20" y="18203"/>
                  </a:lnTo>
                  <a:lnTo>
                    <a:pt x="13" y="17054"/>
                  </a:lnTo>
                  <a:lnTo>
                    <a:pt x="6" y="15897"/>
                  </a:lnTo>
                  <a:lnTo>
                    <a:pt x="0" y="14725"/>
                  </a:lnTo>
                  <a:lnTo>
                    <a:pt x="156" y="13408"/>
                  </a:lnTo>
                  <a:lnTo>
                    <a:pt x="340" y="12227"/>
                  </a:lnTo>
                  <a:lnTo>
                    <a:pt x="569" y="11147"/>
                  </a:lnTo>
                  <a:lnTo>
                    <a:pt x="861" y="10133"/>
                  </a:lnTo>
                  <a:lnTo>
                    <a:pt x="1236" y="9149"/>
                  </a:lnTo>
                  <a:lnTo>
                    <a:pt x="1712" y="8161"/>
                  </a:lnTo>
                  <a:lnTo>
                    <a:pt x="2308" y="7134"/>
                  </a:lnTo>
                  <a:lnTo>
                    <a:pt x="3041" y="6033"/>
                  </a:lnTo>
                  <a:lnTo>
                    <a:pt x="4055" y="5254"/>
                  </a:lnTo>
                  <a:lnTo>
                    <a:pt x="5033" y="4538"/>
                  </a:lnTo>
                  <a:lnTo>
                    <a:pt x="5983" y="3884"/>
                  </a:lnTo>
                  <a:lnTo>
                    <a:pt x="6910" y="3289"/>
                  </a:lnTo>
                  <a:lnTo>
                    <a:pt x="7822" y="2751"/>
                  </a:lnTo>
                  <a:lnTo>
                    <a:pt x="8727" y="2269"/>
                  </a:lnTo>
                  <a:lnTo>
                    <a:pt x="9630" y="1840"/>
                  </a:lnTo>
                  <a:lnTo>
                    <a:pt x="10539" y="1461"/>
                  </a:lnTo>
                  <a:lnTo>
                    <a:pt x="11460" y="1132"/>
                  </a:lnTo>
                  <a:lnTo>
                    <a:pt x="12401" y="850"/>
                  </a:lnTo>
                  <a:lnTo>
                    <a:pt x="13369" y="612"/>
                  </a:lnTo>
                  <a:lnTo>
                    <a:pt x="14371" y="418"/>
                  </a:lnTo>
                  <a:lnTo>
                    <a:pt x="15412" y="264"/>
                  </a:lnTo>
                  <a:lnTo>
                    <a:pt x="16502" y="149"/>
                  </a:lnTo>
                  <a:lnTo>
                    <a:pt x="17645" y="70"/>
                  </a:lnTo>
                  <a:lnTo>
                    <a:pt x="18850" y="27"/>
                  </a:lnTo>
                  <a:lnTo>
                    <a:pt x="20123" y="15"/>
                  </a:lnTo>
                  <a:close/>
                </a:path>
              </a:pathLst>
            </a:custGeom>
            <a:solidFill>
              <a:srgbClr val="548BB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" name="region 67 #919494"/>
            <p:cNvSpPr/>
            <p:nvPr/>
          </p:nvSpPr>
          <p:spPr>
            <a:xfrm>
              <a:off x="1862578" y="577599"/>
              <a:ext cx="30122" cy="61613"/>
            </a:xfrm>
            <a:custGeom>
              <a:avLst/>
              <a:gdLst/>
              <a:ahLst/>
              <a:cxnLst/>
              <a:rect l="l" t="t" r="r" b="b"/>
              <a:pathLst>
                <a:path w="30122" h="61613">
                  <a:moveTo>
                    <a:pt x="28201" y="1183"/>
                  </a:moveTo>
                  <a:lnTo>
                    <a:pt x="28383" y="2204"/>
                  </a:lnTo>
                  <a:lnTo>
                    <a:pt x="28554" y="3228"/>
                  </a:lnTo>
                  <a:lnTo>
                    <a:pt x="28715" y="4255"/>
                  </a:lnTo>
                  <a:lnTo>
                    <a:pt x="28865" y="5286"/>
                  </a:lnTo>
                  <a:lnTo>
                    <a:pt x="29004" y="6319"/>
                  </a:lnTo>
                  <a:lnTo>
                    <a:pt x="29134" y="7356"/>
                  </a:lnTo>
                  <a:lnTo>
                    <a:pt x="29255" y="8395"/>
                  </a:lnTo>
                  <a:lnTo>
                    <a:pt x="29366" y="9437"/>
                  </a:lnTo>
                  <a:lnTo>
                    <a:pt x="29468" y="10481"/>
                  </a:lnTo>
                  <a:lnTo>
                    <a:pt x="29561" y="11528"/>
                  </a:lnTo>
                  <a:lnTo>
                    <a:pt x="29646" y="12577"/>
                  </a:lnTo>
                  <a:lnTo>
                    <a:pt x="29723" y="13628"/>
                  </a:lnTo>
                  <a:lnTo>
                    <a:pt x="29792" y="14682"/>
                  </a:lnTo>
                  <a:lnTo>
                    <a:pt x="29854" y="15737"/>
                  </a:lnTo>
                  <a:lnTo>
                    <a:pt x="29908" y="16794"/>
                  </a:lnTo>
                  <a:lnTo>
                    <a:pt x="29956" y="17852"/>
                  </a:lnTo>
                  <a:lnTo>
                    <a:pt x="29997" y="18912"/>
                  </a:lnTo>
                  <a:lnTo>
                    <a:pt x="30031" y="19973"/>
                  </a:lnTo>
                  <a:lnTo>
                    <a:pt x="30060" y="21036"/>
                  </a:lnTo>
                  <a:lnTo>
                    <a:pt x="30083" y="22099"/>
                  </a:lnTo>
                  <a:lnTo>
                    <a:pt x="30100" y="23164"/>
                  </a:lnTo>
                  <a:lnTo>
                    <a:pt x="30112" y="24229"/>
                  </a:lnTo>
                  <a:lnTo>
                    <a:pt x="30119" y="25295"/>
                  </a:lnTo>
                  <a:lnTo>
                    <a:pt x="30122" y="26362"/>
                  </a:lnTo>
                  <a:lnTo>
                    <a:pt x="30120" y="27429"/>
                  </a:lnTo>
                  <a:lnTo>
                    <a:pt x="30115" y="28496"/>
                  </a:lnTo>
                  <a:lnTo>
                    <a:pt x="30106" y="29564"/>
                  </a:lnTo>
                  <a:lnTo>
                    <a:pt x="30093" y="30632"/>
                  </a:lnTo>
                  <a:lnTo>
                    <a:pt x="30077" y="31699"/>
                  </a:lnTo>
                  <a:lnTo>
                    <a:pt x="30059" y="32766"/>
                  </a:lnTo>
                  <a:lnTo>
                    <a:pt x="30038" y="33833"/>
                  </a:lnTo>
                  <a:lnTo>
                    <a:pt x="30014" y="34900"/>
                  </a:lnTo>
                  <a:lnTo>
                    <a:pt x="29989" y="35966"/>
                  </a:lnTo>
                  <a:lnTo>
                    <a:pt x="29962" y="37031"/>
                  </a:lnTo>
                  <a:lnTo>
                    <a:pt x="29934" y="38095"/>
                  </a:lnTo>
                  <a:lnTo>
                    <a:pt x="29905" y="39158"/>
                  </a:lnTo>
                  <a:lnTo>
                    <a:pt x="29875" y="40220"/>
                  </a:lnTo>
                  <a:lnTo>
                    <a:pt x="29845" y="41281"/>
                  </a:lnTo>
                  <a:lnTo>
                    <a:pt x="29814" y="42341"/>
                  </a:lnTo>
                  <a:lnTo>
                    <a:pt x="29784" y="43399"/>
                  </a:lnTo>
                  <a:lnTo>
                    <a:pt x="29754" y="44455"/>
                  </a:lnTo>
                  <a:lnTo>
                    <a:pt x="29725" y="45509"/>
                  </a:lnTo>
                  <a:lnTo>
                    <a:pt x="29697" y="46562"/>
                  </a:lnTo>
                  <a:lnTo>
                    <a:pt x="29670" y="47613"/>
                  </a:lnTo>
                  <a:lnTo>
                    <a:pt x="29645" y="48661"/>
                  </a:lnTo>
                  <a:lnTo>
                    <a:pt x="29621" y="49707"/>
                  </a:lnTo>
                  <a:lnTo>
                    <a:pt x="29600" y="50751"/>
                  </a:lnTo>
                  <a:lnTo>
                    <a:pt x="29582" y="51792"/>
                  </a:lnTo>
                  <a:lnTo>
                    <a:pt x="29566" y="52830"/>
                  </a:lnTo>
                  <a:lnTo>
                    <a:pt x="29553" y="53866"/>
                  </a:lnTo>
                  <a:lnTo>
                    <a:pt x="29544" y="54898"/>
                  </a:lnTo>
                  <a:lnTo>
                    <a:pt x="29107" y="55044"/>
                  </a:lnTo>
                  <a:lnTo>
                    <a:pt x="28541" y="55232"/>
                  </a:lnTo>
                  <a:lnTo>
                    <a:pt x="27470" y="55590"/>
                  </a:lnTo>
                  <a:lnTo>
                    <a:pt x="25515" y="56241"/>
                  </a:lnTo>
                  <a:lnTo>
                    <a:pt x="24849" y="54908"/>
                  </a:lnTo>
                  <a:lnTo>
                    <a:pt x="24172" y="53555"/>
                  </a:lnTo>
                  <a:lnTo>
                    <a:pt x="23840" y="54553"/>
                  </a:lnTo>
                  <a:lnTo>
                    <a:pt x="23507" y="55551"/>
                  </a:lnTo>
                  <a:lnTo>
                    <a:pt x="23174" y="56551"/>
                  </a:lnTo>
                  <a:lnTo>
                    <a:pt x="22839" y="57554"/>
                  </a:lnTo>
                  <a:lnTo>
                    <a:pt x="22504" y="58561"/>
                  </a:lnTo>
                  <a:lnTo>
                    <a:pt x="22167" y="59572"/>
                  </a:lnTo>
                  <a:lnTo>
                    <a:pt x="21828" y="60589"/>
                  </a:lnTo>
                  <a:lnTo>
                    <a:pt x="21486" y="61613"/>
                  </a:lnTo>
                  <a:lnTo>
                    <a:pt x="21006" y="60524"/>
                  </a:lnTo>
                  <a:lnTo>
                    <a:pt x="20655" y="59454"/>
                  </a:lnTo>
                  <a:lnTo>
                    <a:pt x="20415" y="58397"/>
                  </a:lnTo>
                  <a:lnTo>
                    <a:pt x="20271" y="57344"/>
                  </a:lnTo>
                  <a:lnTo>
                    <a:pt x="20204" y="56289"/>
                  </a:lnTo>
                  <a:lnTo>
                    <a:pt x="20198" y="55223"/>
                  </a:lnTo>
                  <a:lnTo>
                    <a:pt x="20235" y="54140"/>
                  </a:lnTo>
                  <a:lnTo>
                    <a:pt x="20298" y="53032"/>
                  </a:lnTo>
                  <a:lnTo>
                    <a:pt x="20371" y="51891"/>
                  </a:lnTo>
                  <a:lnTo>
                    <a:pt x="20435" y="50710"/>
                  </a:lnTo>
                  <a:lnTo>
                    <a:pt x="20481" y="49484"/>
                  </a:lnTo>
                  <a:lnTo>
                    <a:pt x="20522" y="48293"/>
                  </a:lnTo>
                  <a:lnTo>
                    <a:pt x="20554" y="47132"/>
                  </a:lnTo>
                  <a:lnTo>
                    <a:pt x="20575" y="46001"/>
                  </a:lnTo>
                  <a:lnTo>
                    <a:pt x="20583" y="44898"/>
                  </a:lnTo>
                  <a:lnTo>
                    <a:pt x="20575" y="43820"/>
                  </a:lnTo>
                  <a:lnTo>
                    <a:pt x="20548" y="42766"/>
                  </a:lnTo>
                  <a:lnTo>
                    <a:pt x="20500" y="41732"/>
                  </a:lnTo>
                  <a:lnTo>
                    <a:pt x="20428" y="40719"/>
                  </a:lnTo>
                  <a:lnTo>
                    <a:pt x="20330" y="39723"/>
                  </a:lnTo>
                  <a:lnTo>
                    <a:pt x="20203" y="38742"/>
                  </a:lnTo>
                  <a:lnTo>
                    <a:pt x="20045" y="37774"/>
                  </a:lnTo>
                  <a:lnTo>
                    <a:pt x="19853" y="36818"/>
                  </a:lnTo>
                  <a:lnTo>
                    <a:pt x="19624" y="35871"/>
                  </a:lnTo>
                  <a:lnTo>
                    <a:pt x="19356" y="34931"/>
                  </a:lnTo>
                  <a:lnTo>
                    <a:pt x="19047" y="33996"/>
                  </a:lnTo>
                  <a:lnTo>
                    <a:pt x="18694" y="33065"/>
                  </a:lnTo>
                  <a:lnTo>
                    <a:pt x="18294" y="32135"/>
                  </a:lnTo>
                  <a:lnTo>
                    <a:pt x="17845" y="31204"/>
                  </a:lnTo>
                  <a:lnTo>
                    <a:pt x="17344" y="30270"/>
                  </a:lnTo>
                  <a:lnTo>
                    <a:pt x="16789" y="29331"/>
                  </a:lnTo>
                  <a:lnTo>
                    <a:pt x="16177" y="28385"/>
                  </a:lnTo>
                  <a:lnTo>
                    <a:pt x="15506" y="27431"/>
                  </a:lnTo>
                  <a:lnTo>
                    <a:pt x="14772" y="26465"/>
                  </a:lnTo>
                  <a:lnTo>
                    <a:pt x="13974" y="25487"/>
                  </a:lnTo>
                  <a:lnTo>
                    <a:pt x="13395" y="24559"/>
                  </a:lnTo>
                  <a:lnTo>
                    <a:pt x="12885" y="23611"/>
                  </a:lnTo>
                  <a:lnTo>
                    <a:pt x="12439" y="22643"/>
                  </a:lnTo>
                  <a:lnTo>
                    <a:pt x="12053" y="21657"/>
                  </a:lnTo>
                  <a:lnTo>
                    <a:pt x="11724" y="20655"/>
                  </a:lnTo>
                  <a:lnTo>
                    <a:pt x="11447" y="19637"/>
                  </a:lnTo>
                  <a:lnTo>
                    <a:pt x="11219" y="18607"/>
                  </a:lnTo>
                  <a:lnTo>
                    <a:pt x="11035" y="17564"/>
                  </a:lnTo>
                  <a:lnTo>
                    <a:pt x="10893" y="16511"/>
                  </a:lnTo>
                  <a:lnTo>
                    <a:pt x="10787" y="15449"/>
                  </a:lnTo>
                  <a:lnTo>
                    <a:pt x="10714" y="14380"/>
                  </a:lnTo>
                  <a:lnTo>
                    <a:pt x="10669" y="13305"/>
                  </a:lnTo>
                  <a:lnTo>
                    <a:pt x="10650" y="12226"/>
                  </a:lnTo>
                  <a:lnTo>
                    <a:pt x="10652" y="11144"/>
                  </a:lnTo>
                  <a:lnTo>
                    <a:pt x="10670" y="10061"/>
                  </a:lnTo>
                  <a:lnTo>
                    <a:pt x="10702" y="8978"/>
                  </a:lnTo>
                  <a:lnTo>
                    <a:pt x="10743" y="7897"/>
                  </a:lnTo>
                  <a:lnTo>
                    <a:pt x="11410" y="7231"/>
                  </a:lnTo>
                  <a:lnTo>
                    <a:pt x="12086" y="6555"/>
                  </a:lnTo>
                  <a:lnTo>
                    <a:pt x="11052" y="6702"/>
                  </a:lnTo>
                  <a:lnTo>
                    <a:pt x="10017" y="6850"/>
                  </a:lnTo>
                  <a:lnTo>
                    <a:pt x="8981" y="6998"/>
                  </a:lnTo>
                  <a:lnTo>
                    <a:pt x="7942" y="7147"/>
                  </a:lnTo>
                  <a:lnTo>
                    <a:pt x="6900" y="7295"/>
                  </a:lnTo>
                  <a:lnTo>
                    <a:pt x="5854" y="7445"/>
                  </a:lnTo>
                  <a:lnTo>
                    <a:pt x="4804" y="7595"/>
                  </a:lnTo>
                  <a:lnTo>
                    <a:pt x="3748" y="7746"/>
                  </a:lnTo>
                  <a:lnTo>
                    <a:pt x="2686" y="7897"/>
                  </a:lnTo>
                  <a:lnTo>
                    <a:pt x="2952" y="8961"/>
                  </a:lnTo>
                  <a:lnTo>
                    <a:pt x="3219" y="10028"/>
                  </a:lnTo>
                  <a:lnTo>
                    <a:pt x="3487" y="11100"/>
                  </a:lnTo>
                  <a:lnTo>
                    <a:pt x="3756" y="12179"/>
                  </a:lnTo>
                  <a:lnTo>
                    <a:pt x="4029" y="13269"/>
                  </a:lnTo>
                  <a:lnTo>
                    <a:pt x="3031" y="12936"/>
                  </a:lnTo>
                  <a:lnTo>
                    <a:pt x="2030" y="12603"/>
                  </a:lnTo>
                  <a:lnTo>
                    <a:pt x="1021" y="12266"/>
                  </a:lnTo>
                  <a:lnTo>
                    <a:pt x="0" y="11926"/>
                  </a:lnTo>
                  <a:lnTo>
                    <a:pt x="0" y="10818"/>
                  </a:lnTo>
                  <a:lnTo>
                    <a:pt x="0" y="9708"/>
                  </a:lnTo>
                  <a:lnTo>
                    <a:pt x="0" y="8594"/>
                  </a:lnTo>
                  <a:lnTo>
                    <a:pt x="0" y="7475"/>
                  </a:lnTo>
                  <a:lnTo>
                    <a:pt x="0" y="6348"/>
                  </a:lnTo>
                  <a:lnTo>
                    <a:pt x="0" y="5212"/>
                  </a:lnTo>
                  <a:lnTo>
                    <a:pt x="1049" y="4977"/>
                  </a:lnTo>
                  <a:lnTo>
                    <a:pt x="2097" y="4744"/>
                  </a:lnTo>
                  <a:lnTo>
                    <a:pt x="3146" y="4511"/>
                  </a:lnTo>
                  <a:lnTo>
                    <a:pt x="4195" y="4280"/>
                  </a:lnTo>
                  <a:lnTo>
                    <a:pt x="5244" y="4048"/>
                  </a:lnTo>
                  <a:lnTo>
                    <a:pt x="6293" y="3818"/>
                  </a:lnTo>
                  <a:lnTo>
                    <a:pt x="7342" y="3587"/>
                  </a:lnTo>
                  <a:lnTo>
                    <a:pt x="8391" y="3358"/>
                  </a:lnTo>
                  <a:lnTo>
                    <a:pt x="9441" y="3129"/>
                  </a:lnTo>
                  <a:lnTo>
                    <a:pt x="10490" y="2900"/>
                  </a:lnTo>
                  <a:lnTo>
                    <a:pt x="11540" y="2671"/>
                  </a:lnTo>
                  <a:lnTo>
                    <a:pt x="12590" y="2443"/>
                  </a:lnTo>
                  <a:lnTo>
                    <a:pt x="13785" y="2174"/>
                  </a:lnTo>
                  <a:lnTo>
                    <a:pt x="14989" y="1905"/>
                  </a:lnTo>
                  <a:lnTo>
                    <a:pt x="16209" y="1632"/>
                  </a:lnTo>
                  <a:lnTo>
                    <a:pt x="17353" y="1385"/>
                  </a:lnTo>
                  <a:lnTo>
                    <a:pt x="18504" y="1136"/>
                  </a:lnTo>
                  <a:lnTo>
                    <a:pt x="19671" y="884"/>
                  </a:lnTo>
                  <a:lnTo>
                    <a:pt x="20727" y="652"/>
                  </a:lnTo>
                  <a:lnTo>
                    <a:pt x="21790" y="418"/>
                  </a:lnTo>
                  <a:lnTo>
                    <a:pt x="22868" y="181"/>
                  </a:lnTo>
                  <a:lnTo>
                    <a:pt x="24181" y="26"/>
                  </a:lnTo>
                  <a:lnTo>
                    <a:pt x="25115" y="0"/>
                  </a:lnTo>
                  <a:lnTo>
                    <a:pt x="25926" y="152"/>
                  </a:lnTo>
                  <a:lnTo>
                    <a:pt x="26869" y="530"/>
                  </a:lnTo>
                  <a:lnTo>
                    <a:pt x="28201" y="1183"/>
                  </a:lnTo>
                  <a:close/>
                </a:path>
              </a:pathLst>
            </a:custGeom>
            <a:solidFill>
              <a:srgbClr val="91949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" name="region 68 #552A33"/>
            <p:cNvSpPr/>
            <p:nvPr/>
          </p:nvSpPr>
          <p:spPr>
            <a:xfrm>
              <a:off x="1702775" y="508952"/>
              <a:ext cx="67144" cy="77664"/>
            </a:xfrm>
            <a:custGeom>
              <a:avLst/>
              <a:gdLst/>
              <a:ahLst/>
              <a:cxnLst/>
              <a:rect l="l" t="t" r="r" b="b"/>
              <a:pathLst>
                <a:path w="67144" h="77664">
                  <a:moveTo>
                    <a:pt x="59087" y="0"/>
                  </a:moveTo>
                  <a:lnTo>
                    <a:pt x="60420" y="667"/>
                  </a:lnTo>
                  <a:lnTo>
                    <a:pt x="61773" y="1343"/>
                  </a:lnTo>
                  <a:lnTo>
                    <a:pt x="61773" y="2431"/>
                  </a:lnTo>
                  <a:lnTo>
                    <a:pt x="61773" y="3519"/>
                  </a:lnTo>
                  <a:lnTo>
                    <a:pt x="61773" y="4609"/>
                  </a:lnTo>
                  <a:lnTo>
                    <a:pt x="61773" y="5700"/>
                  </a:lnTo>
                  <a:lnTo>
                    <a:pt x="61773" y="6793"/>
                  </a:lnTo>
                  <a:lnTo>
                    <a:pt x="61773" y="7889"/>
                  </a:lnTo>
                  <a:lnTo>
                    <a:pt x="61773" y="8988"/>
                  </a:lnTo>
                  <a:lnTo>
                    <a:pt x="61773" y="10091"/>
                  </a:lnTo>
                  <a:lnTo>
                    <a:pt x="61773" y="11199"/>
                  </a:lnTo>
                  <a:lnTo>
                    <a:pt x="61773" y="12311"/>
                  </a:lnTo>
                  <a:lnTo>
                    <a:pt x="61773" y="13429"/>
                  </a:lnTo>
                  <a:lnTo>
                    <a:pt x="63106" y="13429"/>
                  </a:lnTo>
                  <a:lnTo>
                    <a:pt x="64458" y="13429"/>
                  </a:lnTo>
                  <a:lnTo>
                    <a:pt x="64458" y="14537"/>
                  </a:lnTo>
                  <a:lnTo>
                    <a:pt x="64458" y="15647"/>
                  </a:lnTo>
                  <a:lnTo>
                    <a:pt x="64458" y="16761"/>
                  </a:lnTo>
                  <a:lnTo>
                    <a:pt x="64458" y="17880"/>
                  </a:lnTo>
                  <a:lnTo>
                    <a:pt x="64458" y="19007"/>
                  </a:lnTo>
                  <a:lnTo>
                    <a:pt x="64458" y="20143"/>
                  </a:lnTo>
                  <a:lnTo>
                    <a:pt x="65791" y="20143"/>
                  </a:lnTo>
                  <a:lnTo>
                    <a:pt x="67144" y="20143"/>
                  </a:lnTo>
                  <a:lnTo>
                    <a:pt x="67144" y="21251"/>
                  </a:lnTo>
                  <a:lnTo>
                    <a:pt x="67144" y="22360"/>
                  </a:lnTo>
                  <a:lnTo>
                    <a:pt x="67144" y="23469"/>
                  </a:lnTo>
                  <a:lnTo>
                    <a:pt x="67144" y="24580"/>
                  </a:lnTo>
                  <a:lnTo>
                    <a:pt x="67144" y="25692"/>
                  </a:lnTo>
                  <a:lnTo>
                    <a:pt x="67144" y="26807"/>
                  </a:lnTo>
                  <a:lnTo>
                    <a:pt x="67144" y="27925"/>
                  </a:lnTo>
                  <a:lnTo>
                    <a:pt x="67144" y="29046"/>
                  </a:lnTo>
                  <a:lnTo>
                    <a:pt x="67144" y="30171"/>
                  </a:lnTo>
                  <a:lnTo>
                    <a:pt x="67144" y="31300"/>
                  </a:lnTo>
                  <a:lnTo>
                    <a:pt x="67144" y="32433"/>
                  </a:lnTo>
                  <a:lnTo>
                    <a:pt x="67144" y="33572"/>
                  </a:lnTo>
                  <a:lnTo>
                    <a:pt x="65019" y="33603"/>
                  </a:lnTo>
                  <a:lnTo>
                    <a:pt x="63076" y="33631"/>
                  </a:lnTo>
                  <a:lnTo>
                    <a:pt x="61301" y="33654"/>
                  </a:lnTo>
                  <a:lnTo>
                    <a:pt x="59684" y="33672"/>
                  </a:lnTo>
                  <a:lnTo>
                    <a:pt x="58212" y="33685"/>
                  </a:lnTo>
                  <a:lnTo>
                    <a:pt x="56873" y="33692"/>
                  </a:lnTo>
                  <a:lnTo>
                    <a:pt x="55656" y="33692"/>
                  </a:lnTo>
                  <a:lnTo>
                    <a:pt x="54548" y="33685"/>
                  </a:lnTo>
                  <a:lnTo>
                    <a:pt x="53538" y="33669"/>
                  </a:lnTo>
                  <a:lnTo>
                    <a:pt x="52614" y="33645"/>
                  </a:lnTo>
                  <a:lnTo>
                    <a:pt x="51763" y="33611"/>
                  </a:lnTo>
                  <a:lnTo>
                    <a:pt x="50975" y="33567"/>
                  </a:lnTo>
                  <a:lnTo>
                    <a:pt x="50236" y="33513"/>
                  </a:lnTo>
                  <a:lnTo>
                    <a:pt x="49535" y="33447"/>
                  </a:lnTo>
                  <a:lnTo>
                    <a:pt x="48860" y="33369"/>
                  </a:lnTo>
                  <a:lnTo>
                    <a:pt x="48200" y="33278"/>
                  </a:lnTo>
                  <a:lnTo>
                    <a:pt x="47542" y="33174"/>
                  </a:lnTo>
                  <a:lnTo>
                    <a:pt x="46874" y="33055"/>
                  </a:lnTo>
                  <a:lnTo>
                    <a:pt x="46184" y="32922"/>
                  </a:lnTo>
                  <a:lnTo>
                    <a:pt x="45461" y="32774"/>
                  </a:lnTo>
                  <a:lnTo>
                    <a:pt x="44693" y="32609"/>
                  </a:lnTo>
                  <a:lnTo>
                    <a:pt x="43867" y="32428"/>
                  </a:lnTo>
                  <a:lnTo>
                    <a:pt x="42972" y="32229"/>
                  </a:lnTo>
                  <a:lnTo>
                    <a:pt x="43305" y="33226"/>
                  </a:lnTo>
                  <a:lnTo>
                    <a:pt x="43637" y="34224"/>
                  </a:lnTo>
                  <a:lnTo>
                    <a:pt x="43970" y="35222"/>
                  </a:lnTo>
                  <a:lnTo>
                    <a:pt x="44303" y="36222"/>
                  </a:lnTo>
                  <a:lnTo>
                    <a:pt x="44637" y="37224"/>
                  </a:lnTo>
                  <a:lnTo>
                    <a:pt x="44972" y="38227"/>
                  </a:lnTo>
                  <a:lnTo>
                    <a:pt x="45307" y="39233"/>
                  </a:lnTo>
                  <a:lnTo>
                    <a:pt x="45643" y="40242"/>
                  </a:lnTo>
                  <a:lnTo>
                    <a:pt x="45981" y="41254"/>
                  </a:lnTo>
                  <a:lnTo>
                    <a:pt x="46319" y="42270"/>
                  </a:lnTo>
                  <a:lnTo>
                    <a:pt x="46659" y="43290"/>
                  </a:lnTo>
                  <a:lnTo>
                    <a:pt x="47001" y="44315"/>
                  </a:lnTo>
                  <a:lnTo>
                    <a:pt x="48334" y="44315"/>
                  </a:lnTo>
                  <a:lnTo>
                    <a:pt x="49687" y="44315"/>
                  </a:lnTo>
                  <a:lnTo>
                    <a:pt x="49687" y="45648"/>
                  </a:lnTo>
                  <a:lnTo>
                    <a:pt x="49687" y="47001"/>
                  </a:lnTo>
                  <a:lnTo>
                    <a:pt x="50684" y="47334"/>
                  </a:lnTo>
                  <a:lnTo>
                    <a:pt x="51686" y="47667"/>
                  </a:lnTo>
                  <a:lnTo>
                    <a:pt x="52695" y="48004"/>
                  </a:lnTo>
                  <a:lnTo>
                    <a:pt x="53715" y="48344"/>
                  </a:lnTo>
                  <a:lnTo>
                    <a:pt x="54419" y="49448"/>
                  </a:lnTo>
                  <a:lnTo>
                    <a:pt x="54999" y="50466"/>
                  </a:lnTo>
                  <a:lnTo>
                    <a:pt x="55466" y="51420"/>
                  </a:lnTo>
                  <a:lnTo>
                    <a:pt x="55832" y="52329"/>
                  </a:lnTo>
                  <a:lnTo>
                    <a:pt x="56106" y="53214"/>
                  </a:lnTo>
                  <a:lnTo>
                    <a:pt x="56301" y="54095"/>
                  </a:lnTo>
                  <a:lnTo>
                    <a:pt x="56427" y="54992"/>
                  </a:lnTo>
                  <a:lnTo>
                    <a:pt x="56494" y="55925"/>
                  </a:lnTo>
                  <a:lnTo>
                    <a:pt x="56515" y="56916"/>
                  </a:lnTo>
                  <a:lnTo>
                    <a:pt x="56499" y="57983"/>
                  </a:lnTo>
                  <a:lnTo>
                    <a:pt x="56457" y="59148"/>
                  </a:lnTo>
                  <a:lnTo>
                    <a:pt x="56401" y="60430"/>
                  </a:lnTo>
                  <a:lnTo>
                    <a:pt x="55413" y="61003"/>
                  </a:lnTo>
                  <a:lnTo>
                    <a:pt x="54427" y="61535"/>
                  </a:lnTo>
                  <a:lnTo>
                    <a:pt x="53440" y="62029"/>
                  </a:lnTo>
                  <a:lnTo>
                    <a:pt x="52453" y="62486"/>
                  </a:lnTo>
                  <a:lnTo>
                    <a:pt x="51465" y="62908"/>
                  </a:lnTo>
                  <a:lnTo>
                    <a:pt x="50476" y="63298"/>
                  </a:lnTo>
                  <a:lnTo>
                    <a:pt x="49483" y="63656"/>
                  </a:lnTo>
                  <a:lnTo>
                    <a:pt x="48487" y="63987"/>
                  </a:lnTo>
                  <a:lnTo>
                    <a:pt x="47486" y="64290"/>
                  </a:lnTo>
                  <a:lnTo>
                    <a:pt x="46481" y="64569"/>
                  </a:lnTo>
                  <a:lnTo>
                    <a:pt x="45469" y="64825"/>
                  </a:lnTo>
                  <a:lnTo>
                    <a:pt x="44452" y="65061"/>
                  </a:lnTo>
                  <a:lnTo>
                    <a:pt x="43426" y="65277"/>
                  </a:lnTo>
                  <a:lnTo>
                    <a:pt x="42393" y="65478"/>
                  </a:lnTo>
                  <a:lnTo>
                    <a:pt x="41351" y="65664"/>
                  </a:lnTo>
                  <a:lnTo>
                    <a:pt x="40299" y="65837"/>
                  </a:lnTo>
                  <a:lnTo>
                    <a:pt x="39236" y="66000"/>
                  </a:lnTo>
                  <a:lnTo>
                    <a:pt x="38162" y="66154"/>
                  </a:lnTo>
                  <a:lnTo>
                    <a:pt x="37077" y="66301"/>
                  </a:lnTo>
                  <a:lnTo>
                    <a:pt x="35978" y="66444"/>
                  </a:lnTo>
                  <a:lnTo>
                    <a:pt x="34866" y="66585"/>
                  </a:lnTo>
                  <a:lnTo>
                    <a:pt x="33740" y="66725"/>
                  </a:lnTo>
                  <a:lnTo>
                    <a:pt x="32430" y="66899"/>
                  </a:lnTo>
                  <a:lnTo>
                    <a:pt x="31111" y="67074"/>
                  </a:lnTo>
                  <a:lnTo>
                    <a:pt x="29774" y="67252"/>
                  </a:lnTo>
                  <a:lnTo>
                    <a:pt x="28705" y="67393"/>
                  </a:lnTo>
                  <a:lnTo>
                    <a:pt x="27635" y="67533"/>
                  </a:lnTo>
                  <a:lnTo>
                    <a:pt x="26565" y="67672"/>
                  </a:lnTo>
                  <a:lnTo>
                    <a:pt x="25495" y="67810"/>
                  </a:lnTo>
                  <a:lnTo>
                    <a:pt x="24425" y="67948"/>
                  </a:lnTo>
                  <a:lnTo>
                    <a:pt x="23355" y="68084"/>
                  </a:lnTo>
                  <a:lnTo>
                    <a:pt x="22284" y="68219"/>
                  </a:lnTo>
                  <a:lnTo>
                    <a:pt x="21214" y="68354"/>
                  </a:lnTo>
                  <a:lnTo>
                    <a:pt x="20143" y="68487"/>
                  </a:lnTo>
                  <a:lnTo>
                    <a:pt x="20143" y="69820"/>
                  </a:lnTo>
                  <a:lnTo>
                    <a:pt x="20143" y="71173"/>
                  </a:lnTo>
                  <a:lnTo>
                    <a:pt x="21224" y="71256"/>
                  </a:lnTo>
                  <a:lnTo>
                    <a:pt x="22304" y="71339"/>
                  </a:lnTo>
                  <a:lnTo>
                    <a:pt x="23385" y="71422"/>
                  </a:lnTo>
                  <a:lnTo>
                    <a:pt x="24467" y="71506"/>
                  </a:lnTo>
                  <a:lnTo>
                    <a:pt x="25550" y="71589"/>
                  </a:lnTo>
                  <a:lnTo>
                    <a:pt x="26634" y="71672"/>
                  </a:lnTo>
                  <a:lnTo>
                    <a:pt x="27719" y="71756"/>
                  </a:lnTo>
                  <a:lnTo>
                    <a:pt x="28807" y="71839"/>
                  </a:lnTo>
                  <a:lnTo>
                    <a:pt x="29896" y="71923"/>
                  </a:lnTo>
                  <a:lnTo>
                    <a:pt x="30988" y="72007"/>
                  </a:lnTo>
                  <a:lnTo>
                    <a:pt x="32082" y="72091"/>
                  </a:lnTo>
                  <a:lnTo>
                    <a:pt x="33179" y="72176"/>
                  </a:lnTo>
                  <a:lnTo>
                    <a:pt x="34279" y="72260"/>
                  </a:lnTo>
                  <a:lnTo>
                    <a:pt x="35383" y="72345"/>
                  </a:lnTo>
                  <a:lnTo>
                    <a:pt x="36490" y="72430"/>
                  </a:lnTo>
                  <a:lnTo>
                    <a:pt x="37601" y="72516"/>
                  </a:lnTo>
                  <a:lnTo>
                    <a:pt x="37601" y="73849"/>
                  </a:lnTo>
                  <a:lnTo>
                    <a:pt x="37601" y="75202"/>
                  </a:lnTo>
                  <a:lnTo>
                    <a:pt x="38934" y="75868"/>
                  </a:lnTo>
                  <a:lnTo>
                    <a:pt x="40287" y="76544"/>
                  </a:lnTo>
                  <a:lnTo>
                    <a:pt x="38384" y="76992"/>
                  </a:lnTo>
                  <a:lnTo>
                    <a:pt x="36876" y="77328"/>
                  </a:lnTo>
                  <a:lnTo>
                    <a:pt x="35686" y="77552"/>
                  </a:lnTo>
                  <a:lnTo>
                    <a:pt x="34736" y="77664"/>
                  </a:lnTo>
                  <a:lnTo>
                    <a:pt x="33950" y="77664"/>
                  </a:lnTo>
                  <a:lnTo>
                    <a:pt x="33249" y="77552"/>
                  </a:lnTo>
                  <a:lnTo>
                    <a:pt x="32556" y="77328"/>
                  </a:lnTo>
                  <a:lnTo>
                    <a:pt x="31795" y="76992"/>
                  </a:lnTo>
                  <a:lnTo>
                    <a:pt x="30886" y="76544"/>
                  </a:lnTo>
                  <a:lnTo>
                    <a:pt x="29719" y="76402"/>
                  </a:lnTo>
                  <a:lnTo>
                    <a:pt x="28551" y="76269"/>
                  </a:lnTo>
                  <a:lnTo>
                    <a:pt x="27381" y="76146"/>
                  </a:lnTo>
                  <a:lnTo>
                    <a:pt x="26211" y="76032"/>
                  </a:lnTo>
                  <a:lnTo>
                    <a:pt x="25039" y="75926"/>
                  </a:lnTo>
                  <a:lnTo>
                    <a:pt x="23867" y="75826"/>
                  </a:lnTo>
                  <a:lnTo>
                    <a:pt x="22828" y="75738"/>
                  </a:lnTo>
                  <a:lnTo>
                    <a:pt x="21785" y="75650"/>
                  </a:lnTo>
                  <a:lnTo>
                    <a:pt x="20734" y="75561"/>
                  </a:lnTo>
                  <a:lnTo>
                    <a:pt x="19671" y="75472"/>
                  </a:lnTo>
                  <a:lnTo>
                    <a:pt x="18582" y="75384"/>
                  </a:lnTo>
                  <a:lnTo>
                    <a:pt x="17490" y="75296"/>
                  </a:lnTo>
                  <a:lnTo>
                    <a:pt x="16389" y="75208"/>
                  </a:lnTo>
                  <a:lnTo>
                    <a:pt x="15275" y="75118"/>
                  </a:lnTo>
                  <a:lnTo>
                    <a:pt x="14179" y="75027"/>
                  </a:lnTo>
                  <a:lnTo>
                    <a:pt x="13078" y="74935"/>
                  </a:lnTo>
                  <a:lnTo>
                    <a:pt x="11969" y="74842"/>
                  </a:lnTo>
                  <a:lnTo>
                    <a:pt x="10848" y="74748"/>
                  </a:lnTo>
                  <a:lnTo>
                    <a:pt x="9763" y="74658"/>
                  </a:lnTo>
                  <a:lnTo>
                    <a:pt x="8679" y="74568"/>
                  </a:lnTo>
                  <a:lnTo>
                    <a:pt x="7594" y="74478"/>
                  </a:lnTo>
                  <a:lnTo>
                    <a:pt x="6509" y="74389"/>
                  </a:lnTo>
                  <a:lnTo>
                    <a:pt x="5425" y="74300"/>
                  </a:lnTo>
                  <a:lnTo>
                    <a:pt x="4340" y="74211"/>
                  </a:lnTo>
                  <a:lnTo>
                    <a:pt x="3255" y="74122"/>
                  </a:lnTo>
                  <a:lnTo>
                    <a:pt x="2170" y="74034"/>
                  </a:lnTo>
                  <a:lnTo>
                    <a:pt x="1085" y="73946"/>
                  </a:lnTo>
                  <a:lnTo>
                    <a:pt x="0" y="73859"/>
                  </a:lnTo>
                  <a:lnTo>
                    <a:pt x="0" y="72795"/>
                  </a:lnTo>
                  <a:lnTo>
                    <a:pt x="0" y="71728"/>
                  </a:lnTo>
                  <a:lnTo>
                    <a:pt x="0" y="70656"/>
                  </a:lnTo>
                  <a:lnTo>
                    <a:pt x="0" y="69577"/>
                  </a:lnTo>
                  <a:lnTo>
                    <a:pt x="0" y="68487"/>
                  </a:lnTo>
                  <a:lnTo>
                    <a:pt x="1317" y="68412"/>
                  </a:lnTo>
                  <a:lnTo>
                    <a:pt x="2655" y="68335"/>
                  </a:lnTo>
                  <a:lnTo>
                    <a:pt x="4626" y="68186"/>
                  </a:lnTo>
                  <a:lnTo>
                    <a:pt x="6326" y="68053"/>
                  </a:lnTo>
                  <a:lnTo>
                    <a:pt x="7789" y="67929"/>
                  </a:lnTo>
                  <a:lnTo>
                    <a:pt x="9044" y="67807"/>
                  </a:lnTo>
                  <a:lnTo>
                    <a:pt x="10126" y="67681"/>
                  </a:lnTo>
                  <a:lnTo>
                    <a:pt x="11064" y="67543"/>
                  </a:lnTo>
                  <a:lnTo>
                    <a:pt x="11893" y="67387"/>
                  </a:lnTo>
                  <a:lnTo>
                    <a:pt x="12643" y="67206"/>
                  </a:lnTo>
                  <a:lnTo>
                    <a:pt x="13347" y="66994"/>
                  </a:lnTo>
                  <a:lnTo>
                    <a:pt x="14036" y="66742"/>
                  </a:lnTo>
                  <a:lnTo>
                    <a:pt x="14743" y="66445"/>
                  </a:lnTo>
                  <a:lnTo>
                    <a:pt x="15500" y="66096"/>
                  </a:lnTo>
                  <a:lnTo>
                    <a:pt x="16338" y="65688"/>
                  </a:lnTo>
                  <a:lnTo>
                    <a:pt x="17290" y="65213"/>
                  </a:lnTo>
                  <a:lnTo>
                    <a:pt x="18289" y="64736"/>
                  </a:lnTo>
                  <a:lnTo>
                    <a:pt x="19285" y="64303"/>
                  </a:lnTo>
                  <a:lnTo>
                    <a:pt x="20277" y="63912"/>
                  </a:lnTo>
                  <a:lnTo>
                    <a:pt x="21267" y="63559"/>
                  </a:lnTo>
                  <a:lnTo>
                    <a:pt x="22257" y="63241"/>
                  </a:lnTo>
                  <a:lnTo>
                    <a:pt x="23249" y="62955"/>
                  </a:lnTo>
                  <a:lnTo>
                    <a:pt x="24245" y="62696"/>
                  </a:lnTo>
                  <a:lnTo>
                    <a:pt x="25244" y="62462"/>
                  </a:lnTo>
                  <a:lnTo>
                    <a:pt x="26251" y="62250"/>
                  </a:lnTo>
                  <a:lnTo>
                    <a:pt x="27264" y="62054"/>
                  </a:lnTo>
                  <a:lnTo>
                    <a:pt x="28288" y="61874"/>
                  </a:lnTo>
                  <a:lnTo>
                    <a:pt x="29322" y="61704"/>
                  </a:lnTo>
                  <a:lnTo>
                    <a:pt x="30369" y="61541"/>
                  </a:lnTo>
                  <a:lnTo>
                    <a:pt x="31429" y="61383"/>
                  </a:lnTo>
                  <a:lnTo>
                    <a:pt x="32506" y="61225"/>
                  </a:lnTo>
                  <a:lnTo>
                    <a:pt x="33599" y="61065"/>
                  </a:lnTo>
                  <a:lnTo>
                    <a:pt x="34745" y="60877"/>
                  </a:lnTo>
                  <a:lnTo>
                    <a:pt x="35881" y="60676"/>
                  </a:lnTo>
                  <a:lnTo>
                    <a:pt x="37009" y="60464"/>
                  </a:lnTo>
                  <a:lnTo>
                    <a:pt x="38132" y="60239"/>
                  </a:lnTo>
                  <a:lnTo>
                    <a:pt x="39251" y="60001"/>
                  </a:lnTo>
                  <a:lnTo>
                    <a:pt x="40368" y="59751"/>
                  </a:lnTo>
                  <a:lnTo>
                    <a:pt x="41485" y="59487"/>
                  </a:lnTo>
                  <a:lnTo>
                    <a:pt x="42604" y="59210"/>
                  </a:lnTo>
                  <a:lnTo>
                    <a:pt x="43727" y="58919"/>
                  </a:lnTo>
                  <a:lnTo>
                    <a:pt x="45259" y="58531"/>
                  </a:lnTo>
                  <a:lnTo>
                    <a:pt x="46459" y="58240"/>
                  </a:lnTo>
                  <a:lnTo>
                    <a:pt x="47429" y="58031"/>
                  </a:lnTo>
                  <a:lnTo>
                    <a:pt x="48270" y="57891"/>
                  </a:lnTo>
                  <a:lnTo>
                    <a:pt x="49084" y="57806"/>
                  </a:lnTo>
                  <a:lnTo>
                    <a:pt x="49971" y="57762"/>
                  </a:lnTo>
                  <a:lnTo>
                    <a:pt x="51034" y="57746"/>
                  </a:lnTo>
                  <a:lnTo>
                    <a:pt x="52373" y="57744"/>
                  </a:lnTo>
                  <a:lnTo>
                    <a:pt x="52003" y="57324"/>
                  </a:lnTo>
                  <a:lnTo>
                    <a:pt x="51350" y="56584"/>
                  </a:lnTo>
                  <a:lnTo>
                    <a:pt x="49855" y="54890"/>
                  </a:lnTo>
                  <a:lnTo>
                    <a:pt x="49159" y="53918"/>
                  </a:lnTo>
                  <a:lnTo>
                    <a:pt x="48524" y="52965"/>
                  </a:lnTo>
                  <a:lnTo>
                    <a:pt x="47945" y="52025"/>
                  </a:lnTo>
                  <a:lnTo>
                    <a:pt x="47415" y="51091"/>
                  </a:lnTo>
                  <a:lnTo>
                    <a:pt x="46930" y="50155"/>
                  </a:lnTo>
                  <a:lnTo>
                    <a:pt x="46483" y="49211"/>
                  </a:lnTo>
                  <a:lnTo>
                    <a:pt x="46070" y="48251"/>
                  </a:lnTo>
                  <a:lnTo>
                    <a:pt x="45685" y="47269"/>
                  </a:lnTo>
                  <a:lnTo>
                    <a:pt x="45323" y="46257"/>
                  </a:lnTo>
                  <a:lnTo>
                    <a:pt x="44977" y="45208"/>
                  </a:lnTo>
                  <a:lnTo>
                    <a:pt x="44643" y="44116"/>
                  </a:lnTo>
                  <a:lnTo>
                    <a:pt x="44315" y="42972"/>
                  </a:lnTo>
                  <a:lnTo>
                    <a:pt x="42982" y="42972"/>
                  </a:lnTo>
                  <a:lnTo>
                    <a:pt x="41629" y="42972"/>
                  </a:lnTo>
                  <a:lnTo>
                    <a:pt x="40918" y="41952"/>
                  </a:lnTo>
                  <a:lnTo>
                    <a:pt x="40277" y="41004"/>
                  </a:lnTo>
                  <a:lnTo>
                    <a:pt x="39707" y="40107"/>
                  </a:lnTo>
                  <a:lnTo>
                    <a:pt x="39207" y="39240"/>
                  </a:lnTo>
                  <a:lnTo>
                    <a:pt x="38777" y="38383"/>
                  </a:lnTo>
                  <a:lnTo>
                    <a:pt x="38414" y="37512"/>
                  </a:lnTo>
                  <a:lnTo>
                    <a:pt x="38119" y="36608"/>
                  </a:lnTo>
                  <a:lnTo>
                    <a:pt x="37891" y="35649"/>
                  </a:lnTo>
                  <a:lnTo>
                    <a:pt x="37729" y="34614"/>
                  </a:lnTo>
                  <a:lnTo>
                    <a:pt x="37633" y="33481"/>
                  </a:lnTo>
                  <a:lnTo>
                    <a:pt x="37601" y="32229"/>
                  </a:lnTo>
                  <a:lnTo>
                    <a:pt x="36268" y="32229"/>
                  </a:lnTo>
                  <a:lnTo>
                    <a:pt x="34915" y="32229"/>
                  </a:lnTo>
                  <a:lnTo>
                    <a:pt x="34915" y="30898"/>
                  </a:lnTo>
                  <a:lnTo>
                    <a:pt x="34915" y="29558"/>
                  </a:lnTo>
                  <a:lnTo>
                    <a:pt x="34915" y="28201"/>
                  </a:lnTo>
                  <a:lnTo>
                    <a:pt x="35984" y="28187"/>
                  </a:lnTo>
                  <a:lnTo>
                    <a:pt x="37049" y="28180"/>
                  </a:lnTo>
                  <a:lnTo>
                    <a:pt x="38110" y="28179"/>
                  </a:lnTo>
                  <a:lnTo>
                    <a:pt x="39167" y="28185"/>
                  </a:lnTo>
                  <a:lnTo>
                    <a:pt x="40222" y="28197"/>
                  </a:lnTo>
                  <a:lnTo>
                    <a:pt x="41273" y="28215"/>
                  </a:lnTo>
                  <a:lnTo>
                    <a:pt x="42323" y="28241"/>
                  </a:lnTo>
                  <a:lnTo>
                    <a:pt x="43370" y="28272"/>
                  </a:lnTo>
                  <a:lnTo>
                    <a:pt x="44416" y="28311"/>
                  </a:lnTo>
                  <a:lnTo>
                    <a:pt x="45460" y="28356"/>
                  </a:lnTo>
                  <a:lnTo>
                    <a:pt x="46504" y="28407"/>
                  </a:lnTo>
                  <a:lnTo>
                    <a:pt x="47547" y="28465"/>
                  </a:lnTo>
                  <a:lnTo>
                    <a:pt x="48589" y="28530"/>
                  </a:lnTo>
                  <a:lnTo>
                    <a:pt x="49632" y="28601"/>
                  </a:lnTo>
                  <a:lnTo>
                    <a:pt x="50676" y="28679"/>
                  </a:lnTo>
                  <a:lnTo>
                    <a:pt x="51720" y="28764"/>
                  </a:lnTo>
                  <a:lnTo>
                    <a:pt x="52766" y="28855"/>
                  </a:lnTo>
                  <a:lnTo>
                    <a:pt x="53813" y="28953"/>
                  </a:lnTo>
                  <a:lnTo>
                    <a:pt x="54863" y="29058"/>
                  </a:lnTo>
                  <a:lnTo>
                    <a:pt x="55914" y="29169"/>
                  </a:lnTo>
                  <a:lnTo>
                    <a:pt x="56969" y="29287"/>
                  </a:lnTo>
                  <a:lnTo>
                    <a:pt x="58026" y="29412"/>
                  </a:lnTo>
                  <a:lnTo>
                    <a:pt x="59087" y="29544"/>
                  </a:lnTo>
                  <a:lnTo>
                    <a:pt x="59087" y="30876"/>
                  </a:lnTo>
                  <a:lnTo>
                    <a:pt x="59087" y="32229"/>
                  </a:lnTo>
                  <a:lnTo>
                    <a:pt x="60418" y="32229"/>
                  </a:lnTo>
                  <a:lnTo>
                    <a:pt x="61758" y="32229"/>
                  </a:lnTo>
                  <a:lnTo>
                    <a:pt x="63116" y="32229"/>
                  </a:lnTo>
                  <a:lnTo>
                    <a:pt x="63116" y="31185"/>
                  </a:lnTo>
                  <a:lnTo>
                    <a:pt x="63116" y="30140"/>
                  </a:lnTo>
                  <a:lnTo>
                    <a:pt x="63116" y="29094"/>
                  </a:lnTo>
                  <a:lnTo>
                    <a:pt x="63116" y="28048"/>
                  </a:lnTo>
                  <a:lnTo>
                    <a:pt x="63116" y="27000"/>
                  </a:lnTo>
                  <a:lnTo>
                    <a:pt x="63116" y="25950"/>
                  </a:lnTo>
                  <a:lnTo>
                    <a:pt x="63116" y="24899"/>
                  </a:lnTo>
                  <a:lnTo>
                    <a:pt x="63116" y="23845"/>
                  </a:lnTo>
                  <a:lnTo>
                    <a:pt x="63116" y="22789"/>
                  </a:lnTo>
                  <a:lnTo>
                    <a:pt x="63116" y="21730"/>
                  </a:lnTo>
                  <a:lnTo>
                    <a:pt x="63116" y="20667"/>
                  </a:lnTo>
                  <a:lnTo>
                    <a:pt x="63116" y="19601"/>
                  </a:lnTo>
                  <a:lnTo>
                    <a:pt x="63116" y="18532"/>
                  </a:lnTo>
                  <a:lnTo>
                    <a:pt x="63116" y="17458"/>
                  </a:lnTo>
                  <a:lnTo>
                    <a:pt x="61783" y="17458"/>
                  </a:lnTo>
                  <a:lnTo>
                    <a:pt x="60430" y="17458"/>
                  </a:lnTo>
                  <a:lnTo>
                    <a:pt x="60347" y="16377"/>
                  </a:lnTo>
                  <a:lnTo>
                    <a:pt x="60264" y="15297"/>
                  </a:lnTo>
                  <a:lnTo>
                    <a:pt x="60180" y="14216"/>
                  </a:lnTo>
                  <a:lnTo>
                    <a:pt x="60097" y="13134"/>
                  </a:lnTo>
                  <a:lnTo>
                    <a:pt x="60014" y="12051"/>
                  </a:lnTo>
                  <a:lnTo>
                    <a:pt x="59931" y="10967"/>
                  </a:lnTo>
                  <a:lnTo>
                    <a:pt x="59847" y="9882"/>
                  </a:lnTo>
                  <a:lnTo>
                    <a:pt x="59763" y="8794"/>
                  </a:lnTo>
                  <a:lnTo>
                    <a:pt x="59680" y="7705"/>
                  </a:lnTo>
                  <a:lnTo>
                    <a:pt x="59596" y="6613"/>
                  </a:lnTo>
                  <a:lnTo>
                    <a:pt x="59511" y="5519"/>
                  </a:lnTo>
                  <a:lnTo>
                    <a:pt x="59427" y="4422"/>
                  </a:lnTo>
                  <a:lnTo>
                    <a:pt x="59342" y="3322"/>
                  </a:lnTo>
                  <a:lnTo>
                    <a:pt x="59258" y="2218"/>
                  </a:lnTo>
                  <a:lnTo>
                    <a:pt x="59172" y="1111"/>
                  </a:lnTo>
                  <a:lnTo>
                    <a:pt x="59087" y="0"/>
                  </a:lnTo>
                  <a:close/>
                </a:path>
              </a:pathLst>
            </a:custGeom>
            <a:solidFill>
              <a:srgbClr val="552A33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" name="region 69 #78B2D5"/>
            <p:cNvSpPr/>
            <p:nvPr/>
          </p:nvSpPr>
          <p:spPr>
            <a:xfrm>
              <a:off x="793643" y="832587"/>
              <a:ext cx="59087" cy="49821"/>
            </a:xfrm>
            <a:custGeom>
              <a:avLst/>
              <a:gdLst/>
              <a:ahLst/>
              <a:cxnLst/>
              <a:rect l="l" t="t" r="r" b="b"/>
              <a:pathLst>
                <a:path w="59087" h="49821">
                  <a:moveTo>
                    <a:pt x="57744" y="0"/>
                  </a:moveTo>
                  <a:lnTo>
                    <a:pt x="57830" y="512"/>
                  </a:lnTo>
                  <a:lnTo>
                    <a:pt x="57911" y="1002"/>
                  </a:lnTo>
                  <a:lnTo>
                    <a:pt x="58013" y="1611"/>
                  </a:lnTo>
                  <a:lnTo>
                    <a:pt x="58158" y="2480"/>
                  </a:lnTo>
                  <a:lnTo>
                    <a:pt x="58369" y="3750"/>
                  </a:lnTo>
                  <a:lnTo>
                    <a:pt x="58671" y="5562"/>
                  </a:lnTo>
                  <a:lnTo>
                    <a:pt x="59087" y="8057"/>
                  </a:lnTo>
                  <a:lnTo>
                    <a:pt x="57895" y="8639"/>
                  </a:lnTo>
                  <a:lnTo>
                    <a:pt x="56694" y="9225"/>
                  </a:lnTo>
                  <a:lnTo>
                    <a:pt x="55478" y="9819"/>
                  </a:lnTo>
                  <a:lnTo>
                    <a:pt x="54003" y="10571"/>
                  </a:lnTo>
                  <a:lnTo>
                    <a:pt x="52854" y="11162"/>
                  </a:lnTo>
                  <a:lnTo>
                    <a:pt x="51939" y="11643"/>
                  </a:lnTo>
                  <a:lnTo>
                    <a:pt x="51166" y="12065"/>
                  </a:lnTo>
                  <a:lnTo>
                    <a:pt x="50445" y="12478"/>
                  </a:lnTo>
                  <a:lnTo>
                    <a:pt x="49683" y="12935"/>
                  </a:lnTo>
                  <a:lnTo>
                    <a:pt x="48790" y="13487"/>
                  </a:lnTo>
                  <a:lnTo>
                    <a:pt x="47673" y="14183"/>
                  </a:lnTo>
                  <a:lnTo>
                    <a:pt x="46417" y="14901"/>
                  </a:lnTo>
                  <a:lnTo>
                    <a:pt x="45441" y="15430"/>
                  </a:lnTo>
                  <a:lnTo>
                    <a:pt x="44612" y="15820"/>
                  </a:lnTo>
                  <a:lnTo>
                    <a:pt x="43797" y="16119"/>
                  </a:lnTo>
                  <a:lnTo>
                    <a:pt x="42864" y="16375"/>
                  </a:lnTo>
                  <a:lnTo>
                    <a:pt x="41683" y="16637"/>
                  </a:lnTo>
                  <a:lnTo>
                    <a:pt x="40119" y="16954"/>
                  </a:lnTo>
                  <a:lnTo>
                    <a:pt x="38486" y="17745"/>
                  </a:lnTo>
                  <a:lnTo>
                    <a:pt x="37354" y="18357"/>
                  </a:lnTo>
                  <a:lnTo>
                    <a:pt x="36577" y="18920"/>
                  </a:lnTo>
                  <a:lnTo>
                    <a:pt x="36012" y="19564"/>
                  </a:lnTo>
                  <a:lnTo>
                    <a:pt x="35517" y="20416"/>
                  </a:lnTo>
                  <a:lnTo>
                    <a:pt x="34946" y="21607"/>
                  </a:lnTo>
                  <a:lnTo>
                    <a:pt x="34610" y="22699"/>
                  </a:lnTo>
                  <a:lnTo>
                    <a:pt x="34285" y="23794"/>
                  </a:lnTo>
                  <a:lnTo>
                    <a:pt x="33970" y="24893"/>
                  </a:lnTo>
                  <a:lnTo>
                    <a:pt x="33666" y="25994"/>
                  </a:lnTo>
                  <a:lnTo>
                    <a:pt x="33373" y="27099"/>
                  </a:lnTo>
                  <a:lnTo>
                    <a:pt x="33090" y="28206"/>
                  </a:lnTo>
                  <a:lnTo>
                    <a:pt x="32663" y="29536"/>
                  </a:lnTo>
                  <a:lnTo>
                    <a:pt x="32230" y="30886"/>
                  </a:lnTo>
                  <a:lnTo>
                    <a:pt x="30897" y="31553"/>
                  </a:lnTo>
                  <a:lnTo>
                    <a:pt x="29544" y="32229"/>
                  </a:lnTo>
                  <a:lnTo>
                    <a:pt x="29294" y="33479"/>
                  </a:lnTo>
                  <a:lnTo>
                    <a:pt x="29040" y="34747"/>
                  </a:lnTo>
                  <a:lnTo>
                    <a:pt x="28642" y="35918"/>
                  </a:lnTo>
                  <a:lnTo>
                    <a:pt x="28189" y="36916"/>
                  </a:lnTo>
                  <a:lnTo>
                    <a:pt x="27673" y="37772"/>
                  </a:lnTo>
                  <a:lnTo>
                    <a:pt x="27086" y="38517"/>
                  </a:lnTo>
                  <a:lnTo>
                    <a:pt x="26421" y="39180"/>
                  </a:lnTo>
                  <a:lnTo>
                    <a:pt x="25671" y="39793"/>
                  </a:lnTo>
                  <a:lnTo>
                    <a:pt x="24827" y="40385"/>
                  </a:lnTo>
                  <a:lnTo>
                    <a:pt x="23882" y="40987"/>
                  </a:lnTo>
                  <a:lnTo>
                    <a:pt x="22829" y="41629"/>
                  </a:lnTo>
                  <a:lnTo>
                    <a:pt x="21497" y="41629"/>
                  </a:lnTo>
                  <a:lnTo>
                    <a:pt x="20144" y="41629"/>
                  </a:lnTo>
                  <a:lnTo>
                    <a:pt x="20144" y="42962"/>
                  </a:lnTo>
                  <a:lnTo>
                    <a:pt x="20144" y="44315"/>
                  </a:lnTo>
                  <a:lnTo>
                    <a:pt x="19144" y="44881"/>
                  </a:lnTo>
                  <a:lnTo>
                    <a:pt x="18168" y="45425"/>
                  </a:lnTo>
                  <a:lnTo>
                    <a:pt x="17210" y="45947"/>
                  </a:lnTo>
                  <a:lnTo>
                    <a:pt x="16268" y="46444"/>
                  </a:lnTo>
                  <a:lnTo>
                    <a:pt x="15338" y="46914"/>
                  </a:lnTo>
                  <a:lnTo>
                    <a:pt x="14415" y="47356"/>
                  </a:lnTo>
                  <a:lnTo>
                    <a:pt x="13495" y="47767"/>
                  </a:lnTo>
                  <a:lnTo>
                    <a:pt x="12576" y="48147"/>
                  </a:lnTo>
                  <a:lnTo>
                    <a:pt x="11652" y="48493"/>
                  </a:lnTo>
                  <a:lnTo>
                    <a:pt x="10721" y="48803"/>
                  </a:lnTo>
                  <a:lnTo>
                    <a:pt x="9777" y="49076"/>
                  </a:lnTo>
                  <a:lnTo>
                    <a:pt x="8818" y="49309"/>
                  </a:lnTo>
                  <a:lnTo>
                    <a:pt x="7840" y="49501"/>
                  </a:lnTo>
                  <a:lnTo>
                    <a:pt x="6838" y="49650"/>
                  </a:lnTo>
                  <a:lnTo>
                    <a:pt x="5809" y="49754"/>
                  </a:lnTo>
                  <a:lnTo>
                    <a:pt x="4749" y="49812"/>
                  </a:lnTo>
                  <a:lnTo>
                    <a:pt x="3654" y="49821"/>
                  </a:lnTo>
                  <a:lnTo>
                    <a:pt x="2520" y="49780"/>
                  </a:lnTo>
                  <a:lnTo>
                    <a:pt x="1343" y="49687"/>
                  </a:lnTo>
                  <a:lnTo>
                    <a:pt x="1122" y="48578"/>
                  </a:lnTo>
                  <a:lnTo>
                    <a:pt x="900" y="47468"/>
                  </a:lnTo>
                  <a:lnTo>
                    <a:pt x="677" y="46355"/>
                  </a:lnTo>
                  <a:lnTo>
                    <a:pt x="453" y="45235"/>
                  </a:lnTo>
                  <a:lnTo>
                    <a:pt x="228" y="44108"/>
                  </a:lnTo>
                  <a:lnTo>
                    <a:pt x="0" y="42972"/>
                  </a:lnTo>
                  <a:lnTo>
                    <a:pt x="997" y="42640"/>
                  </a:lnTo>
                  <a:lnTo>
                    <a:pt x="1995" y="42307"/>
                  </a:lnTo>
                  <a:lnTo>
                    <a:pt x="2993" y="41974"/>
                  </a:lnTo>
                  <a:lnTo>
                    <a:pt x="3993" y="41641"/>
                  </a:lnTo>
                  <a:lnTo>
                    <a:pt x="4995" y="41307"/>
                  </a:lnTo>
                  <a:lnTo>
                    <a:pt x="5998" y="40973"/>
                  </a:lnTo>
                  <a:lnTo>
                    <a:pt x="7004" y="40638"/>
                  </a:lnTo>
                  <a:lnTo>
                    <a:pt x="8013" y="40301"/>
                  </a:lnTo>
                  <a:lnTo>
                    <a:pt x="9025" y="39964"/>
                  </a:lnTo>
                  <a:lnTo>
                    <a:pt x="10041" y="39625"/>
                  </a:lnTo>
                  <a:lnTo>
                    <a:pt x="11061" y="39285"/>
                  </a:lnTo>
                  <a:lnTo>
                    <a:pt x="12086" y="38944"/>
                  </a:lnTo>
                  <a:lnTo>
                    <a:pt x="12086" y="37611"/>
                  </a:lnTo>
                  <a:lnTo>
                    <a:pt x="12086" y="36258"/>
                  </a:lnTo>
                  <a:lnTo>
                    <a:pt x="12692" y="36237"/>
                  </a:lnTo>
                  <a:lnTo>
                    <a:pt x="14520" y="36175"/>
                  </a:lnTo>
                  <a:lnTo>
                    <a:pt x="15614" y="35696"/>
                  </a:lnTo>
                  <a:lnTo>
                    <a:pt x="16438" y="35276"/>
                  </a:lnTo>
                  <a:lnTo>
                    <a:pt x="17081" y="34820"/>
                  </a:lnTo>
                  <a:lnTo>
                    <a:pt x="17634" y="34231"/>
                  </a:lnTo>
                  <a:lnTo>
                    <a:pt x="18185" y="33415"/>
                  </a:lnTo>
                  <a:lnTo>
                    <a:pt x="18823" y="32276"/>
                  </a:lnTo>
                  <a:lnTo>
                    <a:pt x="19640" y="30718"/>
                  </a:lnTo>
                  <a:lnTo>
                    <a:pt x="20023" y="29691"/>
                  </a:lnTo>
                  <a:lnTo>
                    <a:pt x="20393" y="28662"/>
                  </a:lnTo>
                  <a:lnTo>
                    <a:pt x="20753" y="27630"/>
                  </a:lnTo>
                  <a:lnTo>
                    <a:pt x="21102" y="26595"/>
                  </a:lnTo>
                  <a:lnTo>
                    <a:pt x="21442" y="25558"/>
                  </a:lnTo>
                  <a:lnTo>
                    <a:pt x="21772" y="24518"/>
                  </a:lnTo>
                  <a:lnTo>
                    <a:pt x="22094" y="23476"/>
                  </a:lnTo>
                  <a:lnTo>
                    <a:pt x="22409" y="22431"/>
                  </a:lnTo>
                  <a:lnTo>
                    <a:pt x="22716" y="21384"/>
                  </a:lnTo>
                  <a:lnTo>
                    <a:pt x="23017" y="20335"/>
                  </a:lnTo>
                  <a:lnTo>
                    <a:pt x="23313" y="19283"/>
                  </a:lnTo>
                  <a:lnTo>
                    <a:pt x="23603" y="18229"/>
                  </a:lnTo>
                  <a:lnTo>
                    <a:pt x="23890" y="17173"/>
                  </a:lnTo>
                  <a:lnTo>
                    <a:pt x="24172" y="16115"/>
                  </a:lnTo>
                  <a:lnTo>
                    <a:pt x="25503" y="16115"/>
                  </a:lnTo>
                  <a:lnTo>
                    <a:pt x="26843" y="16115"/>
                  </a:lnTo>
                  <a:lnTo>
                    <a:pt x="28201" y="16115"/>
                  </a:lnTo>
                  <a:lnTo>
                    <a:pt x="28201" y="14782"/>
                  </a:lnTo>
                  <a:lnTo>
                    <a:pt x="28201" y="13429"/>
                  </a:lnTo>
                  <a:lnTo>
                    <a:pt x="29156" y="12847"/>
                  </a:lnTo>
                  <a:lnTo>
                    <a:pt x="30113" y="12267"/>
                  </a:lnTo>
                  <a:lnTo>
                    <a:pt x="31071" y="11690"/>
                  </a:lnTo>
                  <a:lnTo>
                    <a:pt x="32030" y="11115"/>
                  </a:lnTo>
                  <a:lnTo>
                    <a:pt x="32991" y="10541"/>
                  </a:lnTo>
                  <a:lnTo>
                    <a:pt x="33953" y="9970"/>
                  </a:lnTo>
                  <a:lnTo>
                    <a:pt x="34915" y="9400"/>
                  </a:lnTo>
                  <a:lnTo>
                    <a:pt x="35664" y="8513"/>
                  </a:lnTo>
                  <a:lnTo>
                    <a:pt x="36418" y="7620"/>
                  </a:lnTo>
                  <a:lnTo>
                    <a:pt x="37182" y="6714"/>
                  </a:lnTo>
                  <a:lnTo>
                    <a:pt x="37989" y="6049"/>
                  </a:lnTo>
                  <a:lnTo>
                    <a:pt x="38823" y="5422"/>
                  </a:lnTo>
                  <a:lnTo>
                    <a:pt x="39685" y="4833"/>
                  </a:lnTo>
                  <a:lnTo>
                    <a:pt x="40571" y="4282"/>
                  </a:lnTo>
                  <a:lnTo>
                    <a:pt x="41480" y="3766"/>
                  </a:lnTo>
                  <a:lnTo>
                    <a:pt x="42411" y="3287"/>
                  </a:lnTo>
                  <a:lnTo>
                    <a:pt x="43361" y="2843"/>
                  </a:lnTo>
                  <a:lnTo>
                    <a:pt x="44329" y="2434"/>
                  </a:lnTo>
                  <a:lnTo>
                    <a:pt x="45313" y="2060"/>
                  </a:lnTo>
                  <a:lnTo>
                    <a:pt x="46312" y="1718"/>
                  </a:lnTo>
                  <a:lnTo>
                    <a:pt x="47323" y="1410"/>
                  </a:lnTo>
                  <a:lnTo>
                    <a:pt x="48345" y="1134"/>
                  </a:lnTo>
                  <a:lnTo>
                    <a:pt x="49376" y="889"/>
                  </a:lnTo>
                  <a:lnTo>
                    <a:pt x="50415" y="676"/>
                  </a:lnTo>
                  <a:lnTo>
                    <a:pt x="51459" y="493"/>
                  </a:lnTo>
                  <a:lnTo>
                    <a:pt x="52507" y="340"/>
                  </a:lnTo>
                  <a:lnTo>
                    <a:pt x="53557" y="216"/>
                  </a:lnTo>
                  <a:lnTo>
                    <a:pt x="54608" y="120"/>
                  </a:lnTo>
                  <a:lnTo>
                    <a:pt x="55657" y="53"/>
                  </a:lnTo>
                  <a:lnTo>
                    <a:pt x="56703" y="13"/>
                  </a:lnTo>
                  <a:lnTo>
                    <a:pt x="57744" y="0"/>
                  </a:lnTo>
                  <a:close/>
                </a:path>
              </a:pathLst>
            </a:custGeom>
            <a:solidFill>
              <a:srgbClr val="78B2D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" name="region 70 #9C9D9D"/>
            <p:cNvSpPr/>
            <p:nvPr/>
          </p:nvSpPr>
          <p:spPr>
            <a:xfrm>
              <a:off x="1717782" y="379901"/>
              <a:ext cx="105853" cy="69964"/>
            </a:xfrm>
            <a:custGeom>
              <a:avLst/>
              <a:gdLst/>
              <a:ahLst/>
              <a:cxnLst/>
              <a:rect l="l" t="t" r="r" b="b"/>
              <a:pathLst>
                <a:path w="105853" h="69964">
                  <a:moveTo>
                    <a:pt x="9165" y="134"/>
                  </a:moveTo>
                  <a:lnTo>
                    <a:pt x="10436" y="49"/>
                  </a:lnTo>
                  <a:lnTo>
                    <a:pt x="11630" y="4"/>
                  </a:lnTo>
                  <a:lnTo>
                    <a:pt x="12753" y="0"/>
                  </a:lnTo>
                  <a:lnTo>
                    <a:pt x="13815" y="37"/>
                  </a:lnTo>
                  <a:lnTo>
                    <a:pt x="14823" y="118"/>
                  </a:lnTo>
                  <a:lnTo>
                    <a:pt x="15785" y="242"/>
                  </a:lnTo>
                  <a:lnTo>
                    <a:pt x="16709" y="412"/>
                  </a:lnTo>
                  <a:lnTo>
                    <a:pt x="17602" y="627"/>
                  </a:lnTo>
                  <a:lnTo>
                    <a:pt x="18474" y="888"/>
                  </a:lnTo>
                  <a:lnTo>
                    <a:pt x="19331" y="1198"/>
                  </a:lnTo>
                  <a:lnTo>
                    <a:pt x="20182" y="1556"/>
                  </a:lnTo>
                  <a:lnTo>
                    <a:pt x="21034" y="1964"/>
                  </a:lnTo>
                  <a:lnTo>
                    <a:pt x="21895" y="2422"/>
                  </a:lnTo>
                  <a:lnTo>
                    <a:pt x="22774" y="2932"/>
                  </a:lnTo>
                  <a:lnTo>
                    <a:pt x="23679" y="3494"/>
                  </a:lnTo>
                  <a:lnTo>
                    <a:pt x="24616" y="4110"/>
                  </a:lnTo>
                  <a:lnTo>
                    <a:pt x="25595" y="4780"/>
                  </a:lnTo>
                  <a:lnTo>
                    <a:pt x="26622" y="5506"/>
                  </a:lnTo>
                  <a:lnTo>
                    <a:pt x="27670" y="5934"/>
                  </a:lnTo>
                  <a:lnTo>
                    <a:pt x="28723" y="6349"/>
                  </a:lnTo>
                  <a:lnTo>
                    <a:pt x="29781" y="6752"/>
                  </a:lnTo>
                  <a:lnTo>
                    <a:pt x="30844" y="7142"/>
                  </a:lnTo>
                  <a:lnTo>
                    <a:pt x="31911" y="7520"/>
                  </a:lnTo>
                  <a:lnTo>
                    <a:pt x="32977" y="7905"/>
                  </a:lnTo>
                  <a:lnTo>
                    <a:pt x="34024" y="8307"/>
                  </a:lnTo>
                  <a:lnTo>
                    <a:pt x="35054" y="8726"/>
                  </a:lnTo>
                  <a:lnTo>
                    <a:pt x="36069" y="9163"/>
                  </a:lnTo>
                  <a:lnTo>
                    <a:pt x="37071" y="9615"/>
                  </a:lnTo>
                  <a:lnTo>
                    <a:pt x="38061" y="10083"/>
                  </a:lnTo>
                  <a:lnTo>
                    <a:pt x="39041" y="10565"/>
                  </a:lnTo>
                  <a:lnTo>
                    <a:pt x="40014" y="11063"/>
                  </a:lnTo>
                  <a:lnTo>
                    <a:pt x="40980" y="11574"/>
                  </a:lnTo>
                  <a:lnTo>
                    <a:pt x="41943" y="12099"/>
                  </a:lnTo>
                  <a:lnTo>
                    <a:pt x="42904" y="12637"/>
                  </a:lnTo>
                  <a:lnTo>
                    <a:pt x="43865" y="13187"/>
                  </a:lnTo>
                  <a:lnTo>
                    <a:pt x="44828" y="13749"/>
                  </a:lnTo>
                  <a:lnTo>
                    <a:pt x="45794" y="14322"/>
                  </a:lnTo>
                  <a:lnTo>
                    <a:pt x="46766" y="14906"/>
                  </a:lnTo>
                  <a:lnTo>
                    <a:pt x="46766" y="16239"/>
                  </a:lnTo>
                  <a:lnTo>
                    <a:pt x="46766" y="17592"/>
                  </a:lnTo>
                  <a:lnTo>
                    <a:pt x="47847" y="17952"/>
                  </a:lnTo>
                  <a:lnTo>
                    <a:pt x="48936" y="18315"/>
                  </a:lnTo>
                  <a:lnTo>
                    <a:pt x="50040" y="18682"/>
                  </a:lnTo>
                  <a:lnTo>
                    <a:pt x="51176" y="19209"/>
                  </a:lnTo>
                  <a:lnTo>
                    <a:pt x="52320" y="19740"/>
                  </a:lnTo>
                  <a:lnTo>
                    <a:pt x="53480" y="20278"/>
                  </a:lnTo>
                  <a:lnTo>
                    <a:pt x="53626" y="20714"/>
                  </a:lnTo>
                  <a:lnTo>
                    <a:pt x="53814" y="21280"/>
                  </a:lnTo>
                  <a:lnTo>
                    <a:pt x="54171" y="22351"/>
                  </a:lnTo>
                  <a:lnTo>
                    <a:pt x="54823" y="24306"/>
                  </a:lnTo>
                  <a:lnTo>
                    <a:pt x="55849" y="24445"/>
                  </a:lnTo>
                  <a:lnTo>
                    <a:pt x="56881" y="24584"/>
                  </a:lnTo>
                  <a:lnTo>
                    <a:pt x="57928" y="24725"/>
                  </a:lnTo>
                  <a:lnTo>
                    <a:pt x="59277" y="25108"/>
                  </a:lnTo>
                  <a:lnTo>
                    <a:pt x="60407" y="25515"/>
                  </a:lnTo>
                  <a:lnTo>
                    <a:pt x="61371" y="25968"/>
                  </a:lnTo>
                  <a:lnTo>
                    <a:pt x="62223" y="26489"/>
                  </a:lnTo>
                  <a:lnTo>
                    <a:pt x="63016" y="27099"/>
                  </a:lnTo>
                  <a:lnTo>
                    <a:pt x="63802" y="27819"/>
                  </a:lnTo>
                  <a:lnTo>
                    <a:pt x="64634" y="28672"/>
                  </a:lnTo>
                  <a:lnTo>
                    <a:pt x="65566" y="29678"/>
                  </a:lnTo>
                  <a:lnTo>
                    <a:pt x="66564" y="30010"/>
                  </a:lnTo>
                  <a:lnTo>
                    <a:pt x="67565" y="30344"/>
                  </a:lnTo>
                  <a:lnTo>
                    <a:pt x="68574" y="30681"/>
                  </a:lnTo>
                  <a:lnTo>
                    <a:pt x="69595" y="31021"/>
                  </a:lnTo>
                  <a:lnTo>
                    <a:pt x="69595" y="32352"/>
                  </a:lnTo>
                  <a:lnTo>
                    <a:pt x="69595" y="33692"/>
                  </a:lnTo>
                  <a:lnTo>
                    <a:pt x="69595" y="35049"/>
                  </a:lnTo>
                  <a:lnTo>
                    <a:pt x="71010" y="35424"/>
                  </a:lnTo>
                  <a:lnTo>
                    <a:pt x="72448" y="35804"/>
                  </a:lnTo>
                  <a:lnTo>
                    <a:pt x="73480" y="36350"/>
                  </a:lnTo>
                  <a:lnTo>
                    <a:pt x="74435" y="36917"/>
                  </a:lnTo>
                  <a:lnTo>
                    <a:pt x="75321" y="37506"/>
                  </a:lnTo>
                  <a:lnTo>
                    <a:pt x="76148" y="38118"/>
                  </a:lnTo>
                  <a:lnTo>
                    <a:pt x="76926" y="38758"/>
                  </a:lnTo>
                  <a:lnTo>
                    <a:pt x="77662" y="39425"/>
                  </a:lnTo>
                  <a:lnTo>
                    <a:pt x="78367" y="40122"/>
                  </a:lnTo>
                  <a:lnTo>
                    <a:pt x="79050" y="40851"/>
                  </a:lnTo>
                  <a:lnTo>
                    <a:pt x="79719" y="41613"/>
                  </a:lnTo>
                  <a:lnTo>
                    <a:pt x="80384" y="42412"/>
                  </a:lnTo>
                  <a:lnTo>
                    <a:pt x="81055" y="43248"/>
                  </a:lnTo>
                  <a:lnTo>
                    <a:pt x="81739" y="44124"/>
                  </a:lnTo>
                  <a:lnTo>
                    <a:pt x="82446" y="45042"/>
                  </a:lnTo>
                  <a:lnTo>
                    <a:pt x="83274" y="45930"/>
                  </a:lnTo>
                  <a:lnTo>
                    <a:pt x="83947" y="46565"/>
                  </a:lnTo>
                  <a:lnTo>
                    <a:pt x="84630" y="47041"/>
                  </a:lnTo>
                  <a:lnTo>
                    <a:pt x="85489" y="47456"/>
                  </a:lnTo>
                  <a:lnTo>
                    <a:pt x="86689" y="47903"/>
                  </a:lnTo>
                  <a:lnTo>
                    <a:pt x="88395" y="48478"/>
                  </a:lnTo>
                  <a:lnTo>
                    <a:pt x="88395" y="49811"/>
                  </a:lnTo>
                  <a:lnTo>
                    <a:pt x="88395" y="51164"/>
                  </a:lnTo>
                  <a:lnTo>
                    <a:pt x="88832" y="51310"/>
                  </a:lnTo>
                  <a:lnTo>
                    <a:pt x="89397" y="51498"/>
                  </a:lnTo>
                  <a:lnTo>
                    <a:pt x="90469" y="51855"/>
                  </a:lnTo>
                  <a:lnTo>
                    <a:pt x="92424" y="52507"/>
                  </a:lnTo>
                  <a:lnTo>
                    <a:pt x="93006" y="53533"/>
                  </a:lnTo>
                  <a:lnTo>
                    <a:pt x="93592" y="54565"/>
                  </a:lnTo>
                  <a:lnTo>
                    <a:pt x="94186" y="55612"/>
                  </a:lnTo>
                  <a:lnTo>
                    <a:pt x="94942" y="56808"/>
                  </a:lnTo>
                  <a:lnTo>
                    <a:pt x="95562" y="57742"/>
                  </a:lnTo>
                  <a:lnTo>
                    <a:pt x="96120" y="58486"/>
                  </a:lnTo>
                  <a:lnTo>
                    <a:pt x="96694" y="59116"/>
                  </a:lnTo>
                  <a:lnTo>
                    <a:pt x="97357" y="59707"/>
                  </a:lnTo>
                  <a:lnTo>
                    <a:pt x="98187" y="60333"/>
                  </a:lnTo>
                  <a:lnTo>
                    <a:pt x="99259" y="61069"/>
                  </a:lnTo>
                  <a:lnTo>
                    <a:pt x="100649" y="61990"/>
                  </a:lnTo>
                  <a:lnTo>
                    <a:pt x="102082" y="62963"/>
                  </a:lnTo>
                  <a:lnTo>
                    <a:pt x="103130" y="63715"/>
                  </a:lnTo>
                  <a:lnTo>
                    <a:pt x="103882" y="64345"/>
                  </a:lnTo>
                  <a:lnTo>
                    <a:pt x="104425" y="64952"/>
                  </a:lnTo>
                  <a:lnTo>
                    <a:pt x="104848" y="65633"/>
                  </a:lnTo>
                  <a:lnTo>
                    <a:pt x="105238" y="66488"/>
                  </a:lnTo>
                  <a:lnTo>
                    <a:pt x="105685" y="67614"/>
                  </a:lnTo>
                  <a:lnTo>
                    <a:pt x="105768" y="68780"/>
                  </a:lnTo>
                  <a:lnTo>
                    <a:pt x="105853" y="69964"/>
                  </a:lnTo>
                  <a:lnTo>
                    <a:pt x="104686" y="69006"/>
                  </a:lnTo>
                  <a:lnTo>
                    <a:pt x="103503" y="68033"/>
                  </a:lnTo>
                  <a:lnTo>
                    <a:pt x="102217" y="67147"/>
                  </a:lnTo>
                  <a:lnTo>
                    <a:pt x="101277" y="66535"/>
                  </a:lnTo>
                  <a:lnTo>
                    <a:pt x="100523" y="66124"/>
                  </a:lnTo>
                  <a:lnTo>
                    <a:pt x="99797" y="65839"/>
                  </a:lnTo>
                  <a:lnTo>
                    <a:pt x="98941" y="65605"/>
                  </a:lnTo>
                  <a:lnTo>
                    <a:pt x="97795" y="65347"/>
                  </a:lnTo>
                  <a:lnTo>
                    <a:pt x="96609" y="64953"/>
                  </a:lnTo>
                  <a:lnTo>
                    <a:pt x="95550" y="64481"/>
                  </a:lnTo>
                  <a:lnTo>
                    <a:pt x="94596" y="63932"/>
                  </a:lnTo>
                  <a:lnTo>
                    <a:pt x="93722" y="63311"/>
                  </a:lnTo>
                  <a:lnTo>
                    <a:pt x="92905" y="62620"/>
                  </a:lnTo>
                  <a:lnTo>
                    <a:pt x="92121" y="61863"/>
                  </a:lnTo>
                  <a:lnTo>
                    <a:pt x="91348" y="61042"/>
                  </a:lnTo>
                  <a:lnTo>
                    <a:pt x="90561" y="60160"/>
                  </a:lnTo>
                  <a:lnTo>
                    <a:pt x="89738" y="59221"/>
                  </a:lnTo>
                  <a:lnTo>
                    <a:pt x="89072" y="57888"/>
                  </a:lnTo>
                  <a:lnTo>
                    <a:pt x="88395" y="56535"/>
                  </a:lnTo>
                  <a:lnTo>
                    <a:pt x="87104" y="55994"/>
                  </a:lnTo>
                  <a:lnTo>
                    <a:pt x="85793" y="55445"/>
                  </a:lnTo>
                  <a:lnTo>
                    <a:pt x="84676" y="54725"/>
                  </a:lnTo>
                  <a:lnTo>
                    <a:pt x="83783" y="53986"/>
                  </a:lnTo>
                  <a:lnTo>
                    <a:pt x="83071" y="53215"/>
                  </a:lnTo>
                  <a:lnTo>
                    <a:pt x="82500" y="52397"/>
                  </a:lnTo>
                  <a:lnTo>
                    <a:pt x="82029" y="51519"/>
                  </a:lnTo>
                  <a:lnTo>
                    <a:pt x="81618" y="50567"/>
                  </a:lnTo>
                  <a:lnTo>
                    <a:pt x="81227" y="49529"/>
                  </a:lnTo>
                  <a:lnTo>
                    <a:pt x="80813" y="48389"/>
                  </a:lnTo>
                  <a:lnTo>
                    <a:pt x="80338" y="47135"/>
                  </a:lnTo>
                  <a:lnTo>
                    <a:pt x="79284" y="46007"/>
                  </a:lnTo>
                  <a:lnTo>
                    <a:pt x="78436" y="45104"/>
                  </a:lnTo>
                  <a:lnTo>
                    <a:pt x="77739" y="44369"/>
                  </a:lnTo>
                  <a:lnTo>
                    <a:pt x="77137" y="43749"/>
                  </a:lnTo>
                  <a:lnTo>
                    <a:pt x="76575" y="43187"/>
                  </a:lnTo>
                  <a:lnTo>
                    <a:pt x="75998" y="42628"/>
                  </a:lnTo>
                  <a:lnTo>
                    <a:pt x="75351" y="42018"/>
                  </a:lnTo>
                  <a:lnTo>
                    <a:pt x="74578" y="41301"/>
                  </a:lnTo>
                  <a:lnTo>
                    <a:pt x="73623" y="40421"/>
                  </a:lnTo>
                  <a:lnTo>
                    <a:pt x="73289" y="40755"/>
                  </a:lnTo>
                  <a:lnTo>
                    <a:pt x="72280" y="41764"/>
                  </a:lnTo>
                  <a:lnTo>
                    <a:pt x="70948" y="41764"/>
                  </a:lnTo>
                  <a:lnTo>
                    <a:pt x="69595" y="41764"/>
                  </a:lnTo>
                  <a:lnTo>
                    <a:pt x="69595" y="40431"/>
                  </a:lnTo>
                  <a:lnTo>
                    <a:pt x="69595" y="39078"/>
                  </a:lnTo>
                  <a:lnTo>
                    <a:pt x="68137" y="38575"/>
                  </a:lnTo>
                  <a:lnTo>
                    <a:pt x="66656" y="38065"/>
                  </a:lnTo>
                  <a:lnTo>
                    <a:pt x="65647" y="37599"/>
                  </a:lnTo>
                  <a:lnTo>
                    <a:pt x="64683" y="37115"/>
                  </a:lnTo>
                  <a:lnTo>
                    <a:pt x="63759" y="36613"/>
                  </a:lnTo>
                  <a:lnTo>
                    <a:pt x="62867" y="36091"/>
                  </a:lnTo>
                  <a:lnTo>
                    <a:pt x="62002" y="35550"/>
                  </a:lnTo>
                  <a:lnTo>
                    <a:pt x="61157" y="34987"/>
                  </a:lnTo>
                  <a:lnTo>
                    <a:pt x="60327" y="34401"/>
                  </a:lnTo>
                  <a:lnTo>
                    <a:pt x="59504" y="33792"/>
                  </a:lnTo>
                  <a:lnTo>
                    <a:pt x="58683" y="33159"/>
                  </a:lnTo>
                  <a:lnTo>
                    <a:pt x="57857" y="32501"/>
                  </a:lnTo>
                  <a:lnTo>
                    <a:pt x="57020" y="31816"/>
                  </a:lnTo>
                  <a:lnTo>
                    <a:pt x="56166" y="31104"/>
                  </a:lnTo>
                  <a:lnTo>
                    <a:pt x="55313" y="30395"/>
                  </a:lnTo>
                  <a:lnTo>
                    <a:pt x="54468" y="29699"/>
                  </a:lnTo>
                  <a:lnTo>
                    <a:pt x="53625" y="29017"/>
                  </a:lnTo>
                  <a:lnTo>
                    <a:pt x="52783" y="28348"/>
                  </a:lnTo>
                  <a:lnTo>
                    <a:pt x="51938" y="27692"/>
                  </a:lnTo>
                  <a:lnTo>
                    <a:pt x="51086" y="27049"/>
                  </a:lnTo>
                  <a:lnTo>
                    <a:pt x="50226" y="26419"/>
                  </a:lnTo>
                  <a:lnTo>
                    <a:pt x="49353" y="25803"/>
                  </a:lnTo>
                  <a:lnTo>
                    <a:pt x="48465" y="25198"/>
                  </a:lnTo>
                  <a:lnTo>
                    <a:pt x="47558" y="24607"/>
                  </a:lnTo>
                  <a:lnTo>
                    <a:pt x="46629" y="24028"/>
                  </a:lnTo>
                  <a:lnTo>
                    <a:pt x="45675" y="23462"/>
                  </a:lnTo>
                  <a:lnTo>
                    <a:pt x="44705" y="22854"/>
                  </a:lnTo>
                  <a:lnTo>
                    <a:pt x="43727" y="22241"/>
                  </a:lnTo>
                  <a:lnTo>
                    <a:pt x="42737" y="21621"/>
                  </a:lnTo>
                  <a:lnTo>
                    <a:pt x="42737" y="20288"/>
                  </a:lnTo>
                  <a:lnTo>
                    <a:pt x="42737" y="18935"/>
                  </a:lnTo>
                  <a:lnTo>
                    <a:pt x="42244" y="18836"/>
                  </a:lnTo>
                  <a:lnTo>
                    <a:pt x="41750" y="18737"/>
                  </a:lnTo>
                  <a:lnTo>
                    <a:pt x="41067" y="18601"/>
                  </a:lnTo>
                  <a:lnTo>
                    <a:pt x="40009" y="18389"/>
                  </a:lnTo>
                  <a:lnTo>
                    <a:pt x="38390" y="18065"/>
                  </a:lnTo>
                  <a:lnTo>
                    <a:pt x="36023" y="17592"/>
                  </a:lnTo>
                  <a:lnTo>
                    <a:pt x="36023" y="16259"/>
                  </a:lnTo>
                  <a:lnTo>
                    <a:pt x="36023" y="14906"/>
                  </a:lnTo>
                  <a:lnTo>
                    <a:pt x="35000" y="14599"/>
                  </a:lnTo>
                  <a:lnTo>
                    <a:pt x="33977" y="14292"/>
                  </a:lnTo>
                  <a:lnTo>
                    <a:pt x="32953" y="13985"/>
                  </a:lnTo>
                  <a:lnTo>
                    <a:pt x="31928" y="13678"/>
                  </a:lnTo>
                  <a:lnTo>
                    <a:pt x="30902" y="13370"/>
                  </a:lnTo>
                  <a:lnTo>
                    <a:pt x="29874" y="13061"/>
                  </a:lnTo>
                  <a:lnTo>
                    <a:pt x="28843" y="12752"/>
                  </a:lnTo>
                  <a:lnTo>
                    <a:pt x="27810" y="12442"/>
                  </a:lnTo>
                  <a:lnTo>
                    <a:pt x="26774" y="12132"/>
                  </a:lnTo>
                  <a:lnTo>
                    <a:pt x="25735" y="11820"/>
                  </a:lnTo>
                  <a:lnTo>
                    <a:pt x="24692" y="11507"/>
                  </a:lnTo>
                  <a:lnTo>
                    <a:pt x="23645" y="11193"/>
                  </a:lnTo>
                  <a:lnTo>
                    <a:pt x="22594" y="10877"/>
                  </a:lnTo>
                  <a:lnTo>
                    <a:pt x="22594" y="9545"/>
                  </a:lnTo>
                  <a:lnTo>
                    <a:pt x="22594" y="8192"/>
                  </a:lnTo>
                  <a:lnTo>
                    <a:pt x="21263" y="8444"/>
                  </a:lnTo>
                  <a:lnTo>
                    <a:pt x="20184" y="8656"/>
                  </a:lnTo>
                  <a:lnTo>
                    <a:pt x="19281" y="8851"/>
                  </a:lnTo>
                  <a:lnTo>
                    <a:pt x="18474" y="9049"/>
                  </a:lnTo>
                  <a:lnTo>
                    <a:pt x="17687" y="9274"/>
                  </a:lnTo>
                  <a:lnTo>
                    <a:pt x="16843" y="9547"/>
                  </a:lnTo>
                  <a:lnTo>
                    <a:pt x="15865" y="9891"/>
                  </a:lnTo>
                  <a:lnTo>
                    <a:pt x="14674" y="10327"/>
                  </a:lnTo>
                  <a:lnTo>
                    <a:pt x="13194" y="10877"/>
                  </a:lnTo>
                  <a:lnTo>
                    <a:pt x="12442" y="12242"/>
                  </a:lnTo>
                  <a:lnTo>
                    <a:pt x="11856" y="13316"/>
                  </a:lnTo>
                  <a:lnTo>
                    <a:pt x="11387" y="14194"/>
                  </a:lnTo>
                  <a:lnTo>
                    <a:pt x="10990" y="14969"/>
                  </a:lnTo>
                  <a:lnTo>
                    <a:pt x="10616" y="15736"/>
                  </a:lnTo>
                  <a:lnTo>
                    <a:pt x="10219" y="16590"/>
                  </a:lnTo>
                  <a:lnTo>
                    <a:pt x="9751" y="17624"/>
                  </a:lnTo>
                  <a:lnTo>
                    <a:pt x="9165" y="18935"/>
                  </a:lnTo>
                  <a:lnTo>
                    <a:pt x="7712" y="19509"/>
                  </a:lnTo>
                  <a:lnTo>
                    <a:pt x="6706" y="19867"/>
                  </a:lnTo>
                  <a:lnTo>
                    <a:pt x="5889" y="20071"/>
                  </a:lnTo>
                  <a:lnTo>
                    <a:pt x="5004" y="20186"/>
                  </a:lnTo>
                  <a:lnTo>
                    <a:pt x="3793" y="20278"/>
                  </a:lnTo>
                  <a:lnTo>
                    <a:pt x="4015" y="21386"/>
                  </a:lnTo>
                  <a:lnTo>
                    <a:pt x="4237" y="22496"/>
                  </a:lnTo>
                  <a:lnTo>
                    <a:pt x="4460" y="23610"/>
                  </a:lnTo>
                  <a:lnTo>
                    <a:pt x="4684" y="24729"/>
                  </a:lnTo>
                  <a:lnTo>
                    <a:pt x="4909" y="25856"/>
                  </a:lnTo>
                  <a:lnTo>
                    <a:pt x="5136" y="26992"/>
                  </a:lnTo>
                  <a:lnTo>
                    <a:pt x="4139" y="26659"/>
                  </a:lnTo>
                  <a:lnTo>
                    <a:pt x="3137" y="26326"/>
                  </a:lnTo>
                  <a:lnTo>
                    <a:pt x="2128" y="25989"/>
                  </a:lnTo>
                  <a:lnTo>
                    <a:pt x="1108" y="25649"/>
                  </a:lnTo>
                  <a:lnTo>
                    <a:pt x="645" y="24423"/>
                  </a:lnTo>
                  <a:lnTo>
                    <a:pt x="310" y="23348"/>
                  </a:lnTo>
                  <a:lnTo>
                    <a:pt x="96" y="22380"/>
                  </a:lnTo>
                  <a:lnTo>
                    <a:pt x="0" y="21473"/>
                  </a:lnTo>
                  <a:lnTo>
                    <a:pt x="16" y="20581"/>
                  </a:lnTo>
                  <a:lnTo>
                    <a:pt x="140" y="19658"/>
                  </a:lnTo>
                  <a:lnTo>
                    <a:pt x="366" y="18659"/>
                  </a:lnTo>
                  <a:lnTo>
                    <a:pt x="690" y="17538"/>
                  </a:lnTo>
                  <a:lnTo>
                    <a:pt x="1108" y="16249"/>
                  </a:lnTo>
                  <a:lnTo>
                    <a:pt x="2439" y="16249"/>
                  </a:lnTo>
                  <a:lnTo>
                    <a:pt x="3779" y="16249"/>
                  </a:lnTo>
                  <a:lnTo>
                    <a:pt x="5136" y="16249"/>
                  </a:lnTo>
                  <a:lnTo>
                    <a:pt x="5136" y="14918"/>
                  </a:lnTo>
                  <a:lnTo>
                    <a:pt x="5136" y="13578"/>
                  </a:lnTo>
                  <a:lnTo>
                    <a:pt x="5136" y="12220"/>
                  </a:lnTo>
                  <a:lnTo>
                    <a:pt x="6469" y="12220"/>
                  </a:lnTo>
                  <a:lnTo>
                    <a:pt x="7822" y="12220"/>
                  </a:lnTo>
                  <a:lnTo>
                    <a:pt x="8447" y="10970"/>
                  </a:lnTo>
                  <a:lnTo>
                    <a:pt x="9082" y="9702"/>
                  </a:lnTo>
                  <a:lnTo>
                    <a:pt x="9635" y="8595"/>
                  </a:lnTo>
                  <a:lnTo>
                    <a:pt x="10189" y="7487"/>
                  </a:lnTo>
                  <a:lnTo>
                    <a:pt x="10743" y="6379"/>
                  </a:lnTo>
                  <a:lnTo>
                    <a:pt x="11297" y="5271"/>
                  </a:lnTo>
                  <a:lnTo>
                    <a:pt x="11851" y="4163"/>
                  </a:lnTo>
                  <a:lnTo>
                    <a:pt x="10518" y="3497"/>
                  </a:lnTo>
                  <a:lnTo>
                    <a:pt x="9165" y="2820"/>
                  </a:lnTo>
                  <a:lnTo>
                    <a:pt x="9165" y="1487"/>
                  </a:lnTo>
                  <a:lnTo>
                    <a:pt x="9165" y="134"/>
                  </a:lnTo>
                  <a:close/>
                </a:path>
              </a:pathLst>
            </a:custGeom>
            <a:solidFill>
              <a:srgbClr val="9C9D9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" name="region 71 #247DB2"/>
            <p:cNvSpPr/>
            <p:nvPr/>
          </p:nvSpPr>
          <p:spPr>
            <a:xfrm>
              <a:off x="627126" y="640838"/>
              <a:ext cx="72516" cy="35443"/>
            </a:xfrm>
            <a:custGeom>
              <a:avLst/>
              <a:gdLst/>
              <a:ahLst/>
              <a:cxnLst/>
              <a:rect l="l" t="t" r="r" b="b"/>
              <a:pathLst>
                <a:path w="72516" h="35443">
                  <a:moveTo>
                    <a:pt x="72516" y="3745"/>
                  </a:moveTo>
                  <a:lnTo>
                    <a:pt x="72294" y="4854"/>
                  </a:lnTo>
                  <a:lnTo>
                    <a:pt x="72072" y="5964"/>
                  </a:lnTo>
                  <a:lnTo>
                    <a:pt x="71849" y="7077"/>
                  </a:lnTo>
                  <a:lnTo>
                    <a:pt x="71625" y="8197"/>
                  </a:lnTo>
                  <a:lnTo>
                    <a:pt x="71400" y="9324"/>
                  </a:lnTo>
                  <a:lnTo>
                    <a:pt x="71173" y="10460"/>
                  </a:lnTo>
                  <a:lnTo>
                    <a:pt x="70620" y="10449"/>
                  </a:lnTo>
                  <a:lnTo>
                    <a:pt x="69905" y="10436"/>
                  </a:lnTo>
                  <a:lnTo>
                    <a:pt x="68549" y="10411"/>
                  </a:lnTo>
                  <a:lnTo>
                    <a:pt x="66074" y="10366"/>
                  </a:lnTo>
                  <a:lnTo>
                    <a:pt x="64965" y="10353"/>
                  </a:lnTo>
                  <a:lnTo>
                    <a:pt x="63857" y="10341"/>
                  </a:lnTo>
                  <a:lnTo>
                    <a:pt x="62748" y="10328"/>
                  </a:lnTo>
                  <a:lnTo>
                    <a:pt x="61640" y="10316"/>
                  </a:lnTo>
                  <a:lnTo>
                    <a:pt x="60531" y="10304"/>
                  </a:lnTo>
                  <a:lnTo>
                    <a:pt x="59422" y="10292"/>
                  </a:lnTo>
                  <a:lnTo>
                    <a:pt x="58313" y="10269"/>
                  </a:lnTo>
                  <a:lnTo>
                    <a:pt x="57197" y="10246"/>
                  </a:lnTo>
                  <a:lnTo>
                    <a:pt x="56065" y="10223"/>
                  </a:lnTo>
                  <a:lnTo>
                    <a:pt x="54991" y="10215"/>
                  </a:lnTo>
                  <a:lnTo>
                    <a:pt x="53909" y="10206"/>
                  </a:lnTo>
                  <a:lnTo>
                    <a:pt x="52813" y="10198"/>
                  </a:lnTo>
                  <a:lnTo>
                    <a:pt x="52071" y="10186"/>
                  </a:lnTo>
                  <a:lnTo>
                    <a:pt x="49829" y="10155"/>
                  </a:lnTo>
                  <a:lnTo>
                    <a:pt x="48642" y="10311"/>
                  </a:lnTo>
                  <a:lnTo>
                    <a:pt x="47545" y="10518"/>
                  </a:lnTo>
                  <a:lnTo>
                    <a:pt x="46516" y="10781"/>
                  </a:lnTo>
                  <a:lnTo>
                    <a:pt x="45534" y="11106"/>
                  </a:lnTo>
                  <a:lnTo>
                    <a:pt x="44576" y="11499"/>
                  </a:lnTo>
                  <a:lnTo>
                    <a:pt x="43621" y="11966"/>
                  </a:lnTo>
                  <a:lnTo>
                    <a:pt x="42646" y="12513"/>
                  </a:lnTo>
                  <a:lnTo>
                    <a:pt x="41629" y="13146"/>
                  </a:lnTo>
                  <a:lnTo>
                    <a:pt x="41203" y="14645"/>
                  </a:lnTo>
                  <a:lnTo>
                    <a:pt x="40908" y="15744"/>
                  </a:lnTo>
                  <a:lnTo>
                    <a:pt x="40706" y="16629"/>
                  </a:lnTo>
                  <a:lnTo>
                    <a:pt x="40560" y="17485"/>
                  </a:lnTo>
                  <a:lnTo>
                    <a:pt x="40432" y="18500"/>
                  </a:lnTo>
                  <a:lnTo>
                    <a:pt x="40286" y="19860"/>
                  </a:lnTo>
                  <a:lnTo>
                    <a:pt x="38954" y="19860"/>
                  </a:lnTo>
                  <a:lnTo>
                    <a:pt x="37601" y="19860"/>
                  </a:lnTo>
                  <a:lnTo>
                    <a:pt x="37295" y="21052"/>
                  </a:lnTo>
                  <a:lnTo>
                    <a:pt x="36988" y="22253"/>
                  </a:lnTo>
                  <a:lnTo>
                    <a:pt x="36677" y="23470"/>
                  </a:lnTo>
                  <a:lnTo>
                    <a:pt x="36181" y="24704"/>
                  </a:lnTo>
                  <a:lnTo>
                    <a:pt x="35710" y="25831"/>
                  </a:lnTo>
                  <a:lnTo>
                    <a:pt x="35249" y="26863"/>
                  </a:lnTo>
                  <a:lnTo>
                    <a:pt x="34785" y="27811"/>
                  </a:lnTo>
                  <a:lnTo>
                    <a:pt x="34304" y="28689"/>
                  </a:lnTo>
                  <a:lnTo>
                    <a:pt x="33792" y="29508"/>
                  </a:lnTo>
                  <a:lnTo>
                    <a:pt x="33236" y="30281"/>
                  </a:lnTo>
                  <a:lnTo>
                    <a:pt x="32622" y="31020"/>
                  </a:lnTo>
                  <a:lnTo>
                    <a:pt x="31936" y="31737"/>
                  </a:lnTo>
                  <a:lnTo>
                    <a:pt x="31165" y="32444"/>
                  </a:lnTo>
                  <a:lnTo>
                    <a:pt x="30294" y="33154"/>
                  </a:lnTo>
                  <a:lnTo>
                    <a:pt x="29310" y="33879"/>
                  </a:lnTo>
                  <a:lnTo>
                    <a:pt x="28200" y="34632"/>
                  </a:lnTo>
                  <a:lnTo>
                    <a:pt x="27147" y="34775"/>
                  </a:lnTo>
                  <a:lnTo>
                    <a:pt x="26092" y="34910"/>
                  </a:lnTo>
                  <a:lnTo>
                    <a:pt x="25034" y="35033"/>
                  </a:lnTo>
                  <a:lnTo>
                    <a:pt x="23976" y="35144"/>
                  </a:lnTo>
                  <a:lnTo>
                    <a:pt x="22918" y="35240"/>
                  </a:lnTo>
                  <a:lnTo>
                    <a:pt x="21859" y="35320"/>
                  </a:lnTo>
                  <a:lnTo>
                    <a:pt x="20801" y="35382"/>
                  </a:lnTo>
                  <a:lnTo>
                    <a:pt x="19745" y="35423"/>
                  </a:lnTo>
                  <a:lnTo>
                    <a:pt x="18691" y="35443"/>
                  </a:lnTo>
                  <a:lnTo>
                    <a:pt x="17639" y="35440"/>
                  </a:lnTo>
                  <a:lnTo>
                    <a:pt x="16591" y="35411"/>
                  </a:lnTo>
                  <a:lnTo>
                    <a:pt x="15546" y="35356"/>
                  </a:lnTo>
                  <a:lnTo>
                    <a:pt x="14506" y="35272"/>
                  </a:lnTo>
                  <a:lnTo>
                    <a:pt x="13470" y="35157"/>
                  </a:lnTo>
                  <a:lnTo>
                    <a:pt x="12441" y="35010"/>
                  </a:lnTo>
                  <a:lnTo>
                    <a:pt x="11417" y="34829"/>
                  </a:lnTo>
                  <a:lnTo>
                    <a:pt x="10400" y="34613"/>
                  </a:lnTo>
                  <a:lnTo>
                    <a:pt x="9391" y="34358"/>
                  </a:lnTo>
                  <a:lnTo>
                    <a:pt x="8390" y="34065"/>
                  </a:lnTo>
                  <a:lnTo>
                    <a:pt x="7397" y="33730"/>
                  </a:lnTo>
                  <a:lnTo>
                    <a:pt x="6414" y="33353"/>
                  </a:lnTo>
                  <a:lnTo>
                    <a:pt x="5440" y="32931"/>
                  </a:lnTo>
                  <a:lnTo>
                    <a:pt x="4477" y="32462"/>
                  </a:lnTo>
                  <a:lnTo>
                    <a:pt x="3525" y="31946"/>
                  </a:lnTo>
                  <a:lnTo>
                    <a:pt x="2652" y="31281"/>
                  </a:lnTo>
                  <a:lnTo>
                    <a:pt x="1775" y="30613"/>
                  </a:lnTo>
                  <a:lnTo>
                    <a:pt x="892" y="29940"/>
                  </a:lnTo>
                  <a:lnTo>
                    <a:pt x="0" y="29260"/>
                  </a:lnTo>
                  <a:lnTo>
                    <a:pt x="266" y="28196"/>
                  </a:lnTo>
                  <a:lnTo>
                    <a:pt x="532" y="27130"/>
                  </a:lnTo>
                  <a:lnTo>
                    <a:pt x="800" y="26058"/>
                  </a:lnTo>
                  <a:lnTo>
                    <a:pt x="1070" y="24978"/>
                  </a:lnTo>
                  <a:lnTo>
                    <a:pt x="1343" y="23889"/>
                  </a:lnTo>
                  <a:lnTo>
                    <a:pt x="2532" y="23463"/>
                  </a:lnTo>
                  <a:lnTo>
                    <a:pt x="3585" y="23136"/>
                  </a:lnTo>
                  <a:lnTo>
                    <a:pt x="4547" y="22917"/>
                  </a:lnTo>
                  <a:lnTo>
                    <a:pt x="5463" y="22817"/>
                  </a:lnTo>
                  <a:lnTo>
                    <a:pt x="6378" y="22846"/>
                  </a:lnTo>
                  <a:lnTo>
                    <a:pt x="7337" y="23013"/>
                  </a:lnTo>
                  <a:lnTo>
                    <a:pt x="8385" y="23330"/>
                  </a:lnTo>
                  <a:lnTo>
                    <a:pt x="9568" y="23805"/>
                  </a:lnTo>
                  <a:lnTo>
                    <a:pt x="10636" y="24171"/>
                  </a:lnTo>
                  <a:lnTo>
                    <a:pt x="11702" y="24481"/>
                  </a:lnTo>
                  <a:lnTo>
                    <a:pt x="12767" y="24738"/>
                  </a:lnTo>
                  <a:lnTo>
                    <a:pt x="13830" y="24947"/>
                  </a:lnTo>
                  <a:lnTo>
                    <a:pt x="14894" y="25113"/>
                  </a:lnTo>
                  <a:lnTo>
                    <a:pt x="15958" y="25239"/>
                  </a:lnTo>
                  <a:lnTo>
                    <a:pt x="17025" y="25329"/>
                  </a:lnTo>
                  <a:lnTo>
                    <a:pt x="18094" y="25388"/>
                  </a:lnTo>
                  <a:lnTo>
                    <a:pt x="19167" y="25420"/>
                  </a:lnTo>
                  <a:lnTo>
                    <a:pt x="20245" y="25429"/>
                  </a:lnTo>
                  <a:lnTo>
                    <a:pt x="21328" y="25419"/>
                  </a:lnTo>
                  <a:lnTo>
                    <a:pt x="22418" y="25394"/>
                  </a:lnTo>
                  <a:lnTo>
                    <a:pt x="23514" y="25359"/>
                  </a:lnTo>
                  <a:lnTo>
                    <a:pt x="24619" y="25317"/>
                  </a:lnTo>
                  <a:lnTo>
                    <a:pt x="25734" y="25273"/>
                  </a:lnTo>
                  <a:lnTo>
                    <a:pt x="26858" y="25231"/>
                  </a:lnTo>
                  <a:lnTo>
                    <a:pt x="26858" y="23899"/>
                  </a:lnTo>
                  <a:lnTo>
                    <a:pt x="26858" y="22546"/>
                  </a:lnTo>
                  <a:lnTo>
                    <a:pt x="28190" y="22546"/>
                  </a:lnTo>
                  <a:lnTo>
                    <a:pt x="29543" y="22546"/>
                  </a:lnTo>
                  <a:lnTo>
                    <a:pt x="29543" y="21482"/>
                  </a:lnTo>
                  <a:lnTo>
                    <a:pt x="29543" y="20415"/>
                  </a:lnTo>
                  <a:lnTo>
                    <a:pt x="29543" y="19343"/>
                  </a:lnTo>
                  <a:lnTo>
                    <a:pt x="29543" y="18264"/>
                  </a:lnTo>
                  <a:lnTo>
                    <a:pt x="29543" y="17174"/>
                  </a:lnTo>
                  <a:lnTo>
                    <a:pt x="30876" y="16508"/>
                  </a:lnTo>
                  <a:lnTo>
                    <a:pt x="32229" y="15831"/>
                  </a:lnTo>
                  <a:lnTo>
                    <a:pt x="32790" y="14730"/>
                  </a:lnTo>
                  <a:lnTo>
                    <a:pt x="33354" y="13624"/>
                  </a:lnTo>
                  <a:lnTo>
                    <a:pt x="33922" y="12510"/>
                  </a:lnTo>
                  <a:lnTo>
                    <a:pt x="34496" y="11384"/>
                  </a:lnTo>
                  <a:lnTo>
                    <a:pt x="35081" y="10413"/>
                  </a:lnTo>
                  <a:lnTo>
                    <a:pt x="35703" y="9490"/>
                  </a:lnTo>
                  <a:lnTo>
                    <a:pt x="36360" y="8613"/>
                  </a:lnTo>
                  <a:lnTo>
                    <a:pt x="37051" y="7783"/>
                  </a:lnTo>
                  <a:lnTo>
                    <a:pt x="37774" y="6999"/>
                  </a:lnTo>
                  <a:lnTo>
                    <a:pt x="38527" y="6260"/>
                  </a:lnTo>
                  <a:lnTo>
                    <a:pt x="39310" y="5566"/>
                  </a:lnTo>
                  <a:lnTo>
                    <a:pt x="40121" y="4915"/>
                  </a:lnTo>
                  <a:lnTo>
                    <a:pt x="40959" y="4308"/>
                  </a:lnTo>
                  <a:lnTo>
                    <a:pt x="41821" y="3744"/>
                  </a:lnTo>
                  <a:lnTo>
                    <a:pt x="42708" y="3221"/>
                  </a:lnTo>
                  <a:lnTo>
                    <a:pt x="43617" y="2741"/>
                  </a:lnTo>
                  <a:lnTo>
                    <a:pt x="44547" y="2301"/>
                  </a:lnTo>
                  <a:lnTo>
                    <a:pt x="45497" y="1902"/>
                  </a:lnTo>
                  <a:lnTo>
                    <a:pt x="46465" y="1543"/>
                  </a:lnTo>
                  <a:lnTo>
                    <a:pt x="47450" y="1222"/>
                  </a:lnTo>
                  <a:lnTo>
                    <a:pt x="48450" y="941"/>
                  </a:lnTo>
                  <a:lnTo>
                    <a:pt x="49464" y="697"/>
                  </a:lnTo>
                  <a:lnTo>
                    <a:pt x="50491" y="491"/>
                  </a:lnTo>
                  <a:lnTo>
                    <a:pt x="51530" y="321"/>
                  </a:lnTo>
                  <a:lnTo>
                    <a:pt x="52578" y="188"/>
                  </a:lnTo>
                  <a:lnTo>
                    <a:pt x="53634" y="91"/>
                  </a:lnTo>
                  <a:lnTo>
                    <a:pt x="54698" y="28"/>
                  </a:lnTo>
                  <a:lnTo>
                    <a:pt x="55768" y="0"/>
                  </a:lnTo>
                  <a:lnTo>
                    <a:pt x="56841" y="6"/>
                  </a:lnTo>
                  <a:lnTo>
                    <a:pt x="57918" y="45"/>
                  </a:lnTo>
                  <a:lnTo>
                    <a:pt x="58996" y="116"/>
                  </a:lnTo>
                  <a:lnTo>
                    <a:pt x="60075" y="220"/>
                  </a:lnTo>
                  <a:lnTo>
                    <a:pt x="61152" y="355"/>
                  </a:lnTo>
                  <a:lnTo>
                    <a:pt x="62226" y="521"/>
                  </a:lnTo>
                  <a:lnTo>
                    <a:pt x="63296" y="717"/>
                  </a:lnTo>
                  <a:lnTo>
                    <a:pt x="64361" y="943"/>
                  </a:lnTo>
                  <a:lnTo>
                    <a:pt x="65419" y="1198"/>
                  </a:lnTo>
                  <a:lnTo>
                    <a:pt x="66469" y="1481"/>
                  </a:lnTo>
                  <a:lnTo>
                    <a:pt x="67509" y="1792"/>
                  </a:lnTo>
                  <a:lnTo>
                    <a:pt x="68538" y="2131"/>
                  </a:lnTo>
                  <a:lnTo>
                    <a:pt x="69554" y="2496"/>
                  </a:lnTo>
                  <a:lnTo>
                    <a:pt x="70557" y="2887"/>
                  </a:lnTo>
                  <a:lnTo>
                    <a:pt x="71545" y="3304"/>
                  </a:lnTo>
                  <a:lnTo>
                    <a:pt x="72516" y="3745"/>
                  </a:lnTo>
                  <a:close/>
                </a:path>
              </a:pathLst>
            </a:custGeom>
            <a:solidFill>
              <a:srgbClr val="247DB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" name="region 72 #257EB3"/>
            <p:cNvSpPr/>
            <p:nvPr/>
          </p:nvSpPr>
          <p:spPr>
            <a:xfrm>
              <a:off x="914503" y="681817"/>
              <a:ext cx="76545" cy="25463"/>
            </a:xfrm>
            <a:custGeom>
              <a:avLst/>
              <a:gdLst/>
              <a:ahLst/>
              <a:cxnLst/>
              <a:rect l="l" t="t" r="r" b="b"/>
              <a:pathLst>
                <a:path w="76545" h="25463">
                  <a:moveTo>
                    <a:pt x="65214" y="2381"/>
                  </a:moveTo>
                  <a:lnTo>
                    <a:pt x="65714" y="2600"/>
                  </a:lnTo>
                  <a:lnTo>
                    <a:pt x="66362" y="2883"/>
                  </a:lnTo>
                  <a:lnTo>
                    <a:pt x="67590" y="3418"/>
                  </a:lnTo>
                  <a:lnTo>
                    <a:pt x="69830" y="4396"/>
                  </a:lnTo>
                  <a:lnTo>
                    <a:pt x="69830" y="5729"/>
                  </a:lnTo>
                  <a:lnTo>
                    <a:pt x="69830" y="7081"/>
                  </a:lnTo>
                  <a:lnTo>
                    <a:pt x="70323" y="7180"/>
                  </a:lnTo>
                  <a:lnTo>
                    <a:pt x="70818" y="7279"/>
                  </a:lnTo>
                  <a:lnTo>
                    <a:pt x="71501" y="7416"/>
                  </a:lnTo>
                  <a:lnTo>
                    <a:pt x="72558" y="7627"/>
                  </a:lnTo>
                  <a:lnTo>
                    <a:pt x="74178" y="7951"/>
                  </a:lnTo>
                  <a:lnTo>
                    <a:pt x="76545" y="8424"/>
                  </a:lnTo>
                  <a:lnTo>
                    <a:pt x="76545" y="9755"/>
                  </a:lnTo>
                  <a:lnTo>
                    <a:pt x="76545" y="11095"/>
                  </a:lnTo>
                  <a:lnTo>
                    <a:pt x="76545" y="12453"/>
                  </a:lnTo>
                  <a:lnTo>
                    <a:pt x="75211" y="12453"/>
                  </a:lnTo>
                  <a:lnTo>
                    <a:pt x="73859" y="12453"/>
                  </a:lnTo>
                  <a:lnTo>
                    <a:pt x="73859" y="13786"/>
                  </a:lnTo>
                  <a:lnTo>
                    <a:pt x="73859" y="15139"/>
                  </a:lnTo>
                  <a:lnTo>
                    <a:pt x="72719" y="15139"/>
                  </a:lnTo>
                  <a:lnTo>
                    <a:pt x="71577" y="15139"/>
                  </a:lnTo>
                  <a:lnTo>
                    <a:pt x="70433" y="15139"/>
                  </a:lnTo>
                  <a:lnTo>
                    <a:pt x="69285" y="15139"/>
                  </a:lnTo>
                  <a:lnTo>
                    <a:pt x="68131" y="15139"/>
                  </a:lnTo>
                  <a:lnTo>
                    <a:pt x="66971" y="15139"/>
                  </a:lnTo>
                  <a:lnTo>
                    <a:pt x="65802" y="15139"/>
                  </a:lnTo>
                  <a:lnTo>
                    <a:pt x="65802" y="13806"/>
                  </a:lnTo>
                  <a:lnTo>
                    <a:pt x="65802" y="12453"/>
                  </a:lnTo>
                  <a:lnTo>
                    <a:pt x="64717" y="12069"/>
                  </a:lnTo>
                  <a:lnTo>
                    <a:pt x="63650" y="11725"/>
                  </a:lnTo>
                  <a:lnTo>
                    <a:pt x="62599" y="11419"/>
                  </a:lnTo>
                  <a:lnTo>
                    <a:pt x="61563" y="11151"/>
                  </a:lnTo>
                  <a:lnTo>
                    <a:pt x="60538" y="10919"/>
                  </a:lnTo>
                  <a:lnTo>
                    <a:pt x="59523" y="10721"/>
                  </a:lnTo>
                  <a:lnTo>
                    <a:pt x="58517" y="10556"/>
                  </a:lnTo>
                  <a:lnTo>
                    <a:pt x="57516" y="10423"/>
                  </a:lnTo>
                  <a:lnTo>
                    <a:pt x="56519" y="10320"/>
                  </a:lnTo>
                  <a:lnTo>
                    <a:pt x="55524" y="10246"/>
                  </a:lnTo>
                  <a:lnTo>
                    <a:pt x="54529" y="10200"/>
                  </a:lnTo>
                  <a:lnTo>
                    <a:pt x="53531" y="10180"/>
                  </a:lnTo>
                  <a:lnTo>
                    <a:pt x="52529" y="10184"/>
                  </a:lnTo>
                  <a:lnTo>
                    <a:pt x="51520" y="10212"/>
                  </a:lnTo>
                  <a:lnTo>
                    <a:pt x="50503" y="10262"/>
                  </a:lnTo>
                  <a:lnTo>
                    <a:pt x="49476" y="10332"/>
                  </a:lnTo>
                  <a:lnTo>
                    <a:pt x="48435" y="10422"/>
                  </a:lnTo>
                  <a:lnTo>
                    <a:pt x="47380" y="10529"/>
                  </a:lnTo>
                  <a:lnTo>
                    <a:pt x="46309" y="10653"/>
                  </a:lnTo>
                  <a:lnTo>
                    <a:pt x="45218" y="10792"/>
                  </a:lnTo>
                  <a:lnTo>
                    <a:pt x="44107" y="10945"/>
                  </a:lnTo>
                  <a:lnTo>
                    <a:pt x="42973" y="11110"/>
                  </a:lnTo>
                  <a:lnTo>
                    <a:pt x="42973" y="12443"/>
                  </a:lnTo>
                  <a:lnTo>
                    <a:pt x="42973" y="13796"/>
                  </a:lnTo>
                  <a:lnTo>
                    <a:pt x="41413" y="15223"/>
                  </a:lnTo>
                  <a:lnTo>
                    <a:pt x="39985" y="16526"/>
                  </a:lnTo>
                  <a:lnTo>
                    <a:pt x="38679" y="17711"/>
                  </a:lnTo>
                  <a:lnTo>
                    <a:pt x="37483" y="18784"/>
                  </a:lnTo>
                  <a:lnTo>
                    <a:pt x="36389" y="19750"/>
                  </a:lnTo>
                  <a:lnTo>
                    <a:pt x="35387" y="20615"/>
                  </a:lnTo>
                  <a:lnTo>
                    <a:pt x="34465" y="21385"/>
                  </a:lnTo>
                  <a:lnTo>
                    <a:pt x="33614" y="22066"/>
                  </a:lnTo>
                  <a:lnTo>
                    <a:pt x="32824" y="22663"/>
                  </a:lnTo>
                  <a:lnTo>
                    <a:pt x="32084" y="23182"/>
                  </a:lnTo>
                  <a:lnTo>
                    <a:pt x="31386" y="23629"/>
                  </a:lnTo>
                  <a:lnTo>
                    <a:pt x="30717" y="24010"/>
                  </a:lnTo>
                  <a:lnTo>
                    <a:pt x="30070" y="24330"/>
                  </a:lnTo>
                  <a:lnTo>
                    <a:pt x="29432" y="24595"/>
                  </a:lnTo>
                  <a:lnTo>
                    <a:pt x="28795" y="24811"/>
                  </a:lnTo>
                  <a:lnTo>
                    <a:pt x="28148" y="24984"/>
                  </a:lnTo>
                  <a:lnTo>
                    <a:pt x="27481" y="25119"/>
                  </a:lnTo>
                  <a:lnTo>
                    <a:pt x="26784" y="25222"/>
                  </a:lnTo>
                  <a:lnTo>
                    <a:pt x="26046" y="25300"/>
                  </a:lnTo>
                  <a:lnTo>
                    <a:pt x="25259" y="25357"/>
                  </a:lnTo>
                  <a:lnTo>
                    <a:pt x="24411" y="25399"/>
                  </a:lnTo>
                  <a:lnTo>
                    <a:pt x="23493" y="25432"/>
                  </a:lnTo>
                  <a:lnTo>
                    <a:pt x="22494" y="25463"/>
                  </a:lnTo>
                  <a:lnTo>
                    <a:pt x="21430" y="25257"/>
                  </a:lnTo>
                  <a:lnTo>
                    <a:pt x="20381" y="25032"/>
                  </a:lnTo>
                  <a:lnTo>
                    <a:pt x="19348" y="24788"/>
                  </a:lnTo>
                  <a:lnTo>
                    <a:pt x="18328" y="24525"/>
                  </a:lnTo>
                  <a:lnTo>
                    <a:pt x="17322" y="24242"/>
                  </a:lnTo>
                  <a:lnTo>
                    <a:pt x="16329" y="23941"/>
                  </a:lnTo>
                  <a:lnTo>
                    <a:pt x="15348" y="23620"/>
                  </a:lnTo>
                  <a:lnTo>
                    <a:pt x="14379" y="23279"/>
                  </a:lnTo>
                  <a:lnTo>
                    <a:pt x="13421" y="22919"/>
                  </a:lnTo>
                  <a:lnTo>
                    <a:pt x="12474" y="22540"/>
                  </a:lnTo>
                  <a:lnTo>
                    <a:pt x="11536" y="22141"/>
                  </a:lnTo>
                  <a:lnTo>
                    <a:pt x="10609" y="21722"/>
                  </a:lnTo>
                  <a:lnTo>
                    <a:pt x="9690" y="21284"/>
                  </a:lnTo>
                  <a:lnTo>
                    <a:pt x="8779" y="20826"/>
                  </a:lnTo>
                  <a:lnTo>
                    <a:pt x="7876" y="20348"/>
                  </a:lnTo>
                  <a:lnTo>
                    <a:pt x="6980" y="19850"/>
                  </a:lnTo>
                  <a:lnTo>
                    <a:pt x="6091" y="19332"/>
                  </a:lnTo>
                  <a:lnTo>
                    <a:pt x="5208" y="18793"/>
                  </a:lnTo>
                  <a:lnTo>
                    <a:pt x="4330" y="18235"/>
                  </a:lnTo>
                  <a:lnTo>
                    <a:pt x="3457" y="17657"/>
                  </a:lnTo>
                  <a:lnTo>
                    <a:pt x="2588" y="17058"/>
                  </a:lnTo>
                  <a:lnTo>
                    <a:pt x="1723" y="16439"/>
                  </a:lnTo>
                  <a:lnTo>
                    <a:pt x="860" y="15799"/>
                  </a:lnTo>
                  <a:lnTo>
                    <a:pt x="0" y="15139"/>
                  </a:lnTo>
                  <a:lnTo>
                    <a:pt x="0" y="13808"/>
                  </a:lnTo>
                  <a:lnTo>
                    <a:pt x="0" y="12468"/>
                  </a:lnTo>
                  <a:lnTo>
                    <a:pt x="0" y="11110"/>
                  </a:lnTo>
                  <a:lnTo>
                    <a:pt x="1220" y="10684"/>
                  </a:lnTo>
                  <a:lnTo>
                    <a:pt x="2151" y="10389"/>
                  </a:lnTo>
                  <a:lnTo>
                    <a:pt x="2979" y="10187"/>
                  </a:lnTo>
                  <a:lnTo>
                    <a:pt x="3891" y="10041"/>
                  </a:lnTo>
                  <a:lnTo>
                    <a:pt x="5075" y="9913"/>
                  </a:lnTo>
                  <a:lnTo>
                    <a:pt x="6715" y="9767"/>
                  </a:lnTo>
                  <a:lnTo>
                    <a:pt x="7670" y="10411"/>
                  </a:lnTo>
                  <a:lnTo>
                    <a:pt x="8630" y="11058"/>
                  </a:lnTo>
                  <a:lnTo>
                    <a:pt x="9597" y="11710"/>
                  </a:lnTo>
                  <a:lnTo>
                    <a:pt x="10574" y="12370"/>
                  </a:lnTo>
                  <a:lnTo>
                    <a:pt x="11732" y="13113"/>
                  </a:lnTo>
                  <a:lnTo>
                    <a:pt x="12800" y="13751"/>
                  </a:lnTo>
                  <a:lnTo>
                    <a:pt x="13798" y="14288"/>
                  </a:lnTo>
                  <a:lnTo>
                    <a:pt x="14746" y="14729"/>
                  </a:lnTo>
                  <a:lnTo>
                    <a:pt x="15663" y="15079"/>
                  </a:lnTo>
                  <a:lnTo>
                    <a:pt x="16567" y="15342"/>
                  </a:lnTo>
                  <a:lnTo>
                    <a:pt x="17479" y="15523"/>
                  </a:lnTo>
                  <a:lnTo>
                    <a:pt x="18416" y="15626"/>
                  </a:lnTo>
                  <a:lnTo>
                    <a:pt x="19400" y="15656"/>
                  </a:lnTo>
                  <a:lnTo>
                    <a:pt x="20448" y="15618"/>
                  </a:lnTo>
                  <a:lnTo>
                    <a:pt x="21580" y="15516"/>
                  </a:lnTo>
                  <a:lnTo>
                    <a:pt x="22815" y="15354"/>
                  </a:lnTo>
                  <a:lnTo>
                    <a:pt x="24172" y="15139"/>
                  </a:lnTo>
                  <a:lnTo>
                    <a:pt x="25169" y="14561"/>
                  </a:lnTo>
                  <a:lnTo>
                    <a:pt x="26150" y="13973"/>
                  </a:lnTo>
                  <a:lnTo>
                    <a:pt x="27119" y="13373"/>
                  </a:lnTo>
                  <a:lnTo>
                    <a:pt x="28076" y="12761"/>
                  </a:lnTo>
                  <a:lnTo>
                    <a:pt x="29023" y="12139"/>
                  </a:lnTo>
                  <a:lnTo>
                    <a:pt x="29963" y="11504"/>
                  </a:lnTo>
                  <a:lnTo>
                    <a:pt x="30897" y="10857"/>
                  </a:lnTo>
                  <a:lnTo>
                    <a:pt x="31827" y="10198"/>
                  </a:lnTo>
                  <a:lnTo>
                    <a:pt x="32755" y="9527"/>
                  </a:lnTo>
                  <a:lnTo>
                    <a:pt x="33683" y="8843"/>
                  </a:lnTo>
                  <a:lnTo>
                    <a:pt x="34961" y="7984"/>
                  </a:lnTo>
                  <a:lnTo>
                    <a:pt x="35874" y="7462"/>
                  </a:lnTo>
                  <a:lnTo>
                    <a:pt x="36674" y="7194"/>
                  </a:lnTo>
                  <a:lnTo>
                    <a:pt x="37613" y="7096"/>
                  </a:lnTo>
                  <a:lnTo>
                    <a:pt x="38944" y="7081"/>
                  </a:lnTo>
                  <a:lnTo>
                    <a:pt x="38944" y="5749"/>
                  </a:lnTo>
                  <a:lnTo>
                    <a:pt x="38944" y="4396"/>
                  </a:lnTo>
                  <a:lnTo>
                    <a:pt x="39951" y="3797"/>
                  </a:lnTo>
                  <a:lnTo>
                    <a:pt x="40952" y="3245"/>
                  </a:lnTo>
                  <a:lnTo>
                    <a:pt x="41948" y="2738"/>
                  </a:lnTo>
                  <a:lnTo>
                    <a:pt x="42941" y="2276"/>
                  </a:lnTo>
                  <a:lnTo>
                    <a:pt x="43929" y="1858"/>
                  </a:lnTo>
                  <a:lnTo>
                    <a:pt x="44915" y="1484"/>
                  </a:lnTo>
                  <a:lnTo>
                    <a:pt x="45899" y="1153"/>
                  </a:lnTo>
                  <a:lnTo>
                    <a:pt x="46882" y="865"/>
                  </a:lnTo>
                  <a:lnTo>
                    <a:pt x="47864" y="619"/>
                  </a:lnTo>
                  <a:lnTo>
                    <a:pt x="48847" y="414"/>
                  </a:lnTo>
                  <a:lnTo>
                    <a:pt x="49831" y="251"/>
                  </a:lnTo>
                  <a:lnTo>
                    <a:pt x="50816" y="129"/>
                  </a:lnTo>
                  <a:lnTo>
                    <a:pt x="51804" y="46"/>
                  </a:lnTo>
                  <a:lnTo>
                    <a:pt x="52795" y="3"/>
                  </a:lnTo>
                  <a:lnTo>
                    <a:pt x="53790" y="0"/>
                  </a:lnTo>
                  <a:lnTo>
                    <a:pt x="54790" y="34"/>
                  </a:lnTo>
                  <a:lnTo>
                    <a:pt x="55796" y="107"/>
                  </a:lnTo>
                  <a:lnTo>
                    <a:pt x="56807" y="217"/>
                  </a:lnTo>
                  <a:lnTo>
                    <a:pt x="57826" y="364"/>
                  </a:lnTo>
                  <a:lnTo>
                    <a:pt x="58852" y="547"/>
                  </a:lnTo>
                  <a:lnTo>
                    <a:pt x="59887" y="766"/>
                  </a:lnTo>
                  <a:lnTo>
                    <a:pt x="60931" y="1021"/>
                  </a:lnTo>
                  <a:lnTo>
                    <a:pt x="61985" y="1310"/>
                  </a:lnTo>
                  <a:lnTo>
                    <a:pt x="63049" y="1634"/>
                  </a:lnTo>
                  <a:lnTo>
                    <a:pt x="64125" y="1991"/>
                  </a:lnTo>
                  <a:lnTo>
                    <a:pt x="65214" y="2381"/>
                  </a:lnTo>
                  <a:close/>
                </a:path>
              </a:pathLst>
            </a:custGeom>
            <a:solidFill>
              <a:srgbClr val="257EB3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" name="region 73 #A3AEC0"/>
            <p:cNvSpPr/>
            <p:nvPr/>
          </p:nvSpPr>
          <p:spPr>
            <a:xfrm>
              <a:off x="2838854" y="240376"/>
              <a:ext cx="5372" cy="490152"/>
            </a:xfrm>
            <a:custGeom>
              <a:avLst/>
              <a:gdLst/>
              <a:ahLst/>
              <a:cxnLst/>
              <a:rect l="l" t="t" r="r" b="b"/>
              <a:pathLst>
                <a:path w="5372" h="490152">
                  <a:moveTo>
                    <a:pt x="4029" y="0"/>
                  </a:moveTo>
                  <a:lnTo>
                    <a:pt x="4695" y="0"/>
                  </a:lnTo>
                  <a:lnTo>
                    <a:pt x="5372" y="0"/>
                  </a:lnTo>
                  <a:lnTo>
                    <a:pt x="5372" y="7561"/>
                  </a:lnTo>
                  <a:lnTo>
                    <a:pt x="5372" y="15122"/>
                  </a:lnTo>
                  <a:lnTo>
                    <a:pt x="5372" y="22684"/>
                  </a:lnTo>
                  <a:lnTo>
                    <a:pt x="5372" y="30246"/>
                  </a:lnTo>
                  <a:lnTo>
                    <a:pt x="5372" y="37808"/>
                  </a:lnTo>
                  <a:lnTo>
                    <a:pt x="5372" y="45371"/>
                  </a:lnTo>
                  <a:lnTo>
                    <a:pt x="5372" y="52935"/>
                  </a:lnTo>
                  <a:lnTo>
                    <a:pt x="5372" y="60499"/>
                  </a:lnTo>
                  <a:lnTo>
                    <a:pt x="5372" y="68065"/>
                  </a:lnTo>
                  <a:lnTo>
                    <a:pt x="5372" y="75631"/>
                  </a:lnTo>
                  <a:lnTo>
                    <a:pt x="5372" y="83198"/>
                  </a:lnTo>
                  <a:lnTo>
                    <a:pt x="5372" y="90767"/>
                  </a:lnTo>
                  <a:lnTo>
                    <a:pt x="5372" y="98337"/>
                  </a:lnTo>
                  <a:lnTo>
                    <a:pt x="5372" y="105909"/>
                  </a:lnTo>
                  <a:lnTo>
                    <a:pt x="5372" y="113482"/>
                  </a:lnTo>
                  <a:lnTo>
                    <a:pt x="5372" y="121056"/>
                  </a:lnTo>
                  <a:lnTo>
                    <a:pt x="5372" y="128633"/>
                  </a:lnTo>
                  <a:lnTo>
                    <a:pt x="5372" y="136211"/>
                  </a:lnTo>
                  <a:lnTo>
                    <a:pt x="5372" y="143792"/>
                  </a:lnTo>
                  <a:lnTo>
                    <a:pt x="5372" y="151374"/>
                  </a:lnTo>
                  <a:lnTo>
                    <a:pt x="5372" y="158959"/>
                  </a:lnTo>
                  <a:lnTo>
                    <a:pt x="5372" y="166546"/>
                  </a:lnTo>
                  <a:lnTo>
                    <a:pt x="5372" y="174136"/>
                  </a:lnTo>
                  <a:lnTo>
                    <a:pt x="5372" y="181728"/>
                  </a:lnTo>
                  <a:lnTo>
                    <a:pt x="5372" y="189323"/>
                  </a:lnTo>
                  <a:lnTo>
                    <a:pt x="5372" y="196920"/>
                  </a:lnTo>
                  <a:lnTo>
                    <a:pt x="5372" y="204521"/>
                  </a:lnTo>
                  <a:lnTo>
                    <a:pt x="5372" y="212124"/>
                  </a:lnTo>
                  <a:lnTo>
                    <a:pt x="5372" y="219731"/>
                  </a:lnTo>
                  <a:lnTo>
                    <a:pt x="5372" y="227341"/>
                  </a:lnTo>
                  <a:lnTo>
                    <a:pt x="5372" y="234954"/>
                  </a:lnTo>
                  <a:lnTo>
                    <a:pt x="5372" y="242571"/>
                  </a:lnTo>
                  <a:lnTo>
                    <a:pt x="5372" y="250192"/>
                  </a:lnTo>
                  <a:lnTo>
                    <a:pt x="5372" y="257816"/>
                  </a:lnTo>
                  <a:lnTo>
                    <a:pt x="5372" y="265443"/>
                  </a:lnTo>
                  <a:lnTo>
                    <a:pt x="5372" y="273075"/>
                  </a:lnTo>
                  <a:lnTo>
                    <a:pt x="5372" y="280711"/>
                  </a:lnTo>
                  <a:lnTo>
                    <a:pt x="5372" y="288351"/>
                  </a:lnTo>
                  <a:lnTo>
                    <a:pt x="5372" y="295995"/>
                  </a:lnTo>
                  <a:lnTo>
                    <a:pt x="5372" y="303644"/>
                  </a:lnTo>
                  <a:lnTo>
                    <a:pt x="5372" y="311297"/>
                  </a:lnTo>
                  <a:lnTo>
                    <a:pt x="5372" y="318954"/>
                  </a:lnTo>
                  <a:lnTo>
                    <a:pt x="5372" y="326617"/>
                  </a:lnTo>
                  <a:lnTo>
                    <a:pt x="5372" y="334284"/>
                  </a:lnTo>
                  <a:lnTo>
                    <a:pt x="5372" y="341956"/>
                  </a:lnTo>
                  <a:lnTo>
                    <a:pt x="5372" y="349633"/>
                  </a:lnTo>
                  <a:lnTo>
                    <a:pt x="5372" y="357315"/>
                  </a:lnTo>
                  <a:lnTo>
                    <a:pt x="5372" y="365003"/>
                  </a:lnTo>
                  <a:lnTo>
                    <a:pt x="5372" y="372696"/>
                  </a:lnTo>
                  <a:lnTo>
                    <a:pt x="5372" y="380394"/>
                  </a:lnTo>
                  <a:lnTo>
                    <a:pt x="5372" y="388098"/>
                  </a:lnTo>
                  <a:lnTo>
                    <a:pt x="5372" y="395807"/>
                  </a:lnTo>
                  <a:lnTo>
                    <a:pt x="5372" y="403523"/>
                  </a:lnTo>
                  <a:lnTo>
                    <a:pt x="5372" y="411244"/>
                  </a:lnTo>
                  <a:lnTo>
                    <a:pt x="5372" y="418972"/>
                  </a:lnTo>
                  <a:lnTo>
                    <a:pt x="5372" y="426705"/>
                  </a:lnTo>
                  <a:lnTo>
                    <a:pt x="5372" y="434445"/>
                  </a:lnTo>
                  <a:lnTo>
                    <a:pt x="5372" y="442191"/>
                  </a:lnTo>
                  <a:lnTo>
                    <a:pt x="5372" y="449944"/>
                  </a:lnTo>
                  <a:lnTo>
                    <a:pt x="5372" y="457703"/>
                  </a:lnTo>
                  <a:lnTo>
                    <a:pt x="5372" y="465469"/>
                  </a:lnTo>
                  <a:lnTo>
                    <a:pt x="5372" y="473242"/>
                  </a:lnTo>
                  <a:lnTo>
                    <a:pt x="5372" y="481022"/>
                  </a:lnTo>
                  <a:lnTo>
                    <a:pt x="5372" y="488809"/>
                  </a:lnTo>
                  <a:lnTo>
                    <a:pt x="4308" y="489075"/>
                  </a:lnTo>
                  <a:lnTo>
                    <a:pt x="3241" y="489342"/>
                  </a:lnTo>
                  <a:lnTo>
                    <a:pt x="2169" y="489610"/>
                  </a:lnTo>
                  <a:lnTo>
                    <a:pt x="1090" y="489879"/>
                  </a:lnTo>
                  <a:lnTo>
                    <a:pt x="0" y="490152"/>
                  </a:lnTo>
                  <a:lnTo>
                    <a:pt x="0" y="488819"/>
                  </a:lnTo>
                  <a:lnTo>
                    <a:pt x="0" y="487466"/>
                  </a:lnTo>
                  <a:lnTo>
                    <a:pt x="1333" y="486800"/>
                  </a:lnTo>
                  <a:lnTo>
                    <a:pt x="2686" y="486123"/>
                  </a:lnTo>
                  <a:lnTo>
                    <a:pt x="2707" y="478603"/>
                  </a:lnTo>
                  <a:lnTo>
                    <a:pt x="2727" y="471084"/>
                  </a:lnTo>
                  <a:lnTo>
                    <a:pt x="2748" y="463564"/>
                  </a:lnTo>
                  <a:lnTo>
                    <a:pt x="2769" y="456043"/>
                  </a:lnTo>
                  <a:lnTo>
                    <a:pt x="2790" y="448522"/>
                  </a:lnTo>
                  <a:lnTo>
                    <a:pt x="2810" y="441001"/>
                  </a:lnTo>
                  <a:lnTo>
                    <a:pt x="2831" y="433479"/>
                  </a:lnTo>
                  <a:lnTo>
                    <a:pt x="2852" y="425956"/>
                  </a:lnTo>
                  <a:lnTo>
                    <a:pt x="2873" y="418432"/>
                  </a:lnTo>
                  <a:lnTo>
                    <a:pt x="2894" y="410907"/>
                  </a:lnTo>
                  <a:lnTo>
                    <a:pt x="2914" y="403382"/>
                  </a:lnTo>
                  <a:lnTo>
                    <a:pt x="2935" y="395854"/>
                  </a:lnTo>
                  <a:lnTo>
                    <a:pt x="2956" y="388326"/>
                  </a:lnTo>
                  <a:lnTo>
                    <a:pt x="2977" y="380796"/>
                  </a:lnTo>
                  <a:lnTo>
                    <a:pt x="2998" y="373265"/>
                  </a:lnTo>
                  <a:lnTo>
                    <a:pt x="3018" y="365732"/>
                  </a:lnTo>
                  <a:lnTo>
                    <a:pt x="3039" y="358197"/>
                  </a:lnTo>
                  <a:lnTo>
                    <a:pt x="3060" y="350660"/>
                  </a:lnTo>
                  <a:lnTo>
                    <a:pt x="3081" y="343121"/>
                  </a:lnTo>
                  <a:lnTo>
                    <a:pt x="3102" y="335580"/>
                  </a:lnTo>
                  <a:lnTo>
                    <a:pt x="3123" y="328037"/>
                  </a:lnTo>
                  <a:lnTo>
                    <a:pt x="3143" y="320492"/>
                  </a:lnTo>
                  <a:lnTo>
                    <a:pt x="3164" y="312944"/>
                  </a:lnTo>
                  <a:lnTo>
                    <a:pt x="3185" y="305393"/>
                  </a:lnTo>
                  <a:lnTo>
                    <a:pt x="3206" y="297840"/>
                  </a:lnTo>
                  <a:lnTo>
                    <a:pt x="3227" y="290284"/>
                  </a:lnTo>
                  <a:lnTo>
                    <a:pt x="3248" y="282726"/>
                  </a:lnTo>
                  <a:lnTo>
                    <a:pt x="3269" y="275164"/>
                  </a:lnTo>
                  <a:lnTo>
                    <a:pt x="3290" y="267599"/>
                  </a:lnTo>
                  <a:lnTo>
                    <a:pt x="3310" y="260031"/>
                  </a:lnTo>
                  <a:lnTo>
                    <a:pt x="3331" y="252459"/>
                  </a:lnTo>
                  <a:lnTo>
                    <a:pt x="3352" y="244884"/>
                  </a:lnTo>
                  <a:lnTo>
                    <a:pt x="3373" y="237306"/>
                  </a:lnTo>
                  <a:lnTo>
                    <a:pt x="3394" y="229724"/>
                  </a:lnTo>
                  <a:lnTo>
                    <a:pt x="3415" y="222138"/>
                  </a:lnTo>
                  <a:lnTo>
                    <a:pt x="3436" y="214548"/>
                  </a:lnTo>
                  <a:lnTo>
                    <a:pt x="3457" y="206954"/>
                  </a:lnTo>
                  <a:lnTo>
                    <a:pt x="3478" y="199356"/>
                  </a:lnTo>
                  <a:lnTo>
                    <a:pt x="3499" y="191754"/>
                  </a:lnTo>
                  <a:lnTo>
                    <a:pt x="3520" y="184147"/>
                  </a:lnTo>
                  <a:lnTo>
                    <a:pt x="3541" y="176536"/>
                  </a:lnTo>
                  <a:lnTo>
                    <a:pt x="3562" y="168921"/>
                  </a:lnTo>
                  <a:lnTo>
                    <a:pt x="3583" y="161301"/>
                  </a:lnTo>
                  <a:lnTo>
                    <a:pt x="3604" y="153676"/>
                  </a:lnTo>
                  <a:lnTo>
                    <a:pt x="3625" y="146046"/>
                  </a:lnTo>
                  <a:lnTo>
                    <a:pt x="3646" y="138411"/>
                  </a:lnTo>
                  <a:lnTo>
                    <a:pt x="3667" y="130771"/>
                  </a:lnTo>
                  <a:lnTo>
                    <a:pt x="3689" y="123126"/>
                  </a:lnTo>
                  <a:lnTo>
                    <a:pt x="3710" y="115475"/>
                  </a:lnTo>
                  <a:lnTo>
                    <a:pt x="3731" y="107819"/>
                  </a:lnTo>
                  <a:lnTo>
                    <a:pt x="3752" y="100157"/>
                  </a:lnTo>
                  <a:lnTo>
                    <a:pt x="3773" y="92490"/>
                  </a:lnTo>
                  <a:lnTo>
                    <a:pt x="3794" y="84817"/>
                  </a:lnTo>
                  <a:lnTo>
                    <a:pt x="3816" y="77138"/>
                  </a:lnTo>
                  <a:lnTo>
                    <a:pt x="3837" y="69453"/>
                  </a:lnTo>
                  <a:lnTo>
                    <a:pt x="3858" y="61762"/>
                  </a:lnTo>
                  <a:lnTo>
                    <a:pt x="3879" y="54065"/>
                  </a:lnTo>
                  <a:lnTo>
                    <a:pt x="3901" y="46361"/>
                  </a:lnTo>
                  <a:lnTo>
                    <a:pt x="3922" y="38651"/>
                  </a:lnTo>
                  <a:lnTo>
                    <a:pt x="3943" y="30934"/>
                  </a:lnTo>
                  <a:lnTo>
                    <a:pt x="3965" y="23211"/>
                  </a:lnTo>
                  <a:lnTo>
                    <a:pt x="3986" y="15481"/>
                  </a:lnTo>
                  <a:lnTo>
                    <a:pt x="4007" y="7744"/>
                  </a:lnTo>
                  <a:lnTo>
                    <a:pt x="4029" y="0"/>
                  </a:lnTo>
                  <a:close/>
                </a:path>
              </a:pathLst>
            </a:custGeom>
            <a:solidFill>
              <a:srgbClr val="A3AEC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" name="region 74 #5B92BE"/>
            <p:cNvSpPr/>
            <p:nvPr/>
          </p:nvSpPr>
          <p:spPr>
            <a:xfrm>
              <a:off x="2223720" y="302148"/>
              <a:ext cx="224355" cy="24172"/>
            </a:xfrm>
            <a:custGeom>
              <a:avLst/>
              <a:gdLst/>
              <a:ahLst/>
              <a:cxnLst/>
              <a:rect l="l" t="t" r="r" b="b"/>
              <a:pathLst>
                <a:path w="224355" h="24172">
                  <a:moveTo>
                    <a:pt x="94" y="0"/>
                  </a:moveTo>
                  <a:lnTo>
                    <a:pt x="760" y="0"/>
                  </a:lnTo>
                  <a:lnTo>
                    <a:pt x="1437" y="0"/>
                  </a:lnTo>
                  <a:lnTo>
                    <a:pt x="1557" y="1088"/>
                  </a:lnTo>
                  <a:lnTo>
                    <a:pt x="1678" y="2176"/>
                  </a:lnTo>
                  <a:lnTo>
                    <a:pt x="1799" y="3266"/>
                  </a:lnTo>
                  <a:lnTo>
                    <a:pt x="1921" y="4357"/>
                  </a:lnTo>
                  <a:lnTo>
                    <a:pt x="2042" y="5450"/>
                  </a:lnTo>
                  <a:lnTo>
                    <a:pt x="2164" y="6546"/>
                  </a:lnTo>
                  <a:lnTo>
                    <a:pt x="2286" y="7645"/>
                  </a:lnTo>
                  <a:lnTo>
                    <a:pt x="2409" y="8749"/>
                  </a:lnTo>
                  <a:lnTo>
                    <a:pt x="2532" y="9856"/>
                  </a:lnTo>
                  <a:lnTo>
                    <a:pt x="2655" y="10968"/>
                  </a:lnTo>
                  <a:lnTo>
                    <a:pt x="2779" y="12086"/>
                  </a:lnTo>
                  <a:lnTo>
                    <a:pt x="4112" y="12086"/>
                  </a:lnTo>
                  <a:lnTo>
                    <a:pt x="5465" y="12086"/>
                  </a:lnTo>
                  <a:lnTo>
                    <a:pt x="5826" y="13167"/>
                  </a:lnTo>
                  <a:lnTo>
                    <a:pt x="6188" y="14256"/>
                  </a:lnTo>
                  <a:lnTo>
                    <a:pt x="6556" y="15360"/>
                  </a:lnTo>
                  <a:lnTo>
                    <a:pt x="7083" y="16496"/>
                  </a:lnTo>
                  <a:lnTo>
                    <a:pt x="7613" y="17641"/>
                  </a:lnTo>
                  <a:lnTo>
                    <a:pt x="8151" y="18801"/>
                  </a:lnTo>
                  <a:lnTo>
                    <a:pt x="9317" y="19165"/>
                  </a:lnTo>
                  <a:lnTo>
                    <a:pt x="10437" y="19466"/>
                  </a:lnTo>
                  <a:lnTo>
                    <a:pt x="11521" y="19709"/>
                  </a:lnTo>
                  <a:lnTo>
                    <a:pt x="12581" y="19901"/>
                  </a:lnTo>
                  <a:lnTo>
                    <a:pt x="13629" y="20048"/>
                  </a:lnTo>
                  <a:lnTo>
                    <a:pt x="14677" y="20156"/>
                  </a:lnTo>
                  <a:lnTo>
                    <a:pt x="15737" y="20231"/>
                  </a:lnTo>
                  <a:lnTo>
                    <a:pt x="16820" y="20279"/>
                  </a:lnTo>
                  <a:lnTo>
                    <a:pt x="17938" y="20307"/>
                  </a:lnTo>
                  <a:lnTo>
                    <a:pt x="19102" y="20319"/>
                  </a:lnTo>
                  <a:lnTo>
                    <a:pt x="20326" y="20323"/>
                  </a:lnTo>
                  <a:lnTo>
                    <a:pt x="21604" y="20327"/>
                  </a:lnTo>
                  <a:lnTo>
                    <a:pt x="22888" y="20332"/>
                  </a:lnTo>
                  <a:lnTo>
                    <a:pt x="24181" y="20336"/>
                  </a:lnTo>
                  <a:lnTo>
                    <a:pt x="25489" y="20341"/>
                  </a:lnTo>
                  <a:lnTo>
                    <a:pt x="26624" y="20340"/>
                  </a:lnTo>
                  <a:lnTo>
                    <a:pt x="27759" y="20340"/>
                  </a:lnTo>
                  <a:lnTo>
                    <a:pt x="28895" y="20339"/>
                  </a:lnTo>
                  <a:lnTo>
                    <a:pt x="30030" y="20339"/>
                  </a:lnTo>
                  <a:lnTo>
                    <a:pt x="31165" y="20338"/>
                  </a:lnTo>
                  <a:lnTo>
                    <a:pt x="32359" y="20341"/>
                  </a:lnTo>
                  <a:lnTo>
                    <a:pt x="33553" y="20343"/>
                  </a:lnTo>
                  <a:lnTo>
                    <a:pt x="34747" y="20346"/>
                  </a:lnTo>
                  <a:lnTo>
                    <a:pt x="35941" y="20349"/>
                  </a:lnTo>
                  <a:lnTo>
                    <a:pt x="37134" y="20352"/>
                  </a:lnTo>
                  <a:lnTo>
                    <a:pt x="38216" y="20354"/>
                  </a:lnTo>
                  <a:lnTo>
                    <a:pt x="39298" y="20356"/>
                  </a:lnTo>
                  <a:lnTo>
                    <a:pt x="40379" y="20358"/>
                  </a:lnTo>
                  <a:lnTo>
                    <a:pt x="41461" y="20360"/>
                  </a:lnTo>
                  <a:lnTo>
                    <a:pt x="42542" y="20361"/>
                  </a:lnTo>
                  <a:lnTo>
                    <a:pt x="43624" y="20362"/>
                  </a:lnTo>
                  <a:lnTo>
                    <a:pt x="44705" y="20364"/>
                  </a:lnTo>
                  <a:lnTo>
                    <a:pt x="45787" y="20365"/>
                  </a:lnTo>
                  <a:lnTo>
                    <a:pt x="46868" y="20365"/>
                  </a:lnTo>
                  <a:lnTo>
                    <a:pt x="47950" y="20366"/>
                  </a:lnTo>
                  <a:lnTo>
                    <a:pt x="49032" y="20367"/>
                  </a:lnTo>
                  <a:lnTo>
                    <a:pt x="50113" y="20367"/>
                  </a:lnTo>
                  <a:lnTo>
                    <a:pt x="51195" y="20367"/>
                  </a:lnTo>
                  <a:lnTo>
                    <a:pt x="52276" y="20368"/>
                  </a:lnTo>
                  <a:lnTo>
                    <a:pt x="53358" y="20368"/>
                  </a:lnTo>
                  <a:lnTo>
                    <a:pt x="54399" y="20368"/>
                  </a:lnTo>
                  <a:lnTo>
                    <a:pt x="55440" y="20369"/>
                  </a:lnTo>
                  <a:lnTo>
                    <a:pt x="56482" y="20369"/>
                  </a:lnTo>
                  <a:lnTo>
                    <a:pt x="57523" y="20370"/>
                  </a:lnTo>
                  <a:lnTo>
                    <a:pt x="58564" y="20371"/>
                  </a:lnTo>
                  <a:lnTo>
                    <a:pt x="59605" y="20372"/>
                  </a:lnTo>
                  <a:lnTo>
                    <a:pt x="60647" y="20373"/>
                  </a:lnTo>
                  <a:lnTo>
                    <a:pt x="61688" y="20373"/>
                  </a:lnTo>
                  <a:lnTo>
                    <a:pt x="62729" y="20374"/>
                  </a:lnTo>
                  <a:lnTo>
                    <a:pt x="63770" y="20375"/>
                  </a:lnTo>
                  <a:lnTo>
                    <a:pt x="64812" y="20376"/>
                  </a:lnTo>
                  <a:lnTo>
                    <a:pt x="65853" y="20377"/>
                  </a:lnTo>
                  <a:lnTo>
                    <a:pt x="66894" y="20378"/>
                  </a:lnTo>
                  <a:lnTo>
                    <a:pt x="67958" y="20380"/>
                  </a:lnTo>
                  <a:lnTo>
                    <a:pt x="69023" y="20381"/>
                  </a:lnTo>
                  <a:lnTo>
                    <a:pt x="70087" y="20382"/>
                  </a:lnTo>
                  <a:lnTo>
                    <a:pt x="71151" y="20383"/>
                  </a:lnTo>
                  <a:lnTo>
                    <a:pt x="72215" y="20384"/>
                  </a:lnTo>
                  <a:lnTo>
                    <a:pt x="73280" y="20385"/>
                  </a:lnTo>
                  <a:lnTo>
                    <a:pt x="74344" y="20385"/>
                  </a:lnTo>
                  <a:lnTo>
                    <a:pt x="75408" y="20386"/>
                  </a:lnTo>
                  <a:lnTo>
                    <a:pt x="76472" y="20387"/>
                  </a:lnTo>
                  <a:lnTo>
                    <a:pt x="77537" y="20388"/>
                  </a:lnTo>
                  <a:lnTo>
                    <a:pt x="78601" y="20388"/>
                  </a:lnTo>
                  <a:lnTo>
                    <a:pt x="79665" y="20389"/>
                  </a:lnTo>
                  <a:lnTo>
                    <a:pt x="80730" y="20389"/>
                  </a:lnTo>
                  <a:lnTo>
                    <a:pt x="81794" y="20390"/>
                  </a:lnTo>
                  <a:lnTo>
                    <a:pt x="82858" y="20390"/>
                  </a:lnTo>
                  <a:lnTo>
                    <a:pt x="83923" y="20391"/>
                  </a:lnTo>
                  <a:lnTo>
                    <a:pt x="84987" y="20391"/>
                  </a:lnTo>
                  <a:lnTo>
                    <a:pt x="86051" y="20391"/>
                  </a:lnTo>
                  <a:lnTo>
                    <a:pt x="87116" y="20391"/>
                  </a:lnTo>
                  <a:lnTo>
                    <a:pt x="88180" y="20392"/>
                  </a:lnTo>
                  <a:lnTo>
                    <a:pt x="89245" y="20392"/>
                  </a:lnTo>
                  <a:lnTo>
                    <a:pt x="90309" y="20392"/>
                  </a:lnTo>
                  <a:lnTo>
                    <a:pt x="91373" y="20392"/>
                  </a:lnTo>
                  <a:lnTo>
                    <a:pt x="92438" y="20392"/>
                  </a:lnTo>
                  <a:lnTo>
                    <a:pt x="93502" y="20392"/>
                  </a:lnTo>
                  <a:lnTo>
                    <a:pt x="94566" y="20392"/>
                  </a:lnTo>
                  <a:lnTo>
                    <a:pt x="95631" y="20392"/>
                  </a:lnTo>
                  <a:lnTo>
                    <a:pt x="96695" y="20392"/>
                  </a:lnTo>
                  <a:lnTo>
                    <a:pt x="97759" y="20392"/>
                  </a:lnTo>
                  <a:lnTo>
                    <a:pt x="98824" y="20392"/>
                  </a:lnTo>
                  <a:lnTo>
                    <a:pt x="99887" y="20392"/>
                  </a:lnTo>
                  <a:lnTo>
                    <a:pt x="100950" y="20392"/>
                  </a:lnTo>
                  <a:lnTo>
                    <a:pt x="102013" y="20392"/>
                  </a:lnTo>
                  <a:lnTo>
                    <a:pt x="103076" y="20393"/>
                  </a:lnTo>
                  <a:lnTo>
                    <a:pt x="104139" y="20393"/>
                  </a:lnTo>
                  <a:lnTo>
                    <a:pt x="105202" y="20393"/>
                  </a:lnTo>
                  <a:lnTo>
                    <a:pt x="106265" y="20394"/>
                  </a:lnTo>
                  <a:lnTo>
                    <a:pt x="107328" y="20394"/>
                  </a:lnTo>
                  <a:lnTo>
                    <a:pt x="108391" y="20395"/>
                  </a:lnTo>
                  <a:lnTo>
                    <a:pt x="109454" y="20396"/>
                  </a:lnTo>
                  <a:lnTo>
                    <a:pt x="110517" y="20397"/>
                  </a:lnTo>
                  <a:lnTo>
                    <a:pt x="111580" y="20398"/>
                  </a:lnTo>
                  <a:lnTo>
                    <a:pt x="112643" y="20399"/>
                  </a:lnTo>
                  <a:lnTo>
                    <a:pt x="113707" y="20400"/>
                  </a:lnTo>
                  <a:lnTo>
                    <a:pt x="114770" y="20401"/>
                  </a:lnTo>
                  <a:lnTo>
                    <a:pt x="115833" y="20402"/>
                  </a:lnTo>
                  <a:lnTo>
                    <a:pt x="116896" y="20403"/>
                  </a:lnTo>
                  <a:lnTo>
                    <a:pt x="117959" y="20404"/>
                  </a:lnTo>
                  <a:lnTo>
                    <a:pt x="119022" y="20406"/>
                  </a:lnTo>
                  <a:lnTo>
                    <a:pt x="120085" y="20407"/>
                  </a:lnTo>
                  <a:lnTo>
                    <a:pt x="121148" y="20409"/>
                  </a:lnTo>
                  <a:lnTo>
                    <a:pt x="122211" y="20410"/>
                  </a:lnTo>
                  <a:lnTo>
                    <a:pt x="123274" y="20412"/>
                  </a:lnTo>
                  <a:lnTo>
                    <a:pt x="124337" y="20413"/>
                  </a:lnTo>
                  <a:lnTo>
                    <a:pt x="125401" y="20415"/>
                  </a:lnTo>
                  <a:lnTo>
                    <a:pt x="126464" y="20417"/>
                  </a:lnTo>
                  <a:lnTo>
                    <a:pt x="127527" y="20419"/>
                  </a:lnTo>
                  <a:lnTo>
                    <a:pt x="128590" y="20421"/>
                  </a:lnTo>
                  <a:lnTo>
                    <a:pt x="129653" y="20423"/>
                  </a:lnTo>
                  <a:lnTo>
                    <a:pt x="130716" y="20425"/>
                  </a:lnTo>
                  <a:lnTo>
                    <a:pt x="131779" y="20427"/>
                  </a:lnTo>
                  <a:lnTo>
                    <a:pt x="132827" y="20429"/>
                  </a:lnTo>
                  <a:lnTo>
                    <a:pt x="133874" y="20430"/>
                  </a:lnTo>
                  <a:lnTo>
                    <a:pt x="134922" y="20432"/>
                  </a:lnTo>
                  <a:lnTo>
                    <a:pt x="135969" y="20434"/>
                  </a:lnTo>
                  <a:lnTo>
                    <a:pt x="137017" y="20435"/>
                  </a:lnTo>
                  <a:lnTo>
                    <a:pt x="138064" y="20437"/>
                  </a:lnTo>
                  <a:lnTo>
                    <a:pt x="139112" y="20438"/>
                  </a:lnTo>
                  <a:lnTo>
                    <a:pt x="140159" y="20440"/>
                  </a:lnTo>
                  <a:lnTo>
                    <a:pt x="141207" y="20441"/>
                  </a:lnTo>
                  <a:lnTo>
                    <a:pt x="142254" y="20442"/>
                  </a:lnTo>
                  <a:lnTo>
                    <a:pt x="143301" y="20443"/>
                  </a:lnTo>
                  <a:lnTo>
                    <a:pt x="144349" y="20444"/>
                  </a:lnTo>
                  <a:lnTo>
                    <a:pt x="145396" y="20445"/>
                  </a:lnTo>
                  <a:lnTo>
                    <a:pt x="146444" y="20446"/>
                  </a:lnTo>
                  <a:lnTo>
                    <a:pt x="147491" y="20447"/>
                  </a:lnTo>
                  <a:lnTo>
                    <a:pt x="148539" y="20447"/>
                  </a:lnTo>
                  <a:lnTo>
                    <a:pt x="149586" y="20448"/>
                  </a:lnTo>
                  <a:lnTo>
                    <a:pt x="150634" y="20449"/>
                  </a:lnTo>
                  <a:lnTo>
                    <a:pt x="151681" y="20449"/>
                  </a:lnTo>
                  <a:lnTo>
                    <a:pt x="152728" y="20450"/>
                  </a:lnTo>
                  <a:lnTo>
                    <a:pt x="153776" y="20450"/>
                  </a:lnTo>
                  <a:lnTo>
                    <a:pt x="154823" y="20450"/>
                  </a:lnTo>
                  <a:lnTo>
                    <a:pt x="155871" y="20450"/>
                  </a:lnTo>
                  <a:lnTo>
                    <a:pt x="156918" y="20451"/>
                  </a:lnTo>
                  <a:lnTo>
                    <a:pt x="157966" y="20451"/>
                  </a:lnTo>
                  <a:lnTo>
                    <a:pt x="159013" y="20451"/>
                  </a:lnTo>
                  <a:lnTo>
                    <a:pt x="160061" y="20451"/>
                  </a:lnTo>
                  <a:lnTo>
                    <a:pt x="161117" y="20451"/>
                  </a:lnTo>
                  <a:lnTo>
                    <a:pt x="162173" y="20451"/>
                  </a:lnTo>
                  <a:lnTo>
                    <a:pt x="163229" y="20451"/>
                  </a:lnTo>
                  <a:lnTo>
                    <a:pt x="164285" y="20452"/>
                  </a:lnTo>
                  <a:lnTo>
                    <a:pt x="165341" y="20452"/>
                  </a:lnTo>
                  <a:lnTo>
                    <a:pt x="166397" y="20453"/>
                  </a:lnTo>
                  <a:lnTo>
                    <a:pt x="167453" y="20453"/>
                  </a:lnTo>
                  <a:lnTo>
                    <a:pt x="168509" y="20454"/>
                  </a:lnTo>
                  <a:lnTo>
                    <a:pt x="169565" y="20455"/>
                  </a:lnTo>
                  <a:lnTo>
                    <a:pt x="170621" y="20456"/>
                  </a:lnTo>
                  <a:lnTo>
                    <a:pt x="171677" y="20458"/>
                  </a:lnTo>
                  <a:lnTo>
                    <a:pt x="172733" y="20459"/>
                  </a:lnTo>
                  <a:lnTo>
                    <a:pt x="173789" y="20461"/>
                  </a:lnTo>
                  <a:lnTo>
                    <a:pt x="174845" y="20463"/>
                  </a:lnTo>
                  <a:lnTo>
                    <a:pt x="175901" y="20466"/>
                  </a:lnTo>
                  <a:lnTo>
                    <a:pt x="176957" y="20468"/>
                  </a:lnTo>
                  <a:lnTo>
                    <a:pt x="178016" y="20471"/>
                  </a:lnTo>
                  <a:lnTo>
                    <a:pt x="179075" y="20473"/>
                  </a:lnTo>
                  <a:lnTo>
                    <a:pt x="180135" y="20475"/>
                  </a:lnTo>
                  <a:lnTo>
                    <a:pt x="181194" y="20476"/>
                  </a:lnTo>
                  <a:lnTo>
                    <a:pt x="182253" y="20477"/>
                  </a:lnTo>
                  <a:lnTo>
                    <a:pt x="183312" y="20478"/>
                  </a:lnTo>
                  <a:lnTo>
                    <a:pt x="184372" y="20479"/>
                  </a:lnTo>
                  <a:lnTo>
                    <a:pt x="185431" y="20479"/>
                  </a:lnTo>
                  <a:lnTo>
                    <a:pt x="186490" y="20479"/>
                  </a:lnTo>
                  <a:lnTo>
                    <a:pt x="187549" y="20479"/>
                  </a:lnTo>
                  <a:lnTo>
                    <a:pt x="188609" y="20478"/>
                  </a:lnTo>
                  <a:lnTo>
                    <a:pt x="189668" y="20477"/>
                  </a:lnTo>
                  <a:lnTo>
                    <a:pt x="190727" y="20476"/>
                  </a:lnTo>
                  <a:lnTo>
                    <a:pt x="191786" y="20474"/>
                  </a:lnTo>
                  <a:lnTo>
                    <a:pt x="192846" y="20472"/>
                  </a:lnTo>
                  <a:lnTo>
                    <a:pt x="194012" y="20472"/>
                  </a:lnTo>
                  <a:lnTo>
                    <a:pt x="195179" y="20472"/>
                  </a:lnTo>
                  <a:lnTo>
                    <a:pt x="196346" y="20474"/>
                  </a:lnTo>
                  <a:lnTo>
                    <a:pt x="197513" y="20477"/>
                  </a:lnTo>
                  <a:lnTo>
                    <a:pt x="198679" y="20482"/>
                  </a:lnTo>
                  <a:lnTo>
                    <a:pt x="199816" y="20485"/>
                  </a:lnTo>
                  <a:lnTo>
                    <a:pt x="200953" y="20487"/>
                  </a:lnTo>
                  <a:lnTo>
                    <a:pt x="202090" y="20487"/>
                  </a:lnTo>
                  <a:lnTo>
                    <a:pt x="203227" y="20485"/>
                  </a:lnTo>
                  <a:lnTo>
                    <a:pt x="204364" y="20482"/>
                  </a:lnTo>
                  <a:lnTo>
                    <a:pt x="205501" y="20479"/>
                  </a:lnTo>
                  <a:lnTo>
                    <a:pt x="206638" y="20475"/>
                  </a:lnTo>
                  <a:lnTo>
                    <a:pt x="207127" y="20476"/>
                  </a:lnTo>
                  <a:lnTo>
                    <a:pt x="207758" y="20476"/>
                  </a:lnTo>
                  <a:lnTo>
                    <a:pt x="208955" y="20477"/>
                  </a:lnTo>
                  <a:lnTo>
                    <a:pt x="211138" y="20478"/>
                  </a:lnTo>
                  <a:lnTo>
                    <a:pt x="212351" y="20342"/>
                  </a:lnTo>
                  <a:lnTo>
                    <a:pt x="213455" y="20159"/>
                  </a:lnTo>
                  <a:lnTo>
                    <a:pt x="214476" y="19927"/>
                  </a:lnTo>
                  <a:lnTo>
                    <a:pt x="215442" y="19645"/>
                  </a:lnTo>
                  <a:lnTo>
                    <a:pt x="216376" y="19312"/>
                  </a:lnTo>
                  <a:lnTo>
                    <a:pt x="217306" y="18928"/>
                  </a:lnTo>
                  <a:lnTo>
                    <a:pt x="218258" y="18492"/>
                  </a:lnTo>
                  <a:lnTo>
                    <a:pt x="219256" y="18002"/>
                  </a:lnTo>
                  <a:lnTo>
                    <a:pt x="220326" y="17458"/>
                  </a:lnTo>
                  <a:lnTo>
                    <a:pt x="221324" y="17790"/>
                  </a:lnTo>
                  <a:lnTo>
                    <a:pt x="222326" y="18124"/>
                  </a:lnTo>
                  <a:lnTo>
                    <a:pt x="223335" y="18460"/>
                  </a:lnTo>
                  <a:lnTo>
                    <a:pt x="224355" y="18801"/>
                  </a:lnTo>
                  <a:lnTo>
                    <a:pt x="223022" y="19467"/>
                  </a:lnTo>
                  <a:lnTo>
                    <a:pt x="221669" y="20143"/>
                  </a:lnTo>
                  <a:lnTo>
                    <a:pt x="221337" y="21141"/>
                  </a:lnTo>
                  <a:lnTo>
                    <a:pt x="221003" y="22143"/>
                  </a:lnTo>
                  <a:lnTo>
                    <a:pt x="220667" y="23152"/>
                  </a:lnTo>
                  <a:lnTo>
                    <a:pt x="220326" y="24172"/>
                  </a:lnTo>
                  <a:lnTo>
                    <a:pt x="217044" y="24172"/>
                  </a:lnTo>
                  <a:lnTo>
                    <a:pt x="213762" y="24172"/>
                  </a:lnTo>
                  <a:lnTo>
                    <a:pt x="210480" y="24172"/>
                  </a:lnTo>
                  <a:lnTo>
                    <a:pt x="207198" y="24172"/>
                  </a:lnTo>
                  <a:lnTo>
                    <a:pt x="203915" y="24172"/>
                  </a:lnTo>
                  <a:lnTo>
                    <a:pt x="200632" y="24172"/>
                  </a:lnTo>
                  <a:lnTo>
                    <a:pt x="197349" y="24172"/>
                  </a:lnTo>
                  <a:lnTo>
                    <a:pt x="194066" y="24172"/>
                  </a:lnTo>
                  <a:lnTo>
                    <a:pt x="190782" y="24172"/>
                  </a:lnTo>
                  <a:lnTo>
                    <a:pt x="187498" y="24172"/>
                  </a:lnTo>
                  <a:lnTo>
                    <a:pt x="184213" y="24172"/>
                  </a:lnTo>
                  <a:lnTo>
                    <a:pt x="180927" y="24172"/>
                  </a:lnTo>
                  <a:lnTo>
                    <a:pt x="177642" y="24172"/>
                  </a:lnTo>
                  <a:lnTo>
                    <a:pt x="174355" y="24172"/>
                  </a:lnTo>
                  <a:lnTo>
                    <a:pt x="171068" y="24172"/>
                  </a:lnTo>
                  <a:lnTo>
                    <a:pt x="167780" y="24172"/>
                  </a:lnTo>
                  <a:lnTo>
                    <a:pt x="164491" y="24172"/>
                  </a:lnTo>
                  <a:lnTo>
                    <a:pt x="161202" y="24172"/>
                  </a:lnTo>
                  <a:lnTo>
                    <a:pt x="157911" y="24172"/>
                  </a:lnTo>
                  <a:lnTo>
                    <a:pt x="154620" y="24172"/>
                  </a:lnTo>
                  <a:lnTo>
                    <a:pt x="151328" y="24172"/>
                  </a:lnTo>
                  <a:lnTo>
                    <a:pt x="148034" y="24172"/>
                  </a:lnTo>
                  <a:lnTo>
                    <a:pt x="144740" y="24172"/>
                  </a:lnTo>
                  <a:lnTo>
                    <a:pt x="141444" y="24172"/>
                  </a:lnTo>
                  <a:lnTo>
                    <a:pt x="138148" y="24172"/>
                  </a:lnTo>
                  <a:lnTo>
                    <a:pt x="134850" y="24172"/>
                  </a:lnTo>
                  <a:lnTo>
                    <a:pt x="131551" y="24172"/>
                  </a:lnTo>
                  <a:lnTo>
                    <a:pt x="128250" y="24172"/>
                  </a:lnTo>
                  <a:lnTo>
                    <a:pt x="124948" y="24172"/>
                  </a:lnTo>
                  <a:lnTo>
                    <a:pt x="121645" y="24172"/>
                  </a:lnTo>
                  <a:lnTo>
                    <a:pt x="118341" y="24172"/>
                  </a:lnTo>
                  <a:lnTo>
                    <a:pt x="115034" y="24172"/>
                  </a:lnTo>
                  <a:lnTo>
                    <a:pt x="111727" y="24172"/>
                  </a:lnTo>
                  <a:lnTo>
                    <a:pt x="108417" y="24172"/>
                  </a:lnTo>
                  <a:lnTo>
                    <a:pt x="105106" y="24172"/>
                  </a:lnTo>
                  <a:lnTo>
                    <a:pt x="101794" y="24172"/>
                  </a:lnTo>
                  <a:lnTo>
                    <a:pt x="98479" y="24172"/>
                  </a:lnTo>
                  <a:lnTo>
                    <a:pt x="95163" y="24172"/>
                  </a:lnTo>
                  <a:lnTo>
                    <a:pt x="91845" y="24172"/>
                  </a:lnTo>
                  <a:lnTo>
                    <a:pt x="88525" y="24172"/>
                  </a:lnTo>
                  <a:lnTo>
                    <a:pt x="85203" y="24172"/>
                  </a:lnTo>
                  <a:lnTo>
                    <a:pt x="81879" y="24172"/>
                  </a:lnTo>
                  <a:lnTo>
                    <a:pt x="78553" y="24172"/>
                  </a:lnTo>
                  <a:lnTo>
                    <a:pt x="75225" y="24172"/>
                  </a:lnTo>
                  <a:lnTo>
                    <a:pt x="71895" y="24172"/>
                  </a:lnTo>
                  <a:lnTo>
                    <a:pt x="68563" y="24172"/>
                  </a:lnTo>
                  <a:lnTo>
                    <a:pt x="65228" y="24172"/>
                  </a:lnTo>
                  <a:lnTo>
                    <a:pt x="61891" y="24172"/>
                  </a:lnTo>
                  <a:lnTo>
                    <a:pt x="58552" y="24172"/>
                  </a:lnTo>
                  <a:lnTo>
                    <a:pt x="55210" y="24172"/>
                  </a:lnTo>
                  <a:lnTo>
                    <a:pt x="51866" y="24172"/>
                  </a:lnTo>
                  <a:lnTo>
                    <a:pt x="48520" y="24172"/>
                  </a:lnTo>
                  <a:lnTo>
                    <a:pt x="45171" y="24172"/>
                  </a:lnTo>
                  <a:lnTo>
                    <a:pt x="41819" y="24172"/>
                  </a:lnTo>
                  <a:lnTo>
                    <a:pt x="38465" y="24172"/>
                  </a:lnTo>
                  <a:lnTo>
                    <a:pt x="35108" y="24172"/>
                  </a:lnTo>
                  <a:lnTo>
                    <a:pt x="31748" y="24172"/>
                  </a:lnTo>
                  <a:lnTo>
                    <a:pt x="28386" y="24172"/>
                  </a:lnTo>
                  <a:lnTo>
                    <a:pt x="25021" y="24172"/>
                  </a:lnTo>
                  <a:lnTo>
                    <a:pt x="21653" y="24172"/>
                  </a:lnTo>
                  <a:lnTo>
                    <a:pt x="18282" y="24172"/>
                  </a:lnTo>
                  <a:lnTo>
                    <a:pt x="14908" y="24172"/>
                  </a:lnTo>
                  <a:lnTo>
                    <a:pt x="11531" y="24172"/>
                  </a:lnTo>
                  <a:lnTo>
                    <a:pt x="8151" y="24172"/>
                  </a:lnTo>
                  <a:lnTo>
                    <a:pt x="8151" y="22839"/>
                  </a:lnTo>
                  <a:lnTo>
                    <a:pt x="8151" y="21486"/>
                  </a:lnTo>
                  <a:lnTo>
                    <a:pt x="7070" y="21153"/>
                  </a:lnTo>
                  <a:lnTo>
                    <a:pt x="5981" y="20818"/>
                  </a:lnTo>
                  <a:lnTo>
                    <a:pt x="4877" y="20479"/>
                  </a:lnTo>
                  <a:lnTo>
                    <a:pt x="3191" y="19641"/>
                  </a:lnTo>
                  <a:lnTo>
                    <a:pt x="2123" y="19013"/>
                  </a:lnTo>
                  <a:lnTo>
                    <a:pt x="1466" y="18400"/>
                  </a:lnTo>
                  <a:lnTo>
                    <a:pt x="1013" y="17611"/>
                  </a:lnTo>
                  <a:lnTo>
                    <a:pt x="556" y="16450"/>
                  </a:lnTo>
                  <a:lnTo>
                    <a:pt x="398" y="15322"/>
                  </a:lnTo>
                  <a:lnTo>
                    <a:pt x="271" y="14203"/>
                  </a:lnTo>
                  <a:lnTo>
                    <a:pt x="173" y="13091"/>
                  </a:lnTo>
                  <a:lnTo>
                    <a:pt x="99" y="11983"/>
                  </a:lnTo>
                  <a:lnTo>
                    <a:pt x="47" y="10875"/>
                  </a:lnTo>
                  <a:lnTo>
                    <a:pt x="16" y="9764"/>
                  </a:lnTo>
                  <a:lnTo>
                    <a:pt x="1" y="8646"/>
                  </a:lnTo>
                  <a:lnTo>
                    <a:pt x="0" y="7519"/>
                  </a:lnTo>
                  <a:lnTo>
                    <a:pt x="10" y="6379"/>
                  </a:lnTo>
                  <a:lnTo>
                    <a:pt x="23" y="5180"/>
                  </a:lnTo>
                  <a:lnTo>
                    <a:pt x="35" y="3972"/>
                  </a:lnTo>
                  <a:lnTo>
                    <a:pt x="47" y="2749"/>
                  </a:lnTo>
                  <a:lnTo>
                    <a:pt x="70" y="1385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5B92B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" name="region 75 #B3C1CD"/>
            <p:cNvSpPr/>
            <p:nvPr/>
          </p:nvSpPr>
          <p:spPr>
            <a:xfrm>
              <a:off x="311548" y="488809"/>
              <a:ext cx="173232" cy="23016"/>
            </a:xfrm>
            <a:custGeom>
              <a:avLst/>
              <a:gdLst/>
              <a:ahLst/>
              <a:cxnLst/>
              <a:rect l="l" t="t" r="r" b="b"/>
              <a:pathLst>
                <a:path w="173232" h="23016">
                  <a:moveTo>
                    <a:pt x="1343" y="0"/>
                  </a:moveTo>
                  <a:lnTo>
                    <a:pt x="2371" y="195"/>
                  </a:lnTo>
                  <a:lnTo>
                    <a:pt x="3398" y="390"/>
                  </a:lnTo>
                  <a:lnTo>
                    <a:pt x="4423" y="587"/>
                  </a:lnTo>
                  <a:lnTo>
                    <a:pt x="5447" y="786"/>
                  </a:lnTo>
                  <a:lnTo>
                    <a:pt x="6469" y="987"/>
                  </a:lnTo>
                  <a:lnTo>
                    <a:pt x="7490" y="1192"/>
                  </a:lnTo>
                  <a:lnTo>
                    <a:pt x="8509" y="1400"/>
                  </a:lnTo>
                  <a:lnTo>
                    <a:pt x="9527" y="1613"/>
                  </a:lnTo>
                  <a:lnTo>
                    <a:pt x="10544" y="1831"/>
                  </a:lnTo>
                  <a:lnTo>
                    <a:pt x="11559" y="2054"/>
                  </a:lnTo>
                  <a:lnTo>
                    <a:pt x="12574" y="2283"/>
                  </a:lnTo>
                  <a:lnTo>
                    <a:pt x="13587" y="2520"/>
                  </a:lnTo>
                  <a:lnTo>
                    <a:pt x="14598" y="2763"/>
                  </a:lnTo>
                  <a:lnTo>
                    <a:pt x="15609" y="3015"/>
                  </a:lnTo>
                  <a:lnTo>
                    <a:pt x="16618" y="3275"/>
                  </a:lnTo>
                  <a:lnTo>
                    <a:pt x="17627" y="3544"/>
                  </a:lnTo>
                  <a:lnTo>
                    <a:pt x="18634" y="3823"/>
                  </a:lnTo>
                  <a:lnTo>
                    <a:pt x="19640" y="4112"/>
                  </a:lnTo>
                  <a:lnTo>
                    <a:pt x="20735" y="4405"/>
                  </a:lnTo>
                  <a:lnTo>
                    <a:pt x="21823" y="4675"/>
                  </a:lnTo>
                  <a:lnTo>
                    <a:pt x="22907" y="4924"/>
                  </a:lnTo>
                  <a:lnTo>
                    <a:pt x="23986" y="5153"/>
                  </a:lnTo>
                  <a:lnTo>
                    <a:pt x="25063" y="5364"/>
                  </a:lnTo>
                  <a:lnTo>
                    <a:pt x="26140" y="5559"/>
                  </a:lnTo>
                  <a:lnTo>
                    <a:pt x="27218" y="5738"/>
                  </a:lnTo>
                  <a:lnTo>
                    <a:pt x="28298" y="5905"/>
                  </a:lnTo>
                  <a:lnTo>
                    <a:pt x="29382" y="6059"/>
                  </a:lnTo>
                  <a:lnTo>
                    <a:pt x="30471" y="6204"/>
                  </a:lnTo>
                  <a:lnTo>
                    <a:pt x="31568" y="6340"/>
                  </a:lnTo>
                  <a:lnTo>
                    <a:pt x="32673" y="6469"/>
                  </a:lnTo>
                  <a:lnTo>
                    <a:pt x="33788" y="6594"/>
                  </a:lnTo>
                  <a:lnTo>
                    <a:pt x="34915" y="6714"/>
                  </a:lnTo>
                  <a:lnTo>
                    <a:pt x="35248" y="7712"/>
                  </a:lnTo>
                  <a:lnTo>
                    <a:pt x="35582" y="8714"/>
                  </a:lnTo>
                  <a:lnTo>
                    <a:pt x="35918" y="9723"/>
                  </a:lnTo>
                  <a:lnTo>
                    <a:pt x="36258" y="10743"/>
                  </a:lnTo>
                  <a:lnTo>
                    <a:pt x="37385" y="10713"/>
                  </a:lnTo>
                  <a:lnTo>
                    <a:pt x="38515" y="10683"/>
                  </a:lnTo>
                  <a:lnTo>
                    <a:pt x="39654" y="10653"/>
                  </a:lnTo>
                  <a:lnTo>
                    <a:pt x="40807" y="10622"/>
                  </a:lnTo>
                  <a:lnTo>
                    <a:pt x="41901" y="10631"/>
                  </a:lnTo>
                  <a:lnTo>
                    <a:pt x="42991" y="10657"/>
                  </a:lnTo>
                  <a:lnTo>
                    <a:pt x="44077" y="10699"/>
                  </a:lnTo>
                  <a:lnTo>
                    <a:pt x="45159" y="10756"/>
                  </a:lnTo>
                  <a:lnTo>
                    <a:pt x="46238" y="10828"/>
                  </a:lnTo>
                  <a:lnTo>
                    <a:pt x="47314" y="10913"/>
                  </a:lnTo>
                  <a:lnTo>
                    <a:pt x="48388" y="11011"/>
                  </a:lnTo>
                  <a:lnTo>
                    <a:pt x="49460" y="11120"/>
                  </a:lnTo>
                  <a:lnTo>
                    <a:pt x="50531" y="11241"/>
                  </a:lnTo>
                  <a:lnTo>
                    <a:pt x="51600" y="11371"/>
                  </a:lnTo>
                  <a:lnTo>
                    <a:pt x="52670" y="11511"/>
                  </a:lnTo>
                  <a:lnTo>
                    <a:pt x="53739" y="11659"/>
                  </a:lnTo>
                  <a:lnTo>
                    <a:pt x="54808" y="11814"/>
                  </a:lnTo>
                  <a:lnTo>
                    <a:pt x="55878" y="11977"/>
                  </a:lnTo>
                  <a:lnTo>
                    <a:pt x="56950" y="12144"/>
                  </a:lnTo>
                  <a:lnTo>
                    <a:pt x="58024" y="12317"/>
                  </a:lnTo>
                  <a:lnTo>
                    <a:pt x="59099" y="12494"/>
                  </a:lnTo>
                  <a:lnTo>
                    <a:pt x="60178" y="12674"/>
                  </a:lnTo>
                  <a:lnTo>
                    <a:pt x="61314" y="12855"/>
                  </a:lnTo>
                  <a:lnTo>
                    <a:pt x="62457" y="13037"/>
                  </a:lnTo>
                  <a:lnTo>
                    <a:pt x="63617" y="13222"/>
                  </a:lnTo>
                  <a:lnTo>
                    <a:pt x="64729" y="13404"/>
                  </a:lnTo>
                  <a:lnTo>
                    <a:pt x="65829" y="13589"/>
                  </a:lnTo>
                  <a:lnTo>
                    <a:pt x="66918" y="13779"/>
                  </a:lnTo>
                  <a:lnTo>
                    <a:pt x="67999" y="13976"/>
                  </a:lnTo>
                  <a:lnTo>
                    <a:pt x="69073" y="14183"/>
                  </a:lnTo>
                  <a:lnTo>
                    <a:pt x="70142" y="14402"/>
                  </a:lnTo>
                  <a:lnTo>
                    <a:pt x="71208" y="14636"/>
                  </a:lnTo>
                  <a:lnTo>
                    <a:pt x="72271" y="14888"/>
                  </a:lnTo>
                  <a:lnTo>
                    <a:pt x="73335" y="15159"/>
                  </a:lnTo>
                  <a:lnTo>
                    <a:pt x="74401" y="15452"/>
                  </a:lnTo>
                  <a:lnTo>
                    <a:pt x="75470" y="15770"/>
                  </a:lnTo>
                  <a:lnTo>
                    <a:pt x="76545" y="16114"/>
                  </a:lnTo>
                  <a:lnTo>
                    <a:pt x="77598" y="16271"/>
                  </a:lnTo>
                  <a:lnTo>
                    <a:pt x="78653" y="16416"/>
                  </a:lnTo>
                  <a:lnTo>
                    <a:pt x="79708" y="16552"/>
                  </a:lnTo>
                  <a:lnTo>
                    <a:pt x="80765" y="16679"/>
                  </a:lnTo>
                  <a:lnTo>
                    <a:pt x="81823" y="16796"/>
                  </a:lnTo>
                  <a:lnTo>
                    <a:pt x="82883" y="16904"/>
                  </a:lnTo>
                  <a:lnTo>
                    <a:pt x="83943" y="17003"/>
                  </a:lnTo>
                  <a:lnTo>
                    <a:pt x="85004" y="17094"/>
                  </a:lnTo>
                  <a:lnTo>
                    <a:pt x="86066" y="17178"/>
                  </a:lnTo>
                  <a:lnTo>
                    <a:pt x="87128" y="17254"/>
                  </a:lnTo>
                  <a:lnTo>
                    <a:pt x="88192" y="17322"/>
                  </a:lnTo>
                  <a:lnTo>
                    <a:pt x="89256" y="17384"/>
                  </a:lnTo>
                  <a:lnTo>
                    <a:pt x="90321" y="17439"/>
                  </a:lnTo>
                  <a:lnTo>
                    <a:pt x="91386" y="17488"/>
                  </a:lnTo>
                  <a:lnTo>
                    <a:pt x="92452" y="17532"/>
                  </a:lnTo>
                  <a:lnTo>
                    <a:pt x="93518" y="17569"/>
                  </a:lnTo>
                  <a:lnTo>
                    <a:pt x="94584" y="17602"/>
                  </a:lnTo>
                  <a:lnTo>
                    <a:pt x="95651" y="17630"/>
                  </a:lnTo>
                  <a:lnTo>
                    <a:pt x="96718" y="17654"/>
                  </a:lnTo>
                  <a:lnTo>
                    <a:pt x="97786" y="17673"/>
                  </a:lnTo>
                  <a:lnTo>
                    <a:pt x="98853" y="17688"/>
                  </a:lnTo>
                  <a:lnTo>
                    <a:pt x="99920" y="17701"/>
                  </a:lnTo>
                  <a:lnTo>
                    <a:pt x="100988" y="17710"/>
                  </a:lnTo>
                  <a:lnTo>
                    <a:pt x="102055" y="17716"/>
                  </a:lnTo>
                  <a:lnTo>
                    <a:pt x="103122" y="17720"/>
                  </a:lnTo>
                  <a:lnTo>
                    <a:pt x="104189" y="17722"/>
                  </a:lnTo>
                  <a:lnTo>
                    <a:pt x="105256" y="17723"/>
                  </a:lnTo>
                  <a:lnTo>
                    <a:pt x="106323" y="17722"/>
                  </a:lnTo>
                  <a:lnTo>
                    <a:pt x="107389" y="17720"/>
                  </a:lnTo>
                  <a:lnTo>
                    <a:pt x="108454" y="17717"/>
                  </a:lnTo>
                  <a:lnTo>
                    <a:pt x="109519" y="17714"/>
                  </a:lnTo>
                  <a:lnTo>
                    <a:pt x="110584" y="17711"/>
                  </a:lnTo>
                  <a:lnTo>
                    <a:pt x="111648" y="17708"/>
                  </a:lnTo>
                  <a:lnTo>
                    <a:pt x="112711" y="17707"/>
                  </a:lnTo>
                  <a:lnTo>
                    <a:pt x="113773" y="17706"/>
                  </a:lnTo>
                  <a:lnTo>
                    <a:pt x="114926" y="17708"/>
                  </a:lnTo>
                  <a:lnTo>
                    <a:pt x="116078" y="17711"/>
                  </a:lnTo>
                  <a:lnTo>
                    <a:pt x="117230" y="17715"/>
                  </a:lnTo>
                  <a:lnTo>
                    <a:pt x="118382" y="17721"/>
                  </a:lnTo>
                  <a:lnTo>
                    <a:pt x="119533" y="17728"/>
                  </a:lnTo>
                  <a:lnTo>
                    <a:pt x="120685" y="17735"/>
                  </a:lnTo>
                  <a:lnTo>
                    <a:pt x="121837" y="17743"/>
                  </a:lnTo>
                  <a:lnTo>
                    <a:pt x="122989" y="17751"/>
                  </a:lnTo>
                  <a:lnTo>
                    <a:pt x="124140" y="17760"/>
                  </a:lnTo>
                  <a:lnTo>
                    <a:pt x="125206" y="17762"/>
                  </a:lnTo>
                  <a:lnTo>
                    <a:pt x="126268" y="17761"/>
                  </a:lnTo>
                  <a:lnTo>
                    <a:pt x="127328" y="17757"/>
                  </a:lnTo>
                  <a:lnTo>
                    <a:pt x="128385" y="17750"/>
                  </a:lnTo>
                  <a:lnTo>
                    <a:pt x="129440" y="17740"/>
                  </a:lnTo>
                  <a:lnTo>
                    <a:pt x="130493" y="17726"/>
                  </a:lnTo>
                  <a:lnTo>
                    <a:pt x="131544" y="17708"/>
                  </a:lnTo>
                  <a:lnTo>
                    <a:pt x="132593" y="17687"/>
                  </a:lnTo>
                  <a:lnTo>
                    <a:pt x="133641" y="17661"/>
                  </a:lnTo>
                  <a:lnTo>
                    <a:pt x="134687" y="17631"/>
                  </a:lnTo>
                  <a:lnTo>
                    <a:pt x="135731" y="17597"/>
                  </a:lnTo>
                  <a:lnTo>
                    <a:pt x="136774" y="17558"/>
                  </a:lnTo>
                  <a:lnTo>
                    <a:pt x="137817" y="17514"/>
                  </a:lnTo>
                  <a:lnTo>
                    <a:pt x="138858" y="17466"/>
                  </a:lnTo>
                  <a:lnTo>
                    <a:pt x="139899" y="17412"/>
                  </a:lnTo>
                  <a:lnTo>
                    <a:pt x="140939" y="17353"/>
                  </a:lnTo>
                  <a:lnTo>
                    <a:pt x="141978" y="17288"/>
                  </a:lnTo>
                  <a:lnTo>
                    <a:pt x="143017" y="17218"/>
                  </a:lnTo>
                  <a:lnTo>
                    <a:pt x="144056" y="17142"/>
                  </a:lnTo>
                  <a:lnTo>
                    <a:pt x="145095" y="17060"/>
                  </a:lnTo>
                  <a:lnTo>
                    <a:pt x="146134" y="16972"/>
                  </a:lnTo>
                  <a:lnTo>
                    <a:pt x="147173" y="16877"/>
                  </a:lnTo>
                  <a:lnTo>
                    <a:pt x="148213" y="16776"/>
                  </a:lnTo>
                  <a:lnTo>
                    <a:pt x="149254" y="16668"/>
                  </a:lnTo>
                  <a:lnTo>
                    <a:pt x="150295" y="16554"/>
                  </a:lnTo>
                  <a:lnTo>
                    <a:pt x="151337" y="16432"/>
                  </a:lnTo>
                  <a:lnTo>
                    <a:pt x="152380" y="16303"/>
                  </a:lnTo>
                  <a:lnTo>
                    <a:pt x="153424" y="16166"/>
                  </a:lnTo>
                  <a:lnTo>
                    <a:pt x="154469" y="16022"/>
                  </a:lnTo>
                  <a:lnTo>
                    <a:pt x="155516" y="15870"/>
                  </a:lnTo>
                  <a:lnTo>
                    <a:pt x="156565" y="15711"/>
                  </a:lnTo>
                  <a:lnTo>
                    <a:pt x="157615" y="15543"/>
                  </a:lnTo>
                  <a:lnTo>
                    <a:pt x="158667" y="15367"/>
                  </a:lnTo>
                  <a:lnTo>
                    <a:pt x="159721" y="15213"/>
                  </a:lnTo>
                  <a:lnTo>
                    <a:pt x="160767" y="15081"/>
                  </a:lnTo>
                  <a:lnTo>
                    <a:pt x="161806" y="14970"/>
                  </a:lnTo>
                  <a:lnTo>
                    <a:pt x="162842" y="14878"/>
                  </a:lnTo>
                  <a:lnTo>
                    <a:pt x="163873" y="14804"/>
                  </a:lnTo>
                  <a:lnTo>
                    <a:pt x="164903" y="14747"/>
                  </a:lnTo>
                  <a:lnTo>
                    <a:pt x="165932" y="14706"/>
                  </a:lnTo>
                  <a:lnTo>
                    <a:pt x="166962" y="14680"/>
                  </a:lnTo>
                  <a:lnTo>
                    <a:pt x="167994" y="14668"/>
                  </a:lnTo>
                  <a:lnTo>
                    <a:pt x="169029" y="14668"/>
                  </a:lnTo>
                  <a:lnTo>
                    <a:pt x="170069" y="14680"/>
                  </a:lnTo>
                  <a:lnTo>
                    <a:pt x="171116" y="14702"/>
                  </a:lnTo>
                  <a:lnTo>
                    <a:pt x="172170" y="14733"/>
                  </a:lnTo>
                  <a:lnTo>
                    <a:pt x="173232" y="14772"/>
                  </a:lnTo>
                  <a:lnTo>
                    <a:pt x="173232" y="16104"/>
                  </a:lnTo>
                  <a:lnTo>
                    <a:pt x="173232" y="17457"/>
                  </a:lnTo>
                  <a:lnTo>
                    <a:pt x="172195" y="17709"/>
                  </a:lnTo>
                  <a:lnTo>
                    <a:pt x="171161" y="17951"/>
                  </a:lnTo>
                  <a:lnTo>
                    <a:pt x="170130" y="18184"/>
                  </a:lnTo>
                  <a:lnTo>
                    <a:pt x="169101" y="18409"/>
                  </a:lnTo>
                  <a:lnTo>
                    <a:pt x="168075" y="18626"/>
                  </a:lnTo>
                  <a:lnTo>
                    <a:pt x="167049" y="18834"/>
                  </a:lnTo>
                  <a:lnTo>
                    <a:pt x="166025" y="19033"/>
                  </a:lnTo>
                  <a:lnTo>
                    <a:pt x="165002" y="19224"/>
                  </a:lnTo>
                  <a:lnTo>
                    <a:pt x="163979" y="19408"/>
                  </a:lnTo>
                  <a:lnTo>
                    <a:pt x="162956" y="19582"/>
                  </a:lnTo>
                  <a:lnTo>
                    <a:pt x="161932" y="19749"/>
                  </a:lnTo>
                  <a:lnTo>
                    <a:pt x="160907" y="19908"/>
                  </a:lnTo>
                  <a:lnTo>
                    <a:pt x="159881" y="20059"/>
                  </a:lnTo>
                  <a:lnTo>
                    <a:pt x="158853" y="20203"/>
                  </a:lnTo>
                  <a:lnTo>
                    <a:pt x="157822" y="20338"/>
                  </a:lnTo>
                  <a:lnTo>
                    <a:pt x="156789" y="20466"/>
                  </a:lnTo>
                  <a:lnTo>
                    <a:pt x="155753" y="20586"/>
                  </a:lnTo>
                  <a:lnTo>
                    <a:pt x="154713" y="20699"/>
                  </a:lnTo>
                  <a:lnTo>
                    <a:pt x="153668" y="20805"/>
                  </a:lnTo>
                  <a:lnTo>
                    <a:pt x="152620" y="20903"/>
                  </a:lnTo>
                  <a:lnTo>
                    <a:pt x="151566" y="20995"/>
                  </a:lnTo>
                  <a:lnTo>
                    <a:pt x="150508" y="21079"/>
                  </a:lnTo>
                  <a:lnTo>
                    <a:pt x="149443" y="21156"/>
                  </a:lnTo>
                  <a:lnTo>
                    <a:pt x="147924" y="21328"/>
                  </a:lnTo>
                  <a:lnTo>
                    <a:pt x="146865" y="21501"/>
                  </a:lnTo>
                  <a:lnTo>
                    <a:pt x="145991" y="21755"/>
                  </a:lnTo>
                  <a:lnTo>
                    <a:pt x="145024" y="22171"/>
                  </a:lnTo>
                  <a:lnTo>
                    <a:pt x="143689" y="22829"/>
                  </a:lnTo>
                  <a:lnTo>
                    <a:pt x="142626" y="22866"/>
                  </a:lnTo>
                  <a:lnTo>
                    <a:pt x="141565" y="22899"/>
                  </a:lnTo>
                  <a:lnTo>
                    <a:pt x="140506" y="22928"/>
                  </a:lnTo>
                  <a:lnTo>
                    <a:pt x="139447" y="22952"/>
                  </a:lnTo>
                  <a:lnTo>
                    <a:pt x="138388" y="22972"/>
                  </a:lnTo>
                  <a:lnTo>
                    <a:pt x="137330" y="22987"/>
                  </a:lnTo>
                  <a:lnTo>
                    <a:pt x="136271" y="22998"/>
                  </a:lnTo>
                  <a:lnTo>
                    <a:pt x="135211" y="23005"/>
                  </a:lnTo>
                  <a:lnTo>
                    <a:pt x="134150" y="23008"/>
                  </a:lnTo>
                  <a:lnTo>
                    <a:pt x="133087" y="23008"/>
                  </a:lnTo>
                  <a:lnTo>
                    <a:pt x="132033" y="23009"/>
                  </a:lnTo>
                  <a:lnTo>
                    <a:pt x="130972" y="23010"/>
                  </a:lnTo>
                  <a:lnTo>
                    <a:pt x="129896" y="23012"/>
                  </a:lnTo>
                  <a:lnTo>
                    <a:pt x="128780" y="23011"/>
                  </a:lnTo>
                  <a:lnTo>
                    <a:pt x="127664" y="23011"/>
                  </a:lnTo>
                  <a:lnTo>
                    <a:pt x="126548" y="23010"/>
                  </a:lnTo>
                  <a:lnTo>
                    <a:pt x="125432" y="23009"/>
                  </a:lnTo>
                  <a:lnTo>
                    <a:pt x="124316" y="23006"/>
                  </a:lnTo>
                  <a:lnTo>
                    <a:pt x="123200" y="23003"/>
                  </a:lnTo>
                  <a:lnTo>
                    <a:pt x="122066" y="23002"/>
                  </a:lnTo>
                  <a:lnTo>
                    <a:pt x="120931" y="23001"/>
                  </a:lnTo>
                  <a:lnTo>
                    <a:pt x="119796" y="23001"/>
                  </a:lnTo>
                  <a:lnTo>
                    <a:pt x="118662" y="23002"/>
                  </a:lnTo>
                  <a:lnTo>
                    <a:pt x="117527" y="23003"/>
                  </a:lnTo>
                  <a:lnTo>
                    <a:pt x="116392" y="23005"/>
                  </a:lnTo>
                  <a:lnTo>
                    <a:pt x="115258" y="23007"/>
                  </a:lnTo>
                  <a:lnTo>
                    <a:pt x="114124" y="23010"/>
                  </a:lnTo>
                  <a:lnTo>
                    <a:pt x="112989" y="23013"/>
                  </a:lnTo>
                  <a:lnTo>
                    <a:pt x="111904" y="23012"/>
                  </a:lnTo>
                  <a:lnTo>
                    <a:pt x="110819" y="23011"/>
                  </a:lnTo>
                  <a:lnTo>
                    <a:pt x="109735" y="23011"/>
                  </a:lnTo>
                  <a:lnTo>
                    <a:pt x="108650" y="23010"/>
                  </a:lnTo>
                  <a:lnTo>
                    <a:pt x="107566" y="23009"/>
                  </a:lnTo>
                  <a:lnTo>
                    <a:pt x="106482" y="23008"/>
                  </a:lnTo>
                  <a:lnTo>
                    <a:pt x="104956" y="23012"/>
                  </a:lnTo>
                  <a:lnTo>
                    <a:pt x="103408" y="23016"/>
                  </a:lnTo>
                  <a:lnTo>
                    <a:pt x="102319" y="23005"/>
                  </a:lnTo>
                  <a:lnTo>
                    <a:pt x="101242" y="22984"/>
                  </a:lnTo>
                  <a:lnTo>
                    <a:pt x="100174" y="22951"/>
                  </a:lnTo>
                  <a:lnTo>
                    <a:pt x="99114" y="22904"/>
                  </a:lnTo>
                  <a:lnTo>
                    <a:pt x="98061" y="22843"/>
                  </a:lnTo>
                  <a:lnTo>
                    <a:pt x="97013" y="22767"/>
                  </a:lnTo>
                  <a:lnTo>
                    <a:pt x="95969" y="22675"/>
                  </a:lnTo>
                  <a:lnTo>
                    <a:pt x="94926" y="22565"/>
                  </a:lnTo>
                  <a:lnTo>
                    <a:pt x="93885" y="22437"/>
                  </a:lnTo>
                  <a:lnTo>
                    <a:pt x="92842" y="22290"/>
                  </a:lnTo>
                  <a:lnTo>
                    <a:pt x="91797" y="22122"/>
                  </a:lnTo>
                  <a:lnTo>
                    <a:pt x="90747" y="21933"/>
                  </a:lnTo>
                  <a:lnTo>
                    <a:pt x="89692" y="21721"/>
                  </a:lnTo>
                  <a:lnTo>
                    <a:pt x="88631" y="21486"/>
                  </a:lnTo>
                  <a:lnTo>
                    <a:pt x="87524" y="21397"/>
                  </a:lnTo>
                  <a:lnTo>
                    <a:pt x="86417" y="21311"/>
                  </a:lnTo>
                  <a:lnTo>
                    <a:pt x="85309" y="21229"/>
                  </a:lnTo>
                  <a:lnTo>
                    <a:pt x="84202" y="21149"/>
                  </a:lnTo>
                  <a:lnTo>
                    <a:pt x="83095" y="21073"/>
                  </a:lnTo>
                  <a:lnTo>
                    <a:pt x="81988" y="20999"/>
                  </a:lnTo>
                  <a:lnTo>
                    <a:pt x="80880" y="20927"/>
                  </a:lnTo>
                  <a:lnTo>
                    <a:pt x="79772" y="20856"/>
                  </a:lnTo>
                  <a:lnTo>
                    <a:pt x="78664" y="20788"/>
                  </a:lnTo>
                  <a:lnTo>
                    <a:pt x="77556" y="20720"/>
                  </a:lnTo>
                  <a:lnTo>
                    <a:pt x="76448" y="20653"/>
                  </a:lnTo>
                  <a:lnTo>
                    <a:pt x="75340" y="20587"/>
                  </a:lnTo>
                  <a:lnTo>
                    <a:pt x="74231" y="20520"/>
                  </a:lnTo>
                  <a:lnTo>
                    <a:pt x="73077" y="20410"/>
                  </a:lnTo>
                  <a:lnTo>
                    <a:pt x="71964" y="20280"/>
                  </a:lnTo>
                  <a:lnTo>
                    <a:pt x="70881" y="20130"/>
                  </a:lnTo>
                  <a:lnTo>
                    <a:pt x="69820" y="19961"/>
                  </a:lnTo>
                  <a:lnTo>
                    <a:pt x="68768" y="19771"/>
                  </a:lnTo>
                  <a:lnTo>
                    <a:pt x="67717" y="19560"/>
                  </a:lnTo>
                  <a:lnTo>
                    <a:pt x="66655" y="19328"/>
                  </a:lnTo>
                  <a:lnTo>
                    <a:pt x="65572" y="19075"/>
                  </a:lnTo>
                  <a:lnTo>
                    <a:pt x="64459" y="18800"/>
                  </a:lnTo>
                  <a:lnTo>
                    <a:pt x="63284" y="18597"/>
                  </a:lnTo>
                  <a:lnTo>
                    <a:pt x="62109" y="18398"/>
                  </a:lnTo>
                  <a:lnTo>
                    <a:pt x="60933" y="18203"/>
                  </a:lnTo>
                  <a:lnTo>
                    <a:pt x="59757" y="18010"/>
                  </a:lnTo>
                  <a:lnTo>
                    <a:pt x="58581" y="17822"/>
                  </a:lnTo>
                  <a:lnTo>
                    <a:pt x="57403" y="17636"/>
                  </a:lnTo>
                  <a:lnTo>
                    <a:pt x="56375" y="17471"/>
                  </a:lnTo>
                  <a:lnTo>
                    <a:pt x="55343" y="17305"/>
                  </a:lnTo>
                  <a:lnTo>
                    <a:pt x="54303" y="17138"/>
                  </a:lnTo>
                  <a:lnTo>
                    <a:pt x="53251" y="16970"/>
                  </a:lnTo>
                  <a:lnTo>
                    <a:pt x="52185" y="16800"/>
                  </a:lnTo>
                  <a:lnTo>
                    <a:pt x="51119" y="16631"/>
                  </a:lnTo>
                  <a:lnTo>
                    <a:pt x="50053" y="16463"/>
                  </a:lnTo>
                  <a:lnTo>
                    <a:pt x="48987" y="16295"/>
                  </a:lnTo>
                  <a:lnTo>
                    <a:pt x="47921" y="16127"/>
                  </a:lnTo>
                  <a:lnTo>
                    <a:pt x="46855" y="15960"/>
                  </a:lnTo>
                  <a:lnTo>
                    <a:pt x="45789" y="15793"/>
                  </a:lnTo>
                  <a:lnTo>
                    <a:pt x="44722" y="15627"/>
                  </a:lnTo>
                  <a:lnTo>
                    <a:pt x="43690" y="15459"/>
                  </a:lnTo>
                  <a:lnTo>
                    <a:pt x="42655" y="15288"/>
                  </a:lnTo>
                  <a:lnTo>
                    <a:pt x="41619" y="15113"/>
                  </a:lnTo>
                  <a:lnTo>
                    <a:pt x="40581" y="14936"/>
                  </a:lnTo>
                  <a:lnTo>
                    <a:pt x="39541" y="14754"/>
                  </a:lnTo>
                  <a:lnTo>
                    <a:pt x="38499" y="14569"/>
                  </a:lnTo>
                  <a:lnTo>
                    <a:pt x="37457" y="14379"/>
                  </a:lnTo>
                  <a:lnTo>
                    <a:pt x="36413" y="14186"/>
                  </a:lnTo>
                  <a:lnTo>
                    <a:pt x="35369" y="13988"/>
                  </a:lnTo>
                  <a:lnTo>
                    <a:pt x="34325" y="13785"/>
                  </a:lnTo>
                  <a:lnTo>
                    <a:pt x="33280" y="13577"/>
                  </a:lnTo>
                  <a:lnTo>
                    <a:pt x="32234" y="13365"/>
                  </a:lnTo>
                  <a:lnTo>
                    <a:pt x="31189" y="13147"/>
                  </a:lnTo>
                  <a:lnTo>
                    <a:pt x="30145" y="12923"/>
                  </a:lnTo>
                  <a:lnTo>
                    <a:pt x="29101" y="12694"/>
                  </a:lnTo>
                  <a:lnTo>
                    <a:pt x="28057" y="12460"/>
                  </a:lnTo>
                  <a:lnTo>
                    <a:pt x="27015" y="12219"/>
                  </a:lnTo>
                  <a:lnTo>
                    <a:pt x="25973" y="11971"/>
                  </a:lnTo>
                  <a:lnTo>
                    <a:pt x="24933" y="11718"/>
                  </a:lnTo>
                  <a:lnTo>
                    <a:pt x="23895" y="11457"/>
                  </a:lnTo>
                  <a:lnTo>
                    <a:pt x="22859" y="11190"/>
                  </a:lnTo>
                  <a:lnTo>
                    <a:pt x="21824" y="10916"/>
                  </a:lnTo>
                  <a:lnTo>
                    <a:pt x="20792" y="10634"/>
                  </a:lnTo>
                  <a:lnTo>
                    <a:pt x="19762" y="10345"/>
                  </a:lnTo>
                  <a:lnTo>
                    <a:pt x="18735" y="10049"/>
                  </a:lnTo>
                  <a:lnTo>
                    <a:pt x="17710" y="9744"/>
                  </a:lnTo>
                  <a:lnTo>
                    <a:pt x="16689" y="9431"/>
                  </a:lnTo>
                  <a:lnTo>
                    <a:pt x="15671" y="9110"/>
                  </a:lnTo>
                  <a:lnTo>
                    <a:pt x="14656" y="8781"/>
                  </a:lnTo>
                  <a:lnTo>
                    <a:pt x="13645" y="8443"/>
                  </a:lnTo>
                  <a:lnTo>
                    <a:pt x="12638" y="8096"/>
                  </a:lnTo>
                  <a:lnTo>
                    <a:pt x="11636" y="7740"/>
                  </a:lnTo>
                  <a:lnTo>
                    <a:pt x="10637" y="7375"/>
                  </a:lnTo>
                  <a:lnTo>
                    <a:pt x="9643" y="7000"/>
                  </a:lnTo>
                  <a:lnTo>
                    <a:pt x="8654" y="6615"/>
                  </a:lnTo>
                  <a:lnTo>
                    <a:pt x="7670" y="6221"/>
                  </a:lnTo>
                  <a:lnTo>
                    <a:pt x="6691" y="5816"/>
                  </a:lnTo>
                  <a:lnTo>
                    <a:pt x="5717" y="5402"/>
                  </a:lnTo>
                  <a:lnTo>
                    <a:pt x="4749" y="4976"/>
                  </a:lnTo>
                  <a:lnTo>
                    <a:pt x="3787" y="4540"/>
                  </a:lnTo>
                  <a:lnTo>
                    <a:pt x="2831" y="4094"/>
                  </a:lnTo>
                  <a:lnTo>
                    <a:pt x="1881" y="3636"/>
                  </a:lnTo>
                  <a:lnTo>
                    <a:pt x="937" y="3166"/>
                  </a:lnTo>
                  <a:lnTo>
                    <a:pt x="0" y="2686"/>
                  </a:lnTo>
                  <a:lnTo>
                    <a:pt x="667" y="1353"/>
                  </a:lnTo>
                  <a:lnTo>
                    <a:pt x="1343" y="0"/>
                  </a:lnTo>
                  <a:close/>
                </a:path>
              </a:pathLst>
            </a:custGeom>
            <a:solidFill>
              <a:srgbClr val="B3C1C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" name="region 76 #2981B7"/>
            <p:cNvSpPr/>
            <p:nvPr/>
          </p:nvSpPr>
          <p:spPr>
            <a:xfrm>
              <a:off x="632497" y="803507"/>
              <a:ext cx="68487" cy="39923"/>
            </a:xfrm>
            <a:custGeom>
              <a:avLst/>
              <a:gdLst/>
              <a:ahLst/>
              <a:cxnLst/>
              <a:rect l="l" t="t" r="r" b="b"/>
              <a:pathLst>
                <a:path w="68487" h="39923">
                  <a:moveTo>
                    <a:pt x="68487" y="3565"/>
                  </a:moveTo>
                  <a:lnTo>
                    <a:pt x="68266" y="4673"/>
                  </a:lnTo>
                  <a:lnTo>
                    <a:pt x="68044" y="5783"/>
                  </a:lnTo>
                  <a:lnTo>
                    <a:pt x="67821" y="6897"/>
                  </a:lnTo>
                  <a:lnTo>
                    <a:pt x="67597" y="8017"/>
                  </a:lnTo>
                  <a:lnTo>
                    <a:pt x="67372" y="9143"/>
                  </a:lnTo>
                  <a:lnTo>
                    <a:pt x="67145" y="10280"/>
                  </a:lnTo>
                  <a:lnTo>
                    <a:pt x="65896" y="10656"/>
                  </a:lnTo>
                  <a:lnTo>
                    <a:pt x="64813" y="10947"/>
                  </a:lnTo>
                  <a:lnTo>
                    <a:pt x="63846" y="11149"/>
                  </a:lnTo>
                  <a:lnTo>
                    <a:pt x="62946" y="11257"/>
                  </a:lnTo>
                  <a:lnTo>
                    <a:pt x="62065" y="11269"/>
                  </a:lnTo>
                  <a:lnTo>
                    <a:pt x="61153" y="11181"/>
                  </a:lnTo>
                  <a:lnTo>
                    <a:pt x="60162" y="10990"/>
                  </a:lnTo>
                  <a:lnTo>
                    <a:pt x="59042" y="10690"/>
                  </a:lnTo>
                  <a:lnTo>
                    <a:pt x="57744" y="10280"/>
                  </a:lnTo>
                  <a:lnTo>
                    <a:pt x="56558" y="10244"/>
                  </a:lnTo>
                  <a:lnTo>
                    <a:pt x="55371" y="10217"/>
                  </a:lnTo>
                  <a:lnTo>
                    <a:pt x="54184" y="10198"/>
                  </a:lnTo>
                  <a:lnTo>
                    <a:pt x="52997" y="10187"/>
                  </a:lnTo>
                  <a:lnTo>
                    <a:pt x="51809" y="10183"/>
                  </a:lnTo>
                  <a:lnTo>
                    <a:pt x="50622" y="10186"/>
                  </a:lnTo>
                  <a:lnTo>
                    <a:pt x="49435" y="10196"/>
                  </a:lnTo>
                  <a:lnTo>
                    <a:pt x="48340" y="10205"/>
                  </a:lnTo>
                  <a:lnTo>
                    <a:pt x="47241" y="10214"/>
                  </a:lnTo>
                  <a:lnTo>
                    <a:pt x="46133" y="10224"/>
                  </a:lnTo>
                  <a:lnTo>
                    <a:pt x="45014" y="10233"/>
                  </a:lnTo>
                  <a:lnTo>
                    <a:pt x="43896" y="10248"/>
                  </a:lnTo>
                  <a:lnTo>
                    <a:pt x="42770" y="10264"/>
                  </a:lnTo>
                  <a:lnTo>
                    <a:pt x="41630" y="10280"/>
                  </a:lnTo>
                  <a:lnTo>
                    <a:pt x="41140" y="11550"/>
                  </a:lnTo>
                  <a:lnTo>
                    <a:pt x="40644" y="12839"/>
                  </a:lnTo>
                  <a:lnTo>
                    <a:pt x="39797" y="15002"/>
                  </a:lnTo>
                  <a:lnTo>
                    <a:pt x="39013" y="17001"/>
                  </a:lnTo>
                  <a:lnTo>
                    <a:pt x="38288" y="18843"/>
                  </a:lnTo>
                  <a:lnTo>
                    <a:pt x="37619" y="20537"/>
                  </a:lnTo>
                  <a:lnTo>
                    <a:pt x="37000" y="22092"/>
                  </a:lnTo>
                  <a:lnTo>
                    <a:pt x="36428" y="23514"/>
                  </a:lnTo>
                  <a:lnTo>
                    <a:pt x="35898" y="24814"/>
                  </a:lnTo>
                  <a:lnTo>
                    <a:pt x="35405" y="25999"/>
                  </a:lnTo>
                  <a:lnTo>
                    <a:pt x="34947" y="27077"/>
                  </a:lnTo>
                  <a:lnTo>
                    <a:pt x="34518" y="28057"/>
                  </a:lnTo>
                  <a:lnTo>
                    <a:pt x="34115" y="28947"/>
                  </a:lnTo>
                  <a:lnTo>
                    <a:pt x="33732" y="29755"/>
                  </a:lnTo>
                  <a:lnTo>
                    <a:pt x="33366" y="30490"/>
                  </a:lnTo>
                  <a:lnTo>
                    <a:pt x="33013" y="31160"/>
                  </a:lnTo>
                  <a:lnTo>
                    <a:pt x="32667" y="31773"/>
                  </a:lnTo>
                  <a:lnTo>
                    <a:pt x="32326" y="32337"/>
                  </a:lnTo>
                  <a:lnTo>
                    <a:pt x="31985" y="32861"/>
                  </a:lnTo>
                  <a:lnTo>
                    <a:pt x="31639" y="33354"/>
                  </a:lnTo>
                  <a:lnTo>
                    <a:pt x="31284" y="33822"/>
                  </a:lnTo>
                  <a:lnTo>
                    <a:pt x="30917" y="34276"/>
                  </a:lnTo>
                  <a:lnTo>
                    <a:pt x="30532" y="34722"/>
                  </a:lnTo>
                  <a:lnTo>
                    <a:pt x="30126" y="35169"/>
                  </a:lnTo>
                  <a:lnTo>
                    <a:pt x="29694" y="35626"/>
                  </a:lnTo>
                  <a:lnTo>
                    <a:pt x="29232" y="36101"/>
                  </a:lnTo>
                  <a:lnTo>
                    <a:pt x="28736" y="36602"/>
                  </a:lnTo>
                  <a:lnTo>
                    <a:pt x="28201" y="37137"/>
                  </a:lnTo>
                  <a:lnTo>
                    <a:pt x="27105" y="37572"/>
                  </a:lnTo>
                  <a:lnTo>
                    <a:pt x="26030" y="37968"/>
                  </a:lnTo>
                  <a:lnTo>
                    <a:pt x="24971" y="38327"/>
                  </a:lnTo>
                  <a:lnTo>
                    <a:pt x="23926" y="38649"/>
                  </a:lnTo>
                  <a:lnTo>
                    <a:pt x="22889" y="38934"/>
                  </a:lnTo>
                  <a:lnTo>
                    <a:pt x="21857" y="39182"/>
                  </a:lnTo>
                  <a:lnTo>
                    <a:pt x="20825" y="39394"/>
                  </a:lnTo>
                  <a:lnTo>
                    <a:pt x="19789" y="39570"/>
                  </a:lnTo>
                  <a:lnTo>
                    <a:pt x="18746" y="39711"/>
                  </a:lnTo>
                  <a:lnTo>
                    <a:pt x="17690" y="39816"/>
                  </a:lnTo>
                  <a:lnTo>
                    <a:pt x="16618" y="39886"/>
                  </a:lnTo>
                  <a:lnTo>
                    <a:pt x="15526" y="39922"/>
                  </a:lnTo>
                  <a:lnTo>
                    <a:pt x="14409" y="39923"/>
                  </a:lnTo>
                  <a:lnTo>
                    <a:pt x="13264" y="39890"/>
                  </a:lnTo>
                  <a:lnTo>
                    <a:pt x="12086" y="39823"/>
                  </a:lnTo>
                  <a:lnTo>
                    <a:pt x="11420" y="39157"/>
                  </a:lnTo>
                  <a:lnTo>
                    <a:pt x="10743" y="38480"/>
                  </a:lnTo>
                  <a:lnTo>
                    <a:pt x="9657" y="38302"/>
                  </a:lnTo>
                  <a:lnTo>
                    <a:pt x="8567" y="38138"/>
                  </a:lnTo>
                  <a:lnTo>
                    <a:pt x="7476" y="37989"/>
                  </a:lnTo>
                  <a:lnTo>
                    <a:pt x="6383" y="37851"/>
                  </a:lnTo>
                  <a:lnTo>
                    <a:pt x="5289" y="37725"/>
                  </a:lnTo>
                  <a:lnTo>
                    <a:pt x="4241" y="37609"/>
                  </a:lnTo>
                  <a:lnTo>
                    <a:pt x="3191" y="37492"/>
                  </a:lnTo>
                  <a:lnTo>
                    <a:pt x="2136" y="37375"/>
                  </a:lnTo>
                  <a:lnTo>
                    <a:pt x="1073" y="37257"/>
                  </a:lnTo>
                  <a:lnTo>
                    <a:pt x="0" y="37137"/>
                  </a:lnTo>
                  <a:lnTo>
                    <a:pt x="222" y="36029"/>
                  </a:lnTo>
                  <a:lnTo>
                    <a:pt x="444" y="34919"/>
                  </a:lnTo>
                  <a:lnTo>
                    <a:pt x="667" y="33805"/>
                  </a:lnTo>
                  <a:lnTo>
                    <a:pt x="891" y="32686"/>
                  </a:lnTo>
                  <a:lnTo>
                    <a:pt x="1116" y="31559"/>
                  </a:lnTo>
                  <a:lnTo>
                    <a:pt x="1343" y="30423"/>
                  </a:lnTo>
                  <a:lnTo>
                    <a:pt x="2512" y="30551"/>
                  </a:lnTo>
                  <a:lnTo>
                    <a:pt x="3688" y="30680"/>
                  </a:lnTo>
                  <a:lnTo>
                    <a:pt x="4879" y="30811"/>
                  </a:lnTo>
                  <a:lnTo>
                    <a:pt x="6040" y="30923"/>
                  </a:lnTo>
                  <a:lnTo>
                    <a:pt x="7206" y="31035"/>
                  </a:lnTo>
                  <a:lnTo>
                    <a:pt x="8381" y="31148"/>
                  </a:lnTo>
                  <a:lnTo>
                    <a:pt x="9568" y="31262"/>
                  </a:lnTo>
                  <a:lnTo>
                    <a:pt x="10714" y="31379"/>
                  </a:lnTo>
                  <a:lnTo>
                    <a:pt x="11864" y="31496"/>
                  </a:lnTo>
                  <a:lnTo>
                    <a:pt x="13023" y="31615"/>
                  </a:lnTo>
                  <a:lnTo>
                    <a:pt x="14195" y="31735"/>
                  </a:lnTo>
                  <a:lnTo>
                    <a:pt x="15373" y="31723"/>
                  </a:lnTo>
                  <a:lnTo>
                    <a:pt x="16499" y="31673"/>
                  </a:lnTo>
                  <a:lnTo>
                    <a:pt x="17583" y="31583"/>
                  </a:lnTo>
                  <a:lnTo>
                    <a:pt x="18633" y="31455"/>
                  </a:lnTo>
                  <a:lnTo>
                    <a:pt x="19657" y="31289"/>
                  </a:lnTo>
                  <a:lnTo>
                    <a:pt x="20665" y="31085"/>
                  </a:lnTo>
                  <a:lnTo>
                    <a:pt x="21666" y="30843"/>
                  </a:lnTo>
                  <a:lnTo>
                    <a:pt x="22667" y="30564"/>
                  </a:lnTo>
                  <a:lnTo>
                    <a:pt x="23678" y="30248"/>
                  </a:lnTo>
                  <a:lnTo>
                    <a:pt x="24708" y="29895"/>
                  </a:lnTo>
                  <a:lnTo>
                    <a:pt x="25765" y="29506"/>
                  </a:lnTo>
                  <a:lnTo>
                    <a:pt x="26858" y="29080"/>
                  </a:lnTo>
                  <a:lnTo>
                    <a:pt x="26775" y="27916"/>
                  </a:lnTo>
                  <a:lnTo>
                    <a:pt x="26692" y="26748"/>
                  </a:lnTo>
                  <a:lnTo>
                    <a:pt x="26607" y="25570"/>
                  </a:lnTo>
                  <a:lnTo>
                    <a:pt x="26522" y="24380"/>
                  </a:lnTo>
                  <a:lnTo>
                    <a:pt x="26545" y="23243"/>
                  </a:lnTo>
                  <a:lnTo>
                    <a:pt x="26612" y="22133"/>
                  </a:lnTo>
                  <a:lnTo>
                    <a:pt x="26723" y="21049"/>
                  </a:lnTo>
                  <a:lnTo>
                    <a:pt x="26877" y="19990"/>
                  </a:lnTo>
                  <a:lnTo>
                    <a:pt x="27072" y="18953"/>
                  </a:lnTo>
                  <a:lnTo>
                    <a:pt x="27308" y="17937"/>
                  </a:lnTo>
                  <a:lnTo>
                    <a:pt x="27583" y="16942"/>
                  </a:lnTo>
                  <a:lnTo>
                    <a:pt x="27897" y="15965"/>
                  </a:lnTo>
                  <a:lnTo>
                    <a:pt x="28248" y="15006"/>
                  </a:lnTo>
                  <a:lnTo>
                    <a:pt x="28635" y="14062"/>
                  </a:lnTo>
                  <a:lnTo>
                    <a:pt x="29058" y="13133"/>
                  </a:lnTo>
                  <a:lnTo>
                    <a:pt x="29515" y="12217"/>
                  </a:lnTo>
                  <a:lnTo>
                    <a:pt x="30005" y="11312"/>
                  </a:lnTo>
                  <a:lnTo>
                    <a:pt x="30528" y="10417"/>
                  </a:lnTo>
                  <a:lnTo>
                    <a:pt x="31081" y="9531"/>
                  </a:lnTo>
                  <a:lnTo>
                    <a:pt x="31665" y="8653"/>
                  </a:lnTo>
                  <a:lnTo>
                    <a:pt x="32278" y="7780"/>
                  </a:lnTo>
                  <a:lnTo>
                    <a:pt x="32918" y="6912"/>
                  </a:lnTo>
                  <a:lnTo>
                    <a:pt x="33586" y="6047"/>
                  </a:lnTo>
                  <a:lnTo>
                    <a:pt x="34280" y="5183"/>
                  </a:lnTo>
                  <a:lnTo>
                    <a:pt x="34999" y="4320"/>
                  </a:lnTo>
                  <a:lnTo>
                    <a:pt x="35791" y="3722"/>
                  </a:lnTo>
                  <a:lnTo>
                    <a:pt x="36618" y="3174"/>
                  </a:lnTo>
                  <a:lnTo>
                    <a:pt x="37479" y="2675"/>
                  </a:lnTo>
                  <a:lnTo>
                    <a:pt x="38372" y="2224"/>
                  </a:lnTo>
                  <a:lnTo>
                    <a:pt x="39294" y="1819"/>
                  </a:lnTo>
                  <a:lnTo>
                    <a:pt x="40243" y="1458"/>
                  </a:lnTo>
                  <a:lnTo>
                    <a:pt x="41217" y="1141"/>
                  </a:lnTo>
                  <a:lnTo>
                    <a:pt x="42215" y="866"/>
                  </a:lnTo>
                  <a:lnTo>
                    <a:pt x="43233" y="632"/>
                  </a:lnTo>
                  <a:lnTo>
                    <a:pt x="44270" y="437"/>
                  </a:lnTo>
                  <a:lnTo>
                    <a:pt x="45324" y="279"/>
                  </a:lnTo>
                  <a:lnTo>
                    <a:pt x="46392" y="158"/>
                  </a:lnTo>
                  <a:lnTo>
                    <a:pt x="47473" y="72"/>
                  </a:lnTo>
                  <a:lnTo>
                    <a:pt x="48565" y="20"/>
                  </a:lnTo>
                  <a:lnTo>
                    <a:pt x="49664" y="0"/>
                  </a:lnTo>
                  <a:lnTo>
                    <a:pt x="50770" y="11"/>
                  </a:lnTo>
                  <a:lnTo>
                    <a:pt x="51880" y="51"/>
                  </a:lnTo>
                  <a:lnTo>
                    <a:pt x="52993" y="119"/>
                  </a:lnTo>
                  <a:lnTo>
                    <a:pt x="54104" y="214"/>
                  </a:lnTo>
                  <a:lnTo>
                    <a:pt x="55214" y="334"/>
                  </a:lnTo>
                  <a:lnTo>
                    <a:pt x="56320" y="478"/>
                  </a:lnTo>
                  <a:lnTo>
                    <a:pt x="57419" y="645"/>
                  </a:lnTo>
                  <a:lnTo>
                    <a:pt x="58510" y="833"/>
                  </a:lnTo>
                  <a:lnTo>
                    <a:pt x="59590" y="1040"/>
                  </a:lnTo>
                  <a:lnTo>
                    <a:pt x="60657" y="1266"/>
                  </a:lnTo>
                  <a:lnTo>
                    <a:pt x="61710" y="1509"/>
                  </a:lnTo>
                  <a:lnTo>
                    <a:pt x="62745" y="1767"/>
                  </a:lnTo>
                  <a:lnTo>
                    <a:pt x="63762" y="2039"/>
                  </a:lnTo>
                  <a:lnTo>
                    <a:pt x="64758" y="2325"/>
                  </a:lnTo>
                  <a:lnTo>
                    <a:pt x="65730" y="2621"/>
                  </a:lnTo>
                  <a:lnTo>
                    <a:pt x="66677" y="2928"/>
                  </a:lnTo>
                  <a:lnTo>
                    <a:pt x="67597" y="3243"/>
                  </a:lnTo>
                  <a:lnTo>
                    <a:pt x="68487" y="3565"/>
                  </a:lnTo>
                  <a:close/>
                </a:path>
              </a:pathLst>
            </a:custGeom>
            <a:solidFill>
              <a:srgbClr val="2981B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" name="region 77 #5F8D9D"/>
            <p:cNvSpPr/>
            <p:nvPr/>
          </p:nvSpPr>
          <p:spPr>
            <a:xfrm>
              <a:off x="681764" y="703070"/>
              <a:ext cx="28910" cy="26359"/>
            </a:xfrm>
            <a:custGeom>
              <a:avLst/>
              <a:gdLst/>
              <a:ahLst/>
              <a:cxnLst/>
              <a:rect l="l" t="t" r="r" b="b"/>
              <a:pathLst>
                <a:path w="28910" h="26359">
                  <a:moveTo>
                    <a:pt x="13849" y="97"/>
                  </a:moveTo>
                  <a:lnTo>
                    <a:pt x="15096" y="110"/>
                  </a:lnTo>
                  <a:lnTo>
                    <a:pt x="16348" y="123"/>
                  </a:lnTo>
                  <a:lnTo>
                    <a:pt x="17609" y="136"/>
                  </a:lnTo>
                  <a:lnTo>
                    <a:pt x="18885" y="149"/>
                  </a:lnTo>
                  <a:lnTo>
                    <a:pt x="20333" y="303"/>
                  </a:lnTo>
                  <a:lnTo>
                    <a:pt x="21471" y="452"/>
                  </a:lnTo>
                  <a:lnTo>
                    <a:pt x="22396" y="632"/>
                  </a:lnTo>
                  <a:lnTo>
                    <a:pt x="23207" y="879"/>
                  </a:lnTo>
                  <a:lnTo>
                    <a:pt x="24002" y="1232"/>
                  </a:lnTo>
                  <a:lnTo>
                    <a:pt x="24880" y="1726"/>
                  </a:lnTo>
                  <a:lnTo>
                    <a:pt x="25939" y="2399"/>
                  </a:lnTo>
                  <a:lnTo>
                    <a:pt x="27278" y="3286"/>
                  </a:lnTo>
                  <a:lnTo>
                    <a:pt x="27671" y="4304"/>
                  </a:lnTo>
                  <a:lnTo>
                    <a:pt x="28000" y="5337"/>
                  </a:lnTo>
                  <a:lnTo>
                    <a:pt x="28270" y="6385"/>
                  </a:lnTo>
                  <a:lnTo>
                    <a:pt x="28485" y="7446"/>
                  </a:lnTo>
                  <a:lnTo>
                    <a:pt x="28650" y="8516"/>
                  </a:lnTo>
                  <a:lnTo>
                    <a:pt x="28771" y="9596"/>
                  </a:lnTo>
                  <a:lnTo>
                    <a:pt x="28851" y="10682"/>
                  </a:lnTo>
                  <a:lnTo>
                    <a:pt x="28895" y="11774"/>
                  </a:lnTo>
                  <a:lnTo>
                    <a:pt x="28910" y="12868"/>
                  </a:lnTo>
                  <a:lnTo>
                    <a:pt x="28898" y="13964"/>
                  </a:lnTo>
                  <a:lnTo>
                    <a:pt x="28865" y="15060"/>
                  </a:lnTo>
                  <a:lnTo>
                    <a:pt x="28816" y="16153"/>
                  </a:lnTo>
                  <a:lnTo>
                    <a:pt x="28756" y="17242"/>
                  </a:lnTo>
                  <a:lnTo>
                    <a:pt x="28689" y="18325"/>
                  </a:lnTo>
                  <a:lnTo>
                    <a:pt x="28621" y="19401"/>
                  </a:lnTo>
                  <a:lnTo>
                    <a:pt x="27783" y="20641"/>
                  </a:lnTo>
                  <a:lnTo>
                    <a:pt x="27154" y="21471"/>
                  </a:lnTo>
                  <a:lnTo>
                    <a:pt x="26542" y="22084"/>
                  </a:lnTo>
                  <a:lnTo>
                    <a:pt x="25752" y="22672"/>
                  </a:lnTo>
                  <a:lnTo>
                    <a:pt x="24592" y="23429"/>
                  </a:lnTo>
                  <a:lnTo>
                    <a:pt x="23426" y="24221"/>
                  </a:lnTo>
                  <a:lnTo>
                    <a:pt x="22242" y="25023"/>
                  </a:lnTo>
                  <a:lnTo>
                    <a:pt x="21197" y="25374"/>
                  </a:lnTo>
                  <a:lnTo>
                    <a:pt x="20158" y="25668"/>
                  </a:lnTo>
                  <a:lnTo>
                    <a:pt x="19124" y="25909"/>
                  </a:lnTo>
                  <a:lnTo>
                    <a:pt x="18095" y="26097"/>
                  </a:lnTo>
                  <a:lnTo>
                    <a:pt x="17070" y="26234"/>
                  </a:lnTo>
                  <a:lnTo>
                    <a:pt x="16047" y="26321"/>
                  </a:lnTo>
                  <a:lnTo>
                    <a:pt x="15027" y="26359"/>
                  </a:lnTo>
                  <a:lnTo>
                    <a:pt x="14007" y="26351"/>
                  </a:lnTo>
                  <a:lnTo>
                    <a:pt x="12988" y="26297"/>
                  </a:lnTo>
                  <a:lnTo>
                    <a:pt x="11968" y="26200"/>
                  </a:lnTo>
                  <a:lnTo>
                    <a:pt x="10947" y="26059"/>
                  </a:lnTo>
                  <a:lnTo>
                    <a:pt x="9924" y="25878"/>
                  </a:lnTo>
                  <a:lnTo>
                    <a:pt x="8897" y="25657"/>
                  </a:lnTo>
                  <a:lnTo>
                    <a:pt x="7867" y="25399"/>
                  </a:lnTo>
                  <a:lnTo>
                    <a:pt x="6832" y="25103"/>
                  </a:lnTo>
                  <a:lnTo>
                    <a:pt x="5792" y="24772"/>
                  </a:lnTo>
                  <a:lnTo>
                    <a:pt x="5792" y="23439"/>
                  </a:lnTo>
                  <a:lnTo>
                    <a:pt x="5792" y="22086"/>
                  </a:lnTo>
                  <a:lnTo>
                    <a:pt x="4794" y="21754"/>
                  </a:lnTo>
                  <a:lnTo>
                    <a:pt x="3792" y="21420"/>
                  </a:lnTo>
                  <a:lnTo>
                    <a:pt x="2783" y="21084"/>
                  </a:lnTo>
                  <a:lnTo>
                    <a:pt x="1763" y="20743"/>
                  </a:lnTo>
                  <a:lnTo>
                    <a:pt x="1421" y="19676"/>
                  </a:lnTo>
                  <a:lnTo>
                    <a:pt x="1109" y="18611"/>
                  </a:lnTo>
                  <a:lnTo>
                    <a:pt x="831" y="17549"/>
                  </a:lnTo>
                  <a:lnTo>
                    <a:pt x="588" y="16491"/>
                  </a:lnTo>
                  <a:lnTo>
                    <a:pt x="383" y="15436"/>
                  </a:lnTo>
                  <a:lnTo>
                    <a:pt x="219" y="14383"/>
                  </a:lnTo>
                  <a:lnTo>
                    <a:pt x="99" y="13333"/>
                  </a:lnTo>
                  <a:lnTo>
                    <a:pt x="25" y="12286"/>
                  </a:lnTo>
                  <a:lnTo>
                    <a:pt x="0" y="11242"/>
                  </a:lnTo>
                  <a:lnTo>
                    <a:pt x="26" y="10201"/>
                  </a:lnTo>
                  <a:lnTo>
                    <a:pt x="106" y="9162"/>
                  </a:lnTo>
                  <a:lnTo>
                    <a:pt x="242" y="8125"/>
                  </a:lnTo>
                  <a:lnTo>
                    <a:pt x="439" y="7091"/>
                  </a:lnTo>
                  <a:lnTo>
                    <a:pt x="696" y="6059"/>
                  </a:lnTo>
                  <a:lnTo>
                    <a:pt x="1019" y="5030"/>
                  </a:lnTo>
                  <a:lnTo>
                    <a:pt x="1408" y="4002"/>
                  </a:lnTo>
                  <a:lnTo>
                    <a:pt x="1868" y="2977"/>
                  </a:lnTo>
                  <a:lnTo>
                    <a:pt x="2813" y="2175"/>
                  </a:lnTo>
                  <a:lnTo>
                    <a:pt x="3733" y="1527"/>
                  </a:lnTo>
                  <a:lnTo>
                    <a:pt x="4640" y="1018"/>
                  </a:lnTo>
                  <a:lnTo>
                    <a:pt x="5543" y="632"/>
                  </a:lnTo>
                  <a:lnTo>
                    <a:pt x="6452" y="354"/>
                  </a:lnTo>
                  <a:lnTo>
                    <a:pt x="7378" y="167"/>
                  </a:lnTo>
                  <a:lnTo>
                    <a:pt x="8330" y="56"/>
                  </a:lnTo>
                  <a:lnTo>
                    <a:pt x="9319" y="5"/>
                  </a:lnTo>
                  <a:lnTo>
                    <a:pt x="10356" y="0"/>
                  </a:lnTo>
                  <a:lnTo>
                    <a:pt x="11449" y="24"/>
                  </a:lnTo>
                  <a:lnTo>
                    <a:pt x="12610" y="61"/>
                  </a:lnTo>
                  <a:lnTo>
                    <a:pt x="13849" y="97"/>
                  </a:lnTo>
                  <a:close/>
                </a:path>
              </a:pathLst>
            </a:custGeom>
            <a:solidFill>
              <a:srgbClr val="5F8D9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" name="region 78 #5B767F"/>
            <p:cNvSpPr/>
            <p:nvPr/>
          </p:nvSpPr>
          <p:spPr>
            <a:xfrm>
              <a:off x="867447" y="626797"/>
              <a:ext cx="27532" cy="27638"/>
            </a:xfrm>
            <a:custGeom>
              <a:avLst/>
              <a:gdLst/>
              <a:ahLst/>
              <a:cxnLst/>
              <a:rect l="l" t="t" r="r" b="b"/>
              <a:pathLst>
                <a:path w="27532" h="27638">
                  <a:moveTo>
                    <a:pt x="18855" y="329"/>
                  </a:moveTo>
                  <a:lnTo>
                    <a:pt x="18855" y="1662"/>
                  </a:lnTo>
                  <a:lnTo>
                    <a:pt x="18855" y="3015"/>
                  </a:lnTo>
                  <a:lnTo>
                    <a:pt x="20105" y="3556"/>
                  </a:lnTo>
                  <a:lnTo>
                    <a:pt x="21373" y="4105"/>
                  </a:lnTo>
                  <a:lnTo>
                    <a:pt x="22438" y="4707"/>
                  </a:lnTo>
                  <a:lnTo>
                    <a:pt x="23249" y="5213"/>
                  </a:lnTo>
                  <a:lnTo>
                    <a:pt x="23906" y="5720"/>
                  </a:lnTo>
                  <a:lnTo>
                    <a:pt x="24503" y="6326"/>
                  </a:lnTo>
                  <a:lnTo>
                    <a:pt x="25139" y="7131"/>
                  </a:lnTo>
                  <a:lnTo>
                    <a:pt x="25910" y="8233"/>
                  </a:lnTo>
                  <a:lnTo>
                    <a:pt x="26913" y="9729"/>
                  </a:lnTo>
                  <a:lnTo>
                    <a:pt x="27133" y="11144"/>
                  </a:lnTo>
                  <a:lnTo>
                    <a:pt x="27270" y="12161"/>
                  </a:lnTo>
                  <a:lnTo>
                    <a:pt x="27346" y="13067"/>
                  </a:lnTo>
                  <a:lnTo>
                    <a:pt x="27387" y="14148"/>
                  </a:lnTo>
                  <a:lnTo>
                    <a:pt x="27416" y="15689"/>
                  </a:lnTo>
                  <a:lnTo>
                    <a:pt x="27473" y="17226"/>
                  </a:lnTo>
                  <a:lnTo>
                    <a:pt x="27532" y="18788"/>
                  </a:lnTo>
                  <a:lnTo>
                    <a:pt x="27245" y="20006"/>
                  </a:lnTo>
                  <a:lnTo>
                    <a:pt x="26911" y="21078"/>
                  </a:lnTo>
                  <a:lnTo>
                    <a:pt x="26521" y="22026"/>
                  </a:lnTo>
                  <a:lnTo>
                    <a:pt x="26067" y="22874"/>
                  </a:lnTo>
                  <a:lnTo>
                    <a:pt x="25541" y="23646"/>
                  </a:lnTo>
                  <a:lnTo>
                    <a:pt x="24935" y="24366"/>
                  </a:lnTo>
                  <a:lnTo>
                    <a:pt x="24240" y="25056"/>
                  </a:lnTo>
                  <a:lnTo>
                    <a:pt x="23448" y="25741"/>
                  </a:lnTo>
                  <a:lnTo>
                    <a:pt x="22551" y="26443"/>
                  </a:lnTo>
                  <a:lnTo>
                    <a:pt x="21541" y="27187"/>
                  </a:lnTo>
                  <a:lnTo>
                    <a:pt x="20098" y="27359"/>
                  </a:lnTo>
                  <a:lnTo>
                    <a:pt x="18957" y="27487"/>
                  </a:lnTo>
                  <a:lnTo>
                    <a:pt x="18009" y="27573"/>
                  </a:lnTo>
                  <a:lnTo>
                    <a:pt x="17151" y="27622"/>
                  </a:lnTo>
                  <a:lnTo>
                    <a:pt x="16274" y="27638"/>
                  </a:lnTo>
                  <a:lnTo>
                    <a:pt x="15274" y="27623"/>
                  </a:lnTo>
                  <a:lnTo>
                    <a:pt x="14044" y="27584"/>
                  </a:lnTo>
                  <a:lnTo>
                    <a:pt x="12477" y="27522"/>
                  </a:lnTo>
                  <a:lnTo>
                    <a:pt x="11297" y="27486"/>
                  </a:lnTo>
                  <a:lnTo>
                    <a:pt x="10113" y="27450"/>
                  </a:lnTo>
                  <a:lnTo>
                    <a:pt x="8920" y="27413"/>
                  </a:lnTo>
                  <a:lnTo>
                    <a:pt x="7713" y="27376"/>
                  </a:lnTo>
                  <a:lnTo>
                    <a:pt x="6514" y="27313"/>
                  </a:lnTo>
                  <a:lnTo>
                    <a:pt x="5307" y="27250"/>
                  </a:lnTo>
                  <a:lnTo>
                    <a:pt x="4084" y="27187"/>
                  </a:lnTo>
                  <a:lnTo>
                    <a:pt x="3485" y="26129"/>
                  </a:lnTo>
                  <a:lnTo>
                    <a:pt x="2940" y="25097"/>
                  </a:lnTo>
                  <a:lnTo>
                    <a:pt x="2449" y="24086"/>
                  </a:lnTo>
                  <a:lnTo>
                    <a:pt x="2008" y="23093"/>
                  </a:lnTo>
                  <a:lnTo>
                    <a:pt x="1617" y="22115"/>
                  </a:lnTo>
                  <a:lnTo>
                    <a:pt x="1273" y="21147"/>
                  </a:lnTo>
                  <a:lnTo>
                    <a:pt x="974" y="20186"/>
                  </a:lnTo>
                  <a:lnTo>
                    <a:pt x="719" y="19228"/>
                  </a:lnTo>
                  <a:lnTo>
                    <a:pt x="505" y="18270"/>
                  </a:lnTo>
                  <a:lnTo>
                    <a:pt x="332" y="17309"/>
                  </a:lnTo>
                  <a:lnTo>
                    <a:pt x="197" y="16341"/>
                  </a:lnTo>
                  <a:lnTo>
                    <a:pt x="98" y="15361"/>
                  </a:lnTo>
                  <a:lnTo>
                    <a:pt x="33" y="14367"/>
                  </a:lnTo>
                  <a:lnTo>
                    <a:pt x="1" y="13356"/>
                  </a:lnTo>
                  <a:lnTo>
                    <a:pt x="0" y="12322"/>
                  </a:lnTo>
                  <a:lnTo>
                    <a:pt x="27" y="11264"/>
                  </a:lnTo>
                  <a:lnTo>
                    <a:pt x="82" y="10177"/>
                  </a:lnTo>
                  <a:lnTo>
                    <a:pt x="162" y="9058"/>
                  </a:lnTo>
                  <a:lnTo>
                    <a:pt x="266" y="7902"/>
                  </a:lnTo>
                  <a:lnTo>
                    <a:pt x="391" y="6708"/>
                  </a:lnTo>
                  <a:lnTo>
                    <a:pt x="937" y="5571"/>
                  </a:lnTo>
                  <a:lnTo>
                    <a:pt x="1543" y="4566"/>
                  </a:lnTo>
                  <a:lnTo>
                    <a:pt x="2205" y="3685"/>
                  </a:lnTo>
                  <a:lnTo>
                    <a:pt x="2919" y="2920"/>
                  </a:lnTo>
                  <a:lnTo>
                    <a:pt x="3682" y="2263"/>
                  </a:lnTo>
                  <a:lnTo>
                    <a:pt x="4491" y="1708"/>
                  </a:lnTo>
                  <a:lnTo>
                    <a:pt x="5344" y="1246"/>
                  </a:lnTo>
                  <a:lnTo>
                    <a:pt x="6236" y="870"/>
                  </a:lnTo>
                  <a:lnTo>
                    <a:pt x="7164" y="573"/>
                  </a:lnTo>
                  <a:lnTo>
                    <a:pt x="8125" y="347"/>
                  </a:lnTo>
                  <a:lnTo>
                    <a:pt x="9117" y="184"/>
                  </a:lnTo>
                  <a:lnTo>
                    <a:pt x="10135" y="77"/>
                  </a:lnTo>
                  <a:lnTo>
                    <a:pt x="11176" y="18"/>
                  </a:lnTo>
                  <a:lnTo>
                    <a:pt x="12238" y="0"/>
                  </a:lnTo>
                  <a:lnTo>
                    <a:pt x="13317" y="16"/>
                  </a:lnTo>
                  <a:lnTo>
                    <a:pt x="14410" y="57"/>
                  </a:lnTo>
                  <a:lnTo>
                    <a:pt x="15514" y="116"/>
                  </a:lnTo>
                  <a:lnTo>
                    <a:pt x="16624" y="187"/>
                  </a:lnTo>
                  <a:lnTo>
                    <a:pt x="17739" y="260"/>
                  </a:lnTo>
                  <a:lnTo>
                    <a:pt x="18855" y="329"/>
                  </a:lnTo>
                  <a:close/>
                </a:path>
              </a:pathLst>
            </a:custGeom>
            <a:solidFill>
              <a:srgbClr val="5B767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" name="region 79 #5E8894"/>
            <p:cNvSpPr/>
            <p:nvPr/>
          </p:nvSpPr>
          <p:spPr>
            <a:xfrm>
              <a:off x="838907" y="750182"/>
              <a:ext cx="28832" cy="26164"/>
            </a:xfrm>
            <a:custGeom>
              <a:avLst/>
              <a:gdLst/>
              <a:ahLst/>
              <a:cxnLst/>
              <a:rect l="l" t="t" r="r" b="b"/>
              <a:pathLst>
                <a:path w="28832" h="26164">
                  <a:moveTo>
                    <a:pt x="21880" y="489"/>
                  </a:moveTo>
                  <a:lnTo>
                    <a:pt x="21880" y="1822"/>
                  </a:lnTo>
                  <a:lnTo>
                    <a:pt x="21880" y="3175"/>
                  </a:lnTo>
                  <a:lnTo>
                    <a:pt x="23211" y="3175"/>
                  </a:lnTo>
                  <a:lnTo>
                    <a:pt x="24551" y="3175"/>
                  </a:lnTo>
                  <a:lnTo>
                    <a:pt x="25909" y="3175"/>
                  </a:lnTo>
                  <a:lnTo>
                    <a:pt x="26536" y="4216"/>
                  </a:lnTo>
                  <a:lnTo>
                    <a:pt x="27074" y="5238"/>
                  </a:lnTo>
                  <a:lnTo>
                    <a:pt x="27528" y="6247"/>
                  </a:lnTo>
                  <a:lnTo>
                    <a:pt x="27904" y="7248"/>
                  </a:lnTo>
                  <a:lnTo>
                    <a:pt x="28207" y="8245"/>
                  </a:lnTo>
                  <a:lnTo>
                    <a:pt x="28444" y="9245"/>
                  </a:lnTo>
                  <a:lnTo>
                    <a:pt x="28619" y="10253"/>
                  </a:lnTo>
                  <a:lnTo>
                    <a:pt x="28738" y="11272"/>
                  </a:lnTo>
                  <a:lnTo>
                    <a:pt x="28807" y="12310"/>
                  </a:lnTo>
                  <a:lnTo>
                    <a:pt x="28832" y="13370"/>
                  </a:lnTo>
                  <a:lnTo>
                    <a:pt x="28817" y="14459"/>
                  </a:lnTo>
                  <a:lnTo>
                    <a:pt x="28769" y="15581"/>
                  </a:lnTo>
                  <a:lnTo>
                    <a:pt x="28693" y="16742"/>
                  </a:lnTo>
                  <a:lnTo>
                    <a:pt x="28595" y="17947"/>
                  </a:lnTo>
                  <a:lnTo>
                    <a:pt x="27791" y="19622"/>
                  </a:lnTo>
                  <a:lnTo>
                    <a:pt x="27123" y="20976"/>
                  </a:lnTo>
                  <a:lnTo>
                    <a:pt x="26552" y="22056"/>
                  </a:lnTo>
                  <a:lnTo>
                    <a:pt x="26038" y="22910"/>
                  </a:lnTo>
                  <a:lnTo>
                    <a:pt x="25540" y="23587"/>
                  </a:lnTo>
                  <a:lnTo>
                    <a:pt x="25017" y="24135"/>
                  </a:lnTo>
                  <a:lnTo>
                    <a:pt x="24431" y="24602"/>
                  </a:lnTo>
                  <a:lnTo>
                    <a:pt x="23739" y="25037"/>
                  </a:lnTo>
                  <a:lnTo>
                    <a:pt x="22902" y="25488"/>
                  </a:lnTo>
                  <a:lnTo>
                    <a:pt x="21880" y="26004"/>
                  </a:lnTo>
                  <a:lnTo>
                    <a:pt x="20707" y="26075"/>
                  </a:lnTo>
                  <a:lnTo>
                    <a:pt x="19571" y="26127"/>
                  </a:lnTo>
                  <a:lnTo>
                    <a:pt x="18471" y="26157"/>
                  </a:lnTo>
                  <a:lnTo>
                    <a:pt x="17402" y="26164"/>
                  </a:lnTo>
                  <a:lnTo>
                    <a:pt x="16362" y="26146"/>
                  </a:lnTo>
                  <a:lnTo>
                    <a:pt x="15345" y="26103"/>
                  </a:lnTo>
                  <a:lnTo>
                    <a:pt x="14350" y="26032"/>
                  </a:lnTo>
                  <a:lnTo>
                    <a:pt x="13373" y="25933"/>
                  </a:lnTo>
                  <a:lnTo>
                    <a:pt x="12409" y="25804"/>
                  </a:lnTo>
                  <a:lnTo>
                    <a:pt x="11456" y="25643"/>
                  </a:lnTo>
                  <a:lnTo>
                    <a:pt x="10510" y="25449"/>
                  </a:lnTo>
                  <a:lnTo>
                    <a:pt x="9568" y="25220"/>
                  </a:lnTo>
                  <a:lnTo>
                    <a:pt x="8626" y="24956"/>
                  </a:lnTo>
                  <a:lnTo>
                    <a:pt x="7680" y="24654"/>
                  </a:lnTo>
                  <a:lnTo>
                    <a:pt x="6727" y="24313"/>
                  </a:lnTo>
                  <a:lnTo>
                    <a:pt x="5764" y="23932"/>
                  </a:lnTo>
                  <a:lnTo>
                    <a:pt x="4787" y="23509"/>
                  </a:lnTo>
                  <a:lnTo>
                    <a:pt x="3793" y="23043"/>
                  </a:lnTo>
                  <a:lnTo>
                    <a:pt x="2777" y="22532"/>
                  </a:lnTo>
                  <a:lnTo>
                    <a:pt x="1737" y="21975"/>
                  </a:lnTo>
                  <a:lnTo>
                    <a:pt x="1397" y="20906"/>
                  </a:lnTo>
                  <a:lnTo>
                    <a:pt x="1092" y="19849"/>
                  </a:lnTo>
                  <a:lnTo>
                    <a:pt x="824" y="18802"/>
                  </a:lnTo>
                  <a:lnTo>
                    <a:pt x="592" y="17762"/>
                  </a:lnTo>
                  <a:lnTo>
                    <a:pt x="398" y="16726"/>
                  </a:lnTo>
                  <a:lnTo>
                    <a:pt x="242" y="15693"/>
                  </a:lnTo>
                  <a:lnTo>
                    <a:pt x="123" y="14659"/>
                  </a:lnTo>
                  <a:lnTo>
                    <a:pt x="43" y="13622"/>
                  </a:lnTo>
                  <a:lnTo>
                    <a:pt x="2" y="12580"/>
                  </a:lnTo>
                  <a:lnTo>
                    <a:pt x="0" y="11531"/>
                  </a:lnTo>
                  <a:lnTo>
                    <a:pt x="38" y="10470"/>
                  </a:lnTo>
                  <a:lnTo>
                    <a:pt x="116" y="9398"/>
                  </a:lnTo>
                  <a:lnTo>
                    <a:pt x="235" y="8309"/>
                  </a:lnTo>
                  <a:lnTo>
                    <a:pt x="394" y="7203"/>
                  </a:lnTo>
                  <a:lnTo>
                    <a:pt x="1084" y="6136"/>
                  </a:lnTo>
                  <a:lnTo>
                    <a:pt x="1797" y="5175"/>
                  </a:lnTo>
                  <a:lnTo>
                    <a:pt x="2533" y="4315"/>
                  </a:lnTo>
                  <a:lnTo>
                    <a:pt x="3292" y="3550"/>
                  </a:lnTo>
                  <a:lnTo>
                    <a:pt x="4075" y="2876"/>
                  </a:lnTo>
                  <a:lnTo>
                    <a:pt x="4880" y="2287"/>
                  </a:lnTo>
                  <a:lnTo>
                    <a:pt x="5707" y="1779"/>
                  </a:lnTo>
                  <a:lnTo>
                    <a:pt x="6557" y="1347"/>
                  </a:lnTo>
                  <a:lnTo>
                    <a:pt x="7430" y="985"/>
                  </a:lnTo>
                  <a:lnTo>
                    <a:pt x="8324" y="688"/>
                  </a:lnTo>
                  <a:lnTo>
                    <a:pt x="9240" y="452"/>
                  </a:lnTo>
                  <a:lnTo>
                    <a:pt x="10178" y="271"/>
                  </a:lnTo>
                  <a:lnTo>
                    <a:pt x="11138" y="141"/>
                  </a:lnTo>
                  <a:lnTo>
                    <a:pt x="12119" y="55"/>
                  </a:lnTo>
                  <a:lnTo>
                    <a:pt x="13121" y="10"/>
                  </a:lnTo>
                  <a:lnTo>
                    <a:pt x="14144" y="0"/>
                  </a:lnTo>
                  <a:lnTo>
                    <a:pt x="15188" y="20"/>
                  </a:lnTo>
                  <a:lnTo>
                    <a:pt x="16253" y="65"/>
                  </a:lnTo>
                  <a:lnTo>
                    <a:pt x="17338" y="130"/>
                  </a:lnTo>
                  <a:lnTo>
                    <a:pt x="18444" y="210"/>
                  </a:lnTo>
                  <a:lnTo>
                    <a:pt x="19569" y="300"/>
                  </a:lnTo>
                  <a:lnTo>
                    <a:pt x="20715" y="395"/>
                  </a:lnTo>
                  <a:lnTo>
                    <a:pt x="21880" y="489"/>
                  </a:lnTo>
                  <a:close/>
                </a:path>
              </a:pathLst>
            </a:custGeom>
            <a:solidFill>
              <a:srgbClr val="5E889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" name="region 80 #6198C2"/>
            <p:cNvSpPr/>
            <p:nvPr/>
          </p:nvSpPr>
          <p:spPr>
            <a:xfrm>
              <a:off x="2225157" y="291405"/>
              <a:ext cx="216204" cy="12086"/>
            </a:xfrm>
            <a:custGeom>
              <a:avLst/>
              <a:gdLst/>
              <a:ahLst/>
              <a:cxnLst/>
              <a:rect l="l" t="t" r="r" b="b"/>
              <a:pathLst>
                <a:path w="216204" h="12086">
                  <a:moveTo>
                    <a:pt x="9400" y="0"/>
                  </a:moveTo>
                  <a:lnTo>
                    <a:pt x="12599" y="0"/>
                  </a:lnTo>
                  <a:lnTo>
                    <a:pt x="15798" y="0"/>
                  </a:lnTo>
                  <a:lnTo>
                    <a:pt x="18997" y="0"/>
                  </a:lnTo>
                  <a:lnTo>
                    <a:pt x="22196" y="0"/>
                  </a:lnTo>
                  <a:lnTo>
                    <a:pt x="25396" y="0"/>
                  </a:lnTo>
                  <a:lnTo>
                    <a:pt x="28595" y="0"/>
                  </a:lnTo>
                  <a:lnTo>
                    <a:pt x="31795" y="0"/>
                  </a:lnTo>
                  <a:lnTo>
                    <a:pt x="34996" y="0"/>
                  </a:lnTo>
                  <a:lnTo>
                    <a:pt x="38196" y="0"/>
                  </a:lnTo>
                  <a:lnTo>
                    <a:pt x="41398" y="0"/>
                  </a:lnTo>
                  <a:lnTo>
                    <a:pt x="44599" y="0"/>
                  </a:lnTo>
                  <a:lnTo>
                    <a:pt x="47801" y="0"/>
                  </a:lnTo>
                  <a:lnTo>
                    <a:pt x="51004" y="0"/>
                  </a:lnTo>
                  <a:lnTo>
                    <a:pt x="54207" y="0"/>
                  </a:lnTo>
                  <a:lnTo>
                    <a:pt x="57411" y="0"/>
                  </a:lnTo>
                  <a:lnTo>
                    <a:pt x="60616" y="0"/>
                  </a:lnTo>
                  <a:lnTo>
                    <a:pt x="63821" y="0"/>
                  </a:lnTo>
                  <a:lnTo>
                    <a:pt x="67028" y="0"/>
                  </a:lnTo>
                  <a:lnTo>
                    <a:pt x="70235" y="0"/>
                  </a:lnTo>
                  <a:lnTo>
                    <a:pt x="73443" y="0"/>
                  </a:lnTo>
                  <a:lnTo>
                    <a:pt x="76652" y="0"/>
                  </a:lnTo>
                  <a:lnTo>
                    <a:pt x="79862" y="0"/>
                  </a:lnTo>
                  <a:lnTo>
                    <a:pt x="83073" y="0"/>
                  </a:lnTo>
                  <a:lnTo>
                    <a:pt x="86285" y="0"/>
                  </a:lnTo>
                  <a:lnTo>
                    <a:pt x="89498" y="0"/>
                  </a:lnTo>
                  <a:lnTo>
                    <a:pt x="92712" y="0"/>
                  </a:lnTo>
                  <a:lnTo>
                    <a:pt x="95928" y="0"/>
                  </a:lnTo>
                  <a:lnTo>
                    <a:pt x="99145" y="0"/>
                  </a:lnTo>
                  <a:lnTo>
                    <a:pt x="102363" y="0"/>
                  </a:lnTo>
                  <a:lnTo>
                    <a:pt x="105583" y="0"/>
                  </a:lnTo>
                  <a:lnTo>
                    <a:pt x="108804" y="0"/>
                  </a:lnTo>
                  <a:lnTo>
                    <a:pt x="112026" y="0"/>
                  </a:lnTo>
                  <a:lnTo>
                    <a:pt x="115250" y="0"/>
                  </a:lnTo>
                  <a:lnTo>
                    <a:pt x="118476" y="0"/>
                  </a:lnTo>
                  <a:lnTo>
                    <a:pt x="121703" y="0"/>
                  </a:lnTo>
                  <a:lnTo>
                    <a:pt x="124932" y="0"/>
                  </a:lnTo>
                  <a:lnTo>
                    <a:pt x="128162" y="0"/>
                  </a:lnTo>
                  <a:lnTo>
                    <a:pt x="131395" y="0"/>
                  </a:lnTo>
                  <a:lnTo>
                    <a:pt x="134629" y="0"/>
                  </a:lnTo>
                  <a:lnTo>
                    <a:pt x="137865" y="0"/>
                  </a:lnTo>
                  <a:lnTo>
                    <a:pt x="141102" y="0"/>
                  </a:lnTo>
                  <a:lnTo>
                    <a:pt x="144342" y="0"/>
                  </a:lnTo>
                  <a:lnTo>
                    <a:pt x="147584" y="0"/>
                  </a:lnTo>
                  <a:lnTo>
                    <a:pt x="150828" y="0"/>
                  </a:lnTo>
                  <a:lnTo>
                    <a:pt x="154074" y="0"/>
                  </a:lnTo>
                  <a:lnTo>
                    <a:pt x="157322" y="0"/>
                  </a:lnTo>
                  <a:lnTo>
                    <a:pt x="160572" y="0"/>
                  </a:lnTo>
                  <a:lnTo>
                    <a:pt x="163824" y="0"/>
                  </a:lnTo>
                  <a:lnTo>
                    <a:pt x="167079" y="0"/>
                  </a:lnTo>
                  <a:lnTo>
                    <a:pt x="170336" y="0"/>
                  </a:lnTo>
                  <a:lnTo>
                    <a:pt x="173595" y="0"/>
                  </a:lnTo>
                  <a:lnTo>
                    <a:pt x="176857" y="0"/>
                  </a:lnTo>
                  <a:lnTo>
                    <a:pt x="180121" y="0"/>
                  </a:lnTo>
                  <a:lnTo>
                    <a:pt x="183388" y="0"/>
                  </a:lnTo>
                  <a:lnTo>
                    <a:pt x="186657" y="0"/>
                  </a:lnTo>
                  <a:lnTo>
                    <a:pt x="189929" y="0"/>
                  </a:lnTo>
                  <a:lnTo>
                    <a:pt x="193204" y="0"/>
                  </a:lnTo>
                  <a:lnTo>
                    <a:pt x="196481" y="0"/>
                  </a:lnTo>
                  <a:lnTo>
                    <a:pt x="199761" y="0"/>
                  </a:lnTo>
                  <a:lnTo>
                    <a:pt x="203044" y="0"/>
                  </a:lnTo>
                  <a:lnTo>
                    <a:pt x="206329" y="0"/>
                  </a:lnTo>
                  <a:lnTo>
                    <a:pt x="209618" y="0"/>
                  </a:lnTo>
                  <a:lnTo>
                    <a:pt x="212909" y="0"/>
                  </a:lnTo>
                  <a:lnTo>
                    <a:pt x="216204" y="0"/>
                  </a:lnTo>
                  <a:lnTo>
                    <a:pt x="216204" y="1333"/>
                  </a:lnTo>
                  <a:lnTo>
                    <a:pt x="216204" y="2686"/>
                  </a:lnTo>
                  <a:lnTo>
                    <a:pt x="215150" y="2686"/>
                  </a:lnTo>
                  <a:lnTo>
                    <a:pt x="214089" y="2685"/>
                  </a:lnTo>
                  <a:lnTo>
                    <a:pt x="213014" y="2685"/>
                  </a:lnTo>
                  <a:lnTo>
                    <a:pt x="211814" y="2684"/>
                  </a:lnTo>
                  <a:lnTo>
                    <a:pt x="210613" y="2684"/>
                  </a:lnTo>
                  <a:lnTo>
                    <a:pt x="209413" y="2683"/>
                  </a:lnTo>
                  <a:lnTo>
                    <a:pt x="208212" y="2683"/>
                  </a:lnTo>
                  <a:lnTo>
                    <a:pt x="207012" y="2683"/>
                  </a:lnTo>
                  <a:lnTo>
                    <a:pt x="205812" y="2683"/>
                  </a:lnTo>
                  <a:lnTo>
                    <a:pt x="204611" y="2683"/>
                  </a:lnTo>
                  <a:lnTo>
                    <a:pt x="203411" y="2683"/>
                  </a:lnTo>
                  <a:lnTo>
                    <a:pt x="202210" y="2683"/>
                  </a:lnTo>
                  <a:lnTo>
                    <a:pt x="201010" y="2683"/>
                  </a:lnTo>
                  <a:lnTo>
                    <a:pt x="199809" y="2684"/>
                  </a:lnTo>
                  <a:lnTo>
                    <a:pt x="198609" y="2684"/>
                  </a:lnTo>
                  <a:lnTo>
                    <a:pt x="197408" y="2684"/>
                  </a:lnTo>
                  <a:lnTo>
                    <a:pt x="196208" y="2685"/>
                  </a:lnTo>
                  <a:lnTo>
                    <a:pt x="195007" y="2685"/>
                  </a:lnTo>
                  <a:lnTo>
                    <a:pt x="193807" y="2686"/>
                  </a:lnTo>
                  <a:lnTo>
                    <a:pt x="192606" y="2686"/>
                  </a:lnTo>
                  <a:lnTo>
                    <a:pt x="191406" y="2687"/>
                  </a:lnTo>
                  <a:lnTo>
                    <a:pt x="190205" y="2688"/>
                  </a:lnTo>
                  <a:lnTo>
                    <a:pt x="189005" y="2689"/>
                  </a:lnTo>
                  <a:lnTo>
                    <a:pt x="187804" y="2690"/>
                  </a:lnTo>
                  <a:lnTo>
                    <a:pt x="186604" y="2691"/>
                  </a:lnTo>
                  <a:lnTo>
                    <a:pt x="185404" y="2692"/>
                  </a:lnTo>
                  <a:lnTo>
                    <a:pt x="184203" y="2693"/>
                  </a:lnTo>
                  <a:lnTo>
                    <a:pt x="183003" y="2694"/>
                  </a:lnTo>
                  <a:lnTo>
                    <a:pt x="181802" y="2695"/>
                  </a:lnTo>
                  <a:lnTo>
                    <a:pt x="180602" y="2697"/>
                  </a:lnTo>
                  <a:lnTo>
                    <a:pt x="179401" y="2698"/>
                  </a:lnTo>
                  <a:lnTo>
                    <a:pt x="178201" y="2699"/>
                  </a:lnTo>
                  <a:lnTo>
                    <a:pt x="177000" y="2701"/>
                  </a:lnTo>
                  <a:lnTo>
                    <a:pt x="175800" y="2703"/>
                  </a:lnTo>
                  <a:lnTo>
                    <a:pt x="174599" y="2704"/>
                  </a:lnTo>
                  <a:lnTo>
                    <a:pt x="173399" y="2706"/>
                  </a:lnTo>
                  <a:lnTo>
                    <a:pt x="172198" y="2708"/>
                  </a:lnTo>
                  <a:lnTo>
                    <a:pt x="170998" y="2710"/>
                  </a:lnTo>
                  <a:lnTo>
                    <a:pt x="169798" y="2711"/>
                  </a:lnTo>
                  <a:lnTo>
                    <a:pt x="168597" y="2713"/>
                  </a:lnTo>
                  <a:lnTo>
                    <a:pt x="167397" y="2715"/>
                  </a:lnTo>
                  <a:lnTo>
                    <a:pt x="166196" y="2718"/>
                  </a:lnTo>
                  <a:lnTo>
                    <a:pt x="164996" y="2720"/>
                  </a:lnTo>
                  <a:lnTo>
                    <a:pt x="163795" y="2722"/>
                  </a:lnTo>
                  <a:lnTo>
                    <a:pt x="162595" y="2724"/>
                  </a:lnTo>
                  <a:lnTo>
                    <a:pt x="161394" y="2727"/>
                  </a:lnTo>
                  <a:lnTo>
                    <a:pt x="160194" y="2729"/>
                  </a:lnTo>
                  <a:lnTo>
                    <a:pt x="158993" y="2732"/>
                  </a:lnTo>
                  <a:lnTo>
                    <a:pt x="157793" y="2734"/>
                  </a:lnTo>
                  <a:lnTo>
                    <a:pt x="156593" y="2737"/>
                  </a:lnTo>
                  <a:lnTo>
                    <a:pt x="155392" y="2740"/>
                  </a:lnTo>
                  <a:lnTo>
                    <a:pt x="154192" y="2743"/>
                  </a:lnTo>
                  <a:lnTo>
                    <a:pt x="152991" y="2746"/>
                  </a:lnTo>
                  <a:lnTo>
                    <a:pt x="151791" y="2749"/>
                  </a:lnTo>
                  <a:lnTo>
                    <a:pt x="150590" y="2752"/>
                  </a:lnTo>
                  <a:lnTo>
                    <a:pt x="149390" y="2755"/>
                  </a:lnTo>
                  <a:lnTo>
                    <a:pt x="148190" y="2758"/>
                  </a:lnTo>
                  <a:lnTo>
                    <a:pt x="146989" y="2761"/>
                  </a:lnTo>
                  <a:lnTo>
                    <a:pt x="145789" y="2764"/>
                  </a:lnTo>
                  <a:lnTo>
                    <a:pt x="144588" y="2768"/>
                  </a:lnTo>
                  <a:lnTo>
                    <a:pt x="143388" y="2771"/>
                  </a:lnTo>
                  <a:lnTo>
                    <a:pt x="142187" y="2775"/>
                  </a:lnTo>
                  <a:lnTo>
                    <a:pt x="140987" y="2778"/>
                  </a:lnTo>
                  <a:lnTo>
                    <a:pt x="139787" y="2782"/>
                  </a:lnTo>
                  <a:lnTo>
                    <a:pt x="138586" y="2786"/>
                  </a:lnTo>
                  <a:lnTo>
                    <a:pt x="137386" y="2789"/>
                  </a:lnTo>
                  <a:lnTo>
                    <a:pt x="136185" y="2793"/>
                  </a:lnTo>
                  <a:lnTo>
                    <a:pt x="135124" y="2797"/>
                  </a:lnTo>
                  <a:lnTo>
                    <a:pt x="134062" y="2800"/>
                  </a:lnTo>
                  <a:lnTo>
                    <a:pt x="133001" y="2803"/>
                  </a:lnTo>
                  <a:lnTo>
                    <a:pt x="131939" y="2806"/>
                  </a:lnTo>
                  <a:lnTo>
                    <a:pt x="130877" y="2810"/>
                  </a:lnTo>
                  <a:lnTo>
                    <a:pt x="129816" y="2813"/>
                  </a:lnTo>
                  <a:lnTo>
                    <a:pt x="128754" y="2815"/>
                  </a:lnTo>
                  <a:lnTo>
                    <a:pt x="127693" y="2818"/>
                  </a:lnTo>
                  <a:lnTo>
                    <a:pt x="126631" y="2821"/>
                  </a:lnTo>
                  <a:lnTo>
                    <a:pt x="125570" y="2823"/>
                  </a:lnTo>
                  <a:lnTo>
                    <a:pt x="124508" y="2826"/>
                  </a:lnTo>
                  <a:lnTo>
                    <a:pt x="123447" y="2828"/>
                  </a:lnTo>
                  <a:lnTo>
                    <a:pt x="122385" y="2831"/>
                  </a:lnTo>
                  <a:lnTo>
                    <a:pt x="121323" y="2833"/>
                  </a:lnTo>
                  <a:lnTo>
                    <a:pt x="120262" y="2835"/>
                  </a:lnTo>
                  <a:lnTo>
                    <a:pt x="119200" y="2837"/>
                  </a:lnTo>
                  <a:lnTo>
                    <a:pt x="118139" y="2838"/>
                  </a:lnTo>
                  <a:lnTo>
                    <a:pt x="117077" y="2840"/>
                  </a:lnTo>
                  <a:lnTo>
                    <a:pt x="116016" y="2842"/>
                  </a:lnTo>
                  <a:lnTo>
                    <a:pt x="114954" y="2843"/>
                  </a:lnTo>
                  <a:lnTo>
                    <a:pt x="113893" y="2844"/>
                  </a:lnTo>
                  <a:lnTo>
                    <a:pt x="112831" y="2845"/>
                  </a:lnTo>
                  <a:lnTo>
                    <a:pt x="111770" y="2847"/>
                  </a:lnTo>
                  <a:lnTo>
                    <a:pt x="110708" y="2847"/>
                  </a:lnTo>
                  <a:lnTo>
                    <a:pt x="109647" y="2848"/>
                  </a:lnTo>
                  <a:lnTo>
                    <a:pt x="108585" y="2849"/>
                  </a:lnTo>
                  <a:lnTo>
                    <a:pt x="107524" y="2849"/>
                  </a:lnTo>
                  <a:lnTo>
                    <a:pt x="106462" y="2849"/>
                  </a:lnTo>
                  <a:lnTo>
                    <a:pt x="105401" y="2850"/>
                  </a:lnTo>
                  <a:lnTo>
                    <a:pt x="104339" y="2850"/>
                  </a:lnTo>
                  <a:lnTo>
                    <a:pt x="103278" y="2849"/>
                  </a:lnTo>
                  <a:lnTo>
                    <a:pt x="102216" y="2849"/>
                  </a:lnTo>
                  <a:lnTo>
                    <a:pt x="101155" y="2849"/>
                  </a:lnTo>
                  <a:lnTo>
                    <a:pt x="100093" y="2848"/>
                  </a:lnTo>
                  <a:lnTo>
                    <a:pt x="99032" y="2847"/>
                  </a:lnTo>
                  <a:lnTo>
                    <a:pt x="97987" y="2846"/>
                  </a:lnTo>
                  <a:lnTo>
                    <a:pt x="96943" y="2846"/>
                  </a:lnTo>
                  <a:lnTo>
                    <a:pt x="95898" y="2845"/>
                  </a:lnTo>
                  <a:lnTo>
                    <a:pt x="94853" y="2845"/>
                  </a:lnTo>
                  <a:lnTo>
                    <a:pt x="93809" y="2845"/>
                  </a:lnTo>
                  <a:lnTo>
                    <a:pt x="92764" y="2845"/>
                  </a:lnTo>
                  <a:lnTo>
                    <a:pt x="91720" y="2845"/>
                  </a:lnTo>
                  <a:lnTo>
                    <a:pt x="90675" y="2845"/>
                  </a:lnTo>
                  <a:lnTo>
                    <a:pt x="89631" y="2846"/>
                  </a:lnTo>
                  <a:lnTo>
                    <a:pt x="88586" y="2847"/>
                  </a:lnTo>
                  <a:lnTo>
                    <a:pt x="87541" y="2848"/>
                  </a:lnTo>
                  <a:lnTo>
                    <a:pt x="86497" y="2849"/>
                  </a:lnTo>
                  <a:lnTo>
                    <a:pt x="85452" y="2850"/>
                  </a:lnTo>
                  <a:lnTo>
                    <a:pt x="84408" y="2852"/>
                  </a:lnTo>
                  <a:lnTo>
                    <a:pt x="83363" y="2854"/>
                  </a:lnTo>
                  <a:lnTo>
                    <a:pt x="82318" y="2856"/>
                  </a:lnTo>
                  <a:lnTo>
                    <a:pt x="81274" y="2858"/>
                  </a:lnTo>
                  <a:lnTo>
                    <a:pt x="80229" y="2860"/>
                  </a:lnTo>
                  <a:lnTo>
                    <a:pt x="79185" y="2863"/>
                  </a:lnTo>
                  <a:lnTo>
                    <a:pt x="78140" y="2865"/>
                  </a:lnTo>
                  <a:lnTo>
                    <a:pt x="77095" y="2868"/>
                  </a:lnTo>
                  <a:lnTo>
                    <a:pt x="76051" y="2872"/>
                  </a:lnTo>
                  <a:lnTo>
                    <a:pt x="75006" y="2875"/>
                  </a:lnTo>
                  <a:lnTo>
                    <a:pt x="73962" y="2878"/>
                  </a:lnTo>
                  <a:lnTo>
                    <a:pt x="72917" y="2882"/>
                  </a:lnTo>
                  <a:lnTo>
                    <a:pt x="71872" y="2886"/>
                  </a:lnTo>
                  <a:lnTo>
                    <a:pt x="70828" y="2890"/>
                  </a:lnTo>
                  <a:lnTo>
                    <a:pt x="69783" y="2895"/>
                  </a:lnTo>
                  <a:lnTo>
                    <a:pt x="68739" y="2899"/>
                  </a:lnTo>
                  <a:lnTo>
                    <a:pt x="67694" y="2904"/>
                  </a:lnTo>
                  <a:lnTo>
                    <a:pt x="66650" y="2909"/>
                  </a:lnTo>
                  <a:lnTo>
                    <a:pt x="65578" y="2914"/>
                  </a:lnTo>
                  <a:lnTo>
                    <a:pt x="64506" y="2918"/>
                  </a:lnTo>
                  <a:lnTo>
                    <a:pt x="63435" y="2922"/>
                  </a:lnTo>
                  <a:lnTo>
                    <a:pt x="62363" y="2926"/>
                  </a:lnTo>
                  <a:lnTo>
                    <a:pt x="61291" y="2929"/>
                  </a:lnTo>
                  <a:lnTo>
                    <a:pt x="60220" y="2932"/>
                  </a:lnTo>
                  <a:lnTo>
                    <a:pt x="59148" y="2935"/>
                  </a:lnTo>
                  <a:lnTo>
                    <a:pt x="58077" y="2936"/>
                  </a:lnTo>
                  <a:lnTo>
                    <a:pt x="57005" y="2938"/>
                  </a:lnTo>
                  <a:lnTo>
                    <a:pt x="55933" y="2938"/>
                  </a:lnTo>
                  <a:lnTo>
                    <a:pt x="54862" y="2938"/>
                  </a:lnTo>
                  <a:lnTo>
                    <a:pt x="53790" y="2937"/>
                  </a:lnTo>
                  <a:lnTo>
                    <a:pt x="52718" y="2936"/>
                  </a:lnTo>
                  <a:lnTo>
                    <a:pt x="51647" y="2934"/>
                  </a:lnTo>
                  <a:lnTo>
                    <a:pt x="50575" y="2931"/>
                  </a:lnTo>
                  <a:lnTo>
                    <a:pt x="49504" y="2928"/>
                  </a:lnTo>
                  <a:lnTo>
                    <a:pt x="48427" y="2924"/>
                  </a:lnTo>
                  <a:lnTo>
                    <a:pt x="47351" y="2922"/>
                  </a:lnTo>
                  <a:lnTo>
                    <a:pt x="46275" y="2921"/>
                  </a:lnTo>
                  <a:lnTo>
                    <a:pt x="45199" y="2920"/>
                  </a:lnTo>
                  <a:lnTo>
                    <a:pt x="44123" y="2921"/>
                  </a:lnTo>
                  <a:lnTo>
                    <a:pt x="43047" y="2922"/>
                  </a:lnTo>
                  <a:lnTo>
                    <a:pt x="41971" y="2925"/>
                  </a:lnTo>
                  <a:lnTo>
                    <a:pt x="40895" y="2928"/>
                  </a:lnTo>
                  <a:lnTo>
                    <a:pt x="39819" y="2932"/>
                  </a:lnTo>
                  <a:lnTo>
                    <a:pt x="38743" y="2937"/>
                  </a:lnTo>
                  <a:lnTo>
                    <a:pt x="37667" y="2943"/>
                  </a:lnTo>
                  <a:lnTo>
                    <a:pt x="36591" y="2950"/>
                  </a:lnTo>
                  <a:lnTo>
                    <a:pt x="35515" y="2957"/>
                  </a:lnTo>
                  <a:lnTo>
                    <a:pt x="34439" y="2966"/>
                  </a:lnTo>
                  <a:lnTo>
                    <a:pt x="33363" y="2975"/>
                  </a:lnTo>
                  <a:lnTo>
                    <a:pt x="32179" y="2979"/>
                  </a:lnTo>
                  <a:lnTo>
                    <a:pt x="30995" y="2981"/>
                  </a:lnTo>
                  <a:lnTo>
                    <a:pt x="29810" y="2979"/>
                  </a:lnTo>
                  <a:lnTo>
                    <a:pt x="28625" y="2973"/>
                  </a:lnTo>
                  <a:lnTo>
                    <a:pt x="27440" y="2964"/>
                  </a:lnTo>
                  <a:lnTo>
                    <a:pt x="25197" y="2946"/>
                  </a:lnTo>
                  <a:lnTo>
                    <a:pt x="23186" y="2932"/>
                  </a:lnTo>
                  <a:lnTo>
                    <a:pt x="21389" y="2926"/>
                  </a:lnTo>
                  <a:lnTo>
                    <a:pt x="19791" y="2930"/>
                  </a:lnTo>
                  <a:lnTo>
                    <a:pt x="18374" y="2945"/>
                  </a:lnTo>
                  <a:lnTo>
                    <a:pt x="17121" y="2976"/>
                  </a:lnTo>
                  <a:lnTo>
                    <a:pt x="16015" y="3024"/>
                  </a:lnTo>
                  <a:lnTo>
                    <a:pt x="15040" y="3092"/>
                  </a:lnTo>
                  <a:lnTo>
                    <a:pt x="14177" y="3183"/>
                  </a:lnTo>
                  <a:lnTo>
                    <a:pt x="13411" y="3298"/>
                  </a:lnTo>
                  <a:lnTo>
                    <a:pt x="12724" y="3442"/>
                  </a:lnTo>
                  <a:lnTo>
                    <a:pt x="12099" y="3615"/>
                  </a:lnTo>
                  <a:lnTo>
                    <a:pt x="11520" y="3821"/>
                  </a:lnTo>
                  <a:lnTo>
                    <a:pt x="10969" y="4063"/>
                  </a:lnTo>
                  <a:lnTo>
                    <a:pt x="10429" y="4343"/>
                  </a:lnTo>
                  <a:lnTo>
                    <a:pt x="9884" y="4663"/>
                  </a:lnTo>
                  <a:lnTo>
                    <a:pt x="9317" y="5026"/>
                  </a:lnTo>
                  <a:lnTo>
                    <a:pt x="8710" y="5435"/>
                  </a:lnTo>
                  <a:lnTo>
                    <a:pt x="8046" y="5891"/>
                  </a:lnTo>
                  <a:lnTo>
                    <a:pt x="7341" y="6729"/>
                  </a:lnTo>
                  <a:lnTo>
                    <a:pt x="6797" y="7401"/>
                  </a:lnTo>
                  <a:lnTo>
                    <a:pt x="6344" y="8018"/>
                  </a:lnTo>
                  <a:lnTo>
                    <a:pt x="5910" y="8686"/>
                  </a:lnTo>
                  <a:lnTo>
                    <a:pt x="5427" y="9515"/>
                  </a:lnTo>
                  <a:lnTo>
                    <a:pt x="4823" y="10612"/>
                  </a:lnTo>
                  <a:lnTo>
                    <a:pt x="4028" y="12086"/>
                  </a:lnTo>
                  <a:lnTo>
                    <a:pt x="3031" y="11753"/>
                  </a:lnTo>
                  <a:lnTo>
                    <a:pt x="2029" y="11420"/>
                  </a:lnTo>
                  <a:lnTo>
                    <a:pt x="1020" y="11083"/>
                  </a:lnTo>
                  <a:lnTo>
                    <a:pt x="0" y="10743"/>
                  </a:lnTo>
                  <a:lnTo>
                    <a:pt x="507" y="9548"/>
                  </a:lnTo>
                  <a:lnTo>
                    <a:pt x="1018" y="8500"/>
                  </a:lnTo>
                  <a:lnTo>
                    <a:pt x="1546" y="7581"/>
                  </a:lnTo>
                  <a:lnTo>
                    <a:pt x="2106" y="6772"/>
                  </a:lnTo>
                  <a:lnTo>
                    <a:pt x="2710" y="6056"/>
                  </a:lnTo>
                  <a:lnTo>
                    <a:pt x="3374" y="5415"/>
                  </a:lnTo>
                  <a:lnTo>
                    <a:pt x="4110" y="4830"/>
                  </a:lnTo>
                  <a:lnTo>
                    <a:pt x="4932" y="4282"/>
                  </a:lnTo>
                  <a:lnTo>
                    <a:pt x="5855" y="3755"/>
                  </a:lnTo>
                  <a:lnTo>
                    <a:pt x="6892" y="3229"/>
                  </a:lnTo>
                  <a:lnTo>
                    <a:pt x="8057" y="2686"/>
                  </a:lnTo>
                  <a:lnTo>
                    <a:pt x="8723" y="1353"/>
                  </a:lnTo>
                  <a:lnTo>
                    <a:pt x="9400" y="0"/>
                  </a:lnTo>
                  <a:close/>
                </a:path>
              </a:pathLst>
            </a:custGeom>
            <a:solidFill>
              <a:srgbClr val="6198C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" name="region 81 #424242"/>
            <p:cNvSpPr/>
            <p:nvPr/>
          </p:nvSpPr>
          <p:spPr>
            <a:xfrm>
              <a:off x="570593" y="675470"/>
              <a:ext cx="31018" cy="138317"/>
            </a:xfrm>
            <a:custGeom>
              <a:avLst/>
              <a:gdLst/>
              <a:ahLst/>
              <a:cxnLst/>
              <a:rect l="l" t="t" r="r" b="b"/>
              <a:pathLst>
                <a:path w="31018" h="138317">
                  <a:moveTo>
                    <a:pt x="5503" y="0"/>
                  </a:moveTo>
                  <a:lnTo>
                    <a:pt x="6170" y="0"/>
                  </a:lnTo>
                  <a:lnTo>
                    <a:pt x="6846" y="0"/>
                  </a:lnTo>
                  <a:lnTo>
                    <a:pt x="6867" y="1163"/>
                  </a:lnTo>
                  <a:lnTo>
                    <a:pt x="6888" y="2326"/>
                  </a:lnTo>
                  <a:lnTo>
                    <a:pt x="6908" y="3490"/>
                  </a:lnTo>
                  <a:lnTo>
                    <a:pt x="6929" y="4653"/>
                  </a:lnTo>
                  <a:lnTo>
                    <a:pt x="6950" y="5816"/>
                  </a:lnTo>
                  <a:lnTo>
                    <a:pt x="6971" y="6980"/>
                  </a:lnTo>
                  <a:lnTo>
                    <a:pt x="6992" y="8144"/>
                  </a:lnTo>
                  <a:lnTo>
                    <a:pt x="7012" y="9307"/>
                  </a:lnTo>
                  <a:lnTo>
                    <a:pt x="7033" y="10471"/>
                  </a:lnTo>
                  <a:lnTo>
                    <a:pt x="7054" y="11635"/>
                  </a:lnTo>
                  <a:lnTo>
                    <a:pt x="7075" y="12799"/>
                  </a:lnTo>
                  <a:lnTo>
                    <a:pt x="7096" y="13964"/>
                  </a:lnTo>
                  <a:lnTo>
                    <a:pt x="7116" y="15128"/>
                  </a:lnTo>
                  <a:lnTo>
                    <a:pt x="7137" y="16293"/>
                  </a:lnTo>
                  <a:lnTo>
                    <a:pt x="7158" y="17458"/>
                  </a:lnTo>
                  <a:lnTo>
                    <a:pt x="7179" y="18624"/>
                  </a:lnTo>
                  <a:lnTo>
                    <a:pt x="7200" y="19789"/>
                  </a:lnTo>
                  <a:lnTo>
                    <a:pt x="7220" y="20955"/>
                  </a:lnTo>
                  <a:lnTo>
                    <a:pt x="7241" y="22121"/>
                  </a:lnTo>
                  <a:lnTo>
                    <a:pt x="7262" y="23288"/>
                  </a:lnTo>
                  <a:lnTo>
                    <a:pt x="7283" y="24455"/>
                  </a:lnTo>
                  <a:lnTo>
                    <a:pt x="7304" y="25622"/>
                  </a:lnTo>
                  <a:lnTo>
                    <a:pt x="7325" y="26790"/>
                  </a:lnTo>
                  <a:lnTo>
                    <a:pt x="7345" y="27958"/>
                  </a:lnTo>
                  <a:lnTo>
                    <a:pt x="7366" y="29126"/>
                  </a:lnTo>
                  <a:lnTo>
                    <a:pt x="7387" y="30295"/>
                  </a:lnTo>
                  <a:lnTo>
                    <a:pt x="7408" y="31464"/>
                  </a:lnTo>
                  <a:lnTo>
                    <a:pt x="7429" y="32634"/>
                  </a:lnTo>
                  <a:lnTo>
                    <a:pt x="7450" y="33804"/>
                  </a:lnTo>
                  <a:lnTo>
                    <a:pt x="7471" y="34975"/>
                  </a:lnTo>
                  <a:lnTo>
                    <a:pt x="7492" y="36147"/>
                  </a:lnTo>
                  <a:lnTo>
                    <a:pt x="7513" y="37318"/>
                  </a:lnTo>
                  <a:lnTo>
                    <a:pt x="7534" y="38491"/>
                  </a:lnTo>
                  <a:lnTo>
                    <a:pt x="7554" y="39664"/>
                  </a:lnTo>
                  <a:lnTo>
                    <a:pt x="7575" y="40837"/>
                  </a:lnTo>
                  <a:lnTo>
                    <a:pt x="7596" y="42011"/>
                  </a:lnTo>
                  <a:lnTo>
                    <a:pt x="7617" y="43186"/>
                  </a:lnTo>
                  <a:lnTo>
                    <a:pt x="7638" y="44361"/>
                  </a:lnTo>
                  <a:lnTo>
                    <a:pt x="7659" y="45537"/>
                  </a:lnTo>
                  <a:lnTo>
                    <a:pt x="7680" y="46714"/>
                  </a:lnTo>
                  <a:lnTo>
                    <a:pt x="7701" y="47892"/>
                  </a:lnTo>
                  <a:lnTo>
                    <a:pt x="7722" y="49070"/>
                  </a:lnTo>
                  <a:lnTo>
                    <a:pt x="7743" y="50248"/>
                  </a:lnTo>
                  <a:lnTo>
                    <a:pt x="7765" y="51428"/>
                  </a:lnTo>
                  <a:lnTo>
                    <a:pt x="7786" y="52608"/>
                  </a:lnTo>
                  <a:lnTo>
                    <a:pt x="7807" y="53789"/>
                  </a:lnTo>
                  <a:lnTo>
                    <a:pt x="7828" y="54971"/>
                  </a:lnTo>
                  <a:lnTo>
                    <a:pt x="7849" y="56154"/>
                  </a:lnTo>
                  <a:lnTo>
                    <a:pt x="7870" y="57337"/>
                  </a:lnTo>
                  <a:lnTo>
                    <a:pt x="7891" y="58522"/>
                  </a:lnTo>
                  <a:lnTo>
                    <a:pt x="7912" y="59707"/>
                  </a:lnTo>
                  <a:lnTo>
                    <a:pt x="7934" y="60893"/>
                  </a:lnTo>
                  <a:lnTo>
                    <a:pt x="7955" y="62080"/>
                  </a:lnTo>
                  <a:lnTo>
                    <a:pt x="7976" y="63268"/>
                  </a:lnTo>
                  <a:lnTo>
                    <a:pt x="7997" y="64457"/>
                  </a:lnTo>
                  <a:lnTo>
                    <a:pt x="8018" y="65647"/>
                  </a:lnTo>
                  <a:lnTo>
                    <a:pt x="8040" y="66837"/>
                  </a:lnTo>
                  <a:lnTo>
                    <a:pt x="8061" y="68029"/>
                  </a:lnTo>
                  <a:lnTo>
                    <a:pt x="8082" y="69222"/>
                  </a:lnTo>
                  <a:lnTo>
                    <a:pt x="8104" y="70416"/>
                  </a:lnTo>
                  <a:lnTo>
                    <a:pt x="8125" y="71610"/>
                  </a:lnTo>
                  <a:lnTo>
                    <a:pt x="8146" y="72806"/>
                  </a:lnTo>
                  <a:lnTo>
                    <a:pt x="8168" y="74003"/>
                  </a:lnTo>
                  <a:lnTo>
                    <a:pt x="8189" y="75201"/>
                  </a:lnTo>
                  <a:lnTo>
                    <a:pt x="9522" y="75201"/>
                  </a:lnTo>
                  <a:lnTo>
                    <a:pt x="10875" y="75201"/>
                  </a:lnTo>
                  <a:lnTo>
                    <a:pt x="11119" y="76419"/>
                  </a:lnTo>
                  <a:lnTo>
                    <a:pt x="11366" y="77646"/>
                  </a:lnTo>
                  <a:lnTo>
                    <a:pt x="11615" y="78889"/>
                  </a:lnTo>
                  <a:lnTo>
                    <a:pt x="11834" y="79944"/>
                  </a:lnTo>
                  <a:lnTo>
                    <a:pt x="12055" y="80997"/>
                  </a:lnTo>
                  <a:lnTo>
                    <a:pt x="12278" y="82046"/>
                  </a:lnTo>
                  <a:lnTo>
                    <a:pt x="12505" y="83093"/>
                  </a:lnTo>
                  <a:lnTo>
                    <a:pt x="12734" y="84137"/>
                  </a:lnTo>
                  <a:lnTo>
                    <a:pt x="12967" y="85177"/>
                  </a:lnTo>
                  <a:lnTo>
                    <a:pt x="13204" y="86216"/>
                  </a:lnTo>
                  <a:lnTo>
                    <a:pt x="13445" y="87252"/>
                  </a:lnTo>
                  <a:lnTo>
                    <a:pt x="13690" y="88285"/>
                  </a:lnTo>
                  <a:lnTo>
                    <a:pt x="13941" y="89317"/>
                  </a:lnTo>
                  <a:lnTo>
                    <a:pt x="14197" y="90346"/>
                  </a:lnTo>
                  <a:lnTo>
                    <a:pt x="14458" y="91374"/>
                  </a:lnTo>
                  <a:lnTo>
                    <a:pt x="14726" y="92400"/>
                  </a:lnTo>
                  <a:lnTo>
                    <a:pt x="15000" y="93424"/>
                  </a:lnTo>
                  <a:lnTo>
                    <a:pt x="15281" y="94447"/>
                  </a:lnTo>
                  <a:lnTo>
                    <a:pt x="15569" y="95468"/>
                  </a:lnTo>
                  <a:lnTo>
                    <a:pt x="15865" y="96489"/>
                  </a:lnTo>
                  <a:lnTo>
                    <a:pt x="16169" y="97508"/>
                  </a:lnTo>
                  <a:lnTo>
                    <a:pt x="16481" y="98527"/>
                  </a:lnTo>
                  <a:lnTo>
                    <a:pt x="16801" y="99544"/>
                  </a:lnTo>
                  <a:lnTo>
                    <a:pt x="17131" y="100562"/>
                  </a:lnTo>
                  <a:lnTo>
                    <a:pt x="17470" y="101578"/>
                  </a:lnTo>
                  <a:lnTo>
                    <a:pt x="17819" y="102595"/>
                  </a:lnTo>
                  <a:lnTo>
                    <a:pt x="18177" y="103611"/>
                  </a:lnTo>
                  <a:lnTo>
                    <a:pt x="18496" y="104771"/>
                  </a:lnTo>
                  <a:lnTo>
                    <a:pt x="18742" y="105910"/>
                  </a:lnTo>
                  <a:lnTo>
                    <a:pt x="18918" y="107037"/>
                  </a:lnTo>
                  <a:lnTo>
                    <a:pt x="19030" y="108162"/>
                  </a:lnTo>
                  <a:lnTo>
                    <a:pt x="19083" y="109292"/>
                  </a:lnTo>
                  <a:lnTo>
                    <a:pt x="19081" y="110437"/>
                  </a:lnTo>
                  <a:lnTo>
                    <a:pt x="19029" y="111604"/>
                  </a:lnTo>
                  <a:lnTo>
                    <a:pt x="18932" y="112802"/>
                  </a:lnTo>
                  <a:lnTo>
                    <a:pt x="20265" y="112802"/>
                  </a:lnTo>
                  <a:lnTo>
                    <a:pt x="21618" y="112802"/>
                  </a:lnTo>
                  <a:lnTo>
                    <a:pt x="22072" y="113807"/>
                  </a:lnTo>
                  <a:lnTo>
                    <a:pt x="22529" y="114819"/>
                  </a:lnTo>
                  <a:lnTo>
                    <a:pt x="22992" y="115845"/>
                  </a:lnTo>
                  <a:lnTo>
                    <a:pt x="23441" y="116837"/>
                  </a:lnTo>
                  <a:lnTo>
                    <a:pt x="23892" y="117833"/>
                  </a:lnTo>
                  <a:lnTo>
                    <a:pt x="24347" y="118837"/>
                  </a:lnTo>
                  <a:lnTo>
                    <a:pt x="24807" y="119852"/>
                  </a:lnTo>
                  <a:lnTo>
                    <a:pt x="25252" y="120834"/>
                  </a:lnTo>
                  <a:lnTo>
                    <a:pt x="25698" y="121820"/>
                  </a:lnTo>
                  <a:lnTo>
                    <a:pt x="26147" y="122813"/>
                  </a:lnTo>
                  <a:lnTo>
                    <a:pt x="26601" y="123817"/>
                  </a:lnTo>
                  <a:lnTo>
                    <a:pt x="27045" y="124772"/>
                  </a:lnTo>
                  <a:lnTo>
                    <a:pt x="27496" y="125723"/>
                  </a:lnTo>
                  <a:lnTo>
                    <a:pt x="27956" y="126670"/>
                  </a:lnTo>
                  <a:lnTo>
                    <a:pt x="28425" y="127613"/>
                  </a:lnTo>
                  <a:lnTo>
                    <a:pt x="28904" y="128550"/>
                  </a:lnTo>
                  <a:lnTo>
                    <a:pt x="29393" y="129481"/>
                  </a:lnTo>
                  <a:lnTo>
                    <a:pt x="29895" y="130406"/>
                  </a:lnTo>
                  <a:lnTo>
                    <a:pt x="30311" y="131362"/>
                  </a:lnTo>
                  <a:lnTo>
                    <a:pt x="30609" y="132145"/>
                  </a:lnTo>
                  <a:lnTo>
                    <a:pt x="30809" y="132894"/>
                  </a:lnTo>
                  <a:lnTo>
                    <a:pt x="30930" y="133747"/>
                  </a:lnTo>
                  <a:lnTo>
                    <a:pt x="30992" y="134843"/>
                  </a:lnTo>
                  <a:lnTo>
                    <a:pt x="31015" y="136320"/>
                  </a:lnTo>
                  <a:lnTo>
                    <a:pt x="31018" y="138317"/>
                  </a:lnTo>
                  <a:lnTo>
                    <a:pt x="29756" y="138140"/>
                  </a:lnTo>
                  <a:lnTo>
                    <a:pt x="28846" y="137981"/>
                  </a:lnTo>
                  <a:lnTo>
                    <a:pt x="28029" y="137777"/>
                  </a:lnTo>
                  <a:lnTo>
                    <a:pt x="27049" y="137463"/>
                  </a:lnTo>
                  <a:lnTo>
                    <a:pt x="25647" y="136974"/>
                  </a:lnTo>
                  <a:lnTo>
                    <a:pt x="24953" y="135809"/>
                  </a:lnTo>
                  <a:lnTo>
                    <a:pt x="24484" y="134956"/>
                  </a:lnTo>
                  <a:lnTo>
                    <a:pt x="24127" y="134165"/>
                  </a:lnTo>
                  <a:lnTo>
                    <a:pt x="23768" y="133187"/>
                  </a:lnTo>
                  <a:lnTo>
                    <a:pt x="23296" y="131770"/>
                  </a:lnTo>
                  <a:lnTo>
                    <a:pt x="23051" y="131063"/>
                  </a:lnTo>
                  <a:lnTo>
                    <a:pt x="22311" y="128927"/>
                  </a:lnTo>
                  <a:lnTo>
                    <a:pt x="22019" y="127772"/>
                  </a:lnTo>
                  <a:lnTo>
                    <a:pt x="21823" y="126880"/>
                  </a:lnTo>
                  <a:lnTo>
                    <a:pt x="21705" y="126064"/>
                  </a:lnTo>
                  <a:lnTo>
                    <a:pt x="21644" y="125137"/>
                  </a:lnTo>
                  <a:lnTo>
                    <a:pt x="21621" y="123912"/>
                  </a:lnTo>
                  <a:lnTo>
                    <a:pt x="21618" y="122202"/>
                  </a:lnTo>
                  <a:lnTo>
                    <a:pt x="20285" y="122202"/>
                  </a:lnTo>
                  <a:lnTo>
                    <a:pt x="18932" y="122202"/>
                  </a:lnTo>
                  <a:lnTo>
                    <a:pt x="18582" y="121195"/>
                  </a:lnTo>
                  <a:lnTo>
                    <a:pt x="18232" y="120187"/>
                  </a:lnTo>
                  <a:lnTo>
                    <a:pt x="17883" y="119180"/>
                  </a:lnTo>
                  <a:lnTo>
                    <a:pt x="17533" y="118172"/>
                  </a:lnTo>
                  <a:lnTo>
                    <a:pt x="17183" y="117165"/>
                  </a:lnTo>
                  <a:lnTo>
                    <a:pt x="16834" y="116157"/>
                  </a:lnTo>
                  <a:lnTo>
                    <a:pt x="16484" y="115149"/>
                  </a:lnTo>
                  <a:lnTo>
                    <a:pt x="16135" y="114142"/>
                  </a:lnTo>
                  <a:lnTo>
                    <a:pt x="15786" y="113134"/>
                  </a:lnTo>
                  <a:lnTo>
                    <a:pt x="15436" y="112126"/>
                  </a:lnTo>
                  <a:lnTo>
                    <a:pt x="15087" y="111119"/>
                  </a:lnTo>
                  <a:lnTo>
                    <a:pt x="14738" y="110111"/>
                  </a:lnTo>
                  <a:lnTo>
                    <a:pt x="14389" y="109103"/>
                  </a:lnTo>
                  <a:lnTo>
                    <a:pt x="14040" y="108095"/>
                  </a:lnTo>
                  <a:lnTo>
                    <a:pt x="13691" y="107087"/>
                  </a:lnTo>
                  <a:lnTo>
                    <a:pt x="13342" y="106079"/>
                  </a:lnTo>
                  <a:lnTo>
                    <a:pt x="12963" y="104984"/>
                  </a:lnTo>
                  <a:lnTo>
                    <a:pt x="12583" y="103890"/>
                  </a:lnTo>
                  <a:lnTo>
                    <a:pt x="12203" y="102795"/>
                  </a:lnTo>
                  <a:lnTo>
                    <a:pt x="11823" y="101701"/>
                  </a:lnTo>
                  <a:lnTo>
                    <a:pt x="11443" y="100606"/>
                  </a:lnTo>
                  <a:lnTo>
                    <a:pt x="11100" y="99617"/>
                  </a:lnTo>
                  <a:lnTo>
                    <a:pt x="10757" y="98628"/>
                  </a:lnTo>
                  <a:lnTo>
                    <a:pt x="10414" y="97640"/>
                  </a:lnTo>
                  <a:lnTo>
                    <a:pt x="10072" y="96651"/>
                  </a:lnTo>
                  <a:lnTo>
                    <a:pt x="9729" y="95662"/>
                  </a:lnTo>
                  <a:lnTo>
                    <a:pt x="9387" y="94673"/>
                  </a:lnTo>
                  <a:lnTo>
                    <a:pt x="9045" y="93684"/>
                  </a:lnTo>
                  <a:lnTo>
                    <a:pt x="8703" y="92695"/>
                  </a:lnTo>
                  <a:lnTo>
                    <a:pt x="8523" y="92175"/>
                  </a:lnTo>
                  <a:lnTo>
                    <a:pt x="8290" y="91502"/>
                  </a:lnTo>
                  <a:lnTo>
                    <a:pt x="7848" y="90227"/>
                  </a:lnTo>
                  <a:lnTo>
                    <a:pt x="7041" y="87901"/>
                  </a:lnTo>
                  <a:lnTo>
                    <a:pt x="6687" y="86823"/>
                  </a:lnTo>
                  <a:lnTo>
                    <a:pt x="6339" y="85744"/>
                  </a:lnTo>
                  <a:lnTo>
                    <a:pt x="5997" y="84663"/>
                  </a:lnTo>
                  <a:lnTo>
                    <a:pt x="5660" y="83580"/>
                  </a:lnTo>
                  <a:lnTo>
                    <a:pt x="5329" y="82495"/>
                  </a:lnTo>
                  <a:lnTo>
                    <a:pt x="5003" y="81409"/>
                  </a:lnTo>
                  <a:lnTo>
                    <a:pt x="4682" y="80321"/>
                  </a:lnTo>
                  <a:lnTo>
                    <a:pt x="4366" y="79232"/>
                  </a:lnTo>
                  <a:lnTo>
                    <a:pt x="4054" y="78142"/>
                  </a:lnTo>
                  <a:lnTo>
                    <a:pt x="3592" y="76548"/>
                  </a:lnTo>
                  <a:lnTo>
                    <a:pt x="3233" y="75355"/>
                  </a:lnTo>
                  <a:lnTo>
                    <a:pt x="2929" y="74440"/>
                  </a:lnTo>
                  <a:lnTo>
                    <a:pt x="2633" y="73679"/>
                  </a:lnTo>
                  <a:lnTo>
                    <a:pt x="2296" y="72949"/>
                  </a:lnTo>
                  <a:lnTo>
                    <a:pt x="1870" y="72127"/>
                  </a:lnTo>
                  <a:lnTo>
                    <a:pt x="1307" y="71089"/>
                  </a:lnTo>
                  <a:lnTo>
                    <a:pt x="874" y="70021"/>
                  </a:lnTo>
                  <a:lnTo>
                    <a:pt x="544" y="68972"/>
                  </a:lnTo>
                  <a:lnTo>
                    <a:pt x="303" y="67935"/>
                  </a:lnTo>
                  <a:lnTo>
                    <a:pt x="140" y="66904"/>
                  </a:lnTo>
                  <a:lnTo>
                    <a:pt x="43" y="65870"/>
                  </a:lnTo>
                  <a:lnTo>
                    <a:pt x="1" y="64828"/>
                  </a:lnTo>
                  <a:lnTo>
                    <a:pt x="0" y="63769"/>
                  </a:lnTo>
                  <a:lnTo>
                    <a:pt x="30" y="62688"/>
                  </a:lnTo>
                  <a:lnTo>
                    <a:pt x="78" y="61577"/>
                  </a:lnTo>
                  <a:lnTo>
                    <a:pt x="132" y="60429"/>
                  </a:lnTo>
                  <a:lnTo>
                    <a:pt x="1465" y="60429"/>
                  </a:lnTo>
                  <a:lnTo>
                    <a:pt x="2818" y="60429"/>
                  </a:lnTo>
                  <a:lnTo>
                    <a:pt x="2814" y="59819"/>
                  </a:lnTo>
                  <a:lnTo>
                    <a:pt x="2808" y="58744"/>
                  </a:lnTo>
                  <a:lnTo>
                    <a:pt x="2796" y="56281"/>
                  </a:lnTo>
                  <a:lnTo>
                    <a:pt x="2791" y="55195"/>
                  </a:lnTo>
                  <a:lnTo>
                    <a:pt x="2786" y="54108"/>
                  </a:lnTo>
                  <a:lnTo>
                    <a:pt x="2782" y="53021"/>
                  </a:lnTo>
                  <a:lnTo>
                    <a:pt x="2777" y="51935"/>
                  </a:lnTo>
                  <a:lnTo>
                    <a:pt x="2773" y="50848"/>
                  </a:lnTo>
                  <a:lnTo>
                    <a:pt x="2770" y="49762"/>
                  </a:lnTo>
                  <a:lnTo>
                    <a:pt x="2766" y="48675"/>
                  </a:lnTo>
                  <a:lnTo>
                    <a:pt x="2762" y="47589"/>
                  </a:lnTo>
                  <a:lnTo>
                    <a:pt x="2759" y="46502"/>
                  </a:lnTo>
                  <a:lnTo>
                    <a:pt x="2756" y="45415"/>
                  </a:lnTo>
                  <a:lnTo>
                    <a:pt x="2753" y="44329"/>
                  </a:lnTo>
                  <a:lnTo>
                    <a:pt x="2750" y="43242"/>
                  </a:lnTo>
                  <a:lnTo>
                    <a:pt x="2747" y="42156"/>
                  </a:lnTo>
                  <a:lnTo>
                    <a:pt x="2744" y="41069"/>
                  </a:lnTo>
                  <a:lnTo>
                    <a:pt x="2740" y="39971"/>
                  </a:lnTo>
                  <a:lnTo>
                    <a:pt x="2736" y="38873"/>
                  </a:lnTo>
                  <a:lnTo>
                    <a:pt x="2732" y="37775"/>
                  </a:lnTo>
                  <a:lnTo>
                    <a:pt x="2727" y="36677"/>
                  </a:lnTo>
                  <a:lnTo>
                    <a:pt x="2722" y="35579"/>
                  </a:lnTo>
                  <a:lnTo>
                    <a:pt x="2717" y="34481"/>
                  </a:lnTo>
                  <a:lnTo>
                    <a:pt x="2711" y="33430"/>
                  </a:lnTo>
                  <a:lnTo>
                    <a:pt x="2707" y="32379"/>
                  </a:lnTo>
                  <a:lnTo>
                    <a:pt x="2703" y="31328"/>
                  </a:lnTo>
                  <a:lnTo>
                    <a:pt x="2699" y="30277"/>
                  </a:lnTo>
                  <a:lnTo>
                    <a:pt x="2696" y="29226"/>
                  </a:lnTo>
                  <a:lnTo>
                    <a:pt x="2693" y="28175"/>
                  </a:lnTo>
                  <a:lnTo>
                    <a:pt x="2691" y="27124"/>
                  </a:lnTo>
                  <a:lnTo>
                    <a:pt x="2688" y="26073"/>
                  </a:lnTo>
                  <a:lnTo>
                    <a:pt x="2686" y="25022"/>
                  </a:lnTo>
                  <a:lnTo>
                    <a:pt x="2676" y="23540"/>
                  </a:lnTo>
                  <a:lnTo>
                    <a:pt x="2666" y="22036"/>
                  </a:lnTo>
                  <a:lnTo>
                    <a:pt x="2667" y="19961"/>
                  </a:lnTo>
                  <a:lnTo>
                    <a:pt x="2681" y="18319"/>
                  </a:lnTo>
                  <a:lnTo>
                    <a:pt x="2720" y="17029"/>
                  </a:lnTo>
                  <a:lnTo>
                    <a:pt x="2796" y="16008"/>
                  </a:lnTo>
                  <a:lnTo>
                    <a:pt x="2921" y="15175"/>
                  </a:lnTo>
                  <a:lnTo>
                    <a:pt x="3108" y="14449"/>
                  </a:lnTo>
                  <a:lnTo>
                    <a:pt x="3368" y="13746"/>
                  </a:lnTo>
                  <a:lnTo>
                    <a:pt x="3715" y="12986"/>
                  </a:lnTo>
                  <a:lnTo>
                    <a:pt x="4160" y="12086"/>
                  </a:lnTo>
                  <a:lnTo>
                    <a:pt x="4307" y="11053"/>
                  </a:lnTo>
                  <a:lnTo>
                    <a:pt x="4444" y="10019"/>
                  </a:lnTo>
                  <a:lnTo>
                    <a:pt x="4574" y="8984"/>
                  </a:lnTo>
                  <a:lnTo>
                    <a:pt x="4695" y="7948"/>
                  </a:lnTo>
                  <a:lnTo>
                    <a:pt x="4808" y="6912"/>
                  </a:lnTo>
                  <a:lnTo>
                    <a:pt x="4915" y="5875"/>
                  </a:lnTo>
                  <a:lnTo>
                    <a:pt x="5028" y="4776"/>
                  </a:lnTo>
                  <a:lnTo>
                    <a:pt x="5142" y="3670"/>
                  </a:lnTo>
                  <a:lnTo>
                    <a:pt x="5256" y="2548"/>
                  </a:lnTo>
                  <a:lnTo>
                    <a:pt x="5379" y="1284"/>
                  </a:lnTo>
                  <a:lnTo>
                    <a:pt x="5503" y="0"/>
                  </a:ln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" name="region 82 #C1DFF1"/>
            <p:cNvSpPr/>
            <p:nvPr/>
          </p:nvSpPr>
          <p:spPr>
            <a:xfrm>
              <a:off x="2487837" y="261862"/>
              <a:ext cx="82440" cy="86429"/>
            </a:xfrm>
            <a:custGeom>
              <a:avLst/>
              <a:gdLst/>
              <a:ahLst/>
              <a:cxnLst/>
              <a:rect l="l" t="t" r="r" b="b"/>
              <a:pathLst>
                <a:path w="82440" h="86429">
                  <a:moveTo>
                    <a:pt x="82440" y="0"/>
                  </a:moveTo>
                  <a:lnTo>
                    <a:pt x="82412" y="1327"/>
                  </a:lnTo>
                  <a:lnTo>
                    <a:pt x="82321" y="2474"/>
                  </a:lnTo>
                  <a:lnTo>
                    <a:pt x="82160" y="3476"/>
                  </a:lnTo>
                  <a:lnTo>
                    <a:pt x="81921" y="4369"/>
                  </a:lnTo>
                  <a:lnTo>
                    <a:pt x="81596" y="5187"/>
                  </a:lnTo>
                  <a:lnTo>
                    <a:pt x="81178" y="5966"/>
                  </a:lnTo>
                  <a:lnTo>
                    <a:pt x="80658" y="6741"/>
                  </a:lnTo>
                  <a:lnTo>
                    <a:pt x="80029" y="7549"/>
                  </a:lnTo>
                  <a:lnTo>
                    <a:pt x="79283" y="8423"/>
                  </a:lnTo>
                  <a:lnTo>
                    <a:pt x="78412" y="9400"/>
                  </a:lnTo>
                  <a:lnTo>
                    <a:pt x="77297" y="9754"/>
                  </a:lnTo>
                  <a:lnTo>
                    <a:pt x="76247" y="10051"/>
                  </a:lnTo>
                  <a:lnTo>
                    <a:pt x="75244" y="10297"/>
                  </a:lnTo>
                  <a:lnTo>
                    <a:pt x="74270" y="10495"/>
                  </a:lnTo>
                  <a:lnTo>
                    <a:pt x="73310" y="10651"/>
                  </a:lnTo>
                  <a:lnTo>
                    <a:pt x="72344" y="10771"/>
                  </a:lnTo>
                  <a:lnTo>
                    <a:pt x="71358" y="10858"/>
                  </a:lnTo>
                  <a:lnTo>
                    <a:pt x="70332" y="10918"/>
                  </a:lnTo>
                  <a:lnTo>
                    <a:pt x="69250" y="10956"/>
                  </a:lnTo>
                  <a:lnTo>
                    <a:pt x="68094" y="10976"/>
                  </a:lnTo>
                  <a:lnTo>
                    <a:pt x="67527" y="10984"/>
                  </a:lnTo>
                  <a:lnTo>
                    <a:pt x="66527" y="10998"/>
                  </a:lnTo>
                  <a:lnTo>
                    <a:pt x="64236" y="11030"/>
                  </a:lnTo>
                  <a:lnTo>
                    <a:pt x="62863" y="11045"/>
                  </a:lnTo>
                  <a:lnTo>
                    <a:pt x="61480" y="11059"/>
                  </a:lnTo>
                  <a:lnTo>
                    <a:pt x="60079" y="11073"/>
                  </a:lnTo>
                  <a:lnTo>
                    <a:pt x="58991" y="11090"/>
                  </a:lnTo>
                  <a:lnTo>
                    <a:pt x="57904" y="11106"/>
                  </a:lnTo>
                  <a:lnTo>
                    <a:pt x="56816" y="11123"/>
                  </a:lnTo>
                  <a:lnTo>
                    <a:pt x="55729" y="11140"/>
                  </a:lnTo>
                  <a:lnTo>
                    <a:pt x="54641" y="11157"/>
                  </a:lnTo>
                  <a:lnTo>
                    <a:pt x="53554" y="11173"/>
                  </a:lnTo>
                  <a:lnTo>
                    <a:pt x="52466" y="11190"/>
                  </a:lnTo>
                  <a:lnTo>
                    <a:pt x="51378" y="11207"/>
                  </a:lnTo>
                  <a:lnTo>
                    <a:pt x="50322" y="11222"/>
                  </a:lnTo>
                  <a:lnTo>
                    <a:pt x="49266" y="11236"/>
                  </a:lnTo>
                  <a:lnTo>
                    <a:pt x="48210" y="11251"/>
                  </a:lnTo>
                  <a:lnTo>
                    <a:pt x="47154" y="11265"/>
                  </a:lnTo>
                  <a:lnTo>
                    <a:pt x="46098" y="11279"/>
                  </a:lnTo>
                  <a:lnTo>
                    <a:pt x="45042" y="11293"/>
                  </a:lnTo>
                  <a:lnTo>
                    <a:pt x="43985" y="11306"/>
                  </a:lnTo>
                  <a:lnTo>
                    <a:pt x="42929" y="11320"/>
                  </a:lnTo>
                  <a:lnTo>
                    <a:pt x="41873" y="11333"/>
                  </a:lnTo>
                  <a:lnTo>
                    <a:pt x="40817" y="11346"/>
                  </a:lnTo>
                  <a:lnTo>
                    <a:pt x="39761" y="11359"/>
                  </a:lnTo>
                  <a:lnTo>
                    <a:pt x="38705" y="11371"/>
                  </a:lnTo>
                  <a:lnTo>
                    <a:pt x="37649" y="11383"/>
                  </a:lnTo>
                  <a:lnTo>
                    <a:pt x="36545" y="11397"/>
                  </a:lnTo>
                  <a:lnTo>
                    <a:pt x="35442" y="11411"/>
                  </a:lnTo>
                  <a:lnTo>
                    <a:pt x="34338" y="11426"/>
                  </a:lnTo>
                  <a:lnTo>
                    <a:pt x="33235" y="11441"/>
                  </a:lnTo>
                  <a:lnTo>
                    <a:pt x="32132" y="11457"/>
                  </a:lnTo>
                  <a:lnTo>
                    <a:pt x="31028" y="11473"/>
                  </a:lnTo>
                  <a:lnTo>
                    <a:pt x="29925" y="11490"/>
                  </a:lnTo>
                  <a:lnTo>
                    <a:pt x="28822" y="11507"/>
                  </a:lnTo>
                  <a:lnTo>
                    <a:pt x="27718" y="11524"/>
                  </a:lnTo>
                  <a:lnTo>
                    <a:pt x="26615" y="11541"/>
                  </a:lnTo>
                  <a:lnTo>
                    <a:pt x="25511" y="11559"/>
                  </a:lnTo>
                  <a:lnTo>
                    <a:pt x="24408" y="11577"/>
                  </a:lnTo>
                  <a:lnTo>
                    <a:pt x="23798" y="11582"/>
                  </a:lnTo>
                  <a:lnTo>
                    <a:pt x="22722" y="11591"/>
                  </a:lnTo>
                  <a:lnTo>
                    <a:pt x="20258" y="11612"/>
                  </a:lnTo>
                  <a:lnTo>
                    <a:pt x="19689" y="11621"/>
                  </a:lnTo>
                  <a:lnTo>
                    <a:pt x="18685" y="11639"/>
                  </a:lnTo>
                  <a:lnTo>
                    <a:pt x="16388" y="11679"/>
                  </a:lnTo>
                  <a:lnTo>
                    <a:pt x="15888" y="11685"/>
                  </a:lnTo>
                  <a:lnTo>
                    <a:pt x="15007" y="11696"/>
                  </a:lnTo>
                  <a:lnTo>
                    <a:pt x="12991" y="11720"/>
                  </a:lnTo>
                  <a:lnTo>
                    <a:pt x="11968" y="11846"/>
                  </a:lnTo>
                  <a:lnTo>
                    <a:pt x="11134" y="11973"/>
                  </a:lnTo>
                  <a:lnTo>
                    <a:pt x="10390" y="12138"/>
                  </a:lnTo>
                  <a:lnTo>
                    <a:pt x="9637" y="12376"/>
                  </a:lnTo>
                  <a:lnTo>
                    <a:pt x="8775" y="12722"/>
                  </a:lnTo>
                  <a:lnTo>
                    <a:pt x="7707" y="13213"/>
                  </a:lnTo>
                  <a:lnTo>
                    <a:pt x="6332" y="13884"/>
                  </a:lnTo>
                  <a:lnTo>
                    <a:pt x="4553" y="14771"/>
                  </a:lnTo>
                  <a:lnTo>
                    <a:pt x="4553" y="15831"/>
                  </a:lnTo>
                  <a:lnTo>
                    <a:pt x="4553" y="16890"/>
                  </a:lnTo>
                  <a:lnTo>
                    <a:pt x="4553" y="17950"/>
                  </a:lnTo>
                  <a:lnTo>
                    <a:pt x="4553" y="19009"/>
                  </a:lnTo>
                  <a:lnTo>
                    <a:pt x="4553" y="20069"/>
                  </a:lnTo>
                  <a:lnTo>
                    <a:pt x="4553" y="21128"/>
                  </a:lnTo>
                  <a:lnTo>
                    <a:pt x="4553" y="22188"/>
                  </a:lnTo>
                  <a:lnTo>
                    <a:pt x="4553" y="23248"/>
                  </a:lnTo>
                  <a:lnTo>
                    <a:pt x="4553" y="24308"/>
                  </a:lnTo>
                  <a:lnTo>
                    <a:pt x="4553" y="25368"/>
                  </a:lnTo>
                  <a:lnTo>
                    <a:pt x="4553" y="26428"/>
                  </a:lnTo>
                  <a:lnTo>
                    <a:pt x="4553" y="27489"/>
                  </a:lnTo>
                  <a:lnTo>
                    <a:pt x="4553" y="28549"/>
                  </a:lnTo>
                  <a:lnTo>
                    <a:pt x="4553" y="29610"/>
                  </a:lnTo>
                  <a:lnTo>
                    <a:pt x="4553" y="30671"/>
                  </a:lnTo>
                  <a:lnTo>
                    <a:pt x="4553" y="31733"/>
                  </a:lnTo>
                  <a:lnTo>
                    <a:pt x="4553" y="32794"/>
                  </a:lnTo>
                  <a:lnTo>
                    <a:pt x="4553" y="33856"/>
                  </a:lnTo>
                  <a:lnTo>
                    <a:pt x="4553" y="34918"/>
                  </a:lnTo>
                  <a:lnTo>
                    <a:pt x="4553" y="35980"/>
                  </a:lnTo>
                  <a:lnTo>
                    <a:pt x="4553" y="37043"/>
                  </a:lnTo>
                  <a:lnTo>
                    <a:pt x="4553" y="38106"/>
                  </a:lnTo>
                  <a:lnTo>
                    <a:pt x="4553" y="39170"/>
                  </a:lnTo>
                  <a:lnTo>
                    <a:pt x="4553" y="40233"/>
                  </a:lnTo>
                  <a:lnTo>
                    <a:pt x="4553" y="41297"/>
                  </a:lnTo>
                  <a:lnTo>
                    <a:pt x="4553" y="42362"/>
                  </a:lnTo>
                  <a:lnTo>
                    <a:pt x="4553" y="43427"/>
                  </a:lnTo>
                  <a:lnTo>
                    <a:pt x="4553" y="44492"/>
                  </a:lnTo>
                  <a:lnTo>
                    <a:pt x="4553" y="45558"/>
                  </a:lnTo>
                  <a:lnTo>
                    <a:pt x="4553" y="46624"/>
                  </a:lnTo>
                  <a:lnTo>
                    <a:pt x="4553" y="47691"/>
                  </a:lnTo>
                  <a:lnTo>
                    <a:pt x="4553" y="48758"/>
                  </a:lnTo>
                  <a:lnTo>
                    <a:pt x="4553" y="49826"/>
                  </a:lnTo>
                  <a:lnTo>
                    <a:pt x="4553" y="50894"/>
                  </a:lnTo>
                  <a:lnTo>
                    <a:pt x="4553" y="51963"/>
                  </a:lnTo>
                  <a:lnTo>
                    <a:pt x="4553" y="53032"/>
                  </a:lnTo>
                  <a:lnTo>
                    <a:pt x="4553" y="54102"/>
                  </a:lnTo>
                  <a:lnTo>
                    <a:pt x="4553" y="55172"/>
                  </a:lnTo>
                  <a:lnTo>
                    <a:pt x="4553" y="56243"/>
                  </a:lnTo>
                  <a:lnTo>
                    <a:pt x="4553" y="57315"/>
                  </a:lnTo>
                  <a:lnTo>
                    <a:pt x="4553" y="58387"/>
                  </a:lnTo>
                  <a:lnTo>
                    <a:pt x="4553" y="59460"/>
                  </a:lnTo>
                  <a:lnTo>
                    <a:pt x="4553" y="60534"/>
                  </a:lnTo>
                  <a:lnTo>
                    <a:pt x="4553" y="61608"/>
                  </a:lnTo>
                  <a:lnTo>
                    <a:pt x="4553" y="62683"/>
                  </a:lnTo>
                  <a:lnTo>
                    <a:pt x="4553" y="63758"/>
                  </a:lnTo>
                  <a:lnTo>
                    <a:pt x="4553" y="64835"/>
                  </a:lnTo>
                  <a:lnTo>
                    <a:pt x="4553" y="65912"/>
                  </a:lnTo>
                  <a:lnTo>
                    <a:pt x="4553" y="66990"/>
                  </a:lnTo>
                  <a:lnTo>
                    <a:pt x="4553" y="68068"/>
                  </a:lnTo>
                  <a:lnTo>
                    <a:pt x="4553" y="69148"/>
                  </a:lnTo>
                  <a:lnTo>
                    <a:pt x="4553" y="70228"/>
                  </a:lnTo>
                  <a:lnTo>
                    <a:pt x="4553" y="71309"/>
                  </a:lnTo>
                  <a:lnTo>
                    <a:pt x="4553" y="72391"/>
                  </a:lnTo>
                  <a:lnTo>
                    <a:pt x="4553" y="73474"/>
                  </a:lnTo>
                  <a:lnTo>
                    <a:pt x="4553" y="74557"/>
                  </a:lnTo>
                  <a:lnTo>
                    <a:pt x="4553" y="75642"/>
                  </a:lnTo>
                  <a:lnTo>
                    <a:pt x="4553" y="76727"/>
                  </a:lnTo>
                  <a:lnTo>
                    <a:pt x="4553" y="77813"/>
                  </a:lnTo>
                  <a:lnTo>
                    <a:pt x="4553" y="78900"/>
                  </a:lnTo>
                  <a:lnTo>
                    <a:pt x="4553" y="79988"/>
                  </a:lnTo>
                  <a:lnTo>
                    <a:pt x="4553" y="81077"/>
                  </a:lnTo>
                  <a:lnTo>
                    <a:pt x="4553" y="82167"/>
                  </a:lnTo>
                  <a:lnTo>
                    <a:pt x="4553" y="83258"/>
                  </a:lnTo>
                  <a:lnTo>
                    <a:pt x="5717" y="83258"/>
                  </a:lnTo>
                  <a:lnTo>
                    <a:pt x="6880" y="83258"/>
                  </a:lnTo>
                  <a:lnTo>
                    <a:pt x="8043" y="83258"/>
                  </a:lnTo>
                  <a:lnTo>
                    <a:pt x="9207" y="83258"/>
                  </a:lnTo>
                  <a:lnTo>
                    <a:pt x="10370" y="83258"/>
                  </a:lnTo>
                  <a:lnTo>
                    <a:pt x="11534" y="83258"/>
                  </a:lnTo>
                  <a:lnTo>
                    <a:pt x="12697" y="83258"/>
                  </a:lnTo>
                  <a:lnTo>
                    <a:pt x="13861" y="83258"/>
                  </a:lnTo>
                  <a:lnTo>
                    <a:pt x="15025" y="83258"/>
                  </a:lnTo>
                  <a:lnTo>
                    <a:pt x="16189" y="83258"/>
                  </a:lnTo>
                  <a:lnTo>
                    <a:pt x="17353" y="83258"/>
                  </a:lnTo>
                  <a:lnTo>
                    <a:pt x="18518" y="83258"/>
                  </a:lnTo>
                  <a:lnTo>
                    <a:pt x="19682" y="83258"/>
                  </a:lnTo>
                  <a:lnTo>
                    <a:pt x="20847" y="83258"/>
                  </a:lnTo>
                  <a:lnTo>
                    <a:pt x="22012" y="83258"/>
                  </a:lnTo>
                  <a:lnTo>
                    <a:pt x="23177" y="83258"/>
                  </a:lnTo>
                  <a:lnTo>
                    <a:pt x="24343" y="83258"/>
                  </a:lnTo>
                  <a:lnTo>
                    <a:pt x="25509" y="83258"/>
                  </a:lnTo>
                  <a:lnTo>
                    <a:pt x="26675" y="83258"/>
                  </a:lnTo>
                  <a:lnTo>
                    <a:pt x="27842" y="83258"/>
                  </a:lnTo>
                  <a:lnTo>
                    <a:pt x="29009" y="83258"/>
                  </a:lnTo>
                  <a:lnTo>
                    <a:pt x="30176" y="83258"/>
                  </a:lnTo>
                  <a:lnTo>
                    <a:pt x="31343" y="83258"/>
                  </a:lnTo>
                  <a:lnTo>
                    <a:pt x="32511" y="83258"/>
                  </a:lnTo>
                  <a:lnTo>
                    <a:pt x="33680" y="83258"/>
                  </a:lnTo>
                  <a:lnTo>
                    <a:pt x="34849" y="83258"/>
                  </a:lnTo>
                  <a:lnTo>
                    <a:pt x="36018" y="83258"/>
                  </a:lnTo>
                  <a:lnTo>
                    <a:pt x="37188" y="83258"/>
                  </a:lnTo>
                  <a:lnTo>
                    <a:pt x="38358" y="83258"/>
                  </a:lnTo>
                  <a:lnTo>
                    <a:pt x="39529" y="83258"/>
                  </a:lnTo>
                  <a:lnTo>
                    <a:pt x="40700" y="83258"/>
                  </a:lnTo>
                  <a:lnTo>
                    <a:pt x="41872" y="83258"/>
                  </a:lnTo>
                  <a:lnTo>
                    <a:pt x="43044" y="83258"/>
                  </a:lnTo>
                  <a:lnTo>
                    <a:pt x="44217" y="83258"/>
                  </a:lnTo>
                  <a:lnTo>
                    <a:pt x="45391" y="83258"/>
                  </a:lnTo>
                  <a:lnTo>
                    <a:pt x="46565" y="83258"/>
                  </a:lnTo>
                  <a:lnTo>
                    <a:pt x="47740" y="83258"/>
                  </a:lnTo>
                  <a:lnTo>
                    <a:pt x="48915" y="83258"/>
                  </a:lnTo>
                  <a:lnTo>
                    <a:pt x="50091" y="83258"/>
                  </a:lnTo>
                  <a:lnTo>
                    <a:pt x="51268" y="83258"/>
                  </a:lnTo>
                  <a:lnTo>
                    <a:pt x="52445" y="83258"/>
                  </a:lnTo>
                  <a:lnTo>
                    <a:pt x="53623" y="83258"/>
                  </a:lnTo>
                  <a:lnTo>
                    <a:pt x="54802" y="83258"/>
                  </a:lnTo>
                  <a:lnTo>
                    <a:pt x="55982" y="83258"/>
                  </a:lnTo>
                  <a:lnTo>
                    <a:pt x="57162" y="83258"/>
                  </a:lnTo>
                  <a:lnTo>
                    <a:pt x="58343" y="83258"/>
                  </a:lnTo>
                  <a:lnTo>
                    <a:pt x="59525" y="83258"/>
                  </a:lnTo>
                  <a:lnTo>
                    <a:pt x="60708" y="83258"/>
                  </a:lnTo>
                  <a:lnTo>
                    <a:pt x="61891" y="83258"/>
                  </a:lnTo>
                  <a:lnTo>
                    <a:pt x="63075" y="83258"/>
                  </a:lnTo>
                  <a:lnTo>
                    <a:pt x="64261" y="83258"/>
                  </a:lnTo>
                  <a:lnTo>
                    <a:pt x="65447" y="83258"/>
                  </a:lnTo>
                  <a:lnTo>
                    <a:pt x="66634" y="83258"/>
                  </a:lnTo>
                  <a:lnTo>
                    <a:pt x="67822" y="83258"/>
                  </a:lnTo>
                  <a:lnTo>
                    <a:pt x="69011" y="83258"/>
                  </a:lnTo>
                  <a:lnTo>
                    <a:pt x="70200" y="83258"/>
                  </a:lnTo>
                  <a:lnTo>
                    <a:pt x="71391" y="83258"/>
                  </a:lnTo>
                  <a:lnTo>
                    <a:pt x="72583" y="83258"/>
                  </a:lnTo>
                  <a:lnTo>
                    <a:pt x="73776" y="83258"/>
                  </a:lnTo>
                  <a:lnTo>
                    <a:pt x="74969" y="83258"/>
                  </a:lnTo>
                  <a:lnTo>
                    <a:pt x="76164" y="83258"/>
                  </a:lnTo>
                  <a:lnTo>
                    <a:pt x="77360" y="83258"/>
                  </a:lnTo>
                  <a:lnTo>
                    <a:pt x="78557" y="83258"/>
                  </a:lnTo>
                  <a:lnTo>
                    <a:pt x="79755" y="83258"/>
                  </a:lnTo>
                  <a:lnTo>
                    <a:pt x="79421" y="83927"/>
                  </a:lnTo>
                  <a:lnTo>
                    <a:pt x="78412" y="85944"/>
                  </a:lnTo>
                  <a:lnTo>
                    <a:pt x="77366" y="85954"/>
                  </a:lnTo>
                  <a:lnTo>
                    <a:pt x="76321" y="85964"/>
                  </a:lnTo>
                  <a:lnTo>
                    <a:pt x="75275" y="85973"/>
                  </a:lnTo>
                  <a:lnTo>
                    <a:pt x="74230" y="85983"/>
                  </a:lnTo>
                  <a:lnTo>
                    <a:pt x="73184" y="85992"/>
                  </a:lnTo>
                  <a:lnTo>
                    <a:pt x="72138" y="86001"/>
                  </a:lnTo>
                  <a:lnTo>
                    <a:pt x="71093" y="86010"/>
                  </a:lnTo>
                  <a:lnTo>
                    <a:pt x="70047" y="86018"/>
                  </a:lnTo>
                  <a:lnTo>
                    <a:pt x="69002" y="86027"/>
                  </a:lnTo>
                  <a:lnTo>
                    <a:pt x="67956" y="86035"/>
                  </a:lnTo>
                  <a:lnTo>
                    <a:pt x="66910" y="86043"/>
                  </a:lnTo>
                  <a:lnTo>
                    <a:pt x="65865" y="86051"/>
                  </a:lnTo>
                  <a:lnTo>
                    <a:pt x="64819" y="86059"/>
                  </a:lnTo>
                  <a:lnTo>
                    <a:pt x="63774" y="86067"/>
                  </a:lnTo>
                  <a:lnTo>
                    <a:pt x="62728" y="86074"/>
                  </a:lnTo>
                  <a:lnTo>
                    <a:pt x="61683" y="86082"/>
                  </a:lnTo>
                  <a:lnTo>
                    <a:pt x="60637" y="86089"/>
                  </a:lnTo>
                  <a:lnTo>
                    <a:pt x="59591" y="86095"/>
                  </a:lnTo>
                  <a:lnTo>
                    <a:pt x="58546" y="86102"/>
                  </a:lnTo>
                  <a:lnTo>
                    <a:pt x="57500" y="86108"/>
                  </a:lnTo>
                  <a:lnTo>
                    <a:pt x="56455" y="86115"/>
                  </a:lnTo>
                  <a:lnTo>
                    <a:pt x="55409" y="86121"/>
                  </a:lnTo>
                  <a:lnTo>
                    <a:pt x="54364" y="86127"/>
                  </a:lnTo>
                  <a:lnTo>
                    <a:pt x="53318" y="86132"/>
                  </a:lnTo>
                  <a:lnTo>
                    <a:pt x="52272" y="86138"/>
                  </a:lnTo>
                  <a:lnTo>
                    <a:pt x="51227" y="86143"/>
                  </a:lnTo>
                  <a:lnTo>
                    <a:pt x="50181" y="86148"/>
                  </a:lnTo>
                  <a:lnTo>
                    <a:pt x="49136" y="86152"/>
                  </a:lnTo>
                  <a:lnTo>
                    <a:pt x="48090" y="86157"/>
                  </a:lnTo>
                  <a:lnTo>
                    <a:pt x="47044" y="86163"/>
                  </a:lnTo>
                  <a:lnTo>
                    <a:pt x="45999" y="86168"/>
                  </a:lnTo>
                  <a:lnTo>
                    <a:pt x="44953" y="86174"/>
                  </a:lnTo>
                  <a:lnTo>
                    <a:pt x="43908" y="86181"/>
                  </a:lnTo>
                  <a:lnTo>
                    <a:pt x="42862" y="86187"/>
                  </a:lnTo>
                  <a:lnTo>
                    <a:pt x="41817" y="86195"/>
                  </a:lnTo>
                  <a:lnTo>
                    <a:pt x="40771" y="86202"/>
                  </a:lnTo>
                  <a:lnTo>
                    <a:pt x="39725" y="86210"/>
                  </a:lnTo>
                  <a:lnTo>
                    <a:pt x="38680" y="86219"/>
                  </a:lnTo>
                  <a:lnTo>
                    <a:pt x="37634" y="86228"/>
                  </a:lnTo>
                  <a:lnTo>
                    <a:pt x="36589" y="86237"/>
                  </a:lnTo>
                  <a:lnTo>
                    <a:pt x="35543" y="86248"/>
                  </a:lnTo>
                  <a:lnTo>
                    <a:pt x="34501" y="86257"/>
                  </a:lnTo>
                  <a:lnTo>
                    <a:pt x="33460" y="86266"/>
                  </a:lnTo>
                  <a:lnTo>
                    <a:pt x="32419" y="86274"/>
                  </a:lnTo>
                  <a:lnTo>
                    <a:pt x="31377" y="86282"/>
                  </a:lnTo>
                  <a:lnTo>
                    <a:pt x="30336" y="86289"/>
                  </a:lnTo>
                  <a:lnTo>
                    <a:pt x="29295" y="86296"/>
                  </a:lnTo>
                  <a:lnTo>
                    <a:pt x="28253" y="86302"/>
                  </a:lnTo>
                  <a:lnTo>
                    <a:pt x="27212" y="86308"/>
                  </a:lnTo>
                  <a:lnTo>
                    <a:pt x="26171" y="86313"/>
                  </a:lnTo>
                  <a:lnTo>
                    <a:pt x="25130" y="86318"/>
                  </a:lnTo>
                  <a:lnTo>
                    <a:pt x="24088" y="86322"/>
                  </a:lnTo>
                  <a:lnTo>
                    <a:pt x="23047" y="86326"/>
                  </a:lnTo>
                  <a:lnTo>
                    <a:pt x="22006" y="86330"/>
                  </a:lnTo>
                  <a:lnTo>
                    <a:pt x="20964" y="86334"/>
                  </a:lnTo>
                  <a:lnTo>
                    <a:pt x="19923" y="86338"/>
                  </a:lnTo>
                  <a:lnTo>
                    <a:pt x="18699" y="86353"/>
                  </a:lnTo>
                  <a:lnTo>
                    <a:pt x="17470" y="86369"/>
                  </a:lnTo>
                  <a:lnTo>
                    <a:pt x="16232" y="86385"/>
                  </a:lnTo>
                  <a:lnTo>
                    <a:pt x="14981" y="86401"/>
                  </a:lnTo>
                  <a:lnTo>
                    <a:pt x="13851" y="86401"/>
                  </a:lnTo>
                  <a:lnTo>
                    <a:pt x="12717" y="86401"/>
                  </a:lnTo>
                  <a:lnTo>
                    <a:pt x="11574" y="86401"/>
                  </a:lnTo>
                  <a:lnTo>
                    <a:pt x="10419" y="86402"/>
                  </a:lnTo>
                  <a:lnTo>
                    <a:pt x="9087" y="86411"/>
                  </a:lnTo>
                  <a:lnTo>
                    <a:pt x="7746" y="86420"/>
                  </a:lnTo>
                  <a:lnTo>
                    <a:pt x="6388" y="86429"/>
                  </a:lnTo>
                  <a:lnTo>
                    <a:pt x="5339" y="86269"/>
                  </a:lnTo>
                  <a:lnTo>
                    <a:pt x="4282" y="86108"/>
                  </a:lnTo>
                  <a:lnTo>
                    <a:pt x="3210" y="85944"/>
                  </a:lnTo>
                  <a:lnTo>
                    <a:pt x="2478" y="84814"/>
                  </a:lnTo>
                  <a:lnTo>
                    <a:pt x="1874" y="83807"/>
                  </a:lnTo>
                  <a:lnTo>
                    <a:pt x="1386" y="82890"/>
                  </a:lnTo>
                  <a:lnTo>
                    <a:pt x="1002" y="82033"/>
                  </a:lnTo>
                  <a:lnTo>
                    <a:pt x="708" y="81206"/>
                  </a:lnTo>
                  <a:lnTo>
                    <a:pt x="493" y="80376"/>
                  </a:lnTo>
                  <a:lnTo>
                    <a:pt x="344" y="79514"/>
                  </a:lnTo>
                  <a:lnTo>
                    <a:pt x="248" y="78587"/>
                  </a:lnTo>
                  <a:lnTo>
                    <a:pt x="193" y="77565"/>
                  </a:lnTo>
                  <a:lnTo>
                    <a:pt x="166" y="76417"/>
                  </a:lnTo>
                  <a:lnTo>
                    <a:pt x="155" y="75112"/>
                  </a:lnTo>
                  <a:lnTo>
                    <a:pt x="146" y="74073"/>
                  </a:lnTo>
                  <a:lnTo>
                    <a:pt x="136" y="73029"/>
                  </a:lnTo>
                  <a:lnTo>
                    <a:pt x="126" y="71978"/>
                  </a:lnTo>
                  <a:lnTo>
                    <a:pt x="116" y="70916"/>
                  </a:lnTo>
                  <a:lnTo>
                    <a:pt x="117" y="69795"/>
                  </a:lnTo>
                  <a:lnTo>
                    <a:pt x="118" y="68669"/>
                  </a:lnTo>
                  <a:lnTo>
                    <a:pt x="119" y="67536"/>
                  </a:lnTo>
                  <a:lnTo>
                    <a:pt x="120" y="66389"/>
                  </a:lnTo>
                  <a:lnTo>
                    <a:pt x="116" y="65237"/>
                  </a:lnTo>
                  <a:lnTo>
                    <a:pt x="112" y="64081"/>
                  </a:lnTo>
                  <a:lnTo>
                    <a:pt x="108" y="62916"/>
                  </a:lnTo>
                  <a:lnTo>
                    <a:pt x="103" y="61737"/>
                  </a:lnTo>
                  <a:lnTo>
                    <a:pt x="101" y="60655"/>
                  </a:lnTo>
                  <a:lnTo>
                    <a:pt x="99" y="59573"/>
                  </a:lnTo>
                  <a:lnTo>
                    <a:pt x="97" y="58491"/>
                  </a:lnTo>
                  <a:lnTo>
                    <a:pt x="97" y="57409"/>
                  </a:lnTo>
                  <a:lnTo>
                    <a:pt x="97" y="56327"/>
                  </a:lnTo>
                  <a:lnTo>
                    <a:pt x="97" y="55245"/>
                  </a:lnTo>
                  <a:lnTo>
                    <a:pt x="98" y="54163"/>
                  </a:lnTo>
                  <a:lnTo>
                    <a:pt x="99" y="53081"/>
                  </a:lnTo>
                  <a:lnTo>
                    <a:pt x="100" y="51999"/>
                  </a:lnTo>
                  <a:lnTo>
                    <a:pt x="101" y="50932"/>
                  </a:lnTo>
                  <a:lnTo>
                    <a:pt x="100" y="49865"/>
                  </a:lnTo>
                  <a:lnTo>
                    <a:pt x="98" y="48799"/>
                  </a:lnTo>
                  <a:lnTo>
                    <a:pt x="96" y="47732"/>
                  </a:lnTo>
                  <a:lnTo>
                    <a:pt x="93" y="46665"/>
                  </a:lnTo>
                  <a:lnTo>
                    <a:pt x="89" y="45599"/>
                  </a:lnTo>
                  <a:lnTo>
                    <a:pt x="84" y="44532"/>
                  </a:lnTo>
                  <a:lnTo>
                    <a:pt x="79" y="43465"/>
                  </a:lnTo>
                  <a:lnTo>
                    <a:pt x="73" y="42399"/>
                  </a:lnTo>
                  <a:lnTo>
                    <a:pt x="67" y="41332"/>
                  </a:lnTo>
                  <a:lnTo>
                    <a:pt x="61" y="40265"/>
                  </a:lnTo>
                  <a:lnTo>
                    <a:pt x="54" y="39199"/>
                  </a:lnTo>
                  <a:lnTo>
                    <a:pt x="47" y="38132"/>
                  </a:lnTo>
                  <a:lnTo>
                    <a:pt x="40" y="37066"/>
                  </a:lnTo>
                  <a:lnTo>
                    <a:pt x="39" y="36015"/>
                  </a:lnTo>
                  <a:lnTo>
                    <a:pt x="38" y="34965"/>
                  </a:lnTo>
                  <a:lnTo>
                    <a:pt x="37" y="33915"/>
                  </a:lnTo>
                  <a:lnTo>
                    <a:pt x="37" y="32864"/>
                  </a:lnTo>
                  <a:lnTo>
                    <a:pt x="36" y="31814"/>
                  </a:lnTo>
                  <a:lnTo>
                    <a:pt x="36" y="30763"/>
                  </a:lnTo>
                  <a:lnTo>
                    <a:pt x="36" y="29713"/>
                  </a:lnTo>
                  <a:lnTo>
                    <a:pt x="37" y="28663"/>
                  </a:lnTo>
                  <a:lnTo>
                    <a:pt x="37" y="27612"/>
                  </a:lnTo>
                  <a:lnTo>
                    <a:pt x="33" y="27121"/>
                  </a:lnTo>
                  <a:lnTo>
                    <a:pt x="27" y="26486"/>
                  </a:lnTo>
                  <a:lnTo>
                    <a:pt x="18" y="25282"/>
                  </a:lnTo>
                  <a:lnTo>
                    <a:pt x="0" y="23085"/>
                  </a:lnTo>
                  <a:lnTo>
                    <a:pt x="6" y="22046"/>
                  </a:lnTo>
                  <a:lnTo>
                    <a:pt x="12" y="21003"/>
                  </a:lnTo>
                  <a:lnTo>
                    <a:pt x="18" y="19952"/>
                  </a:lnTo>
                  <a:lnTo>
                    <a:pt x="25" y="18889"/>
                  </a:lnTo>
                  <a:lnTo>
                    <a:pt x="24" y="17668"/>
                  </a:lnTo>
                  <a:lnTo>
                    <a:pt x="23" y="16439"/>
                  </a:lnTo>
                  <a:lnTo>
                    <a:pt x="22" y="15194"/>
                  </a:lnTo>
                  <a:lnTo>
                    <a:pt x="280" y="13658"/>
                  </a:lnTo>
                  <a:lnTo>
                    <a:pt x="519" y="12603"/>
                  </a:lnTo>
                  <a:lnTo>
                    <a:pt x="840" y="11764"/>
                  </a:lnTo>
                  <a:lnTo>
                    <a:pt x="1344" y="10876"/>
                  </a:lnTo>
                  <a:lnTo>
                    <a:pt x="2133" y="9675"/>
                  </a:lnTo>
                  <a:lnTo>
                    <a:pt x="3190" y="9026"/>
                  </a:lnTo>
                  <a:lnTo>
                    <a:pt x="4191" y="8526"/>
                  </a:lnTo>
                  <a:lnTo>
                    <a:pt x="5157" y="8156"/>
                  </a:lnTo>
                  <a:lnTo>
                    <a:pt x="6113" y="7898"/>
                  </a:lnTo>
                  <a:lnTo>
                    <a:pt x="7081" y="7732"/>
                  </a:lnTo>
                  <a:lnTo>
                    <a:pt x="8086" y="7638"/>
                  </a:lnTo>
                  <a:lnTo>
                    <a:pt x="9149" y="7598"/>
                  </a:lnTo>
                  <a:lnTo>
                    <a:pt x="10294" y="7591"/>
                  </a:lnTo>
                  <a:lnTo>
                    <a:pt x="11544" y="7599"/>
                  </a:lnTo>
                  <a:lnTo>
                    <a:pt x="12012" y="7600"/>
                  </a:lnTo>
                  <a:lnTo>
                    <a:pt x="12618" y="7600"/>
                  </a:lnTo>
                  <a:lnTo>
                    <a:pt x="13766" y="7600"/>
                  </a:lnTo>
                  <a:lnTo>
                    <a:pt x="15862" y="7600"/>
                  </a:lnTo>
                  <a:lnTo>
                    <a:pt x="16366" y="7607"/>
                  </a:lnTo>
                  <a:lnTo>
                    <a:pt x="17019" y="7616"/>
                  </a:lnTo>
                  <a:lnTo>
                    <a:pt x="18257" y="7633"/>
                  </a:lnTo>
                  <a:lnTo>
                    <a:pt x="20516" y="7664"/>
                  </a:lnTo>
                  <a:lnTo>
                    <a:pt x="21033" y="7665"/>
                  </a:lnTo>
                  <a:lnTo>
                    <a:pt x="21703" y="7668"/>
                  </a:lnTo>
                  <a:lnTo>
                    <a:pt x="22971" y="7672"/>
                  </a:lnTo>
                  <a:lnTo>
                    <a:pt x="25286" y="7681"/>
                  </a:lnTo>
                  <a:lnTo>
                    <a:pt x="26365" y="7686"/>
                  </a:lnTo>
                  <a:lnTo>
                    <a:pt x="27444" y="7692"/>
                  </a:lnTo>
                  <a:lnTo>
                    <a:pt x="28523" y="7699"/>
                  </a:lnTo>
                  <a:lnTo>
                    <a:pt x="29602" y="7707"/>
                  </a:lnTo>
                  <a:lnTo>
                    <a:pt x="30681" y="7715"/>
                  </a:lnTo>
                  <a:lnTo>
                    <a:pt x="31760" y="7723"/>
                  </a:lnTo>
                  <a:lnTo>
                    <a:pt x="32839" y="7732"/>
                  </a:lnTo>
                  <a:lnTo>
                    <a:pt x="33918" y="7742"/>
                  </a:lnTo>
                  <a:lnTo>
                    <a:pt x="34997" y="7752"/>
                  </a:lnTo>
                  <a:lnTo>
                    <a:pt x="36076" y="7762"/>
                  </a:lnTo>
                  <a:lnTo>
                    <a:pt x="37155" y="7772"/>
                  </a:lnTo>
                  <a:lnTo>
                    <a:pt x="38234" y="7783"/>
                  </a:lnTo>
                  <a:lnTo>
                    <a:pt x="39313" y="7794"/>
                  </a:lnTo>
                  <a:lnTo>
                    <a:pt x="40392" y="7805"/>
                  </a:lnTo>
                  <a:lnTo>
                    <a:pt x="41529" y="7812"/>
                  </a:lnTo>
                  <a:lnTo>
                    <a:pt x="42665" y="7818"/>
                  </a:lnTo>
                  <a:lnTo>
                    <a:pt x="43802" y="7825"/>
                  </a:lnTo>
                  <a:lnTo>
                    <a:pt x="44939" y="7831"/>
                  </a:lnTo>
                  <a:lnTo>
                    <a:pt x="46076" y="7837"/>
                  </a:lnTo>
                  <a:lnTo>
                    <a:pt x="47213" y="7843"/>
                  </a:lnTo>
                  <a:lnTo>
                    <a:pt x="48350" y="7849"/>
                  </a:lnTo>
                  <a:lnTo>
                    <a:pt x="49487" y="7855"/>
                  </a:lnTo>
                  <a:lnTo>
                    <a:pt x="50624" y="7861"/>
                  </a:lnTo>
                  <a:lnTo>
                    <a:pt x="51670" y="7867"/>
                  </a:lnTo>
                  <a:lnTo>
                    <a:pt x="52715" y="7872"/>
                  </a:lnTo>
                  <a:lnTo>
                    <a:pt x="53761" y="7879"/>
                  </a:lnTo>
                  <a:lnTo>
                    <a:pt x="54807" y="7885"/>
                  </a:lnTo>
                  <a:lnTo>
                    <a:pt x="55853" y="7892"/>
                  </a:lnTo>
                  <a:lnTo>
                    <a:pt x="56899" y="7898"/>
                  </a:lnTo>
                  <a:lnTo>
                    <a:pt x="57945" y="7905"/>
                  </a:lnTo>
                  <a:lnTo>
                    <a:pt x="58991" y="7913"/>
                  </a:lnTo>
                  <a:lnTo>
                    <a:pt x="60037" y="7920"/>
                  </a:lnTo>
                  <a:lnTo>
                    <a:pt x="61083" y="7928"/>
                  </a:lnTo>
                  <a:lnTo>
                    <a:pt x="62129" y="7936"/>
                  </a:lnTo>
                  <a:lnTo>
                    <a:pt x="63175" y="7944"/>
                  </a:lnTo>
                  <a:lnTo>
                    <a:pt x="64221" y="7952"/>
                  </a:lnTo>
                  <a:lnTo>
                    <a:pt x="65267" y="7961"/>
                  </a:lnTo>
                  <a:lnTo>
                    <a:pt x="66313" y="7969"/>
                  </a:lnTo>
                  <a:lnTo>
                    <a:pt x="67359" y="7978"/>
                  </a:lnTo>
                  <a:lnTo>
                    <a:pt x="68405" y="7988"/>
                  </a:lnTo>
                  <a:lnTo>
                    <a:pt x="69450" y="7997"/>
                  </a:lnTo>
                  <a:lnTo>
                    <a:pt x="70496" y="8006"/>
                  </a:lnTo>
                  <a:lnTo>
                    <a:pt x="71542" y="8016"/>
                  </a:lnTo>
                  <a:lnTo>
                    <a:pt x="72588" y="8026"/>
                  </a:lnTo>
                  <a:lnTo>
                    <a:pt x="73634" y="8036"/>
                  </a:lnTo>
                  <a:lnTo>
                    <a:pt x="74680" y="8046"/>
                  </a:lnTo>
                  <a:lnTo>
                    <a:pt x="75726" y="8057"/>
                  </a:lnTo>
                  <a:lnTo>
                    <a:pt x="75726" y="6724"/>
                  </a:lnTo>
                  <a:lnTo>
                    <a:pt x="75726" y="5371"/>
                  </a:lnTo>
                  <a:lnTo>
                    <a:pt x="76547" y="4678"/>
                  </a:lnTo>
                  <a:lnTo>
                    <a:pt x="77374" y="3991"/>
                  </a:lnTo>
                  <a:lnTo>
                    <a:pt x="78206" y="3310"/>
                  </a:lnTo>
                  <a:lnTo>
                    <a:pt x="79042" y="2635"/>
                  </a:lnTo>
                  <a:lnTo>
                    <a:pt x="79884" y="1966"/>
                  </a:lnTo>
                  <a:lnTo>
                    <a:pt x="80731" y="1304"/>
                  </a:lnTo>
                  <a:lnTo>
                    <a:pt x="81583" y="648"/>
                  </a:lnTo>
                  <a:lnTo>
                    <a:pt x="82440" y="0"/>
                  </a:lnTo>
                  <a:close/>
                </a:path>
              </a:pathLst>
            </a:custGeom>
            <a:solidFill>
              <a:srgbClr val="C1DFF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" name="region 83 #4F5350"/>
            <p:cNvSpPr/>
            <p:nvPr/>
          </p:nvSpPr>
          <p:spPr>
            <a:xfrm>
              <a:off x="1613883" y="418704"/>
              <a:ext cx="24998" cy="29650"/>
            </a:xfrm>
            <a:custGeom>
              <a:avLst/>
              <a:gdLst/>
              <a:ahLst/>
              <a:cxnLst/>
              <a:rect l="l" t="t" r="r" b="b"/>
              <a:pathLst>
                <a:path w="24998" h="29650">
                  <a:moveTo>
                    <a:pt x="21748" y="275"/>
                  </a:moveTo>
                  <a:lnTo>
                    <a:pt x="22389" y="1285"/>
                  </a:lnTo>
                  <a:lnTo>
                    <a:pt x="22951" y="2272"/>
                  </a:lnTo>
                  <a:lnTo>
                    <a:pt x="23435" y="3240"/>
                  </a:lnTo>
                  <a:lnTo>
                    <a:pt x="23848" y="4194"/>
                  </a:lnTo>
                  <a:lnTo>
                    <a:pt x="24190" y="5140"/>
                  </a:lnTo>
                  <a:lnTo>
                    <a:pt x="24468" y="6082"/>
                  </a:lnTo>
                  <a:lnTo>
                    <a:pt x="24683" y="7025"/>
                  </a:lnTo>
                  <a:lnTo>
                    <a:pt x="24840" y="7975"/>
                  </a:lnTo>
                  <a:lnTo>
                    <a:pt x="24943" y="8935"/>
                  </a:lnTo>
                  <a:lnTo>
                    <a:pt x="24994" y="9912"/>
                  </a:lnTo>
                  <a:lnTo>
                    <a:pt x="24998" y="10910"/>
                  </a:lnTo>
                  <a:lnTo>
                    <a:pt x="24958" y="11934"/>
                  </a:lnTo>
                  <a:lnTo>
                    <a:pt x="24878" y="12989"/>
                  </a:lnTo>
                  <a:lnTo>
                    <a:pt x="24762" y="14080"/>
                  </a:lnTo>
                  <a:lnTo>
                    <a:pt x="24612" y="15212"/>
                  </a:lnTo>
                  <a:lnTo>
                    <a:pt x="24434" y="16390"/>
                  </a:lnTo>
                  <a:lnTo>
                    <a:pt x="23996" y="17395"/>
                  </a:lnTo>
                  <a:lnTo>
                    <a:pt x="23548" y="18379"/>
                  </a:lnTo>
                  <a:lnTo>
                    <a:pt x="23085" y="19341"/>
                  </a:lnTo>
                  <a:lnTo>
                    <a:pt x="22604" y="20279"/>
                  </a:lnTo>
                  <a:lnTo>
                    <a:pt x="22101" y="21194"/>
                  </a:lnTo>
                  <a:lnTo>
                    <a:pt x="21574" y="22084"/>
                  </a:lnTo>
                  <a:lnTo>
                    <a:pt x="21018" y="22948"/>
                  </a:lnTo>
                  <a:lnTo>
                    <a:pt x="20429" y="23784"/>
                  </a:lnTo>
                  <a:lnTo>
                    <a:pt x="19805" y="24593"/>
                  </a:lnTo>
                  <a:lnTo>
                    <a:pt x="19142" y="25372"/>
                  </a:lnTo>
                  <a:lnTo>
                    <a:pt x="18435" y="26121"/>
                  </a:lnTo>
                  <a:lnTo>
                    <a:pt x="17682" y="26839"/>
                  </a:lnTo>
                  <a:lnTo>
                    <a:pt x="16879" y="27524"/>
                  </a:lnTo>
                  <a:lnTo>
                    <a:pt x="16022" y="28177"/>
                  </a:lnTo>
                  <a:lnTo>
                    <a:pt x="15107" y="28795"/>
                  </a:lnTo>
                  <a:lnTo>
                    <a:pt x="13953" y="29169"/>
                  </a:lnTo>
                  <a:lnTo>
                    <a:pt x="12833" y="29429"/>
                  </a:lnTo>
                  <a:lnTo>
                    <a:pt x="11738" y="29586"/>
                  </a:lnTo>
                  <a:lnTo>
                    <a:pt x="10661" y="29650"/>
                  </a:lnTo>
                  <a:lnTo>
                    <a:pt x="9594" y="29634"/>
                  </a:lnTo>
                  <a:lnTo>
                    <a:pt x="8529" y="29549"/>
                  </a:lnTo>
                  <a:lnTo>
                    <a:pt x="7457" y="29406"/>
                  </a:lnTo>
                  <a:lnTo>
                    <a:pt x="6371" y="29215"/>
                  </a:lnTo>
                  <a:lnTo>
                    <a:pt x="5263" y="28989"/>
                  </a:lnTo>
                  <a:lnTo>
                    <a:pt x="4124" y="28739"/>
                  </a:lnTo>
                  <a:lnTo>
                    <a:pt x="2948" y="28476"/>
                  </a:lnTo>
                  <a:lnTo>
                    <a:pt x="1952" y="27470"/>
                  </a:lnTo>
                  <a:lnTo>
                    <a:pt x="1234" y="26680"/>
                  </a:lnTo>
                  <a:lnTo>
                    <a:pt x="742" y="25993"/>
                  </a:lnTo>
                  <a:lnTo>
                    <a:pt x="424" y="25295"/>
                  </a:lnTo>
                  <a:lnTo>
                    <a:pt x="229" y="24472"/>
                  </a:lnTo>
                  <a:lnTo>
                    <a:pt x="105" y="23413"/>
                  </a:lnTo>
                  <a:lnTo>
                    <a:pt x="0" y="22003"/>
                  </a:lnTo>
                  <a:lnTo>
                    <a:pt x="23" y="20904"/>
                  </a:lnTo>
                  <a:lnTo>
                    <a:pt x="46" y="19800"/>
                  </a:lnTo>
                  <a:lnTo>
                    <a:pt x="70" y="18689"/>
                  </a:lnTo>
                  <a:lnTo>
                    <a:pt x="94" y="17565"/>
                  </a:lnTo>
                  <a:lnTo>
                    <a:pt x="112" y="16460"/>
                  </a:lnTo>
                  <a:lnTo>
                    <a:pt x="130" y="15352"/>
                  </a:lnTo>
                  <a:lnTo>
                    <a:pt x="149" y="14235"/>
                  </a:lnTo>
                  <a:lnTo>
                    <a:pt x="168" y="13106"/>
                  </a:lnTo>
                  <a:lnTo>
                    <a:pt x="199" y="11973"/>
                  </a:lnTo>
                  <a:lnTo>
                    <a:pt x="230" y="10832"/>
                  </a:lnTo>
                  <a:lnTo>
                    <a:pt x="262" y="9675"/>
                  </a:lnTo>
                  <a:lnTo>
                    <a:pt x="1260" y="9343"/>
                  </a:lnTo>
                  <a:lnTo>
                    <a:pt x="2261" y="9009"/>
                  </a:lnTo>
                  <a:lnTo>
                    <a:pt x="3270" y="8672"/>
                  </a:lnTo>
                  <a:lnTo>
                    <a:pt x="4290" y="8332"/>
                  </a:lnTo>
                  <a:lnTo>
                    <a:pt x="4623" y="7335"/>
                  </a:lnTo>
                  <a:lnTo>
                    <a:pt x="4957" y="6333"/>
                  </a:lnTo>
                  <a:lnTo>
                    <a:pt x="5293" y="5324"/>
                  </a:lnTo>
                  <a:lnTo>
                    <a:pt x="5633" y="4304"/>
                  </a:lnTo>
                  <a:lnTo>
                    <a:pt x="6609" y="3561"/>
                  </a:lnTo>
                  <a:lnTo>
                    <a:pt x="7566" y="2899"/>
                  </a:lnTo>
                  <a:lnTo>
                    <a:pt x="8508" y="2315"/>
                  </a:lnTo>
                  <a:lnTo>
                    <a:pt x="9440" y="1804"/>
                  </a:lnTo>
                  <a:lnTo>
                    <a:pt x="10369" y="1365"/>
                  </a:lnTo>
                  <a:lnTo>
                    <a:pt x="11298" y="993"/>
                  </a:lnTo>
                  <a:lnTo>
                    <a:pt x="12233" y="686"/>
                  </a:lnTo>
                  <a:lnTo>
                    <a:pt x="13179" y="440"/>
                  </a:lnTo>
                  <a:lnTo>
                    <a:pt x="14141" y="251"/>
                  </a:lnTo>
                  <a:lnTo>
                    <a:pt x="15124" y="117"/>
                  </a:lnTo>
                  <a:lnTo>
                    <a:pt x="16133" y="34"/>
                  </a:lnTo>
                  <a:lnTo>
                    <a:pt x="17174" y="0"/>
                  </a:lnTo>
                  <a:lnTo>
                    <a:pt x="18250" y="10"/>
                  </a:lnTo>
                  <a:lnTo>
                    <a:pt x="19368" y="61"/>
                  </a:lnTo>
                  <a:lnTo>
                    <a:pt x="20532" y="151"/>
                  </a:lnTo>
                  <a:lnTo>
                    <a:pt x="21748" y="275"/>
                  </a:lnTo>
                  <a:close/>
                </a:path>
              </a:pathLst>
            </a:custGeom>
            <a:solidFill>
              <a:srgbClr val="4F535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" name="region 84 #374551"/>
            <p:cNvSpPr/>
            <p:nvPr/>
          </p:nvSpPr>
          <p:spPr>
            <a:xfrm>
              <a:off x="2491047" y="606891"/>
              <a:ext cx="103402" cy="91408"/>
            </a:xfrm>
            <a:custGeom>
              <a:avLst/>
              <a:gdLst/>
              <a:ahLst/>
              <a:cxnLst/>
              <a:rect l="l" t="t" r="r" b="b"/>
              <a:pathLst>
                <a:path w="103402" h="91408">
                  <a:moveTo>
                    <a:pt x="103402" y="92"/>
                  </a:moveTo>
                  <a:lnTo>
                    <a:pt x="102577" y="1013"/>
                  </a:lnTo>
                  <a:lnTo>
                    <a:pt x="101749" y="1838"/>
                  </a:lnTo>
                  <a:lnTo>
                    <a:pt x="100911" y="2577"/>
                  </a:lnTo>
                  <a:lnTo>
                    <a:pt x="100060" y="3239"/>
                  </a:lnTo>
                  <a:lnTo>
                    <a:pt x="99189" y="3835"/>
                  </a:lnTo>
                  <a:lnTo>
                    <a:pt x="98292" y="4374"/>
                  </a:lnTo>
                  <a:lnTo>
                    <a:pt x="97365" y="4867"/>
                  </a:lnTo>
                  <a:lnTo>
                    <a:pt x="96401" y="5322"/>
                  </a:lnTo>
                  <a:lnTo>
                    <a:pt x="95395" y="5751"/>
                  </a:lnTo>
                  <a:lnTo>
                    <a:pt x="94342" y="6162"/>
                  </a:lnTo>
                  <a:lnTo>
                    <a:pt x="93236" y="6567"/>
                  </a:lnTo>
                  <a:lnTo>
                    <a:pt x="92071" y="6974"/>
                  </a:lnTo>
                  <a:lnTo>
                    <a:pt x="90798" y="7421"/>
                  </a:lnTo>
                  <a:lnTo>
                    <a:pt x="89516" y="7871"/>
                  </a:lnTo>
                  <a:lnTo>
                    <a:pt x="88216" y="8328"/>
                  </a:lnTo>
                  <a:lnTo>
                    <a:pt x="87098" y="8682"/>
                  </a:lnTo>
                  <a:lnTo>
                    <a:pt x="85983" y="9026"/>
                  </a:lnTo>
                  <a:lnTo>
                    <a:pt x="84867" y="9357"/>
                  </a:lnTo>
                  <a:lnTo>
                    <a:pt x="83749" y="9677"/>
                  </a:lnTo>
                  <a:lnTo>
                    <a:pt x="82628" y="9984"/>
                  </a:lnTo>
                  <a:lnTo>
                    <a:pt x="81502" y="10280"/>
                  </a:lnTo>
                  <a:lnTo>
                    <a:pt x="80370" y="10564"/>
                  </a:lnTo>
                  <a:lnTo>
                    <a:pt x="79230" y="10835"/>
                  </a:lnTo>
                  <a:lnTo>
                    <a:pt x="79230" y="12167"/>
                  </a:lnTo>
                  <a:lnTo>
                    <a:pt x="79230" y="13520"/>
                  </a:lnTo>
                  <a:lnTo>
                    <a:pt x="78182" y="13986"/>
                  </a:lnTo>
                  <a:lnTo>
                    <a:pt x="77117" y="14459"/>
                  </a:lnTo>
                  <a:lnTo>
                    <a:pt x="76082" y="14954"/>
                  </a:lnTo>
                  <a:lnTo>
                    <a:pt x="75086" y="15455"/>
                  </a:lnTo>
                  <a:lnTo>
                    <a:pt x="74124" y="15963"/>
                  </a:lnTo>
                  <a:lnTo>
                    <a:pt x="73194" y="16479"/>
                  </a:lnTo>
                  <a:lnTo>
                    <a:pt x="72293" y="17006"/>
                  </a:lnTo>
                  <a:lnTo>
                    <a:pt x="71418" y="17545"/>
                  </a:lnTo>
                  <a:lnTo>
                    <a:pt x="70565" y="18098"/>
                  </a:lnTo>
                  <a:lnTo>
                    <a:pt x="69732" y="18666"/>
                  </a:lnTo>
                  <a:lnTo>
                    <a:pt x="68915" y="19253"/>
                  </a:lnTo>
                  <a:lnTo>
                    <a:pt x="68111" y="19858"/>
                  </a:lnTo>
                  <a:lnTo>
                    <a:pt x="67316" y="20485"/>
                  </a:lnTo>
                  <a:lnTo>
                    <a:pt x="66529" y="21134"/>
                  </a:lnTo>
                  <a:lnTo>
                    <a:pt x="65745" y="21808"/>
                  </a:lnTo>
                  <a:lnTo>
                    <a:pt x="64962" y="22508"/>
                  </a:lnTo>
                  <a:lnTo>
                    <a:pt x="64177" y="23236"/>
                  </a:lnTo>
                  <a:lnTo>
                    <a:pt x="63385" y="23994"/>
                  </a:lnTo>
                  <a:lnTo>
                    <a:pt x="62585" y="24784"/>
                  </a:lnTo>
                  <a:lnTo>
                    <a:pt x="61773" y="25606"/>
                  </a:lnTo>
                  <a:lnTo>
                    <a:pt x="60819" y="26130"/>
                  </a:lnTo>
                  <a:lnTo>
                    <a:pt x="59864" y="26653"/>
                  </a:lnTo>
                  <a:lnTo>
                    <a:pt x="58910" y="27176"/>
                  </a:lnTo>
                  <a:lnTo>
                    <a:pt x="57955" y="27699"/>
                  </a:lnTo>
                  <a:lnTo>
                    <a:pt x="56999" y="28220"/>
                  </a:lnTo>
                  <a:lnTo>
                    <a:pt x="56043" y="28739"/>
                  </a:lnTo>
                  <a:lnTo>
                    <a:pt x="55085" y="29258"/>
                  </a:lnTo>
                  <a:lnTo>
                    <a:pt x="54283" y="29774"/>
                  </a:lnTo>
                  <a:lnTo>
                    <a:pt x="53472" y="30307"/>
                  </a:lnTo>
                  <a:lnTo>
                    <a:pt x="52656" y="30858"/>
                  </a:lnTo>
                  <a:lnTo>
                    <a:pt x="51834" y="31425"/>
                  </a:lnTo>
                  <a:lnTo>
                    <a:pt x="51008" y="32009"/>
                  </a:lnTo>
                  <a:lnTo>
                    <a:pt x="50179" y="32608"/>
                  </a:lnTo>
                  <a:lnTo>
                    <a:pt x="49347" y="33223"/>
                  </a:lnTo>
                  <a:lnTo>
                    <a:pt x="48514" y="33853"/>
                  </a:lnTo>
                  <a:lnTo>
                    <a:pt x="47681" y="34497"/>
                  </a:lnTo>
                  <a:lnTo>
                    <a:pt x="46848" y="35155"/>
                  </a:lnTo>
                  <a:lnTo>
                    <a:pt x="46017" y="35826"/>
                  </a:lnTo>
                  <a:lnTo>
                    <a:pt x="45189" y="36510"/>
                  </a:lnTo>
                  <a:lnTo>
                    <a:pt x="44364" y="37208"/>
                  </a:lnTo>
                  <a:lnTo>
                    <a:pt x="43544" y="37917"/>
                  </a:lnTo>
                  <a:lnTo>
                    <a:pt x="42729" y="38637"/>
                  </a:lnTo>
                  <a:lnTo>
                    <a:pt x="41921" y="39369"/>
                  </a:lnTo>
                  <a:lnTo>
                    <a:pt x="41120" y="40112"/>
                  </a:lnTo>
                  <a:lnTo>
                    <a:pt x="40328" y="40865"/>
                  </a:lnTo>
                  <a:lnTo>
                    <a:pt x="39545" y="41627"/>
                  </a:lnTo>
                  <a:lnTo>
                    <a:pt x="38773" y="42399"/>
                  </a:lnTo>
                  <a:lnTo>
                    <a:pt x="38012" y="43180"/>
                  </a:lnTo>
                  <a:lnTo>
                    <a:pt x="37264" y="43969"/>
                  </a:lnTo>
                  <a:lnTo>
                    <a:pt x="36529" y="44766"/>
                  </a:lnTo>
                  <a:lnTo>
                    <a:pt x="35808" y="45570"/>
                  </a:lnTo>
                  <a:lnTo>
                    <a:pt x="35103" y="46381"/>
                  </a:lnTo>
                  <a:lnTo>
                    <a:pt x="34414" y="47199"/>
                  </a:lnTo>
                  <a:lnTo>
                    <a:pt x="33743" y="48023"/>
                  </a:lnTo>
                  <a:lnTo>
                    <a:pt x="33090" y="48853"/>
                  </a:lnTo>
                  <a:lnTo>
                    <a:pt x="32456" y="49687"/>
                  </a:lnTo>
                  <a:lnTo>
                    <a:pt x="31843" y="50526"/>
                  </a:lnTo>
                  <a:lnTo>
                    <a:pt x="31251" y="51370"/>
                  </a:lnTo>
                  <a:lnTo>
                    <a:pt x="30681" y="52217"/>
                  </a:lnTo>
                  <a:lnTo>
                    <a:pt x="30135" y="53068"/>
                  </a:lnTo>
                  <a:lnTo>
                    <a:pt x="29612" y="53921"/>
                  </a:lnTo>
                  <a:lnTo>
                    <a:pt x="29115" y="54776"/>
                  </a:lnTo>
                  <a:lnTo>
                    <a:pt x="28645" y="55634"/>
                  </a:lnTo>
                  <a:lnTo>
                    <a:pt x="28201" y="56493"/>
                  </a:lnTo>
                  <a:lnTo>
                    <a:pt x="26868" y="56493"/>
                  </a:lnTo>
                  <a:lnTo>
                    <a:pt x="25515" y="56493"/>
                  </a:lnTo>
                  <a:lnTo>
                    <a:pt x="25183" y="57490"/>
                  </a:lnTo>
                  <a:lnTo>
                    <a:pt x="24849" y="58492"/>
                  </a:lnTo>
                  <a:lnTo>
                    <a:pt x="24512" y="59501"/>
                  </a:lnTo>
                  <a:lnTo>
                    <a:pt x="24172" y="60521"/>
                  </a:lnTo>
                  <a:lnTo>
                    <a:pt x="22839" y="60521"/>
                  </a:lnTo>
                  <a:lnTo>
                    <a:pt x="21487" y="60521"/>
                  </a:lnTo>
                  <a:lnTo>
                    <a:pt x="21361" y="61979"/>
                  </a:lnTo>
                  <a:lnTo>
                    <a:pt x="21234" y="63460"/>
                  </a:lnTo>
                  <a:lnTo>
                    <a:pt x="20821" y="64867"/>
                  </a:lnTo>
                  <a:lnTo>
                    <a:pt x="20470" y="65930"/>
                  </a:lnTo>
                  <a:lnTo>
                    <a:pt x="20106" y="66769"/>
                  </a:lnTo>
                  <a:lnTo>
                    <a:pt x="19658" y="67502"/>
                  </a:lnTo>
                  <a:lnTo>
                    <a:pt x="19053" y="68249"/>
                  </a:lnTo>
                  <a:lnTo>
                    <a:pt x="18218" y="69127"/>
                  </a:lnTo>
                  <a:lnTo>
                    <a:pt x="17081" y="70257"/>
                  </a:lnTo>
                  <a:lnTo>
                    <a:pt x="16306" y="71058"/>
                  </a:lnTo>
                  <a:lnTo>
                    <a:pt x="15564" y="71861"/>
                  </a:lnTo>
                  <a:lnTo>
                    <a:pt x="14851" y="72667"/>
                  </a:lnTo>
                  <a:lnTo>
                    <a:pt x="14164" y="73478"/>
                  </a:lnTo>
                  <a:lnTo>
                    <a:pt x="13503" y="74295"/>
                  </a:lnTo>
                  <a:lnTo>
                    <a:pt x="12862" y="75119"/>
                  </a:lnTo>
                  <a:lnTo>
                    <a:pt x="12241" y="75952"/>
                  </a:lnTo>
                  <a:lnTo>
                    <a:pt x="11636" y="76795"/>
                  </a:lnTo>
                  <a:lnTo>
                    <a:pt x="11045" y="77650"/>
                  </a:lnTo>
                  <a:lnTo>
                    <a:pt x="10465" y="78518"/>
                  </a:lnTo>
                  <a:lnTo>
                    <a:pt x="9893" y="79399"/>
                  </a:lnTo>
                  <a:lnTo>
                    <a:pt x="9327" y="80297"/>
                  </a:lnTo>
                  <a:lnTo>
                    <a:pt x="8765" y="81212"/>
                  </a:lnTo>
                  <a:lnTo>
                    <a:pt x="8203" y="82145"/>
                  </a:lnTo>
                  <a:lnTo>
                    <a:pt x="7639" y="83098"/>
                  </a:lnTo>
                  <a:lnTo>
                    <a:pt x="6913" y="84305"/>
                  </a:lnTo>
                  <a:lnTo>
                    <a:pt x="6178" y="85530"/>
                  </a:lnTo>
                  <a:lnTo>
                    <a:pt x="5592" y="86507"/>
                  </a:lnTo>
                  <a:lnTo>
                    <a:pt x="5009" y="87486"/>
                  </a:lnTo>
                  <a:lnTo>
                    <a:pt x="4426" y="88466"/>
                  </a:lnTo>
                  <a:lnTo>
                    <a:pt x="3845" y="89446"/>
                  </a:lnTo>
                  <a:lnTo>
                    <a:pt x="3265" y="90427"/>
                  </a:lnTo>
                  <a:lnTo>
                    <a:pt x="2686" y="91408"/>
                  </a:lnTo>
                  <a:lnTo>
                    <a:pt x="1353" y="90741"/>
                  </a:lnTo>
                  <a:lnTo>
                    <a:pt x="0" y="90065"/>
                  </a:lnTo>
                  <a:lnTo>
                    <a:pt x="276" y="89060"/>
                  </a:lnTo>
                  <a:lnTo>
                    <a:pt x="574" y="88058"/>
                  </a:lnTo>
                  <a:lnTo>
                    <a:pt x="894" y="87058"/>
                  </a:lnTo>
                  <a:lnTo>
                    <a:pt x="1234" y="86061"/>
                  </a:lnTo>
                  <a:lnTo>
                    <a:pt x="1594" y="85067"/>
                  </a:lnTo>
                  <a:lnTo>
                    <a:pt x="1974" y="84077"/>
                  </a:lnTo>
                  <a:lnTo>
                    <a:pt x="2373" y="83091"/>
                  </a:lnTo>
                  <a:lnTo>
                    <a:pt x="2791" y="82110"/>
                  </a:lnTo>
                  <a:lnTo>
                    <a:pt x="3227" y="81133"/>
                  </a:lnTo>
                  <a:lnTo>
                    <a:pt x="3679" y="80162"/>
                  </a:lnTo>
                  <a:lnTo>
                    <a:pt x="4149" y="79196"/>
                  </a:lnTo>
                  <a:lnTo>
                    <a:pt x="4634" y="78236"/>
                  </a:lnTo>
                  <a:lnTo>
                    <a:pt x="5135" y="77283"/>
                  </a:lnTo>
                  <a:lnTo>
                    <a:pt x="5651" y="76336"/>
                  </a:lnTo>
                  <a:lnTo>
                    <a:pt x="6182" y="75397"/>
                  </a:lnTo>
                  <a:lnTo>
                    <a:pt x="6726" y="74465"/>
                  </a:lnTo>
                  <a:lnTo>
                    <a:pt x="7283" y="73540"/>
                  </a:lnTo>
                  <a:lnTo>
                    <a:pt x="7852" y="72625"/>
                  </a:lnTo>
                  <a:lnTo>
                    <a:pt x="8434" y="71717"/>
                  </a:lnTo>
                  <a:lnTo>
                    <a:pt x="9026" y="70819"/>
                  </a:lnTo>
                  <a:lnTo>
                    <a:pt x="9630" y="69931"/>
                  </a:lnTo>
                  <a:lnTo>
                    <a:pt x="10243" y="69052"/>
                  </a:lnTo>
                  <a:lnTo>
                    <a:pt x="10867" y="68183"/>
                  </a:lnTo>
                  <a:lnTo>
                    <a:pt x="11499" y="67325"/>
                  </a:lnTo>
                  <a:lnTo>
                    <a:pt x="12139" y="66478"/>
                  </a:lnTo>
                  <a:lnTo>
                    <a:pt x="12787" y="65642"/>
                  </a:lnTo>
                  <a:lnTo>
                    <a:pt x="13442" y="64818"/>
                  </a:lnTo>
                  <a:lnTo>
                    <a:pt x="14104" y="64006"/>
                  </a:lnTo>
                  <a:lnTo>
                    <a:pt x="14772" y="63207"/>
                  </a:lnTo>
                  <a:lnTo>
                    <a:pt x="16105" y="63207"/>
                  </a:lnTo>
                  <a:lnTo>
                    <a:pt x="17458" y="63207"/>
                  </a:lnTo>
                  <a:lnTo>
                    <a:pt x="17680" y="62099"/>
                  </a:lnTo>
                  <a:lnTo>
                    <a:pt x="17902" y="60989"/>
                  </a:lnTo>
                  <a:lnTo>
                    <a:pt x="18124" y="59875"/>
                  </a:lnTo>
                  <a:lnTo>
                    <a:pt x="18348" y="58756"/>
                  </a:lnTo>
                  <a:lnTo>
                    <a:pt x="18574" y="57629"/>
                  </a:lnTo>
                  <a:lnTo>
                    <a:pt x="18801" y="56493"/>
                  </a:lnTo>
                  <a:lnTo>
                    <a:pt x="20134" y="56493"/>
                  </a:lnTo>
                  <a:lnTo>
                    <a:pt x="21487" y="56493"/>
                  </a:lnTo>
                  <a:lnTo>
                    <a:pt x="21945" y="55410"/>
                  </a:lnTo>
                  <a:lnTo>
                    <a:pt x="22410" y="54310"/>
                  </a:lnTo>
                  <a:lnTo>
                    <a:pt x="22960" y="53350"/>
                  </a:lnTo>
                  <a:lnTo>
                    <a:pt x="23531" y="52417"/>
                  </a:lnTo>
                  <a:lnTo>
                    <a:pt x="24123" y="51507"/>
                  </a:lnTo>
                  <a:lnTo>
                    <a:pt x="24733" y="50617"/>
                  </a:lnTo>
                  <a:lnTo>
                    <a:pt x="25362" y="49746"/>
                  </a:lnTo>
                  <a:lnTo>
                    <a:pt x="26007" y="48889"/>
                  </a:lnTo>
                  <a:lnTo>
                    <a:pt x="26668" y="48044"/>
                  </a:lnTo>
                  <a:lnTo>
                    <a:pt x="27343" y="47208"/>
                  </a:lnTo>
                  <a:lnTo>
                    <a:pt x="28031" y="46379"/>
                  </a:lnTo>
                  <a:lnTo>
                    <a:pt x="28730" y="45552"/>
                  </a:lnTo>
                  <a:lnTo>
                    <a:pt x="29440" y="44726"/>
                  </a:lnTo>
                  <a:lnTo>
                    <a:pt x="30160" y="43898"/>
                  </a:lnTo>
                  <a:lnTo>
                    <a:pt x="30887" y="43064"/>
                  </a:lnTo>
                  <a:lnTo>
                    <a:pt x="31607" y="42232"/>
                  </a:lnTo>
                  <a:lnTo>
                    <a:pt x="32333" y="41394"/>
                  </a:lnTo>
                  <a:lnTo>
                    <a:pt x="33069" y="40546"/>
                  </a:lnTo>
                  <a:lnTo>
                    <a:pt x="33865" y="39909"/>
                  </a:lnTo>
                  <a:lnTo>
                    <a:pt x="34517" y="39483"/>
                  </a:lnTo>
                  <a:lnTo>
                    <a:pt x="35188" y="39224"/>
                  </a:lnTo>
                  <a:lnTo>
                    <a:pt x="36041" y="39091"/>
                  </a:lnTo>
                  <a:lnTo>
                    <a:pt x="37238" y="39042"/>
                  </a:lnTo>
                  <a:lnTo>
                    <a:pt x="38944" y="39035"/>
                  </a:lnTo>
                  <a:lnTo>
                    <a:pt x="38944" y="37704"/>
                  </a:lnTo>
                  <a:lnTo>
                    <a:pt x="38944" y="36364"/>
                  </a:lnTo>
                  <a:lnTo>
                    <a:pt x="38944" y="35007"/>
                  </a:lnTo>
                  <a:lnTo>
                    <a:pt x="40596" y="33464"/>
                  </a:lnTo>
                  <a:lnTo>
                    <a:pt x="41987" y="32178"/>
                  </a:lnTo>
                  <a:lnTo>
                    <a:pt x="43152" y="31125"/>
                  </a:lnTo>
                  <a:lnTo>
                    <a:pt x="44131" y="30282"/>
                  </a:lnTo>
                  <a:lnTo>
                    <a:pt x="44959" y="29625"/>
                  </a:lnTo>
                  <a:lnTo>
                    <a:pt x="45674" y="29131"/>
                  </a:lnTo>
                  <a:lnTo>
                    <a:pt x="46314" y="28778"/>
                  </a:lnTo>
                  <a:lnTo>
                    <a:pt x="46916" y="28541"/>
                  </a:lnTo>
                  <a:lnTo>
                    <a:pt x="47517" y="28397"/>
                  </a:lnTo>
                  <a:lnTo>
                    <a:pt x="48154" y="28323"/>
                  </a:lnTo>
                  <a:lnTo>
                    <a:pt x="48865" y="28296"/>
                  </a:lnTo>
                  <a:lnTo>
                    <a:pt x="49687" y="28292"/>
                  </a:lnTo>
                  <a:lnTo>
                    <a:pt x="49687" y="26959"/>
                  </a:lnTo>
                  <a:lnTo>
                    <a:pt x="49687" y="25606"/>
                  </a:lnTo>
                  <a:lnTo>
                    <a:pt x="51018" y="25606"/>
                  </a:lnTo>
                  <a:lnTo>
                    <a:pt x="52358" y="25606"/>
                  </a:lnTo>
                  <a:lnTo>
                    <a:pt x="53716" y="25606"/>
                  </a:lnTo>
                  <a:lnTo>
                    <a:pt x="53716" y="24274"/>
                  </a:lnTo>
                  <a:lnTo>
                    <a:pt x="53716" y="22921"/>
                  </a:lnTo>
                  <a:lnTo>
                    <a:pt x="54759" y="22150"/>
                  </a:lnTo>
                  <a:lnTo>
                    <a:pt x="55593" y="21540"/>
                  </a:lnTo>
                  <a:lnTo>
                    <a:pt x="56302" y="21033"/>
                  </a:lnTo>
                  <a:lnTo>
                    <a:pt x="56971" y="20573"/>
                  </a:lnTo>
                  <a:lnTo>
                    <a:pt x="57684" y="20101"/>
                  </a:lnTo>
                  <a:lnTo>
                    <a:pt x="58525" y="19562"/>
                  </a:lnTo>
                  <a:lnTo>
                    <a:pt x="59581" y="18898"/>
                  </a:lnTo>
                  <a:lnTo>
                    <a:pt x="60934" y="18053"/>
                  </a:lnTo>
                  <a:lnTo>
                    <a:pt x="61939" y="17416"/>
                  </a:lnTo>
                  <a:lnTo>
                    <a:pt x="62948" y="16777"/>
                  </a:lnTo>
                  <a:lnTo>
                    <a:pt x="63965" y="16133"/>
                  </a:lnTo>
                  <a:lnTo>
                    <a:pt x="64993" y="15482"/>
                  </a:lnTo>
                  <a:lnTo>
                    <a:pt x="66478" y="14656"/>
                  </a:lnTo>
                  <a:lnTo>
                    <a:pt x="67552" y="14102"/>
                  </a:lnTo>
                  <a:lnTo>
                    <a:pt x="68386" y="13766"/>
                  </a:lnTo>
                  <a:lnTo>
                    <a:pt x="69154" y="13593"/>
                  </a:lnTo>
                  <a:lnTo>
                    <a:pt x="70026" y="13530"/>
                  </a:lnTo>
                  <a:lnTo>
                    <a:pt x="71173" y="13520"/>
                  </a:lnTo>
                  <a:lnTo>
                    <a:pt x="71173" y="12188"/>
                  </a:lnTo>
                  <a:lnTo>
                    <a:pt x="71173" y="10835"/>
                  </a:lnTo>
                  <a:lnTo>
                    <a:pt x="72254" y="10668"/>
                  </a:lnTo>
                  <a:lnTo>
                    <a:pt x="73343" y="10500"/>
                  </a:lnTo>
                  <a:lnTo>
                    <a:pt x="74447" y="10331"/>
                  </a:lnTo>
                  <a:lnTo>
                    <a:pt x="75584" y="10054"/>
                  </a:lnTo>
                  <a:lnTo>
                    <a:pt x="76728" y="9774"/>
                  </a:lnTo>
                  <a:lnTo>
                    <a:pt x="77888" y="9492"/>
                  </a:lnTo>
                  <a:lnTo>
                    <a:pt x="78554" y="8159"/>
                  </a:lnTo>
                  <a:lnTo>
                    <a:pt x="79230" y="6806"/>
                  </a:lnTo>
                  <a:lnTo>
                    <a:pt x="80294" y="6806"/>
                  </a:lnTo>
                  <a:lnTo>
                    <a:pt x="81361" y="6806"/>
                  </a:lnTo>
                  <a:lnTo>
                    <a:pt x="82433" y="6806"/>
                  </a:lnTo>
                  <a:lnTo>
                    <a:pt x="83512" y="6806"/>
                  </a:lnTo>
                  <a:lnTo>
                    <a:pt x="84602" y="6806"/>
                  </a:lnTo>
                  <a:lnTo>
                    <a:pt x="84602" y="5473"/>
                  </a:lnTo>
                  <a:lnTo>
                    <a:pt x="84602" y="4120"/>
                  </a:lnTo>
                  <a:lnTo>
                    <a:pt x="85695" y="3594"/>
                  </a:lnTo>
                  <a:lnTo>
                    <a:pt x="86755" y="3106"/>
                  </a:lnTo>
                  <a:lnTo>
                    <a:pt x="87785" y="2655"/>
                  </a:lnTo>
                  <a:lnTo>
                    <a:pt x="88791" y="2240"/>
                  </a:lnTo>
                  <a:lnTo>
                    <a:pt x="89780" y="1862"/>
                  </a:lnTo>
                  <a:lnTo>
                    <a:pt x="90755" y="1520"/>
                  </a:lnTo>
                  <a:lnTo>
                    <a:pt x="91723" y="1213"/>
                  </a:lnTo>
                  <a:lnTo>
                    <a:pt x="92689" y="942"/>
                  </a:lnTo>
                  <a:lnTo>
                    <a:pt x="93658" y="706"/>
                  </a:lnTo>
                  <a:lnTo>
                    <a:pt x="94635" y="504"/>
                  </a:lnTo>
                  <a:lnTo>
                    <a:pt x="95626" y="337"/>
                  </a:lnTo>
                  <a:lnTo>
                    <a:pt x="96637" y="203"/>
                  </a:lnTo>
                  <a:lnTo>
                    <a:pt x="97672" y="103"/>
                  </a:lnTo>
                  <a:lnTo>
                    <a:pt x="98737" y="36"/>
                  </a:lnTo>
                  <a:lnTo>
                    <a:pt x="99837" y="2"/>
                  </a:lnTo>
                  <a:lnTo>
                    <a:pt x="100978" y="0"/>
                  </a:lnTo>
                  <a:lnTo>
                    <a:pt x="102164" y="30"/>
                  </a:lnTo>
                  <a:lnTo>
                    <a:pt x="103402" y="92"/>
                  </a:lnTo>
                  <a:close/>
                </a:path>
              </a:pathLst>
            </a:custGeom>
            <a:solidFill>
              <a:srgbClr val="37455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" name="region 85 #E4DBCE"/>
            <p:cNvSpPr/>
            <p:nvPr/>
          </p:nvSpPr>
          <p:spPr>
            <a:xfrm>
              <a:off x="1189794" y="143559"/>
              <a:ext cx="263205" cy="11000"/>
            </a:xfrm>
            <a:custGeom>
              <a:avLst/>
              <a:gdLst/>
              <a:ahLst/>
              <a:cxnLst/>
              <a:rect l="l" t="t" r="r" b="b"/>
              <a:pathLst>
                <a:path w="263205" h="11000">
                  <a:moveTo>
                    <a:pt x="58097" y="0"/>
                  </a:moveTo>
                  <a:lnTo>
                    <a:pt x="58699" y="9"/>
                  </a:lnTo>
                  <a:lnTo>
                    <a:pt x="59760" y="23"/>
                  </a:lnTo>
                  <a:lnTo>
                    <a:pt x="62189" y="57"/>
                  </a:lnTo>
                  <a:lnTo>
                    <a:pt x="62693" y="63"/>
                  </a:lnTo>
                  <a:lnTo>
                    <a:pt x="63345" y="71"/>
                  </a:lnTo>
                  <a:lnTo>
                    <a:pt x="64582" y="86"/>
                  </a:lnTo>
                  <a:lnTo>
                    <a:pt x="66839" y="113"/>
                  </a:lnTo>
                  <a:lnTo>
                    <a:pt x="68105" y="134"/>
                  </a:lnTo>
                  <a:lnTo>
                    <a:pt x="69375" y="155"/>
                  </a:lnTo>
                  <a:lnTo>
                    <a:pt x="70655" y="176"/>
                  </a:lnTo>
                  <a:lnTo>
                    <a:pt x="71949" y="198"/>
                  </a:lnTo>
                  <a:lnTo>
                    <a:pt x="72995" y="212"/>
                  </a:lnTo>
                  <a:lnTo>
                    <a:pt x="74044" y="227"/>
                  </a:lnTo>
                  <a:lnTo>
                    <a:pt x="75098" y="242"/>
                  </a:lnTo>
                  <a:lnTo>
                    <a:pt x="76159" y="257"/>
                  </a:lnTo>
                  <a:lnTo>
                    <a:pt x="77230" y="272"/>
                  </a:lnTo>
                  <a:lnTo>
                    <a:pt x="78321" y="287"/>
                  </a:lnTo>
                  <a:lnTo>
                    <a:pt x="79411" y="303"/>
                  </a:lnTo>
                  <a:lnTo>
                    <a:pt x="80501" y="320"/>
                  </a:lnTo>
                  <a:lnTo>
                    <a:pt x="81592" y="336"/>
                  </a:lnTo>
                  <a:lnTo>
                    <a:pt x="82682" y="354"/>
                  </a:lnTo>
                  <a:lnTo>
                    <a:pt x="83772" y="371"/>
                  </a:lnTo>
                  <a:lnTo>
                    <a:pt x="84863" y="388"/>
                  </a:lnTo>
                  <a:lnTo>
                    <a:pt x="85953" y="406"/>
                  </a:lnTo>
                  <a:lnTo>
                    <a:pt x="87043" y="424"/>
                  </a:lnTo>
                  <a:lnTo>
                    <a:pt x="88134" y="443"/>
                  </a:lnTo>
                  <a:lnTo>
                    <a:pt x="89224" y="461"/>
                  </a:lnTo>
                  <a:lnTo>
                    <a:pt x="90314" y="480"/>
                  </a:lnTo>
                  <a:lnTo>
                    <a:pt x="91404" y="499"/>
                  </a:lnTo>
                  <a:lnTo>
                    <a:pt x="92501" y="517"/>
                  </a:lnTo>
                  <a:lnTo>
                    <a:pt x="93598" y="535"/>
                  </a:lnTo>
                  <a:lnTo>
                    <a:pt x="94694" y="554"/>
                  </a:lnTo>
                  <a:lnTo>
                    <a:pt x="95791" y="571"/>
                  </a:lnTo>
                  <a:lnTo>
                    <a:pt x="96888" y="589"/>
                  </a:lnTo>
                  <a:lnTo>
                    <a:pt x="97984" y="607"/>
                  </a:lnTo>
                  <a:lnTo>
                    <a:pt x="99081" y="625"/>
                  </a:lnTo>
                  <a:lnTo>
                    <a:pt x="100178" y="642"/>
                  </a:lnTo>
                  <a:lnTo>
                    <a:pt x="101332" y="661"/>
                  </a:lnTo>
                  <a:lnTo>
                    <a:pt x="102486" y="680"/>
                  </a:lnTo>
                  <a:lnTo>
                    <a:pt x="103640" y="699"/>
                  </a:lnTo>
                  <a:lnTo>
                    <a:pt x="104794" y="719"/>
                  </a:lnTo>
                  <a:lnTo>
                    <a:pt x="105948" y="739"/>
                  </a:lnTo>
                  <a:lnTo>
                    <a:pt x="107102" y="759"/>
                  </a:lnTo>
                  <a:lnTo>
                    <a:pt x="108255" y="780"/>
                  </a:lnTo>
                  <a:lnTo>
                    <a:pt x="109409" y="801"/>
                  </a:lnTo>
                  <a:lnTo>
                    <a:pt x="110563" y="823"/>
                  </a:lnTo>
                  <a:lnTo>
                    <a:pt x="111717" y="845"/>
                  </a:lnTo>
                  <a:lnTo>
                    <a:pt x="112870" y="867"/>
                  </a:lnTo>
                  <a:lnTo>
                    <a:pt x="114024" y="891"/>
                  </a:lnTo>
                  <a:lnTo>
                    <a:pt x="115177" y="914"/>
                  </a:lnTo>
                  <a:lnTo>
                    <a:pt x="116331" y="938"/>
                  </a:lnTo>
                  <a:lnTo>
                    <a:pt x="117484" y="963"/>
                  </a:lnTo>
                  <a:lnTo>
                    <a:pt x="118638" y="988"/>
                  </a:lnTo>
                  <a:lnTo>
                    <a:pt x="119791" y="1014"/>
                  </a:lnTo>
                  <a:lnTo>
                    <a:pt x="120944" y="1040"/>
                  </a:lnTo>
                  <a:lnTo>
                    <a:pt x="122098" y="1067"/>
                  </a:lnTo>
                  <a:lnTo>
                    <a:pt x="123251" y="1095"/>
                  </a:lnTo>
                  <a:lnTo>
                    <a:pt x="124404" y="1123"/>
                  </a:lnTo>
                  <a:lnTo>
                    <a:pt x="125557" y="1152"/>
                  </a:lnTo>
                  <a:lnTo>
                    <a:pt x="126710" y="1182"/>
                  </a:lnTo>
                  <a:lnTo>
                    <a:pt x="127864" y="1213"/>
                  </a:lnTo>
                  <a:lnTo>
                    <a:pt x="129017" y="1244"/>
                  </a:lnTo>
                  <a:lnTo>
                    <a:pt x="130170" y="1276"/>
                  </a:lnTo>
                  <a:lnTo>
                    <a:pt x="131323" y="1309"/>
                  </a:lnTo>
                  <a:lnTo>
                    <a:pt x="132476" y="1343"/>
                  </a:lnTo>
                  <a:lnTo>
                    <a:pt x="133628" y="1377"/>
                  </a:lnTo>
                  <a:lnTo>
                    <a:pt x="134781" y="1413"/>
                  </a:lnTo>
                  <a:lnTo>
                    <a:pt x="135934" y="1449"/>
                  </a:lnTo>
                  <a:lnTo>
                    <a:pt x="137087" y="1486"/>
                  </a:lnTo>
                  <a:lnTo>
                    <a:pt x="138240" y="1524"/>
                  </a:lnTo>
                  <a:lnTo>
                    <a:pt x="139393" y="1563"/>
                  </a:lnTo>
                  <a:lnTo>
                    <a:pt x="140545" y="1603"/>
                  </a:lnTo>
                  <a:lnTo>
                    <a:pt x="141698" y="1644"/>
                  </a:lnTo>
                  <a:lnTo>
                    <a:pt x="142851" y="1686"/>
                  </a:lnTo>
                  <a:lnTo>
                    <a:pt x="144003" y="1729"/>
                  </a:lnTo>
                  <a:lnTo>
                    <a:pt x="145156" y="1773"/>
                  </a:lnTo>
                  <a:lnTo>
                    <a:pt x="146308" y="1818"/>
                  </a:lnTo>
                  <a:lnTo>
                    <a:pt x="147461" y="1864"/>
                  </a:lnTo>
                  <a:lnTo>
                    <a:pt x="148613" y="1911"/>
                  </a:lnTo>
                  <a:lnTo>
                    <a:pt x="149766" y="1960"/>
                  </a:lnTo>
                  <a:lnTo>
                    <a:pt x="150918" y="2009"/>
                  </a:lnTo>
                  <a:lnTo>
                    <a:pt x="152071" y="2060"/>
                  </a:lnTo>
                  <a:lnTo>
                    <a:pt x="153223" y="2112"/>
                  </a:lnTo>
                  <a:lnTo>
                    <a:pt x="154375" y="2165"/>
                  </a:lnTo>
                  <a:lnTo>
                    <a:pt x="155528" y="2219"/>
                  </a:lnTo>
                  <a:lnTo>
                    <a:pt x="156680" y="2275"/>
                  </a:lnTo>
                  <a:lnTo>
                    <a:pt x="157832" y="2331"/>
                  </a:lnTo>
                  <a:lnTo>
                    <a:pt x="158985" y="2390"/>
                  </a:lnTo>
                  <a:lnTo>
                    <a:pt x="160137" y="2449"/>
                  </a:lnTo>
                  <a:lnTo>
                    <a:pt x="161289" y="2510"/>
                  </a:lnTo>
                  <a:lnTo>
                    <a:pt x="162441" y="2572"/>
                  </a:lnTo>
                  <a:lnTo>
                    <a:pt x="163593" y="2635"/>
                  </a:lnTo>
                  <a:lnTo>
                    <a:pt x="164746" y="2700"/>
                  </a:lnTo>
                  <a:lnTo>
                    <a:pt x="165898" y="2766"/>
                  </a:lnTo>
                  <a:lnTo>
                    <a:pt x="167050" y="2834"/>
                  </a:lnTo>
                  <a:lnTo>
                    <a:pt x="168202" y="2903"/>
                  </a:lnTo>
                  <a:lnTo>
                    <a:pt x="169354" y="2973"/>
                  </a:lnTo>
                  <a:lnTo>
                    <a:pt x="170506" y="3045"/>
                  </a:lnTo>
                  <a:lnTo>
                    <a:pt x="171658" y="3119"/>
                  </a:lnTo>
                  <a:lnTo>
                    <a:pt x="172810" y="3194"/>
                  </a:lnTo>
                  <a:lnTo>
                    <a:pt x="173962" y="3270"/>
                  </a:lnTo>
                  <a:lnTo>
                    <a:pt x="175027" y="3340"/>
                  </a:lnTo>
                  <a:lnTo>
                    <a:pt x="176092" y="3408"/>
                  </a:lnTo>
                  <a:lnTo>
                    <a:pt x="177157" y="3474"/>
                  </a:lnTo>
                  <a:lnTo>
                    <a:pt x="178222" y="3539"/>
                  </a:lnTo>
                  <a:lnTo>
                    <a:pt x="179286" y="3601"/>
                  </a:lnTo>
                  <a:lnTo>
                    <a:pt x="180351" y="3662"/>
                  </a:lnTo>
                  <a:lnTo>
                    <a:pt x="181415" y="3721"/>
                  </a:lnTo>
                  <a:lnTo>
                    <a:pt x="182479" y="3778"/>
                  </a:lnTo>
                  <a:lnTo>
                    <a:pt x="183543" y="3833"/>
                  </a:lnTo>
                  <a:lnTo>
                    <a:pt x="184608" y="3886"/>
                  </a:lnTo>
                  <a:lnTo>
                    <a:pt x="185672" y="3937"/>
                  </a:lnTo>
                  <a:lnTo>
                    <a:pt x="186736" y="3986"/>
                  </a:lnTo>
                  <a:lnTo>
                    <a:pt x="187800" y="4032"/>
                  </a:lnTo>
                  <a:lnTo>
                    <a:pt x="188865" y="4076"/>
                  </a:lnTo>
                  <a:lnTo>
                    <a:pt x="189929" y="4118"/>
                  </a:lnTo>
                  <a:lnTo>
                    <a:pt x="190994" y="4157"/>
                  </a:lnTo>
                  <a:lnTo>
                    <a:pt x="192059" y="4194"/>
                  </a:lnTo>
                  <a:lnTo>
                    <a:pt x="193124" y="4228"/>
                  </a:lnTo>
                  <a:lnTo>
                    <a:pt x="194189" y="4260"/>
                  </a:lnTo>
                  <a:lnTo>
                    <a:pt x="195254" y="4289"/>
                  </a:lnTo>
                  <a:lnTo>
                    <a:pt x="196320" y="4315"/>
                  </a:lnTo>
                  <a:lnTo>
                    <a:pt x="197386" y="4338"/>
                  </a:lnTo>
                  <a:lnTo>
                    <a:pt x="198452" y="4359"/>
                  </a:lnTo>
                  <a:lnTo>
                    <a:pt x="199518" y="4377"/>
                  </a:lnTo>
                  <a:lnTo>
                    <a:pt x="200585" y="4392"/>
                  </a:lnTo>
                  <a:lnTo>
                    <a:pt x="201652" y="4404"/>
                  </a:lnTo>
                  <a:lnTo>
                    <a:pt x="203084" y="4431"/>
                  </a:lnTo>
                  <a:lnTo>
                    <a:pt x="204537" y="4457"/>
                  </a:lnTo>
                  <a:lnTo>
                    <a:pt x="205690" y="4446"/>
                  </a:lnTo>
                  <a:lnTo>
                    <a:pt x="206799" y="4406"/>
                  </a:lnTo>
                  <a:lnTo>
                    <a:pt x="207870" y="4336"/>
                  </a:lnTo>
                  <a:lnTo>
                    <a:pt x="208908" y="4236"/>
                  </a:lnTo>
                  <a:lnTo>
                    <a:pt x="209921" y="4106"/>
                  </a:lnTo>
                  <a:lnTo>
                    <a:pt x="210913" y="3945"/>
                  </a:lnTo>
                  <a:lnTo>
                    <a:pt x="211893" y="3752"/>
                  </a:lnTo>
                  <a:lnTo>
                    <a:pt x="212865" y="3527"/>
                  </a:lnTo>
                  <a:lnTo>
                    <a:pt x="213835" y="3269"/>
                  </a:lnTo>
                  <a:lnTo>
                    <a:pt x="214811" y="2978"/>
                  </a:lnTo>
                  <a:lnTo>
                    <a:pt x="215798" y="2654"/>
                  </a:lnTo>
                  <a:lnTo>
                    <a:pt x="216803" y="2295"/>
                  </a:lnTo>
                  <a:lnTo>
                    <a:pt x="217831" y="1901"/>
                  </a:lnTo>
                  <a:lnTo>
                    <a:pt x="218890" y="1472"/>
                  </a:lnTo>
                  <a:lnTo>
                    <a:pt x="220255" y="1365"/>
                  </a:lnTo>
                  <a:lnTo>
                    <a:pt x="221335" y="1284"/>
                  </a:lnTo>
                  <a:lnTo>
                    <a:pt x="222234" y="1226"/>
                  </a:lnTo>
                  <a:lnTo>
                    <a:pt x="223051" y="1189"/>
                  </a:lnTo>
                  <a:lnTo>
                    <a:pt x="223888" y="1167"/>
                  </a:lnTo>
                  <a:lnTo>
                    <a:pt x="224847" y="1158"/>
                  </a:lnTo>
                  <a:lnTo>
                    <a:pt x="226029" y="1157"/>
                  </a:lnTo>
                  <a:lnTo>
                    <a:pt x="227534" y="1162"/>
                  </a:lnTo>
                  <a:lnTo>
                    <a:pt x="228768" y="1164"/>
                  </a:lnTo>
                  <a:lnTo>
                    <a:pt x="230007" y="1166"/>
                  </a:lnTo>
                  <a:lnTo>
                    <a:pt x="231256" y="1168"/>
                  </a:lnTo>
                  <a:lnTo>
                    <a:pt x="232517" y="1170"/>
                  </a:lnTo>
                  <a:lnTo>
                    <a:pt x="233798" y="1182"/>
                  </a:lnTo>
                  <a:lnTo>
                    <a:pt x="235084" y="1195"/>
                  </a:lnTo>
                  <a:lnTo>
                    <a:pt x="236380" y="1207"/>
                  </a:lnTo>
                  <a:lnTo>
                    <a:pt x="237690" y="1220"/>
                  </a:lnTo>
                  <a:lnTo>
                    <a:pt x="238971" y="1221"/>
                  </a:lnTo>
                  <a:lnTo>
                    <a:pt x="240257" y="1222"/>
                  </a:lnTo>
                  <a:lnTo>
                    <a:pt x="241552" y="1222"/>
                  </a:lnTo>
                  <a:lnTo>
                    <a:pt x="242863" y="1222"/>
                  </a:lnTo>
                  <a:lnTo>
                    <a:pt x="244930" y="1232"/>
                  </a:lnTo>
                  <a:lnTo>
                    <a:pt x="246786" y="1243"/>
                  </a:lnTo>
                  <a:lnTo>
                    <a:pt x="248447" y="1255"/>
                  </a:lnTo>
                  <a:lnTo>
                    <a:pt x="249933" y="1270"/>
                  </a:lnTo>
                  <a:lnTo>
                    <a:pt x="251261" y="1290"/>
                  </a:lnTo>
                  <a:lnTo>
                    <a:pt x="252448" y="1315"/>
                  </a:lnTo>
                  <a:lnTo>
                    <a:pt x="253513" y="1348"/>
                  </a:lnTo>
                  <a:lnTo>
                    <a:pt x="254473" y="1389"/>
                  </a:lnTo>
                  <a:lnTo>
                    <a:pt x="255346" y="1441"/>
                  </a:lnTo>
                  <a:lnTo>
                    <a:pt x="256150" y="1504"/>
                  </a:lnTo>
                  <a:lnTo>
                    <a:pt x="256902" y="1580"/>
                  </a:lnTo>
                  <a:lnTo>
                    <a:pt x="257621" y="1670"/>
                  </a:lnTo>
                  <a:lnTo>
                    <a:pt x="258323" y="1775"/>
                  </a:lnTo>
                  <a:lnTo>
                    <a:pt x="259028" y="1898"/>
                  </a:lnTo>
                  <a:lnTo>
                    <a:pt x="259753" y="2039"/>
                  </a:lnTo>
                  <a:lnTo>
                    <a:pt x="260515" y="2200"/>
                  </a:lnTo>
                  <a:lnTo>
                    <a:pt x="261333" y="2382"/>
                  </a:lnTo>
                  <a:lnTo>
                    <a:pt x="262223" y="2586"/>
                  </a:lnTo>
                  <a:lnTo>
                    <a:pt x="263205" y="2815"/>
                  </a:lnTo>
                  <a:lnTo>
                    <a:pt x="263205" y="3481"/>
                  </a:lnTo>
                  <a:lnTo>
                    <a:pt x="263205" y="4158"/>
                  </a:lnTo>
                  <a:lnTo>
                    <a:pt x="262456" y="4183"/>
                  </a:lnTo>
                  <a:lnTo>
                    <a:pt x="260191" y="4260"/>
                  </a:lnTo>
                  <a:lnTo>
                    <a:pt x="259138" y="4296"/>
                  </a:lnTo>
                  <a:lnTo>
                    <a:pt x="258085" y="4333"/>
                  </a:lnTo>
                  <a:lnTo>
                    <a:pt x="257032" y="4370"/>
                  </a:lnTo>
                  <a:lnTo>
                    <a:pt x="255979" y="4407"/>
                  </a:lnTo>
                  <a:lnTo>
                    <a:pt x="254926" y="4444"/>
                  </a:lnTo>
                  <a:lnTo>
                    <a:pt x="253873" y="4481"/>
                  </a:lnTo>
                  <a:lnTo>
                    <a:pt x="252820" y="4519"/>
                  </a:lnTo>
                  <a:lnTo>
                    <a:pt x="251767" y="4556"/>
                  </a:lnTo>
                  <a:lnTo>
                    <a:pt x="250714" y="4594"/>
                  </a:lnTo>
                  <a:lnTo>
                    <a:pt x="249661" y="4631"/>
                  </a:lnTo>
                  <a:lnTo>
                    <a:pt x="248608" y="4669"/>
                  </a:lnTo>
                  <a:lnTo>
                    <a:pt x="247555" y="4707"/>
                  </a:lnTo>
                  <a:lnTo>
                    <a:pt x="246502" y="4745"/>
                  </a:lnTo>
                  <a:lnTo>
                    <a:pt x="245329" y="4785"/>
                  </a:lnTo>
                  <a:lnTo>
                    <a:pt x="244151" y="4825"/>
                  </a:lnTo>
                  <a:lnTo>
                    <a:pt x="242964" y="4865"/>
                  </a:lnTo>
                  <a:lnTo>
                    <a:pt x="241763" y="4905"/>
                  </a:lnTo>
                  <a:lnTo>
                    <a:pt x="240610" y="4947"/>
                  </a:lnTo>
                  <a:lnTo>
                    <a:pt x="239453" y="4989"/>
                  </a:lnTo>
                  <a:lnTo>
                    <a:pt x="238287" y="5032"/>
                  </a:lnTo>
                  <a:lnTo>
                    <a:pt x="237107" y="5075"/>
                  </a:lnTo>
                  <a:lnTo>
                    <a:pt x="236057" y="5112"/>
                  </a:lnTo>
                  <a:lnTo>
                    <a:pt x="235003" y="5150"/>
                  </a:lnTo>
                  <a:lnTo>
                    <a:pt x="233941" y="5187"/>
                  </a:lnTo>
                  <a:lnTo>
                    <a:pt x="232866" y="5224"/>
                  </a:lnTo>
                  <a:lnTo>
                    <a:pt x="231815" y="5291"/>
                  </a:lnTo>
                  <a:lnTo>
                    <a:pt x="230769" y="5365"/>
                  </a:lnTo>
                  <a:lnTo>
                    <a:pt x="229726" y="5446"/>
                  </a:lnTo>
                  <a:lnTo>
                    <a:pt x="228686" y="5534"/>
                  </a:lnTo>
                  <a:lnTo>
                    <a:pt x="227648" y="5627"/>
                  </a:lnTo>
                  <a:lnTo>
                    <a:pt x="226611" y="5728"/>
                  </a:lnTo>
                  <a:lnTo>
                    <a:pt x="225574" y="5834"/>
                  </a:lnTo>
                  <a:lnTo>
                    <a:pt x="224535" y="5947"/>
                  </a:lnTo>
                  <a:lnTo>
                    <a:pt x="223493" y="6065"/>
                  </a:lnTo>
                  <a:lnTo>
                    <a:pt x="222448" y="6190"/>
                  </a:lnTo>
                  <a:lnTo>
                    <a:pt x="221369" y="6309"/>
                  </a:lnTo>
                  <a:lnTo>
                    <a:pt x="220292" y="6416"/>
                  </a:lnTo>
                  <a:lnTo>
                    <a:pt x="219217" y="6512"/>
                  </a:lnTo>
                  <a:lnTo>
                    <a:pt x="218142" y="6597"/>
                  </a:lnTo>
                  <a:lnTo>
                    <a:pt x="217069" y="6672"/>
                  </a:lnTo>
                  <a:lnTo>
                    <a:pt x="215996" y="6738"/>
                  </a:lnTo>
                  <a:lnTo>
                    <a:pt x="214924" y="6794"/>
                  </a:lnTo>
                  <a:lnTo>
                    <a:pt x="213851" y="6842"/>
                  </a:lnTo>
                  <a:lnTo>
                    <a:pt x="212779" y="6882"/>
                  </a:lnTo>
                  <a:lnTo>
                    <a:pt x="211705" y="6914"/>
                  </a:lnTo>
                  <a:lnTo>
                    <a:pt x="210631" y="6939"/>
                  </a:lnTo>
                  <a:lnTo>
                    <a:pt x="209556" y="6958"/>
                  </a:lnTo>
                  <a:lnTo>
                    <a:pt x="208480" y="6971"/>
                  </a:lnTo>
                  <a:lnTo>
                    <a:pt x="207402" y="6979"/>
                  </a:lnTo>
                  <a:lnTo>
                    <a:pt x="206322" y="6981"/>
                  </a:lnTo>
                  <a:lnTo>
                    <a:pt x="205239" y="6980"/>
                  </a:lnTo>
                  <a:lnTo>
                    <a:pt x="204154" y="6974"/>
                  </a:lnTo>
                  <a:lnTo>
                    <a:pt x="203068" y="6973"/>
                  </a:lnTo>
                  <a:lnTo>
                    <a:pt x="201973" y="6971"/>
                  </a:lnTo>
                  <a:lnTo>
                    <a:pt x="200864" y="6969"/>
                  </a:lnTo>
                  <a:lnTo>
                    <a:pt x="199725" y="6966"/>
                  </a:lnTo>
                  <a:lnTo>
                    <a:pt x="198585" y="6963"/>
                  </a:lnTo>
                  <a:lnTo>
                    <a:pt x="197445" y="6959"/>
                  </a:lnTo>
                  <a:lnTo>
                    <a:pt x="196305" y="6954"/>
                  </a:lnTo>
                  <a:lnTo>
                    <a:pt x="195165" y="6949"/>
                  </a:lnTo>
                  <a:lnTo>
                    <a:pt x="194025" y="6944"/>
                  </a:lnTo>
                  <a:lnTo>
                    <a:pt x="192885" y="6939"/>
                  </a:lnTo>
                  <a:lnTo>
                    <a:pt x="191745" y="6933"/>
                  </a:lnTo>
                  <a:lnTo>
                    <a:pt x="190605" y="6927"/>
                  </a:lnTo>
                  <a:lnTo>
                    <a:pt x="189436" y="6924"/>
                  </a:lnTo>
                  <a:lnTo>
                    <a:pt x="188266" y="6921"/>
                  </a:lnTo>
                  <a:lnTo>
                    <a:pt x="187097" y="6918"/>
                  </a:lnTo>
                  <a:lnTo>
                    <a:pt x="185928" y="6915"/>
                  </a:lnTo>
                  <a:lnTo>
                    <a:pt x="184758" y="6912"/>
                  </a:lnTo>
                  <a:lnTo>
                    <a:pt x="183589" y="6910"/>
                  </a:lnTo>
                  <a:lnTo>
                    <a:pt x="182522" y="6907"/>
                  </a:lnTo>
                  <a:lnTo>
                    <a:pt x="181455" y="6904"/>
                  </a:lnTo>
                  <a:lnTo>
                    <a:pt x="180388" y="6900"/>
                  </a:lnTo>
                  <a:lnTo>
                    <a:pt x="179321" y="6897"/>
                  </a:lnTo>
                  <a:lnTo>
                    <a:pt x="178254" y="6893"/>
                  </a:lnTo>
                  <a:lnTo>
                    <a:pt x="177187" y="6889"/>
                  </a:lnTo>
                  <a:lnTo>
                    <a:pt x="176120" y="6885"/>
                  </a:lnTo>
                  <a:lnTo>
                    <a:pt x="175053" y="6881"/>
                  </a:lnTo>
                  <a:lnTo>
                    <a:pt x="173986" y="6877"/>
                  </a:lnTo>
                  <a:lnTo>
                    <a:pt x="172919" y="6872"/>
                  </a:lnTo>
                  <a:lnTo>
                    <a:pt x="171852" y="6868"/>
                  </a:lnTo>
                  <a:lnTo>
                    <a:pt x="170785" y="6863"/>
                  </a:lnTo>
                  <a:lnTo>
                    <a:pt x="169718" y="6859"/>
                  </a:lnTo>
                  <a:lnTo>
                    <a:pt x="168651" y="6854"/>
                  </a:lnTo>
                  <a:lnTo>
                    <a:pt x="167584" y="6849"/>
                  </a:lnTo>
                  <a:lnTo>
                    <a:pt x="166517" y="6844"/>
                  </a:lnTo>
                  <a:lnTo>
                    <a:pt x="166517" y="5511"/>
                  </a:lnTo>
                  <a:lnTo>
                    <a:pt x="166517" y="4158"/>
                  </a:lnTo>
                  <a:lnTo>
                    <a:pt x="165465" y="4165"/>
                  </a:lnTo>
                  <a:lnTo>
                    <a:pt x="164413" y="4172"/>
                  </a:lnTo>
                  <a:lnTo>
                    <a:pt x="163361" y="4179"/>
                  </a:lnTo>
                  <a:lnTo>
                    <a:pt x="162309" y="4186"/>
                  </a:lnTo>
                  <a:lnTo>
                    <a:pt x="161257" y="4194"/>
                  </a:lnTo>
                  <a:lnTo>
                    <a:pt x="160204" y="4201"/>
                  </a:lnTo>
                  <a:lnTo>
                    <a:pt x="159152" y="4208"/>
                  </a:lnTo>
                  <a:lnTo>
                    <a:pt x="158100" y="4216"/>
                  </a:lnTo>
                  <a:lnTo>
                    <a:pt x="157048" y="4223"/>
                  </a:lnTo>
                  <a:lnTo>
                    <a:pt x="155996" y="4230"/>
                  </a:lnTo>
                  <a:lnTo>
                    <a:pt x="154944" y="4238"/>
                  </a:lnTo>
                  <a:lnTo>
                    <a:pt x="153892" y="4245"/>
                  </a:lnTo>
                  <a:lnTo>
                    <a:pt x="152839" y="4253"/>
                  </a:lnTo>
                  <a:lnTo>
                    <a:pt x="151787" y="4261"/>
                  </a:lnTo>
                  <a:lnTo>
                    <a:pt x="150735" y="4268"/>
                  </a:lnTo>
                  <a:lnTo>
                    <a:pt x="149683" y="4276"/>
                  </a:lnTo>
                  <a:lnTo>
                    <a:pt x="148631" y="4283"/>
                  </a:lnTo>
                  <a:lnTo>
                    <a:pt x="147579" y="4291"/>
                  </a:lnTo>
                  <a:lnTo>
                    <a:pt x="146527" y="4299"/>
                  </a:lnTo>
                  <a:lnTo>
                    <a:pt x="145474" y="4307"/>
                  </a:lnTo>
                  <a:lnTo>
                    <a:pt x="144422" y="4315"/>
                  </a:lnTo>
                  <a:lnTo>
                    <a:pt x="143370" y="4323"/>
                  </a:lnTo>
                  <a:lnTo>
                    <a:pt x="142318" y="4331"/>
                  </a:lnTo>
                  <a:lnTo>
                    <a:pt x="141266" y="4339"/>
                  </a:lnTo>
                  <a:lnTo>
                    <a:pt x="140214" y="4347"/>
                  </a:lnTo>
                  <a:lnTo>
                    <a:pt x="139162" y="4355"/>
                  </a:lnTo>
                  <a:lnTo>
                    <a:pt x="138110" y="4363"/>
                  </a:lnTo>
                  <a:lnTo>
                    <a:pt x="137057" y="4371"/>
                  </a:lnTo>
                  <a:lnTo>
                    <a:pt x="136005" y="4379"/>
                  </a:lnTo>
                  <a:lnTo>
                    <a:pt x="134953" y="4387"/>
                  </a:lnTo>
                  <a:lnTo>
                    <a:pt x="133901" y="4396"/>
                  </a:lnTo>
                  <a:lnTo>
                    <a:pt x="132849" y="4404"/>
                  </a:lnTo>
                  <a:lnTo>
                    <a:pt x="131797" y="4412"/>
                  </a:lnTo>
                  <a:lnTo>
                    <a:pt x="130745" y="4421"/>
                  </a:lnTo>
                  <a:lnTo>
                    <a:pt x="129693" y="4429"/>
                  </a:lnTo>
                  <a:lnTo>
                    <a:pt x="128641" y="4438"/>
                  </a:lnTo>
                  <a:lnTo>
                    <a:pt x="127588" y="4446"/>
                  </a:lnTo>
                  <a:lnTo>
                    <a:pt x="126536" y="4455"/>
                  </a:lnTo>
                  <a:lnTo>
                    <a:pt x="125484" y="4464"/>
                  </a:lnTo>
                  <a:lnTo>
                    <a:pt x="124432" y="4472"/>
                  </a:lnTo>
                  <a:lnTo>
                    <a:pt x="123380" y="4481"/>
                  </a:lnTo>
                  <a:lnTo>
                    <a:pt x="122328" y="4490"/>
                  </a:lnTo>
                  <a:lnTo>
                    <a:pt x="121276" y="4499"/>
                  </a:lnTo>
                  <a:lnTo>
                    <a:pt x="120224" y="4507"/>
                  </a:lnTo>
                  <a:lnTo>
                    <a:pt x="119172" y="4516"/>
                  </a:lnTo>
                  <a:lnTo>
                    <a:pt x="118120" y="4525"/>
                  </a:lnTo>
                  <a:lnTo>
                    <a:pt x="117068" y="4534"/>
                  </a:lnTo>
                  <a:lnTo>
                    <a:pt x="116015" y="4543"/>
                  </a:lnTo>
                  <a:lnTo>
                    <a:pt x="114949" y="4552"/>
                  </a:lnTo>
                  <a:lnTo>
                    <a:pt x="113883" y="4562"/>
                  </a:lnTo>
                  <a:lnTo>
                    <a:pt x="112817" y="4571"/>
                  </a:lnTo>
                  <a:lnTo>
                    <a:pt x="111750" y="4579"/>
                  </a:lnTo>
                  <a:lnTo>
                    <a:pt x="110684" y="4588"/>
                  </a:lnTo>
                  <a:lnTo>
                    <a:pt x="109618" y="4597"/>
                  </a:lnTo>
                  <a:lnTo>
                    <a:pt x="108552" y="4606"/>
                  </a:lnTo>
                  <a:lnTo>
                    <a:pt x="107485" y="4614"/>
                  </a:lnTo>
                  <a:lnTo>
                    <a:pt x="106419" y="4623"/>
                  </a:lnTo>
                  <a:lnTo>
                    <a:pt x="105353" y="4631"/>
                  </a:lnTo>
                  <a:lnTo>
                    <a:pt x="104287" y="4640"/>
                  </a:lnTo>
                  <a:lnTo>
                    <a:pt x="103221" y="4648"/>
                  </a:lnTo>
                  <a:lnTo>
                    <a:pt x="102155" y="4656"/>
                  </a:lnTo>
                  <a:lnTo>
                    <a:pt x="101088" y="4664"/>
                  </a:lnTo>
                  <a:lnTo>
                    <a:pt x="100022" y="4672"/>
                  </a:lnTo>
                  <a:lnTo>
                    <a:pt x="98956" y="4680"/>
                  </a:lnTo>
                  <a:lnTo>
                    <a:pt x="97890" y="4688"/>
                  </a:lnTo>
                  <a:lnTo>
                    <a:pt x="96824" y="4695"/>
                  </a:lnTo>
                  <a:lnTo>
                    <a:pt x="95758" y="4703"/>
                  </a:lnTo>
                  <a:lnTo>
                    <a:pt x="94692" y="4710"/>
                  </a:lnTo>
                  <a:lnTo>
                    <a:pt x="93625" y="4717"/>
                  </a:lnTo>
                  <a:lnTo>
                    <a:pt x="92559" y="4725"/>
                  </a:lnTo>
                  <a:lnTo>
                    <a:pt x="91480" y="4732"/>
                  </a:lnTo>
                  <a:lnTo>
                    <a:pt x="90400" y="4739"/>
                  </a:lnTo>
                  <a:lnTo>
                    <a:pt x="89320" y="4747"/>
                  </a:lnTo>
                  <a:lnTo>
                    <a:pt x="88241" y="4754"/>
                  </a:lnTo>
                  <a:lnTo>
                    <a:pt x="87161" y="4762"/>
                  </a:lnTo>
                  <a:lnTo>
                    <a:pt x="86081" y="4770"/>
                  </a:lnTo>
                  <a:lnTo>
                    <a:pt x="85002" y="4778"/>
                  </a:lnTo>
                  <a:lnTo>
                    <a:pt x="83922" y="4787"/>
                  </a:lnTo>
                  <a:lnTo>
                    <a:pt x="82842" y="4795"/>
                  </a:lnTo>
                  <a:lnTo>
                    <a:pt x="81763" y="4804"/>
                  </a:lnTo>
                  <a:lnTo>
                    <a:pt x="80683" y="4812"/>
                  </a:lnTo>
                  <a:lnTo>
                    <a:pt x="79603" y="4821"/>
                  </a:lnTo>
                  <a:lnTo>
                    <a:pt x="78524" y="4830"/>
                  </a:lnTo>
                  <a:lnTo>
                    <a:pt x="77444" y="4839"/>
                  </a:lnTo>
                  <a:lnTo>
                    <a:pt x="76364" y="4849"/>
                  </a:lnTo>
                  <a:lnTo>
                    <a:pt x="75285" y="4858"/>
                  </a:lnTo>
                  <a:lnTo>
                    <a:pt x="74205" y="4868"/>
                  </a:lnTo>
                  <a:lnTo>
                    <a:pt x="73125" y="4877"/>
                  </a:lnTo>
                  <a:lnTo>
                    <a:pt x="72045" y="4887"/>
                  </a:lnTo>
                  <a:lnTo>
                    <a:pt x="70966" y="4897"/>
                  </a:lnTo>
                  <a:lnTo>
                    <a:pt x="69886" y="4907"/>
                  </a:lnTo>
                  <a:lnTo>
                    <a:pt x="68810" y="4916"/>
                  </a:lnTo>
                  <a:lnTo>
                    <a:pt x="67734" y="4925"/>
                  </a:lnTo>
                  <a:lnTo>
                    <a:pt x="66657" y="4933"/>
                  </a:lnTo>
                  <a:lnTo>
                    <a:pt x="65581" y="4941"/>
                  </a:lnTo>
                  <a:lnTo>
                    <a:pt x="64504" y="4948"/>
                  </a:lnTo>
                  <a:lnTo>
                    <a:pt x="63428" y="4955"/>
                  </a:lnTo>
                  <a:lnTo>
                    <a:pt x="62351" y="4961"/>
                  </a:lnTo>
                  <a:lnTo>
                    <a:pt x="61274" y="4968"/>
                  </a:lnTo>
                  <a:lnTo>
                    <a:pt x="58918" y="4981"/>
                  </a:lnTo>
                  <a:lnTo>
                    <a:pt x="56661" y="4994"/>
                  </a:lnTo>
                  <a:lnTo>
                    <a:pt x="54501" y="5007"/>
                  </a:lnTo>
                  <a:lnTo>
                    <a:pt x="52435" y="5020"/>
                  </a:lnTo>
                  <a:lnTo>
                    <a:pt x="50460" y="5034"/>
                  </a:lnTo>
                  <a:lnTo>
                    <a:pt x="48574" y="5049"/>
                  </a:lnTo>
                  <a:lnTo>
                    <a:pt x="46773" y="5064"/>
                  </a:lnTo>
                  <a:lnTo>
                    <a:pt x="45055" y="5081"/>
                  </a:lnTo>
                  <a:lnTo>
                    <a:pt x="43416" y="5099"/>
                  </a:lnTo>
                  <a:lnTo>
                    <a:pt x="41855" y="5120"/>
                  </a:lnTo>
                  <a:lnTo>
                    <a:pt x="40368" y="5142"/>
                  </a:lnTo>
                  <a:lnTo>
                    <a:pt x="38953" y="5167"/>
                  </a:lnTo>
                  <a:lnTo>
                    <a:pt x="37606" y="5194"/>
                  </a:lnTo>
                  <a:lnTo>
                    <a:pt x="36325" y="5224"/>
                  </a:lnTo>
                  <a:lnTo>
                    <a:pt x="35108" y="5258"/>
                  </a:lnTo>
                  <a:lnTo>
                    <a:pt x="33950" y="5295"/>
                  </a:lnTo>
                  <a:lnTo>
                    <a:pt x="32850" y="5335"/>
                  </a:lnTo>
                  <a:lnTo>
                    <a:pt x="31804" y="5380"/>
                  </a:lnTo>
                  <a:lnTo>
                    <a:pt x="30810" y="5429"/>
                  </a:lnTo>
                  <a:lnTo>
                    <a:pt x="29866" y="5482"/>
                  </a:lnTo>
                  <a:lnTo>
                    <a:pt x="28967" y="5540"/>
                  </a:lnTo>
                  <a:lnTo>
                    <a:pt x="28112" y="5603"/>
                  </a:lnTo>
                  <a:lnTo>
                    <a:pt x="27297" y="5672"/>
                  </a:lnTo>
                  <a:lnTo>
                    <a:pt x="26520" y="5746"/>
                  </a:lnTo>
                  <a:lnTo>
                    <a:pt x="25777" y="5826"/>
                  </a:lnTo>
                  <a:lnTo>
                    <a:pt x="25067" y="5912"/>
                  </a:lnTo>
                  <a:lnTo>
                    <a:pt x="24386" y="6005"/>
                  </a:lnTo>
                  <a:lnTo>
                    <a:pt x="23732" y="6104"/>
                  </a:lnTo>
                  <a:lnTo>
                    <a:pt x="23101" y="6210"/>
                  </a:lnTo>
                  <a:lnTo>
                    <a:pt x="22491" y="6323"/>
                  </a:lnTo>
                  <a:lnTo>
                    <a:pt x="21899" y="6444"/>
                  </a:lnTo>
                  <a:lnTo>
                    <a:pt x="21323" y="6573"/>
                  </a:lnTo>
                  <a:lnTo>
                    <a:pt x="20758" y="6709"/>
                  </a:lnTo>
                  <a:lnTo>
                    <a:pt x="20204" y="6854"/>
                  </a:lnTo>
                  <a:lnTo>
                    <a:pt x="19656" y="7007"/>
                  </a:lnTo>
                  <a:lnTo>
                    <a:pt x="19112" y="7169"/>
                  </a:lnTo>
                  <a:lnTo>
                    <a:pt x="18569" y="7341"/>
                  </a:lnTo>
                  <a:lnTo>
                    <a:pt x="18024" y="7521"/>
                  </a:lnTo>
                  <a:lnTo>
                    <a:pt x="17475" y="7711"/>
                  </a:lnTo>
                  <a:lnTo>
                    <a:pt x="16919" y="7911"/>
                  </a:lnTo>
                  <a:lnTo>
                    <a:pt x="16352" y="8122"/>
                  </a:lnTo>
                  <a:lnTo>
                    <a:pt x="15773" y="8342"/>
                  </a:lnTo>
                  <a:lnTo>
                    <a:pt x="15177" y="8574"/>
                  </a:lnTo>
                  <a:lnTo>
                    <a:pt x="14564" y="8816"/>
                  </a:lnTo>
                  <a:lnTo>
                    <a:pt x="13928" y="9070"/>
                  </a:lnTo>
                  <a:lnTo>
                    <a:pt x="13269" y="9335"/>
                  </a:lnTo>
                  <a:lnTo>
                    <a:pt x="12583" y="9611"/>
                  </a:lnTo>
                  <a:lnTo>
                    <a:pt x="11526" y="9994"/>
                  </a:lnTo>
                  <a:lnTo>
                    <a:pt x="10485" y="10304"/>
                  </a:lnTo>
                  <a:lnTo>
                    <a:pt x="9456" y="10546"/>
                  </a:lnTo>
                  <a:lnTo>
                    <a:pt x="8434" y="10729"/>
                  </a:lnTo>
                  <a:lnTo>
                    <a:pt x="7415" y="10858"/>
                  </a:lnTo>
                  <a:lnTo>
                    <a:pt x="6394" y="10942"/>
                  </a:lnTo>
                  <a:lnTo>
                    <a:pt x="5368" y="10987"/>
                  </a:lnTo>
                  <a:lnTo>
                    <a:pt x="4332" y="11000"/>
                  </a:lnTo>
                  <a:lnTo>
                    <a:pt x="3282" y="10988"/>
                  </a:lnTo>
                  <a:lnTo>
                    <a:pt x="2212" y="10958"/>
                  </a:lnTo>
                  <a:lnTo>
                    <a:pt x="1120" y="10917"/>
                  </a:lnTo>
                  <a:lnTo>
                    <a:pt x="0" y="10872"/>
                  </a:lnTo>
                  <a:lnTo>
                    <a:pt x="926" y="10386"/>
                  </a:lnTo>
                  <a:lnTo>
                    <a:pt x="1859" y="9918"/>
                  </a:lnTo>
                  <a:lnTo>
                    <a:pt x="2800" y="9470"/>
                  </a:lnTo>
                  <a:lnTo>
                    <a:pt x="3747" y="9041"/>
                  </a:lnTo>
                  <a:lnTo>
                    <a:pt x="4701" y="8630"/>
                  </a:lnTo>
                  <a:lnTo>
                    <a:pt x="5661" y="8236"/>
                  </a:lnTo>
                  <a:lnTo>
                    <a:pt x="6627" y="7860"/>
                  </a:lnTo>
                  <a:lnTo>
                    <a:pt x="7600" y="7501"/>
                  </a:lnTo>
                  <a:lnTo>
                    <a:pt x="8578" y="7158"/>
                  </a:lnTo>
                  <a:lnTo>
                    <a:pt x="9561" y="6831"/>
                  </a:lnTo>
                  <a:lnTo>
                    <a:pt x="10550" y="6520"/>
                  </a:lnTo>
                  <a:lnTo>
                    <a:pt x="11544" y="6224"/>
                  </a:lnTo>
                  <a:lnTo>
                    <a:pt x="12543" y="5943"/>
                  </a:lnTo>
                  <a:lnTo>
                    <a:pt x="13547" y="5675"/>
                  </a:lnTo>
                  <a:lnTo>
                    <a:pt x="14555" y="5422"/>
                  </a:lnTo>
                  <a:lnTo>
                    <a:pt x="15567" y="5182"/>
                  </a:lnTo>
                  <a:lnTo>
                    <a:pt x="16583" y="4954"/>
                  </a:lnTo>
                  <a:lnTo>
                    <a:pt x="17603" y="4739"/>
                  </a:lnTo>
                  <a:lnTo>
                    <a:pt x="18627" y="4536"/>
                  </a:lnTo>
                  <a:lnTo>
                    <a:pt x="19653" y="4345"/>
                  </a:lnTo>
                  <a:lnTo>
                    <a:pt x="20683" y="4165"/>
                  </a:lnTo>
                  <a:lnTo>
                    <a:pt x="21716" y="3995"/>
                  </a:lnTo>
                  <a:lnTo>
                    <a:pt x="22751" y="3835"/>
                  </a:lnTo>
                  <a:lnTo>
                    <a:pt x="23789" y="3685"/>
                  </a:lnTo>
                  <a:lnTo>
                    <a:pt x="24829" y="3545"/>
                  </a:lnTo>
                  <a:lnTo>
                    <a:pt x="25871" y="3413"/>
                  </a:lnTo>
                  <a:lnTo>
                    <a:pt x="26915" y="3290"/>
                  </a:lnTo>
                  <a:lnTo>
                    <a:pt x="27961" y="3175"/>
                  </a:lnTo>
                  <a:lnTo>
                    <a:pt x="29007" y="3067"/>
                  </a:lnTo>
                  <a:lnTo>
                    <a:pt x="30055" y="2966"/>
                  </a:lnTo>
                  <a:lnTo>
                    <a:pt x="31104" y="2872"/>
                  </a:lnTo>
                  <a:lnTo>
                    <a:pt x="32154" y="2784"/>
                  </a:lnTo>
                  <a:lnTo>
                    <a:pt x="33204" y="2702"/>
                  </a:lnTo>
                  <a:lnTo>
                    <a:pt x="34254" y="2625"/>
                  </a:lnTo>
                  <a:lnTo>
                    <a:pt x="35304" y="2553"/>
                  </a:lnTo>
                  <a:lnTo>
                    <a:pt x="36354" y="2486"/>
                  </a:lnTo>
                  <a:lnTo>
                    <a:pt x="37403" y="2422"/>
                  </a:lnTo>
                  <a:lnTo>
                    <a:pt x="38452" y="2362"/>
                  </a:lnTo>
                  <a:lnTo>
                    <a:pt x="39500" y="2305"/>
                  </a:lnTo>
                  <a:lnTo>
                    <a:pt x="40547" y="2250"/>
                  </a:lnTo>
                  <a:lnTo>
                    <a:pt x="41593" y="2198"/>
                  </a:lnTo>
                  <a:lnTo>
                    <a:pt x="42637" y="2147"/>
                  </a:lnTo>
                  <a:lnTo>
                    <a:pt x="43680" y="2097"/>
                  </a:lnTo>
                  <a:lnTo>
                    <a:pt x="44720" y="2049"/>
                  </a:lnTo>
                  <a:lnTo>
                    <a:pt x="45758" y="2001"/>
                  </a:lnTo>
                  <a:lnTo>
                    <a:pt x="46794" y="1952"/>
                  </a:lnTo>
                  <a:lnTo>
                    <a:pt x="47827" y="1904"/>
                  </a:lnTo>
                  <a:lnTo>
                    <a:pt x="48858" y="1854"/>
                  </a:lnTo>
                  <a:lnTo>
                    <a:pt x="49885" y="1803"/>
                  </a:lnTo>
                  <a:lnTo>
                    <a:pt x="51237" y="1632"/>
                  </a:lnTo>
                  <a:lnTo>
                    <a:pt x="52332" y="1397"/>
                  </a:lnTo>
                  <a:lnTo>
                    <a:pt x="53252" y="1122"/>
                  </a:lnTo>
                  <a:lnTo>
                    <a:pt x="54079" y="831"/>
                  </a:lnTo>
                  <a:lnTo>
                    <a:pt x="54894" y="549"/>
                  </a:lnTo>
                  <a:lnTo>
                    <a:pt x="55781" y="300"/>
                  </a:lnTo>
                  <a:lnTo>
                    <a:pt x="56821" y="109"/>
                  </a:lnTo>
                  <a:lnTo>
                    <a:pt x="58097" y="0"/>
                  </a:lnTo>
                  <a:close/>
                </a:path>
              </a:pathLst>
            </a:custGeom>
            <a:solidFill>
              <a:srgbClr val="E4DBC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" name="region 86 #C1E2F8"/>
            <p:cNvSpPr/>
            <p:nvPr/>
          </p:nvSpPr>
          <p:spPr>
            <a:xfrm>
              <a:off x="2234557" y="713070"/>
              <a:ext cx="206804" cy="4029"/>
            </a:xfrm>
            <a:custGeom>
              <a:avLst/>
              <a:gdLst/>
              <a:ahLst/>
              <a:cxnLst/>
              <a:rect l="l" t="t" r="r" b="b"/>
              <a:pathLst>
                <a:path w="206804" h="4029">
                  <a:moveTo>
                    <a:pt x="205461" y="0"/>
                  </a:moveTo>
                  <a:lnTo>
                    <a:pt x="205793" y="998"/>
                  </a:lnTo>
                  <a:lnTo>
                    <a:pt x="206127" y="2000"/>
                  </a:lnTo>
                  <a:lnTo>
                    <a:pt x="206464" y="3009"/>
                  </a:lnTo>
                  <a:lnTo>
                    <a:pt x="206804" y="4029"/>
                  </a:lnTo>
                  <a:lnTo>
                    <a:pt x="203605" y="4029"/>
                  </a:lnTo>
                  <a:lnTo>
                    <a:pt x="200406" y="4029"/>
                  </a:lnTo>
                  <a:lnTo>
                    <a:pt x="197207" y="4029"/>
                  </a:lnTo>
                  <a:lnTo>
                    <a:pt x="194007" y="4029"/>
                  </a:lnTo>
                  <a:lnTo>
                    <a:pt x="190808" y="4029"/>
                  </a:lnTo>
                  <a:lnTo>
                    <a:pt x="187608" y="4029"/>
                  </a:lnTo>
                  <a:lnTo>
                    <a:pt x="184408" y="4029"/>
                  </a:lnTo>
                  <a:lnTo>
                    <a:pt x="181208" y="4029"/>
                  </a:lnTo>
                  <a:lnTo>
                    <a:pt x="178007" y="4029"/>
                  </a:lnTo>
                  <a:lnTo>
                    <a:pt x="174806" y="4029"/>
                  </a:lnTo>
                  <a:lnTo>
                    <a:pt x="171604" y="4029"/>
                  </a:lnTo>
                  <a:lnTo>
                    <a:pt x="168402" y="4029"/>
                  </a:lnTo>
                  <a:lnTo>
                    <a:pt x="165199" y="4029"/>
                  </a:lnTo>
                  <a:lnTo>
                    <a:pt x="161996" y="4029"/>
                  </a:lnTo>
                  <a:lnTo>
                    <a:pt x="158792" y="4029"/>
                  </a:lnTo>
                  <a:lnTo>
                    <a:pt x="155587" y="4029"/>
                  </a:lnTo>
                  <a:lnTo>
                    <a:pt x="152382" y="4029"/>
                  </a:lnTo>
                  <a:lnTo>
                    <a:pt x="149176" y="4029"/>
                  </a:lnTo>
                  <a:lnTo>
                    <a:pt x="145969" y="4029"/>
                  </a:lnTo>
                  <a:lnTo>
                    <a:pt x="142761" y="4029"/>
                  </a:lnTo>
                  <a:lnTo>
                    <a:pt x="139552" y="4029"/>
                  </a:lnTo>
                  <a:lnTo>
                    <a:pt x="136342" y="4029"/>
                  </a:lnTo>
                  <a:lnTo>
                    <a:pt x="133131" y="4029"/>
                  </a:lnTo>
                  <a:lnTo>
                    <a:pt x="129919" y="4029"/>
                  </a:lnTo>
                  <a:lnTo>
                    <a:pt x="126705" y="4029"/>
                  </a:lnTo>
                  <a:lnTo>
                    <a:pt x="123491" y="4029"/>
                  </a:lnTo>
                  <a:lnTo>
                    <a:pt x="120275" y="4029"/>
                  </a:lnTo>
                  <a:lnTo>
                    <a:pt x="117059" y="4029"/>
                  </a:lnTo>
                  <a:lnTo>
                    <a:pt x="113840" y="4029"/>
                  </a:lnTo>
                  <a:lnTo>
                    <a:pt x="110621" y="4029"/>
                  </a:lnTo>
                  <a:lnTo>
                    <a:pt x="107400" y="4029"/>
                  </a:lnTo>
                  <a:lnTo>
                    <a:pt x="104177" y="4029"/>
                  </a:lnTo>
                  <a:lnTo>
                    <a:pt x="100953" y="4029"/>
                  </a:lnTo>
                  <a:lnTo>
                    <a:pt x="97728" y="4029"/>
                  </a:lnTo>
                  <a:lnTo>
                    <a:pt x="94501" y="4029"/>
                  </a:lnTo>
                  <a:lnTo>
                    <a:pt x="91272" y="4029"/>
                  </a:lnTo>
                  <a:lnTo>
                    <a:pt x="88041" y="4029"/>
                  </a:lnTo>
                  <a:lnTo>
                    <a:pt x="84809" y="4029"/>
                  </a:lnTo>
                  <a:lnTo>
                    <a:pt x="81575" y="4029"/>
                  </a:lnTo>
                  <a:lnTo>
                    <a:pt x="78339" y="4029"/>
                  </a:lnTo>
                  <a:lnTo>
                    <a:pt x="75101" y="4029"/>
                  </a:lnTo>
                  <a:lnTo>
                    <a:pt x="71861" y="4029"/>
                  </a:lnTo>
                  <a:lnTo>
                    <a:pt x="68620" y="4029"/>
                  </a:lnTo>
                  <a:lnTo>
                    <a:pt x="65376" y="4029"/>
                  </a:lnTo>
                  <a:lnTo>
                    <a:pt x="62130" y="4029"/>
                  </a:lnTo>
                  <a:lnTo>
                    <a:pt x="58882" y="4029"/>
                  </a:lnTo>
                  <a:lnTo>
                    <a:pt x="55632" y="4029"/>
                  </a:lnTo>
                  <a:lnTo>
                    <a:pt x="52379" y="4029"/>
                  </a:lnTo>
                  <a:lnTo>
                    <a:pt x="49125" y="4029"/>
                  </a:lnTo>
                  <a:lnTo>
                    <a:pt x="45868" y="4029"/>
                  </a:lnTo>
                  <a:lnTo>
                    <a:pt x="42608" y="4029"/>
                  </a:lnTo>
                  <a:lnTo>
                    <a:pt x="39347" y="4029"/>
                  </a:lnTo>
                  <a:lnTo>
                    <a:pt x="36082" y="4029"/>
                  </a:lnTo>
                  <a:lnTo>
                    <a:pt x="32816" y="4029"/>
                  </a:lnTo>
                  <a:lnTo>
                    <a:pt x="29546" y="4029"/>
                  </a:lnTo>
                  <a:lnTo>
                    <a:pt x="26274" y="4029"/>
                  </a:lnTo>
                  <a:lnTo>
                    <a:pt x="23000" y="4029"/>
                  </a:lnTo>
                  <a:lnTo>
                    <a:pt x="19723" y="4029"/>
                  </a:lnTo>
                  <a:lnTo>
                    <a:pt x="16443" y="4029"/>
                  </a:lnTo>
                  <a:lnTo>
                    <a:pt x="13160" y="4029"/>
                  </a:lnTo>
                  <a:lnTo>
                    <a:pt x="9874" y="4029"/>
                  </a:lnTo>
                  <a:lnTo>
                    <a:pt x="6586" y="4029"/>
                  </a:lnTo>
                  <a:lnTo>
                    <a:pt x="3294" y="4029"/>
                  </a:lnTo>
                  <a:lnTo>
                    <a:pt x="0" y="4029"/>
                  </a:lnTo>
                  <a:lnTo>
                    <a:pt x="666" y="2696"/>
                  </a:lnTo>
                  <a:lnTo>
                    <a:pt x="1343" y="1343"/>
                  </a:lnTo>
                  <a:lnTo>
                    <a:pt x="2562" y="1335"/>
                  </a:lnTo>
                  <a:lnTo>
                    <a:pt x="3782" y="1327"/>
                  </a:lnTo>
                  <a:lnTo>
                    <a:pt x="5001" y="1319"/>
                  </a:lnTo>
                  <a:lnTo>
                    <a:pt x="6221" y="1310"/>
                  </a:lnTo>
                  <a:lnTo>
                    <a:pt x="7441" y="1302"/>
                  </a:lnTo>
                  <a:lnTo>
                    <a:pt x="8660" y="1294"/>
                  </a:lnTo>
                  <a:lnTo>
                    <a:pt x="9880" y="1286"/>
                  </a:lnTo>
                  <a:lnTo>
                    <a:pt x="11100" y="1277"/>
                  </a:lnTo>
                  <a:lnTo>
                    <a:pt x="12319" y="1269"/>
                  </a:lnTo>
                  <a:lnTo>
                    <a:pt x="13539" y="1261"/>
                  </a:lnTo>
                  <a:lnTo>
                    <a:pt x="14758" y="1253"/>
                  </a:lnTo>
                  <a:lnTo>
                    <a:pt x="15978" y="1244"/>
                  </a:lnTo>
                  <a:lnTo>
                    <a:pt x="17198" y="1236"/>
                  </a:lnTo>
                  <a:lnTo>
                    <a:pt x="18417" y="1228"/>
                  </a:lnTo>
                  <a:lnTo>
                    <a:pt x="19637" y="1220"/>
                  </a:lnTo>
                  <a:lnTo>
                    <a:pt x="20857" y="1212"/>
                  </a:lnTo>
                  <a:lnTo>
                    <a:pt x="22076" y="1203"/>
                  </a:lnTo>
                  <a:lnTo>
                    <a:pt x="23296" y="1195"/>
                  </a:lnTo>
                  <a:lnTo>
                    <a:pt x="24516" y="1187"/>
                  </a:lnTo>
                  <a:lnTo>
                    <a:pt x="25735" y="1179"/>
                  </a:lnTo>
                  <a:lnTo>
                    <a:pt x="26955" y="1170"/>
                  </a:lnTo>
                  <a:lnTo>
                    <a:pt x="28174" y="1162"/>
                  </a:lnTo>
                  <a:lnTo>
                    <a:pt x="29394" y="1154"/>
                  </a:lnTo>
                  <a:lnTo>
                    <a:pt x="30614" y="1146"/>
                  </a:lnTo>
                  <a:lnTo>
                    <a:pt x="31833" y="1138"/>
                  </a:lnTo>
                  <a:lnTo>
                    <a:pt x="33053" y="1129"/>
                  </a:lnTo>
                  <a:lnTo>
                    <a:pt x="34273" y="1121"/>
                  </a:lnTo>
                  <a:lnTo>
                    <a:pt x="35492" y="1113"/>
                  </a:lnTo>
                  <a:lnTo>
                    <a:pt x="36712" y="1105"/>
                  </a:lnTo>
                  <a:lnTo>
                    <a:pt x="37932" y="1097"/>
                  </a:lnTo>
                  <a:lnTo>
                    <a:pt x="39151" y="1088"/>
                  </a:lnTo>
                  <a:lnTo>
                    <a:pt x="40371" y="1080"/>
                  </a:lnTo>
                  <a:lnTo>
                    <a:pt x="41590" y="1072"/>
                  </a:lnTo>
                  <a:lnTo>
                    <a:pt x="42810" y="1064"/>
                  </a:lnTo>
                  <a:lnTo>
                    <a:pt x="44030" y="1056"/>
                  </a:lnTo>
                  <a:lnTo>
                    <a:pt x="45249" y="1047"/>
                  </a:lnTo>
                  <a:lnTo>
                    <a:pt x="46469" y="1039"/>
                  </a:lnTo>
                  <a:lnTo>
                    <a:pt x="47689" y="1031"/>
                  </a:lnTo>
                  <a:lnTo>
                    <a:pt x="48908" y="1023"/>
                  </a:lnTo>
                  <a:lnTo>
                    <a:pt x="50128" y="1015"/>
                  </a:lnTo>
                  <a:lnTo>
                    <a:pt x="51348" y="1006"/>
                  </a:lnTo>
                  <a:lnTo>
                    <a:pt x="52567" y="998"/>
                  </a:lnTo>
                  <a:lnTo>
                    <a:pt x="53787" y="990"/>
                  </a:lnTo>
                  <a:lnTo>
                    <a:pt x="55007" y="982"/>
                  </a:lnTo>
                  <a:lnTo>
                    <a:pt x="56226" y="974"/>
                  </a:lnTo>
                  <a:lnTo>
                    <a:pt x="57446" y="965"/>
                  </a:lnTo>
                  <a:lnTo>
                    <a:pt x="58665" y="957"/>
                  </a:lnTo>
                  <a:lnTo>
                    <a:pt x="59885" y="949"/>
                  </a:lnTo>
                  <a:lnTo>
                    <a:pt x="61105" y="941"/>
                  </a:lnTo>
                  <a:lnTo>
                    <a:pt x="62324" y="933"/>
                  </a:lnTo>
                  <a:lnTo>
                    <a:pt x="63544" y="925"/>
                  </a:lnTo>
                  <a:lnTo>
                    <a:pt x="64764" y="916"/>
                  </a:lnTo>
                  <a:lnTo>
                    <a:pt x="65983" y="908"/>
                  </a:lnTo>
                  <a:lnTo>
                    <a:pt x="67203" y="900"/>
                  </a:lnTo>
                  <a:lnTo>
                    <a:pt x="68422" y="892"/>
                  </a:lnTo>
                  <a:lnTo>
                    <a:pt x="69642" y="884"/>
                  </a:lnTo>
                  <a:lnTo>
                    <a:pt x="70862" y="875"/>
                  </a:lnTo>
                  <a:lnTo>
                    <a:pt x="72081" y="867"/>
                  </a:lnTo>
                  <a:lnTo>
                    <a:pt x="73301" y="859"/>
                  </a:lnTo>
                  <a:lnTo>
                    <a:pt x="74521" y="851"/>
                  </a:lnTo>
                  <a:lnTo>
                    <a:pt x="75740" y="843"/>
                  </a:lnTo>
                  <a:lnTo>
                    <a:pt x="76960" y="835"/>
                  </a:lnTo>
                  <a:lnTo>
                    <a:pt x="78179" y="826"/>
                  </a:lnTo>
                  <a:lnTo>
                    <a:pt x="79399" y="818"/>
                  </a:lnTo>
                  <a:lnTo>
                    <a:pt x="80465" y="811"/>
                  </a:lnTo>
                  <a:lnTo>
                    <a:pt x="81531" y="804"/>
                  </a:lnTo>
                  <a:lnTo>
                    <a:pt x="82597" y="797"/>
                  </a:lnTo>
                  <a:lnTo>
                    <a:pt x="83663" y="789"/>
                  </a:lnTo>
                  <a:lnTo>
                    <a:pt x="84729" y="782"/>
                  </a:lnTo>
                  <a:lnTo>
                    <a:pt x="85795" y="775"/>
                  </a:lnTo>
                  <a:lnTo>
                    <a:pt x="86861" y="768"/>
                  </a:lnTo>
                  <a:lnTo>
                    <a:pt x="87927" y="761"/>
                  </a:lnTo>
                  <a:lnTo>
                    <a:pt x="88992" y="753"/>
                  </a:lnTo>
                  <a:lnTo>
                    <a:pt x="90058" y="746"/>
                  </a:lnTo>
                  <a:lnTo>
                    <a:pt x="91124" y="739"/>
                  </a:lnTo>
                  <a:lnTo>
                    <a:pt x="92190" y="732"/>
                  </a:lnTo>
                  <a:lnTo>
                    <a:pt x="93256" y="725"/>
                  </a:lnTo>
                  <a:lnTo>
                    <a:pt x="94322" y="717"/>
                  </a:lnTo>
                  <a:lnTo>
                    <a:pt x="95388" y="710"/>
                  </a:lnTo>
                  <a:lnTo>
                    <a:pt x="96454" y="703"/>
                  </a:lnTo>
                  <a:lnTo>
                    <a:pt x="97520" y="696"/>
                  </a:lnTo>
                  <a:lnTo>
                    <a:pt x="98586" y="689"/>
                  </a:lnTo>
                  <a:lnTo>
                    <a:pt x="99652" y="682"/>
                  </a:lnTo>
                  <a:lnTo>
                    <a:pt x="100718" y="674"/>
                  </a:lnTo>
                  <a:lnTo>
                    <a:pt x="101784" y="667"/>
                  </a:lnTo>
                  <a:lnTo>
                    <a:pt x="102850" y="660"/>
                  </a:lnTo>
                  <a:lnTo>
                    <a:pt x="103916" y="653"/>
                  </a:lnTo>
                  <a:lnTo>
                    <a:pt x="104981" y="646"/>
                  </a:lnTo>
                  <a:lnTo>
                    <a:pt x="106047" y="639"/>
                  </a:lnTo>
                  <a:lnTo>
                    <a:pt x="107113" y="631"/>
                  </a:lnTo>
                  <a:lnTo>
                    <a:pt x="108179" y="624"/>
                  </a:lnTo>
                  <a:lnTo>
                    <a:pt x="109245" y="617"/>
                  </a:lnTo>
                  <a:lnTo>
                    <a:pt x="110311" y="610"/>
                  </a:lnTo>
                  <a:lnTo>
                    <a:pt x="111377" y="603"/>
                  </a:lnTo>
                  <a:lnTo>
                    <a:pt x="112443" y="595"/>
                  </a:lnTo>
                  <a:lnTo>
                    <a:pt x="113509" y="588"/>
                  </a:lnTo>
                  <a:lnTo>
                    <a:pt x="114575" y="581"/>
                  </a:lnTo>
                  <a:lnTo>
                    <a:pt x="115641" y="574"/>
                  </a:lnTo>
                  <a:lnTo>
                    <a:pt x="116693" y="567"/>
                  </a:lnTo>
                  <a:lnTo>
                    <a:pt x="117746" y="560"/>
                  </a:lnTo>
                  <a:lnTo>
                    <a:pt x="118799" y="552"/>
                  </a:lnTo>
                  <a:lnTo>
                    <a:pt x="119852" y="545"/>
                  </a:lnTo>
                  <a:lnTo>
                    <a:pt x="120904" y="538"/>
                  </a:lnTo>
                  <a:lnTo>
                    <a:pt x="121957" y="531"/>
                  </a:lnTo>
                  <a:lnTo>
                    <a:pt x="123010" y="524"/>
                  </a:lnTo>
                  <a:lnTo>
                    <a:pt x="124062" y="517"/>
                  </a:lnTo>
                  <a:lnTo>
                    <a:pt x="125115" y="510"/>
                  </a:lnTo>
                  <a:lnTo>
                    <a:pt x="126168" y="503"/>
                  </a:lnTo>
                  <a:lnTo>
                    <a:pt x="127221" y="496"/>
                  </a:lnTo>
                  <a:lnTo>
                    <a:pt x="128273" y="489"/>
                  </a:lnTo>
                  <a:lnTo>
                    <a:pt x="129326" y="482"/>
                  </a:lnTo>
                  <a:lnTo>
                    <a:pt x="130379" y="475"/>
                  </a:lnTo>
                  <a:lnTo>
                    <a:pt x="131432" y="468"/>
                  </a:lnTo>
                  <a:lnTo>
                    <a:pt x="132484" y="461"/>
                  </a:lnTo>
                  <a:lnTo>
                    <a:pt x="133537" y="454"/>
                  </a:lnTo>
                  <a:lnTo>
                    <a:pt x="134590" y="447"/>
                  </a:lnTo>
                  <a:lnTo>
                    <a:pt x="135643" y="439"/>
                  </a:lnTo>
                  <a:lnTo>
                    <a:pt x="136695" y="432"/>
                  </a:lnTo>
                  <a:lnTo>
                    <a:pt x="137748" y="425"/>
                  </a:lnTo>
                  <a:lnTo>
                    <a:pt x="138801" y="418"/>
                  </a:lnTo>
                  <a:lnTo>
                    <a:pt x="139854" y="411"/>
                  </a:lnTo>
                  <a:lnTo>
                    <a:pt x="140906" y="404"/>
                  </a:lnTo>
                  <a:lnTo>
                    <a:pt x="141959" y="397"/>
                  </a:lnTo>
                  <a:lnTo>
                    <a:pt x="143012" y="390"/>
                  </a:lnTo>
                  <a:lnTo>
                    <a:pt x="144065" y="383"/>
                  </a:lnTo>
                  <a:lnTo>
                    <a:pt x="145117" y="376"/>
                  </a:lnTo>
                  <a:lnTo>
                    <a:pt x="146170" y="369"/>
                  </a:lnTo>
                  <a:lnTo>
                    <a:pt x="147223" y="362"/>
                  </a:lnTo>
                  <a:lnTo>
                    <a:pt x="148268" y="355"/>
                  </a:lnTo>
                  <a:lnTo>
                    <a:pt x="149314" y="347"/>
                  </a:lnTo>
                  <a:lnTo>
                    <a:pt x="150359" y="340"/>
                  </a:lnTo>
                  <a:lnTo>
                    <a:pt x="151404" y="333"/>
                  </a:lnTo>
                  <a:lnTo>
                    <a:pt x="152450" y="326"/>
                  </a:lnTo>
                  <a:lnTo>
                    <a:pt x="153495" y="319"/>
                  </a:lnTo>
                  <a:lnTo>
                    <a:pt x="154541" y="312"/>
                  </a:lnTo>
                  <a:lnTo>
                    <a:pt x="155586" y="305"/>
                  </a:lnTo>
                  <a:lnTo>
                    <a:pt x="156632" y="298"/>
                  </a:lnTo>
                  <a:lnTo>
                    <a:pt x="157677" y="291"/>
                  </a:lnTo>
                  <a:lnTo>
                    <a:pt x="158723" y="284"/>
                  </a:lnTo>
                  <a:lnTo>
                    <a:pt x="159768" y="277"/>
                  </a:lnTo>
                  <a:lnTo>
                    <a:pt x="160814" y="270"/>
                  </a:lnTo>
                  <a:lnTo>
                    <a:pt x="161860" y="263"/>
                  </a:lnTo>
                  <a:lnTo>
                    <a:pt x="162905" y="256"/>
                  </a:lnTo>
                  <a:lnTo>
                    <a:pt x="163951" y="249"/>
                  </a:lnTo>
                  <a:lnTo>
                    <a:pt x="165000" y="242"/>
                  </a:lnTo>
                  <a:lnTo>
                    <a:pt x="166049" y="235"/>
                  </a:lnTo>
                  <a:lnTo>
                    <a:pt x="167098" y="228"/>
                  </a:lnTo>
                  <a:lnTo>
                    <a:pt x="168147" y="221"/>
                  </a:lnTo>
                  <a:lnTo>
                    <a:pt x="169196" y="214"/>
                  </a:lnTo>
                  <a:lnTo>
                    <a:pt x="170245" y="207"/>
                  </a:lnTo>
                  <a:lnTo>
                    <a:pt x="171294" y="200"/>
                  </a:lnTo>
                  <a:lnTo>
                    <a:pt x="172343" y="193"/>
                  </a:lnTo>
                  <a:lnTo>
                    <a:pt x="173393" y="186"/>
                  </a:lnTo>
                  <a:lnTo>
                    <a:pt x="174442" y="179"/>
                  </a:lnTo>
                  <a:lnTo>
                    <a:pt x="175491" y="171"/>
                  </a:lnTo>
                  <a:lnTo>
                    <a:pt x="176540" y="164"/>
                  </a:lnTo>
                  <a:lnTo>
                    <a:pt x="177589" y="157"/>
                  </a:lnTo>
                  <a:lnTo>
                    <a:pt x="178638" y="150"/>
                  </a:lnTo>
                  <a:lnTo>
                    <a:pt x="179687" y="143"/>
                  </a:lnTo>
                  <a:lnTo>
                    <a:pt x="180843" y="135"/>
                  </a:lnTo>
                  <a:lnTo>
                    <a:pt x="182000" y="128"/>
                  </a:lnTo>
                  <a:lnTo>
                    <a:pt x="183156" y="120"/>
                  </a:lnTo>
                  <a:lnTo>
                    <a:pt x="184313" y="112"/>
                  </a:lnTo>
                  <a:lnTo>
                    <a:pt x="185469" y="104"/>
                  </a:lnTo>
                  <a:lnTo>
                    <a:pt x="186596" y="96"/>
                  </a:lnTo>
                  <a:lnTo>
                    <a:pt x="187722" y="89"/>
                  </a:lnTo>
                  <a:lnTo>
                    <a:pt x="188848" y="81"/>
                  </a:lnTo>
                  <a:lnTo>
                    <a:pt x="189974" y="74"/>
                  </a:lnTo>
                  <a:lnTo>
                    <a:pt x="191100" y="66"/>
                  </a:lnTo>
                  <a:lnTo>
                    <a:pt x="192226" y="59"/>
                  </a:lnTo>
                  <a:lnTo>
                    <a:pt x="193352" y="51"/>
                  </a:lnTo>
                  <a:lnTo>
                    <a:pt x="194457" y="44"/>
                  </a:lnTo>
                  <a:lnTo>
                    <a:pt x="195565" y="37"/>
                  </a:lnTo>
                  <a:lnTo>
                    <a:pt x="196682" y="29"/>
                  </a:lnTo>
                  <a:lnTo>
                    <a:pt x="197812" y="22"/>
                  </a:lnTo>
                  <a:lnTo>
                    <a:pt x="198905" y="16"/>
                  </a:lnTo>
                  <a:lnTo>
                    <a:pt x="199997" y="11"/>
                  </a:lnTo>
                  <a:lnTo>
                    <a:pt x="201090" y="7"/>
                  </a:lnTo>
                  <a:lnTo>
                    <a:pt x="202183" y="4"/>
                  </a:lnTo>
                  <a:lnTo>
                    <a:pt x="203275" y="2"/>
                  </a:lnTo>
                  <a:lnTo>
                    <a:pt x="204368" y="1"/>
                  </a:lnTo>
                  <a:lnTo>
                    <a:pt x="205461" y="0"/>
                  </a:lnTo>
                  <a:close/>
                </a:path>
              </a:pathLst>
            </a:custGeom>
            <a:solidFill>
              <a:srgbClr val="C1E2F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" name="region 87 #939696"/>
            <p:cNvSpPr/>
            <p:nvPr/>
          </p:nvSpPr>
          <p:spPr>
            <a:xfrm>
              <a:off x="1599373" y="401522"/>
              <a:ext cx="14772" cy="92658"/>
            </a:xfrm>
            <a:custGeom>
              <a:avLst/>
              <a:gdLst/>
              <a:ahLst/>
              <a:cxnLst/>
              <a:rect l="l" t="t" r="r" b="b"/>
              <a:pathLst>
                <a:path w="14772" h="92658">
                  <a:moveTo>
                    <a:pt x="12086" y="0"/>
                  </a:moveTo>
                  <a:lnTo>
                    <a:pt x="13419" y="666"/>
                  </a:lnTo>
                  <a:lnTo>
                    <a:pt x="14772" y="1342"/>
                  </a:lnTo>
                  <a:lnTo>
                    <a:pt x="14626" y="2059"/>
                  </a:lnTo>
                  <a:lnTo>
                    <a:pt x="14184" y="4223"/>
                  </a:lnTo>
                  <a:lnTo>
                    <a:pt x="13970" y="5316"/>
                  </a:lnTo>
                  <a:lnTo>
                    <a:pt x="13761" y="6411"/>
                  </a:lnTo>
                  <a:lnTo>
                    <a:pt x="13554" y="7505"/>
                  </a:lnTo>
                  <a:lnTo>
                    <a:pt x="13351" y="8600"/>
                  </a:lnTo>
                  <a:lnTo>
                    <a:pt x="13150" y="9696"/>
                  </a:lnTo>
                  <a:lnTo>
                    <a:pt x="12952" y="10792"/>
                  </a:lnTo>
                  <a:lnTo>
                    <a:pt x="12755" y="11889"/>
                  </a:lnTo>
                  <a:lnTo>
                    <a:pt x="12561" y="12986"/>
                  </a:lnTo>
                  <a:lnTo>
                    <a:pt x="12368" y="14083"/>
                  </a:lnTo>
                  <a:lnTo>
                    <a:pt x="12176" y="15180"/>
                  </a:lnTo>
                  <a:lnTo>
                    <a:pt x="11985" y="16277"/>
                  </a:lnTo>
                  <a:lnTo>
                    <a:pt x="11795" y="17375"/>
                  </a:lnTo>
                  <a:lnTo>
                    <a:pt x="11605" y="18473"/>
                  </a:lnTo>
                  <a:lnTo>
                    <a:pt x="11415" y="19571"/>
                  </a:lnTo>
                  <a:lnTo>
                    <a:pt x="11126" y="20956"/>
                  </a:lnTo>
                  <a:lnTo>
                    <a:pt x="10892" y="21963"/>
                  </a:lnTo>
                  <a:lnTo>
                    <a:pt x="10659" y="22757"/>
                  </a:lnTo>
                  <a:lnTo>
                    <a:pt x="10370" y="23504"/>
                  </a:lnTo>
                  <a:lnTo>
                    <a:pt x="9969" y="24368"/>
                  </a:lnTo>
                  <a:lnTo>
                    <a:pt x="9400" y="25514"/>
                  </a:lnTo>
                  <a:lnTo>
                    <a:pt x="10733" y="25514"/>
                  </a:lnTo>
                  <a:lnTo>
                    <a:pt x="12086" y="25514"/>
                  </a:lnTo>
                  <a:lnTo>
                    <a:pt x="12063" y="26639"/>
                  </a:lnTo>
                  <a:lnTo>
                    <a:pt x="12039" y="27781"/>
                  </a:lnTo>
                  <a:lnTo>
                    <a:pt x="12028" y="28905"/>
                  </a:lnTo>
                  <a:lnTo>
                    <a:pt x="12023" y="30024"/>
                  </a:lnTo>
                  <a:lnTo>
                    <a:pt x="12025" y="31138"/>
                  </a:lnTo>
                  <a:lnTo>
                    <a:pt x="12035" y="32248"/>
                  </a:lnTo>
                  <a:lnTo>
                    <a:pt x="12055" y="33355"/>
                  </a:lnTo>
                  <a:lnTo>
                    <a:pt x="12085" y="34460"/>
                  </a:lnTo>
                  <a:lnTo>
                    <a:pt x="12126" y="35563"/>
                  </a:lnTo>
                  <a:lnTo>
                    <a:pt x="12180" y="36666"/>
                  </a:lnTo>
                  <a:lnTo>
                    <a:pt x="12249" y="37768"/>
                  </a:lnTo>
                  <a:lnTo>
                    <a:pt x="12332" y="38871"/>
                  </a:lnTo>
                  <a:lnTo>
                    <a:pt x="12432" y="39976"/>
                  </a:lnTo>
                  <a:lnTo>
                    <a:pt x="12549" y="41083"/>
                  </a:lnTo>
                  <a:lnTo>
                    <a:pt x="12685" y="42193"/>
                  </a:lnTo>
                  <a:lnTo>
                    <a:pt x="12841" y="43307"/>
                  </a:lnTo>
                  <a:lnTo>
                    <a:pt x="12968" y="44525"/>
                  </a:lnTo>
                  <a:lnTo>
                    <a:pt x="13056" y="45663"/>
                  </a:lnTo>
                  <a:lnTo>
                    <a:pt x="13103" y="46737"/>
                  </a:lnTo>
                  <a:lnTo>
                    <a:pt x="13112" y="47764"/>
                  </a:lnTo>
                  <a:lnTo>
                    <a:pt x="13081" y="48762"/>
                  </a:lnTo>
                  <a:lnTo>
                    <a:pt x="13011" y="49747"/>
                  </a:lnTo>
                  <a:lnTo>
                    <a:pt x="12902" y="50735"/>
                  </a:lnTo>
                  <a:lnTo>
                    <a:pt x="12755" y="51743"/>
                  </a:lnTo>
                  <a:lnTo>
                    <a:pt x="12570" y="52789"/>
                  </a:lnTo>
                  <a:lnTo>
                    <a:pt x="12347" y="53888"/>
                  </a:lnTo>
                  <a:lnTo>
                    <a:pt x="12086" y="55058"/>
                  </a:lnTo>
                  <a:lnTo>
                    <a:pt x="12107" y="56180"/>
                  </a:lnTo>
                  <a:lnTo>
                    <a:pt x="12128" y="57307"/>
                  </a:lnTo>
                  <a:lnTo>
                    <a:pt x="12148" y="58442"/>
                  </a:lnTo>
                  <a:lnTo>
                    <a:pt x="12169" y="59590"/>
                  </a:lnTo>
                  <a:lnTo>
                    <a:pt x="12135" y="60699"/>
                  </a:lnTo>
                  <a:lnTo>
                    <a:pt x="12071" y="61775"/>
                  </a:lnTo>
                  <a:lnTo>
                    <a:pt x="11978" y="62822"/>
                  </a:lnTo>
                  <a:lnTo>
                    <a:pt x="11858" y="63845"/>
                  </a:lnTo>
                  <a:lnTo>
                    <a:pt x="11711" y="64849"/>
                  </a:lnTo>
                  <a:lnTo>
                    <a:pt x="11540" y="65839"/>
                  </a:lnTo>
                  <a:lnTo>
                    <a:pt x="11344" y="66820"/>
                  </a:lnTo>
                  <a:lnTo>
                    <a:pt x="11126" y="67798"/>
                  </a:lnTo>
                  <a:lnTo>
                    <a:pt x="10886" y="68776"/>
                  </a:lnTo>
                  <a:lnTo>
                    <a:pt x="10625" y="69760"/>
                  </a:lnTo>
                  <a:lnTo>
                    <a:pt x="10345" y="70756"/>
                  </a:lnTo>
                  <a:lnTo>
                    <a:pt x="10047" y="71767"/>
                  </a:lnTo>
                  <a:lnTo>
                    <a:pt x="9732" y="72800"/>
                  </a:lnTo>
                  <a:lnTo>
                    <a:pt x="9400" y="73858"/>
                  </a:lnTo>
                  <a:lnTo>
                    <a:pt x="9082" y="74932"/>
                  </a:lnTo>
                  <a:lnTo>
                    <a:pt x="8777" y="76000"/>
                  </a:lnTo>
                  <a:lnTo>
                    <a:pt x="8484" y="77065"/>
                  </a:lnTo>
                  <a:lnTo>
                    <a:pt x="8203" y="78129"/>
                  </a:lnTo>
                  <a:lnTo>
                    <a:pt x="7933" y="79193"/>
                  </a:lnTo>
                  <a:lnTo>
                    <a:pt x="7672" y="80260"/>
                  </a:lnTo>
                  <a:lnTo>
                    <a:pt x="7421" y="81332"/>
                  </a:lnTo>
                  <a:lnTo>
                    <a:pt x="7178" y="82412"/>
                  </a:lnTo>
                  <a:lnTo>
                    <a:pt x="6943" y="83501"/>
                  </a:lnTo>
                  <a:lnTo>
                    <a:pt x="6715" y="84601"/>
                  </a:lnTo>
                  <a:lnTo>
                    <a:pt x="7602" y="85488"/>
                  </a:lnTo>
                  <a:lnTo>
                    <a:pt x="8495" y="86382"/>
                  </a:lnTo>
                  <a:lnTo>
                    <a:pt x="9400" y="87287"/>
                  </a:lnTo>
                  <a:lnTo>
                    <a:pt x="9400" y="88620"/>
                  </a:lnTo>
                  <a:lnTo>
                    <a:pt x="9400" y="89973"/>
                  </a:lnTo>
                  <a:lnTo>
                    <a:pt x="8928" y="90108"/>
                  </a:lnTo>
                  <a:lnTo>
                    <a:pt x="8493" y="90232"/>
                  </a:lnTo>
                  <a:lnTo>
                    <a:pt x="8018" y="90368"/>
                  </a:lnTo>
                  <a:lnTo>
                    <a:pt x="7426" y="90537"/>
                  </a:lnTo>
                  <a:lnTo>
                    <a:pt x="6640" y="90761"/>
                  </a:lnTo>
                  <a:lnTo>
                    <a:pt x="5581" y="91064"/>
                  </a:lnTo>
                  <a:lnTo>
                    <a:pt x="4173" y="91466"/>
                  </a:lnTo>
                  <a:lnTo>
                    <a:pt x="2339" y="91990"/>
                  </a:lnTo>
                  <a:lnTo>
                    <a:pt x="0" y="92658"/>
                  </a:lnTo>
                  <a:lnTo>
                    <a:pt x="180" y="91483"/>
                  </a:lnTo>
                  <a:lnTo>
                    <a:pt x="360" y="90308"/>
                  </a:lnTo>
                  <a:lnTo>
                    <a:pt x="539" y="89133"/>
                  </a:lnTo>
                  <a:lnTo>
                    <a:pt x="719" y="87958"/>
                  </a:lnTo>
                  <a:lnTo>
                    <a:pt x="899" y="86783"/>
                  </a:lnTo>
                  <a:lnTo>
                    <a:pt x="1080" y="85608"/>
                  </a:lnTo>
                  <a:lnTo>
                    <a:pt x="1260" y="84433"/>
                  </a:lnTo>
                  <a:lnTo>
                    <a:pt x="1337" y="83932"/>
                  </a:lnTo>
                  <a:lnTo>
                    <a:pt x="1436" y="83283"/>
                  </a:lnTo>
                  <a:lnTo>
                    <a:pt x="1624" y="82053"/>
                  </a:lnTo>
                  <a:lnTo>
                    <a:pt x="1967" y="79807"/>
                  </a:lnTo>
                  <a:lnTo>
                    <a:pt x="2150" y="78652"/>
                  </a:lnTo>
                  <a:lnTo>
                    <a:pt x="2337" y="77498"/>
                  </a:lnTo>
                  <a:lnTo>
                    <a:pt x="2531" y="76346"/>
                  </a:lnTo>
                  <a:lnTo>
                    <a:pt x="2731" y="75194"/>
                  </a:lnTo>
                  <a:lnTo>
                    <a:pt x="2939" y="74044"/>
                  </a:lnTo>
                  <a:lnTo>
                    <a:pt x="3156" y="72895"/>
                  </a:lnTo>
                  <a:lnTo>
                    <a:pt x="3381" y="71748"/>
                  </a:lnTo>
                  <a:lnTo>
                    <a:pt x="3526" y="70664"/>
                  </a:lnTo>
                  <a:lnTo>
                    <a:pt x="3654" y="69581"/>
                  </a:lnTo>
                  <a:lnTo>
                    <a:pt x="3767" y="68499"/>
                  </a:lnTo>
                  <a:lnTo>
                    <a:pt x="3867" y="67418"/>
                  </a:lnTo>
                  <a:lnTo>
                    <a:pt x="3953" y="66337"/>
                  </a:lnTo>
                  <a:lnTo>
                    <a:pt x="4028" y="65257"/>
                  </a:lnTo>
                  <a:lnTo>
                    <a:pt x="4091" y="64177"/>
                  </a:lnTo>
                  <a:lnTo>
                    <a:pt x="4145" y="63097"/>
                  </a:lnTo>
                  <a:lnTo>
                    <a:pt x="4190" y="62017"/>
                  </a:lnTo>
                  <a:lnTo>
                    <a:pt x="4228" y="60936"/>
                  </a:lnTo>
                  <a:lnTo>
                    <a:pt x="4258" y="59854"/>
                  </a:lnTo>
                  <a:lnTo>
                    <a:pt x="4283" y="58770"/>
                  </a:lnTo>
                  <a:lnTo>
                    <a:pt x="4304" y="57686"/>
                  </a:lnTo>
                  <a:lnTo>
                    <a:pt x="4320" y="56599"/>
                  </a:lnTo>
                  <a:lnTo>
                    <a:pt x="4335" y="55511"/>
                  </a:lnTo>
                  <a:lnTo>
                    <a:pt x="4347" y="54420"/>
                  </a:lnTo>
                  <a:lnTo>
                    <a:pt x="4359" y="53327"/>
                  </a:lnTo>
                  <a:lnTo>
                    <a:pt x="4378" y="52168"/>
                  </a:lnTo>
                  <a:lnTo>
                    <a:pt x="4397" y="51010"/>
                  </a:lnTo>
                  <a:lnTo>
                    <a:pt x="4416" y="49851"/>
                  </a:lnTo>
                  <a:lnTo>
                    <a:pt x="4435" y="48693"/>
                  </a:lnTo>
                  <a:lnTo>
                    <a:pt x="4455" y="47534"/>
                  </a:lnTo>
                  <a:lnTo>
                    <a:pt x="4474" y="46376"/>
                  </a:lnTo>
                  <a:lnTo>
                    <a:pt x="4493" y="45217"/>
                  </a:lnTo>
                  <a:lnTo>
                    <a:pt x="4509" y="44157"/>
                  </a:lnTo>
                  <a:lnTo>
                    <a:pt x="4525" y="43097"/>
                  </a:lnTo>
                  <a:lnTo>
                    <a:pt x="4540" y="42036"/>
                  </a:lnTo>
                  <a:lnTo>
                    <a:pt x="4555" y="40976"/>
                  </a:lnTo>
                  <a:lnTo>
                    <a:pt x="4571" y="39916"/>
                  </a:lnTo>
                  <a:lnTo>
                    <a:pt x="4585" y="38856"/>
                  </a:lnTo>
                  <a:lnTo>
                    <a:pt x="4600" y="37796"/>
                  </a:lnTo>
                  <a:lnTo>
                    <a:pt x="4614" y="36735"/>
                  </a:lnTo>
                  <a:lnTo>
                    <a:pt x="4629" y="35675"/>
                  </a:lnTo>
                  <a:lnTo>
                    <a:pt x="4642" y="34615"/>
                  </a:lnTo>
                  <a:lnTo>
                    <a:pt x="4656" y="33555"/>
                  </a:lnTo>
                  <a:lnTo>
                    <a:pt x="4669" y="32495"/>
                  </a:lnTo>
                  <a:lnTo>
                    <a:pt x="4684" y="31375"/>
                  </a:lnTo>
                  <a:lnTo>
                    <a:pt x="4700" y="30255"/>
                  </a:lnTo>
                  <a:lnTo>
                    <a:pt x="4716" y="29135"/>
                  </a:lnTo>
                  <a:lnTo>
                    <a:pt x="4733" y="28015"/>
                  </a:lnTo>
                  <a:lnTo>
                    <a:pt x="4750" y="26895"/>
                  </a:lnTo>
                  <a:lnTo>
                    <a:pt x="4768" y="25775"/>
                  </a:lnTo>
                  <a:lnTo>
                    <a:pt x="4786" y="24654"/>
                  </a:lnTo>
                  <a:lnTo>
                    <a:pt x="4805" y="23534"/>
                  </a:lnTo>
                  <a:lnTo>
                    <a:pt x="4824" y="22414"/>
                  </a:lnTo>
                  <a:lnTo>
                    <a:pt x="4843" y="21294"/>
                  </a:lnTo>
                  <a:lnTo>
                    <a:pt x="4863" y="20174"/>
                  </a:lnTo>
                  <a:lnTo>
                    <a:pt x="4874" y="18904"/>
                  </a:lnTo>
                  <a:lnTo>
                    <a:pt x="4886" y="17625"/>
                  </a:lnTo>
                  <a:lnTo>
                    <a:pt x="4898" y="16329"/>
                  </a:lnTo>
                  <a:lnTo>
                    <a:pt x="4919" y="15145"/>
                  </a:lnTo>
                  <a:lnTo>
                    <a:pt x="4942" y="13952"/>
                  </a:lnTo>
                  <a:lnTo>
                    <a:pt x="4965" y="12743"/>
                  </a:lnTo>
                  <a:lnTo>
                    <a:pt x="4971" y="12281"/>
                  </a:lnTo>
                  <a:lnTo>
                    <a:pt x="4982" y="11466"/>
                  </a:lnTo>
                  <a:lnTo>
                    <a:pt x="5006" y="9600"/>
                  </a:lnTo>
                  <a:lnTo>
                    <a:pt x="5183" y="8407"/>
                  </a:lnTo>
                  <a:lnTo>
                    <a:pt x="5403" y="7303"/>
                  </a:lnTo>
                  <a:lnTo>
                    <a:pt x="5673" y="6266"/>
                  </a:lnTo>
                  <a:lnTo>
                    <a:pt x="6002" y="5275"/>
                  </a:lnTo>
                  <a:lnTo>
                    <a:pt x="6397" y="4309"/>
                  </a:lnTo>
                  <a:lnTo>
                    <a:pt x="6866" y="3345"/>
                  </a:lnTo>
                  <a:lnTo>
                    <a:pt x="7417" y="2364"/>
                  </a:lnTo>
                  <a:lnTo>
                    <a:pt x="8057" y="1342"/>
                  </a:lnTo>
                  <a:lnTo>
                    <a:pt x="9055" y="1010"/>
                  </a:lnTo>
                  <a:lnTo>
                    <a:pt x="10057" y="676"/>
                  </a:lnTo>
                  <a:lnTo>
                    <a:pt x="11066" y="340"/>
                  </a:lnTo>
                  <a:lnTo>
                    <a:pt x="12086" y="0"/>
                  </a:lnTo>
                  <a:close/>
                </a:path>
              </a:pathLst>
            </a:custGeom>
            <a:solidFill>
              <a:srgbClr val="93969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" name="region 88 #27425F"/>
            <p:cNvSpPr/>
            <p:nvPr/>
          </p:nvSpPr>
          <p:spPr>
            <a:xfrm>
              <a:off x="762590" y="653984"/>
              <a:ext cx="27533" cy="26186"/>
            </a:xfrm>
            <a:custGeom>
              <a:avLst/>
              <a:gdLst/>
              <a:ahLst/>
              <a:cxnLst/>
              <a:rect l="l" t="t" r="r" b="b"/>
              <a:pathLst>
                <a:path w="27533" h="26186">
                  <a:moveTo>
                    <a:pt x="6881" y="0"/>
                  </a:moveTo>
                  <a:lnTo>
                    <a:pt x="7989" y="0"/>
                  </a:lnTo>
                  <a:lnTo>
                    <a:pt x="9098" y="0"/>
                  </a:lnTo>
                  <a:lnTo>
                    <a:pt x="10207" y="0"/>
                  </a:lnTo>
                  <a:lnTo>
                    <a:pt x="11318" y="0"/>
                  </a:lnTo>
                  <a:lnTo>
                    <a:pt x="12431" y="0"/>
                  </a:lnTo>
                  <a:lnTo>
                    <a:pt x="13545" y="0"/>
                  </a:lnTo>
                  <a:lnTo>
                    <a:pt x="14663" y="0"/>
                  </a:lnTo>
                  <a:lnTo>
                    <a:pt x="15784" y="0"/>
                  </a:lnTo>
                  <a:lnTo>
                    <a:pt x="16909" y="0"/>
                  </a:lnTo>
                  <a:lnTo>
                    <a:pt x="18038" y="0"/>
                  </a:lnTo>
                  <a:lnTo>
                    <a:pt x="19172" y="0"/>
                  </a:lnTo>
                  <a:lnTo>
                    <a:pt x="20310" y="0"/>
                  </a:lnTo>
                  <a:lnTo>
                    <a:pt x="20310" y="1332"/>
                  </a:lnTo>
                  <a:lnTo>
                    <a:pt x="20310" y="2685"/>
                  </a:lnTo>
                  <a:lnTo>
                    <a:pt x="21308" y="3018"/>
                  </a:lnTo>
                  <a:lnTo>
                    <a:pt x="22309" y="3352"/>
                  </a:lnTo>
                  <a:lnTo>
                    <a:pt x="23319" y="3688"/>
                  </a:lnTo>
                  <a:lnTo>
                    <a:pt x="24339" y="4028"/>
                  </a:lnTo>
                  <a:lnTo>
                    <a:pt x="24339" y="5361"/>
                  </a:lnTo>
                  <a:lnTo>
                    <a:pt x="24339" y="6714"/>
                  </a:lnTo>
                  <a:lnTo>
                    <a:pt x="25672" y="6714"/>
                  </a:lnTo>
                  <a:lnTo>
                    <a:pt x="27025" y="6714"/>
                  </a:lnTo>
                  <a:lnTo>
                    <a:pt x="27171" y="7840"/>
                  </a:lnTo>
                  <a:lnTo>
                    <a:pt x="27297" y="8951"/>
                  </a:lnTo>
                  <a:lnTo>
                    <a:pt x="27398" y="10049"/>
                  </a:lnTo>
                  <a:lnTo>
                    <a:pt x="27473" y="11139"/>
                  </a:lnTo>
                  <a:lnTo>
                    <a:pt x="27519" y="12223"/>
                  </a:lnTo>
                  <a:lnTo>
                    <a:pt x="27533" y="13304"/>
                  </a:lnTo>
                  <a:lnTo>
                    <a:pt x="27512" y="14387"/>
                  </a:lnTo>
                  <a:lnTo>
                    <a:pt x="27453" y="15475"/>
                  </a:lnTo>
                  <a:lnTo>
                    <a:pt x="27355" y="16571"/>
                  </a:lnTo>
                  <a:lnTo>
                    <a:pt x="27213" y="17678"/>
                  </a:lnTo>
                  <a:lnTo>
                    <a:pt x="27025" y="18800"/>
                  </a:lnTo>
                  <a:lnTo>
                    <a:pt x="26253" y="19751"/>
                  </a:lnTo>
                  <a:lnTo>
                    <a:pt x="25465" y="20616"/>
                  </a:lnTo>
                  <a:lnTo>
                    <a:pt x="24658" y="21400"/>
                  </a:lnTo>
                  <a:lnTo>
                    <a:pt x="23831" y="22106"/>
                  </a:lnTo>
                  <a:lnTo>
                    <a:pt x="22981" y="22741"/>
                  </a:lnTo>
                  <a:lnTo>
                    <a:pt x="22105" y="23309"/>
                  </a:lnTo>
                  <a:lnTo>
                    <a:pt x="21203" y="23815"/>
                  </a:lnTo>
                  <a:lnTo>
                    <a:pt x="20271" y="24262"/>
                  </a:lnTo>
                  <a:lnTo>
                    <a:pt x="19308" y="24657"/>
                  </a:lnTo>
                  <a:lnTo>
                    <a:pt x="18312" y="25004"/>
                  </a:lnTo>
                  <a:lnTo>
                    <a:pt x="17280" y="25308"/>
                  </a:lnTo>
                  <a:lnTo>
                    <a:pt x="16211" y="25573"/>
                  </a:lnTo>
                  <a:lnTo>
                    <a:pt x="15102" y="25805"/>
                  </a:lnTo>
                  <a:lnTo>
                    <a:pt x="13951" y="26007"/>
                  </a:lnTo>
                  <a:lnTo>
                    <a:pt x="12757" y="26186"/>
                  </a:lnTo>
                  <a:lnTo>
                    <a:pt x="11498" y="25984"/>
                  </a:lnTo>
                  <a:lnTo>
                    <a:pt x="10331" y="25761"/>
                  </a:lnTo>
                  <a:lnTo>
                    <a:pt x="9241" y="25508"/>
                  </a:lnTo>
                  <a:lnTo>
                    <a:pt x="8212" y="25218"/>
                  </a:lnTo>
                  <a:lnTo>
                    <a:pt x="7231" y="24883"/>
                  </a:lnTo>
                  <a:lnTo>
                    <a:pt x="6282" y="24495"/>
                  </a:lnTo>
                  <a:lnTo>
                    <a:pt x="5351" y="24046"/>
                  </a:lnTo>
                  <a:lnTo>
                    <a:pt x="4423" y="23529"/>
                  </a:lnTo>
                  <a:lnTo>
                    <a:pt x="3483" y="22935"/>
                  </a:lnTo>
                  <a:lnTo>
                    <a:pt x="2517" y="22256"/>
                  </a:lnTo>
                  <a:lnTo>
                    <a:pt x="1510" y="21486"/>
                  </a:lnTo>
                  <a:lnTo>
                    <a:pt x="1168" y="20401"/>
                  </a:lnTo>
                  <a:lnTo>
                    <a:pt x="876" y="19350"/>
                  </a:lnTo>
                  <a:lnTo>
                    <a:pt x="631" y="18327"/>
                  </a:lnTo>
                  <a:lnTo>
                    <a:pt x="431" y="17324"/>
                  </a:lnTo>
                  <a:lnTo>
                    <a:pt x="273" y="16335"/>
                  </a:lnTo>
                  <a:lnTo>
                    <a:pt x="154" y="15353"/>
                  </a:lnTo>
                  <a:lnTo>
                    <a:pt x="70" y="14369"/>
                  </a:lnTo>
                  <a:lnTo>
                    <a:pt x="20" y="13378"/>
                  </a:lnTo>
                  <a:lnTo>
                    <a:pt x="0" y="12372"/>
                  </a:lnTo>
                  <a:lnTo>
                    <a:pt x="8" y="11343"/>
                  </a:lnTo>
                  <a:lnTo>
                    <a:pt x="40" y="10286"/>
                  </a:lnTo>
                  <a:lnTo>
                    <a:pt x="94" y="9193"/>
                  </a:lnTo>
                  <a:lnTo>
                    <a:pt x="167" y="8057"/>
                  </a:lnTo>
                  <a:lnTo>
                    <a:pt x="955" y="6668"/>
                  </a:lnTo>
                  <a:lnTo>
                    <a:pt x="1547" y="5675"/>
                  </a:lnTo>
                  <a:lnTo>
                    <a:pt x="2055" y="4930"/>
                  </a:lnTo>
                  <a:lnTo>
                    <a:pt x="2592" y="4283"/>
                  </a:lnTo>
                  <a:lnTo>
                    <a:pt x="3268" y="3584"/>
                  </a:lnTo>
                  <a:lnTo>
                    <a:pt x="4196" y="2685"/>
                  </a:lnTo>
                  <a:lnTo>
                    <a:pt x="5528" y="2685"/>
                  </a:lnTo>
                  <a:lnTo>
                    <a:pt x="6881" y="2685"/>
                  </a:lnTo>
                  <a:lnTo>
                    <a:pt x="6881" y="1352"/>
                  </a:lnTo>
                  <a:lnTo>
                    <a:pt x="6881" y="0"/>
                  </a:lnTo>
                  <a:close/>
                </a:path>
              </a:pathLst>
            </a:custGeom>
            <a:solidFill>
              <a:srgbClr val="27425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" name="region 89 #7BB3D1"/>
            <p:cNvSpPr/>
            <p:nvPr/>
          </p:nvSpPr>
          <p:spPr>
            <a:xfrm>
              <a:off x="875559" y="562028"/>
              <a:ext cx="60430" cy="21497"/>
            </a:xfrm>
            <a:custGeom>
              <a:avLst/>
              <a:gdLst/>
              <a:ahLst/>
              <a:cxnLst/>
              <a:rect l="l" t="t" r="r" b="b"/>
              <a:pathLst>
                <a:path w="60430" h="21497">
                  <a:moveTo>
                    <a:pt x="48344" y="639"/>
                  </a:moveTo>
                  <a:lnTo>
                    <a:pt x="49346" y="1235"/>
                  </a:lnTo>
                  <a:lnTo>
                    <a:pt x="50315" y="1849"/>
                  </a:lnTo>
                  <a:lnTo>
                    <a:pt x="51253" y="2484"/>
                  </a:lnTo>
                  <a:lnTo>
                    <a:pt x="52160" y="3143"/>
                  </a:lnTo>
                  <a:lnTo>
                    <a:pt x="53038" y="3830"/>
                  </a:lnTo>
                  <a:lnTo>
                    <a:pt x="53887" y="4547"/>
                  </a:lnTo>
                  <a:lnTo>
                    <a:pt x="54709" y="5297"/>
                  </a:lnTo>
                  <a:lnTo>
                    <a:pt x="55505" y="6084"/>
                  </a:lnTo>
                  <a:lnTo>
                    <a:pt x="56276" y="6911"/>
                  </a:lnTo>
                  <a:lnTo>
                    <a:pt x="57022" y="7781"/>
                  </a:lnTo>
                  <a:lnTo>
                    <a:pt x="57744" y="8697"/>
                  </a:lnTo>
                  <a:lnTo>
                    <a:pt x="57744" y="10028"/>
                  </a:lnTo>
                  <a:lnTo>
                    <a:pt x="57744" y="11368"/>
                  </a:lnTo>
                  <a:lnTo>
                    <a:pt x="57744" y="12725"/>
                  </a:lnTo>
                  <a:lnTo>
                    <a:pt x="59077" y="12725"/>
                  </a:lnTo>
                  <a:lnTo>
                    <a:pt x="60430" y="12725"/>
                  </a:lnTo>
                  <a:lnTo>
                    <a:pt x="60430" y="13789"/>
                  </a:lnTo>
                  <a:lnTo>
                    <a:pt x="60430" y="14856"/>
                  </a:lnTo>
                  <a:lnTo>
                    <a:pt x="60430" y="15928"/>
                  </a:lnTo>
                  <a:lnTo>
                    <a:pt x="60430" y="17007"/>
                  </a:lnTo>
                  <a:lnTo>
                    <a:pt x="60430" y="18097"/>
                  </a:lnTo>
                  <a:lnTo>
                    <a:pt x="59299" y="18631"/>
                  </a:lnTo>
                  <a:lnTo>
                    <a:pt x="58454" y="18968"/>
                  </a:lnTo>
                  <a:lnTo>
                    <a:pt x="57638" y="19172"/>
                  </a:lnTo>
                  <a:lnTo>
                    <a:pt x="56592" y="19308"/>
                  </a:lnTo>
                  <a:lnTo>
                    <a:pt x="55058" y="19440"/>
                  </a:lnTo>
                  <a:lnTo>
                    <a:pt x="53955" y="18511"/>
                  </a:lnTo>
                  <a:lnTo>
                    <a:pt x="53070" y="17756"/>
                  </a:lnTo>
                  <a:lnTo>
                    <a:pt x="52348" y="17121"/>
                  </a:lnTo>
                  <a:lnTo>
                    <a:pt x="51733" y="16551"/>
                  </a:lnTo>
                  <a:lnTo>
                    <a:pt x="51172" y="15989"/>
                  </a:lnTo>
                  <a:lnTo>
                    <a:pt x="50607" y="15381"/>
                  </a:lnTo>
                  <a:lnTo>
                    <a:pt x="49984" y="14671"/>
                  </a:lnTo>
                  <a:lnTo>
                    <a:pt x="49248" y="13804"/>
                  </a:lnTo>
                  <a:lnTo>
                    <a:pt x="48344" y="12725"/>
                  </a:lnTo>
                  <a:lnTo>
                    <a:pt x="48344" y="11393"/>
                  </a:lnTo>
                  <a:lnTo>
                    <a:pt x="48344" y="10040"/>
                  </a:lnTo>
                  <a:lnTo>
                    <a:pt x="46391" y="9909"/>
                  </a:lnTo>
                  <a:lnTo>
                    <a:pt x="44705" y="9804"/>
                  </a:lnTo>
                  <a:lnTo>
                    <a:pt x="43256" y="9731"/>
                  </a:lnTo>
                  <a:lnTo>
                    <a:pt x="42010" y="9696"/>
                  </a:lnTo>
                  <a:lnTo>
                    <a:pt x="40936" y="9705"/>
                  </a:lnTo>
                  <a:lnTo>
                    <a:pt x="40002" y="9764"/>
                  </a:lnTo>
                  <a:lnTo>
                    <a:pt x="39176" y="9878"/>
                  </a:lnTo>
                  <a:lnTo>
                    <a:pt x="38427" y="10053"/>
                  </a:lnTo>
                  <a:lnTo>
                    <a:pt x="37721" y="10296"/>
                  </a:lnTo>
                  <a:lnTo>
                    <a:pt x="37028" y="10612"/>
                  </a:lnTo>
                  <a:lnTo>
                    <a:pt x="36316" y="11007"/>
                  </a:lnTo>
                  <a:lnTo>
                    <a:pt x="35551" y="11487"/>
                  </a:lnTo>
                  <a:lnTo>
                    <a:pt x="34703" y="12058"/>
                  </a:lnTo>
                  <a:lnTo>
                    <a:pt x="33740" y="12725"/>
                  </a:lnTo>
                  <a:lnTo>
                    <a:pt x="32797" y="13613"/>
                  </a:lnTo>
                  <a:lnTo>
                    <a:pt x="31848" y="14506"/>
                  </a:lnTo>
                  <a:lnTo>
                    <a:pt x="30887" y="15411"/>
                  </a:lnTo>
                  <a:lnTo>
                    <a:pt x="29554" y="15411"/>
                  </a:lnTo>
                  <a:lnTo>
                    <a:pt x="28201" y="15411"/>
                  </a:lnTo>
                  <a:lnTo>
                    <a:pt x="27935" y="16475"/>
                  </a:lnTo>
                  <a:lnTo>
                    <a:pt x="27668" y="17542"/>
                  </a:lnTo>
                  <a:lnTo>
                    <a:pt x="27400" y="18613"/>
                  </a:lnTo>
                  <a:lnTo>
                    <a:pt x="27130" y="19693"/>
                  </a:lnTo>
                  <a:lnTo>
                    <a:pt x="26858" y="20783"/>
                  </a:lnTo>
                  <a:lnTo>
                    <a:pt x="25687" y="20977"/>
                  </a:lnTo>
                  <a:lnTo>
                    <a:pt x="24553" y="21146"/>
                  </a:lnTo>
                  <a:lnTo>
                    <a:pt x="23453" y="21286"/>
                  </a:lnTo>
                  <a:lnTo>
                    <a:pt x="22382" y="21394"/>
                  </a:lnTo>
                  <a:lnTo>
                    <a:pt x="21338" y="21465"/>
                  </a:lnTo>
                  <a:lnTo>
                    <a:pt x="20316" y="21497"/>
                  </a:lnTo>
                  <a:lnTo>
                    <a:pt x="19313" y="21484"/>
                  </a:lnTo>
                  <a:lnTo>
                    <a:pt x="18326" y="21423"/>
                  </a:lnTo>
                  <a:lnTo>
                    <a:pt x="17351" y="21310"/>
                  </a:lnTo>
                  <a:lnTo>
                    <a:pt x="16384" y="21143"/>
                  </a:lnTo>
                  <a:lnTo>
                    <a:pt x="15421" y="20915"/>
                  </a:lnTo>
                  <a:lnTo>
                    <a:pt x="14460" y="20625"/>
                  </a:lnTo>
                  <a:lnTo>
                    <a:pt x="13497" y="20267"/>
                  </a:lnTo>
                  <a:lnTo>
                    <a:pt x="12527" y="19839"/>
                  </a:lnTo>
                  <a:lnTo>
                    <a:pt x="11548" y="19336"/>
                  </a:lnTo>
                  <a:lnTo>
                    <a:pt x="10556" y="18755"/>
                  </a:lnTo>
                  <a:lnTo>
                    <a:pt x="9547" y="18092"/>
                  </a:lnTo>
                  <a:lnTo>
                    <a:pt x="8721" y="17334"/>
                  </a:lnTo>
                  <a:lnTo>
                    <a:pt x="7901" y="16573"/>
                  </a:lnTo>
                  <a:lnTo>
                    <a:pt x="7087" y="15808"/>
                  </a:lnTo>
                  <a:lnTo>
                    <a:pt x="6279" y="15040"/>
                  </a:lnTo>
                  <a:lnTo>
                    <a:pt x="5476" y="14268"/>
                  </a:lnTo>
                  <a:lnTo>
                    <a:pt x="4678" y="13490"/>
                  </a:lnTo>
                  <a:lnTo>
                    <a:pt x="3886" y="12708"/>
                  </a:lnTo>
                  <a:lnTo>
                    <a:pt x="3099" y="11919"/>
                  </a:lnTo>
                  <a:lnTo>
                    <a:pt x="2317" y="11124"/>
                  </a:lnTo>
                  <a:lnTo>
                    <a:pt x="1540" y="10323"/>
                  </a:lnTo>
                  <a:lnTo>
                    <a:pt x="768" y="9514"/>
                  </a:lnTo>
                  <a:lnTo>
                    <a:pt x="0" y="8697"/>
                  </a:lnTo>
                  <a:lnTo>
                    <a:pt x="333" y="7699"/>
                  </a:lnTo>
                  <a:lnTo>
                    <a:pt x="667" y="6698"/>
                  </a:lnTo>
                  <a:lnTo>
                    <a:pt x="1003" y="5688"/>
                  </a:lnTo>
                  <a:lnTo>
                    <a:pt x="1343" y="4668"/>
                  </a:lnTo>
                  <a:lnTo>
                    <a:pt x="2633" y="4242"/>
                  </a:lnTo>
                  <a:lnTo>
                    <a:pt x="3606" y="3947"/>
                  </a:lnTo>
                  <a:lnTo>
                    <a:pt x="4448" y="3745"/>
                  </a:lnTo>
                  <a:lnTo>
                    <a:pt x="5347" y="3599"/>
                  </a:lnTo>
                  <a:lnTo>
                    <a:pt x="6488" y="3471"/>
                  </a:lnTo>
                  <a:lnTo>
                    <a:pt x="8057" y="3325"/>
                  </a:lnTo>
                  <a:lnTo>
                    <a:pt x="9214" y="4235"/>
                  </a:lnTo>
                  <a:lnTo>
                    <a:pt x="10084" y="4940"/>
                  </a:lnTo>
                  <a:lnTo>
                    <a:pt x="10761" y="5536"/>
                  </a:lnTo>
                  <a:lnTo>
                    <a:pt x="11341" y="6115"/>
                  </a:lnTo>
                  <a:lnTo>
                    <a:pt x="11916" y="6773"/>
                  </a:lnTo>
                  <a:lnTo>
                    <a:pt x="12581" y="7602"/>
                  </a:lnTo>
                  <a:lnTo>
                    <a:pt x="13429" y="8697"/>
                  </a:lnTo>
                  <a:lnTo>
                    <a:pt x="13429" y="10030"/>
                  </a:lnTo>
                  <a:lnTo>
                    <a:pt x="13429" y="11383"/>
                  </a:lnTo>
                  <a:lnTo>
                    <a:pt x="14649" y="11528"/>
                  </a:lnTo>
                  <a:lnTo>
                    <a:pt x="15821" y="11651"/>
                  </a:lnTo>
                  <a:lnTo>
                    <a:pt x="16951" y="11738"/>
                  </a:lnTo>
                  <a:lnTo>
                    <a:pt x="18049" y="11778"/>
                  </a:lnTo>
                  <a:lnTo>
                    <a:pt x="19120" y="11757"/>
                  </a:lnTo>
                  <a:lnTo>
                    <a:pt x="20172" y="11665"/>
                  </a:lnTo>
                  <a:lnTo>
                    <a:pt x="21213" y="11487"/>
                  </a:lnTo>
                  <a:lnTo>
                    <a:pt x="22249" y="11213"/>
                  </a:lnTo>
                  <a:lnTo>
                    <a:pt x="23288" y="10829"/>
                  </a:lnTo>
                  <a:lnTo>
                    <a:pt x="24338" y="10323"/>
                  </a:lnTo>
                  <a:lnTo>
                    <a:pt x="25405" y="9682"/>
                  </a:lnTo>
                  <a:lnTo>
                    <a:pt x="26203" y="8976"/>
                  </a:lnTo>
                  <a:lnTo>
                    <a:pt x="26996" y="8264"/>
                  </a:lnTo>
                  <a:lnTo>
                    <a:pt x="27784" y="7545"/>
                  </a:lnTo>
                  <a:lnTo>
                    <a:pt x="28565" y="6820"/>
                  </a:lnTo>
                  <a:lnTo>
                    <a:pt x="29341" y="6088"/>
                  </a:lnTo>
                  <a:lnTo>
                    <a:pt x="30110" y="5350"/>
                  </a:lnTo>
                  <a:lnTo>
                    <a:pt x="30998" y="4536"/>
                  </a:lnTo>
                  <a:lnTo>
                    <a:pt x="31880" y="3797"/>
                  </a:lnTo>
                  <a:lnTo>
                    <a:pt x="32757" y="3130"/>
                  </a:lnTo>
                  <a:lnTo>
                    <a:pt x="33633" y="2534"/>
                  </a:lnTo>
                  <a:lnTo>
                    <a:pt x="34511" y="2007"/>
                  </a:lnTo>
                  <a:lnTo>
                    <a:pt x="35391" y="1547"/>
                  </a:lnTo>
                  <a:lnTo>
                    <a:pt x="36278" y="1151"/>
                  </a:lnTo>
                  <a:lnTo>
                    <a:pt x="37174" y="817"/>
                  </a:lnTo>
                  <a:lnTo>
                    <a:pt x="38082" y="543"/>
                  </a:lnTo>
                  <a:lnTo>
                    <a:pt x="39003" y="327"/>
                  </a:lnTo>
                  <a:lnTo>
                    <a:pt x="39940" y="167"/>
                  </a:lnTo>
                  <a:lnTo>
                    <a:pt x="40897" y="60"/>
                  </a:lnTo>
                  <a:lnTo>
                    <a:pt x="41876" y="5"/>
                  </a:lnTo>
                  <a:lnTo>
                    <a:pt x="42878" y="0"/>
                  </a:lnTo>
                  <a:lnTo>
                    <a:pt x="43908" y="42"/>
                  </a:lnTo>
                  <a:lnTo>
                    <a:pt x="44966" y="129"/>
                  </a:lnTo>
                  <a:lnTo>
                    <a:pt x="46057" y="259"/>
                  </a:lnTo>
                  <a:lnTo>
                    <a:pt x="47182" y="430"/>
                  </a:lnTo>
                  <a:lnTo>
                    <a:pt x="48344" y="639"/>
                  </a:lnTo>
                  <a:close/>
                </a:path>
              </a:pathLst>
            </a:custGeom>
            <a:solidFill>
              <a:srgbClr val="7BB3D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" name="region 90 #5B7F9A"/>
            <p:cNvSpPr/>
            <p:nvPr/>
          </p:nvSpPr>
          <p:spPr>
            <a:xfrm>
              <a:off x="2566249" y="581467"/>
              <a:ext cx="53715" cy="36259"/>
            </a:xfrm>
            <a:custGeom>
              <a:avLst/>
              <a:gdLst/>
              <a:ahLst/>
              <a:cxnLst/>
              <a:rect l="l" t="t" r="r" b="b"/>
              <a:pathLst>
                <a:path w="53715" h="36259">
                  <a:moveTo>
                    <a:pt x="22829" y="1"/>
                  </a:moveTo>
                  <a:lnTo>
                    <a:pt x="22829" y="1041"/>
                  </a:lnTo>
                  <a:lnTo>
                    <a:pt x="22829" y="2082"/>
                  </a:lnTo>
                  <a:lnTo>
                    <a:pt x="22829" y="3123"/>
                  </a:lnTo>
                  <a:lnTo>
                    <a:pt x="22829" y="4164"/>
                  </a:lnTo>
                  <a:lnTo>
                    <a:pt x="22829" y="5206"/>
                  </a:lnTo>
                  <a:lnTo>
                    <a:pt x="22829" y="6248"/>
                  </a:lnTo>
                  <a:lnTo>
                    <a:pt x="22829" y="7291"/>
                  </a:lnTo>
                  <a:lnTo>
                    <a:pt x="22829" y="8335"/>
                  </a:lnTo>
                  <a:lnTo>
                    <a:pt x="22829" y="9379"/>
                  </a:lnTo>
                  <a:lnTo>
                    <a:pt x="22829" y="10425"/>
                  </a:lnTo>
                  <a:lnTo>
                    <a:pt x="22829" y="11472"/>
                  </a:lnTo>
                  <a:lnTo>
                    <a:pt x="22829" y="12520"/>
                  </a:lnTo>
                  <a:lnTo>
                    <a:pt x="22829" y="13570"/>
                  </a:lnTo>
                  <a:lnTo>
                    <a:pt x="22829" y="14622"/>
                  </a:lnTo>
                  <a:lnTo>
                    <a:pt x="22829" y="15675"/>
                  </a:lnTo>
                  <a:lnTo>
                    <a:pt x="22829" y="16729"/>
                  </a:lnTo>
                  <a:lnTo>
                    <a:pt x="22829" y="17786"/>
                  </a:lnTo>
                  <a:lnTo>
                    <a:pt x="22829" y="18845"/>
                  </a:lnTo>
                  <a:lnTo>
                    <a:pt x="22829" y="19905"/>
                  </a:lnTo>
                  <a:lnTo>
                    <a:pt x="22829" y="20969"/>
                  </a:lnTo>
                  <a:lnTo>
                    <a:pt x="22829" y="22034"/>
                  </a:lnTo>
                  <a:lnTo>
                    <a:pt x="22829" y="23102"/>
                  </a:lnTo>
                  <a:lnTo>
                    <a:pt x="22829" y="24173"/>
                  </a:lnTo>
                  <a:lnTo>
                    <a:pt x="23893" y="23907"/>
                  </a:lnTo>
                  <a:lnTo>
                    <a:pt x="24957" y="23641"/>
                  </a:lnTo>
                  <a:lnTo>
                    <a:pt x="26022" y="23374"/>
                  </a:lnTo>
                  <a:lnTo>
                    <a:pt x="27090" y="23107"/>
                  </a:lnTo>
                  <a:lnTo>
                    <a:pt x="28160" y="22840"/>
                  </a:lnTo>
                  <a:lnTo>
                    <a:pt x="29233" y="22572"/>
                  </a:lnTo>
                  <a:lnTo>
                    <a:pt x="30311" y="22302"/>
                  </a:lnTo>
                  <a:lnTo>
                    <a:pt x="31392" y="22032"/>
                  </a:lnTo>
                  <a:lnTo>
                    <a:pt x="32479" y="21760"/>
                  </a:lnTo>
                  <a:lnTo>
                    <a:pt x="33572" y="21487"/>
                  </a:lnTo>
                  <a:lnTo>
                    <a:pt x="33572" y="20154"/>
                  </a:lnTo>
                  <a:lnTo>
                    <a:pt x="33572" y="18801"/>
                  </a:lnTo>
                  <a:lnTo>
                    <a:pt x="34680" y="18690"/>
                  </a:lnTo>
                  <a:lnTo>
                    <a:pt x="35788" y="18580"/>
                  </a:lnTo>
                  <a:lnTo>
                    <a:pt x="36898" y="18469"/>
                  </a:lnTo>
                  <a:lnTo>
                    <a:pt x="38008" y="18358"/>
                  </a:lnTo>
                  <a:lnTo>
                    <a:pt x="39121" y="18246"/>
                  </a:lnTo>
                  <a:lnTo>
                    <a:pt x="40236" y="18135"/>
                  </a:lnTo>
                  <a:lnTo>
                    <a:pt x="41354" y="18023"/>
                  </a:lnTo>
                  <a:lnTo>
                    <a:pt x="42475" y="17911"/>
                  </a:lnTo>
                  <a:lnTo>
                    <a:pt x="43599" y="17798"/>
                  </a:lnTo>
                  <a:lnTo>
                    <a:pt x="44728" y="17686"/>
                  </a:lnTo>
                  <a:lnTo>
                    <a:pt x="45862" y="17572"/>
                  </a:lnTo>
                  <a:lnTo>
                    <a:pt x="47001" y="17458"/>
                  </a:lnTo>
                  <a:lnTo>
                    <a:pt x="45781" y="18243"/>
                  </a:lnTo>
                  <a:lnTo>
                    <a:pt x="44698" y="18873"/>
                  </a:lnTo>
                  <a:lnTo>
                    <a:pt x="43712" y="19364"/>
                  </a:lnTo>
                  <a:lnTo>
                    <a:pt x="42784" y="19730"/>
                  </a:lnTo>
                  <a:lnTo>
                    <a:pt x="41875" y="19986"/>
                  </a:lnTo>
                  <a:lnTo>
                    <a:pt x="40947" y="20148"/>
                  </a:lnTo>
                  <a:lnTo>
                    <a:pt x="39960" y="20229"/>
                  </a:lnTo>
                  <a:lnTo>
                    <a:pt x="38875" y="20246"/>
                  </a:lnTo>
                  <a:lnTo>
                    <a:pt x="37654" y="20212"/>
                  </a:lnTo>
                  <a:lnTo>
                    <a:pt x="36258" y="20144"/>
                  </a:lnTo>
                  <a:lnTo>
                    <a:pt x="36258" y="21477"/>
                  </a:lnTo>
                  <a:lnTo>
                    <a:pt x="36258" y="22830"/>
                  </a:lnTo>
                  <a:lnTo>
                    <a:pt x="37476" y="22515"/>
                  </a:lnTo>
                  <a:lnTo>
                    <a:pt x="38712" y="22195"/>
                  </a:lnTo>
                  <a:lnTo>
                    <a:pt x="39787" y="21933"/>
                  </a:lnTo>
                  <a:lnTo>
                    <a:pt x="40869" y="21670"/>
                  </a:lnTo>
                  <a:lnTo>
                    <a:pt x="41965" y="21404"/>
                  </a:lnTo>
                  <a:lnTo>
                    <a:pt x="43026" y="21138"/>
                  </a:lnTo>
                  <a:lnTo>
                    <a:pt x="44094" y="20871"/>
                  </a:lnTo>
                  <a:lnTo>
                    <a:pt x="45176" y="20601"/>
                  </a:lnTo>
                  <a:lnTo>
                    <a:pt x="46363" y="20460"/>
                  </a:lnTo>
                  <a:lnTo>
                    <a:pt x="47463" y="20393"/>
                  </a:lnTo>
                  <a:lnTo>
                    <a:pt x="48501" y="20399"/>
                  </a:lnTo>
                  <a:lnTo>
                    <a:pt x="49505" y="20478"/>
                  </a:lnTo>
                  <a:lnTo>
                    <a:pt x="50502" y="20627"/>
                  </a:lnTo>
                  <a:lnTo>
                    <a:pt x="51518" y="20846"/>
                  </a:lnTo>
                  <a:lnTo>
                    <a:pt x="52580" y="21133"/>
                  </a:lnTo>
                  <a:lnTo>
                    <a:pt x="53715" y="21487"/>
                  </a:lnTo>
                  <a:lnTo>
                    <a:pt x="52698" y="21918"/>
                  </a:lnTo>
                  <a:lnTo>
                    <a:pt x="51685" y="22327"/>
                  </a:lnTo>
                  <a:lnTo>
                    <a:pt x="50675" y="22714"/>
                  </a:lnTo>
                  <a:lnTo>
                    <a:pt x="49668" y="23081"/>
                  </a:lnTo>
                  <a:lnTo>
                    <a:pt x="48664" y="23426"/>
                  </a:lnTo>
                  <a:lnTo>
                    <a:pt x="47661" y="23752"/>
                  </a:lnTo>
                  <a:lnTo>
                    <a:pt x="46660" y="24058"/>
                  </a:lnTo>
                  <a:lnTo>
                    <a:pt x="45660" y="24344"/>
                  </a:lnTo>
                  <a:lnTo>
                    <a:pt x="44660" y="24612"/>
                  </a:lnTo>
                  <a:lnTo>
                    <a:pt x="43660" y="24862"/>
                  </a:lnTo>
                  <a:lnTo>
                    <a:pt x="42660" y="25094"/>
                  </a:lnTo>
                  <a:lnTo>
                    <a:pt x="41658" y="25309"/>
                  </a:lnTo>
                  <a:lnTo>
                    <a:pt x="40655" y="25507"/>
                  </a:lnTo>
                  <a:lnTo>
                    <a:pt x="39651" y="25689"/>
                  </a:lnTo>
                  <a:lnTo>
                    <a:pt x="38643" y="25855"/>
                  </a:lnTo>
                  <a:lnTo>
                    <a:pt x="37633" y="26005"/>
                  </a:lnTo>
                  <a:lnTo>
                    <a:pt x="36620" y="26141"/>
                  </a:lnTo>
                  <a:lnTo>
                    <a:pt x="35602" y="26263"/>
                  </a:lnTo>
                  <a:lnTo>
                    <a:pt x="34580" y="26370"/>
                  </a:lnTo>
                  <a:lnTo>
                    <a:pt x="33554" y="26464"/>
                  </a:lnTo>
                  <a:lnTo>
                    <a:pt x="32522" y="26546"/>
                  </a:lnTo>
                  <a:lnTo>
                    <a:pt x="31484" y="26615"/>
                  </a:lnTo>
                  <a:lnTo>
                    <a:pt x="30439" y="26671"/>
                  </a:lnTo>
                  <a:lnTo>
                    <a:pt x="29388" y="26717"/>
                  </a:lnTo>
                  <a:lnTo>
                    <a:pt x="28330" y="26751"/>
                  </a:lnTo>
                  <a:lnTo>
                    <a:pt x="27264" y="26775"/>
                  </a:lnTo>
                  <a:lnTo>
                    <a:pt x="26190" y="26789"/>
                  </a:lnTo>
                  <a:lnTo>
                    <a:pt x="25107" y="26793"/>
                  </a:lnTo>
                  <a:lnTo>
                    <a:pt x="24014" y="26789"/>
                  </a:lnTo>
                  <a:lnTo>
                    <a:pt x="22912" y="26775"/>
                  </a:lnTo>
                  <a:lnTo>
                    <a:pt x="21610" y="26826"/>
                  </a:lnTo>
                  <a:lnTo>
                    <a:pt x="20448" y="26927"/>
                  </a:lnTo>
                  <a:lnTo>
                    <a:pt x="19392" y="27084"/>
                  </a:lnTo>
                  <a:lnTo>
                    <a:pt x="18409" y="27303"/>
                  </a:lnTo>
                  <a:lnTo>
                    <a:pt x="17466" y="27590"/>
                  </a:lnTo>
                  <a:lnTo>
                    <a:pt x="16529" y="27952"/>
                  </a:lnTo>
                  <a:lnTo>
                    <a:pt x="15566" y="28394"/>
                  </a:lnTo>
                  <a:lnTo>
                    <a:pt x="14544" y="28923"/>
                  </a:lnTo>
                  <a:lnTo>
                    <a:pt x="13429" y="29544"/>
                  </a:lnTo>
                  <a:lnTo>
                    <a:pt x="12098" y="29544"/>
                  </a:lnTo>
                  <a:lnTo>
                    <a:pt x="10758" y="29544"/>
                  </a:lnTo>
                  <a:lnTo>
                    <a:pt x="9400" y="29544"/>
                  </a:lnTo>
                  <a:lnTo>
                    <a:pt x="9400" y="30877"/>
                  </a:lnTo>
                  <a:lnTo>
                    <a:pt x="9400" y="32230"/>
                  </a:lnTo>
                  <a:lnTo>
                    <a:pt x="8336" y="32230"/>
                  </a:lnTo>
                  <a:lnTo>
                    <a:pt x="7269" y="32230"/>
                  </a:lnTo>
                  <a:lnTo>
                    <a:pt x="6198" y="32230"/>
                  </a:lnTo>
                  <a:lnTo>
                    <a:pt x="5118" y="32230"/>
                  </a:lnTo>
                  <a:lnTo>
                    <a:pt x="4028" y="32230"/>
                  </a:lnTo>
                  <a:lnTo>
                    <a:pt x="3696" y="33228"/>
                  </a:lnTo>
                  <a:lnTo>
                    <a:pt x="3362" y="34229"/>
                  </a:lnTo>
                  <a:lnTo>
                    <a:pt x="3026" y="35238"/>
                  </a:lnTo>
                  <a:lnTo>
                    <a:pt x="2686" y="36259"/>
                  </a:lnTo>
                  <a:lnTo>
                    <a:pt x="1353" y="35592"/>
                  </a:lnTo>
                  <a:lnTo>
                    <a:pt x="0" y="34916"/>
                  </a:lnTo>
                  <a:lnTo>
                    <a:pt x="666" y="34249"/>
                  </a:lnTo>
                  <a:lnTo>
                    <a:pt x="1343" y="33573"/>
                  </a:lnTo>
                  <a:lnTo>
                    <a:pt x="1458" y="32473"/>
                  </a:lnTo>
                  <a:lnTo>
                    <a:pt x="1566" y="31373"/>
                  </a:lnTo>
                  <a:lnTo>
                    <a:pt x="1668" y="30272"/>
                  </a:lnTo>
                  <a:lnTo>
                    <a:pt x="1764" y="29170"/>
                  </a:lnTo>
                  <a:lnTo>
                    <a:pt x="1855" y="28069"/>
                  </a:lnTo>
                  <a:lnTo>
                    <a:pt x="1940" y="26966"/>
                  </a:lnTo>
                  <a:lnTo>
                    <a:pt x="2021" y="25864"/>
                  </a:lnTo>
                  <a:lnTo>
                    <a:pt x="2097" y="24761"/>
                  </a:lnTo>
                  <a:lnTo>
                    <a:pt x="2182" y="23554"/>
                  </a:lnTo>
                  <a:lnTo>
                    <a:pt x="2267" y="22342"/>
                  </a:lnTo>
                  <a:lnTo>
                    <a:pt x="2352" y="21121"/>
                  </a:lnTo>
                  <a:lnTo>
                    <a:pt x="2439" y="19888"/>
                  </a:lnTo>
                  <a:lnTo>
                    <a:pt x="2520" y="18641"/>
                  </a:lnTo>
                  <a:lnTo>
                    <a:pt x="2603" y="17387"/>
                  </a:lnTo>
                  <a:lnTo>
                    <a:pt x="2686" y="16115"/>
                  </a:lnTo>
                  <a:lnTo>
                    <a:pt x="3683" y="15783"/>
                  </a:lnTo>
                  <a:lnTo>
                    <a:pt x="4685" y="15449"/>
                  </a:lnTo>
                  <a:lnTo>
                    <a:pt x="5694" y="15113"/>
                  </a:lnTo>
                  <a:lnTo>
                    <a:pt x="6714" y="14773"/>
                  </a:lnTo>
                  <a:lnTo>
                    <a:pt x="6714" y="13440"/>
                  </a:lnTo>
                  <a:lnTo>
                    <a:pt x="6714" y="12087"/>
                  </a:lnTo>
                  <a:lnTo>
                    <a:pt x="8047" y="11420"/>
                  </a:lnTo>
                  <a:lnTo>
                    <a:pt x="9400" y="10744"/>
                  </a:lnTo>
                  <a:lnTo>
                    <a:pt x="9979" y="9786"/>
                  </a:lnTo>
                  <a:lnTo>
                    <a:pt x="10556" y="8828"/>
                  </a:lnTo>
                  <a:lnTo>
                    <a:pt x="11133" y="7870"/>
                  </a:lnTo>
                  <a:lnTo>
                    <a:pt x="11708" y="6911"/>
                  </a:lnTo>
                  <a:lnTo>
                    <a:pt x="12283" y="5951"/>
                  </a:lnTo>
                  <a:lnTo>
                    <a:pt x="12856" y="4990"/>
                  </a:lnTo>
                  <a:lnTo>
                    <a:pt x="13429" y="4029"/>
                  </a:lnTo>
                  <a:lnTo>
                    <a:pt x="14344" y="2897"/>
                  </a:lnTo>
                  <a:lnTo>
                    <a:pt x="15125" y="1999"/>
                  </a:lnTo>
                  <a:lnTo>
                    <a:pt x="15826" y="1308"/>
                  </a:lnTo>
                  <a:lnTo>
                    <a:pt x="16498" y="798"/>
                  </a:lnTo>
                  <a:lnTo>
                    <a:pt x="17193" y="441"/>
                  </a:lnTo>
                  <a:lnTo>
                    <a:pt x="17962" y="210"/>
                  </a:lnTo>
                  <a:lnTo>
                    <a:pt x="18859" y="78"/>
                  </a:lnTo>
                  <a:lnTo>
                    <a:pt x="19934" y="17"/>
                  </a:lnTo>
                  <a:lnTo>
                    <a:pt x="21240" y="0"/>
                  </a:lnTo>
                  <a:lnTo>
                    <a:pt x="22829" y="1"/>
                  </a:lnTo>
                  <a:close/>
                </a:path>
              </a:pathLst>
            </a:custGeom>
            <a:solidFill>
              <a:srgbClr val="5B7F9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" name="region 91 #808081"/>
            <p:cNvSpPr/>
            <p:nvPr/>
          </p:nvSpPr>
          <p:spPr>
            <a:xfrm>
              <a:off x="702327" y="465980"/>
              <a:ext cx="110117" cy="28200"/>
            </a:xfrm>
            <a:custGeom>
              <a:avLst/>
              <a:gdLst/>
              <a:ahLst/>
              <a:cxnLst/>
              <a:rect l="l" t="t" r="r" b="b"/>
              <a:pathLst>
                <a:path w="110117" h="28200">
                  <a:moveTo>
                    <a:pt x="1343" y="0"/>
                  </a:moveTo>
                  <a:lnTo>
                    <a:pt x="2451" y="111"/>
                  </a:lnTo>
                  <a:lnTo>
                    <a:pt x="3560" y="222"/>
                  </a:lnTo>
                  <a:lnTo>
                    <a:pt x="4669" y="332"/>
                  </a:lnTo>
                  <a:lnTo>
                    <a:pt x="5780" y="444"/>
                  </a:lnTo>
                  <a:lnTo>
                    <a:pt x="6892" y="555"/>
                  </a:lnTo>
                  <a:lnTo>
                    <a:pt x="8007" y="666"/>
                  </a:lnTo>
                  <a:lnTo>
                    <a:pt x="9125" y="778"/>
                  </a:lnTo>
                  <a:lnTo>
                    <a:pt x="10246" y="890"/>
                  </a:lnTo>
                  <a:lnTo>
                    <a:pt x="11371" y="1003"/>
                  </a:lnTo>
                  <a:lnTo>
                    <a:pt x="12500" y="1116"/>
                  </a:lnTo>
                  <a:lnTo>
                    <a:pt x="13633" y="1229"/>
                  </a:lnTo>
                  <a:lnTo>
                    <a:pt x="14772" y="1343"/>
                  </a:lnTo>
                  <a:lnTo>
                    <a:pt x="14772" y="2676"/>
                  </a:lnTo>
                  <a:lnTo>
                    <a:pt x="14772" y="4029"/>
                  </a:lnTo>
                  <a:lnTo>
                    <a:pt x="15227" y="4010"/>
                  </a:lnTo>
                  <a:lnTo>
                    <a:pt x="15816" y="3986"/>
                  </a:lnTo>
                  <a:lnTo>
                    <a:pt x="16932" y="3942"/>
                  </a:lnTo>
                  <a:lnTo>
                    <a:pt x="18969" y="3861"/>
                  </a:lnTo>
                  <a:lnTo>
                    <a:pt x="20127" y="3913"/>
                  </a:lnTo>
                  <a:lnTo>
                    <a:pt x="21229" y="3993"/>
                  </a:lnTo>
                  <a:lnTo>
                    <a:pt x="22283" y="4102"/>
                  </a:lnTo>
                  <a:lnTo>
                    <a:pt x="23299" y="4238"/>
                  </a:lnTo>
                  <a:lnTo>
                    <a:pt x="24285" y="4402"/>
                  </a:lnTo>
                  <a:lnTo>
                    <a:pt x="25251" y="4594"/>
                  </a:lnTo>
                  <a:lnTo>
                    <a:pt x="26206" y="4814"/>
                  </a:lnTo>
                  <a:lnTo>
                    <a:pt x="27160" y="5061"/>
                  </a:lnTo>
                  <a:lnTo>
                    <a:pt x="28122" y="5336"/>
                  </a:lnTo>
                  <a:lnTo>
                    <a:pt x="29100" y="5639"/>
                  </a:lnTo>
                  <a:lnTo>
                    <a:pt x="30105" y="5970"/>
                  </a:lnTo>
                  <a:lnTo>
                    <a:pt x="31145" y="6328"/>
                  </a:lnTo>
                  <a:lnTo>
                    <a:pt x="32229" y="6714"/>
                  </a:lnTo>
                  <a:lnTo>
                    <a:pt x="33283" y="6991"/>
                  </a:lnTo>
                  <a:lnTo>
                    <a:pt x="34336" y="7255"/>
                  </a:lnTo>
                  <a:lnTo>
                    <a:pt x="35389" y="7508"/>
                  </a:lnTo>
                  <a:lnTo>
                    <a:pt x="36442" y="7750"/>
                  </a:lnTo>
                  <a:lnTo>
                    <a:pt x="37496" y="7981"/>
                  </a:lnTo>
                  <a:lnTo>
                    <a:pt x="38550" y="8201"/>
                  </a:lnTo>
                  <a:lnTo>
                    <a:pt x="39604" y="8411"/>
                  </a:lnTo>
                  <a:lnTo>
                    <a:pt x="40660" y="8611"/>
                  </a:lnTo>
                  <a:lnTo>
                    <a:pt x="41716" y="8801"/>
                  </a:lnTo>
                  <a:lnTo>
                    <a:pt x="42773" y="8982"/>
                  </a:lnTo>
                  <a:lnTo>
                    <a:pt x="43831" y="9155"/>
                  </a:lnTo>
                  <a:lnTo>
                    <a:pt x="44890" y="9318"/>
                  </a:lnTo>
                  <a:lnTo>
                    <a:pt x="45951" y="9474"/>
                  </a:lnTo>
                  <a:lnTo>
                    <a:pt x="47013" y="9622"/>
                  </a:lnTo>
                  <a:lnTo>
                    <a:pt x="48077" y="9762"/>
                  </a:lnTo>
                  <a:lnTo>
                    <a:pt x="49142" y="9895"/>
                  </a:lnTo>
                  <a:lnTo>
                    <a:pt x="50209" y="10021"/>
                  </a:lnTo>
                  <a:lnTo>
                    <a:pt x="51279" y="10141"/>
                  </a:lnTo>
                  <a:lnTo>
                    <a:pt x="52350" y="10255"/>
                  </a:lnTo>
                  <a:lnTo>
                    <a:pt x="53424" y="10362"/>
                  </a:lnTo>
                  <a:lnTo>
                    <a:pt x="54500" y="10465"/>
                  </a:lnTo>
                  <a:lnTo>
                    <a:pt x="55579" y="10562"/>
                  </a:lnTo>
                  <a:lnTo>
                    <a:pt x="56660" y="10655"/>
                  </a:lnTo>
                  <a:lnTo>
                    <a:pt x="57744" y="10743"/>
                  </a:lnTo>
                  <a:lnTo>
                    <a:pt x="57744" y="12076"/>
                  </a:lnTo>
                  <a:lnTo>
                    <a:pt x="57744" y="13429"/>
                  </a:lnTo>
                  <a:lnTo>
                    <a:pt x="59047" y="13345"/>
                  </a:lnTo>
                  <a:lnTo>
                    <a:pt x="60360" y="13261"/>
                  </a:lnTo>
                  <a:lnTo>
                    <a:pt x="61690" y="13176"/>
                  </a:lnTo>
                  <a:lnTo>
                    <a:pt x="62818" y="13195"/>
                  </a:lnTo>
                  <a:lnTo>
                    <a:pt x="63919" y="13257"/>
                  </a:lnTo>
                  <a:lnTo>
                    <a:pt x="64997" y="13361"/>
                  </a:lnTo>
                  <a:lnTo>
                    <a:pt x="66056" y="13504"/>
                  </a:lnTo>
                  <a:lnTo>
                    <a:pt x="67098" y="13683"/>
                  </a:lnTo>
                  <a:lnTo>
                    <a:pt x="68127" y="13896"/>
                  </a:lnTo>
                  <a:lnTo>
                    <a:pt x="69147" y="14139"/>
                  </a:lnTo>
                  <a:lnTo>
                    <a:pt x="70162" y="14410"/>
                  </a:lnTo>
                  <a:lnTo>
                    <a:pt x="71175" y="14706"/>
                  </a:lnTo>
                  <a:lnTo>
                    <a:pt x="72189" y="15025"/>
                  </a:lnTo>
                  <a:lnTo>
                    <a:pt x="73209" y="15363"/>
                  </a:lnTo>
                  <a:lnTo>
                    <a:pt x="74238" y="15719"/>
                  </a:lnTo>
                  <a:lnTo>
                    <a:pt x="75278" y="16090"/>
                  </a:lnTo>
                  <a:lnTo>
                    <a:pt x="76335" y="16472"/>
                  </a:lnTo>
                  <a:lnTo>
                    <a:pt x="77415" y="16822"/>
                  </a:lnTo>
                  <a:lnTo>
                    <a:pt x="78495" y="17138"/>
                  </a:lnTo>
                  <a:lnTo>
                    <a:pt x="79577" y="17424"/>
                  </a:lnTo>
                  <a:lnTo>
                    <a:pt x="80661" y="17682"/>
                  </a:lnTo>
                  <a:lnTo>
                    <a:pt x="81749" y="17914"/>
                  </a:lnTo>
                  <a:lnTo>
                    <a:pt x="82842" y="18125"/>
                  </a:lnTo>
                  <a:lnTo>
                    <a:pt x="83941" y="18316"/>
                  </a:lnTo>
                  <a:lnTo>
                    <a:pt x="85047" y="18490"/>
                  </a:lnTo>
                  <a:lnTo>
                    <a:pt x="86163" y="18651"/>
                  </a:lnTo>
                  <a:lnTo>
                    <a:pt x="87288" y="18800"/>
                  </a:lnTo>
                  <a:lnTo>
                    <a:pt x="87288" y="20133"/>
                  </a:lnTo>
                  <a:lnTo>
                    <a:pt x="87288" y="21486"/>
                  </a:lnTo>
                  <a:lnTo>
                    <a:pt x="87792" y="21507"/>
                  </a:lnTo>
                  <a:lnTo>
                    <a:pt x="88445" y="21535"/>
                  </a:lnTo>
                  <a:lnTo>
                    <a:pt x="89683" y="21588"/>
                  </a:lnTo>
                  <a:lnTo>
                    <a:pt x="91941" y="21685"/>
                  </a:lnTo>
                  <a:lnTo>
                    <a:pt x="93142" y="21745"/>
                  </a:lnTo>
                  <a:lnTo>
                    <a:pt x="94343" y="21806"/>
                  </a:lnTo>
                  <a:lnTo>
                    <a:pt x="95545" y="21867"/>
                  </a:lnTo>
                  <a:lnTo>
                    <a:pt x="96746" y="21928"/>
                  </a:lnTo>
                  <a:lnTo>
                    <a:pt x="97947" y="21990"/>
                  </a:lnTo>
                  <a:lnTo>
                    <a:pt x="98711" y="22020"/>
                  </a:lnTo>
                  <a:lnTo>
                    <a:pt x="101019" y="22116"/>
                  </a:lnTo>
                  <a:lnTo>
                    <a:pt x="102129" y="22184"/>
                  </a:lnTo>
                  <a:lnTo>
                    <a:pt x="103238" y="22266"/>
                  </a:lnTo>
                  <a:lnTo>
                    <a:pt x="104347" y="22362"/>
                  </a:lnTo>
                  <a:lnTo>
                    <a:pt x="105455" y="22468"/>
                  </a:lnTo>
                  <a:lnTo>
                    <a:pt x="106562" y="22582"/>
                  </a:lnTo>
                  <a:lnTo>
                    <a:pt x="107668" y="22703"/>
                  </a:lnTo>
                  <a:lnTo>
                    <a:pt x="108774" y="22829"/>
                  </a:lnTo>
                  <a:lnTo>
                    <a:pt x="109108" y="23497"/>
                  </a:lnTo>
                  <a:lnTo>
                    <a:pt x="110117" y="25515"/>
                  </a:lnTo>
                  <a:lnTo>
                    <a:pt x="109348" y="25503"/>
                  </a:lnTo>
                  <a:lnTo>
                    <a:pt x="107027" y="25468"/>
                  </a:lnTo>
                  <a:lnTo>
                    <a:pt x="105690" y="25456"/>
                  </a:lnTo>
                  <a:lnTo>
                    <a:pt x="104346" y="25443"/>
                  </a:lnTo>
                  <a:lnTo>
                    <a:pt x="102983" y="25431"/>
                  </a:lnTo>
                  <a:lnTo>
                    <a:pt x="101657" y="25415"/>
                  </a:lnTo>
                  <a:lnTo>
                    <a:pt x="100322" y="25399"/>
                  </a:lnTo>
                  <a:lnTo>
                    <a:pt x="98969" y="25383"/>
                  </a:lnTo>
                  <a:lnTo>
                    <a:pt x="97616" y="25436"/>
                  </a:lnTo>
                  <a:lnTo>
                    <a:pt x="96572" y="25498"/>
                  </a:lnTo>
                  <a:lnTo>
                    <a:pt x="95704" y="25596"/>
                  </a:lnTo>
                  <a:lnTo>
                    <a:pt x="94879" y="25755"/>
                  </a:lnTo>
                  <a:lnTo>
                    <a:pt x="93961" y="26001"/>
                  </a:lnTo>
                  <a:lnTo>
                    <a:pt x="92819" y="26360"/>
                  </a:lnTo>
                  <a:lnTo>
                    <a:pt x="91316" y="26858"/>
                  </a:lnTo>
                  <a:lnTo>
                    <a:pt x="90273" y="26951"/>
                  </a:lnTo>
                  <a:lnTo>
                    <a:pt x="89229" y="27034"/>
                  </a:lnTo>
                  <a:lnTo>
                    <a:pt x="88185" y="27108"/>
                  </a:lnTo>
                  <a:lnTo>
                    <a:pt x="87139" y="27174"/>
                  </a:lnTo>
                  <a:lnTo>
                    <a:pt x="86094" y="27232"/>
                  </a:lnTo>
                  <a:lnTo>
                    <a:pt x="85048" y="27282"/>
                  </a:lnTo>
                  <a:lnTo>
                    <a:pt x="83848" y="27338"/>
                  </a:lnTo>
                  <a:lnTo>
                    <a:pt x="82640" y="27395"/>
                  </a:lnTo>
                  <a:lnTo>
                    <a:pt x="81415" y="27452"/>
                  </a:lnTo>
                  <a:lnTo>
                    <a:pt x="80860" y="27476"/>
                  </a:lnTo>
                  <a:lnTo>
                    <a:pt x="79880" y="27518"/>
                  </a:lnTo>
                  <a:lnTo>
                    <a:pt x="77635" y="27612"/>
                  </a:lnTo>
                  <a:lnTo>
                    <a:pt x="76371" y="27671"/>
                  </a:lnTo>
                  <a:lnTo>
                    <a:pt x="75099" y="27729"/>
                  </a:lnTo>
                  <a:lnTo>
                    <a:pt x="73809" y="27788"/>
                  </a:lnTo>
                  <a:lnTo>
                    <a:pt x="72640" y="27841"/>
                  </a:lnTo>
                  <a:lnTo>
                    <a:pt x="71472" y="27894"/>
                  </a:lnTo>
                  <a:lnTo>
                    <a:pt x="70303" y="27946"/>
                  </a:lnTo>
                  <a:lnTo>
                    <a:pt x="69134" y="27998"/>
                  </a:lnTo>
                  <a:lnTo>
                    <a:pt x="67965" y="28049"/>
                  </a:lnTo>
                  <a:lnTo>
                    <a:pt x="66796" y="28100"/>
                  </a:lnTo>
                  <a:lnTo>
                    <a:pt x="65627" y="28150"/>
                  </a:lnTo>
                  <a:lnTo>
                    <a:pt x="64459" y="28200"/>
                  </a:lnTo>
                  <a:lnTo>
                    <a:pt x="65481" y="27674"/>
                  </a:lnTo>
                  <a:lnTo>
                    <a:pt x="66475" y="27203"/>
                  </a:lnTo>
                  <a:lnTo>
                    <a:pt x="67446" y="26784"/>
                  </a:lnTo>
                  <a:lnTo>
                    <a:pt x="68402" y="26412"/>
                  </a:lnTo>
                  <a:lnTo>
                    <a:pt x="69350" y="26086"/>
                  </a:lnTo>
                  <a:lnTo>
                    <a:pt x="70299" y="25801"/>
                  </a:lnTo>
                  <a:lnTo>
                    <a:pt x="71254" y="25554"/>
                  </a:lnTo>
                  <a:lnTo>
                    <a:pt x="72224" y="25341"/>
                  </a:lnTo>
                  <a:lnTo>
                    <a:pt x="73217" y="25160"/>
                  </a:lnTo>
                  <a:lnTo>
                    <a:pt x="74238" y="25006"/>
                  </a:lnTo>
                  <a:lnTo>
                    <a:pt x="75296" y="24876"/>
                  </a:lnTo>
                  <a:lnTo>
                    <a:pt x="76398" y="24767"/>
                  </a:lnTo>
                  <a:lnTo>
                    <a:pt x="77552" y="24675"/>
                  </a:lnTo>
                  <a:lnTo>
                    <a:pt x="78876" y="24575"/>
                  </a:lnTo>
                  <a:lnTo>
                    <a:pt x="80209" y="24473"/>
                  </a:lnTo>
                  <a:lnTo>
                    <a:pt x="81559" y="24371"/>
                  </a:lnTo>
                  <a:lnTo>
                    <a:pt x="83069" y="24272"/>
                  </a:lnTo>
                  <a:lnTo>
                    <a:pt x="84602" y="24172"/>
                  </a:lnTo>
                  <a:lnTo>
                    <a:pt x="83571" y="23887"/>
                  </a:lnTo>
                  <a:lnTo>
                    <a:pt x="82541" y="23610"/>
                  </a:lnTo>
                  <a:lnTo>
                    <a:pt x="81512" y="23339"/>
                  </a:lnTo>
                  <a:lnTo>
                    <a:pt x="80484" y="23075"/>
                  </a:lnTo>
                  <a:lnTo>
                    <a:pt x="79455" y="22817"/>
                  </a:lnTo>
                  <a:lnTo>
                    <a:pt x="78428" y="22566"/>
                  </a:lnTo>
                  <a:lnTo>
                    <a:pt x="77400" y="22321"/>
                  </a:lnTo>
                  <a:lnTo>
                    <a:pt x="76373" y="22082"/>
                  </a:lnTo>
                  <a:lnTo>
                    <a:pt x="75346" y="21850"/>
                  </a:lnTo>
                  <a:lnTo>
                    <a:pt x="74319" y="21623"/>
                  </a:lnTo>
                  <a:lnTo>
                    <a:pt x="73291" y="21401"/>
                  </a:lnTo>
                  <a:lnTo>
                    <a:pt x="72264" y="21186"/>
                  </a:lnTo>
                  <a:lnTo>
                    <a:pt x="71236" y="20976"/>
                  </a:lnTo>
                  <a:lnTo>
                    <a:pt x="70208" y="20771"/>
                  </a:lnTo>
                  <a:lnTo>
                    <a:pt x="69179" y="20571"/>
                  </a:lnTo>
                  <a:lnTo>
                    <a:pt x="68150" y="20376"/>
                  </a:lnTo>
                  <a:lnTo>
                    <a:pt x="67120" y="20187"/>
                  </a:lnTo>
                  <a:lnTo>
                    <a:pt x="66089" y="20002"/>
                  </a:lnTo>
                  <a:lnTo>
                    <a:pt x="65057" y="19821"/>
                  </a:lnTo>
                  <a:lnTo>
                    <a:pt x="64024" y="19645"/>
                  </a:lnTo>
                  <a:lnTo>
                    <a:pt x="62991" y="19474"/>
                  </a:lnTo>
                  <a:lnTo>
                    <a:pt x="61955" y="19307"/>
                  </a:lnTo>
                  <a:lnTo>
                    <a:pt x="60919" y="19144"/>
                  </a:lnTo>
                  <a:lnTo>
                    <a:pt x="59881" y="18984"/>
                  </a:lnTo>
                  <a:lnTo>
                    <a:pt x="58842" y="18829"/>
                  </a:lnTo>
                  <a:lnTo>
                    <a:pt x="57801" y="18678"/>
                  </a:lnTo>
                  <a:lnTo>
                    <a:pt x="56758" y="18529"/>
                  </a:lnTo>
                  <a:lnTo>
                    <a:pt x="55714" y="18385"/>
                  </a:lnTo>
                  <a:lnTo>
                    <a:pt x="54668" y="18244"/>
                  </a:lnTo>
                  <a:lnTo>
                    <a:pt x="53619" y="18105"/>
                  </a:lnTo>
                  <a:lnTo>
                    <a:pt x="52569" y="17970"/>
                  </a:lnTo>
                  <a:lnTo>
                    <a:pt x="51516" y="17838"/>
                  </a:lnTo>
                  <a:lnTo>
                    <a:pt x="50461" y="17709"/>
                  </a:lnTo>
                  <a:lnTo>
                    <a:pt x="49404" y="17582"/>
                  </a:lnTo>
                  <a:lnTo>
                    <a:pt x="48344" y="17457"/>
                  </a:lnTo>
                  <a:lnTo>
                    <a:pt x="48344" y="16125"/>
                  </a:lnTo>
                  <a:lnTo>
                    <a:pt x="48344" y="14772"/>
                  </a:lnTo>
                  <a:lnTo>
                    <a:pt x="47844" y="14780"/>
                  </a:lnTo>
                  <a:lnTo>
                    <a:pt x="47196" y="14792"/>
                  </a:lnTo>
                  <a:lnTo>
                    <a:pt x="45968" y="14814"/>
                  </a:lnTo>
                  <a:lnTo>
                    <a:pt x="43727" y="14855"/>
                  </a:lnTo>
                  <a:lnTo>
                    <a:pt x="41706" y="14814"/>
                  </a:lnTo>
                  <a:lnTo>
                    <a:pt x="40311" y="14747"/>
                  </a:lnTo>
                  <a:lnTo>
                    <a:pt x="39374" y="14614"/>
                  </a:lnTo>
                  <a:lnTo>
                    <a:pt x="38723" y="14377"/>
                  </a:lnTo>
                  <a:lnTo>
                    <a:pt x="38189" y="13995"/>
                  </a:lnTo>
                  <a:lnTo>
                    <a:pt x="37601" y="13429"/>
                  </a:lnTo>
                  <a:lnTo>
                    <a:pt x="36479" y="13287"/>
                  </a:lnTo>
                  <a:lnTo>
                    <a:pt x="35355" y="13159"/>
                  </a:lnTo>
                  <a:lnTo>
                    <a:pt x="34230" y="13043"/>
                  </a:lnTo>
                  <a:lnTo>
                    <a:pt x="33104" y="12937"/>
                  </a:lnTo>
                  <a:lnTo>
                    <a:pt x="31977" y="12841"/>
                  </a:lnTo>
                  <a:lnTo>
                    <a:pt x="30876" y="12719"/>
                  </a:lnTo>
                  <a:lnTo>
                    <a:pt x="29798" y="12576"/>
                  </a:lnTo>
                  <a:lnTo>
                    <a:pt x="28738" y="12412"/>
                  </a:lnTo>
                  <a:lnTo>
                    <a:pt x="27693" y="12228"/>
                  </a:lnTo>
                  <a:lnTo>
                    <a:pt x="26662" y="12023"/>
                  </a:lnTo>
                  <a:lnTo>
                    <a:pt x="25640" y="11800"/>
                  </a:lnTo>
                  <a:lnTo>
                    <a:pt x="24625" y="11558"/>
                  </a:lnTo>
                  <a:lnTo>
                    <a:pt x="23614" y="11299"/>
                  </a:lnTo>
                  <a:lnTo>
                    <a:pt x="22604" y="11022"/>
                  </a:lnTo>
                  <a:lnTo>
                    <a:pt x="21591" y="10728"/>
                  </a:lnTo>
                  <a:lnTo>
                    <a:pt x="20573" y="10419"/>
                  </a:lnTo>
                  <a:lnTo>
                    <a:pt x="19547" y="10094"/>
                  </a:lnTo>
                  <a:lnTo>
                    <a:pt x="18509" y="9754"/>
                  </a:lnTo>
                  <a:lnTo>
                    <a:pt x="17458" y="9400"/>
                  </a:lnTo>
                  <a:lnTo>
                    <a:pt x="16385" y="9230"/>
                  </a:lnTo>
                  <a:lnTo>
                    <a:pt x="15313" y="9071"/>
                  </a:lnTo>
                  <a:lnTo>
                    <a:pt x="14242" y="8922"/>
                  </a:lnTo>
                  <a:lnTo>
                    <a:pt x="13170" y="8781"/>
                  </a:lnTo>
                  <a:lnTo>
                    <a:pt x="12098" y="8649"/>
                  </a:lnTo>
                  <a:lnTo>
                    <a:pt x="11025" y="8522"/>
                  </a:lnTo>
                  <a:lnTo>
                    <a:pt x="9951" y="8401"/>
                  </a:lnTo>
                  <a:lnTo>
                    <a:pt x="8875" y="8284"/>
                  </a:lnTo>
                  <a:lnTo>
                    <a:pt x="7796" y="8170"/>
                  </a:lnTo>
                  <a:lnTo>
                    <a:pt x="6715" y="8057"/>
                  </a:lnTo>
                  <a:lnTo>
                    <a:pt x="6715" y="6724"/>
                  </a:lnTo>
                  <a:lnTo>
                    <a:pt x="6715" y="5371"/>
                  </a:lnTo>
                  <a:lnTo>
                    <a:pt x="5607" y="5371"/>
                  </a:lnTo>
                  <a:lnTo>
                    <a:pt x="4496" y="5371"/>
                  </a:lnTo>
                  <a:lnTo>
                    <a:pt x="3383" y="5371"/>
                  </a:lnTo>
                  <a:lnTo>
                    <a:pt x="2263" y="5371"/>
                  </a:lnTo>
                  <a:lnTo>
                    <a:pt x="1136" y="5371"/>
                  </a:lnTo>
                  <a:lnTo>
                    <a:pt x="0" y="5371"/>
                  </a:lnTo>
                  <a:lnTo>
                    <a:pt x="998" y="4706"/>
                  </a:lnTo>
                  <a:lnTo>
                    <a:pt x="2000" y="4039"/>
                  </a:lnTo>
                  <a:lnTo>
                    <a:pt x="3009" y="3366"/>
                  </a:lnTo>
                  <a:lnTo>
                    <a:pt x="4029" y="2686"/>
                  </a:lnTo>
                  <a:lnTo>
                    <a:pt x="3142" y="1798"/>
                  </a:lnTo>
                  <a:lnTo>
                    <a:pt x="2248" y="905"/>
                  </a:lnTo>
                  <a:lnTo>
                    <a:pt x="1343" y="0"/>
                  </a:lnTo>
                  <a:close/>
                </a:path>
              </a:pathLst>
            </a:custGeom>
            <a:solidFill>
              <a:srgbClr val="80808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" name="region 92 #1A426B"/>
            <p:cNvSpPr/>
            <p:nvPr/>
          </p:nvSpPr>
          <p:spPr>
            <a:xfrm>
              <a:off x="934289" y="740805"/>
              <a:ext cx="26375" cy="26067"/>
            </a:xfrm>
            <a:custGeom>
              <a:avLst/>
              <a:gdLst/>
              <a:ahLst/>
              <a:cxnLst/>
              <a:rect l="l" t="t" r="r" b="b"/>
              <a:pathLst>
                <a:path w="26375" h="26067">
                  <a:moveTo>
                    <a:pt x="5729" y="466"/>
                  </a:moveTo>
                  <a:lnTo>
                    <a:pt x="7620" y="319"/>
                  </a:lnTo>
                  <a:lnTo>
                    <a:pt x="9284" y="195"/>
                  </a:lnTo>
                  <a:lnTo>
                    <a:pt x="10743" y="98"/>
                  </a:lnTo>
                  <a:lnTo>
                    <a:pt x="12021" y="32"/>
                  </a:lnTo>
                  <a:lnTo>
                    <a:pt x="13142" y="0"/>
                  </a:lnTo>
                  <a:lnTo>
                    <a:pt x="14129" y="7"/>
                  </a:lnTo>
                  <a:lnTo>
                    <a:pt x="15006" y="55"/>
                  </a:lnTo>
                  <a:lnTo>
                    <a:pt x="15797" y="149"/>
                  </a:lnTo>
                  <a:lnTo>
                    <a:pt x="16525" y="292"/>
                  </a:lnTo>
                  <a:lnTo>
                    <a:pt x="17214" y="489"/>
                  </a:lnTo>
                  <a:lnTo>
                    <a:pt x="17887" y="741"/>
                  </a:lnTo>
                  <a:lnTo>
                    <a:pt x="18568" y="1055"/>
                  </a:lnTo>
                  <a:lnTo>
                    <a:pt x="19280" y="1432"/>
                  </a:lnTo>
                  <a:lnTo>
                    <a:pt x="20048" y="1876"/>
                  </a:lnTo>
                  <a:lnTo>
                    <a:pt x="20894" y="2393"/>
                  </a:lnTo>
                  <a:lnTo>
                    <a:pt x="21843" y="2984"/>
                  </a:lnTo>
                  <a:lnTo>
                    <a:pt x="22792" y="4017"/>
                  </a:lnTo>
                  <a:lnTo>
                    <a:pt x="23583" y="4943"/>
                  </a:lnTo>
                  <a:lnTo>
                    <a:pt x="24234" y="5800"/>
                  </a:lnTo>
                  <a:lnTo>
                    <a:pt x="24763" y="6624"/>
                  </a:lnTo>
                  <a:lnTo>
                    <a:pt x="25187" y="7453"/>
                  </a:lnTo>
                  <a:lnTo>
                    <a:pt x="25525" y="8323"/>
                  </a:lnTo>
                  <a:lnTo>
                    <a:pt x="25795" y="9273"/>
                  </a:lnTo>
                  <a:lnTo>
                    <a:pt x="26015" y="10340"/>
                  </a:lnTo>
                  <a:lnTo>
                    <a:pt x="26202" y="11560"/>
                  </a:lnTo>
                  <a:lnTo>
                    <a:pt x="26375" y="12971"/>
                  </a:lnTo>
                  <a:lnTo>
                    <a:pt x="26221" y="14450"/>
                  </a:lnTo>
                  <a:lnTo>
                    <a:pt x="26074" y="15636"/>
                  </a:lnTo>
                  <a:lnTo>
                    <a:pt x="25903" y="16599"/>
                  </a:lnTo>
                  <a:lnTo>
                    <a:pt x="25678" y="17413"/>
                  </a:lnTo>
                  <a:lnTo>
                    <a:pt x="25369" y="18151"/>
                  </a:lnTo>
                  <a:lnTo>
                    <a:pt x="24945" y="18884"/>
                  </a:lnTo>
                  <a:lnTo>
                    <a:pt x="24377" y="19686"/>
                  </a:lnTo>
                  <a:lnTo>
                    <a:pt x="23633" y="20628"/>
                  </a:lnTo>
                  <a:lnTo>
                    <a:pt x="22682" y="21784"/>
                  </a:lnTo>
                  <a:lnTo>
                    <a:pt x="21678" y="22568"/>
                  </a:lnTo>
                  <a:lnTo>
                    <a:pt x="20722" y="23253"/>
                  </a:lnTo>
                  <a:lnTo>
                    <a:pt x="19804" y="23846"/>
                  </a:lnTo>
                  <a:lnTo>
                    <a:pt x="18915" y="24353"/>
                  </a:lnTo>
                  <a:lnTo>
                    <a:pt x="18045" y="24780"/>
                  </a:lnTo>
                  <a:lnTo>
                    <a:pt x="17186" y="25134"/>
                  </a:lnTo>
                  <a:lnTo>
                    <a:pt x="16327" y="25420"/>
                  </a:lnTo>
                  <a:lnTo>
                    <a:pt x="15460" y="25645"/>
                  </a:lnTo>
                  <a:lnTo>
                    <a:pt x="14574" y="25815"/>
                  </a:lnTo>
                  <a:lnTo>
                    <a:pt x="13661" y="25936"/>
                  </a:lnTo>
                  <a:lnTo>
                    <a:pt x="12710" y="26014"/>
                  </a:lnTo>
                  <a:lnTo>
                    <a:pt x="11713" y="26055"/>
                  </a:lnTo>
                  <a:lnTo>
                    <a:pt x="10660" y="26067"/>
                  </a:lnTo>
                  <a:lnTo>
                    <a:pt x="9542" y="26054"/>
                  </a:lnTo>
                  <a:lnTo>
                    <a:pt x="8349" y="26023"/>
                  </a:lnTo>
                  <a:lnTo>
                    <a:pt x="7071" y="25981"/>
                  </a:lnTo>
                  <a:lnTo>
                    <a:pt x="5367" y="25404"/>
                  </a:lnTo>
                  <a:lnTo>
                    <a:pt x="4178" y="24947"/>
                  </a:lnTo>
                  <a:lnTo>
                    <a:pt x="3350" y="24507"/>
                  </a:lnTo>
                  <a:lnTo>
                    <a:pt x="2726" y="23980"/>
                  </a:lnTo>
                  <a:lnTo>
                    <a:pt x="2151" y="23263"/>
                  </a:lnTo>
                  <a:lnTo>
                    <a:pt x="1469" y="22251"/>
                  </a:lnTo>
                  <a:lnTo>
                    <a:pt x="1059" y="21071"/>
                  </a:lnTo>
                  <a:lnTo>
                    <a:pt x="730" y="19946"/>
                  </a:lnTo>
                  <a:lnTo>
                    <a:pt x="474" y="18854"/>
                  </a:lnTo>
                  <a:lnTo>
                    <a:pt x="284" y="17773"/>
                  </a:lnTo>
                  <a:lnTo>
                    <a:pt x="151" y="16683"/>
                  </a:lnTo>
                  <a:lnTo>
                    <a:pt x="68" y="15562"/>
                  </a:lnTo>
                  <a:lnTo>
                    <a:pt x="27" y="14388"/>
                  </a:lnTo>
                  <a:lnTo>
                    <a:pt x="21" y="13140"/>
                  </a:lnTo>
                  <a:lnTo>
                    <a:pt x="16" y="12365"/>
                  </a:lnTo>
                  <a:lnTo>
                    <a:pt x="0" y="10029"/>
                  </a:lnTo>
                  <a:lnTo>
                    <a:pt x="140" y="8962"/>
                  </a:lnTo>
                  <a:lnTo>
                    <a:pt x="290" y="8124"/>
                  </a:lnTo>
                  <a:lnTo>
                    <a:pt x="502" y="7395"/>
                  </a:lnTo>
                  <a:lnTo>
                    <a:pt x="830" y="6653"/>
                  </a:lnTo>
                  <a:lnTo>
                    <a:pt x="1327" y="5779"/>
                  </a:lnTo>
                  <a:lnTo>
                    <a:pt x="2047" y="4652"/>
                  </a:lnTo>
                  <a:lnTo>
                    <a:pt x="3043" y="3152"/>
                  </a:lnTo>
                  <a:lnTo>
                    <a:pt x="4376" y="3152"/>
                  </a:lnTo>
                  <a:lnTo>
                    <a:pt x="5729" y="3152"/>
                  </a:lnTo>
                  <a:lnTo>
                    <a:pt x="5729" y="1819"/>
                  </a:lnTo>
                  <a:lnTo>
                    <a:pt x="5729" y="466"/>
                  </a:lnTo>
                  <a:close/>
                </a:path>
              </a:pathLst>
            </a:custGeom>
            <a:solidFill>
              <a:srgbClr val="1A426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" name="region 93 #BBDAED"/>
            <p:cNvSpPr/>
            <p:nvPr/>
          </p:nvSpPr>
          <p:spPr>
            <a:xfrm>
              <a:off x="2487837" y="531781"/>
              <a:ext cx="89155" cy="94326"/>
            </a:xfrm>
            <a:custGeom>
              <a:avLst/>
              <a:gdLst/>
              <a:ahLst/>
              <a:cxnLst/>
              <a:rect l="l" t="t" r="r" b="b"/>
              <a:pathLst>
                <a:path w="89155" h="94326">
                  <a:moveTo>
                    <a:pt x="86469" y="0"/>
                  </a:moveTo>
                  <a:lnTo>
                    <a:pt x="87802" y="0"/>
                  </a:lnTo>
                  <a:lnTo>
                    <a:pt x="89155" y="0"/>
                  </a:lnTo>
                  <a:lnTo>
                    <a:pt x="88933" y="1108"/>
                  </a:lnTo>
                  <a:lnTo>
                    <a:pt x="88711" y="2218"/>
                  </a:lnTo>
                  <a:lnTo>
                    <a:pt x="88489" y="3332"/>
                  </a:lnTo>
                  <a:lnTo>
                    <a:pt x="88265" y="4452"/>
                  </a:lnTo>
                  <a:lnTo>
                    <a:pt x="88039" y="5578"/>
                  </a:lnTo>
                  <a:lnTo>
                    <a:pt x="87812" y="6715"/>
                  </a:lnTo>
                  <a:lnTo>
                    <a:pt x="86479" y="6715"/>
                  </a:lnTo>
                  <a:lnTo>
                    <a:pt x="85126" y="6715"/>
                  </a:lnTo>
                  <a:lnTo>
                    <a:pt x="85016" y="7740"/>
                  </a:lnTo>
                  <a:lnTo>
                    <a:pt x="84904" y="8773"/>
                  </a:lnTo>
                  <a:lnTo>
                    <a:pt x="84791" y="9819"/>
                  </a:lnTo>
                  <a:lnTo>
                    <a:pt x="84373" y="11182"/>
                  </a:lnTo>
                  <a:lnTo>
                    <a:pt x="83936" y="12317"/>
                  </a:lnTo>
                  <a:lnTo>
                    <a:pt x="83458" y="13268"/>
                  </a:lnTo>
                  <a:lnTo>
                    <a:pt x="82914" y="14076"/>
                  </a:lnTo>
                  <a:lnTo>
                    <a:pt x="82283" y="14783"/>
                  </a:lnTo>
                  <a:lnTo>
                    <a:pt x="81539" y="15433"/>
                  </a:lnTo>
                  <a:lnTo>
                    <a:pt x="80662" y="16067"/>
                  </a:lnTo>
                  <a:lnTo>
                    <a:pt x="79627" y="16728"/>
                  </a:lnTo>
                  <a:lnTo>
                    <a:pt x="78412" y="17458"/>
                  </a:lnTo>
                  <a:lnTo>
                    <a:pt x="77142" y="17656"/>
                  </a:lnTo>
                  <a:lnTo>
                    <a:pt x="76161" y="17799"/>
                  </a:lnTo>
                  <a:lnTo>
                    <a:pt x="75343" y="17897"/>
                  </a:lnTo>
                  <a:lnTo>
                    <a:pt x="74559" y="17960"/>
                  </a:lnTo>
                  <a:lnTo>
                    <a:pt x="73683" y="17997"/>
                  </a:lnTo>
                  <a:lnTo>
                    <a:pt x="72587" y="18020"/>
                  </a:lnTo>
                  <a:lnTo>
                    <a:pt x="71146" y="18038"/>
                  </a:lnTo>
                  <a:lnTo>
                    <a:pt x="70056" y="18058"/>
                  </a:lnTo>
                  <a:lnTo>
                    <a:pt x="68963" y="18078"/>
                  </a:lnTo>
                  <a:lnTo>
                    <a:pt x="67861" y="18098"/>
                  </a:lnTo>
                  <a:lnTo>
                    <a:pt x="66748" y="18118"/>
                  </a:lnTo>
                  <a:lnTo>
                    <a:pt x="65578" y="18125"/>
                  </a:lnTo>
                  <a:lnTo>
                    <a:pt x="64404" y="18132"/>
                  </a:lnTo>
                  <a:lnTo>
                    <a:pt x="63221" y="18138"/>
                  </a:lnTo>
                  <a:lnTo>
                    <a:pt x="62025" y="18145"/>
                  </a:lnTo>
                  <a:lnTo>
                    <a:pt x="61498" y="18153"/>
                  </a:lnTo>
                  <a:lnTo>
                    <a:pt x="60817" y="18163"/>
                  </a:lnTo>
                  <a:lnTo>
                    <a:pt x="59526" y="18183"/>
                  </a:lnTo>
                  <a:lnTo>
                    <a:pt x="57170" y="18218"/>
                  </a:lnTo>
                  <a:lnTo>
                    <a:pt x="56073" y="18233"/>
                  </a:lnTo>
                  <a:lnTo>
                    <a:pt x="54977" y="18247"/>
                  </a:lnTo>
                  <a:lnTo>
                    <a:pt x="53880" y="18261"/>
                  </a:lnTo>
                  <a:lnTo>
                    <a:pt x="52784" y="18274"/>
                  </a:lnTo>
                  <a:lnTo>
                    <a:pt x="51687" y="18286"/>
                  </a:lnTo>
                  <a:lnTo>
                    <a:pt x="50591" y="18298"/>
                  </a:lnTo>
                  <a:lnTo>
                    <a:pt x="49494" y="18310"/>
                  </a:lnTo>
                  <a:lnTo>
                    <a:pt x="48398" y="18321"/>
                  </a:lnTo>
                  <a:lnTo>
                    <a:pt x="47301" y="18331"/>
                  </a:lnTo>
                  <a:lnTo>
                    <a:pt x="46205" y="18342"/>
                  </a:lnTo>
                  <a:lnTo>
                    <a:pt x="45108" y="18352"/>
                  </a:lnTo>
                  <a:lnTo>
                    <a:pt x="44012" y="18362"/>
                  </a:lnTo>
                  <a:lnTo>
                    <a:pt x="42915" y="18372"/>
                  </a:lnTo>
                  <a:lnTo>
                    <a:pt x="41818" y="18382"/>
                  </a:lnTo>
                  <a:lnTo>
                    <a:pt x="40778" y="18395"/>
                  </a:lnTo>
                  <a:lnTo>
                    <a:pt x="39737" y="18408"/>
                  </a:lnTo>
                  <a:lnTo>
                    <a:pt x="38696" y="18422"/>
                  </a:lnTo>
                  <a:lnTo>
                    <a:pt x="37655" y="18435"/>
                  </a:lnTo>
                  <a:lnTo>
                    <a:pt x="36615" y="18449"/>
                  </a:lnTo>
                  <a:lnTo>
                    <a:pt x="35574" y="18463"/>
                  </a:lnTo>
                  <a:lnTo>
                    <a:pt x="34533" y="18477"/>
                  </a:lnTo>
                  <a:lnTo>
                    <a:pt x="33492" y="18491"/>
                  </a:lnTo>
                  <a:lnTo>
                    <a:pt x="32452" y="18505"/>
                  </a:lnTo>
                  <a:lnTo>
                    <a:pt x="31411" y="18520"/>
                  </a:lnTo>
                  <a:lnTo>
                    <a:pt x="30348" y="18534"/>
                  </a:lnTo>
                  <a:lnTo>
                    <a:pt x="29285" y="18548"/>
                  </a:lnTo>
                  <a:lnTo>
                    <a:pt x="28222" y="18562"/>
                  </a:lnTo>
                  <a:lnTo>
                    <a:pt x="27159" y="18575"/>
                  </a:lnTo>
                  <a:lnTo>
                    <a:pt x="26096" y="18588"/>
                  </a:lnTo>
                  <a:lnTo>
                    <a:pt x="25033" y="18601"/>
                  </a:lnTo>
                  <a:lnTo>
                    <a:pt x="23969" y="18614"/>
                  </a:lnTo>
                  <a:lnTo>
                    <a:pt x="22906" y="18627"/>
                  </a:lnTo>
                  <a:lnTo>
                    <a:pt x="21843" y="18639"/>
                  </a:lnTo>
                  <a:lnTo>
                    <a:pt x="20780" y="18651"/>
                  </a:lnTo>
                  <a:lnTo>
                    <a:pt x="19717" y="18663"/>
                  </a:lnTo>
                  <a:lnTo>
                    <a:pt x="18654" y="18675"/>
                  </a:lnTo>
                  <a:lnTo>
                    <a:pt x="17591" y="18686"/>
                  </a:lnTo>
                  <a:lnTo>
                    <a:pt x="16528" y="18698"/>
                  </a:lnTo>
                  <a:lnTo>
                    <a:pt x="15465" y="18709"/>
                  </a:lnTo>
                  <a:lnTo>
                    <a:pt x="14402" y="18720"/>
                  </a:lnTo>
                  <a:lnTo>
                    <a:pt x="13338" y="18730"/>
                  </a:lnTo>
                  <a:lnTo>
                    <a:pt x="12275" y="18741"/>
                  </a:lnTo>
                  <a:lnTo>
                    <a:pt x="11212" y="18751"/>
                  </a:lnTo>
                  <a:lnTo>
                    <a:pt x="10149" y="18762"/>
                  </a:lnTo>
                  <a:lnTo>
                    <a:pt x="9086" y="18772"/>
                  </a:lnTo>
                  <a:lnTo>
                    <a:pt x="8023" y="18781"/>
                  </a:lnTo>
                  <a:lnTo>
                    <a:pt x="6959" y="18791"/>
                  </a:lnTo>
                  <a:lnTo>
                    <a:pt x="5896" y="18801"/>
                  </a:lnTo>
                  <a:lnTo>
                    <a:pt x="5398" y="19896"/>
                  </a:lnTo>
                  <a:lnTo>
                    <a:pt x="5022" y="20933"/>
                  </a:lnTo>
                  <a:lnTo>
                    <a:pt x="4752" y="21934"/>
                  </a:lnTo>
                  <a:lnTo>
                    <a:pt x="4571" y="22918"/>
                  </a:lnTo>
                  <a:lnTo>
                    <a:pt x="4462" y="23907"/>
                  </a:lnTo>
                  <a:lnTo>
                    <a:pt x="4407" y="24921"/>
                  </a:lnTo>
                  <a:lnTo>
                    <a:pt x="4390" y="25982"/>
                  </a:lnTo>
                  <a:lnTo>
                    <a:pt x="4393" y="27109"/>
                  </a:lnTo>
                  <a:lnTo>
                    <a:pt x="4400" y="28324"/>
                  </a:lnTo>
                  <a:lnTo>
                    <a:pt x="4401" y="29394"/>
                  </a:lnTo>
                  <a:lnTo>
                    <a:pt x="4401" y="30467"/>
                  </a:lnTo>
                  <a:lnTo>
                    <a:pt x="4402" y="31548"/>
                  </a:lnTo>
                  <a:lnTo>
                    <a:pt x="4402" y="32642"/>
                  </a:lnTo>
                  <a:lnTo>
                    <a:pt x="4407" y="33800"/>
                  </a:lnTo>
                  <a:lnTo>
                    <a:pt x="4412" y="34962"/>
                  </a:lnTo>
                  <a:lnTo>
                    <a:pt x="4417" y="36133"/>
                  </a:lnTo>
                  <a:lnTo>
                    <a:pt x="4422" y="37318"/>
                  </a:lnTo>
                  <a:lnTo>
                    <a:pt x="4423" y="38500"/>
                  </a:lnTo>
                  <a:lnTo>
                    <a:pt x="4425" y="39688"/>
                  </a:lnTo>
                  <a:lnTo>
                    <a:pt x="4427" y="40883"/>
                  </a:lnTo>
                  <a:lnTo>
                    <a:pt x="4428" y="42093"/>
                  </a:lnTo>
                  <a:lnTo>
                    <a:pt x="4430" y="43175"/>
                  </a:lnTo>
                  <a:lnTo>
                    <a:pt x="4432" y="44257"/>
                  </a:lnTo>
                  <a:lnTo>
                    <a:pt x="4434" y="45339"/>
                  </a:lnTo>
                  <a:lnTo>
                    <a:pt x="4437" y="46421"/>
                  </a:lnTo>
                  <a:lnTo>
                    <a:pt x="4439" y="47503"/>
                  </a:lnTo>
                  <a:lnTo>
                    <a:pt x="4442" y="48585"/>
                  </a:lnTo>
                  <a:lnTo>
                    <a:pt x="4445" y="49667"/>
                  </a:lnTo>
                  <a:lnTo>
                    <a:pt x="4448" y="50749"/>
                  </a:lnTo>
                  <a:lnTo>
                    <a:pt x="4452" y="51831"/>
                  </a:lnTo>
                  <a:lnTo>
                    <a:pt x="4455" y="52913"/>
                  </a:lnTo>
                  <a:lnTo>
                    <a:pt x="4459" y="53995"/>
                  </a:lnTo>
                  <a:lnTo>
                    <a:pt x="4463" y="55077"/>
                  </a:lnTo>
                  <a:lnTo>
                    <a:pt x="4466" y="56159"/>
                  </a:lnTo>
                  <a:lnTo>
                    <a:pt x="4470" y="57241"/>
                  </a:lnTo>
                  <a:lnTo>
                    <a:pt x="4472" y="58379"/>
                  </a:lnTo>
                  <a:lnTo>
                    <a:pt x="4474" y="59518"/>
                  </a:lnTo>
                  <a:lnTo>
                    <a:pt x="4476" y="60657"/>
                  </a:lnTo>
                  <a:lnTo>
                    <a:pt x="4478" y="61796"/>
                  </a:lnTo>
                  <a:lnTo>
                    <a:pt x="4480" y="62935"/>
                  </a:lnTo>
                  <a:lnTo>
                    <a:pt x="4482" y="64074"/>
                  </a:lnTo>
                  <a:lnTo>
                    <a:pt x="4484" y="65213"/>
                  </a:lnTo>
                  <a:lnTo>
                    <a:pt x="4486" y="66352"/>
                  </a:lnTo>
                  <a:lnTo>
                    <a:pt x="4487" y="67491"/>
                  </a:lnTo>
                  <a:lnTo>
                    <a:pt x="4489" y="68539"/>
                  </a:lnTo>
                  <a:lnTo>
                    <a:pt x="4491" y="69588"/>
                  </a:lnTo>
                  <a:lnTo>
                    <a:pt x="4493" y="70637"/>
                  </a:lnTo>
                  <a:lnTo>
                    <a:pt x="4495" y="71685"/>
                  </a:lnTo>
                  <a:lnTo>
                    <a:pt x="4497" y="72734"/>
                  </a:lnTo>
                  <a:lnTo>
                    <a:pt x="4500" y="73783"/>
                  </a:lnTo>
                  <a:lnTo>
                    <a:pt x="4502" y="74831"/>
                  </a:lnTo>
                  <a:lnTo>
                    <a:pt x="4505" y="75880"/>
                  </a:lnTo>
                  <a:lnTo>
                    <a:pt x="4507" y="76929"/>
                  </a:lnTo>
                  <a:lnTo>
                    <a:pt x="4510" y="77978"/>
                  </a:lnTo>
                  <a:lnTo>
                    <a:pt x="4513" y="79026"/>
                  </a:lnTo>
                  <a:lnTo>
                    <a:pt x="4516" y="80075"/>
                  </a:lnTo>
                  <a:lnTo>
                    <a:pt x="4519" y="81124"/>
                  </a:lnTo>
                  <a:lnTo>
                    <a:pt x="4522" y="82172"/>
                  </a:lnTo>
                  <a:lnTo>
                    <a:pt x="4525" y="83221"/>
                  </a:lnTo>
                  <a:lnTo>
                    <a:pt x="4528" y="84270"/>
                  </a:lnTo>
                  <a:lnTo>
                    <a:pt x="4531" y="85318"/>
                  </a:lnTo>
                  <a:lnTo>
                    <a:pt x="4534" y="86367"/>
                  </a:lnTo>
                  <a:lnTo>
                    <a:pt x="4537" y="87416"/>
                  </a:lnTo>
                  <a:lnTo>
                    <a:pt x="4540" y="88464"/>
                  </a:lnTo>
                  <a:lnTo>
                    <a:pt x="4544" y="89513"/>
                  </a:lnTo>
                  <a:lnTo>
                    <a:pt x="4547" y="90562"/>
                  </a:lnTo>
                  <a:lnTo>
                    <a:pt x="4550" y="91610"/>
                  </a:lnTo>
                  <a:lnTo>
                    <a:pt x="4553" y="92659"/>
                  </a:lnTo>
                  <a:lnTo>
                    <a:pt x="5585" y="92659"/>
                  </a:lnTo>
                  <a:lnTo>
                    <a:pt x="6616" y="92659"/>
                  </a:lnTo>
                  <a:lnTo>
                    <a:pt x="7648" y="92659"/>
                  </a:lnTo>
                  <a:lnTo>
                    <a:pt x="8679" y="92659"/>
                  </a:lnTo>
                  <a:lnTo>
                    <a:pt x="9711" y="92659"/>
                  </a:lnTo>
                  <a:lnTo>
                    <a:pt x="10743" y="92659"/>
                  </a:lnTo>
                  <a:lnTo>
                    <a:pt x="11775" y="92659"/>
                  </a:lnTo>
                  <a:lnTo>
                    <a:pt x="12807" y="92659"/>
                  </a:lnTo>
                  <a:lnTo>
                    <a:pt x="13839" y="92659"/>
                  </a:lnTo>
                  <a:lnTo>
                    <a:pt x="14871" y="92659"/>
                  </a:lnTo>
                  <a:lnTo>
                    <a:pt x="15904" y="92659"/>
                  </a:lnTo>
                  <a:lnTo>
                    <a:pt x="16936" y="92659"/>
                  </a:lnTo>
                  <a:lnTo>
                    <a:pt x="17969" y="92659"/>
                  </a:lnTo>
                  <a:lnTo>
                    <a:pt x="19002" y="92659"/>
                  </a:lnTo>
                  <a:lnTo>
                    <a:pt x="20036" y="92659"/>
                  </a:lnTo>
                  <a:lnTo>
                    <a:pt x="21070" y="92659"/>
                  </a:lnTo>
                  <a:lnTo>
                    <a:pt x="22104" y="92659"/>
                  </a:lnTo>
                  <a:lnTo>
                    <a:pt x="23138" y="92659"/>
                  </a:lnTo>
                  <a:lnTo>
                    <a:pt x="24173" y="92659"/>
                  </a:lnTo>
                  <a:lnTo>
                    <a:pt x="25208" y="92659"/>
                  </a:lnTo>
                  <a:lnTo>
                    <a:pt x="26243" y="92659"/>
                  </a:lnTo>
                  <a:lnTo>
                    <a:pt x="27279" y="92659"/>
                  </a:lnTo>
                  <a:lnTo>
                    <a:pt x="28315" y="92659"/>
                  </a:lnTo>
                  <a:lnTo>
                    <a:pt x="29351" y="92659"/>
                  </a:lnTo>
                  <a:lnTo>
                    <a:pt x="30389" y="92659"/>
                  </a:lnTo>
                  <a:lnTo>
                    <a:pt x="31426" y="92659"/>
                  </a:lnTo>
                  <a:lnTo>
                    <a:pt x="32464" y="92659"/>
                  </a:lnTo>
                  <a:lnTo>
                    <a:pt x="33503" y="92659"/>
                  </a:lnTo>
                  <a:lnTo>
                    <a:pt x="34542" y="92659"/>
                  </a:lnTo>
                  <a:lnTo>
                    <a:pt x="35581" y="92659"/>
                  </a:lnTo>
                  <a:lnTo>
                    <a:pt x="36621" y="92659"/>
                  </a:lnTo>
                  <a:lnTo>
                    <a:pt x="37662" y="92659"/>
                  </a:lnTo>
                  <a:lnTo>
                    <a:pt x="38703" y="92659"/>
                  </a:lnTo>
                  <a:lnTo>
                    <a:pt x="39745" y="92659"/>
                  </a:lnTo>
                  <a:lnTo>
                    <a:pt x="40788" y="92659"/>
                  </a:lnTo>
                  <a:lnTo>
                    <a:pt x="41831" y="92659"/>
                  </a:lnTo>
                  <a:lnTo>
                    <a:pt x="42875" y="92659"/>
                  </a:lnTo>
                  <a:lnTo>
                    <a:pt x="43919" y="92659"/>
                  </a:lnTo>
                  <a:lnTo>
                    <a:pt x="44964" y="92659"/>
                  </a:lnTo>
                  <a:lnTo>
                    <a:pt x="46010" y="92659"/>
                  </a:lnTo>
                  <a:lnTo>
                    <a:pt x="47057" y="92659"/>
                  </a:lnTo>
                  <a:lnTo>
                    <a:pt x="48105" y="92659"/>
                  </a:lnTo>
                  <a:lnTo>
                    <a:pt x="49153" y="92659"/>
                  </a:lnTo>
                  <a:lnTo>
                    <a:pt x="50202" y="92659"/>
                  </a:lnTo>
                  <a:lnTo>
                    <a:pt x="51252" y="92659"/>
                  </a:lnTo>
                  <a:lnTo>
                    <a:pt x="52303" y="92659"/>
                  </a:lnTo>
                  <a:lnTo>
                    <a:pt x="53354" y="92659"/>
                  </a:lnTo>
                  <a:lnTo>
                    <a:pt x="54407" y="92659"/>
                  </a:lnTo>
                  <a:lnTo>
                    <a:pt x="55460" y="92659"/>
                  </a:lnTo>
                  <a:lnTo>
                    <a:pt x="56514" y="92659"/>
                  </a:lnTo>
                  <a:lnTo>
                    <a:pt x="57569" y="92659"/>
                  </a:lnTo>
                  <a:lnTo>
                    <a:pt x="58625" y="92659"/>
                  </a:lnTo>
                  <a:lnTo>
                    <a:pt x="59682" y="92659"/>
                  </a:lnTo>
                  <a:lnTo>
                    <a:pt x="60741" y="92659"/>
                  </a:lnTo>
                  <a:lnTo>
                    <a:pt x="61800" y="92659"/>
                  </a:lnTo>
                  <a:lnTo>
                    <a:pt x="62860" y="92659"/>
                  </a:lnTo>
                  <a:lnTo>
                    <a:pt x="63921" y="92659"/>
                  </a:lnTo>
                  <a:lnTo>
                    <a:pt x="64983" y="92659"/>
                  </a:lnTo>
                  <a:lnTo>
                    <a:pt x="64983" y="93325"/>
                  </a:lnTo>
                  <a:lnTo>
                    <a:pt x="64983" y="94002"/>
                  </a:lnTo>
                  <a:lnTo>
                    <a:pt x="63933" y="94010"/>
                  </a:lnTo>
                  <a:lnTo>
                    <a:pt x="62884" y="94018"/>
                  </a:lnTo>
                  <a:lnTo>
                    <a:pt x="61834" y="94026"/>
                  </a:lnTo>
                  <a:lnTo>
                    <a:pt x="60784" y="94033"/>
                  </a:lnTo>
                  <a:lnTo>
                    <a:pt x="59734" y="94041"/>
                  </a:lnTo>
                  <a:lnTo>
                    <a:pt x="58685" y="94048"/>
                  </a:lnTo>
                  <a:lnTo>
                    <a:pt x="57635" y="94055"/>
                  </a:lnTo>
                  <a:lnTo>
                    <a:pt x="56585" y="94061"/>
                  </a:lnTo>
                  <a:lnTo>
                    <a:pt x="55535" y="94068"/>
                  </a:lnTo>
                  <a:lnTo>
                    <a:pt x="54485" y="94074"/>
                  </a:lnTo>
                  <a:lnTo>
                    <a:pt x="53436" y="94080"/>
                  </a:lnTo>
                  <a:lnTo>
                    <a:pt x="52386" y="94086"/>
                  </a:lnTo>
                  <a:lnTo>
                    <a:pt x="51336" y="94092"/>
                  </a:lnTo>
                  <a:lnTo>
                    <a:pt x="50286" y="94098"/>
                  </a:lnTo>
                  <a:lnTo>
                    <a:pt x="49237" y="94103"/>
                  </a:lnTo>
                  <a:lnTo>
                    <a:pt x="48187" y="94109"/>
                  </a:lnTo>
                  <a:lnTo>
                    <a:pt x="47137" y="94114"/>
                  </a:lnTo>
                  <a:lnTo>
                    <a:pt x="46087" y="94119"/>
                  </a:lnTo>
                  <a:lnTo>
                    <a:pt x="45037" y="94124"/>
                  </a:lnTo>
                  <a:lnTo>
                    <a:pt x="43988" y="94129"/>
                  </a:lnTo>
                  <a:lnTo>
                    <a:pt x="42938" y="94133"/>
                  </a:lnTo>
                  <a:lnTo>
                    <a:pt x="41888" y="94137"/>
                  </a:lnTo>
                  <a:lnTo>
                    <a:pt x="40838" y="94142"/>
                  </a:lnTo>
                  <a:lnTo>
                    <a:pt x="39789" y="94146"/>
                  </a:lnTo>
                  <a:lnTo>
                    <a:pt x="38739" y="94150"/>
                  </a:lnTo>
                  <a:lnTo>
                    <a:pt x="37622" y="94155"/>
                  </a:lnTo>
                  <a:lnTo>
                    <a:pt x="36505" y="94161"/>
                  </a:lnTo>
                  <a:lnTo>
                    <a:pt x="35389" y="94167"/>
                  </a:lnTo>
                  <a:lnTo>
                    <a:pt x="34272" y="94174"/>
                  </a:lnTo>
                  <a:lnTo>
                    <a:pt x="33155" y="94181"/>
                  </a:lnTo>
                  <a:lnTo>
                    <a:pt x="32039" y="94188"/>
                  </a:lnTo>
                  <a:lnTo>
                    <a:pt x="30922" y="94196"/>
                  </a:lnTo>
                  <a:lnTo>
                    <a:pt x="29805" y="94205"/>
                  </a:lnTo>
                  <a:lnTo>
                    <a:pt x="28737" y="94212"/>
                  </a:lnTo>
                  <a:lnTo>
                    <a:pt x="27668" y="94219"/>
                  </a:lnTo>
                  <a:lnTo>
                    <a:pt x="26600" y="94226"/>
                  </a:lnTo>
                  <a:lnTo>
                    <a:pt x="25532" y="94232"/>
                  </a:lnTo>
                  <a:lnTo>
                    <a:pt x="24464" y="94237"/>
                  </a:lnTo>
                  <a:lnTo>
                    <a:pt x="23395" y="94242"/>
                  </a:lnTo>
                  <a:lnTo>
                    <a:pt x="22327" y="94246"/>
                  </a:lnTo>
                  <a:lnTo>
                    <a:pt x="21259" y="94250"/>
                  </a:lnTo>
                  <a:lnTo>
                    <a:pt x="20190" y="94254"/>
                  </a:lnTo>
                  <a:lnTo>
                    <a:pt x="19122" y="94257"/>
                  </a:lnTo>
                  <a:lnTo>
                    <a:pt x="18054" y="94261"/>
                  </a:lnTo>
                  <a:lnTo>
                    <a:pt x="16986" y="94264"/>
                  </a:lnTo>
                  <a:lnTo>
                    <a:pt x="16390" y="94270"/>
                  </a:lnTo>
                  <a:lnTo>
                    <a:pt x="15339" y="94281"/>
                  </a:lnTo>
                  <a:lnTo>
                    <a:pt x="12933" y="94307"/>
                  </a:lnTo>
                  <a:lnTo>
                    <a:pt x="12382" y="94307"/>
                  </a:lnTo>
                  <a:lnTo>
                    <a:pt x="11411" y="94307"/>
                  </a:lnTo>
                  <a:lnTo>
                    <a:pt x="9186" y="94307"/>
                  </a:lnTo>
                  <a:lnTo>
                    <a:pt x="8093" y="94313"/>
                  </a:lnTo>
                  <a:lnTo>
                    <a:pt x="6993" y="94319"/>
                  </a:lnTo>
                  <a:lnTo>
                    <a:pt x="5879" y="94326"/>
                  </a:lnTo>
                  <a:lnTo>
                    <a:pt x="4742" y="94177"/>
                  </a:lnTo>
                  <a:lnTo>
                    <a:pt x="3902" y="93998"/>
                  </a:lnTo>
                  <a:lnTo>
                    <a:pt x="3208" y="93707"/>
                  </a:lnTo>
                  <a:lnTo>
                    <a:pt x="2513" y="93218"/>
                  </a:lnTo>
                  <a:lnTo>
                    <a:pt x="1668" y="92449"/>
                  </a:lnTo>
                  <a:lnTo>
                    <a:pt x="525" y="91316"/>
                  </a:lnTo>
                  <a:lnTo>
                    <a:pt x="377" y="90039"/>
                  </a:lnTo>
                  <a:lnTo>
                    <a:pt x="277" y="89073"/>
                  </a:lnTo>
                  <a:lnTo>
                    <a:pt x="216" y="88230"/>
                  </a:lnTo>
                  <a:lnTo>
                    <a:pt x="182" y="87322"/>
                  </a:lnTo>
                  <a:lnTo>
                    <a:pt x="165" y="86162"/>
                  </a:lnTo>
                  <a:lnTo>
                    <a:pt x="155" y="84563"/>
                  </a:lnTo>
                  <a:lnTo>
                    <a:pt x="146" y="83507"/>
                  </a:lnTo>
                  <a:lnTo>
                    <a:pt x="136" y="82446"/>
                  </a:lnTo>
                  <a:lnTo>
                    <a:pt x="126" y="81378"/>
                  </a:lnTo>
                  <a:lnTo>
                    <a:pt x="116" y="80298"/>
                  </a:lnTo>
                  <a:lnTo>
                    <a:pt x="117" y="79153"/>
                  </a:lnTo>
                  <a:lnTo>
                    <a:pt x="118" y="78003"/>
                  </a:lnTo>
                  <a:lnTo>
                    <a:pt x="119" y="76845"/>
                  </a:lnTo>
                  <a:lnTo>
                    <a:pt x="120" y="75674"/>
                  </a:lnTo>
                  <a:lnTo>
                    <a:pt x="116" y="74500"/>
                  </a:lnTo>
                  <a:lnTo>
                    <a:pt x="112" y="73323"/>
                  </a:lnTo>
                  <a:lnTo>
                    <a:pt x="108" y="72136"/>
                  </a:lnTo>
                  <a:lnTo>
                    <a:pt x="103" y="70937"/>
                  </a:lnTo>
                  <a:lnTo>
                    <a:pt x="101" y="69833"/>
                  </a:lnTo>
                  <a:lnTo>
                    <a:pt x="99" y="68729"/>
                  </a:lnTo>
                  <a:lnTo>
                    <a:pt x="97" y="67625"/>
                  </a:lnTo>
                  <a:lnTo>
                    <a:pt x="97" y="66521"/>
                  </a:lnTo>
                  <a:lnTo>
                    <a:pt x="97" y="65417"/>
                  </a:lnTo>
                  <a:lnTo>
                    <a:pt x="97" y="64313"/>
                  </a:lnTo>
                  <a:lnTo>
                    <a:pt x="98" y="63208"/>
                  </a:lnTo>
                  <a:lnTo>
                    <a:pt x="99" y="62105"/>
                  </a:lnTo>
                  <a:lnTo>
                    <a:pt x="100" y="61001"/>
                  </a:lnTo>
                  <a:lnTo>
                    <a:pt x="101" y="59913"/>
                  </a:lnTo>
                  <a:lnTo>
                    <a:pt x="100" y="58826"/>
                  </a:lnTo>
                  <a:lnTo>
                    <a:pt x="98" y="57739"/>
                  </a:lnTo>
                  <a:lnTo>
                    <a:pt x="96" y="56653"/>
                  </a:lnTo>
                  <a:lnTo>
                    <a:pt x="93" y="55566"/>
                  </a:lnTo>
                  <a:lnTo>
                    <a:pt x="89" y="54479"/>
                  </a:lnTo>
                  <a:lnTo>
                    <a:pt x="84" y="53392"/>
                  </a:lnTo>
                  <a:lnTo>
                    <a:pt x="79" y="52305"/>
                  </a:lnTo>
                  <a:lnTo>
                    <a:pt x="73" y="51218"/>
                  </a:lnTo>
                  <a:lnTo>
                    <a:pt x="67" y="50132"/>
                  </a:lnTo>
                  <a:lnTo>
                    <a:pt x="61" y="49045"/>
                  </a:lnTo>
                  <a:lnTo>
                    <a:pt x="54" y="47958"/>
                  </a:lnTo>
                  <a:lnTo>
                    <a:pt x="47" y="46871"/>
                  </a:lnTo>
                  <a:lnTo>
                    <a:pt x="40" y="45784"/>
                  </a:lnTo>
                  <a:lnTo>
                    <a:pt x="39" y="44713"/>
                  </a:lnTo>
                  <a:lnTo>
                    <a:pt x="38" y="43642"/>
                  </a:lnTo>
                  <a:lnTo>
                    <a:pt x="37" y="42571"/>
                  </a:lnTo>
                  <a:lnTo>
                    <a:pt x="37" y="41499"/>
                  </a:lnTo>
                  <a:lnTo>
                    <a:pt x="36" y="40428"/>
                  </a:lnTo>
                  <a:lnTo>
                    <a:pt x="36" y="39356"/>
                  </a:lnTo>
                  <a:lnTo>
                    <a:pt x="36" y="38285"/>
                  </a:lnTo>
                  <a:lnTo>
                    <a:pt x="37" y="37214"/>
                  </a:lnTo>
                  <a:lnTo>
                    <a:pt x="37" y="36143"/>
                  </a:lnTo>
                  <a:lnTo>
                    <a:pt x="28" y="35001"/>
                  </a:lnTo>
                  <a:lnTo>
                    <a:pt x="18" y="33856"/>
                  </a:lnTo>
                  <a:lnTo>
                    <a:pt x="9" y="32702"/>
                  </a:lnTo>
                  <a:lnTo>
                    <a:pt x="0" y="31535"/>
                  </a:lnTo>
                  <a:lnTo>
                    <a:pt x="6" y="30472"/>
                  </a:lnTo>
                  <a:lnTo>
                    <a:pt x="12" y="29405"/>
                  </a:lnTo>
                  <a:lnTo>
                    <a:pt x="18" y="28331"/>
                  </a:lnTo>
                  <a:lnTo>
                    <a:pt x="25" y="27245"/>
                  </a:lnTo>
                  <a:lnTo>
                    <a:pt x="24" y="25998"/>
                  </a:lnTo>
                  <a:lnTo>
                    <a:pt x="23" y="24744"/>
                  </a:lnTo>
                  <a:lnTo>
                    <a:pt x="22" y="23474"/>
                  </a:lnTo>
                  <a:lnTo>
                    <a:pt x="241" y="22196"/>
                  </a:lnTo>
                  <a:lnTo>
                    <a:pt x="497" y="21058"/>
                  </a:lnTo>
                  <a:lnTo>
                    <a:pt x="804" y="20035"/>
                  </a:lnTo>
                  <a:lnTo>
                    <a:pt x="1177" y="19099"/>
                  </a:lnTo>
                  <a:lnTo>
                    <a:pt x="1632" y="18222"/>
                  </a:lnTo>
                  <a:lnTo>
                    <a:pt x="2182" y="17378"/>
                  </a:lnTo>
                  <a:lnTo>
                    <a:pt x="2842" y="16540"/>
                  </a:lnTo>
                  <a:lnTo>
                    <a:pt x="3628" y="15680"/>
                  </a:lnTo>
                  <a:lnTo>
                    <a:pt x="4553" y="14772"/>
                  </a:lnTo>
                  <a:lnTo>
                    <a:pt x="5916" y="14501"/>
                  </a:lnTo>
                  <a:lnTo>
                    <a:pt x="6941" y="14321"/>
                  </a:lnTo>
                  <a:lnTo>
                    <a:pt x="7823" y="14214"/>
                  </a:lnTo>
                  <a:lnTo>
                    <a:pt x="8758" y="14164"/>
                  </a:lnTo>
                  <a:lnTo>
                    <a:pt x="9938" y="14153"/>
                  </a:lnTo>
                  <a:lnTo>
                    <a:pt x="11560" y="14166"/>
                  </a:lnTo>
                  <a:lnTo>
                    <a:pt x="12031" y="14166"/>
                  </a:lnTo>
                  <a:lnTo>
                    <a:pt x="12639" y="14166"/>
                  </a:lnTo>
                  <a:lnTo>
                    <a:pt x="13791" y="14166"/>
                  </a:lnTo>
                  <a:lnTo>
                    <a:pt x="15894" y="14165"/>
                  </a:lnTo>
                  <a:lnTo>
                    <a:pt x="16401" y="14173"/>
                  </a:lnTo>
                  <a:lnTo>
                    <a:pt x="17058" y="14183"/>
                  </a:lnTo>
                  <a:lnTo>
                    <a:pt x="18303" y="14202"/>
                  </a:lnTo>
                  <a:lnTo>
                    <a:pt x="20574" y="14237"/>
                  </a:lnTo>
                  <a:lnTo>
                    <a:pt x="21661" y="14235"/>
                  </a:lnTo>
                  <a:lnTo>
                    <a:pt x="22748" y="14233"/>
                  </a:lnTo>
                  <a:lnTo>
                    <a:pt x="23834" y="14231"/>
                  </a:lnTo>
                  <a:lnTo>
                    <a:pt x="24921" y="14228"/>
                  </a:lnTo>
                  <a:lnTo>
                    <a:pt x="26008" y="14226"/>
                  </a:lnTo>
                  <a:lnTo>
                    <a:pt x="27095" y="14224"/>
                  </a:lnTo>
                  <a:lnTo>
                    <a:pt x="28182" y="14221"/>
                  </a:lnTo>
                  <a:lnTo>
                    <a:pt x="29270" y="14219"/>
                  </a:lnTo>
                  <a:lnTo>
                    <a:pt x="30357" y="14216"/>
                  </a:lnTo>
                  <a:lnTo>
                    <a:pt x="31460" y="14220"/>
                  </a:lnTo>
                  <a:lnTo>
                    <a:pt x="32563" y="14225"/>
                  </a:lnTo>
                  <a:lnTo>
                    <a:pt x="33666" y="14231"/>
                  </a:lnTo>
                  <a:lnTo>
                    <a:pt x="34770" y="14236"/>
                  </a:lnTo>
                  <a:lnTo>
                    <a:pt x="35873" y="14242"/>
                  </a:lnTo>
                  <a:lnTo>
                    <a:pt x="36976" y="14249"/>
                  </a:lnTo>
                  <a:lnTo>
                    <a:pt x="38079" y="14256"/>
                  </a:lnTo>
                  <a:lnTo>
                    <a:pt x="39182" y="14263"/>
                  </a:lnTo>
                  <a:lnTo>
                    <a:pt x="40285" y="14270"/>
                  </a:lnTo>
                  <a:lnTo>
                    <a:pt x="41388" y="14279"/>
                  </a:lnTo>
                  <a:lnTo>
                    <a:pt x="42492" y="14287"/>
                  </a:lnTo>
                  <a:lnTo>
                    <a:pt x="43595" y="14296"/>
                  </a:lnTo>
                  <a:lnTo>
                    <a:pt x="44698" y="14305"/>
                  </a:lnTo>
                  <a:lnTo>
                    <a:pt x="45801" y="14315"/>
                  </a:lnTo>
                  <a:lnTo>
                    <a:pt x="46865" y="14322"/>
                  </a:lnTo>
                  <a:lnTo>
                    <a:pt x="47929" y="14328"/>
                  </a:lnTo>
                  <a:lnTo>
                    <a:pt x="48993" y="14332"/>
                  </a:lnTo>
                  <a:lnTo>
                    <a:pt x="50056" y="14335"/>
                  </a:lnTo>
                  <a:lnTo>
                    <a:pt x="51120" y="14337"/>
                  </a:lnTo>
                  <a:lnTo>
                    <a:pt x="52183" y="14338"/>
                  </a:lnTo>
                  <a:lnTo>
                    <a:pt x="53247" y="14338"/>
                  </a:lnTo>
                  <a:lnTo>
                    <a:pt x="54310" y="14337"/>
                  </a:lnTo>
                  <a:lnTo>
                    <a:pt x="55374" y="14336"/>
                  </a:lnTo>
                  <a:lnTo>
                    <a:pt x="56438" y="14334"/>
                  </a:lnTo>
                  <a:lnTo>
                    <a:pt x="57501" y="14331"/>
                  </a:lnTo>
                  <a:lnTo>
                    <a:pt x="58565" y="14328"/>
                  </a:lnTo>
                  <a:lnTo>
                    <a:pt x="59629" y="14324"/>
                  </a:lnTo>
                  <a:lnTo>
                    <a:pt x="60693" y="14321"/>
                  </a:lnTo>
                  <a:lnTo>
                    <a:pt x="61847" y="14343"/>
                  </a:lnTo>
                  <a:lnTo>
                    <a:pt x="63007" y="14364"/>
                  </a:lnTo>
                  <a:lnTo>
                    <a:pt x="64174" y="14387"/>
                  </a:lnTo>
                  <a:lnTo>
                    <a:pt x="65355" y="14409"/>
                  </a:lnTo>
                  <a:lnTo>
                    <a:pt x="67448" y="14395"/>
                  </a:lnTo>
                  <a:lnTo>
                    <a:pt x="69251" y="14377"/>
                  </a:lnTo>
                  <a:lnTo>
                    <a:pt x="70794" y="14349"/>
                  </a:lnTo>
                  <a:lnTo>
                    <a:pt x="72109" y="14304"/>
                  </a:lnTo>
                  <a:lnTo>
                    <a:pt x="73226" y="14237"/>
                  </a:lnTo>
                  <a:lnTo>
                    <a:pt x="74176" y="14142"/>
                  </a:lnTo>
                  <a:lnTo>
                    <a:pt x="74990" y="14012"/>
                  </a:lnTo>
                  <a:lnTo>
                    <a:pt x="75700" y="13841"/>
                  </a:lnTo>
                  <a:lnTo>
                    <a:pt x="76335" y="13624"/>
                  </a:lnTo>
                  <a:lnTo>
                    <a:pt x="76926" y="13354"/>
                  </a:lnTo>
                  <a:lnTo>
                    <a:pt x="77506" y="13024"/>
                  </a:lnTo>
                  <a:lnTo>
                    <a:pt x="78104" y="12630"/>
                  </a:lnTo>
                  <a:lnTo>
                    <a:pt x="78751" y="12165"/>
                  </a:lnTo>
                  <a:lnTo>
                    <a:pt x="79478" y="11623"/>
                  </a:lnTo>
                  <a:lnTo>
                    <a:pt x="80153" y="10799"/>
                  </a:lnTo>
                  <a:lnTo>
                    <a:pt x="80683" y="10134"/>
                  </a:lnTo>
                  <a:lnTo>
                    <a:pt x="81142" y="9519"/>
                  </a:lnTo>
                  <a:lnTo>
                    <a:pt x="81606" y="8844"/>
                  </a:lnTo>
                  <a:lnTo>
                    <a:pt x="82151" y="8001"/>
                  </a:lnTo>
                  <a:lnTo>
                    <a:pt x="82852" y="6880"/>
                  </a:lnTo>
                  <a:lnTo>
                    <a:pt x="83783" y="5372"/>
                  </a:lnTo>
                  <a:lnTo>
                    <a:pt x="85116" y="4705"/>
                  </a:lnTo>
                  <a:lnTo>
                    <a:pt x="86469" y="4029"/>
                  </a:lnTo>
                  <a:lnTo>
                    <a:pt x="86469" y="2698"/>
                  </a:lnTo>
                  <a:lnTo>
                    <a:pt x="86469" y="1358"/>
                  </a:lnTo>
                  <a:lnTo>
                    <a:pt x="86469" y="0"/>
                  </a:lnTo>
                  <a:close/>
                </a:path>
              </a:pathLst>
            </a:custGeom>
            <a:solidFill>
              <a:srgbClr val="BBDAE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" name="region 94 #6392B6"/>
            <p:cNvSpPr/>
            <p:nvPr/>
          </p:nvSpPr>
          <p:spPr>
            <a:xfrm>
              <a:off x="2466818" y="675317"/>
              <a:ext cx="34972" cy="123698"/>
            </a:xfrm>
            <a:custGeom>
              <a:avLst/>
              <a:gdLst/>
              <a:ahLst/>
              <a:cxnLst/>
              <a:rect l="l" t="t" r="r" b="b"/>
              <a:pathLst>
                <a:path w="34972" h="123698">
                  <a:moveTo>
                    <a:pt x="34972" y="153"/>
                  </a:moveTo>
                  <a:lnTo>
                    <a:pt x="34668" y="1211"/>
                  </a:lnTo>
                  <a:lnTo>
                    <a:pt x="34342" y="2247"/>
                  </a:lnTo>
                  <a:lnTo>
                    <a:pt x="33996" y="3264"/>
                  </a:lnTo>
                  <a:lnTo>
                    <a:pt x="33631" y="4261"/>
                  </a:lnTo>
                  <a:lnTo>
                    <a:pt x="33246" y="5242"/>
                  </a:lnTo>
                  <a:lnTo>
                    <a:pt x="32843" y="6207"/>
                  </a:lnTo>
                  <a:lnTo>
                    <a:pt x="32422" y="7158"/>
                  </a:lnTo>
                  <a:lnTo>
                    <a:pt x="31983" y="8096"/>
                  </a:lnTo>
                  <a:lnTo>
                    <a:pt x="31528" y="9024"/>
                  </a:lnTo>
                  <a:lnTo>
                    <a:pt x="31056" y="9942"/>
                  </a:lnTo>
                  <a:lnTo>
                    <a:pt x="30569" y="10853"/>
                  </a:lnTo>
                  <a:lnTo>
                    <a:pt x="30067" y="11757"/>
                  </a:lnTo>
                  <a:lnTo>
                    <a:pt x="29550" y="12656"/>
                  </a:lnTo>
                  <a:lnTo>
                    <a:pt x="29019" y="13553"/>
                  </a:lnTo>
                  <a:lnTo>
                    <a:pt x="28475" y="14448"/>
                  </a:lnTo>
                  <a:lnTo>
                    <a:pt x="27917" y="15343"/>
                  </a:lnTo>
                  <a:lnTo>
                    <a:pt x="27348" y="16239"/>
                  </a:lnTo>
                  <a:lnTo>
                    <a:pt x="26767" y="17139"/>
                  </a:lnTo>
                  <a:lnTo>
                    <a:pt x="26175" y="18043"/>
                  </a:lnTo>
                  <a:lnTo>
                    <a:pt x="25572" y="18953"/>
                  </a:lnTo>
                  <a:lnTo>
                    <a:pt x="26239" y="19619"/>
                  </a:lnTo>
                  <a:lnTo>
                    <a:pt x="26915" y="20296"/>
                  </a:lnTo>
                  <a:lnTo>
                    <a:pt x="28248" y="19629"/>
                  </a:lnTo>
                  <a:lnTo>
                    <a:pt x="29601" y="18953"/>
                  </a:lnTo>
                  <a:lnTo>
                    <a:pt x="29379" y="20061"/>
                  </a:lnTo>
                  <a:lnTo>
                    <a:pt x="29157" y="21171"/>
                  </a:lnTo>
                  <a:lnTo>
                    <a:pt x="28935" y="22285"/>
                  </a:lnTo>
                  <a:lnTo>
                    <a:pt x="28711" y="23404"/>
                  </a:lnTo>
                  <a:lnTo>
                    <a:pt x="28485" y="24531"/>
                  </a:lnTo>
                  <a:lnTo>
                    <a:pt x="28258" y="25667"/>
                  </a:lnTo>
                  <a:lnTo>
                    <a:pt x="26925" y="25667"/>
                  </a:lnTo>
                  <a:lnTo>
                    <a:pt x="25572" y="25667"/>
                  </a:lnTo>
                  <a:lnTo>
                    <a:pt x="25351" y="26776"/>
                  </a:lnTo>
                  <a:lnTo>
                    <a:pt x="25129" y="27886"/>
                  </a:lnTo>
                  <a:lnTo>
                    <a:pt x="24906" y="28999"/>
                  </a:lnTo>
                  <a:lnTo>
                    <a:pt x="24682" y="30119"/>
                  </a:lnTo>
                  <a:lnTo>
                    <a:pt x="24457" y="31246"/>
                  </a:lnTo>
                  <a:lnTo>
                    <a:pt x="24229" y="32382"/>
                  </a:lnTo>
                  <a:lnTo>
                    <a:pt x="23732" y="31372"/>
                  </a:lnTo>
                  <a:lnTo>
                    <a:pt x="23376" y="30550"/>
                  </a:lnTo>
                  <a:lnTo>
                    <a:pt x="23137" y="29774"/>
                  </a:lnTo>
                  <a:lnTo>
                    <a:pt x="22992" y="28905"/>
                  </a:lnTo>
                  <a:lnTo>
                    <a:pt x="22918" y="27801"/>
                  </a:lnTo>
                  <a:lnTo>
                    <a:pt x="22890" y="26321"/>
                  </a:lnTo>
                  <a:lnTo>
                    <a:pt x="22887" y="24325"/>
                  </a:lnTo>
                  <a:lnTo>
                    <a:pt x="22388" y="25322"/>
                  </a:lnTo>
                  <a:lnTo>
                    <a:pt x="21889" y="26320"/>
                  </a:lnTo>
                  <a:lnTo>
                    <a:pt x="21389" y="27320"/>
                  </a:lnTo>
                  <a:lnTo>
                    <a:pt x="20887" y="28323"/>
                  </a:lnTo>
                  <a:lnTo>
                    <a:pt x="20384" y="29330"/>
                  </a:lnTo>
                  <a:lnTo>
                    <a:pt x="19878" y="30341"/>
                  </a:lnTo>
                  <a:lnTo>
                    <a:pt x="19370" y="31358"/>
                  </a:lnTo>
                  <a:lnTo>
                    <a:pt x="18858" y="32382"/>
                  </a:lnTo>
                  <a:lnTo>
                    <a:pt x="18430" y="31183"/>
                  </a:lnTo>
                  <a:lnTo>
                    <a:pt x="18116" y="30098"/>
                  </a:lnTo>
                  <a:lnTo>
                    <a:pt x="17909" y="29092"/>
                  </a:lnTo>
                  <a:lnTo>
                    <a:pt x="17802" y="28129"/>
                  </a:lnTo>
                  <a:lnTo>
                    <a:pt x="17788" y="27173"/>
                  </a:lnTo>
                  <a:lnTo>
                    <a:pt x="17860" y="26191"/>
                  </a:lnTo>
                  <a:lnTo>
                    <a:pt x="18011" y="25146"/>
                  </a:lnTo>
                  <a:lnTo>
                    <a:pt x="18234" y="24004"/>
                  </a:lnTo>
                  <a:lnTo>
                    <a:pt x="18522" y="22729"/>
                  </a:lnTo>
                  <a:lnTo>
                    <a:pt x="19076" y="21482"/>
                  </a:lnTo>
                  <a:lnTo>
                    <a:pt x="19635" y="20226"/>
                  </a:lnTo>
                  <a:lnTo>
                    <a:pt x="20201" y="18953"/>
                  </a:lnTo>
                  <a:lnTo>
                    <a:pt x="21198" y="18620"/>
                  </a:lnTo>
                  <a:lnTo>
                    <a:pt x="22200" y="18287"/>
                  </a:lnTo>
                  <a:lnTo>
                    <a:pt x="23209" y="17950"/>
                  </a:lnTo>
                  <a:lnTo>
                    <a:pt x="24229" y="17610"/>
                  </a:lnTo>
                  <a:lnTo>
                    <a:pt x="24526" y="16543"/>
                  </a:lnTo>
                  <a:lnTo>
                    <a:pt x="24806" y="15472"/>
                  </a:lnTo>
                  <a:lnTo>
                    <a:pt x="25073" y="14397"/>
                  </a:lnTo>
                  <a:lnTo>
                    <a:pt x="25328" y="13319"/>
                  </a:lnTo>
                  <a:lnTo>
                    <a:pt x="25572" y="12239"/>
                  </a:lnTo>
                  <a:lnTo>
                    <a:pt x="26128" y="11267"/>
                  </a:lnTo>
                  <a:lnTo>
                    <a:pt x="26689" y="10300"/>
                  </a:lnTo>
                  <a:lnTo>
                    <a:pt x="27257" y="9336"/>
                  </a:lnTo>
                  <a:lnTo>
                    <a:pt x="27832" y="8376"/>
                  </a:lnTo>
                  <a:lnTo>
                    <a:pt x="28413" y="7420"/>
                  </a:lnTo>
                  <a:lnTo>
                    <a:pt x="29003" y="6470"/>
                  </a:lnTo>
                  <a:lnTo>
                    <a:pt x="29601" y="5524"/>
                  </a:lnTo>
                  <a:lnTo>
                    <a:pt x="28540" y="5670"/>
                  </a:lnTo>
                  <a:lnTo>
                    <a:pt x="27489" y="5841"/>
                  </a:lnTo>
                  <a:lnTo>
                    <a:pt x="26449" y="6038"/>
                  </a:lnTo>
                  <a:lnTo>
                    <a:pt x="25420" y="6261"/>
                  </a:lnTo>
                  <a:lnTo>
                    <a:pt x="24402" y="6510"/>
                  </a:lnTo>
                  <a:lnTo>
                    <a:pt x="23395" y="6785"/>
                  </a:lnTo>
                  <a:lnTo>
                    <a:pt x="22398" y="7087"/>
                  </a:lnTo>
                  <a:lnTo>
                    <a:pt x="21412" y="7416"/>
                  </a:lnTo>
                  <a:lnTo>
                    <a:pt x="20437" y="7772"/>
                  </a:lnTo>
                  <a:lnTo>
                    <a:pt x="19473" y="8155"/>
                  </a:lnTo>
                  <a:lnTo>
                    <a:pt x="18519" y="8566"/>
                  </a:lnTo>
                  <a:lnTo>
                    <a:pt x="17576" y="9005"/>
                  </a:lnTo>
                  <a:lnTo>
                    <a:pt x="16644" y="9472"/>
                  </a:lnTo>
                  <a:lnTo>
                    <a:pt x="15722" y="9968"/>
                  </a:lnTo>
                  <a:lnTo>
                    <a:pt x="14812" y="10492"/>
                  </a:lnTo>
                  <a:lnTo>
                    <a:pt x="13911" y="11045"/>
                  </a:lnTo>
                  <a:lnTo>
                    <a:pt x="13022" y="11627"/>
                  </a:lnTo>
                  <a:lnTo>
                    <a:pt x="12143" y="12239"/>
                  </a:lnTo>
                  <a:lnTo>
                    <a:pt x="11392" y="13545"/>
                  </a:lnTo>
                  <a:lnTo>
                    <a:pt x="10794" y="14605"/>
                  </a:lnTo>
                  <a:lnTo>
                    <a:pt x="10316" y="15496"/>
                  </a:lnTo>
                  <a:lnTo>
                    <a:pt x="9925" y="16297"/>
                  </a:lnTo>
                  <a:lnTo>
                    <a:pt x="9588" y="17083"/>
                  </a:lnTo>
                  <a:lnTo>
                    <a:pt x="9271" y="17933"/>
                  </a:lnTo>
                  <a:lnTo>
                    <a:pt x="8942" y="18924"/>
                  </a:lnTo>
                  <a:lnTo>
                    <a:pt x="8568" y="20134"/>
                  </a:lnTo>
                  <a:lnTo>
                    <a:pt x="8115" y="21639"/>
                  </a:lnTo>
                  <a:lnTo>
                    <a:pt x="7763" y="22721"/>
                  </a:lnTo>
                  <a:lnTo>
                    <a:pt x="7410" y="23808"/>
                  </a:lnTo>
                  <a:lnTo>
                    <a:pt x="7054" y="24904"/>
                  </a:lnTo>
                  <a:lnTo>
                    <a:pt x="6694" y="26011"/>
                  </a:lnTo>
                  <a:lnTo>
                    <a:pt x="6453" y="27044"/>
                  </a:lnTo>
                  <a:lnTo>
                    <a:pt x="6235" y="28081"/>
                  </a:lnTo>
                  <a:lnTo>
                    <a:pt x="6041" y="29120"/>
                  </a:lnTo>
                  <a:lnTo>
                    <a:pt x="5867" y="30162"/>
                  </a:lnTo>
                  <a:lnTo>
                    <a:pt x="5714" y="31206"/>
                  </a:lnTo>
                  <a:lnTo>
                    <a:pt x="5580" y="32253"/>
                  </a:lnTo>
                  <a:lnTo>
                    <a:pt x="5464" y="33302"/>
                  </a:lnTo>
                  <a:lnTo>
                    <a:pt x="5365" y="34353"/>
                  </a:lnTo>
                  <a:lnTo>
                    <a:pt x="5281" y="35406"/>
                  </a:lnTo>
                  <a:lnTo>
                    <a:pt x="5212" y="36460"/>
                  </a:lnTo>
                  <a:lnTo>
                    <a:pt x="5157" y="37516"/>
                  </a:lnTo>
                  <a:lnTo>
                    <a:pt x="5114" y="38574"/>
                  </a:lnTo>
                  <a:lnTo>
                    <a:pt x="5082" y="39632"/>
                  </a:lnTo>
                  <a:lnTo>
                    <a:pt x="5060" y="40691"/>
                  </a:lnTo>
                  <a:lnTo>
                    <a:pt x="5047" y="41751"/>
                  </a:lnTo>
                  <a:lnTo>
                    <a:pt x="5042" y="42812"/>
                  </a:lnTo>
                  <a:lnTo>
                    <a:pt x="5044" y="43873"/>
                  </a:lnTo>
                  <a:lnTo>
                    <a:pt x="5050" y="44934"/>
                  </a:lnTo>
                  <a:lnTo>
                    <a:pt x="5062" y="45995"/>
                  </a:lnTo>
                  <a:lnTo>
                    <a:pt x="5076" y="47056"/>
                  </a:lnTo>
                  <a:lnTo>
                    <a:pt x="5093" y="48116"/>
                  </a:lnTo>
                  <a:lnTo>
                    <a:pt x="5110" y="49176"/>
                  </a:lnTo>
                  <a:lnTo>
                    <a:pt x="5128" y="50235"/>
                  </a:lnTo>
                  <a:lnTo>
                    <a:pt x="5144" y="51293"/>
                  </a:lnTo>
                  <a:lnTo>
                    <a:pt x="5157" y="52350"/>
                  </a:lnTo>
                  <a:lnTo>
                    <a:pt x="5167" y="53406"/>
                  </a:lnTo>
                  <a:lnTo>
                    <a:pt x="5170" y="54625"/>
                  </a:lnTo>
                  <a:lnTo>
                    <a:pt x="5172" y="55845"/>
                  </a:lnTo>
                  <a:lnTo>
                    <a:pt x="5174" y="57064"/>
                  </a:lnTo>
                  <a:lnTo>
                    <a:pt x="5176" y="58283"/>
                  </a:lnTo>
                  <a:lnTo>
                    <a:pt x="5178" y="59503"/>
                  </a:lnTo>
                  <a:lnTo>
                    <a:pt x="5180" y="60566"/>
                  </a:lnTo>
                  <a:lnTo>
                    <a:pt x="5183" y="61629"/>
                  </a:lnTo>
                  <a:lnTo>
                    <a:pt x="5186" y="62692"/>
                  </a:lnTo>
                  <a:lnTo>
                    <a:pt x="5189" y="63755"/>
                  </a:lnTo>
                  <a:lnTo>
                    <a:pt x="5193" y="64818"/>
                  </a:lnTo>
                  <a:lnTo>
                    <a:pt x="5197" y="65881"/>
                  </a:lnTo>
                  <a:lnTo>
                    <a:pt x="5202" y="66945"/>
                  </a:lnTo>
                  <a:lnTo>
                    <a:pt x="5206" y="68008"/>
                  </a:lnTo>
                  <a:lnTo>
                    <a:pt x="5211" y="69071"/>
                  </a:lnTo>
                  <a:lnTo>
                    <a:pt x="5216" y="70134"/>
                  </a:lnTo>
                  <a:lnTo>
                    <a:pt x="5222" y="71198"/>
                  </a:lnTo>
                  <a:lnTo>
                    <a:pt x="5227" y="72261"/>
                  </a:lnTo>
                  <a:lnTo>
                    <a:pt x="5233" y="73324"/>
                  </a:lnTo>
                  <a:lnTo>
                    <a:pt x="5239" y="74387"/>
                  </a:lnTo>
                  <a:lnTo>
                    <a:pt x="5245" y="75451"/>
                  </a:lnTo>
                  <a:lnTo>
                    <a:pt x="5250" y="76538"/>
                  </a:lnTo>
                  <a:lnTo>
                    <a:pt x="5255" y="77626"/>
                  </a:lnTo>
                  <a:lnTo>
                    <a:pt x="5260" y="78713"/>
                  </a:lnTo>
                  <a:lnTo>
                    <a:pt x="5264" y="79801"/>
                  </a:lnTo>
                  <a:lnTo>
                    <a:pt x="5268" y="80888"/>
                  </a:lnTo>
                  <a:lnTo>
                    <a:pt x="5271" y="81976"/>
                  </a:lnTo>
                  <a:lnTo>
                    <a:pt x="5275" y="83063"/>
                  </a:lnTo>
                  <a:lnTo>
                    <a:pt x="5278" y="84150"/>
                  </a:lnTo>
                  <a:lnTo>
                    <a:pt x="5281" y="85238"/>
                  </a:lnTo>
                  <a:lnTo>
                    <a:pt x="5284" y="86325"/>
                  </a:lnTo>
                  <a:lnTo>
                    <a:pt x="5287" y="87413"/>
                  </a:lnTo>
                  <a:lnTo>
                    <a:pt x="5289" y="88500"/>
                  </a:lnTo>
                  <a:lnTo>
                    <a:pt x="5292" y="89588"/>
                  </a:lnTo>
                  <a:lnTo>
                    <a:pt x="5295" y="90675"/>
                  </a:lnTo>
                  <a:lnTo>
                    <a:pt x="5297" y="91763"/>
                  </a:lnTo>
                  <a:lnTo>
                    <a:pt x="5300" y="92827"/>
                  </a:lnTo>
                  <a:lnTo>
                    <a:pt x="5304" y="93892"/>
                  </a:lnTo>
                  <a:lnTo>
                    <a:pt x="5307" y="94956"/>
                  </a:lnTo>
                  <a:lnTo>
                    <a:pt x="5310" y="96021"/>
                  </a:lnTo>
                  <a:lnTo>
                    <a:pt x="5314" y="97085"/>
                  </a:lnTo>
                  <a:lnTo>
                    <a:pt x="5317" y="98150"/>
                  </a:lnTo>
                  <a:lnTo>
                    <a:pt x="5321" y="99214"/>
                  </a:lnTo>
                  <a:lnTo>
                    <a:pt x="5324" y="100279"/>
                  </a:lnTo>
                  <a:lnTo>
                    <a:pt x="5328" y="101343"/>
                  </a:lnTo>
                  <a:lnTo>
                    <a:pt x="5332" y="102408"/>
                  </a:lnTo>
                  <a:lnTo>
                    <a:pt x="5336" y="103472"/>
                  </a:lnTo>
                  <a:lnTo>
                    <a:pt x="5340" y="104537"/>
                  </a:lnTo>
                  <a:lnTo>
                    <a:pt x="5344" y="105601"/>
                  </a:lnTo>
                  <a:lnTo>
                    <a:pt x="5349" y="106666"/>
                  </a:lnTo>
                  <a:lnTo>
                    <a:pt x="5353" y="107730"/>
                  </a:lnTo>
                  <a:lnTo>
                    <a:pt x="5358" y="108795"/>
                  </a:lnTo>
                  <a:lnTo>
                    <a:pt x="5362" y="109859"/>
                  </a:lnTo>
                  <a:lnTo>
                    <a:pt x="5367" y="110924"/>
                  </a:lnTo>
                  <a:lnTo>
                    <a:pt x="5372" y="111988"/>
                  </a:lnTo>
                  <a:lnTo>
                    <a:pt x="5376" y="113053"/>
                  </a:lnTo>
                  <a:lnTo>
                    <a:pt x="5381" y="114117"/>
                  </a:lnTo>
                  <a:lnTo>
                    <a:pt x="5386" y="115182"/>
                  </a:lnTo>
                  <a:lnTo>
                    <a:pt x="5391" y="116246"/>
                  </a:lnTo>
                  <a:lnTo>
                    <a:pt x="5397" y="117311"/>
                  </a:lnTo>
                  <a:lnTo>
                    <a:pt x="5402" y="118375"/>
                  </a:lnTo>
                  <a:lnTo>
                    <a:pt x="5407" y="119440"/>
                  </a:lnTo>
                  <a:lnTo>
                    <a:pt x="5412" y="120504"/>
                  </a:lnTo>
                  <a:lnTo>
                    <a:pt x="5418" y="121569"/>
                  </a:lnTo>
                  <a:lnTo>
                    <a:pt x="5423" y="122633"/>
                  </a:lnTo>
                  <a:lnTo>
                    <a:pt x="5429" y="123698"/>
                  </a:lnTo>
                  <a:lnTo>
                    <a:pt x="5005" y="122882"/>
                  </a:lnTo>
                  <a:lnTo>
                    <a:pt x="4602" y="122047"/>
                  </a:lnTo>
                  <a:lnTo>
                    <a:pt x="4219" y="121193"/>
                  </a:lnTo>
                  <a:lnTo>
                    <a:pt x="3858" y="120321"/>
                  </a:lnTo>
                  <a:lnTo>
                    <a:pt x="3516" y="119431"/>
                  </a:lnTo>
                  <a:lnTo>
                    <a:pt x="3194" y="118524"/>
                  </a:lnTo>
                  <a:lnTo>
                    <a:pt x="2890" y="117601"/>
                  </a:lnTo>
                  <a:lnTo>
                    <a:pt x="2605" y="116663"/>
                  </a:lnTo>
                  <a:lnTo>
                    <a:pt x="2338" y="115709"/>
                  </a:lnTo>
                  <a:lnTo>
                    <a:pt x="2089" y="114741"/>
                  </a:lnTo>
                  <a:lnTo>
                    <a:pt x="1856" y="113760"/>
                  </a:lnTo>
                  <a:lnTo>
                    <a:pt x="1640" y="112765"/>
                  </a:lnTo>
                  <a:lnTo>
                    <a:pt x="1440" y="111758"/>
                  </a:lnTo>
                  <a:lnTo>
                    <a:pt x="1255" y="110739"/>
                  </a:lnTo>
                  <a:lnTo>
                    <a:pt x="1086" y="109708"/>
                  </a:lnTo>
                  <a:lnTo>
                    <a:pt x="930" y="108667"/>
                  </a:lnTo>
                  <a:lnTo>
                    <a:pt x="789" y="107616"/>
                  </a:lnTo>
                  <a:lnTo>
                    <a:pt x="661" y="106556"/>
                  </a:lnTo>
                  <a:lnTo>
                    <a:pt x="547" y="105487"/>
                  </a:lnTo>
                  <a:lnTo>
                    <a:pt x="444" y="104410"/>
                  </a:lnTo>
                  <a:lnTo>
                    <a:pt x="354" y="103325"/>
                  </a:lnTo>
                  <a:lnTo>
                    <a:pt x="275" y="102234"/>
                  </a:lnTo>
                  <a:lnTo>
                    <a:pt x="208" y="101136"/>
                  </a:lnTo>
                  <a:lnTo>
                    <a:pt x="150" y="100033"/>
                  </a:lnTo>
                  <a:lnTo>
                    <a:pt x="103" y="98925"/>
                  </a:lnTo>
                  <a:lnTo>
                    <a:pt x="65" y="97812"/>
                  </a:lnTo>
                  <a:lnTo>
                    <a:pt x="37" y="96696"/>
                  </a:lnTo>
                  <a:lnTo>
                    <a:pt x="17" y="95577"/>
                  </a:lnTo>
                  <a:lnTo>
                    <a:pt x="5" y="94455"/>
                  </a:lnTo>
                  <a:lnTo>
                    <a:pt x="0" y="93332"/>
                  </a:lnTo>
                  <a:lnTo>
                    <a:pt x="3" y="92208"/>
                  </a:lnTo>
                  <a:lnTo>
                    <a:pt x="12" y="91083"/>
                  </a:lnTo>
                  <a:lnTo>
                    <a:pt x="27" y="89958"/>
                  </a:lnTo>
                  <a:lnTo>
                    <a:pt x="48" y="88833"/>
                  </a:lnTo>
                  <a:lnTo>
                    <a:pt x="74" y="87711"/>
                  </a:lnTo>
                  <a:lnTo>
                    <a:pt x="104" y="86590"/>
                  </a:lnTo>
                  <a:lnTo>
                    <a:pt x="139" y="85471"/>
                  </a:lnTo>
                  <a:lnTo>
                    <a:pt x="177" y="84356"/>
                  </a:lnTo>
                  <a:lnTo>
                    <a:pt x="218" y="83245"/>
                  </a:lnTo>
                  <a:lnTo>
                    <a:pt x="262" y="82139"/>
                  </a:lnTo>
                  <a:lnTo>
                    <a:pt x="308" y="81037"/>
                  </a:lnTo>
                  <a:lnTo>
                    <a:pt x="355" y="79942"/>
                  </a:lnTo>
                  <a:lnTo>
                    <a:pt x="404" y="78852"/>
                  </a:lnTo>
                  <a:lnTo>
                    <a:pt x="453" y="77770"/>
                  </a:lnTo>
                  <a:lnTo>
                    <a:pt x="503" y="76696"/>
                  </a:lnTo>
                  <a:lnTo>
                    <a:pt x="552" y="75629"/>
                  </a:lnTo>
                  <a:lnTo>
                    <a:pt x="600" y="74572"/>
                  </a:lnTo>
                  <a:lnTo>
                    <a:pt x="647" y="73524"/>
                  </a:lnTo>
                  <a:lnTo>
                    <a:pt x="692" y="72487"/>
                  </a:lnTo>
                  <a:lnTo>
                    <a:pt x="734" y="71460"/>
                  </a:lnTo>
                  <a:lnTo>
                    <a:pt x="774" y="70444"/>
                  </a:lnTo>
                  <a:lnTo>
                    <a:pt x="810" y="69441"/>
                  </a:lnTo>
                  <a:lnTo>
                    <a:pt x="843" y="68450"/>
                  </a:lnTo>
                  <a:lnTo>
                    <a:pt x="871" y="67473"/>
                  </a:lnTo>
                  <a:lnTo>
                    <a:pt x="895" y="66510"/>
                  </a:lnTo>
                  <a:lnTo>
                    <a:pt x="913" y="65561"/>
                  </a:lnTo>
                  <a:lnTo>
                    <a:pt x="925" y="64628"/>
                  </a:lnTo>
                  <a:lnTo>
                    <a:pt x="931" y="63710"/>
                  </a:lnTo>
                  <a:lnTo>
                    <a:pt x="930" y="62809"/>
                  </a:lnTo>
                  <a:lnTo>
                    <a:pt x="922" y="61692"/>
                  </a:lnTo>
                  <a:lnTo>
                    <a:pt x="913" y="60574"/>
                  </a:lnTo>
                  <a:lnTo>
                    <a:pt x="903" y="59457"/>
                  </a:lnTo>
                  <a:lnTo>
                    <a:pt x="892" y="58339"/>
                  </a:lnTo>
                  <a:lnTo>
                    <a:pt x="880" y="57221"/>
                  </a:lnTo>
                  <a:lnTo>
                    <a:pt x="866" y="56104"/>
                  </a:lnTo>
                  <a:lnTo>
                    <a:pt x="852" y="54986"/>
                  </a:lnTo>
                  <a:lnTo>
                    <a:pt x="837" y="53868"/>
                  </a:lnTo>
                  <a:lnTo>
                    <a:pt x="820" y="52751"/>
                  </a:lnTo>
                  <a:lnTo>
                    <a:pt x="805" y="51700"/>
                  </a:lnTo>
                  <a:lnTo>
                    <a:pt x="791" y="50650"/>
                  </a:lnTo>
                  <a:lnTo>
                    <a:pt x="779" y="49599"/>
                  </a:lnTo>
                  <a:lnTo>
                    <a:pt x="767" y="48548"/>
                  </a:lnTo>
                  <a:lnTo>
                    <a:pt x="757" y="47498"/>
                  </a:lnTo>
                  <a:lnTo>
                    <a:pt x="747" y="46447"/>
                  </a:lnTo>
                  <a:lnTo>
                    <a:pt x="739" y="45397"/>
                  </a:lnTo>
                  <a:lnTo>
                    <a:pt x="731" y="44346"/>
                  </a:lnTo>
                  <a:lnTo>
                    <a:pt x="724" y="43296"/>
                  </a:lnTo>
                  <a:lnTo>
                    <a:pt x="718" y="42245"/>
                  </a:lnTo>
                  <a:lnTo>
                    <a:pt x="712" y="41194"/>
                  </a:lnTo>
                  <a:lnTo>
                    <a:pt x="707" y="40144"/>
                  </a:lnTo>
                  <a:lnTo>
                    <a:pt x="702" y="39093"/>
                  </a:lnTo>
                  <a:lnTo>
                    <a:pt x="698" y="38042"/>
                  </a:lnTo>
                  <a:lnTo>
                    <a:pt x="675" y="36925"/>
                  </a:lnTo>
                  <a:lnTo>
                    <a:pt x="652" y="35803"/>
                  </a:lnTo>
                  <a:lnTo>
                    <a:pt x="629" y="34674"/>
                  </a:lnTo>
                  <a:lnTo>
                    <a:pt x="605" y="33531"/>
                  </a:lnTo>
                  <a:lnTo>
                    <a:pt x="615" y="32375"/>
                  </a:lnTo>
                  <a:lnTo>
                    <a:pt x="638" y="31240"/>
                  </a:lnTo>
                  <a:lnTo>
                    <a:pt x="677" y="30125"/>
                  </a:lnTo>
                  <a:lnTo>
                    <a:pt x="735" y="29030"/>
                  </a:lnTo>
                  <a:lnTo>
                    <a:pt x="813" y="27954"/>
                  </a:lnTo>
                  <a:lnTo>
                    <a:pt x="913" y="26895"/>
                  </a:lnTo>
                  <a:lnTo>
                    <a:pt x="1038" y="25854"/>
                  </a:lnTo>
                  <a:lnTo>
                    <a:pt x="1190" y="24829"/>
                  </a:lnTo>
                  <a:lnTo>
                    <a:pt x="1370" y="23820"/>
                  </a:lnTo>
                  <a:lnTo>
                    <a:pt x="1581" y="22826"/>
                  </a:lnTo>
                  <a:lnTo>
                    <a:pt x="1826" y="21846"/>
                  </a:lnTo>
                  <a:lnTo>
                    <a:pt x="2105" y="20879"/>
                  </a:lnTo>
                  <a:lnTo>
                    <a:pt x="2422" y="19925"/>
                  </a:lnTo>
                  <a:lnTo>
                    <a:pt x="2779" y="18982"/>
                  </a:lnTo>
                  <a:lnTo>
                    <a:pt x="3177" y="18050"/>
                  </a:lnTo>
                  <a:lnTo>
                    <a:pt x="3619" y="17129"/>
                  </a:lnTo>
                  <a:lnTo>
                    <a:pt x="4106" y="16217"/>
                  </a:lnTo>
                  <a:lnTo>
                    <a:pt x="4642" y="15313"/>
                  </a:lnTo>
                  <a:lnTo>
                    <a:pt x="5228" y="14417"/>
                  </a:lnTo>
                  <a:lnTo>
                    <a:pt x="5866" y="13528"/>
                  </a:lnTo>
                  <a:lnTo>
                    <a:pt x="6558" y="12646"/>
                  </a:lnTo>
                  <a:lnTo>
                    <a:pt x="7307" y="11768"/>
                  </a:lnTo>
                  <a:lnTo>
                    <a:pt x="8115" y="10896"/>
                  </a:lnTo>
                  <a:lnTo>
                    <a:pt x="9448" y="10896"/>
                  </a:lnTo>
                  <a:lnTo>
                    <a:pt x="10801" y="10896"/>
                  </a:lnTo>
                  <a:lnTo>
                    <a:pt x="10995" y="9870"/>
                  </a:lnTo>
                  <a:lnTo>
                    <a:pt x="11190" y="8837"/>
                  </a:lnTo>
                  <a:lnTo>
                    <a:pt x="11389" y="7791"/>
                  </a:lnTo>
                  <a:lnTo>
                    <a:pt x="12100" y="6657"/>
                  </a:lnTo>
                  <a:lnTo>
                    <a:pt x="12820" y="5684"/>
                  </a:lnTo>
                  <a:lnTo>
                    <a:pt x="13557" y="4854"/>
                  </a:lnTo>
                  <a:lnTo>
                    <a:pt x="14319" y="4149"/>
                  </a:lnTo>
                  <a:lnTo>
                    <a:pt x="15116" y="3551"/>
                  </a:lnTo>
                  <a:lnTo>
                    <a:pt x="15955" y="3041"/>
                  </a:lnTo>
                  <a:lnTo>
                    <a:pt x="16845" y="2601"/>
                  </a:lnTo>
                  <a:lnTo>
                    <a:pt x="17794" y="2213"/>
                  </a:lnTo>
                  <a:lnTo>
                    <a:pt x="18811" y="1858"/>
                  </a:lnTo>
                  <a:lnTo>
                    <a:pt x="19904" y="1519"/>
                  </a:lnTo>
                  <a:lnTo>
                    <a:pt x="21082" y="1177"/>
                  </a:lnTo>
                  <a:lnTo>
                    <a:pt x="22352" y="813"/>
                  </a:lnTo>
                  <a:lnTo>
                    <a:pt x="23431" y="607"/>
                  </a:lnTo>
                  <a:lnTo>
                    <a:pt x="24491" y="435"/>
                  </a:lnTo>
                  <a:lnTo>
                    <a:pt x="25538" y="294"/>
                  </a:lnTo>
                  <a:lnTo>
                    <a:pt x="26575" y="182"/>
                  </a:lnTo>
                  <a:lnTo>
                    <a:pt x="27606" y="99"/>
                  </a:lnTo>
                  <a:lnTo>
                    <a:pt x="28634" y="42"/>
                  </a:lnTo>
                  <a:lnTo>
                    <a:pt x="29664" y="9"/>
                  </a:lnTo>
                  <a:lnTo>
                    <a:pt x="30699" y="0"/>
                  </a:lnTo>
                  <a:lnTo>
                    <a:pt x="31744" y="11"/>
                  </a:lnTo>
                  <a:lnTo>
                    <a:pt x="32802" y="41"/>
                  </a:lnTo>
                  <a:lnTo>
                    <a:pt x="33877" y="89"/>
                  </a:lnTo>
                  <a:lnTo>
                    <a:pt x="34972" y="153"/>
                  </a:lnTo>
                  <a:close/>
                </a:path>
              </a:pathLst>
            </a:custGeom>
            <a:solidFill>
              <a:srgbClr val="6392B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" name="region 95 #CDE8F8"/>
            <p:cNvSpPr/>
            <p:nvPr/>
          </p:nvSpPr>
          <p:spPr>
            <a:xfrm>
              <a:off x="2231871" y="326320"/>
              <a:ext cx="204118" cy="4180"/>
            </a:xfrm>
            <a:custGeom>
              <a:avLst/>
              <a:gdLst/>
              <a:ahLst/>
              <a:cxnLst/>
              <a:rect l="l" t="t" r="r" b="b"/>
              <a:pathLst>
                <a:path w="204118" h="4180">
                  <a:moveTo>
                    <a:pt x="0" y="0"/>
                  </a:moveTo>
                  <a:lnTo>
                    <a:pt x="3157" y="0"/>
                  </a:lnTo>
                  <a:lnTo>
                    <a:pt x="6315" y="0"/>
                  </a:lnTo>
                  <a:lnTo>
                    <a:pt x="9473" y="0"/>
                  </a:lnTo>
                  <a:lnTo>
                    <a:pt x="12630" y="0"/>
                  </a:lnTo>
                  <a:lnTo>
                    <a:pt x="15788" y="0"/>
                  </a:lnTo>
                  <a:lnTo>
                    <a:pt x="18946" y="0"/>
                  </a:lnTo>
                  <a:lnTo>
                    <a:pt x="22105" y="0"/>
                  </a:lnTo>
                  <a:lnTo>
                    <a:pt x="25264" y="0"/>
                  </a:lnTo>
                  <a:lnTo>
                    <a:pt x="28423" y="0"/>
                  </a:lnTo>
                  <a:lnTo>
                    <a:pt x="31582" y="0"/>
                  </a:lnTo>
                  <a:lnTo>
                    <a:pt x="34742" y="0"/>
                  </a:lnTo>
                  <a:lnTo>
                    <a:pt x="37903" y="0"/>
                  </a:lnTo>
                  <a:lnTo>
                    <a:pt x="41064" y="0"/>
                  </a:lnTo>
                  <a:lnTo>
                    <a:pt x="44226" y="0"/>
                  </a:lnTo>
                  <a:lnTo>
                    <a:pt x="47388" y="0"/>
                  </a:lnTo>
                  <a:lnTo>
                    <a:pt x="50551" y="0"/>
                  </a:lnTo>
                  <a:lnTo>
                    <a:pt x="53715" y="0"/>
                  </a:lnTo>
                  <a:lnTo>
                    <a:pt x="56880" y="0"/>
                  </a:lnTo>
                  <a:lnTo>
                    <a:pt x="60045" y="0"/>
                  </a:lnTo>
                  <a:lnTo>
                    <a:pt x="63211" y="0"/>
                  </a:lnTo>
                  <a:lnTo>
                    <a:pt x="66379" y="0"/>
                  </a:lnTo>
                  <a:lnTo>
                    <a:pt x="69547" y="0"/>
                  </a:lnTo>
                  <a:lnTo>
                    <a:pt x="72716" y="0"/>
                  </a:lnTo>
                  <a:lnTo>
                    <a:pt x="75887" y="0"/>
                  </a:lnTo>
                  <a:lnTo>
                    <a:pt x="79058" y="0"/>
                  </a:lnTo>
                  <a:lnTo>
                    <a:pt x="82231" y="0"/>
                  </a:lnTo>
                  <a:lnTo>
                    <a:pt x="85404" y="0"/>
                  </a:lnTo>
                  <a:lnTo>
                    <a:pt x="88580" y="0"/>
                  </a:lnTo>
                  <a:lnTo>
                    <a:pt x="91756" y="0"/>
                  </a:lnTo>
                  <a:lnTo>
                    <a:pt x="94934" y="0"/>
                  </a:lnTo>
                  <a:lnTo>
                    <a:pt x="98113" y="0"/>
                  </a:lnTo>
                  <a:lnTo>
                    <a:pt x="101294" y="0"/>
                  </a:lnTo>
                  <a:lnTo>
                    <a:pt x="104476" y="0"/>
                  </a:lnTo>
                  <a:lnTo>
                    <a:pt x="107659" y="0"/>
                  </a:lnTo>
                  <a:lnTo>
                    <a:pt x="110845" y="0"/>
                  </a:lnTo>
                  <a:lnTo>
                    <a:pt x="114032" y="0"/>
                  </a:lnTo>
                  <a:lnTo>
                    <a:pt x="117220" y="0"/>
                  </a:lnTo>
                  <a:lnTo>
                    <a:pt x="120410" y="0"/>
                  </a:lnTo>
                  <a:lnTo>
                    <a:pt x="123603" y="0"/>
                  </a:lnTo>
                  <a:lnTo>
                    <a:pt x="126796" y="0"/>
                  </a:lnTo>
                  <a:lnTo>
                    <a:pt x="129992" y="0"/>
                  </a:lnTo>
                  <a:lnTo>
                    <a:pt x="133190" y="0"/>
                  </a:lnTo>
                  <a:lnTo>
                    <a:pt x="136390" y="0"/>
                  </a:lnTo>
                  <a:lnTo>
                    <a:pt x="139591" y="0"/>
                  </a:lnTo>
                  <a:lnTo>
                    <a:pt x="142795" y="0"/>
                  </a:lnTo>
                  <a:lnTo>
                    <a:pt x="146001" y="0"/>
                  </a:lnTo>
                  <a:lnTo>
                    <a:pt x="149209" y="0"/>
                  </a:lnTo>
                  <a:lnTo>
                    <a:pt x="152419" y="0"/>
                  </a:lnTo>
                  <a:lnTo>
                    <a:pt x="155631" y="0"/>
                  </a:lnTo>
                  <a:lnTo>
                    <a:pt x="158846" y="0"/>
                  </a:lnTo>
                  <a:lnTo>
                    <a:pt x="162063" y="0"/>
                  </a:lnTo>
                  <a:lnTo>
                    <a:pt x="165282" y="0"/>
                  </a:lnTo>
                  <a:lnTo>
                    <a:pt x="168504" y="0"/>
                  </a:lnTo>
                  <a:lnTo>
                    <a:pt x="171729" y="0"/>
                  </a:lnTo>
                  <a:lnTo>
                    <a:pt x="174955" y="0"/>
                  </a:lnTo>
                  <a:lnTo>
                    <a:pt x="178185" y="0"/>
                  </a:lnTo>
                  <a:lnTo>
                    <a:pt x="181417" y="0"/>
                  </a:lnTo>
                  <a:lnTo>
                    <a:pt x="184652" y="0"/>
                  </a:lnTo>
                  <a:lnTo>
                    <a:pt x="187889" y="0"/>
                  </a:lnTo>
                  <a:lnTo>
                    <a:pt x="191129" y="0"/>
                  </a:lnTo>
                  <a:lnTo>
                    <a:pt x="194372" y="0"/>
                  </a:lnTo>
                  <a:lnTo>
                    <a:pt x="197618" y="0"/>
                  </a:lnTo>
                  <a:lnTo>
                    <a:pt x="200867" y="0"/>
                  </a:lnTo>
                  <a:lnTo>
                    <a:pt x="204118" y="0"/>
                  </a:lnTo>
                  <a:lnTo>
                    <a:pt x="204118" y="666"/>
                  </a:lnTo>
                  <a:lnTo>
                    <a:pt x="204118" y="1343"/>
                  </a:lnTo>
                  <a:lnTo>
                    <a:pt x="203079" y="1497"/>
                  </a:lnTo>
                  <a:lnTo>
                    <a:pt x="202039" y="1646"/>
                  </a:lnTo>
                  <a:lnTo>
                    <a:pt x="201000" y="1790"/>
                  </a:lnTo>
                  <a:lnTo>
                    <a:pt x="199961" y="1928"/>
                  </a:lnTo>
                  <a:lnTo>
                    <a:pt x="198922" y="2062"/>
                  </a:lnTo>
                  <a:lnTo>
                    <a:pt x="197884" y="2190"/>
                  </a:lnTo>
                  <a:lnTo>
                    <a:pt x="196846" y="2313"/>
                  </a:lnTo>
                  <a:lnTo>
                    <a:pt x="195807" y="2431"/>
                  </a:lnTo>
                  <a:lnTo>
                    <a:pt x="194769" y="2544"/>
                  </a:lnTo>
                  <a:lnTo>
                    <a:pt x="193731" y="2653"/>
                  </a:lnTo>
                  <a:lnTo>
                    <a:pt x="192694" y="2757"/>
                  </a:lnTo>
                  <a:lnTo>
                    <a:pt x="191656" y="2856"/>
                  </a:lnTo>
                  <a:lnTo>
                    <a:pt x="190618" y="2951"/>
                  </a:lnTo>
                  <a:lnTo>
                    <a:pt x="189581" y="3042"/>
                  </a:lnTo>
                  <a:lnTo>
                    <a:pt x="188543" y="3128"/>
                  </a:lnTo>
                  <a:lnTo>
                    <a:pt x="187506" y="3210"/>
                  </a:lnTo>
                  <a:lnTo>
                    <a:pt x="186469" y="3288"/>
                  </a:lnTo>
                  <a:lnTo>
                    <a:pt x="185431" y="3362"/>
                  </a:lnTo>
                  <a:lnTo>
                    <a:pt x="184394" y="3432"/>
                  </a:lnTo>
                  <a:lnTo>
                    <a:pt x="183356" y="3498"/>
                  </a:lnTo>
                  <a:lnTo>
                    <a:pt x="182319" y="3561"/>
                  </a:lnTo>
                  <a:lnTo>
                    <a:pt x="181281" y="3620"/>
                  </a:lnTo>
                  <a:lnTo>
                    <a:pt x="180244" y="3675"/>
                  </a:lnTo>
                  <a:lnTo>
                    <a:pt x="179206" y="3727"/>
                  </a:lnTo>
                  <a:lnTo>
                    <a:pt x="178169" y="3775"/>
                  </a:lnTo>
                  <a:lnTo>
                    <a:pt x="177131" y="3821"/>
                  </a:lnTo>
                  <a:lnTo>
                    <a:pt x="176093" y="3863"/>
                  </a:lnTo>
                  <a:lnTo>
                    <a:pt x="175055" y="3902"/>
                  </a:lnTo>
                  <a:lnTo>
                    <a:pt x="174017" y="3938"/>
                  </a:lnTo>
                  <a:lnTo>
                    <a:pt x="172979" y="3971"/>
                  </a:lnTo>
                  <a:lnTo>
                    <a:pt x="171940" y="4001"/>
                  </a:lnTo>
                  <a:lnTo>
                    <a:pt x="170901" y="4028"/>
                  </a:lnTo>
                  <a:lnTo>
                    <a:pt x="169863" y="4053"/>
                  </a:lnTo>
                  <a:lnTo>
                    <a:pt x="168824" y="4076"/>
                  </a:lnTo>
                  <a:lnTo>
                    <a:pt x="167784" y="4096"/>
                  </a:lnTo>
                  <a:lnTo>
                    <a:pt x="166745" y="4113"/>
                  </a:lnTo>
                  <a:lnTo>
                    <a:pt x="165705" y="4128"/>
                  </a:lnTo>
                  <a:lnTo>
                    <a:pt x="164665" y="4141"/>
                  </a:lnTo>
                  <a:lnTo>
                    <a:pt x="163625" y="4152"/>
                  </a:lnTo>
                  <a:lnTo>
                    <a:pt x="162584" y="4161"/>
                  </a:lnTo>
                  <a:lnTo>
                    <a:pt x="161543" y="4168"/>
                  </a:lnTo>
                  <a:lnTo>
                    <a:pt x="160502" y="4174"/>
                  </a:lnTo>
                  <a:lnTo>
                    <a:pt x="159460" y="4177"/>
                  </a:lnTo>
                  <a:lnTo>
                    <a:pt x="158418" y="4179"/>
                  </a:lnTo>
                  <a:lnTo>
                    <a:pt x="157376" y="4180"/>
                  </a:lnTo>
                  <a:lnTo>
                    <a:pt x="156333" y="4178"/>
                  </a:lnTo>
                  <a:lnTo>
                    <a:pt x="155290" y="4176"/>
                  </a:lnTo>
                  <a:lnTo>
                    <a:pt x="154246" y="4172"/>
                  </a:lnTo>
                  <a:lnTo>
                    <a:pt x="153202" y="4167"/>
                  </a:lnTo>
                  <a:lnTo>
                    <a:pt x="152158" y="4162"/>
                  </a:lnTo>
                  <a:lnTo>
                    <a:pt x="151113" y="4155"/>
                  </a:lnTo>
                  <a:lnTo>
                    <a:pt x="150068" y="4147"/>
                  </a:lnTo>
                  <a:lnTo>
                    <a:pt x="149022" y="4138"/>
                  </a:lnTo>
                  <a:lnTo>
                    <a:pt x="147976" y="4129"/>
                  </a:lnTo>
                  <a:lnTo>
                    <a:pt x="146929" y="4119"/>
                  </a:lnTo>
                  <a:lnTo>
                    <a:pt x="145882" y="4108"/>
                  </a:lnTo>
                  <a:lnTo>
                    <a:pt x="144834" y="4097"/>
                  </a:lnTo>
                  <a:lnTo>
                    <a:pt x="143785" y="4086"/>
                  </a:lnTo>
                  <a:lnTo>
                    <a:pt x="142736" y="4074"/>
                  </a:lnTo>
                  <a:lnTo>
                    <a:pt x="141636" y="4063"/>
                  </a:lnTo>
                  <a:lnTo>
                    <a:pt x="140535" y="4052"/>
                  </a:lnTo>
                  <a:lnTo>
                    <a:pt x="139434" y="4041"/>
                  </a:lnTo>
                  <a:lnTo>
                    <a:pt x="138333" y="4031"/>
                  </a:lnTo>
                  <a:lnTo>
                    <a:pt x="137233" y="4022"/>
                  </a:lnTo>
                  <a:lnTo>
                    <a:pt x="136132" y="4012"/>
                  </a:lnTo>
                  <a:lnTo>
                    <a:pt x="135031" y="4003"/>
                  </a:lnTo>
                  <a:lnTo>
                    <a:pt x="133931" y="3994"/>
                  </a:lnTo>
                  <a:lnTo>
                    <a:pt x="132830" y="3986"/>
                  </a:lnTo>
                  <a:lnTo>
                    <a:pt x="131729" y="3977"/>
                  </a:lnTo>
                  <a:lnTo>
                    <a:pt x="130629" y="3969"/>
                  </a:lnTo>
                  <a:lnTo>
                    <a:pt x="129528" y="3961"/>
                  </a:lnTo>
                  <a:lnTo>
                    <a:pt x="128428" y="3952"/>
                  </a:lnTo>
                  <a:lnTo>
                    <a:pt x="127387" y="3944"/>
                  </a:lnTo>
                  <a:lnTo>
                    <a:pt x="126345" y="3935"/>
                  </a:lnTo>
                  <a:lnTo>
                    <a:pt x="125304" y="3926"/>
                  </a:lnTo>
                  <a:lnTo>
                    <a:pt x="124263" y="3918"/>
                  </a:lnTo>
                  <a:lnTo>
                    <a:pt x="123222" y="3909"/>
                  </a:lnTo>
                  <a:lnTo>
                    <a:pt x="122180" y="3900"/>
                  </a:lnTo>
                  <a:lnTo>
                    <a:pt x="121139" y="3891"/>
                  </a:lnTo>
                  <a:lnTo>
                    <a:pt x="120098" y="3882"/>
                  </a:lnTo>
                  <a:lnTo>
                    <a:pt x="119057" y="3872"/>
                  </a:lnTo>
                  <a:lnTo>
                    <a:pt x="118015" y="3863"/>
                  </a:lnTo>
                  <a:lnTo>
                    <a:pt x="116974" y="3853"/>
                  </a:lnTo>
                  <a:lnTo>
                    <a:pt x="115933" y="3844"/>
                  </a:lnTo>
                  <a:lnTo>
                    <a:pt x="114892" y="3834"/>
                  </a:lnTo>
                  <a:lnTo>
                    <a:pt x="113850" y="3824"/>
                  </a:lnTo>
                  <a:lnTo>
                    <a:pt x="112809" y="3814"/>
                  </a:lnTo>
                  <a:lnTo>
                    <a:pt x="111768" y="3804"/>
                  </a:lnTo>
                  <a:lnTo>
                    <a:pt x="110727" y="3794"/>
                  </a:lnTo>
                  <a:lnTo>
                    <a:pt x="109685" y="3784"/>
                  </a:lnTo>
                  <a:lnTo>
                    <a:pt x="108644" y="3774"/>
                  </a:lnTo>
                  <a:lnTo>
                    <a:pt x="107603" y="3764"/>
                  </a:lnTo>
                  <a:lnTo>
                    <a:pt x="106562" y="3753"/>
                  </a:lnTo>
                  <a:lnTo>
                    <a:pt x="105520" y="3743"/>
                  </a:lnTo>
                  <a:lnTo>
                    <a:pt x="104479" y="3732"/>
                  </a:lnTo>
                  <a:lnTo>
                    <a:pt x="103416" y="3721"/>
                  </a:lnTo>
                  <a:lnTo>
                    <a:pt x="102352" y="3710"/>
                  </a:lnTo>
                  <a:lnTo>
                    <a:pt x="101289" y="3700"/>
                  </a:lnTo>
                  <a:lnTo>
                    <a:pt x="100226" y="3689"/>
                  </a:lnTo>
                  <a:lnTo>
                    <a:pt x="99163" y="3679"/>
                  </a:lnTo>
                  <a:lnTo>
                    <a:pt x="98099" y="3668"/>
                  </a:lnTo>
                  <a:lnTo>
                    <a:pt x="97036" y="3658"/>
                  </a:lnTo>
                  <a:lnTo>
                    <a:pt x="95973" y="3648"/>
                  </a:lnTo>
                  <a:lnTo>
                    <a:pt x="94910" y="3638"/>
                  </a:lnTo>
                  <a:lnTo>
                    <a:pt x="93846" y="3628"/>
                  </a:lnTo>
                  <a:lnTo>
                    <a:pt x="92783" y="3618"/>
                  </a:lnTo>
                  <a:lnTo>
                    <a:pt x="91720" y="3609"/>
                  </a:lnTo>
                  <a:lnTo>
                    <a:pt x="90657" y="3599"/>
                  </a:lnTo>
                  <a:lnTo>
                    <a:pt x="89593" y="3590"/>
                  </a:lnTo>
                  <a:lnTo>
                    <a:pt x="88530" y="3581"/>
                  </a:lnTo>
                  <a:lnTo>
                    <a:pt x="87467" y="3571"/>
                  </a:lnTo>
                  <a:lnTo>
                    <a:pt x="86404" y="3562"/>
                  </a:lnTo>
                  <a:lnTo>
                    <a:pt x="85340" y="3553"/>
                  </a:lnTo>
                  <a:lnTo>
                    <a:pt x="84277" y="3544"/>
                  </a:lnTo>
                  <a:lnTo>
                    <a:pt x="83214" y="3536"/>
                  </a:lnTo>
                  <a:lnTo>
                    <a:pt x="82151" y="3527"/>
                  </a:lnTo>
                  <a:lnTo>
                    <a:pt x="81087" y="3518"/>
                  </a:lnTo>
                  <a:lnTo>
                    <a:pt x="80024" y="3510"/>
                  </a:lnTo>
                  <a:lnTo>
                    <a:pt x="78961" y="3501"/>
                  </a:lnTo>
                  <a:lnTo>
                    <a:pt x="77898" y="3493"/>
                  </a:lnTo>
                  <a:lnTo>
                    <a:pt x="76834" y="3485"/>
                  </a:lnTo>
                  <a:lnTo>
                    <a:pt x="75778" y="3476"/>
                  </a:lnTo>
                  <a:lnTo>
                    <a:pt x="74721" y="3468"/>
                  </a:lnTo>
                  <a:lnTo>
                    <a:pt x="73664" y="3460"/>
                  </a:lnTo>
                  <a:lnTo>
                    <a:pt x="72608" y="3451"/>
                  </a:lnTo>
                  <a:lnTo>
                    <a:pt x="71551" y="3442"/>
                  </a:lnTo>
                  <a:lnTo>
                    <a:pt x="70494" y="3434"/>
                  </a:lnTo>
                  <a:lnTo>
                    <a:pt x="69438" y="3425"/>
                  </a:lnTo>
                  <a:lnTo>
                    <a:pt x="68381" y="3416"/>
                  </a:lnTo>
                  <a:lnTo>
                    <a:pt x="67324" y="3407"/>
                  </a:lnTo>
                  <a:lnTo>
                    <a:pt x="66268" y="3398"/>
                  </a:lnTo>
                  <a:lnTo>
                    <a:pt x="65211" y="3390"/>
                  </a:lnTo>
                  <a:lnTo>
                    <a:pt x="64154" y="3381"/>
                  </a:lnTo>
                  <a:lnTo>
                    <a:pt x="63098" y="3372"/>
                  </a:lnTo>
                  <a:lnTo>
                    <a:pt x="62041" y="3362"/>
                  </a:lnTo>
                  <a:lnTo>
                    <a:pt x="60985" y="3353"/>
                  </a:lnTo>
                  <a:lnTo>
                    <a:pt x="59928" y="3344"/>
                  </a:lnTo>
                  <a:lnTo>
                    <a:pt x="58871" y="3335"/>
                  </a:lnTo>
                  <a:lnTo>
                    <a:pt x="57815" y="3326"/>
                  </a:lnTo>
                  <a:lnTo>
                    <a:pt x="56758" y="3316"/>
                  </a:lnTo>
                  <a:lnTo>
                    <a:pt x="55701" y="3307"/>
                  </a:lnTo>
                  <a:lnTo>
                    <a:pt x="54645" y="3298"/>
                  </a:lnTo>
                  <a:lnTo>
                    <a:pt x="53588" y="3288"/>
                  </a:lnTo>
                  <a:lnTo>
                    <a:pt x="52531" y="3279"/>
                  </a:lnTo>
                  <a:lnTo>
                    <a:pt x="51475" y="3269"/>
                  </a:lnTo>
                  <a:lnTo>
                    <a:pt x="50418" y="3260"/>
                  </a:lnTo>
                  <a:lnTo>
                    <a:pt x="49361" y="3250"/>
                  </a:lnTo>
                  <a:lnTo>
                    <a:pt x="48305" y="3241"/>
                  </a:lnTo>
                  <a:lnTo>
                    <a:pt x="47248" y="3231"/>
                  </a:lnTo>
                  <a:lnTo>
                    <a:pt x="46188" y="3222"/>
                  </a:lnTo>
                  <a:lnTo>
                    <a:pt x="45128" y="3212"/>
                  </a:lnTo>
                  <a:lnTo>
                    <a:pt x="44068" y="3203"/>
                  </a:lnTo>
                  <a:lnTo>
                    <a:pt x="43008" y="3194"/>
                  </a:lnTo>
                  <a:lnTo>
                    <a:pt x="41948" y="3185"/>
                  </a:lnTo>
                  <a:lnTo>
                    <a:pt x="40888" y="3176"/>
                  </a:lnTo>
                  <a:lnTo>
                    <a:pt x="39828" y="3167"/>
                  </a:lnTo>
                  <a:lnTo>
                    <a:pt x="38768" y="3159"/>
                  </a:lnTo>
                  <a:lnTo>
                    <a:pt x="37716" y="3150"/>
                  </a:lnTo>
                  <a:lnTo>
                    <a:pt x="36665" y="3141"/>
                  </a:lnTo>
                  <a:lnTo>
                    <a:pt x="35613" y="3131"/>
                  </a:lnTo>
                  <a:lnTo>
                    <a:pt x="34562" y="3122"/>
                  </a:lnTo>
                  <a:lnTo>
                    <a:pt x="33510" y="3112"/>
                  </a:lnTo>
                  <a:lnTo>
                    <a:pt x="32459" y="3102"/>
                  </a:lnTo>
                  <a:lnTo>
                    <a:pt x="31407" y="3092"/>
                  </a:lnTo>
                  <a:lnTo>
                    <a:pt x="30356" y="3081"/>
                  </a:lnTo>
                  <a:lnTo>
                    <a:pt x="29304" y="3070"/>
                  </a:lnTo>
                  <a:lnTo>
                    <a:pt x="28253" y="3060"/>
                  </a:lnTo>
                  <a:lnTo>
                    <a:pt x="27201" y="3049"/>
                  </a:lnTo>
                  <a:lnTo>
                    <a:pt x="26150" y="3038"/>
                  </a:lnTo>
                  <a:lnTo>
                    <a:pt x="25098" y="3027"/>
                  </a:lnTo>
                  <a:lnTo>
                    <a:pt x="24047" y="3015"/>
                  </a:lnTo>
                  <a:lnTo>
                    <a:pt x="22996" y="3004"/>
                  </a:lnTo>
                  <a:lnTo>
                    <a:pt x="22484" y="3001"/>
                  </a:lnTo>
                  <a:lnTo>
                    <a:pt x="21821" y="2996"/>
                  </a:lnTo>
                  <a:lnTo>
                    <a:pt x="20566" y="2986"/>
                  </a:lnTo>
                  <a:lnTo>
                    <a:pt x="18275" y="2968"/>
                  </a:lnTo>
                  <a:lnTo>
                    <a:pt x="17805" y="2963"/>
                  </a:lnTo>
                  <a:lnTo>
                    <a:pt x="17196" y="2955"/>
                  </a:lnTo>
                  <a:lnTo>
                    <a:pt x="16042" y="2942"/>
                  </a:lnTo>
                  <a:lnTo>
                    <a:pt x="13935" y="2917"/>
                  </a:lnTo>
                  <a:lnTo>
                    <a:pt x="12694" y="2905"/>
                  </a:lnTo>
                  <a:lnTo>
                    <a:pt x="11445" y="2892"/>
                  </a:lnTo>
                  <a:lnTo>
                    <a:pt x="10179" y="2879"/>
                  </a:lnTo>
                  <a:lnTo>
                    <a:pt x="9019" y="2800"/>
                  </a:lnTo>
                  <a:lnTo>
                    <a:pt x="7875" y="2695"/>
                  </a:lnTo>
                  <a:lnTo>
                    <a:pt x="6742" y="2566"/>
                  </a:lnTo>
                  <a:lnTo>
                    <a:pt x="5617" y="2413"/>
                  </a:lnTo>
                  <a:lnTo>
                    <a:pt x="4498" y="2237"/>
                  </a:lnTo>
                  <a:lnTo>
                    <a:pt x="3380" y="2041"/>
                  </a:lnTo>
                  <a:lnTo>
                    <a:pt x="2260" y="1826"/>
                  </a:lnTo>
                  <a:lnTo>
                    <a:pt x="1134" y="1593"/>
                  </a:lnTo>
                  <a:lnTo>
                    <a:pt x="0" y="1343"/>
                  </a:lnTo>
                  <a:lnTo>
                    <a:pt x="0" y="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DE8F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" name="region 96 #CDD5E4"/>
            <p:cNvSpPr/>
            <p:nvPr/>
          </p:nvSpPr>
          <p:spPr>
            <a:xfrm>
              <a:off x="2758281" y="240376"/>
              <a:ext cx="5372" cy="384064"/>
            </a:xfrm>
            <a:custGeom>
              <a:avLst/>
              <a:gdLst/>
              <a:ahLst/>
              <a:cxnLst/>
              <a:rect l="l" t="t" r="r" b="b"/>
              <a:pathLst>
                <a:path w="5372" h="384064">
                  <a:moveTo>
                    <a:pt x="4029" y="0"/>
                  </a:moveTo>
                  <a:lnTo>
                    <a:pt x="4695" y="0"/>
                  </a:lnTo>
                  <a:lnTo>
                    <a:pt x="5372" y="0"/>
                  </a:lnTo>
                  <a:lnTo>
                    <a:pt x="5372" y="5941"/>
                  </a:lnTo>
                  <a:lnTo>
                    <a:pt x="5372" y="11882"/>
                  </a:lnTo>
                  <a:lnTo>
                    <a:pt x="5372" y="17823"/>
                  </a:lnTo>
                  <a:lnTo>
                    <a:pt x="5372" y="23764"/>
                  </a:lnTo>
                  <a:lnTo>
                    <a:pt x="5372" y="29706"/>
                  </a:lnTo>
                  <a:lnTo>
                    <a:pt x="5372" y="35649"/>
                  </a:lnTo>
                  <a:lnTo>
                    <a:pt x="5372" y="41592"/>
                  </a:lnTo>
                  <a:lnTo>
                    <a:pt x="5372" y="47535"/>
                  </a:lnTo>
                  <a:lnTo>
                    <a:pt x="5372" y="53479"/>
                  </a:lnTo>
                  <a:lnTo>
                    <a:pt x="5372" y="59424"/>
                  </a:lnTo>
                  <a:lnTo>
                    <a:pt x="5372" y="65370"/>
                  </a:lnTo>
                  <a:lnTo>
                    <a:pt x="5372" y="71317"/>
                  </a:lnTo>
                  <a:lnTo>
                    <a:pt x="5372" y="77265"/>
                  </a:lnTo>
                  <a:lnTo>
                    <a:pt x="5372" y="83214"/>
                  </a:lnTo>
                  <a:lnTo>
                    <a:pt x="5372" y="89164"/>
                  </a:lnTo>
                  <a:lnTo>
                    <a:pt x="5372" y="95116"/>
                  </a:lnTo>
                  <a:lnTo>
                    <a:pt x="5372" y="101068"/>
                  </a:lnTo>
                  <a:lnTo>
                    <a:pt x="5372" y="107023"/>
                  </a:lnTo>
                  <a:lnTo>
                    <a:pt x="5372" y="112979"/>
                  </a:lnTo>
                  <a:lnTo>
                    <a:pt x="5372" y="118937"/>
                  </a:lnTo>
                  <a:lnTo>
                    <a:pt x="5372" y="124896"/>
                  </a:lnTo>
                  <a:lnTo>
                    <a:pt x="5372" y="130858"/>
                  </a:lnTo>
                  <a:lnTo>
                    <a:pt x="5372" y="136821"/>
                  </a:lnTo>
                  <a:lnTo>
                    <a:pt x="5372" y="142786"/>
                  </a:lnTo>
                  <a:lnTo>
                    <a:pt x="5372" y="148753"/>
                  </a:lnTo>
                  <a:lnTo>
                    <a:pt x="5372" y="154723"/>
                  </a:lnTo>
                  <a:lnTo>
                    <a:pt x="5372" y="160695"/>
                  </a:lnTo>
                  <a:lnTo>
                    <a:pt x="5372" y="166669"/>
                  </a:lnTo>
                  <a:lnTo>
                    <a:pt x="5372" y="172646"/>
                  </a:lnTo>
                  <a:lnTo>
                    <a:pt x="5372" y="178625"/>
                  </a:lnTo>
                  <a:lnTo>
                    <a:pt x="5372" y="184607"/>
                  </a:lnTo>
                  <a:lnTo>
                    <a:pt x="5372" y="190592"/>
                  </a:lnTo>
                  <a:lnTo>
                    <a:pt x="5372" y="196579"/>
                  </a:lnTo>
                  <a:lnTo>
                    <a:pt x="5372" y="202569"/>
                  </a:lnTo>
                  <a:lnTo>
                    <a:pt x="5372" y="208563"/>
                  </a:lnTo>
                  <a:lnTo>
                    <a:pt x="5372" y="214559"/>
                  </a:lnTo>
                  <a:lnTo>
                    <a:pt x="5372" y="220559"/>
                  </a:lnTo>
                  <a:lnTo>
                    <a:pt x="5372" y="226561"/>
                  </a:lnTo>
                  <a:lnTo>
                    <a:pt x="5372" y="232568"/>
                  </a:lnTo>
                  <a:lnTo>
                    <a:pt x="5372" y="238577"/>
                  </a:lnTo>
                  <a:lnTo>
                    <a:pt x="5372" y="244590"/>
                  </a:lnTo>
                  <a:lnTo>
                    <a:pt x="5372" y="250607"/>
                  </a:lnTo>
                  <a:lnTo>
                    <a:pt x="5372" y="256627"/>
                  </a:lnTo>
                  <a:lnTo>
                    <a:pt x="5372" y="262651"/>
                  </a:lnTo>
                  <a:lnTo>
                    <a:pt x="5372" y="268680"/>
                  </a:lnTo>
                  <a:lnTo>
                    <a:pt x="5372" y="274712"/>
                  </a:lnTo>
                  <a:lnTo>
                    <a:pt x="5372" y="280748"/>
                  </a:lnTo>
                  <a:lnTo>
                    <a:pt x="5372" y="286788"/>
                  </a:lnTo>
                  <a:lnTo>
                    <a:pt x="5372" y="292832"/>
                  </a:lnTo>
                  <a:lnTo>
                    <a:pt x="5372" y="298881"/>
                  </a:lnTo>
                  <a:lnTo>
                    <a:pt x="5372" y="304934"/>
                  </a:lnTo>
                  <a:lnTo>
                    <a:pt x="5372" y="310991"/>
                  </a:lnTo>
                  <a:lnTo>
                    <a:pt x="5372" y="317054"/>
                  </a:lnTo>
                  <a:lnTo>
                    <a:pt x="5372" y="323120"/>
                  </a:lnTo>
                  <a:lnTo>
                    <a:pt x="5372" y="329192"/>
                  </a:lnTo>
                  <a:lnTo>
                    <a:pt x="5372" y="335268"/>
                  </a:lnTo>
                  <a:lnTo>
                    <a:pt x="5372" y="341350"/>
                  </a:lnTo>
                  <a:lnTo>
                    <a:pt x="5372" y="347436"/>
                  </a:lnTo>
                  <a:lnTo>
                    <a:pt x="5372" y="353527"/>
                  </a:lnTo>
                  <a:lnTo>
                    <a:pt x="5372" y="359624"/>
                  </a:lnTo>
                  <a:lnTo>
                    <a:pt x="5372" y="365726"/>
                  </a:lnTo>
                  <a:lnTo>
                    <a:pt x="5372" y="371833"/>
                  </a:lnTo>
                  <a:lnTo>
                    <a:pt x="5372" y="377946"/>
                  </a:lnTo>
                  <a:lnTo>
                    <a:pt x="5372" y="384064"/>
                  </a:lnTo>
                  <a:lnTo>
                    <a:pt x="4308" y="384064"/>
                  </a:lnTo>
                  <a:lnTo>
                    <a:pt x="3241" y="384064"/>
                  </a:lnTo>
                  <a:lnTo>
                    <a:pt x="2169" y="384064"/>
                  </a:lnTo>
                  <a:lnTo>
                    <a:pt x="1090" y="384064"/>
                  </a:lnTo>
                  <a:lnTo>
                    <a:pt x="0" y="384064"/>
                  </a:lnTo>
                  <a:lnTo>
                    <a:pt x="0" y="382731"/>
                  </a:lnTo>
                  <a:lnTo>
                    <a:pt x="0" y="381378"/>
                  </a:lnTo>
                  <a:lnTo>
                    <a:pt x="1333" y="381378"/>
                  </a:lnTo>
                  <a:lnTo>
                    <a:pt x="2686" y="381378"/>
                  </a:lnTo>
                  <a:lnTo>
                    <a:pt x="2707" y="375479"/>
                  </a:lnTo>
                  <a:lnTo>
                    <a:pt x="2727" y="369579"/>
                  </a:lnTo>
                  <a:lnTo>
                    <a:pt x="2748" y="363680"/>
                  </a:lnTo>
                  <a:lnTo>
                    <a:pt x="2769" y="357780"/>
                  </a:lnTo>
                  <a:lnTo>
                    <a:pt x="2790" y="351879"/>
                  </a:lnTo>
                  <a:lnTo>
                    <a:pt x="2811" y="345978"/>
                  </a:lnTo>
                  <a:lnTo>
                    <a:pt x="2831" y="340077"/>
                  </a:lnTo>
                  <a:lnTo>
                    <a:pt x="2852" y="334175"/>
                  </a:lnTo>
                  <a:lnTo>
                    <a:pt x="2873" y="328273"/>
                  </a:lnTo>
                  <a:lnTo>
                    <a:pt x="2894" y="322369"/>
                  </a:lnTo>
                  <a:lnTo>
                    <a:pt x="2914" y="316465"/>
                  </a:lnTo>
                  <a:lnTo>
                    <a:pt x="2935" y="310560"/>
                  </a:lnTo>
                  <a:lnTo>
                    <a:pt x="2956" y="304653"/>
                  </a:lnTo>
                  <a:lnTo>
                    <a:pt x="2977" y="298746"/>
                  </a:lnTo>
                  <a:lnTo>
                    <a:pt x="2998" y="292837"/>
                  </a:lnTo>
                  <a:lnTo>
                    <a:pt x="3018" y="286927"/>
                  </a:lnTo>
                  <a:lnTo>
                    <a:pt x="3039" y="281016"/>
                  </a:lnTo>
                  <a:lnTo>
                    <a:pt x="3060" y="275103"/>
                  </a:lnTo>
                  <a:lnTo>
                    <a:pt x="3081" y="269189"/>
                  </a:lnTo>
                  <a:lnTo>
                    <a:pt x="3102" y="263273"/>
                  </a:lnTo>
                  <a:lnTo>
                    <a:pt x="3123" y="257355"/>
                  </a:lnTo>
                  <a:lnTo>
                    <a:pt x="3143" y="251435"/>
                  </a:lnTo>
                  <a:lnTo>
                    <a:pt x="3164" y="245514"/>
                  </a:lnTo>
                  <a:lnTo>
                    <a:pt x="3185" y="239590"/>
                  </a:lnTo>
                  <a:lnTo>
                    <a:pt x="3206" y="233665"/>
                  </a:lnTo>
                  <a:lnTo>
                    <a:pt x="3227" y="227737"/>
                  </a:lnTo>
                  <a:lnTo>
                    <a:pt x="3248" y="221807"/>
                  </a:lnTo>
                  <a:lnTo>
                    <a:pt x="3269" y="215874"/>
                  </a:lnTo>
                  <a:lnTo>
                    <a:pt x="3290" y="209939"/>
                  </a:lnTo>
                  <a:lnTo>
                    <a:pt x="3310" y="204002"/>
                  </a:lnTo>
                  <a:lnTo>
                    <a:pt x="3331" y="198062"/>
                  </a:lnTo>
                  <a:lnTo>
                    <a:pt x="3352" y="192119"/>
                  </a:lnTo>
                  <a:lnTo>
                    <a:pt x="3373" y="186174"/>
                  </a:lnTo>
                  <a:lnTo>
                    <a:pt x="3394" y="180225"/>
                  </a:lnTo>
                  <a:lnTo>
                    <a:pt x="3415" y="174274"/>
                  </a:lnTo>
                  <a:lnTo>
                    <a:pt x="3436" y="168319"/>
                  </a:lnTo>
                  <a:lnTo>
                    <a:pt x="3457" y="162362"/>
                  </a:lnTo>
                  <a:lnTo>
                    <a:pt x="3478" y="156401"/>
                  </a:lnTo>
                  <a:lnTo>
                    <a:pt x="3499" y="150437"/>
                  </a:lnTo>
                  <a:lnTo>
                    <a:pt x="3520" y="144469"/>
                  </a:lnTo>
                  <a:lnTo>
                    <a:pt x="3541" y="138498"/>
                  </a:lnTo>
                  <a:lnTo>
                    <a:pt x="3562" y="132523"/>
                  </a:lnTo>
                  <a:lnTo>
                    <a:pt x="3583" y="126545"/>
                  </a:lnTo>
                  <a:lnTo>
                    <a:pt x="3604" y="120563"/>
                  </a:lnTo>
                  <a:lnTo>
                    <a:pt x="3625" y="114577"/>
                  </a:lnTo>
                  <a:lnTo>
                    <a:pt x="3646" y="108587"/>
                  </a:lnTo>
                  <a:lnTo>
                    <a:pt x="3668" y="102594"/>
                  </a:lnTo>
                  <a:lnTo>
                    <a:pt x="3689" y="96596"/>
                  </a:lnTo>
                  <a:lnTo>
                    <a:pt x="3710" y="90594"/>
                  </a:lnTo>
                  <a:lnTo>
                    <a:pt x="3731" y="84587"/>
                  </a:lnTo>
                  <a:lnTo>
                    <a:pt x="3752" y="78576"/>
                  </a:lnTo>
                  <a:lnTo>
                    <a:pt x="3773" y="72561"/>
                  </a:lnTo>
                  <a:lnTo>
                    <a:pt x="3794" y="66541"/>
                  </a:lnTo>
                  <a:lnTo>
                    <a:pt x="3816" y="60517"/>
                  </a:lnTo>
                  <a:lnTo>
                    <a:pt x="3837" y="54488"/>
                  </a:lnTo>
                  <a:lnTo>
                    <a:pt x="3858" y="48454"/>
                  </a:lnTo>
                  <a:lnTo>
                    <a:pt x="3879" y="42415"/>
                  </a:lnTo>
                  <a:lnTo>
                    <a:pt x="3901" y="36371"/>
                  </a:lnTo>
                  <a:lnTo>
                    <a:pt x="3922" y="30323"/>
                  </a:lnTo>
                  <a:lnTo>
                    <a:pt x="3943" y="24269"/>
                  </a:lnTo>
                  <a:lnTo>
                    <a:pt x="3965" y="18209"/>
                  </a:lnTo>
                  <a:lnTo>
                    <a:pt x="3986" y="12145"/>
                  </a:lnTo>
                  <a:lnTo>
                    <a:pt x="4007" y="6075"/>
                  </a:lnTo>
                  <a:lnTo>
                    <a:pt x="4029" y="0"/>
                  </a:lnTo>
                  <a:close/>
                </a:path>
              </a:pathLst>
            </a:custGeom>
            <a:solidFill>
              <a:srgbClr val="CDD5E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" name="region 97 #6097C0"/>
            <p:cNvSpPr/>
            <p:nvPr/>
          </p:nvSpPr>
          <p:spPr>
            <a:xfrm>
              <a:off x="2485242" y="527379"/>
              <a:ext cx="90407" cy="93033"/>
            </a:xfrm>
            <a:custGeom>
              <a:avLst/>
              <a:gdLst/>
              <a:ahLst/>
              <a:cxnLst/>
              <a:rect l="l" t="t" r="r" b="b"/>
              <a:pathLst>
                <a:path w="90407" h="93033">
                  <a:moveTo>
                    <a:pt x="11811" y="26"/>
                  </a:moveTo>
                  <a:lnTo>
                    <a:pt x="12965" y="20"/>
                  </a:lnTo>
                  <a:lnTo>
                    <a:pt x="14123" y="13"/>
                  </a:lnTo>
                  <a:lnTo>
                    <a:pt x="15290" y="7"/>
                  </a:lnTo>
                  <a:lnTo>
                    <a:pt x="16469" y="0"/>
                  </a:lnTo>
                  <a:lnTo>
                    <a:pt x="17722" y="4"/>
                  </a:lnTo>
                  <a:lnTo>
                    <a:pt x="18979" y="9"/>
                  </a:lnTo>
                  <a:lnTo>
                    <a:pt x="20246" y="13"/>
                  </a:lnTo>
                  <a:lnTo>
                    <a:pt x="21526" y="17"/>
                  </a:lnTo>
                  <a:lnTo>
                    <a:pt x="22809" y="15"/>
                  </a:lnTo>
                  <a:lnTo>
                    <a:pt x="24097" y="13"/>
                  </a:lnTo>
                  <a:lnTo>
                    <a:pt x="25394" y="11"/>
                  </a:lnTo>
                  <a:lnTo>
                    <a:pt x="26706" y="9"/>
                  </a:lnTo>
                  <a:lnTo>
                    <a:pt x="27792" y="8"/>
                  </a:lnTo>
                  <a:lnTo>
                    <a:pt x="28879" y="8"/>
                  </a:lnTo>
                  <a:lnTo>
                    <a:pt x="29966" y="9"/>
                  </a:lnTo>
                  <a:lnTo>
                    <a:pt x="31053" y="10"/>
                  </a:lnTo>
                  <a:lnTo>
                    <a:pt x="32139" y="11"/>
                  </a:lnTo>
                  <a:lnTo>
                    <a:pt x="33226" y="12"/>
                  </a:lnTo>
                  <a:lnTo>
                    <a:pt x="34313" y="15"/>
                  </a:lnTo>
                  <a:lnTo>
                    <a:pt x="35400" y="17"/>
                  </a:lnTo>
                  <a:lnTo>
                    <a:pt x="36487" y="20"/>
                  </a:lnTo>
                  <a:lnTo>
                    <a:pt x="37574" y="23"/>
                  </a:lnTo>
                  <a:lnTo>
                    <a:pt x="38643" y="26"/>
                  </a:lnTo>
                  <a:lnTo>
                    <a:pt x="39712" y="29"/>
                  </a:lnTo>
                  <a:lnTo>
                    <a:pt x="40781" y="30"/>
                  </a:lnTo>
                  <a:lnTo>
                    <a:pt x="41850" y="31"/>
                  </a:lnTo>
                  <a:lnTo>
                    <a:pt x="42919" y="31"/>
                  </a:lnTo>
                  <a:lnTo>
                    <a:pt x="43988" y="31"/>
                  </a:lnTo>
                  <a:lnTo>
                    <a:pt x="45057" y="30"/>
                  </a:lnTo>
                  <a:lnTo>
                    <a:pt x="46126" y="28"/>
                  </a:lnTo>
                  <a:lnTo>
                    <a:pt x="47195" y="26"/>
                  </a:lnTo>
                  <a:lnTo>
                    <a:pt x="48264" y="24"/>
                  </a:lnTo>
                  <a:lnTo>
                    <a:pt x="49333" y="21"/>
                  </a:lnTo>
                  <a:lnTo>
                    <a:pt x="50402" y="17"/>
                  </a:lnTo>
                  <a:lnTo>
                    <a:pt x="51471" y="14"/>
                  </a:lnTo>
                  <a:lnTo>
                    <a:pt x="52578" y="11"/>
                  </a:lnTo>
                  <a:lnTo>
                    <a:pt x="53684" y="9"/>
                  </a:lnTo>
                  <a:lnTo>
                    <a:pt x="54791" y="8"/>
                  </a:lnTo>
                  <a:lnTo>
                    <a:pt x="55898" y="8"/>
                  </a:lnTo>
                  <a:lnTo>
                    <a:pt x="57004" y="8"/>
                  </a:lnTo>
                  <a:lnTo>
                    <a:pt x="58111" y="8"/>
                  </a:lnTo>
                  <a:lnTo>
                    <a:pt x="59217" y="9"/>
                  </a:lnTo>
                  <a:lnTo>
                    <a:pt x="60324" y="10"/>
                  </a:lnTo>
                  <a:lnTo>
                    <a:pt x="61431" y="12"/>
                  </a:lnTo>
                  <a:lnTo>
                    <a:pt x="62538" y="13"/>
                  </a:lnTo>
                  <a:lnTo>
                    <a:pt x="63644" y="15"/>
                  </a:lnTo>
                  <a:lnTo>
                    <a:pt x="64751" y="17"/>
                  </a:lnTo>
                  <a:lnTo>
                    <a:pt x="65997" y="13"/>
                  </a:lnTo>
                  <a:lnTo>
                    <a:pt x="67248" y="9"/>
                  </a:lnTo>
                  <a:lnTo>
                    <a:pt x="68508" y="4"/>
                  </a:lnTo>
                  <a:lnTo>
                    <a:pt x="69783" y="0"/>
                  </a:lnTo>
                  <a:lnTo>
                    <a:pt x="70292" y="3"/>
                  </a:lnTo>
                  <a:lnTo>
                    <a:pt x="70951" y="7"/>
                  </a:lnTo>
                  <a:lnTo>
                    <a:pt x="72200" y="13"/>
                  </a:lnTo>
                  <a:lnTo>
                    <a:pt x="74480" y="26"/>
                  </a:lnTo>
                  <a:lnTo>
                    <a:pt x="75842" y="28"/>
                  </a:lnTo>
                  <a:lnTo>
                    <a:pt x="77213" y="30"/>
                  </a:lnTo>
                  <a:lnTo>
                    <a:pt x="78603" y="33"/>
                  </a:lnTo>
                  <a:lnTo>
                    <a:pt x="79770" y="157"/>
                  </a:lnTo>
                  <a:lnTo>
                    <a:pt x="80883" y="312"/>
                  </a:lnTo>
                  <a:lnTo>
                    <a:pt x="81950" y="502"/>
                  </a:lnTo>
                  <a:lnTo>
                    <a:pt x="82984" y="730"/>
                  </a:lnTo>
                  <a:lnTo>
                    <a:pt x="83994" y="999"/>
                  </a:lnTo>
                  <a:lnTo>
                    <a:pt x="84992" y="1311"/>
                  </a:lnTo>
                  <a:lnTo>
                    <a:pt x="85987" y="1670"/>
                  </a:lnTo>
                  <a:lnTo>
                    <a:pt x="86990" y="2079"/>
                  </a:lnTo>
                  <a:lnTo>
                    <a:pt x="88012" y="2541"/>
                  </a:lnTo>
                  <a:lnTo>
                    <a:pt x="89064" y="3060"/>
                  </a:lnTo>
                  <a:lnTo>
                    <a:pt x="89599" y="4472"/>
                  </a:lnTo>
                  <a:lnTo>
                    <a:pt x="89936" y="5458"/>
                  </a:lnTo>
                  <a:lnTo>
                    <a:pt x="90140" y="6274"/>
                  </a:lnTo>
                  <a:lnTo>
                    <a:pt x="90276" y="7180"/>
                  </a:lnTo>
                  <a:lnTo>
                    <a:pt x="90407" y="8431"/>
                  </a:lnTo>
                  <a:lnTo>
                    <a:pt x="89409" y="8764"/>
                  </a:lnTo>
                  <a:lnTo>
                    <a:pt x="88408" y="9097"/>
                  </a:lnTo>
                  <a:lnTo>
                    <a:pt x="87399" y="9434"/>
                  </a:lnTo>
                  <a:lnTo>
                    <a:pt x="86378" y="9774"/>
                  </a:lnTo>
                  <a:lnTo>
                    <a:pt x="85819" y="10837"/>
                  </a:lnTo>
                  <a:lnTo>
                    <a:pt x="85272" y="11906"/>
                  </a:lnTo>
                  <a:lnTo>
                    <a:pt x="84735" y="12981"/>
                  </a:lnTo>
                  <a:lnTo>
                    <a:pt x="84209" y="14061"/>
                  </a:lnTo>
                  <a:lnTo>
                    <a:pt x="83693" y="15146"/>
                  </a:lnTo>
                  <a:lnTo>
                    <a:pt x="82873" y="16181"/>
                  </a:lnTo>
                  <a:lnTo>
                    <a:pt x="82120" y="17041"/>
                  </a:lnTo>
                  <a:lnTo>
                    <a:pt x="81386" y="17747"/>
                  </a:lnTo>
                  <a:lnTo>
                    <a:pt x="80628" y="18319"/>
                  </a:lnTo>
                  <a:lnTo>
                    <a:pt x="79799" y="18777"/>
                  </a:lnTo>
                  <a:lnTo>
                    <a:pt x="78856" y="19143"/>
                  </a:lnTo>
                  <a:lnTo>
                    <a:pt x="77753" y="19438"/>
                  </a:lnTo>
                  <a:lnTo>
                    <a:pt x="76445" y="19682"/>
                  </a:lnTo>
                  <a:lnTo>
                    <a:pt x="75172" y="19684"/>
                  </a:lnTo>
                  <a:lnTo>
                    <a:pt x="73891" y="19688"/>
                  </a:lnTo>
                  <a:lnTo>
                    <a:pt x="72592" y="19691"/>
                  </a:lnTo>
                  <a:lnTo>
                    <a:pt x="72118" y="19696"/>
                  </a:lnTo>
                  <a:lnTo>
                    <a:pt x="71505" y="19701"/>
                  </a:lnTo>
                  <a:lnTo>
                    <a:pt x="70342" y="19712"/>
                  </a:lnTo>
                  <a:lnTo>
                    <a:pt x="68220" y="19731"/>
                  </a:lnTo>
                  <a:lnTo>
                    <a:pt x="67052" y="19728"/>
                  </a:lnTo>
                  <a:lnTo>
                    <a:pt x="65879" y="19725"/>
                  </a:lnTo>
                  <a:lnTo>
                    <a:pt x="64697" y="19722"/>
                  </a:lnTo>
                  <a:lnTo>
                    <a:pt x="63502" y="19719"/>
                  </a:lnTo>
                  <a:lnTo>
                    <a:pt x="62303" y="19730"/>
                  </a:lnTo>
                  <a:lnTo>
                    <a:pt x="61100" y="19742"/>
                  </a:lnTo>
                  <a:lnTo>
                    <a:pt x="59887" y="19753"/>
                  </a:lnTo>
                  <a:lnTo>
                    <a:pt x="58661" y="19764"/>
                  </a:lnTo>
                  <a:lnTo>
                    <a:pt x="57580" y="19773"/>
                  </a:lnTo>
                  <a:lnTo>
                    <a:pt x="56498" y="19782"/>
                  </a:lnTo>
                  <a:lnTo>
                    <a:pt x="55416" y="19790"/>
                  </a:lnTo>
                  <a:lnTo>
                    <a:pt x="54335" y="19797"/>
                  </a:lnTo>
                  <a:lnTo>
                    <a:pt x="53253" y="19804"/>
                  </a:lnTo>
                  <a:lnTo>
                    <a:pt x="52172" y="19810"/>
                  </a:lnTo>
                  <a:lnTo>
                    <a:pt x="51090" y="19815"/>
                  </a:lnTo>
                  <a:lnTo>
                    <a:pt x="50008" y="19821"/>
                  </a:lnTo>
                  <a:lnTo>
                    <a:pt x="48927" y="19825"/>
                  </a:lnTo>
                  <a:lnTo>
                    <a:pt x="47845" y="19830"/>
                  </a:lnTo>
                  <a:lnTo>
                    <a:pt x="46764" y="19834"/>
                  </a:lnTo>
                  <a:lnTo>
                    <a:pt x="45682" y="19838"/>
                  </a:lnTo>
                  <a:lnTo>
                    <a:pt x="44601" y="19841"/>
                  </a:lnTo>
                  <a:lnTo>
                    <a:pt x="43519" y="19845"/>
                  </a:lnTo>
                  <a:lnTo>
                    <a:pt x="42437" y="19848"/>
                  </a:lnTo>
                  <a:lnTo>
                    <a:pt x="41356" y="19851"/>
                  </a:lnTo>
                  <a:lnTo>
                    <a:pt x="40274" y="19854"/>
                  </a:lnTo>
                  <a:lnTo>
                    <a:pt x="39193" y="19857"/>
                  </a:lnTo>
                  <a:lnTo>
                    <a:pt x="38111" y="19860"/>
                  </a:lnTo>
                  <a:lnTo>
                    <a:pt x="37041" y="19865"/>
                  </a:lnTo>
                  <a:lnTo>
                    <a:pt x="35971" y="19871"/>
                  </a:lnTo>
                  <a:lnTo>
                    <a:pt x="34901" y="19877"/>
                  </a:lnTo>
                  <a:lnTo>
                    <a:pt x="33831" y="19884"/>
                  </a:lnTo>
                  <a:lnTo>
                    <a:pt x="32762" y="19891"/>
                  </a:lnTo>
                  <a:lnTo>
                    <a:pt x="31692" y="19899"/>
                  </a:lnTo>
                  <a:lnTo>
                    <a:pt x="30622" y="19907"/>
                  </a:lnTo>
                  <a:lnTo>
                    <a:pt x="29552" y="19916"/>
                  </a:lnTo>
                  <a:lnTo>
                    <a:pt x="28482" y="19924"/>
                  </a:lnTo>
                  <a:lnTo>
                    <a:pt x="27412" y="19934"/>
                  </a:lnTo>
                  <a:lnTo>
                    <a:pt x="26342" y="19943"/>
                  </a:lnTo>
                  <a:lnTo>
                    <a:pt x="25271" y="19952"/>
                  </a:lnTo>
                  <a:lnTo>
                    <a:pt x="24201" y="19962"/>
                  </a:lnTo>
                  <a:lnTo>
                    <a:pt x="23131" y="19972"/>
                  </a:lnTo>
                  <a:lnTo>
                    <a:pt x="21961" y="19969"/>
                  </a:lnTo>
                  <a:lnTo>
                    <a:pt x="20786" y="19965"/>
                  </a:lnTo>
                  <a:lnTo>
                    <a:pt x="19603" y="19962"/>
                  </a:lnTo>
                  <a:lnTo>
                    <a:pt x="18406" y="19958"/>
                  </a:lnTo>
                  <a:lnTo>
                    <a:pt x="17933" y="19963"/>
                  </a:lnTo>
                  <a:lnTo>
                    <a:pt x="17321" y="19969"/>
                  </a:lnTo>
                  <a:lnTo>
                    <a:pt x="16162" y="19980"/>
                  </a:lnTo>
                  <a:lnTo>
                    <a:pt x="14047" y="20000"/>
                  </a:lnTo>
                  <a:lnTo>
                    <a:pt x="13481" y="20001"/>
                  </a:lnTo>
                  <a:lnTo>
                    <a:pt x="12482" y="20003"/>
                  </a:lnTo>
                  <a:lnTo>
                    <a:pt x="10197" y="20008"/>
                  </a:lnTo>
                  <a:lnTo>
                    <a:pt x="8684" y="20261"/>
                  </a:lnTo>
                  <a:lnTo>
                    <a:pt x="7148" y="20517"/>
                  </a:lnTo>
                  <a:lnTo>
                    <a:pt x="6420" y="21639"/>
                  </a:lnTo>
                  <a:lnTo>
                    <a:pt x="5818" y="22641"/>
                  </a:lnTo>
                  <a:lnTo>
                    <a:pt x="5330" y="23553"/>
                  </a:lnTo>
                  <a:lnTo>
                    <a:pt x="4943" y="24406"/>
                  </a:lnTo>
                  <a:lnTo>
                    <a:pt x="4645" y="25230"/>
                  </a:lnTo>
                  <a:lnTo>
                    <a:pt x="4424" y="26057"/>
                  </a:lnTo>
                  <a:lnTo>
                    <a:pt x="4267" y="26916"/>
                  </a:lnTo>
                  <a:lnTo>
                    <a:pt x="4162" y="27838"/>
                  </a:lnTo>
                  <a:lnTo>
                    <a:pt x="4096" y="28854"/>
                  </a:lnTo>
                  <a:lnTo>
                    <a:pt x="4058" y="29994"/>
                  </a:lnTo>
                  <a:lnTo>
                    <a:pt x="4034" y="31290"/>
                  </a:lnTo>
                  <a:lnTo>
                    <a:pt x="4007" y="32662"/>
                  </a:lnTo>
                  <a:lnTo>
                    <a:pt x="3980" y="34044"/>
                  </a:lnTo>
                  <a:lnTo>
                    <a:pt x="3953" y="35443"/>
                  </a:lnTo>
                  <a:lnTo>
                    <a:pt x="3942" y="36553"/>
                  </a:lnTo>
                  <a:lnTo>
                    <a:pt x="3930" y="37666"/>
                  </a:lnTo>
                  <a:lnTo>
                    <a:pt x="3918" y="38787"/>
                  </a:lnTo>
                  <a:lnTo>
                    <a:pt x="3906" y="39920"/>
                  </a:lnTo>
                  <a:lnTo>
                    <a:pt x="3887" y="41057"/>
                  </a:lnTo>
                  <a:lnTo>
                    <a:pt x="3867" y="42198"/>
                  </a:lnTo>
                  <a:lnTo>
                    <a:pt x="3847" y="43347"/>
                  </a:lnTo>
                  <a:lnTo>
                    <a:pt x="3827" y="44509"/>
                  </a:lnTo>
                  <a:lnTo>
                    <a:pt x="3809" y="45627"/>
                  </a:lnTo>
                  <a:lnTo>
                    <a:pt x="3791" y="46745"/>
                  </a:lnTo>
                  <a:lnTo>
                    <a:pt x="3774" y="47862"/>
                  </a:lnTo>
                  <a:lnTo>
                    <a:pt x="3758" y="48980"/>
                  </a:lnTo>
                  <a:lnTo>
                    <a:pt x="3742" y="50098"/>
                  </a:lnTo>
                  <a:lnTo>
                    <a:pt x="3726" y="51216"/>
                  </a:lnTo>
                  <a:lnTo>
                    <a:pt x="3710" y="52334"/>
                  </a:lnTo>
                  <a:lnTo>
                    <a:pt x="3695" y="53451"/>
                  </a:lnTo>
                  <a:lnTo>
                    <a:pt x="3681" y="54569"/>
                  </a:lnTo>
                  <a:lnTo>
                    <a:pt x="3666" y="55687"/>
                  </a:lnTo>
                  <a:lnTo>
                    <a:pt x="3652" y="56805"/>
                  </a:lnTo>
                  <a:lnTo>
                    <a:pt x="3637" y="57923"/>
                  </a:lnTo>
                  <a:lnTo>
                    <a:pt x="3623" y="59040"/>
                  </a:lnTo>
                  <a:lnTo>
                    <a:pt x="3606" y="60134"/>
                  </a:lnTo>
                  <a:lnTo>
                    <a:pt x="3589" y="61228"/>
                  </a:lnTo>
                  <a:lnTo>
                    <a:pt x="3572" y="62322"/>
                  </a:lnTo>
                  <a:lnTo>
                    <a:pt x="3554" y="63416"/>
                  </a:lnTo>
                  <a:lnTo>
                    <a:pt x="3537" y="64509"/>
                  </a:lnTo>
                  <a:lnTo>
                    <a:pt x="3519" y="65603"/>
                  </a:lnTo>
                  <a:lnTo>
                    <a:pt x="3502" y="66697"/>
                  </a:lnTo>
                  <a:lnTo>
                    <a:pt x="3484" y="67790"/>
                  </a:lnTo>
                  <a:lnTo>
                    <a:pt x="3466" y="68884"/>
                  </a:lnTo>
                  <a:lnTo>
                    <a:pt x="3449" y="69934"/>
                  </a:lnTo>
                  <a:lnTo>
                    <a:pt x="3433" y="70983"/>
                  </a:lnTo>
                  <a:lnTo>
                    <a:pt x="3416" y="72033"/>
                  </a:lnTo>
                  <a:lnTo>
                    <a:pt x="3400" y="73083"/>
                  </a:lnTo>
                  <a:lnTo>
                    <a:pt x="3384" y="74133"/>
                  </a:lnTo>
                  <a:lnTo>
                    <a:pt x="3368" y="75183"/>
                  </a:lnTo>
                  <a:lnTo>
                    <a:pt x="3352" y="76233"/>
                  </a:lnTo>
                  <a:lnTo>
                    <a:pt x="3337" y="77283"/>
                  </a:lnTo>
                  <a:lnTo>
                    <a:pt x="3321" y="78333"/>
                  </a:lnTo>
                  <a:lnTo>
                    <a:pt x="3306" y="79383"/>
                  </a:lnTo>
                  <a:lnTo>
                    <a:pt x="3291" y="80433"/>
                  </a:lnTo>
                  <a:lnTo>
                    <a:pt x="3276" y="81483"/>
                  </a:lnTo>
                  <a:lnTo>
                    <a:pt x="3261" y="82533"/>
                  </a:lnTo>
                  <a:lnTo>
                    <a:pt x="3246" y="83583"/>
                  </a:lnTo>
                  <a:lnTo>
                    <a:pt x="3231" y="84633"/>
                  </a:lnTo>
                  <a:lnTo>
                    <a:pt x="3217" y="85683"/>
                  </a:lnTo>
                  <a:lnTo>
                    <a:pt x="3203" y="86733"/>
                  </a:lnTo>
                  <a:lnTo>
                    <a:pt x="3189" y="87783"/>
                  </a:lnTo>
                  <a:lnTo>
                    <a:pt x="3174" y="88833"/>
                  </a:lnTo>
                  <a:lnTo>
                    <a:pt x="3161" y="89883"/>
                  </a:lnTo>
                  <a:lnTo>
                    <a:pt x="3147" y="90933"/>
                  </a:lnTo>
                  <a:lnTo>
                    <a:pt x="3133" y="91983"/>
                  </a:lnTo>
                  <a:lnTo>
                    <a:pt x="3120" y="93033"/>
                  </a:lnTo>
                  <a:lnTo>
                    <a:pt x="2453" y="93033"/>
                  </a:lnTo>
                  <a:lnTo>
                    <a:pt x="1777" y="93033"/>
                  </a:lnTo>
                  <a:lnTo>
                    <a:pt x="1744" y="91963"/>
                  </a:lnTo>
                  <a:lnTo>
                    <a:pt x="1712" y="90893"/>
                  </a:lnTo>
                  <a:lnTo>
                    <a:pt x="1680" y="89823"/>
                  </a:lnTo>
                  <a:lnTo>
                    <a:pt x="1648" y="88753"/>
                  </a:lnTo>
                  <a:lnTo>
                    <a:pt x="1617" y="87683"/>
                  </a:lnTo>
                  <a:lnTo>
                    <a:pt x="1585" y="86613"/>
                  </a:lnTo>
                  <a:lnTo>
                    <a:pt x="1554" y="85543"/>
                  </a:lnTo>
                  <a:lnTo>
                    <a:pt x="1523" y="84473"/>
                  </a:lnTo>
                  <a:lnTo>
                    <a:pt x="1493" y="83403"/>
                  </a:lnTo>
                  <a:lnTo>
                    <a:pt x="1463" y="82332"/>
                  </a:lnTo>
                  <a:lnTo>
                    <a:pt x="1433" y="81262"/>
                  </a:lnTo>
                  <a:lnTo>
                    <a:pt x="1403" y="80192"/>
                  </a:lnTo>
                  <a:lnTo>
                    <a:pt x="1373" y="79122"/>
                  </a:lnTo>
                  <a:lnTo>
                    <a:pt x="1344" y="78052"/>
                  </a:lnTo>
                  <a:lnTo>
                    <a:pt x="1315" y="76982"/>
                  </a:lnTo>
                  <a:lnTo>
                    <a:pt x="1286" y="75912"/>
                  </a:lnTo>
                  <a:lnTo>
                    <a:pt x="1257" y="74842"/>
                  </a:lnTo>
                  <a:lnTo>
                    <a:pt x="1229" y="73772"/>
                  </a:lnTo>
                  <a:lnTo>
                    <a:pt x="1200" y="72702"/>
                  </a:lnTo>
                  <a:lnTo>
                    <a:pt x="1172" y="71631"/>
                  </a:lnTo>
                  <a:lnTo>
                    <a:pt x="1145" y="70561"/>
                  </a:lnTo>
                  <a:lnTo>
                    <a:pt x="1117" y="69491"/>
                  </a:lnTo>
                  <a:lnTo>
                    <a:pt x="1089" y="68421"/>
                  </a:lnTo>
                  <a:lnTo>
                    <a:pt x="1062" y="67351"/>
                  </a:lnTo>
                  <a:lnTo>
                    <a:pt x="1035" y="66281"/>
                  </a:lnTo>
                  <a:lnTo>
                    <a:pt x="1008" y="65211"/>
                  </a:lnTo>
                  <a:lnTo>
                    <a:pt x="982" y="64141"/>
                  </a:lnTo>
                  <a:lnTo>
                    <a:pt x="953" y="63048"/>
                  </a:lnTo>
                  <a:lnTo>
                    <a:pt x="924" y="61956"/>
                  </a:lnTo>
                  <a:lnTo>
                    <a:pt x="894" y="60864"/>
                  </a:lnTo>
                  <a:lnTo>
                    <a:pt x="864" y="59772"/>
                  </a:lnTo>
                  <a:lnTo>
                    <a:pt x="833" y="58681"/>
                  </a:lnTo>
                  <a:lnTo>
                    <a:pt x="802" y="57589"/>
                  </a:lnTo>
                  <a:lnTo>
                    <a:pt x="770" y="56497"/>
                  </a:lnTo>
                  <a:lnTo>
                    <a:pt x="737" y="55405"/>
                  </a:lnTo>
                  <a:lnTo>
                    <a:pt x="704" y="54313"/>
                  </a:lnTo>
                  <a:lnTo>
                    <a:pt x="671" y="53226"/>
                  </a:lnTo>
                  <a:lnTo>
                    <a:pt x="640" y="52139"/>
                  </a:lnTo>
                  <a:lnTo>
                    <a:pt x="609" y="51052"/>
                  </a:lnTo>
                  <a:lnTo>
                    <a:pt x="579" y="49965"/>
                  </a:lnTo>
                  <a:lnTo>
                    <a:pt x="550" y="48878"/>
                  </a:lnTo>
                  <a:lnTo>
                    <a:pt x="521" y="47791"/>
                  </a:lnTo>
                  <a:lnTo>
                    <a:pt x="493" y="46704"/>
                  </a:lnTo>
                  <a:lnTo>
                    <a:pt x="465" y="45617"/>
                  </a:lnTo>
                  <a:lnTo>
                    <a:pt x="438" y="44530"/>
                  </a:lnTo>
                  <a:lnTo>
                    <a:pt x="412" y="43443"/>
                  </a:lnTo>
                  <a:lnTo>
                    <a:pt x="386" y="42356"/>
                  </a:lnTo>
                  <a:lnTo>
                    <a:pt x="360" y="41269"/>
                  </a:lnTo>
                  <a:lnTo>
                    <a:pt x="334" y="40182"/>
                  </a:lnTo>
                  <a:lnTo>
                    <a:pt x="296" y="39084"/>
                  </a:lnTo>
                  <a:lnTo>
                    <a:pt x="259" y="37982"/>
                  </a:lnTo>
                  <a:lnTo>
                    <a:pt x="221" y="36871"/>
                  </a:lnTo>
                  <a:lnTo>
                    <a:pt x="183" y="35748"/>
                  </a:lnTo>
                  <a:lnTo>
                    <a:pt x="155" y="34376"/>
                  </a:lnTo>
                  <a:lnTo>
                    <a:pt x="127" y="32995"/>
                  </a:lnTo>
                  <a:lnTo>
                    <a:pt x="99" y="31594"/>
                  </a:lnTo>
                  <a:lnTo>
                    <a:pt x="67" y="30391"/>
                  </a:lnTo>
                  <a:lnTo>
                    <a:pt x="34" y="29180"/>
                  </a:lnTo>
                  <a:lnTo>
                    <a:pt x="0" y="27953"/>
                  </a:lnTo>
                  <a:lnTo>
                    <a:pt x="184" y="26704"/>
                  </a:lnTo>
                  <a:lnTo>
                    <a:pt x="409" y="25555"/>
                  </a:lnTo>
                  <a:lnTo>
                    <a:pt x="680" y="24488"/>
                  </a:lnTo>
                  <a:lnTo>
                    <a:pt x="1006" y="23486"/>
                  </a:lnTo>
                  <a:lnTo>
                    <a:pt x="1392" y="22530"/>
                  </a:lnTo>
                  <a:lnTo>
                    <a:pt x="1845" y="21603"/>
                  </a:lnTo>
                  <a:lnTo>
                    <a:pt x="2372" y="20687"/>
                  </a:lnTo>
                  <a:lnTo>
                    <a:pt x="2980" y="19765"/>
                  </a:lnTo>
                  <a:lnTo>
                    <a:pt x="3674" y="18819"/>
                  </a:lnTo>
                  <a:lnTo>
                    <a:pt x="4462" y="17831"/>
                  </a:lnTo>
                  <a:lnTo>
                    <a:pt x="5692" y="17533"/>
                  </a:lnTo>
                  <a:lnTo>
                    <a:pt x="6645" y="17319"/>
                  </a:lnTo>
                  <a:lnTo>
                    <a:pt x="7448" y="17178"/>
                  </a:lnTo>
                  <a:lnTo>
                    <a:pt x="8229" y="17096"/>
                  </a:lnTo>
                  <a:lnTo>
                    <a:pt x="9113" y="17059"/>
                  </a:lnTo>
                  <a:lnTo>
                    <a:pt x="10228" y="17054"/>
                  </a:lnTo>
                  <a:lnTo>
                    <a:pt x="11699" y="17069"/>
                  </a:lnTo>
                  <a:lnTo>
                    <a:pt x="12809" y="17069"/>
                  </a:lnTo>
                  <a:lnTo>
                    <a:pt x="13923" y="17070"/>
                  </a:lnTo>
                  <a:lnTo>
                    <a:pt x="15045" y="17070"/>
                  </a:lnTo>
                  <a:lnTo>
                    <a:pt x="16180" y="17070"/>
                  </a:lnTo>
                  <a:lnTo>
                    <a:pt x="17377" y="17096"/>
                  </a:lnTo>
                  <a:lnTo>
                    <a:pt x="18578" y="17122"/>
                  </a:lnTo>
                  <a:lnTo>
                    <a:pt x="19788" y="17149"/>
                  </a:lnTo>
                  <a:lnTo>
                    <a:pt x="21012" y="17176"/>
                  </a:lnTo>
                  <a:lnTo>
                    <a:pt x="22238" y="17183"/>
                  </a:lnTo>
                  <a:lnTo>
                    <a:pt x="23469" y="17190"/>
                  </a:lnTo>
                  <a:lnTo>
                    <a:pt x="24709" y="17197"/>
                  </a:lnTo>
                  <a:lnTo>
                    <a:pt x="25963" y="17204"/>
                  </a:lnTo>
                  <a:lnTo>
                    <a:pt x="27009" y="17212"/>
                  </a:lnTo>
                  <a:lnTo>
                    <a:pt x="28054" y="17222"/>
                  </a:lnTo>
                  <a:lnTo>
                    <a:pt x="29100" y="17232"/>
                  </a:lnTo>
                  <a:lnTo>
                    <a:pt x="30145" y="17243"/>
                  </a:lnTo>
                  <a:lnTo>
                    <a:pt x="31190" y="17256"/>
                  </a:lnTo>
                  <a:lnTo>
                    <a:pt x="32236" y="17269"/>
                  </a:lnTo>
                  <a:lnTo>
                    <a:pt x="33281" y="17283"/>
                  </a:lnTo>
                  <a:lnTo>
                    <a:pt x="34326" y="17297"/>
                  </a:lnTo>
                  <a:lnTo>
                    <a:pt x="35372" y="17312"/>
                  </a:lnTo>
                  <a:lnTo>
                    <a:pt x="36417" y="17328"/>
                  </a:lnTo>
                  <a:lnTo>
                    <a:pt x="37462" y="17344"/>
                  </a:lnTo>
                  <a:lnTo>
                    <a:pt x="38508" y="17361"/>
                  </a:lnTo>
                  <a:lnTo>
                    <a:pt x="39553" y="17377"/>
                  </a:lnTo>
                  <a:lnTo>
                    <a:pt x="40599" y="17394"/>
                  </a:lnTo>
                  <a:lnTo>
                    <a:pt x="41644" y="17411"/>
                  </a:lnTo>
                  <a:lnTo>
                    <a:pt x="42706" y="17421"/>
                  </a:lnTo>
                  <a:lnTo>
                    <a:pt x="43768" y="17431"/>
                  </a:lnTo>
                  <a:lnTo>
                    <a:pt x="44830" y="17440"/>
                  </a:lnTo>
                  <a:lnTo>
                    <a:pt x="45892" y="17450"/>
                  </a:lnTo>
                  <a:lnTo>
                    <a:pt x="46954" y="17459"/>
                  </a:lnTo>
                  <a:lnTo>
                    <a:pt x="48016" y="17468"/>
                  </a:lnTo>
                  <a:lnTo>
                    <a:pt x="49078" y="17477"/>
                  </a:lnTo>
                  <a:lnTo>
                    <a:pt x="50140" y="17486"/>
                  </a:lnTo>
                  <a:lnTo>
                    <a:pt x="51202" y="17495"/>
                  </a:lnTo>
                  <a:lnTo>
                    <a:pt x="52264" y="17504"/>
                  </a:lnTo>
                  <a:lnTo>
                    <a:pt x="53306" y="17513"/>
                  </a:lnTo>
                  <a:lnTo>
                    <a:pt x="54348" y="17522"/>
                  </a:lnTo>
                  <a:lnTo>
                    <a:pt x="55391" y="17532"/>
                  </a:lnTo>
                  <a:lnTo>
                    <a:pt x="56433" y="17542"/>
                  </a:lnTo>
                  <a:lnTo>
                    <a:pt x="57475" y="17553"/>
                  </a:lnTo>
                  <a:lnTo>
                    <a:pt x="58517" y="17563"/>
                  </a:lnTo>
                  <a:lnTo>
                    <a:pt x="59560" y="17575"/>
                  </a:lnTo>
                  <a:lnTo>
                    <a:pt x="60602" y="17586"/>
                  </a:lnTo>
                  <a:lnTo>
                    <a:pt x="61644" y="17598"/>
                  </a:lnTo>
                  <a:lnTo>
                    <a:pt x="62687" y="17610"/>
                  </a:lnTo>
                  <a:lnTo>
                    <a:pt x="63729" y="17623"/>
                  </a:lnTo>
                  <a:lnTo>
                    <a:pt x="64771" y="17636"/>
                  </a:lnTo>
                  <a:lnTo>
                    <a:pt x="65813" y="17649"/>
                  </a:lnTo>
                  <a:lnTo>
                    <a:pt x="66856" y="17662"/>
                  </a:lnTo>
                  <a:lnTo>
                    <a:pt x="67898" y="17676"/>
                  </a:lnTo>
                  <a:lnTo>
                    <a:pt x="68940" y="17690"/>
                  </a:lnTo>
                  <a:lnTo>
                    <a:pt x="69983" y="17705"/>
                  </a:lnTo>
                  <a:lnTo>
                    <a:pt x="71025" y="17720"/>
                  </a:lnTo>
                  <a:lnTo>
                    <a:pt x="72067" y="17735"/>
                  </a:lnTo>
                  <a:lnTo>
                    <a:pt x="73110" y="17750"/>
                  </a:lnTo>
                  <a:lnTo>
                    <a:pt x="74152" y="17766"/>
                  </a:lnTo>
                  <a:lnTo>
                    <a:pt x="75194" y="17782"/>
                  </a:lnTo>
                  <a:lnTo>
                    <a:pt x="76236" y="17798"/>
                  </a:lnTo>
                  <a:lnTo>
                    <a:pt x="77279" y="17814"/>
                  </a:lnTo>
                  <a:lnTo>
                    <a:pt x="78321" y="17831"/>
                  </a:lnTo>
                  <a:lnTo>
                    <a:pt x="78862" y="16748"/>
                  </a:lnTo>
                  <a:lnTo>
                    <a:pt x="79413" y="15649"/>
                  </a:lnTo>
                  <a:lnTo>
                    <a:pt x="79881" y="14712"/>
                  </a:lnTo>
                  <a:lnTo>
                    <a:pt x="80350" y="13774"/>
                  </a:lnTo>
                  <a:lnTo>
                    <a:pt x="80818" y="12837"/>
                  </a:lnTo>
                  <a:lnTo>
                    <a:pt x="81286" y="11900"/>
                  </a:lnTo>
                  <a:lnTo>
                    <a:pt x="81755" y="10963"/>
                  </a:lnTo>
                  <a:lnTo>
                    <a:pt x="82224" y="10025"/>
                  </a:lnTo>
                  <a:lnTo>
                    <a:pt x="82692" y="9088"/>
                  </a:lnTo>
                  <a:lnTo>
                    <a:pt x="83161" y="8151"/>
                  </a:lnTo>
                  <a:lnTo>
                    <a:pt x="83629" y="7214"/>
                  </a:lnTo>
                  <a:lnTo>
                    <a:pt x="84098" y="6277"/>
                  </a:lnTo>
                  <a:lnTo>
                    <a:pt x="84567" y="5339"/>
                  </a:lnTo>
                  <a:lnTo>
                    <a:pt x="85035" y="4402"/>
                  </a:lnTo>
                  <a:lnTo>
                    <a:pt x="83747" y="4382"/>
                  </a:lnTo>
                  <a:lnTo>
                    <a:pt x="82460" y="4361"/>
                  </a:lnTo>
                  <a:lnTo>
                    <a:pt x="81172" y="4340"/>
                  </a:lnTo>
                  <a:lnTo>
                    <a:pt x="79884" y="4319"/>
                  </a:lnTo>
                  <a:lnTo>
                    <a:pt x="78595" y="4299"/>
                  </a:lnTo>
                  <a:lnTo>
                    <a:pt x="77307" y="4278"/>
                  </a:lnTo>
                  <a:lnTo>
                    <a:pt x="76019" y="4257"/>
                  </a:lnTo>
                  <a:lnTo>
                    <a:pt x="74730" y="4236"/>
                  </a:lnTo>
                  <a:lnTo>
                    <a:pt x="73442" y="4215"/>
                  </a:lnTo>
                  <a:lnTo>
                    <a:pt x="72153" y="4195"/>
                  </a:lnTo>
                  <a:lnTo>
                    <a:pt x="70864" y="4174"/>
                  </a:lnTo>
                  <a:lnTo>
                    <a:pt x="69575" y="4153"/>
                  </a:lnTo>
                  <a:lnTo>
                    <a:pt x="68286" y="4132"/>
                  </a:lnTo>
                  <a:lnTo>
                    <a:pt x="66996" y="4111"/>
                  </a:lnTo>
                  <a:lnTo>
                    <a:pt x="65706" y="4091"/>
                  </a:lnTo>
                  <a:lnTo>
                    <a:pt x="64416" y="4070"/>
                  </a:lnTo>
                  <a:lnTo>
                    <a:pt x="63125" y="4049"/>
                  </a:lnTo>
                  <a:lnTo>
                    <a:pt x="61835" y="4028"/>
                  </a:lnTo>
                  <a:lnTo>
                    <a:pt x="60543" y="4007"/>
                  </a:lnTo>
                  <a:lnTo>
                    <a:pt x="59252" y="3987"/>
                  </a:lnTo>
                  <a:lnTo>
                    <a:pt x="57960" y="3966"/>
                  </a:lnTo>
                  <a:lnTo>
                    <a:pt x="56668" y="3945"/>
                  </a:lnTo>
                  <a:lnTo>
                    <a:pt x="55375" y="3924"/>
                  </a:lnTo>
                  <a:lnTo>
                    <a:pt x="54082" y="3903"/>
                  </a:lnTo>
                  <a:lnTo>
                    <a:pt x="52788" y="3882"/>
                  </a:lnTo>
                  <a:lnTo>
                    <a:pt x="51494" y="3861"/>
                  </a:lnTo>
                  <a:lnTo>
                    <a:pt x="50199" y="3841"/>
                  </a:lnTo>
                  <a:lnTo>
                    <a:pt x="48904" y="3820"/>
                  </a:lnTo>
                  <a:lnTo>
                    <a:pt x="47609" y="3799"/>
                  </a:lnTo>
                  <a:lnTo>
                    <a:pt x="46312" y="3778"/>
                  </a:lnTo>
                  <a:lnTo>
                    <a:pt x="45016" y="3757"/>
                  </a:lnTo>
                  <a:lnTo>
                    <a:pt x="43718" y="3736"/>
                  </a:lnTo>
                  <a:lnTo>
                    <a:pt x="42420" y="3715"/>
                  </a:lnTo>
                  <a:lnTo>
                    <a:pt x="41122" y="3694"/>
                  </a:lnTo>
                  <a:lnTo>
                    <a:pt x="39822" y="3673"/>
                  </a:lnTo>
                  <a:lnTo>
                    <a:pt x="38522" y="3652"/>
                  </a:lnTo>
                  <a:lnTo>
                    <a:pt x="37222" y="3631"/>
                  </a:lnTo>
                  <a:lnTo>
                    <a:pt x="35921" y="3610"/>
                  </a:lnTo>
                  <a:lnTo>
                    <a:pt x="34619" y="3589"/>
                  </a:lnTo>
                  <a:lnTo>
                    <a:pt x="33316" y="3568"/>
                  </a:lnTo>
                  <a:lnTo>
                    <a:pt x="32012" y="3547"/>
                  </a:lnTo>
                  <a:lnTo>
                    <a:pt x="30708" y="3526"/>
                  </a:lnTo>
                  <a:lnTo>
                    <a:pt x="29403" y="3505"/>
                  </a:lnTo>
                  <a:lnTo>
                    <a:pt x="28097" y="3484"/>
                  </a:lnTo>
                  <a:lnTo>
                    <a:pt x="26790" y="3463"/>
                  </a:lnTo>
                  <a:lnTo>
                    <a:pt x="25482" y="3442"/>
                  </a:lnTo>
                  <a:lnTo>
                    <a:pt x="24174" y="3421"/>
                  </a:lnTo>
                  <a:lnTo>
                    <a:pt x="22865" y="3400"/>
                  </a:lnTo>
                  <a:lnTo>
                    <a:pt x="21554" y="3379"/>
                  </a:lnTo>
                  <a:lnTo>
                    <a:pt x="20243" y="3357"/>
                  </a:lnTo>
                  <a:lnTo>
                    <a:pt x="18931" y="3336"/>
                  </a:lnTo>
                  <a:lnTo>
                    <a:pt x="17618" y="3315"/>
                  </a:lnTo>
                  <a:lnTo>
                    <a:pt x="16303" y="3294"/>
                  </a:lnTo>
                  <a:lnTo>
                    <a:pt x="14988" y="3273"/>
                  </a:lnTo>
                  <a:lnTo>
                    <a:pt x="13672" y="3251"/>
                  </a:lnTo>
                  <a:lnTo>
                    <a:pt x="12355" y="3230"/>
                  </a:lnTo>
                  <a:lnTo>
                    <a:pt x="11036" y="3209"/>
                  </a:lnTo>
                  <a:lnTo>
                    <a:pt x="9717" y="3188"/>
                  </a:lnTo>
                  <a:lnTo>
                    <a:pt x="8396" y="3166"/>
                  </a:lnTo>
                  <a:lnTo>
                    <a:pt x="7075" y="3145"/>
                  </a:lnTo>
                  <a:lnTo>
                    <a:pt x="5752" y="3124"/>
                  </a:lnTo>
                  <a:lnTo>
                    <a:pt x="4428" y="3102"/>
                  </a:lnTo>
                  <a:lnTo>
                    <a:pt x="3103" y="3081"/>
                  </a:lnTo>
                  <a:lnTo>
                    <a:pt x="1777" y="3060"/>
                  </a:lnTo>
                  <a:lnTo>
                    <a:pt x="2783" y="2116"/>
                  </a:lnTo>
                  <a:lnTo>
                    <a:pt x="3704" y="1388"/>
                  </a:lnTo>
                  <a:lnTo>
                    <a:pt x="4571" y="847"/>
                  </a:lnTo>
                  <a:lnTo>
                    <a:pt x="5416" y="467"/>
                  </a:lnTo>
                  <a:lnTo>
                    <a:pt x="6271" y="220"/>
                  </a:lnTo>
                  <a:lnTo>
                    <a:pt x="7168" y="79"/>
                  </a:lnTo>
                  <a:lnTo>
                    <a:pt x="8138" y="17"/>
                  </a:lnTo>
                  <a:lnTo>
                    <a:pt x="9214" y="5"/>
                  </a:lnTo>
                  <a:lnTo>
                    <a:pt x="10428" y="17"/>
                  </a:lnTo>
                  <a:lnTo>
                    <a:pt x="11811" y="26"/>
                  </a:lnTo>
                  <a:close/>
                </a:path>
              </a:pathLst>
            </a:custGeom>
            <a:solidFill>
              <a:srgbClr val="6097C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" name="region 98 #435F76"/>
            <p:cNvSpPr/>
            <p:nvPr/>
          </p:nvSpPr>
          <p:spPr>
            <a:xfrm>
              <a:off x="2470269" y="698299"/>
              <a:ext cx="20778" cy="107430"/>
            </a:xfrm>
            <a:custGeom>
              <a:avLst/>
              <a:gdLst/>
              <a:ahLst/>
              <a:cxnLst/>
              <a:rect l="l" t="t" r="r" b="b"/>
              <a:pathLst>
                <a:path w="20778" h="107430">
                  <a:moveTo>
                    <a:pt x="19436" y="0"/>
                  </a:moveTo>
                  <a:lnTo>
                    <a:pt x="20102" y="0"/>
                  </a:lnTo>
                  <a:lnTo>
                    <a:pt x="20778" y="0"/>
                  </a:lnTo>
                  <a:lnTo>
                    <a:pt x="20666" y="1210"/>
                  </a:lnTo>
                  <a:lnTo>
                    <a:pt x="20540" y="2375"/>
                  </a:lnTo>
                  <a:lnTo>
                    <a:pt x="20399" y="3501"/>
                  </a:lnTo>
                  <a:lnTo>
                    <a:pt x="20242" y="4592"/>
                  </a:lnTo>
                  <a:lnTo>
                    <a:pt x="20066" y="5653"/>
                  </a:lnTo>
                  <a:lnTo>
                    <a:pt x="19871" y="6688"/>
                  </a:lnTo>
                  <a:lnTo>
                    <a:pt x="19654" y="7701"/>
                  </a:lnTo>
                  <a:lnTo>
                    <a:pt x="19415" y="8699"/>
                  </a:lnTo>
                  <a:lnTo>
                    <a:pt x="19151" y="9685"/>
                  </a:lnTo>
                  <a:lnTo>
                    <a:pt x="18860" y="10664"/>
                  </a:lnTo>
                  <a:lnTo>
                    <a:pt x="18542" y="11640"/>
                  </a:lnTo>
                  <a:lnTo>
                    <a:pt x="18195" y="12619"/>
                  </a:lnTo>
                  <a:lnTo>
                    <a:pt x="17817" y="13604"/>
                  </a:lnTo>
                  <a:lnTo>
                    <a:pt x="17406" y="14602"/>
                  </a:lnTo>
                  <a:lnTo>
                    <a:pt x="16962" y="15615"/>
                  </a:lnTo>
                  <a:lnTo>
                    <a:pt x="16481" y="16650"/>
                  </a:lnTo>
                  <a:lnTo>
                    <a:pt x="15963" y="17710"/>
                  </a:lnTo>
                  <a:lnTo>
                    <a:pt x="15407" y="18800"/>
                  </a:lnTo>
                  <a:lnTo>
                    <a:pt x="15109" y="19874"/>
                  </a:lnTo>
                  <a:lnTo>
                    <a:pt x="14819" y="20946"/>
                  </a:lnTo>
                  <a:lnTo>
                    <a:pt x="14536" y="22016"/>
                  </a:lnTo>
                  <a:lnTo>
                    <a:pt x="14261" y="23086"/>
                  </a:lnTo>
                  <a:lnTo>
                    <a:pt x="13991" y="24156"/>
                  </a:lnTo>
                  <a:lnTo>
                    <a:pt x="13727" y="25227"/>
                  </a:lnTo>
                  <a:lnTo>
                    <a:pt x="13469" y="26301"/>
                  </a:lnTo>
                  <a:lnTo>
                    <a:pt x="13215" y="27377"/>
                  </a:lnTo>
                  <a:lnTo>
                    <a:pt x="12966" y="28458"/>
                  </a:lnTo>
                  <a:lnTo>
                    <a:pt x="12721" y="29543"/>
                  </a:lnTo>
                  <a:lnTo>
                    <a:pt x="12402" y="30819"/>
                  </a:lnTo>
                  <a:lnTo>
                    <a:pt x="12081" y="32103"/>
                  </a:lnTo>
                  <a:lnTo>
                    <a:pt x="11756" y="33404"/>
                  </a:lnTo>
                  <a:lnTo>
                    <a:pt x="11478" y="34554"/>
                  </a:lnTo>
                  <a:lnTo>
                    <a:pt x="11208" y="35703"/>
                  </a:lnTo>
                  <a:lnTo>
                    <a:pt x="10946" y="36852"/>
                  </a:lnTo>
                  <a:lnTo>
                    <a:pt x="10692" y="38002"/>
                  </a:lnTo>
                  <a:lnTo>
                    <a:pt x="10445" y="39151"/>
                  </a:lnTo>
                  <a:lnTo>
                    <a:pt x="10206" y="40300"/>
                  </a:lnTo>
                  <a:lnTo>
                    <a:pt x="9974" y="41449"/>
                  </a:lnTo>
                  <a:lnTo>
                    <a:pt x="9750" y="42598"/>
                  </a:lnTo>
                  <a:lnTo>
                    <a:pt x="9532" y="43746"/>
                  </a:lnTo>
                  <a:lnTo>
                    <a:pt x="9321" y="44895"/>
                  </a:lnTo>
                  <a:lnTo>
                    <a:pt x="9118" y="46044"/>
                  </a:lnTo>
                  <a:lnTo>
                    <a:pt x="8920" y="47193"/>
                  </a:lnTo>
                  <a:lnTo>
                    <a:pt x="8730" y="48342"/>
                  </a:lnTo>
                  <a:lnTo>
                    <a:pt x="8546" y="49491"/>
                  </a:lnTo>
                  <a:lnTo>
                    <a:pt x="8368" y="50640"/>
                  </a:lnTo>
                  <a:lnTo>
                    <a:pt x="8196" y="51789"/>
                  </a:lnTo>
                  <a:lnTo>
                    <a:pt x="8030" y="52939"/>
                  </a:lnTo>
                  <a:lnTo>
                    <a:pt x="7870" y="54088"/>
                  </a:lnTo>
                  <a:lnTo>
                    <a:pt x="7716" y="55238"/>
                  </a:lnTo>
                  <a:lnTo>
                    <a:pt x="7568" y="56387"/>
                  </a:lnTo>
                  <a:lnTo>
                    <a:pt x="7425" y="57537"/>
                  </a:lnTo>
                  <a:lnTo>
                    <a:pt x="7288" y="58687"/>
                  </a:lnTo>
                  <a:lnTo>
                    <a:pt x="7155" y="59838"/>
                  </a:lnTo>
                  <a:lnTo>
                    <a:pt x="7028" y="60988"/>
                  </a:lnTo>
                  <a:lnTo>
                    <a:pt x="6906" y="62139"/>
                  </a:lnTo>
                  <a:lnTo>
                    <a:pt x="6789" y="63290"/>
                  </a:lnTo>
                  <a:lnTo>
                    <a:pt x="6676" y="64442"/>
                  </a:lnTo>
                  <a:lnTo>
                    <a:pt x="6568" y="65594"/>
                  </a:lnTo>
                  <a:lnTo>
                    <a:pt x="6465" y="66746"/>
                  </a:lnTo>
                  <a:lnTo>
                    <a:pt x="6366" y="67898"/>
                  </a:lnTo>
                  <a:lnTo>
                    <a:pt x="6271" y="69051"/>
                  </a:lnTo>
                  <a:lnTo>
                    <a:pt x="6180" y="70205"/>
                  </a:lnTo>
                  <a:lnTo>
                    <a:pt x="6093" y="71358"/>
                  </a:lnTo>
                  <a:lnTo>
                    <a:pt x="6010" y="72512"/>
                  </a:lnTo>
                  <a:lnTo>
                    <a:pt x="5931" y="73667"/>
                  </a:lnTo>
                  <a:lnTo>
                    <a:pt x="5856" y="74822"/>
                  </a:lnTo>
                  <a:lnTo>
                    <a:pt x="5783" y="75978"/>
                  </a:lnTo>
                  <a:lnTo>
                    <a:pt x="5714" y="77134"/>
                  </a:lnTo>
                  <a:lnTo>
                    <a:pt x="5649" y="78290"/>
                  </a:lnTo>
                  <a:lnTo>
                    <a:pt x="5586" y="79447"/>
                  </a:lnTo>
                  <a:lnTo>
                    <a:pt x="5526" y="80605"/>
                  </a:lnTo>
                  <a:lnTo>
                    <a:pt x="5469" y="81763"/>
                  </a:lnTo>
                  <a:lnTo>
                    <a:pt x="5415" y="82922"/>
                  </a:lnTo>
                  <a:lnTo>
                    <a:pt x="5363" y="84082"/>
                  </a:lnTo>
                  <a:lnTo>
                    <a:pt x="5314" y="85242"/>
                  </a:lnTo>
                  <a:lnTo>
                    <a:pt x="5267" y="86403"/>
                  </a:lnTo>
                  <a:lnTo>
                    <a:pt x="5222" y="87564"/>
                  </a:lnTo>
                  <a:lnTo>
                    <a:pt x="5179" y="88726"/>
                  </a:lnTo>
                  <a:lnTo>
                    <a:pt x="5138" y="89889"/>
                  </a:lnTo>
                  <a:lnTo>
                    <a:pt x="5099" y="91053"/>
                  </a:lnTo>
                  <a:lnTo>
                    <a:pt x="5062" y="92217"/>
                  </a:lnTo>
                  <a:lnTo>
                    <a:pt x="5026" y="93382"/>
                  </a:lnTo>
                  <a:lnTo>
                    <a:pt x="4991" y="94548"/>
                  </a:lnTo>
                  <a:lnTo>
                    <a:pt x="4958" y="95715"/>
                  </a:lnTo>
                  <a:lnTo>
                    <a:pt x="4925" y="96882"/>
                  </a:lnTo>
                  <a:lnTo>
                    <a:pt x="4894" y="98051"/>
                  </a:lnTo>
                  <a:lnTo>
                    <a:pt x="4864" y="99220"/>
                  </a:lnTo>
                  <a:lnTo>
                    <a:pt x="4834" y="100390"/>
                  </a:lnTo>
                  <a:lnTo>
                    <a:pt x="4805" y="101561"/>
                  </a:lnTo>
                  <a:lnTo>
                    <a:pt x="4776" y="102733"/>
                  </a:lnTo>
                  <a:lnTo>
                    <a:pt x="4748" y="103906"/>
                  </a:lnTo>
                  <a:lnTo>
                    <a:pt x="4720" y="105080"/>
                  </a:lnTo>
                  <a:lnTo>
                    <a:pt x="4692" y="106254"/>
                  </a:lnTo>
                  <a:lnTo>
                    <a:pt x="4664" y="107430"/>
                  </a:lnTo>
                  <a:lnTo>
                    <a:pt x="3331" y="107430"/>
                  </a:lnTo>
                  <a:lnTo>
                    <a:pt x="1978" y="107430"/>
                  </a:lnTo>
                  <a:lnTo>
                    <a:pt x="1882" y="106368"/>
                  </a:lnTo>
                  <a:lnTo>
                    <a:pt x="1790" y="105306"/>
                  </a:lnTo>
                  <a:lnTo>
                    <a:pt x="1700" y="104244"/>
                  </a:lnTo>
                  <a:lnTo>
                    <a:pt x="1615" y="103182"/>
                  </a:lnTo>
                  <a:lnTo>
                    <a:pt x="1532" y="102119"/>
                  </a:lnTo>
                  <a:lnTo>
                    <a:pt x="1453" y="101056"/>
                  </a:lnTo>
                  <a:lnTo>
                    <a:pt x="1376" y="99993"/>
                  </a:lnTo>
                  <a:lnTo>
                    <a:pt x="1303" y="98930"/>
                  </a:lnTo>
                  <a:lnTo>
                    <a:pt x="1233" y="97866"/>
                  </a:lnTo>
                  <a:lnTo>
                    <a:pt x="1165" y="96803"/>
                  </a:lnTo>
                  <a:lnTo>
                    <a:pt x="1101" y="95739"/>
                  </a:lnTo>
                  <a:lnTo>
                    <a:pt x="1039" y="94675"/>
                  </a:lnTo>
                  <a:lnTo>
                    <a:pt x="980" y="93611"/>
                  </a:lnTo>
                  <a:lnTo>
                    <a:pt x="923" y="92547"/>
                  </a:lnTo>
                  <a:lnTo>
                    <a:pt x="870" y="91482"/>
                  </a:lnTo>
                  <a:lnTo>
                    <a:pt x="818" y="90418"/>
                  </a:lnTo>
                  <a:lnTo>
                    <a:pt x="769" y="89353"/>
                  </a:lnTo>
                  <a:lnTo>
                    <a:pt x="722" y="88288"/>
                  </a:lnTo>
                  <a:lnTo>
                    <a:pt x="678" y="87224"/>
                  </a:lnTo>
                  <a:lnTo>
                    <a:pt x="636" y="86159"/>
                  </a:lnTo>
                  <a:lnTo>
                    <a:pt x="596" y="85094"/>
                  </a:lnTo>
                  <a:lnTo>
                    <a:pt x="558" y="84028"/>
                  </a:lnTo>
                  <a:lnTo>
                    <a:pt x="522" y="82963"/>
                  </a:lnTo>
                  <a:lnTo>
                    <a:pt x="488" y="81898"/>
                  </a:lnTo>
                  <a:lnTo>
                    <a:pt x="456" y="80833"/>
                  </a:lnTo>
                  <a:lnTo>
                    <a:pt x="426" y="79767"/>
                  </a:lnTo>
                  <a:lnTo>
                    <a:pt x="397" y="78702"/>
                  </a:lnTo>
                  <a:lnTo>
                    <a:pt x="370" y="77636"/>
                  </a:lnTo>
                  <a:lnTo>
                    <a:pt x="345" y="76570"/>
                  </a:lnTo>
                  <a:lnTo>
                    <a:pt x="321" y="75505"/>
                  </a:lnTo>
                  <a:lnTo>
                    <a:pt x="298" y="74439"/>
                  </a:lnTo>
                  <a:lnTo>
                    <a:pt x="277" y="73373"/>
                  </a:lnTo>
                  <a:lnTo>
                    <a:pt x="257" y="72308"/>
                  </a:lnTo>
                  <a:lnTo>
                    <a:pt x="239" y="71242"/>
                  </a:lnTo>
                  <a:lnTo>
                    <a:pt x="222" y="70176"/>
                  </a:lnTo>
                  <a:lnTo>
                    <a:pt x="205" y="69110"/>
                  </a:lnTo>
                  <a:lnTo>
                    <a:pt x="190" y="68044"/>
                  </a:lnTo>
                  <a:lnTo>
                    <a:pt x="176" y="66979"/>
                  </a:lnTo>
                  <a:lnTo>
                    <a:pt x="157" y="65849"/>
                  </a:lnTo>
                  <a:lnTo>
                    <a:pt x="135" y="64719"/>
                  </a:lnTo>
                  <a:lnTo>
                    <a:pt x="111" y="63590"/>
                  </a:lnTo>
                  <a:lnTo>
                    <a:pt x="83" y="62461"/>
                  </a:lnTo>
                  <a:lnTo>
                    <a:pt x="52" y="61332"/>
                  </a:lnTo>
                  <a:lnTo>
                    <a:pt x="25" y="60195"/>
                  </a:lnTo>
                  <a:lnTo>
                    <a:pt x="8" y="59072"/>
                  </a:lnTo>
                  <a:lnTo>
                    <a:pt x="0" y="57962"/>
                  </a:lnTo>
                  <a:lnTo>
                    <a:pt x="2" y="56864"/>
                  </a:lnTo>
                  <a:lnTo>
                    <a:pt x="15" y="55778"/>
                  </a:lnTo>
                  <a:lnTo>
                    <a:pt x="40" y="54702"/>
                  </a:lnTo>
                  <a:lnTo>
                    <a:pt x="77" y="53636"/>
                  </a:lnTo>
                  <a:lnTo>
                    <a:pt x="127" y="52579"/>
                  </a:lnTo>
                  <a:lnTo>
                    <a:pt x="191" y="51530"/>
                  </a:lnTo>
                  <a:lnTo>
                    <a:pt x="269" y="50489"/>
                  </a:lnTo>
                  <a:lnTo>
                    <a:pt x="361" y="49455"/>
                  </a:lnTo>
                  <a:lnTo>
                    <a:pt x="469" y="48428"/>
                  </a:lnTo>
                  <a:lnTo>
                    <a:pt x="593" y="47406"/>
                  </a:lnTo>
                  <a:lnTo>
                    <a:pt x="734" y="46388"/>
                  </a:lnTo>
                  <a:lnTo>
                    <a:pt x="892" y="45375"/>
                  </a:lnTo>
                  <a:lnTo>
                    <a:pt x="1068" y="44365"/>
                  </a:lnTo>
                  <a:lnTo>
                    <a:pt x="1263" y="43358"/>
                  </a:lnTo>
                  <a:lnTo>
                    <a:pt x="1476" y="42352"/>
                  </a:lnTo>
                  <a:lnTo>
                    <a:pt x="1710" y="41348"/>
                  </a:lnTo>
                  <a:lnTo>
                    <a:pt x="1964" y="40344"/>
                  </a:lnTo>
                  <a:lnTo>
                    <a:pt x="2239" y="39339"/>
                  </a:lnTo>
                  <a:lnTo>
                    <a:pt x="2536" y="38334"/>
                  </a:lnTo>
                  <a:lnTo>
                    <a:pt x="2855" y="37326"/>
                  </a:lnTo>
                  <a:lnTo>
                    <a:pt x="3197" y="36317"/>
                  </a:lnTo>
                  <a:lnTo>
                    <a:pt x="3563" y="35303"/>
                  </a:lnTo>
                  <a:lnTo>
                    <a:pt x="3953" y="34286"/>
                  </a:lnTo>
                  <a:lnTo>
                    <a:pt x="4368" y="33265"/>
                  </a:lnTo>
                  <a:lnTo>
                    <a:pt x="4808" y="32237"/>
                  </a:lnTo>
                  <a:lnTo>
                    <a:pt x="5274" y="31204"/>
                  </a:lnTo>
                  <a:lnTo>
                    <a:pt x="5768" y="30163"/>
                  </a:lnTo>
                  <a:lnTo>
                    <a:pt x="6269" y="29081"/>
                  </a:lnTo>
                  <a:lnTo>
                    <a:pt x="6724" y="28018"/>
                  </a:lnTo>
                  <a:lnTo>
                    <a:pt x="7138" y="26966"/>
                  </a:lnTo>
                  <a:lnTo>
                    <a:pt x="7513" y="25914"/>
                  </a:lnTo>
                  <a:lnTo>
                    <a:pt x="7852" y="24850"/>
                  </a:lnTo>
                  <a:lnTo>
                    <a:pt x="8160" y="23765"/>
                  </a:lnTo>
                  <a:lnTo>
                    <a:pt x="8439" y="22647"/>
                  </a:lnTo>
                  <a:lnTo>
                    <a:pt x="8692" y="21486"/>
                  </a:lnTo>
                  <a:lnTo>
                    <a:pt x="10025" y="21486"/>
                  </a:lnTo>
                  <a:lnTo>
                    <a:pt x="11378" y="21486"/>
                  </a:lnTo>
                  <a:lnTo>
                    <a:pt x="11600" y="20314"/>
                  </a:lnTo>
                  <a:lnTo>
                    <a:pt x="11824" y="19125"/>
                  </a:lnTo>
                  <a:lnTo>
                    <a:pt x="12243" y="17064"/>
                  </a:lnTo>
                  <a:lnTo>
                    <a:pt x="12624" y="15205"/>
                  </a:lnTo>
                  <a:lnTo>
                    <a:pt x="12972" y="13535"/>
                  </a:lnTo>
                  <a:lnTo>
                    <a:pt x="13293" y="12038"/>
                  </a:lnTo>
                  <a:lnTo>
                    <a:pt x="13593" y="10700"/>
                  </a:lnTo>
                  <a:lnTo>
                    <a:pt x="13877" y="9507"/>
                  </a:lnTo>
                  <a:lnTo>
                    <a:pt x="14152" y="8445"/>
                  </a:lnTo>
                  <a:lnTo>
                    <a:pt x="14423" y="7499"/>
                  </a:lnTo>
                  <a:lnTo>
                    <a:pt x="14695" y="6655"/>
                  </a:lnTo>
                  <a:lnTo>
                    <a:pt x="14975" y="5899"/>
                  </a:lnTo>
                  <a:lnTo>
                    <a:pt x="15268" y="5216"/>
                  </a:lnTo>
                  <a:lnTo>
                    <a:pt x="15580" y="4592"/>
                  </a:lnTo>
                  <a:lnTo>
                    <a:pt x="15916" y="4013"/>
                  </a:lnTo>
                  <a:lnTo>
                    <a:pt x="16282" y="3464"/>
                  </a:lnTo>
                  <a:lnTo>
                    <a:pt x="16685" y="2930"/>
                  </a:lnTo>
                  <a:lnTo>
                    <a:pt x="17129" y="2398"/>
                  </a:lnTo>
                  <a:lnTo>
                    <a:pt x="17620" y="1854"/>
                  </a:lnTo>
                  <a:lnTo>
                    <a:pt x="18165" y="1282"/>
                  </a:lnTo>
                  <a:lnTo>
                    <a:pt x="18768" y="669"/>
                  </a:lnTo>
                  <a:lnTo>
                    <a:pt x="19436" y="0"/>
                  </a:lnTo>
                  <a:close/>
                </a:path>
              </a:pathLst>
            </a:custGeom>
            <a:solidFill>
              <a:srgbClr val="435F7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" name="region 99 #5E5C87"/>
            <p:cNvSpPr/>
            <p:nvPr/>
          </p:nvSpPr>
          <p:spPr>
            <a:xfrm>
              <a:off x="792300" y="577311"/>
              <a:ext cx="25515" cy="24539"/>
            </a:xfrm>
            <a:custGeom>
              <a:avLst/>
              <a:gdLst/>
              <a:ahLst/>
              <a:cxnLst/>
              <a:rect l="l" t="t" r="r" b="b"/>
              <a:pathLst>
                <a:path w="25515" h="24539">
                  <a:moveTo>
                    <a:pt x="17458" y="128"/>
                  </a:moveTo>
                  <a:lnTo>
                    <a:pt x="17458" y="1461"/>
                  </a:lnTo>
                  <a:lnTo>
                    <a:pt x="17458" y="2814"/>
                  </a:lnTo>
                  <a:lnTo>
                    <a:pt x="18707" y="3439"/>
                  </a:lnTo>
                  <a:lnTo>
                    <a:pt x="19976" y="4074"/>
                  </a:lnTo>
                  <a:lnTo>
                    <a:pt x="21084" y="4627"/>
                  </a:lnTo>
                  <a:lnTo>
                    <a:pt x="22192" y="5181"/>
                  </a:lnTo>
                  <a:lnTo>
                    <a:pt x="23299" y="5734"/>
                  </a:lnTo>
                  <a:lnTo>
                    <a:pt x="24407" y="6288"/>
                  </a:lnTo>
                  <a:lnTo>
                    <a:pt x="25515" y="6843"/>
                  </a:lnTo>
                  <a:lnTo>
                    <a:pt x="25420" y="7887"/>
                  </a:lnTo>
                  <a:lnTo>
                    <a:pt x="25325" y="8932"/>
                  </a:lnTo>
                  <a:lnTo>
                    <a:pt x="25230" y="9978"/>
                  </a:lnTo>
                  <a:lnTo>
                    <a:pt x="25135" y="11024"/>
                  </a:lnTo>
                  <a:lnTo>
                    <a:pt x="25040" y="12072"/>
                  </a:lnTo>
                  <a:lnTo>
                    <a:pt x="24944" y="13122"/>
                  </a:lnTo>
                  <a:lnTo>
                    <a:pt x="24849" y="14173"/>
                  </a:lnTo>
                  <a:lnTo>
                    <a:pt x="24753" y="15227"/>
                  </a:lnTo>
                  <a:lnTo>
                    <a:pt x="24657" y="16283"/>
                  </a:lnTo>
                  <a:lnTo>
                    <a:pt x="24561" y="17342"/>
                  </a:lnTo>
                  <a:lnTo>
                    <a:pt x="24464" y="18405"/>
                  </a:lnTo>
                  <a:lnTo>
                    <a:pt x="24367" y="19470"/>
                  </a:lnTo>
                  <a:lnTo>
                    <a:pt x="24270" y="20540"/>
                  </a:lnTo>
                  <a:lnTo>
                    <a:pt x="24172" y="21614"/>
                  </a:lnTo>
                  <a:lnTo>
                    <a:pt x="22932" y="22105"/>
                  </a:lnTo>
                  <a:lnTo>
                    <a:pt x="21770" y="22549"/>
                  </a:lnTo>
                  <a:lnTo>
                    <a:pt x="20674" y="22948"/>
                  </a:lnTo>
                  <a:lnTo>
                    <a:pt x="19632" y="23301"/>
                  </a:lnTo>
                  <a:lnTo>
                    <a:pt x="18630" y="23609"/>
                  </a:lnTo>
                  <a:lnTo>
                    <a:pt x="17657" y="23873"/>
                  </a:lnTo>
                  <a:lnTo>
                    <a:pt x="16699" y="24092"/>
                  </a:lnTo>
                  <a:lnTo>
                    <a:pt x="15743" y="24268"/>
                  </a:lnTo>
                  <a:lnTo>
                    <a:pt x="14777" y="24400"/>
                  </a:lnTo>
                  <a:lnTo>
                    <a:pt x="13789" y="24489"/>
                  </a:lnTo>
                  <a:lnTo>
                    <a:pt x="12764" y="24535"/>
                  </a:lnTo>
                  <a:lnTo>
                    <a:pt x="11692" y="24539"/>
                  </a:lnTo>
                  <a:lnTo>
                    <a:pt x="10558" y="24501"/>
                  </a:lnTo>
                  <a:lnTo>
                    <a:pt x="9351" y="24421"/>
                  </a:lnTo>
                  <a:lnTo>
                    <a:pt x="8058" y="24300"/>
                  </a:lnTo>
                  <a:lnTo>
                    <a:pt x="6679" y="23497"/>
                  </a:lnTo>
                  <a:lnTo>
                    <a:pt x="5575" y="22849"/>
                  </a:lnTo>
                  <a:lnTo>
                    <a:pt x="4681" y="22311"/>
                  </a:lnTo>
                  <a:lnTo>
                    <a:pt x="3931" y="21839"/>
                  </a:lnTo>
                  <a:lnTo>
                    <a:pt x="3256" y="21390"/>
                  </a:lnTo>
                  <a:lnTo>
                    <a:pt x="2593" y="20918"/>
                  </a:lnTo>
                  <a:lnTo>
                    <a:pt x="1873" y="20380"/>
                  </a:lnTo>
                  <a:lnTo>
                    <a:pt x="1031" y="19732"/>
                  </a:lnTo>
                  <a:lnTo>
                    <a:pt x="0" y="18929"/>
                  </a:lnTo>
                  <a:lnTo>
                    <a:pt x="41" y="16777"/>
                  </a:lnTo>
                  <a:lnTo>
                    <a:pt x="82" y="14859"/>
                  </a:lnTo>
                  <a:lnTo>
                    <a:pt x="126" y="13158"/>
                  </a:lnTo>
                  <a:lnTo>
                    <a:pt x="179" y="11656"/>
                  </a:lnTo>
                  <a:lnTo>
                    <a:pt x="244" y="10333"/>
                  </a:lnTo>
                  <a:lnTo>
                    <a:pt x="326" y="9171"/>
                  </a:lnTo>
                  <a:lnTo>
                    <a:pt x="429" y="8154"/>
                  </a:lnTo>
                  <a:lnTo>
                    <a:pt x="558" y="7261"/>
                  </a:lnTo>
                  <a:lnTo>
                    <a:pt x="716" y="6476"/>
                  </a:lnTo>
                  <a:lnTo>
                    <a:pt x="909" y="5779"/>
                  </a:lnTo>
                  <a:lnTo>
                    <a:pt x="1140" y="5154"/>
                  </a:lnTo>
                  <a:lnTo>
                    <a:pt x="1414" y="4580"/>
                  </a:lnTo>
                  <a:lnTo>
                    <a:pt x="1735" y="4041"/>
                  </a:lnTo>
                  <a:lnTo>
                    <a:pt x="2107" y="3517"/>
                  </a:lnTo>
                  <a:lnTo>
                    <a:pt x="2535" y="2991"/>
                  </a:lnTo>
                  <a:lnTo>
                    <a:pt x="3023" y="2445"/>
                  </a:lnTo>
                  <a:lnTo>
                    <a:pt x="3576" y="1860"/>
                  </a:lnTo>
                  <a:lnTo>
                    <a:pt x="4197" y="1219"/>
                  </a:lnTo>
                  <a:lnTo>
                    <a:pt x="5328" y="920"/>
                  </a:lnTo>
                  <a:lnTo>
                    <a:pt x="6438" y="670"/>
                  </a:lnTo>
                  <a:lnTo>
                    <a:pt x="7533" y="464"/>
                  </a:lnTo>
                  <a:lnTo>
                    <a:pt x="8616" y="300"/>
                  </a:lnTo>
                  <a:lnTo>
                    <a:pt x="9693" y="174"/>
                  </a:lnTo>
                  <a:lnTo>
                    <a:pt x="10769" y="85"/>
                  </a:lnTo>
                  <a:lnTo>
                    <a:pt x="11847" y="28"/>
                  </a:lnTo>
                  <a:lnTo>
                    <a:pt x="12934" y="0"/>
                  </a:lnTo>
                  <a:lnTo>
                    <a:pt x="14034" y="0"/>
                  </a:lnTo>
                  <a:lnTo>
                    <a:pt x="15151" y="23"/>
                  </a:lnTo>
                  <a:lnTo>
                    <a:pt x="16291" y="67"/>
                  </a:lnTo>
                  <a:lnTo>
                    <a:pt x="17458" y="128"/>
                  </a:lnTo>
                  <a:close/>
                </a:path>
              </a:pathLst>
            </a:custGeom>
            <a:solidFill>
              <a:srgbClr val="5E5C8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" name="region 100 #AFB2B1"/>
            <p:cNvSpPr/>
            <p:nvPr/>
          </p:nvSpPr>
          <p:spPr>
            <a:xfrm>
              <a:off x="1847806" y="491495"/>
              <a:ext cx="20144" cy="43013"/>
            </a:xfrm>
            <a:custGeom>
              <a:avLst/>
              <a:gdLst/>
              <a:ahLst/>
              <a:cxnLst/>
              <a:rect l="l" t="t" r="r" b="b"/>
              <a:pathLst>
                <a:path w="20144" h="43013">
                  <a:moveTo>
                    <a:pt x="8058" y="0"/>
                  </a:moveTo>
                  <a:lnTo>
                    <a:pt x="8390" y="997"/>
                  </a:lnTo>
                  <a:lnTo>
                    <a:pt x="8724" y="1999"/>
                  </a:lnTo>
                  <a:lnTo>
                    <a:pt x="9061" y="3008"/>
                  </a:lnTo>
                  <a:lnTo>
                    <a:pt x="9401" y="4028"/>
                  </a:lnTo>
                  <a:lnTo>
                    <a:pt x="10733" y="4028"/>
                  </a:lnTo>
                  <a:lnTo>
                    <a:pt x="12086" y="4028"/>
                  </a:lnTo>
                  <a:lnTo>
                    <a:pt x="12308" y="5137"/>
                  </a:lnTo>
                  <a:lnTo>
                    <a:pt x="12530" y="6247"/>
                  </a:lnTo>
                  <a:lnTo>
                    <a:pt x="12753" y="7360"/>
                  </a:lnTo>
                  <a:lnTo>
                    <a:pt x="12977" y="8480"/>
                  </a:lnTo>
                  <a:lnTo>
                    <a:pt x="13202" y="9607"/>
                  </a:lnTo>
                  <a:lnTo>
                    <a:pt x="13429" y="10743"/>
                  </a:lnTo>
                  <a:lnTo>
                    <a:pt x="14427" y="11075"/>
                  </a:lnTo>
                  <a:lnTo>
                    <a:pt x="15429" y="11409"/>
                  </a:lnTo>
                  <a:lnTo>
                    <a:pt x="16438" y="11745"/>
                  </a:lnTo>
                  <a:lnTo>
                    <a:pt x="17458" y="12086"/>
                  </a:lnTo>
                  <a:lnTo>
                    <a:pt x="17987" y="13451"/>
                  </a:lnTo>
                  <a:lnTo>
                    <a:pt x="18397" y="14524"/>
                  </a:lnTo>
                  <a:lnTo>
                    <a:pt x="18721" y="15402"/>
                  </a:lnTo>
                  <a:lnTo>
                    <a:pt x="18990" y="16177"/>
                  </a:lnTo>
                  <a:lnTo>
                    <a:pt x="19235" y="16944"/>
                  </a:lnTo>
                  <a:lnTo>
                    <a:pt x="19488" y="17798"/>
                  </a:lnTo>
                  <a:lnTo>
                    <a:pt x="19781" y="18833"/>
                  </a:lnTo>
                  <a:lnTo>
                    <a:pt x="20144" y="20143"/>
                  </a:lnTo>
                  <a:lnTo>
                    <a:pt x="19000" y="19390"/>
                  </a:lnTo>
                  <a:lnTo>
                    <a:pt x="18154" y="18819"/>
                  </a:lnTo>
                  <a:lnTo>
                    <a:pt x="17458" y="18318"/>
                  </a:lnTo>
                  <a:lnTo>
                    <a:pt x="16762" y="17775"/>
                  </a:lnTo>
                  <a:lnTo>
                    <a:pt x="15916" y="17077"/>
                  </a:lnTo>
                  <a:lnTo>
                    <a:pt x="14772" y="16114"/>
                  </a:lnTo>
                  <a:lnTo>
                    <a:pt x="14772" y="14783"/>
                  </a:lnTo>
                  <a:lnTo>
                    <a:pt x="14772" y="13443"/>
                  </a:lnTo>
                  <a:lnTo>
                    <a:pt x="14772" y="12086"/>
                  </a:lnTo>
                  <a:lnTo>
                    <a:pt x="13439" y="12086"/>
                  </a:lnTo>
                  <a:lnTo>
                    <a:pt x="12086" y="12086"/>
                  </a:lnTo>
                  <a:lnTo>
                    <a:pt x="12086" y="13194"/>
                  </a:lnTo>
                  <a:lnTo>
                    <a:pt x="12086" y="14304"/>
                  </a:lnTo>
                  <a:lnTo>
                    <a:pt x="12086" y="15418"/>
                  </a:lnTo>
                  <a:lnTo>
                    <a:pt x="12086" y="16537"/>
                  </a:lnTo>
                  <a:lnTo>
                    <a:pt x="12086" y="17664"/>
                  </a:lnTo>
                  <a:lnTo>
                    <a:pt x="12086" y="18800"/>
                  </a:lnTo>
                  <a:lnTo>
                    <a:pt x="13419" y="18800"/>
                  </a:lnTo>
                  <a:lnTo>
                    <a:pt x="14772" y="18800"/>
                  </a:lnTo>
                  <a:lnTo>
                    <a:pt x="15697" y="19787"/>
                  </a:lnTo>
                  <a:lnTo>
                    <a:pt x="16432" y="20707"/>
                  </a:lnTo>
                  <a:lnTo>
                    <a:pt x="17001" y="21587"/>
                  </a:lnTo>
                  <a:lnTo>
                    <a:pt x="17431" y="22454"/>
                  </a:lnTo>
                  <a:lnTo>
                    <a:pt x="17745" y="23335"/>
                  </a:lnTo>
                  <a:lnTo>
                    <a:pt x="17969" y="24256"/>
                  </a:lnTo>
                  <a:lnTo>
                    <a:pt x="18128" y="25244"/>
                  </a:lnTo>
                  <a:lnTo>
                    <a:pt x="18247" y="26324"/>
                  </a:lnTo>
                  <a:lnTo>
                    <a:pt x="18351" y="27525"/>
                  </a:lnTo>
                  <a:lnTo>
                    <a:pt x="18465" y="28872"/>
                  </a:lnTo>
                  <a:lnTo>
                    <a:pt x="18524" y="29458"/>
                  </a:lnTo>
                  <a:lnTo>
                    <a:pt x="18627" y="30492"/>
                  </a:lnTo>
                  <a:lnTo>
                    <a:pt x="18864" y="32859"/>
                  </a:lnTo>
                  <a:lnTo>
                    <a:pt x="18825" y="34303"/>
                  </a:lnTo>
                  <a:lnTo>
                    <a:pt x="18720" y="35350"/>
                  </a:lnTo>
                  <a:lnTo>
                    <a:pt x="18473" y="36168"/>
                  </a:lnTo>
                  <a:lnTo>
                    <a:pt x="18007" y="36927"/>
                  </a:lnTo>
                  <a:lnTo>
                    <a:pt x="17247" y="37796"/>
                  </a:lnTo>
                  <a:lnTo>
                    <a:pt x="16115" y="38943"/>
                  </a:lnTo>
                  <a:lnTo>
                    <a:pt x="15001" y="39403"/>
                  </a:lnTo>
                  <a:lnTo>
                    <a:pt x="13885" y="39858"/>
                  </a:lnTo>
                  <a:lnTo>
                    <a:pt x="12766" y="40308"/>
                  </a:lnTo>
                  <a:lnTo>
                    <a:pt x="11646" y="40754"/>
                  </a:lnTo>
                  <a:lnTo>
                    <a:pt x="10524" y="41194"/>
                  </a:lnTo>
                  <a:lnTo>
                    <a:pt x="9401" y="41629"/>
                  </a:lnTo>
                  <a:lnTo>
                    <a:pt x="8734" y="42295"/>
                  </a:lnTo>
                  <a:lnTo>
                    <a:pt x="8058" y="42972"/>
                  </a:lnTo>
                  <a:lnTo>
                    <a:pt x="6907" y="42992"/>
                  </a:lnTo>
                  <a:lnTo>
                    <a:pt x="5756" y="43006"/>
                  </a:lnTo>
                  <a:lnTo>
                    <a:pt x="4605" y="43013"/>
                  </a:lnTo>
                  <a:lnTo>
                    <a:pt x="3454" y="43013"/>
                  </a:lnTo>
                  <a:lnTo>
                    <a:pt x="2303" y="43007"/>
                  </a:lnTo>
                  <a:lnTo>
                    <a:pt x="1152" y="42993"/>
                  </a:lnTo>
                  <a:lnTo>
                    <a:pt x="0" y="42972"/>
                  </a:lnTo>
                  <a:lnTo>
                    <a:pt x="123" y="41828"/>
                  </a:lnTo>
                  <a:lnTo>
                    <a:pt x="247" y="40684"/>
                  </a:lnTo>
                  <a:lnTo>
                    <a:pt x="371" y="39540"/>
                  </a:lnTo>
                  <a:lnTo>
                    <a:pt x="497" y="38397"/>
                  </a:lnTo>
                  <a:lnTo>
                    <a:pt x="623" y="37253"/>
                  </a:lnTo>
                  <a:lnTo>
                    <a:pt x="752" y="36110"/>
                  </a:lnTo>
                  <a:lnTo>
                    <a:pt x="881" y="34967"/>
                  </a:lnTo>
                  <a:lnTo>
                    <a:pt x="998" y="33930"/>
                  </a:lnTo>
                  <a:lnTo>
                    <a:pt x="1113" y="32893"/>
                  </a:lnTo>
                  <a:lnTo>
                    <a:pt x="1227" y="31856"/>
                  </a:lnTo>
                  <a:lnTo>
                    <a:pt x="1340" y="30819"/>
                  </a:lnTo>
                  <a:lnTo>
                    <a:pt x="1452" y="29781"/>
                  </a:lnTo>
                  <a:lnTo>
                    <a:pt x="1562" y="28744"/>
                  </a:lnTo>
                  <a:lnTo>
                    <a:pt x="1672" y="27706"/>
                  </a:lnTo>
                  <a:lnTo>
                    <a:pt x="1781" y="26668"/>
                  </a:lnTo>
                  <a:lnTo>
                    <a:pt x="1889" y="25630"/>
                  </a:lnTo>
                  <a:lnTo>
                    <a:pt x="2014" y="24499"/>
                  </a:lnTo>
                  <a:lnTo>
                    <a:pt x="2140" y="23368"/>
                  </a:lnTo>
                  <a:lnTo>
                    <a:pt x="2266" y="22237"/>
                  </a:lnTo>
                  <a:lnTo>
                    <a:pt x="2392" y="21106"/>
                  </a:lnTo>
                  <a:lnTo>
                    <a:pt x="2518" y="19975"/>
                  </a:lnTo>
                  <a:lnTo>
                    <a:pt x="2652" y="18625"/>
                  </a:lnTo>
                  <a:lnTo>
                    <a:pt x="2788" y="17256"/>
                  </a:lnTo>
                  <a:lnTo>
                    <a:pt x="2931" y="16129"/>
                  </a:lnTo>
                  <a:lnTo>
                    <a:pt x="3094" y="15030"/>
                  </a:lnTo>
                  <a:lnTo>
                    <a:pt x="3278" y="13957"/>
                  </a:lnTo>
                  <a:lnTo>
                    <a:pt x="3483" y="12906"/>
                  </a:lnTo>
                  <a:lnTo>
                    <a:pt x="3710" y="11875"/>
                  </a:lnTo>
                  <a:lnTo>
                    <a:pt x="3957" y="10861"/>
                  </a:lnTo>
                  <a:lnTo>
                    <a:pt x="4225" y="9861"/>
                  </a:lnTo>
                  <a:lnTo>
                    <a:pt x="4514" y="8872"/>
                  </a:lnTo>
                  <a:lnTo>
                    <a:pt x="4824" y="7891"/>
                  </a:lnTo>
                  <a:lnTo>
                    <a:pt x="5155" y="6916"/>
                  </a:lnTo>
                  <a:lnTo>
                    <a:pt x="5507" y="5943"/>
                  </a:lnTo>
                  <a:lnTo>
                    <a:pt x="5880" y="4970"/>
                  </a:lnTo>
                  <a:lnTo>
                    <a:pt x="6274" y="3994"/>
                  </a:lnTo>
                  <a:lnTo>
                    <a:pt x="6689" y="3012"/>
                  </a:lnTo>
                  <a:lnTo>
                    <a:pt x="7124" y="2020"/>
                  </a:lnTo>
                  <a:lnTo>
                    <a:pt x="7580" y="1017"/>
                  </a:lnTo>
                  <a:lnTo>
                    <a:pt x="8058" y="0"/>
                  </a:lnTo>
                  <a:close/>
                </a:path>
              </a:pathLst>
            </a:custGeom>
            <a:solidFill>
              <a:srgbClr val="AFB2B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" name="region 101 #6B4F66"/>
            <p:cNvSpPr/>
            <p:nvPr/>
          </p:nvSpPr>
          <p:spPr>
            <a:xfrm>
              <a:off x="743529" y="827154"/>
              <a:ext cx="25034" cy="24763"/>
            </a:xfrm>
            <a:custGeom>
              <a:avLst/>
              <a:gdLst/>
              <a:ahLst/>
              <a:cxnLst/>
              <a:rect l="l" t="t" r="r" b="b"/>
              <a:pathLst>
                <a:path w="25034" h="24763">
                  <a:moveTo>
                    <a:pt x="17885" y="61"/>
                  </a:moveTo>
                  <a:lnTo>
                    <a:pt x="17885" y="1394"/>
                  </a:lnTo>
                  <a:lnTo>
                    <a:pt x="17885" y="2747"/>
                  </a:lnTo>
                  <a:lnTo>
                    <a:pt x="19176" y="3330"/>
                  </a:lnTo>
                  <a:lnTo>
                    <a:pt x="20488" y="3922"/>
                  </a:lnTo>
                  <a:lnTo>
                    <a:pt x="21850" y="4681"/>
                  </a:lnTo>
                  <a:lnTo>
                    <a:pt x="22745" y="5279"/>
                  </a:lnTo>
                  <a:lnTo>
                    <a:pt x="23370" y="5916"/>
                  </a:lnTo>
                  <a:lnTo>
                    <a:pt x="23922" y="6796"/>
                  </a:lnTo>
                  <a:lnTo>
                    <a:pt x="24600" y="8119"/>
                  </a:lnTo>
                  <a:lnTo>
                    <a:pt x="24751" y="10008"/>
                  </a:lnTo>
                  <a:lnTo>
                    <a:pt x="24874" y="11639"/>
                  </a:lnTo>
                  <a:lnTo>
                    <a:pt x="24966" y="13041"/>
                  </a:lnTo>
                  <a:lnTo>
                    <a:pt x="25020" y="14246"/>
                  </a:lnTo>
                  <a:lnTo>
                    <a:pt x="25034" y="15284"/>
                  </a:lnTo>
                  <a:lnTo>
                    <a:pt x="25002" y="16186"/>
                  </a:lnTo>
                  <a:lnTo>
                    <a:pt x="24921" y="16984"/>
                  </a:lnTo>
                  <a:lnTo>
                    <a:pt x="24785" y="17707"/>
                  </a:lnTo>
                  <a:lnTo>
                    <a:pt x="24591" y="18387"/>
                  </a:lnTo>
                  <a:lnTo>
                    <a:pt x="24333" y="19055"/>
                  </a:lnTo>
                  <a:lnTo>
                    <a:pt x="24008" y="19741"/>
                  </a:lnTo>
                  <a:lnTo>
                    <a:pt x="23612" y="20477"/>
                  </a:lnTo>
                  <a:lnTo>
                    <a:pt x="23139" y="21293"/>
                  </a:lnTo>
                  <a:lnTo>
                    <a:pt x="22585" y="22219"/>
                  </a:lnTo>
                  <a:lnTo>
                    <a:pt x="21583" y="22785"/>
                  </a:lnTo>
                  <a:lnTo>
                    <a:pt x="20596" y="23272"/>
                  </a:lnTo>
                  <a:lnTo>
                    <a:pt x="19619" y="23683"/>
                  </a:lnTo>
                  <a:lnTo>
                    <a:pt x="18650" y="24023"/>
                  </a:lnTo>
                  <a:lnTo>
                    <a:pt x="17683" y="24294"/>
                  </a:lnTo>
                  <a:lnTo>
                    <a:pt x="16716" y="24500"/>
                  </a:lnTo>
                  <a:lnTo>
                    <a:pt x="15745" y="24644"/>
                  </a:lnTo>
                  <a:lnTo>
                    <a:pt x="14764" y="24731"/>
                  </a:lnTo>
                  <a:lnTo>
                    <a:pt x="13772" y="24763"/>
                  </a:lnTo>
                  <a:lnTo>
                    <a:pt x="12762" y="24745"/>
                  </a:lnTo>
                  <a:lnTo>
                    <a:pt x="11733" y="24679"/>
                  </a:lnTo>
                  <a:lnTo>
                    <a:pt x="10680" y="24570"/>
                  </a:lnTo>
                  <a:lnTo>
                    <a:pt x="9598" y="24420"/>
                  </a:lnTo>
                  <a:lnTo>
                    <a:pt x="8485" y="24233"/>
                  </a:lnTo>
                  <a:lnTo>
                    <a:pt x="7081" y="23679"/>
                  </a:lnTo>
                  <a:lnTo>
                    <a:pt x="5959" y="23217"/>
                  </a:lnTo>
                  <a:lnTo>
                    <a:pt x="5053" y="22803"/>
                  </a:lnTo>
                  <a:lnTo>
                    <a:pt x="4296" y="22394"/>
                  </a:lnTo>
                  <a:lnTo>
                    <a:pt x="3622" y="21945"/>
                  </a:lnTo>
                  <a:lnTo>
                    <a:pt x="2964" y="21411"/>
                  </a:lnTo>
                  <a:lnTo>
                    <a:pt x="2257" y="20749"/>
                  </a:lnTo>
                  <a:lnTo>
                    <a:pt x="1433" y="19914"/>
                  </a:lnTo>
                  <a:lnTo>
                    <a:pt x="428" y="18862"/>
                  </a:lnTo>
                  <a:lnTo>
                    <a:pt x="278" y="17728"/>
                  </a:lnTo>
                  <a:lnTo>
                    <a:pt x="162" y="16603"/>
                  </a:lnTo>
                  <a:lnTo>
                    <a:pt x="79" y="15485"/>
                  </a:lnTo>
                  <a:lnTo>
                    <a:pt x="25" y="14372"/>
                  </a:lnTo>
                  <a:lnTo>
                    <a:pt x="0" y="13261"/>
                  </a:lnTo>
                  <a:lnTo>
                    <a:pt x="0" y="12152"/>
                  </a:lnTo>
                  <a:lnTo>
                    <a:pt x="24" y="11043"/>
                  </a:lnTo>
                  <a:lnTo>
                    <a:pt x="70" y="9932"/>
                  </a:lnTo>
                  <a:lnTo>
                    <a:pt x="135" y="8817"/>
                  </a:lnTo>
                  <a:lnTo>
                    <a:pt x="218" y="7697"/>
                  </a:lnTo>
                  <a:lnTo>
                    <a:pt x="316" y="6569"/>
                  </a:lnTo>
                  <a:lnTo>
                    <a:pt x="428" y="5433"/>
                  </a:lnTo>
                  <a:lnTo>
                    <a:pt x="1760" y="5433"/>
                  </a:lnTo>
                  <a:lnTo>
                    <a:pt x="3113" y="5433"/>
                  </a:lnTo>
                  <a:lnTo>
                    <a:pt x="3113" y="4100"/>
                  </a:lnTo>
                  <a:lnTo>
                    <a:pt x="3113" y="2747"/>
                  </a:lnTo>
                  <a:lnTo>
                    <a:pt x="4199" y="2257"/>
                  </a:lnTo>
                  <a:lnTo>
                    <a:pt x="5254" y="1823"/>
                  </a:lnTo>
                  <a:lnTo>
                    <a:pt x="6286" y="1441"/>
                  </a:lnTo>
                  <a:lnTo>
                    <a:pt x="7300" y="1110"/>
                  </a:lnTo>
                  <a:lnTo>
                    <a:pt x="8304" y="828"/>
                  </a:lnTo>
                  <a:lnTo>
                    <a:pt x="9303" y="591"/>
                  </a:lnTo>
                  <a:lnTo>
                    <a:pt x="10303" y="398"/>
                  </a:lnTo>
                  <a:lnTo>
                    <a:pt x="11312" y="246"/>
                  </a:lnTo>
                  <a:lnTo>
                    <a:pt x="12335" y="133"/>
                  </a:lnTo>
                  <a:lnTo>
                    <a:pt x="13379" y="55"/>
                  </a:lnTo>
                  <a:lnTo>
                    <a:pt x="14449" y="12"/>
                  </a:lnTo>
                  <a:lnTo>
                    <a:pt x="15553" y="0"/>
                  </a:lnTo>
                  <a:lnTo>
                    <a:pt x="16696" y="18"/>
                  </a:lnTo>
                  <a:lnTo>
                    <a:pt x="17885" y="61"/>
                  </a:lnTo>
                  <a:close/>
                </a:path>
              </a:pathLst>
            </a:custGeom>
            <a:solidFill>
              <a:srgbClr val="6B4F6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" name="region 102 #70A3CA"/>
            <p:cNvSpPr/>
            <p:nvPr/>
          </p:nvSpPr>
          <p:spPr>
            <a:xfrm>
              <a:off x="2221833" y="716730"/>
              <a:ext cx="226242" cy="33941"/>
            </a:xfrm>
            <a:custGeom>
              <a:avLst/>
              <a:gdLst/>
              <a:ahLst/>
              <a:cxnLst/>
              <a:rect l="l" t="t" r="r" b="b"/>
              <a:pathLst>
                <a:path w="226242" h="33941">
                  <a:moveTo>
                    <a:pt x="21337" y="28"/>
                  </a:moveTo>
                  <a:lnTo>
                    <a:pt x="22381" y="23"/>
                  </a:lnTo>
                  <a:lnTo>
                    <a:pt x="23428" y="19"/>
                  </a:lnTo>
                  <a:lnTo>
                    <a:pt x="24480" y="14"/>
                  </a:lnTo>
                  <a:lnTo>
                    <a:pt x="25539" y="10"/>
                  </a:lnTo>
                  <a:lnTo>
                    <a:pt x="26609" y="5"/>
                  </a:lnTo>
                  <a:lnTo>
                    <a:pt x="27760" y="8"/>
                  </a:lnTo>
                  <a:lnTo>
                    <a:pt x="28910" y="12"/>
                  </a:lnTo>
                  <a:lnTo>
                    <a:pt x="30061" y="15"/>
                  </a:lnTo>
                  <a:lnTo>
                    <a:pt x="31212" y="18"/>
                  </a:lnTo>
                  <a:lnTo>
                    <a:pt x="32363" y="21"/>
                  </a:lnTo>
                  <a:lnTo>
                    <a:pt x="33580" y="19"/>
                  </a:lnTo>
                  <a:lnTo>
                    <a:pt x="34797" y="16"/>
                  </a:lnTo>
                  <a:lnTo>
                    <a:pt x="36013" y="14"/>
                  </a:lnTo>
                  <a:lnTo>
                    <a:pt x="37229" y="11"/>
                  </a:lnTo>
                  <a:lnTo>
                    <a:pt x="38445" y="8"/>
                  </a:lnTo>
                  <a:lnTo>
                    <a:pt x="39545" y="5"/>
                  </a:lnTo>
                  <a:lnTo>
                    <a:pt x="40645" y="3"/>
                  </a:lnTo>
                  <a:lnTo>
                    <a:pt x="41745" y="2"/>
                  </a:lnTo>
                  <a:lnTo>
                    <a:pt x="42845" y="1"/>
                  </a:lnTo>
                  <a:lnTo>
                    <a:pt x="43945" y="0"/>
                  </a:lnTo>
                  <a:lnTo>
                    <a:pt x="45044" y="0"/>
                  </a:lnTo>
                  <a:lnTo>
                    <a:pt x="46144" y="0"/>
                  </a:lnTo>
                  <a:lnTo>
                    <a:pt x="47244" y="0"/>
                  </a:lnTo>
                  <a:lnTo>
                    <a:pt x="48344" y="0"/>
                  </a:lnTo>
                  <a:lnTo>
                    <a:pt x="49444" y="1"/>
                  </a:lnTo>
                  <a:lnTo>
                    <a:pt x="50543" y="2"/>
                  </a:lnTo>
                  <a:lnTo>
                    <a:pt x="51643" y="3"/>
                  </a:lnTo>
                  <a:lnTo>
                    <a:pt x="52743" y="5"/>
                  </a:lnTo>
                  <a:lnTo>
                    <a:pt x="53843" y="6"/>
                  </a:lnTo>
                  <a:lnTo>
                    <a:pt x="54943" y="8"/>
                  </a:lnTo>
                  <a:lnTo>
                    <a:pt x="56022" y="9"/>
                  </a:lnTo>
                  <a:lnTo>
                    <a:pt x="57102" y="10"/>
                  </a:lnTo>
                  <a:lnTo>
                    <a:pt x="58181" y="10"/>
                  </a:lnTo>
                  <a:lnTo>
                    <a:pt x="59261" y="11"/>
                  </a:lnTo>
                  <a:lnTo>
                    <a:pt x="60340" y="11"/>
                  </a:lnTo>
                  <a:lnTo>
                    <a:pt x="61420" y="11"/>
                  </a:lnTo>
                  <a:lnTo>
                    <a:pt x="62499" y="11"/>
                  </a:lnTo>
                  <a:lnTo>
                    <a:pt x="63579" y="10"/>
                  </a:lnTo>
                  <a:lnTo>
                    <a:pt x="64658" y="10"/>
                  </a:lnTo>
                  <a:lnTo>
                    <a:pt x="65738" y="10"/>
                  </a:lnTo>
                  <a:lnTo>
                    <a:pt x="66817" y="9"/>
                  </a:lnTo>
                  <a:lnTo>
                    <a:pt x="67897" y="8"/>
                  </a:lnTo>
                  <a:lnTo>
                    <a:pt x="68976" y="7"/>
                  </a:lnTo>
                  <a:lnTo>
                    <a:pt x="70056" y="7"/>
                  </a:lnTo>
                  <a:lnTo>
                    <a:pt x="71135" y="6"/>
                  </a:lnTo>
                  <a:lnTo>
                    <a:pt x="72215" y="5"/>
                  </a:lnTo>
                  <a:lnTo>
                    <a:pt x="73289" y="5"/>
                  </a:lnTo>
                  <a:lnTo>
                    <a:pt x="74363" y="4"/>
                  </a:lnTo>
                  <a:lnTo>
                    <a:pt x="75437" y="4"/>
                  </a:lnTo>
                  <a:lnTo>
                    <a:pt x="76512" y="4"/>
                  </a:lnTo>
                  <a:lnTo>
                    <a:pt x="77586" y="3"/>
                  </a:lnTo>
                  <a:lnTo>
                    <a:pt x="78660" y="3"/>
                  </a:lnTo>
                  <a:lnTo>
                    <a:pt x="79734" y="3"/>
                  </a:lnTo>
                  <a:lnTo>
                    <a:pt x="80808" y="3"/>
                  </a:lnTo>
                  <a:lnTo>
                    <a:pt x="81882" y="4"/>
                  </a:lnTo>
                  <a:lnTo>
                    <a:pt x="82956" y="4"/>
                  </a:lnTo>
                  <a:lnTo>
                    <a:pt x="84031" y="4"/>
                  </a:lnTo>
                  <a:lnTo>
                    <a:pt x="85105" y="5"/>
                  </a:lnTo>
                  <a:lnTo>
                    <a:pt x="86179" y="5"/>
                  </a:lnTo>
                  <a:lnTo>
                    <a:pt x="87253" y="6"/>
                  </a:lnTo>
                  <a:lnTo>
                    <a:pt x="88327" y="6"/>
                  </a:lnTo>
                  <a:lnTo>
                    <a:pt x="89401" y="7"/>
                  </a:lnTo>
                  <a:lnTo>
                    <a:pt x="90476" y="8"/>
                  </a:lnTo>
                  <a:lnTo>
                    <a:pt x="91550" y="9"/>
                  </a:lnTo>
                  <a:lnTo>
                    <a:pt x="92624" y="9"/>
                  </a:lnTo>
                  <a:lnTo>
                    <a:pt x="93698" y="10"/>
                  </a:lnTo>
                  <a:lnTo>
                    <a:pt x="94772" y="11"/>
                  </a:lnTo>
                  <a:lnTo>
                    <a:pt x="95846" y="12"/>
                  </a:lnTo>
                  <a:lnTo>
                    <a:pt x="96921" y="14"/>
                  </a:lnTo>
                  <a:lnTo>
                    <a:pt x="97995" y="15"/>
                  </a:lnTo>
                  <a:lnTo>
                    <a:pt x="99069" y="16"/>
                  </a:lnTo>
                  <a:lnTo>
                    <a:pt x="100143" y="17"/>
                  </a:lnTo>
                  <a:lnTo>
                    <a:pt x="101217" y="19"/>
                  </a:lnTo>
                  <a:lnTo>
                    <a:pt x="102265" y="20"/>
                  </a:lnTo>
                  <a:lnTo>
                    <a:pt x="103313" y="21"/>
                  </a:lnTo>
                  <a:lnTo>
                    <a:pt x="104360" y="22"/>
                  </a:lnTo>
                  <a:lnTo>
                    <a:pt x="105408" y="23"/>
                  </a:lnTo>
                  <a:lnTo>
                    <a:pt x="106456" y="24"/>
                  </a:lnTo>
                  <a:lnTo>
                    <a:pt x="107503" y="25"/>
                  </a:lnTo>
                  <a:lnTo>
                    <a:pt x="108551" y="26"/>
                  </a:lnTo>
                  <a:lnTo>
                    <a:pt x="109599" y="26"/>
                  </a:lnTo>
                  <a:lnTo>
                    <a:pt x="110646" y="27"/>
                  </a:lnTo>
                  <a:lnTo>
                    <a:pt x="111694" y="27"/>
                  </a:lnTo>
                  <a:lnTo>
                    <a:pt x="112741" y="27"/>
                  </a:lnTo>
                  <a:lnTo>
                    <a:pt x="113789" y="28"/>
                  </a:lnTo>
                  <a:lnTo>
                    <a:pt x="114837" y="28"/>
                  </a:lnTo>
                  <a:lnTo>
                    <a:pt x="115884" y="28"/>
                  </a:lnTo>
                  <a:lnTo>
                    <a:pt x="116932" y="28"/>
                  </a:lnTo>
                  <a:lnTo>
                    <a:pt x="117980" y="28"/>
                  </a:lnTo>
                  <a:lnTo>
                    <a:pt x="119027" y="27"/>
                  </a:lnTo>
                  <a:lnTo>
                    <a:pt x="120075" y="27"/>
                  </a:lnTo>
                  <a:lnTo>
                    <a:pt x="121122" y="27"/>
                  </a:lnTo>
                  <a:lnTo>
                    <a:pt x="122170" y="26"/>
                  </a:lnTo>
                  <a:lnTo>
                    <a:pt x="123217" y="26"/>
                  </a:lnTo>
                  <a:lnTo>
                    <a:pt x="124265" y="25"/>
                  </a:lnTo>
                  <a:lnTo>
                    <a:pt x="125313" y="24"/>
                  </a:lnTo>
                  <a:lnTo>
                    <a:pt x="126360" y="23"/>
                  </a:lnTo>
                  <a:lnTo>
                    <a:pt x="127408" y="23"/>
                  </a:lnTo>
                  <a:lnTo>
                    <a:pt x="128455" y="22"/>
                  </a:lnTo>
                  <a:lnTo>
                    <a:pt x="129503" y="21"/>
                  </a:lnTo>
                  <a:lnTo>
                    <a:pt x="130551" y="20"/>
                  </a:lnTo>
                  <a:lnTo>
                    <a:pt x="131598" y="18"/>
                  </a:lnTo>
                  <a:lnTo>
                    <a:pt x="132646" y="17"/>
                  </a:lnTo>
                  <a:lnTo>
                    <a:pt x="133693" y="16"/>
                  </a:lnTo>
                  <a:lnTo>
                    <a:pt x="134741" y="15"/>
                  </a:lnTo>
                  <a:lnTo>
                    <a:pt x="135807" y="13"/>
                  </a:lnTo>
                  <a:lnTo>
                    <a:pt x="136874" y="12"/>
                  </a:lnTo>
                  <a:lnTo>
                    <a:pt x="137940" y="10"/>
                  </a:lnTo>
                  <a:lnTo>
                    <a:pt x="139006" y="9"/>
                  </a:lnTo>
                  <a:lnTo>
                    <a:pt x="140073" y="8"/>
                  </a:lnTo>
                  <a:lnTo>
                    <a:pt x="141139" y="7"/>
                  </a:lnTo>
                  <a:lnTo>
                    <a:pt x="142205" y="6"/>
                  </a:lnTo>
                  <a:lnTo>
                    <a:pt x="143272" y="6"/>
                  </a:lnTo>
                  <a:lnTo>
                    <a:pt x="144338" y="5"/>
                  </a:lnTo>
                  <a:lnTo>
                    <a:pt x="145404" y="4"/>
                  </a:lnTo>
                  <a:lnTo>
                    <a:pt x="146471" y="4"/>
                  </a:lnTo>
                  <a:lnTo>
                    <a:pt x="147537" y="3"/>
                  </a:lnTo>
                  <a:lnTo>
                    <a:pt x="148603" y="3"/>
                  </a:lnTo>
                  <a:lnTo>
                    <a:pt x="149670" y="3"/>
                  </a:lnTo>
                  <a:lnTo>
                    <a:pt x="150736" y="3"/>
                  </a:lnTo>
                  <a:lnTo>
                    <a:pt x="151802" y="3"/>
                  </a:lnTo>
                  <a:lnTo>
                    <a:pt x="152869" y="3"/>
                  </a:lnTo>
                  <a:lnTo>
                    <a:pt x="153935" y="3"/>
                  </a:lnTo>
                  <a:lnTo>
                    <a:pt x="155001" y="3"/>
                  </a:lnTo>
                  <a:lnTo>
                    <a:pt x="156068" y="3"/>
                  </a:lnTo>
                  <a:lnTo>
                    <a:pt x="157134" y="3"/>
                  </a:lnTo>
                  <a:lnTo>
                    <a:pt x="158200" y="4"/>
                  </a:lnTo>
                  <a:lnTo>
                    <a:pt x="159267" y="4"/>
                  </a:lnTo>
                  <a:lnTo>
                    <a:pt x="160333" y="5"/>
                  </a:lnTo>
                  <a:lnTo>
                    <a:pt x="161400" y="5"/>
                  </a:lnTo>
                  <a:lnTo>
                    <a:pt x="162466" y="6"/>
                  </a:lnTo>
                  <a:lnTo>
                    <a:pt x="163532" y="6"/>
                  </a:lnTo>
                  <a:lnTo>
                    <a:pt x="164607" y="7"/>
                  </a:lnTo>
                  <a:lnTo>
                    <a:pt x="165681" y="8"/>
                  </a:lnTo>
                  <a:lnTo>
                    <a:pt x="166756" y="9"/>
                  </a:lnTo>
                  <a:lnTo>
                    <a:pt x="167830" y="9"/>
                  </a:lnTo>
                  <a:lnTo>
                    <a:pt x="168905" y="10"/>
                  </a:lnTo>
                  <a:lnTo>
                    <a:pt x="169979" y="10"/>
                  </a:lnTo>
                  <a:lnTo>
                    <a:pt x="171054" y="10"/>
                  </a:lnTo>
                  <a:lnTo>
                    <a:pt x="172128" y="10"/>
                  </a:lnTo>
                  <a:lnTo>
                    <a:pt x="173203" y="10"/>
                  </a:lnTo>
                  <a:lnTo>
                    <a:pt x="174277" y="9"/>
                  </a:lnTo>
                  <a:lnTo>
                    <a:pt x="175352" y="9"/>
                  </a:lnTo>
                  <a:lnTo>
                    <a:pt x="176426" y="8"/>
                  </a:lnTo>
                  <a:lnTo>
                    <a:pt x="177501" y="7"/>
                  </a:lnTo>
                  <a:lnTo>
                    <a:pt x="178575" y="6"/>
                  </a:lnTo>
                  <a:lnTo>
                    <a:pt x="179649" y="4"/>
                  </a:lnTo>
                  <a:lnTo>
                    <a:pt x="180724" y="2"/>
                  </a:lnTo>
                  <a:lnTo>
                    <a:pt x="181801" y="1"/>
                  </a:lnTo>
                  <a:lnTo>
                    <a:pt x="182879" y="0"/>
                  </a:lnTo>
                  <a:lnTo>
                    <a:pt x="183956" y="0"/>
                  </a:lnTo>
                  <a:lnTo>
                    <a:pt x="185034" y="0"/>
                  </a:lnTo>
                  <a:lnTo>
                    <a:pt x="186112" y="0"/>
                  </a:lnTo>
                  <a:lnTo>
                    <a:pt x="187189" y="0"/>
                  </a:lnTo>
                  <a:lnTo>
                    <a:pt x="188267" y="1"/>
                  </a:lnTo>
                  <a:lnTo>
                    <a:pt x="189344" y="2"/>
                  </a:lnTo>
                  <a:lnTo>
                    <a:pt x="190422" y="3"/>
                  </a:lnTo>
                  <a:lnTo>
                    <a:pt x="191499" y="4"/>
                  </a:lnTo>
                  <a:lnTo>
                    <a:pt x="192577" y="6"/>
                  </a:lnTo>
                  <a:lnTo>
                    <a:pt x="193654" y="8"/>
                  </a:lnTo>
                  <a:lnTo>
                    <a:pt x="194732" y="10"/>
                  </a:lnTo>
                  <a:lnTo>
                    <a:pt x="195809" y="13"/>
                  </a:lnTo>
                  <a:lnTo>
                    <a:pt x="196887" y="16"/>
                  </a:lnTo>
                  <a:lnTo>
                    <a:pt x="198073" y="18"/>
                  </a:lnTo>
                  <a:lnTo>
                    <a:pt x="199259" y="18"/>
                  </a:lnTo>
                  <a:lnTo>
                    <a:pt x="200445" y="18"/>
                  </a:lnTo>
                  <a:lnTo>
                    <a:pt x="201630" y="16"/>
                  </a:lnTo>
                  <a:lnTo>
                    <a:pt x="202816" y="13"/>
                  </a:lnTo>
                  <a:lnTo>
                    <a:pt x="203973" y="11"/>
                  </a:lnTo>
                  <a:lnTo>
                    <a:pt x="205130" y="10"/>
                  </a:lnTo>
                  <a:lnTo>
                    <a:pt x="206287" y="12"/>
                  </a:lnTo>
                  <a:lnTo>
                    <a:pt x="207444" y="15"/>
                  </a:lnTo>
                  <a:lnTo>
                    <a:pt x="208601" y="18"/>
                  </a:lnTo>
                  <a:lnTo>
                    <a:pt x="209758" y="23"/>
                  </a:lnTo>
                  <a:lnTo>
                    <a:pt x="210915" y="28"/>
                  </a:lnTo>
                  <a:lnTo>
                    <a:pt x="212048" y="29"/>
                  </a:lnTo>
                  <a:lnTo>
                    <a:pt x="213185" y="30"/>
                  </a:lnTo>
                  <a:lnTo>
                    <a:pt x="214332" y="30"/>
                  </a:lnTo>
                  <a:lnTo>
                    <a:pt x="215491" y="31"/>
                  </a:lnTo>
                  <a:lnTo>
                    <a:pt x="216687" y="152"/>
                  </a:lnTo>
                  <a:lnTo>
                    <a:pt x="217826" y="311"/>
                  </a:lnTo>
                  <a:lnTo>
                    <a:pt x="218919" y="508"/>
                  </a:lnTo>
                  <a:lnTo>
                    <a:pt x="219978" y="744"/>
                  </a:lnTo>
                  <a:lnTo>
                    <a:pt x="221014" y="1021"/>
                  </a:lnTo>
                  <a:lnTo>
                    <a:pt x="222038" y="1340"/>
                  </a:lnTo>
                  <a:lnTo>
                    <a:pt x="223061" y="1701"/>
                  </a:lnTo>
                  <a:lnTo>
                    <a:pt x="224096" y="2107"/>
                  </a:lnTo>
                  <a:lnTo>
                    <a:pt x="225152" y="2558"/>
                  </a:lnTo>
                  <a:lnTo>
                    <a:pt x="226242" y="3055"/>
                  </a:lnTo>
                  <a:lnTo>
                    <a:pt x="225576" y="4388"/>
                  </a:lnTo>
                  <a:lnTo>
                    <a:pt x="224899" y="5741"/>
                  </a:lnTo>
                  <a:lnTo>
                    <a:pt x="223497" y="5086"/>
                  </a:lnTo>
                  <a:lnTo>
                    <a:pt x="222074" y="4421"/>
                  </a:lnTo>
                  <a:lnTo>
                    <a:pt x="221000" y="4064"/>
                  </a:lnTo>
                  <a:lnTo>
                    <a:pt x="219959" y="3760"/>
                  </a:lnTo>
                  <a:lnTo>
                    <a:pt x="218943" y="3504"/>
                  </a:lnTo>
                  <a:lnTo>
                    <a:pt x="217945" y="3292"/>
                  </a:lnTo>
                  <a:lnTo>
                    <a:pt x="216958" y="3120"/>
                  </a:lnTo>
                  <a:lnTo>
                    <a:pt x="215973" y="2983"/>
                  </a:lnTo>
                  <a:lnTo>
                    <a:pt x="214982" y="2878"/>
                  </a:lnTo>
                  <a:lnTo>
                    <a:pt x="213979" y="2801"/>
                  </a:lnTo>
                  <a:lnTo>
                    <a:pt x="212954" y="2746"/>
                  </a:lnTo>
                  <a:lnTo>
                    <a:pt x="211901" y="2711"/>
                  </a:lnTo>
                  <a:lnTo>
                    <a:pt x="210812" y="2690"/>
                  </a:lnTo>
                  <a:lnTo>
                    <a:pt x="209679" y="2680"/>
                  </a:lnTo>
                  <a:lnTo>
                    <a:pt x="208392" y="2669"/>
                  </a:lnTo>
                  <a:lnTo>
                    <a:pt x="207100" y="2658"/>
                  </a:lnTo>
                  <a:lnTo>
                    <a:pt x="205797" y="2647"/>
                  </a:lnTo>
                  <a:lnTo>
                    <a:pt x="204481" y="2636"/>
                  </a:lnTo>
                  <a:lnTo>
                    <a:pt x="203346" y="2634"/>
                  </a:lnTo>
                  <a:lnTo>
                    <a:pt x="202212" y="2632"/>
                  </a:lnTo>
                  <a:lnTo>
                    <a:pt x="201077" y="2630"/>
                  </a:lnTo>
                  <a:lnTo>
                    <a:pt x="199943" y="2628"/>
                  </a:lnTo>
                  <a:lnTo>
                    <a:pt x="198808" y="2626"/>
                  </a:lnTo>
                  <a:lnTo>
                    <a:pt x="197609" y="2619"/>
                  </a:lnTo>
                  <a:lnTo>
                    <a:pt x="196410" y="2611"/>
                  </a:lnTo>
                  <a:lnTo>
                    <a:pt x="195211" y="2603"/>
                  </a:lnTo>
                  <a:lnTo>
                    <a:pt x="194012" y="2595"/>
                  </a:lnTo>
                  <a:lnTo>
                    <a:pt x="192812" y="2586"/>
                  </a:lnTo>
                  <a:lnTo>
                    <a:pt x="191729" y="2579"/>
                  </a:lnTo>
                  <a:lnTo>
                    <a:pt x="190645" y="2572"/>
                  </a:lnTo>
                  <a:lnTo>
                    <a:pt x="189561" y="2566"/>
                  </a:lnTo>
                  <a:lnTo>
                    <a:pt x="188478" y="2560"/>
                  </a:lnTo>
                  <a:lnTo>
                    <a:pt x="187394" y="2554"/>
                  </a:lnTo>
                  <a:lnTo>
                    <a:pt x="186310" y="2548"/>
                  </a:lnTo>
                  <a:lnTo>
                    <a:pt x="185227" y="2543"/>
                  </a:lnTo>
                  <a:lnTo>
                    <a:pt x="184143" y="2539"/>
                  </a:lnTo>
                  <a:lnTo>
                    <a:pt x="183059" y="2534"/>
                  </a:lnTo>
                  <a:lnTo>
                    <a:pt x="181976" y="2530"/>
                  </a:lnTo>
                  <a:lnTo>
                    <a:pt x="180892" y="2526"/>
                  </a:lnTo>
                  <a:lnTo>
                    <a:pt x="179809" y="2522"/>
                  </a:lnTo>
                  <a:lnTo>
                    <a:pt x="178725" y="2518"/>
                  </a:lnTo>
                  <a:lnTo>
                    <a:pt x="177642" y="2514"/>
                  </a:lnTo>
                  <a:lnTo>
                    <a:pt x="176558" y="2511"/>
                  </a:lnTo>
                  <a:lnTo>
                    <a:pt x="175496" y="2507"/>
                  </a:lnTo>
                  <a:lnTo>
                    <a:pt x="174434" y="2503"/>
                  </a:lnTo>
                  <a:lnTo>
                    <a:pt x="173371" y="2498"/>
                  </a:lnTo>
                  <a:lnTo>
                    <a:pt x="172309" y="2493"/>
                  </a:lnTo>
                  <a:lnTo>
                    <a:pt x="171247" y="2488"/>
                  </a:lnTo>
                  <a:lnTo>
                    <a:pt x="170184" y="2482"/>
                  </a:lnTo>
                  <a:lnTo>
                    <a:pt x="169122" y="2477"/>
                  </a:lnTo>
                  <a:lnTo>
                    <a:pt x="168060" y="2471"/>
                  </a:lnTo>
                  <a:lnTo>
                    <a:pt x="166998" y="2465"/>
                  </a:lnTo>
                  <a:lnTo>
                    <a:pt x="165935" y="2459"/>
                  </a:lnTo>
                  <a:lnTo>
                    <a:pt x="164873" y="2452"/>
                  </a:lnTo>
                  <a:lnTo>
                    <a:pt x="163811" y="2446"/>
                  </a:lnTo>
                  <a:lnTo>
                    <a:pt x="162748" y="2439"/>
                  </a:lnTo>
                  <a:lnTo>
                    <a:pt x="161686" y="2433"/>
                  </a:lnTo>
                  <a:lnTo>
                    <a:pt x="160624" y="2426"/>
                  </a:lnTo>
                  <a:lnTo>
                    <a:pt x="159561" y="2420"/>
                  </a:lnTo>
                  <a:lnTo>
                    <a:pt x="158489" y="2413"/>
                  </a:lnTo>
                  <a:lnTo>
                    <a:pt x="157417" y="2407"/>
                  </a:lnTo>
                  <a:lnTo>
                    <a:pt x="156344" y="2401"/>
                  </a:lnTo>
                  <a:lnTo>
                    <a:pt x="155272" y="2395"/>
                  </a:lnTo>
                  <a:lnTo>
                    <a:pt x="154199" y="2389"/>
                  </a:lnTo>
                  <a:lnTo>
                    <a:pt x="153127" y="2383"/>
                  </a:lnTo>
                  <a:lnTo>
                    <a:pt x="152054" y="2378"/>
                  </a:lnTo>
                  <a:lnTo>
                    <a:pt x="150982" y="2372"/>
                  </a:lnTo>
                  <a:lnTo>
                    <a:pt x="149910" y="2367"/>
                  </a:lnTo>
                  <a:lnTo>
                    <a:pt x="148837" y="2361"/>
                  </a:lnTo>
                  <a:lnTo>
                    <a:pt x="147765" y="2356"/>
                  </a:lnTo>
                  <a:lnTo>
                    <a:pt x="146692" y="2350"/>
                  </a:lnTo>
                  <a:lnTo>
                    <a:pt x="145620" y="2345"/>
                  </a:lnTo>
                  <a:lnTo>
                    <a:pt x="144547" y="2340"/>
                  </a:lnTo>
                  <a:lnTo>
                    <a:pt x="143475" y="2335"/>
                  </a:lnTo>
                  <a:lnTo>
                    <a:pt x="142403" y="2330"/>
                  </a:lnTo>
                  <a:lnTo>
                    <a:pt x="141330" y="2325"/>
                  </a:lnTo>
                  <a:lnTo>
                    <a:pt x="140258" y="2320"/>
                  </a:lnTo>
                  <a:lnTo>
                    <a:pt x="139185" y="2315"/>
                  </a:lnTo>
                  <a:lnTo>
                    <a:pt x="138113" y="2310"/>
                  </a:lnTo>
                  <a:lnTo>
                    <a:pt x="137040" y="2305"/>
                  </a:lnTo>
                  <a:lnTo>
                    <a:pt x="135968" y="2300"/>
                  </a:lnTo>
                  <a:lnTo>
                    <a:pt x="134896" y="2296"/>
                  </a:lnTo>
                  <a:lnTo>
                    <a:pt x="133823" y="2291"/>
                  </a:lnTo>
                  <a:lnTo>
                    <a:pt x="132751" y="2286"/>
                  </a:lnTo>
                  <a:lnTo>
                    <a:pt x="131678" y="2282"/>
                  </a:lnTo>
                  <a:lnTo>
                    <a:pt x="130606" y="2277"/>
                  </a:lnTo>
                  <a:lnTo>
                    <a:pt x="129533" y="2273"/>
                  </a:lnTo>
                  <a:lnTo>
                    <a:pt x="128461" y="2268"/>
                  </a:lnTo>
                  <a:lnTo>
                    <a:pt x="127389" y="2264"/>
                  </a:lnTo>
                  <a:lnTo>
                    <a:pt x="126342" y="2259"/>
                  </a:lnTo>
                  <a:lnTo>
                    <a:pt x="125295" y="2255"/>
                  </a:lnTo>
                  <a:lnTo>
                    <a:pt x="124249" y="2250"/>
                  </a:lnTo>
                  <a:lnTo>
                    <a:pt x="123202" y="2245"/>
                  </a:lnTo>
                  <a:lnTo>
                    <a:pt x="122155" y="2241"/>
                  </a:lnTo>
                  <a:lnTo>
                    <a:pt x="121109" y="2236"/>
                  </a:lnTo>
                  <a:lnTo>
                    <a:pt x="120062" y="2231"/>
                  </a:lnTo>
                  <a:lnTo>
                    <a:pt x="119015" y="2226"/>
                  </a:lnTo>
                  <a:lnTo>
                    <a:pt x="117969" y="2221"/>
                  </a:lnTo>
                  <a:lnTo>
                    <a:pt x="116922" y="2216"/>
                  </a:lnTo>
                  <a:lnTo>
                    <a:pt x="115876" y="2211"/>
                  </a:lnTo>
                  <a:lnTo>
                    <a:pt x="114829" y="2206"/>
                  </a:lnTo>
                  <a:lnTo>
                    <a:pt x="113782" y="2201"/>
                  </a:lnTo>
                  <a:lnTo>
                    <a:pt x="112736" y="2195"/>
                  </a:lnTo>
                  <a:lnTo>
                    <a:pt x="111689" y="2190"/>
                  </a:lnTo>
                  <a:lnTo>
                    <a:pt x="110642" y="2185"/>
                  </a:lnTo>
                  <a:lnTo>
                    <a:pt x="109596" y="2179"/>
                  </a:lnTo>
                  <a:lnTo>
                    <a:pt x="108549" y="2174"/>
                  </a:lnTo>
                  <a:lnTo>
                    <a:pt x="107502" y="2169"/>
                  </a:lnTo>
                  <a:lnTo>
                    <a:pt x="106456" y="2163"/>
                  </a:lnTo>
                  <a:lnTo>
                    <a:pt x="105409" y="2158"/>
                  </a:lnTo>
                  <a:lnTo>
                    <a:pt x="104362" y="2152"/>
                  </a:lnTo>
                  <a:lnTo>
                    <a:pt x="103316" y="2147"/>
                  </a:lnTo>
                  <a:lnTo>
                    <a:pt x="102269" y="2141"/>
                  </a:lnTo>
                  <a:lnTo>
                    <a:pt x="101223" y="2135"/>
                  </a:lnTo>
                  <a:lnTo>
                    <a:pt x="100176" y="2130"/>
                  </a:lnTo>
                  <a:lnTo>
                    <a:pt x="99129" y="2124"/>
                  </a:lnTo>
                  <a:lnTo>
                    <a:pt x="98083" y="2119"/>
                  </a:lnTo>
                  <a:lnTo>
                    <a:pt x="97036" y="2113"/>
                  </a:lnTo>
                  <a:lnTo>
                    <a:pt x="95989" y="2107"/>
                  </a:lnTo>
                  <a:lnTo>
                    <a:pt x="94943" y="2101"/>
                  </a:lnTo>
                  <a:lnTo>
                    <a:pt x="93896" y="2096"/>
                  </a:lnTo>
                  <a:lnTo>
                    <a:pt x="92849" y="2090"/>
                  </a:lnTo>
                  <a:lnTo>
                    <a:pt x="91803" y="2084"/>
                  </a:lnTo>
                  <a:lnTo>
                    <a:pt x="90756" y="2079"/>
                  </a:lnTo>
                  <a:lnTo>
                    <a:pt x="89579" y="2072"/>
                  </a:lnTo>
                  <a:lnTo>
                    <a:pt x="88401" y="2066"/>
                  </a:lnTo>
                  <a:lnTo>
                    <a:pt x="87224" y="2059"/>
                  </a:lnTo>
                  <a:lnTo>
                    <a:pt x="86047" y="2053"/>
                  </a:lnTo>
                  <a:lnTo>
                    <a:pt x="84870" y="2046"/>
                  </a:lnTo>
                  <a:lnTo>
                    <a:pt x="83692" y="2040"/>
                  </a:lnTo>
                  <a:lnTo>
                    <a:pt x="82515" y="2033"/>
                  </a:lnTo>
                  <a:lnTo>
                    <a:pt x="81338" y="2027"/>
                  </a:lnTo>
                  <a:lnTo>
                    <a:pt x="80160" y="2021"/>
                  </a:lnTo>
                  <a:lnTo>
                    <a:pt x="78983" y="2015"/>
                  </a:lnTo>
                  <a:lnTo>
                    <a:pt x="77806" y="2008"/>
                  </a:lnTo>
                  <a:lnTo>
                    <a:pt x="76628" y="2002"/>
                  </a:lnTo>
                  <a:lnTo>
                    <a:pt x="75451" y="1996"/>
                  </a:lnTo>
                  <a:lnTo>
                    <a:pt x="74274" y="1990"/>
                  </a:lnTo>
                  <a:lnTo>
                    <a:pt x="73097" y="1984"/>
                  </a:lnTo>
                  <a:lnTo>
                    <a:pt x="71919" y="1977"/>
                  </a:lnTo>
                  <a:lnTo>
                    <a:pt x="70742" y="1971"/>
                  </a:lnTo>
                  <a:lnTo>
                    <a:pt x="69565" y="1965"/>
                  </a:lnTo>
                  <a:lnTo>
                    <a:pt x="68387" y="1959"/>
                  </a:lnTo>
                  <a:lnTo>
                    <a:pt x="67210" y="1953"/>
                  </a:lnTo>
                  <a:lnTo>
                    <a:pt x="66033" y="1947"/>
                  </a:lnTo>
                  <a:lnTo>
                    <a:pt x="64856" y="1941"/>
                  </a:lnTo>
                  <a:lnTo>
                    <a:pt x="63678" y="1935"/>
                  </a:lnTo>
                  <a:lnTo>
                    <a:pt x="62501" y="1929"/>
                  </a:lnTo>
                  <a:lnTo>
                    <a:pt x="61324" y="1924"/>
                  </a:lnTo>
                  <a:lnTo>
                    <a:pt x="60147" y="1918"/>
                  </a:lnTo>
                  <a:lnTo>
                    <a:pt x="58969" y="1912"/>
                  </a:lnTo>
                  <a:lnTo>
                    <a:pt x="57792" y="1906"/>
                  </a:lnTo>
                  <a:lnTo>
                    <a:pt x="56615" y="1900"/>
                  </a:lnTo>
                  <a:lnTo>
                    <a:pt x="55437" y="1895"/>
                  </a:lnTo>
                  <a:lnTo>
                    <a:pt x="54260" y="1889"/>
                  </a:lnTo>
                  <a:lnTo>
                    <a:pt x="53083" y="1883"/>
                  </a:lnTo>
                  <a:lnTo>
                    <a:pt x="51906" y="1877"/>
                  </a:lnTo>
                  <a:lnTo>
                    <a:pt x="50728" y="1872"/>
                  </a:lnTo>
                  <a:lnTo>
                    <a:pt x="49551" y="1866"/>
                  </a:lnTo>
                  <a:lnTo>
                    <a:pt x="48374" y="1861"/>
                  </a:lnTo>
                  <a:lnTo>
                    <a:pt x="47196" y="1855"/>
                  </a:lnTo>
                  <a:lnTo>
                    <a:pt x="46019" y="1849"/>
                  </a:lnTo>
                  <a:lnTo>
                    <a:pt x="44842" y="1844"/>
                  </a:lnTo>
                  <a:lnTo>
                    <a:pt x="43665" y="1838"/>
                  </a:lnTo>
                  <a:lnTo>
                    <a:pt x="42487" y="1833"/>
                  </a:lnTo>
                  <a:lnTo>
                    <a:pt x="41310" y="1827"/>
                  </a:lnTo>
                  <a:lnTo>
                    <a:pt x="40133" y="1822"/>
                  </a:lnTo>
                  <a:lnTo>
                    <a:pt x="38955" y="1816"/>
                  </a:lnTo>
                  <a:lnTo>
                    <a:pt x="37778" y="1811"/>
                  </a:lnTo>
                  <a:lnTo>
                    <a:pt x="36601" y="1806"/>
                  </a:lnTo>
                  <a:lnTo>
                    <a:pt x="35424" y="1800"/>
                  </a:lnTo>
                  <a:lnTo>
                    <a:pt x="34246" y="1795"/>
                  </a:lnTo>
                  <a:lnTo>
                    <a:pt x="33069" y="1790"/>
                  </a:lnTo>
                  <a:lnTo>
                    <a:pt x="31892" y="1784"/>
                  </a:lnTo>
                  <a:lnTo>
                    <a:pt x="30714" y="1779"/>
                  </a:lnTo>
                  <a:lnTo>
                    <a:pt x="29537" y="1774"/>
                  </a:lnTo>
                  <a:lnTo>
                    <a:pt x="28360" y="1768"/>
                  </a:lnTo>
                  <a:lnTo>
                    <a:pt x="27183" y="1763"/>
                  </a:lnTo>
                  <a:lnTo>
                    <a:pt x="26005" y="1758"/>
                  </a:lnTo>
                  <a:lnTo>
                    <a:pt x="24828" y="1753"/>
                  </a:lnTo>
                  <a:lnTo>
                    <a:pt x="23651" y="1748"/>
                  </a:lnTo>
                  <a:lnTo>
                    <a:pt x="22473" y="1742"/>
                  </a:lnTo>
                  <a:lnTo>
                    <a:pt x="21296" y="1737"/>
                  </a:lnTo>
                  <a:lnTo>
                    <a:pt x="20119" y="1732"/>
                  </a:lnTo>
                  <a:lnTo>
                    <a:pt x="18942" y="1727"/>
                  </a:lnTo>
                  <a:lnTo>
                    <a:pt x="17764" y="1722"/>
                  </a:lnTo>
                  <a:lnTo>
                    <a:pt x="16587" y="1717"/>
                  </a:lnTo>
                  <a:lnTo>
                    <a:pt x="15410" y="1712"/>
                  </a:lnTo>
                  <a:lnTo>
                    <a:pt x="14852" y="2956"/>
                  </a:lnTo>
                  <a:lnTo>
                    <a:pt x="14287" y="4219"/>
                  </a:lnTo>
                  <a:lnTo>
                    <a:pt x="13698" y="5288"/>
                  </a:lnTo>
                  <a:lnTo>
                    <a:pt x="13211" y="6106"/>
                  </a:lnTo>
                  <a:lnTo>
                    <a:pt x="12738" y="6774"/>
                  </a:lnTo>
                  <a:lnTo>
                    <a:pt x="12189" y="7390"/>
                  </a:lnTo>
                  <a:lnTo>
                    <a:pt x="11476" y="8057"/>
                  </a:lnTo>
                  <a:lnTo>
                    <a:pt x="10509" y="8872"/>
                  </a:lnTo>
                  <a:lnTo>
                    <a:pt x="9199" y="9937"/>
                  </a:lnTo>
                  <a:lnTo>
                    <a:pt x="8445" y="10908"/>
                  </a:lnTo>
                  <a:lnTo>
                    <a:pt x="7796" y="11868"/>
                  </a:lnTo>
                  <a:lnTo>
                    <a:pt x="7245" y="12820"/>
                  </a:lnTo>
                  <a:lnTo>
                    <a:pt x="6785" y="13767"/>
                  </a:lnTo>
                  <a:lnTo>
                    <a:pt x="6409" y="14713"/>
                  </a:lnTo>
                  <a:lnTo>
                    <a:pt x="6111" y="15662"/>
                  </a:lnTo>
                  <a:lnTo>
                    <a:pt x="5883" y="16616"/>
                  </a:lnTo>
                  <a:lnTo>
                    <a:pt x="5720" y="17579"/>
                  </a:lnTo>
                  <a:lnTo>
                    <a:pt x="5613" y="18554"/>
                  </a:lnTo>
                  <a:lnTo>
                    <a:pt x="5557" y="19546"/>
                  </a:lnTo>
                  <a:lnTo>
                    <a:pt x="5545" y="20557"/>
                  </a:lnTo>
                  <a:lnTo>
                    <a:pt x="5570" y="21592"/>
                  </a:lnTo>
                  <a:lnTo>
                    <a:pt x="5624" y="22652"/>
                  </a:lnTo>
                  <a:lnTo>
                    <a:pt x="5703" y="23742"/>
                  </a:lnTo>
                  <a:lnTo>
                    <a:pt x="5797" y="24866"/>
                  </a:lnTo>
                  <a:lnTo>
                    <a:pt x="5902" y="26026"/>
                  </a:lnTo>
                  <a:lnTo>
                    <a:pt x="6009" y="27227"/>
                  </a:lnTo>
                  <a:lnTo>
                    <a:pt x="7342" y="27227"/>
                  </a:lnTo>
                  <a:lnTo>
                    <a:pt x="8695" y="27227"/>
                  </a:lnTo>
                  <a:lnTo>
                    <a:pt x="9388" y="28048"/>
                  </a:lnTo>
                  <a:lnTo>
                    <a:pt x="10076" y="28874"/>
                  </a:lnTo>
                  <a:lnTo>
                    <a:pt x="10757" y="29706"/>
                  </a:lnTo>
                  <a:lnTo>
                    <a:pt x="11432" y="30543"/>
                  </a:lnTo>
                  <a:lnTo>
                    <a:pt x="12101" y="31384"/>
                  </a:lnTo>
                  <a:lnTo>
                    <a:pt x="12763" y="32231"/>
                  </a:lnTo>
                  <a:lnTo>
                    <a:pt x="13418" y="33084"/>
                  </a:lnTo>
                  <a:lnTo>
                    <a:pt x="14067" y="33941"/>
                  </a:lnTo>
                  <a:lnTo>
                    <a:pt x="12814" y="33874"/>
                  </a:lnTo>
                  <a:lnTo>
                    <a:pt x="11672" y="33784"/>
                  </a:lnTo>
                  <a:lnTo>
                    <a:pt x="10624" y="33662"/>
                  </a:lnTo>
                  <a:lnTo>
                    <a:pt x="9655" y="33498"/>
                  </a:lnTo>
                  <a:lnTo>
                    <a:pt x="8748" y="33280"/>
                  </a:lnTo>
                  <a:lnTo>
                    <a:pt x="7888" y="32999"/>
                  </a:lnTo>
                  <a:lnTo>
                    <a:pt x="7059" y="32644"/>
                  </a:lnTo>
                  <a:lnTo>
                    <a:pt x="6244" y="32206"/>
                  </a:lnTo>
                  <a:lnTo>
                    <a:pt x="5429" y="31674"/>
                  </a:lnTo>
                  <a:lnTo>
                    <a:pt x="4597" y="31037"/>
                  </a:lnTo>
                  <a:lnTo>
                    <a:pt x="3733" y="30285"/>
                  </a:lnTo>
                  <a:lnTo>
                    <a:pt x="2820" y="29409"/>
                  </a:lnTo>
                  <a:lnTo>
                    <a:pt x="2383" y="28393"/>
                  </a:lnTo>
                  <a:lnTo>
                    <a:pt x="1984" y="27379"/>
                  </a:lnTo>
                  <a:lnTo>
                    <a:pt x="1623" y="26368"/>
                  </a:lnTo>
                  <a:lnTo>
                    <a:pt x="1300" y="25359"/>
                  </a:lnTo>
                  <a:lnTo>
                    <a:pt x="1013" y="24349"/>
                  </a:lnTo>
                  <a:lnTo>
                    <a:pt x="763" y="23340"/>
                  </a:lnTo>
                  <a:lnTo>
                    <a:pt x="549" y="22329"/>
                  </a:lnTo>
                  <a:lnTo>
                    <a:pt x="371" y="21315"/>
                  </a:lnTo>
                  <a:lnTo>
                    <a:pt x="228" y="20299"/>
                  </a:lnTo>
                  <a:lnTo>
                    <a:pt x="120" y="19279"/>
                  </a:lnTo>
                  <a:lnTo>
                    <a:pt x="46" y="18254"/>
                  </a:lnTo>
                  <a:lnTo>
                    <a:pt x="6" y="17223"/>
                  </a:lnTo>
                  <a:lnTo>
                    <a:pt x="0" y="16185"/>
                  </a:lnTo>
                  <a:lnTo>
                    <a:pt x="26" y="15140"/>
                  </a:lnTo>
                  <a:lnTo>
                    <a:pt x="85" y="14086"/>
                  </a:lnTo>
                  <a:lnTo>
                    <a:pt x="176" y="13023"/>
                  </a:lnTo>
                  <a:lnTo>
                    <a:pt x="299" y="11950"/>
                  </a:lnTo>
                  <a:lnTo>
                    <a:pt x="453" y="10866"/>
                  </a:lnTo>
                  <a:lnTo>
                    <a:pt x="638" y="9769"/>
                  </a:lnTo>
                  <a:lnTo>
                    <a:pt x="1636" y="9104"/>
                  </a:lnTo>
                  <a:lnTo>
                    <a:pt x="2637" y="8436"/>
                  </a:lnTo>
                  <a:lnTo>
                    <a:pt x="3646" y="7764"/>
                  </a:lnTo>
                  <a:lnTo>
                    <a:pt x="4667" y="7083"/>
                  </a:lnTo>
                  <a:lnTo>
                    <a:pt x="4999" y="6086"/>
                  </a:lnTo>
                  <a:lnTo>
                    <a:pt x="5333" y="5084"/>
                  </a:lnTo>
                  <a:lnTo>
                    <a:pt x="5669" y="4075"/>
                  </a:lnTo>
                  <a:lnTo>
                    <a:pt x="6009" y="3055"/>
                  </a:lnTo>
                  <a:lnTo>
                    <a:pt x="7024" y="2533"/>
                  </a:lnTo>
                  <a:lnTo>
                    <a:pt x="8025" y="2075"/>
                  </a:lnTo>
                  <a:lnTo>
                    <a:pt x="9016" y="1676"/>
                  </a:lnTo>
                  <a:lnTo>
                    <a:pt x="9999" y="1332"/>
                  </a:lnTo>
                  <a:lnTo>
                    <a:pt x="10979" y="1039"/>
                  </a:lnTo>
                  <a:lnTo>
                    <a:pt x="11959" y="793"/>
                  </a:lnTo>
                  <a:lnTo>
                    <a:pt x="12942" y="590"/>
                  </a:lnTo>
                  <a:lnTo>
                    <a:pt x="13932" y="426"/>
                  </a:lnTo>
                  <a:lnTo>
                    <a:pt x="14932" y="297"/>
                  </a:lnTo>
                  <a:lnTo>
                    <a:pt x="15946" y="199"/>
                  </a:lnTo>
                  <a:lnTo>
                    <a:pt x="16976" y="127"/>
                  </a:lnTo>
                  <a:lnTo>
                    <a:pt x="18027" y="78"/>
                  </a:lnTo>
                  <a:lnTo>
                    <a:pt x="19102" y="48"/>
                  </a:lnTo>
                  <a:lnTo>
                    <a:pt x="20204" y="33"/>
                  </a:lnTo>
                  <a:lnTo>
                    <a:pt x="21337" y="28"/>
                  </a:lnTo>
                  <a:close/>
                </a:path>
              </a:pathLst>
            </a:custGeom>
            <a:solidFill>
              <a:srgbClr val="70A3C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" name="region 103 #7D597B"/>
            <p:cNvSpPr/>
            <p:nvPr/>
          </p:nvSpPr>
          <p:spPr>
            <a:xfrm>
              <a:off x="711727" y="543625"/>
              <a:ext cx="25280" cy="24479"/>
            </a:xfrm>
            <a:custGeom>
              <a:avLst/>
              <a:gdLst/>
              <a:ahLst/>
              <a:cxnLst/>
              <a:rect l="l" t="t" r="r" b="b"/>
              <a:pathLst>
                <a:path w="25280" h="24479">
                  <a:moveTo>
                    <a:pt x="17458" y="242"/>
                  </a:moveTo>
                  <a:lnTo>
                    <a:pt x="18509" y="900"/>
                  </a:lnTo>
                  <a:lnTo>
                    <a:pt x="19494" y="1536"/>
                  </a:lnTo>
                  <a:lnTo>
                    <a:pt x="20414" y="2168"/>
                  </a:lnTo>
                  <a:lnTo>
                    <a:pt x="21270" y="2817"/>
                  </a:lnTo>
                  <a:lnTo>
                    <a:pt x="22064" y="3499"/>
                  </a:lnTo>
                  <a:lnTo>
                    <a:pt x="22797" y="4235"/>
                  </a:lnTo>
                  <a:lnTo>
                    <a:pt x="23470" y="5044"/>
                  </a:lnTo>
                  <a:lnTo>
                    <a:pt x="24086" y="5943"/>
                  </a:lnTo>
                  <a:lnTo>
                    <a:pt x="24645" y="6952"/>
                  </a:lnTo>
                  <a:lnTo>
                    <a:pt x="25149" y="8090"/>
                  </a:lnTo>
                  <a:lnTo>
                    <a:pt x="25257" y="9249"/>
                  </a:lnTo>
                  <a:lnTo>
                    <a:pt x="25280" y="10327"/>
                  </a:lnTo>
                  <a:lnTo>
                    <a:pt x="25225" y="11345"/>
                  </a:lnTo>
                  <a:lnTo>
                    <a:pt x="25098" y="12324"/>
                  </a:lnTo>
                  <a:lnTo>
                    <a:pt x="24903" y="13285"/>
                  </a:lnTo>
                  <a:lnTo>
                    <a:pt x="24649" y="14248"/>
                  </a:lnTo>
                  <a:lnTo>
                    <a:pt x="24340" y="15235"/>
                  </a:lnTo>
                  <a:lnTo>
                    <a:pt x="23983" y="16267"/>
                  </a:lnTo>
                  <a:lnTo>
                    <a:pt x="23584" y="17364"/>
                  </a:lnTo>
                  <a:lnTo>
                    <a:pt x="23413" y="17842"/>
                  </a:lnTo>
                  <a:lnTo>
                    <a:pt x="23110" y="18686"/>
                  </a:lnTo>
                  <a:lnTo>
                    <a:pt x="22415" y="20616"/>
                  </a:lnTo>
                  <a:lnTo>
                    <a:pt x="21954" y="21834"/>
                  </a:lnTo>
                  <a:lnTo>
                    <a:pt x="21487" y="23071"/>
                  </a:lnTo>
                  <a:lnTo>
                    <a:pt x="19476" y="23434"/>
                  </a:lnTo>
                  <a:lnTo>
                    <a:pt x="17724" y="23744"/>
                  </a:lnTo>
                  <a:lnTo>
                    <a:pt x="16202" y="24000"/>
                  </a:lnTo>
                  <a:lnTo>
                    <a:pt x="14880" y="24203"/>
                  </a:lnTo>
                  <a:lnTo>
                    <a:pt x="13731" y="24351"/>
                  </a:lnTo>
                  <a:lnTo>
                    <a:pt x="12726" y="24443"/>
                  </a:lnTo>
                  <a:lnTo>
                    <a:pt x="11836" y="24479"/>
                  </a:lnTo>
                  <a:lnTo>
                    <a:pt x="11033" y="24458"/>
                  </a:lnTo>
                  <a:lnTo>
                    <a:pt x="10289" y="24380"/>
                  </a:lnTo>
                  <a:lnTo>
                    <a:pt x="9575" y="24242"/>
                  </a:lnTo>
                  <a:lnTo>
                    <a:pt x="8862" y="24046"/>
                  </a:lnTo>
                  <a:lnTo>
                    <a:pt x="8122" y="23789"/>
                  </a:lnTo>
                  <a:lnTo>
                    <a:pt x="7327" y="23472"/>
                  </a:lnTo>
                  <a:lnTo>
                    <a:pt x="6447" y="23093"/>
                  </a:lnTo>
                  <a:lnTo>
                    <a:pt x="5455" y="22652"/>
                  </a:lnTo>
                  <a:lnTo>
                    <a:pt x="4422" y="21805"/>
                  </a:lnTo>
                  <a:lnTo>
                    <a:pt x="3633" y="21149"/>
                  </a:lnTo>
                  <a:lnTo>
                    <a:pt x="2991" y="20597"/>
                  </a:lnTo>
                  <a:lnTo>
                    <a:pt x="2403" y="20063"/>
                  </a:lnTo>
                  <a:lnTo>
                    <a:pt x="1772" y="19459"/>
                  </a:lnTo>
                  <a:lnTo>
                    <a:pt x="1003" y="18701"/>
                  </a:lnTo>
                  <a:lnTo>
                    <a:pt x="0" y="17700"/>
                  </a:lnTo>
                  <a:lnTo>
                    <a:pt x="35" y="16429"/>
                  </a:lnTo>
                  <a:lnTo>
                    <a:pt x="72" y="15446"/>
                  </a:lnTo>
                  <a:lnTo>
                    <a:pt x="125" y="14621"/>
                  </a:lnTo>
                  <a:lnTo>
                    <a:pt x="206" y="13824"/>
                  </a:lnTo>
                  <a:lnTo>
                    <a:pt x="330" y="12927"/>
                  </a:lnTo>
                  <a:lnTo>
                    <a:pt x="508" y="11800"/>
                  </a:lnTo>
                  <a:lnTo>
                    <a:pt x="755" y="10314"/>
                  </a:lnTo>
                  <a:lnTo>
                    <a:pt x="951" y="8997"/>
                  </a:lnTo>
                  <a:lnTo>
                    <a:pt x="1149" y="7671"/>
                  </a:lnTo>
                  <a:lnTo>
                    <a:pt x="1349" y="6327"/>
                  </a:lnTo>
                  <a:lnTo>
                    <a:pt x="1927" y="4887"/>
                  </a:lnTo>
                  <a:lnTo>
                    <a:pt x="2409" y="3869"/>
                  </a:lnTo>
                  <a:lnTo>
                    <a:pt x="2922" y="3131"/>
                  </a:lnTo>
                  <a:lnTo>
                    <a:pt x="3592" y="2529"/>
                  </a:lnTo>
                  <a:lnTo>
                    <a:pt x="4547" y="1918"/>
                  </a:lnTo>
                  <a:lnTo>
                    <a:pt x="5912" y="1155"/>
                  </a:lnTo>
                  <a:lnTo>
                    <a:pt x="7023" y="876"/>
                  </a:lnTo>
                  <a:lnTo>
                    <a:pt x="8091" y="634"/>
                  </a:lnTo>
                  <a:lnTo>
                    <a:pt x="9127" y="430"/>
                  </a:lnTo>
                  <a:lnTo>
                    <a:pt x="10139" y="264"/>
                  </a:lnTo>
                  <a:lnTo>
                    <a:pt x="11140" y="137"/>
                  </a:lnTo>
                  <a:lnTo>
                    <a:pt x="12138" y="51"/>
                  </a:lnTo>
                  <a:lnTo>
                    <a:pt x="13145" y="5"/>
                  </a:lnTo>
                  <a:lnTo>
                    <a:pt x="14169" y="0"/>
                  </a:lnTo>
                  <a:lnTo>
                    <a:pt x="15223" y="38"/>
                  </a:lnTo>
                  <a:lnTo>
                    <a:pt x="16316" y="118"/>
                  </a:lnTo>
                  <a:lnTo>
                    <a:pt x="17458" y="242"/>
                  </a:lnTo>
                  <a:close/>
                </a:path>
              </a:pathLst>
            </a:custGeom>
            <a:solidFill>
              <a:srgbClr val="7D597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" name="region 104 #7F8182"/>
            <p:cNvSpPr/>
            <p:nvPr/>
          </p:nvSpPr>
          <p:spPr>
            <a:xfrm>
              <a:off x="1641002" y="676813"/>
              <a:ext cx="80573" cy="59086"/>
            </a:xfrm>
            <a:custGeom>
              <a:avLst/>
              <a:gdLst/>
              <a:ahLst/>
              <a:cxnLst/>
              <a:rect l="l" t="t" r="r" b="b"/>
              <a:pathLst>
                <a:path w="80573" h="59086">
                  <a:moveTo>
                    <a:pt x="2686" y="0"/>
                  </a:moveTo>
                  <a:lnTo>
                    <a:pt x="3685" y="918"/>
                  </a:lnTo>
                  <a:lnTo>
                    <a:pt x="4394" y="1587"/>
                  </a:lnTo>
                  <a:lnTo>
                    <a:pt x="5007" y="2199"/>
                  </a:lnTo>
                  <a:lnTo>
                    <a:pt x="5716" y="2948"/>
                  </a:lnTo>
                  <a:lnTo>
                    <a:pt x="6715" y="4028"/>
                  </a:lnTo>
                  <a:lnTo>
                    <a:pt x="6715" y="5361"/>
                  </a:lnTo>
                  <a:lnTo>
                    <a:pt x="6715" y="6714"/>
                  </a:lnTo>
                  <a:lnTo>
                    <a:pt x="7713" y="7047"/>
                  </a:lnTo>
                  <a:lnTo>
                    <a:pt x="8714" y="7380"/>
                  </a:lnTo>
                  <a:lnTo>
                    <a:pt x="9723" y="7717"/>
                  </a:lnTo>
                  <a:lnTo>
                    <a:pt x="10744" y="8057"/>
                  </a:lnTo>
                  <a:lnTo>
                    <a:pt x="10744" y="9390"/>
                  </a:lnTo>
                  <a:lnTo>
                    <a:pt x="10744" y="10743"/>
                  </a:lnTo>
                  <a:lnTo>
                    <a:pt x="12076" y="10743"/>
                  </a:lnTo>
                  <a:lnTo>
                    <a:pt x="13429" y="10743"/>
                  </a:lnTo>
                  <a:lnTo>
                    <a:pt x="13429" y="12075"/>
                  </a:lnTo>
                  <a:lnTo>
                    <a:pt x="13429" y="13428"/>
                  </a:lnTo>
                  <a:lnTo>
                    <a:pt x="14762" y="13428"/>
                  </a:lnTo>
                  <a:lnTo>
                    <a:pt x="16115" y="13428"/>
                  </a:lnTo>
                  <a:lnTo>
                    <a:pt x="16963" y="14312"/>
                  </a:lnTo>
                  <a:lnTo>
                    <a:pt x="17599" y="14986"/>
                  </a:lnTo>
                  <a:lnTo>
                    <a:pt x="18141" y="15587"/>
                  </a:lnTo>
                  <a:lnTo>
                    <a:pt x="18709" y="16248"/>
                  </a:lnTo>
                  <a:lnTo>
                    <a:pt x="19421" y="17107"/>
                  </a:lnTo>
                  <a:lnTo>
                    <a:pt x="20396" y="18296"/>
                  </a:lnTo>
                  <a:lnTo>
                    <a:pt x="21080" y="19091"/>
                  </a:lnTo>
                  <a:lnTo>
                    <a:pt x="21772" y="19883"/>
                  </a:lnTo>
                  <a:lnTo>
                    <a:pt x="22472" y="20671"/>
                  </a:lnTo>
                  <a:lnTo>
                    <a:pt x="23181" y="21455"/>
                  </a:lnTo>
                  <a:lnTo>
                    <a:pt x="23897" y="22234"/>
                  </a:lnTo>
                  <a:lnTo>
                    <a:pt x="24622" y="23007"/>
                  </a:lnTo>
                  <a:lnTo>
                    <a:pt x="25356" y="23774"/>
                  </a:lnTo>
                  <a:lnTo>
                    <a:pt x="26099" y="24534"/>
                  </a:lnTo>
                  <a:lnTo>
                    <a:pt x="26850" y="25287"/>
                  </a:lnTo>
                  <a:lnTo>
                    <a:pt x="27609" y="26032"/>
                  </a:lnTo>
                  <a:lnTo>
                    <a:pt x="28378" y="26768"/>
                  </a:lnTo>
                  <a:lnTo>
                    <a:pt x="29155" y="27495"/>
                  </a:lnTo>
                  <a:lnTo>
                    <a:pt x="29942" y="28212"/>
                  </a:lnTo>
                  <a:lnTo>
                    <a:pt x="30738" y="28919"/>
                  </a:lnTo>
                  <a:lnTo>
                    <a:pt x="31542" y="29615"/>
                  </a:lnTo>
                  <a:lnTo>
                    <a:pt x="32356" y="30299"/>
                  </a:lnTo>
                  <a:lnTo>
                    <a:pt x="33180" y="30971"/>
                  </a:lnTo>
                  <a:lnTo>
                    <a:pt x="34012" y="31630"/>
                  </a:lnTo>
                  <a:lnTo>
                    <a:pt x="34855" y="32276"/>
                  </a:lnTo>
                  <a:lnTo>
                    <a:pt x="35706" y="32907"/>
                  </a:lnTo>
                  <a:lnTo>
                    <a:pt x="36568" y="33524"/>
                  </a:lnTo>
                  <a:lnTo>
                    <a:pt x="37439" y="34126"/>
                  </a:lnTo>
                  <a:lnTo>
                    <a:pt x="38320" y="34712"/>
                  </a:lnTo>
                  <a:lnTo>
                    <a:pt x="39211" y="35281"/>
                  </a:lnTo>
                  <a:lnTo>
                    <a:pt x="40112" y="35834"/>
                  </a:lnTo>
                  <a:lnTo>
                    <a:pt x="41023" y="36368"/>
                  </a:lnTo>
                  <a:lnTo>
                    <a:pt x="41944" y="36885"/>
                  </a:lnTo>
                  <a:lnTo>
                    <a:pt x="42875" y="37382"/>
                  </a:lnTo>
                  <a:lnTo>
                    <a:pt x="43817" y="37860"/>
                  </a:lnTo>
                  <a:lnTo>
                    <a:pt x="44769" y="38318"/>
                  </a:lnTo>
                  <a:lnTo>
                    <a:pt x="45731" y="38756"/>
                  </a:lnTo>
                  <a:lnTo>
                    <a:pt x="46704" y="39172"/>
                  </a:lnTo>
                  <a:lnTo>
                    <a:pt x="47688" y="39566"/>
                  </a:lnTo>
                  <a:lnTo>
                    <a:pt x="48682" y="39937"/>
                  </a:lnTo>
                  <a:lnTo>
                    <a:pt x="49687" y="40286"/>
                  </a:lnTo>
                  <a:lnTo>
                    <a:pt x="49687" y="41619"/>
                  </a:lnTo>
                  <a:lnTo>
                    <a:pt x="49687" y="42972"/>
                  </a:lnTo>
                  <a:lnTo>
                    <a:pt x="51012" y="43328"/>
                  </a:lnTo>
                  <a:lnTo>
                    <a:pt x="52006" y="43581"/>
                  </a:lnTo>
                  <a:lnTo>
                    <a:pt x="52855" y="43769"/>
                  </a:lnTo>
                  <a:lnTo>
                    <a:pt x="53746" y="43929"/>
                  </a:lnTo>
                  <a:lnTo>
                    <a:pt x="54866" y="44099"/>
                  </a:lnTo>
                  <a:lnTo>
                    <a:pt x="56402" y="44315"/>
                  </a:lnTo>
                  <a:lnTo>
                    <a:pt x="57399" y="43650"/>
                  </a:lnTo>
                  <a:lnTo>
                    <a:pt x="58401" y="42982"/>
                  </a:lnTo>
                  <a:lnTo>
                    <a:pt x="59410" y="42309"/>
                  </a:lnTo>
                  <a:lnTo>
                    <a:pt x="60430" y="41629"/>
                  </a:lnTo>
                  <a:lnTo>
                    <a:pt x="60430" y="42737"/>
                  </a:lnTo>
                  <a:lnTo>
                    <a:pt x="60430" y="43847"/>
                  </a:lnTo>
                  <a:lnTo>
                    <a:pt x="60430" y="44961"/>
                  </a:lnTo>
                  <a:lnTo>
                    <a:pt x="60430" y="46080"/>
                  </a:lnTo>
                  <a:lnTo>
                    <a:pt x="60430" y="47207"/>
                  </a:lnTo>
                  <a:lnTo>
                    <a:pt x="60430" y="48343"/>
                  </a:lnTo>
                  <a:lnTo>
                    <a:pt x="61023" y="48417"/>
                  </a:lnTo>
                  <a:lnTo>
                    <a:pt x="62067" y="48548"/>
                  </a:lnTo>
                  <a:lnTo>
                    <a:pt x="64459" y="48847"/>
                  </a:lnTo>
                  <a:lnTo>
                    <a:pt x="65554" y="49009"/>
                  </a:lnTo>
                  <a:lnTo>
                    <a:pt x="66644" y="49186"/>
                  </a:lnTo>
                  <a:lnTo>
                    <a:pt x="67729" y="49376"/>
                  </a:lnTo>
                  <a:lnTo>
                    <a:pt x="68809" y="49578"/>
                  </a:lnTo>
                  <a:lnTo>
                    <a:pt x="69886" y="49792"/>
                  </a:lnTo>
                  <a:lnTo>
                    <a:pt x="70960" y="50016"/>
                  </a:lnTo>
                  <a:lnTo>
                    <a:pt x="72031" y="50251"/>
                  </a:lnTo>
                  <a:lnTo>
                    <a:pt x="73100" y="50494"/>
                  </a:lnTo>
                  <a:lnTo>
                    <a:pt x="74167" y="50745"/>
                  </a:lnTo>
                  <a:lnTo>
                    <a:pt x="75234" y="51004"/>
                  </a:lnTo>
                  <a:lnTo>
                    <a:pt x="76300" y="51268"/>
                  </a:lnTo>
                  <a:lnTo>
                    <a:pt x="77367" y="51538"/>
                  </a:lnTo>
                  <a:lnTo>
                    <a:pt x="78434" y="51813"/>
                  </a:lnTo>
                  <a:lnTo>
                    <a:pt x="79503" y="52091"/>
                  </a:lnTo>
                  <a:lnTo>
                    <a:pt x="80573" y="52372"/>
                  </a:lnTo>
                  <a:lnTo>
                    <a:pt x="80573" y="53480"/>
                  </a:lnTo>
                  <a:lnTo>
                    <a:pt x="80573" y="54590"/>
                  </a:lnTo>
                  <a:lnTo>
                    <a:pt x="80573" y="55704"/>
                  </a:lnTo>
                  <a:lnTo>
                    <a:pt x="80573" y="56823"/>
                  </a:lnTo>
                  <a:lnTo>
                    <a:pt x="80573" y="57950"/>
                  </a:lnTo>
                  <a:lnTo>
                    <a:pt x="80573" y="59086"/>
                  </a:lnTo>
                  <a:lnTo>
                    <a:pt x="79485" y="59000"/>
                  </a:lnTo>
                  <a:lnTo>
                    <a:pt x="78411" y="58898"/>
                  </a:lnTo>
                  <a:lnTo>
                    <a:pt x="77350" y="58782"/>
                  </a:lnTo>
                  <a:lnTo>
                    <a:pt x="76302" y="58649"/>
                  </a:lnTo>
                  <a:lnTo>
                    <a:pt x="75265" y="58501"/>
                  </a:lnTo>
                  <a:lnTo>
                    <a:pt x="74240" y="58335"/>
                  </a:lnTo>
                  <a:lnTo>
                    <a:pt x="73225" y="58152"/>
                  </a:lnTo>
                  <a:lnTo>
                    <a:pt x="72219" y="57951"/>
                  </a:lnTo>
                  <a:lnTo>
                    <a:pt x="71222" y="57732"/>
                  </a:lnTo>
                  <a:lnTo>
                    <a:pt x="70233" y="57493"/>
                  </a:lnTo>
                  <a:lnTo>
                    <a:pt x="69251" y="57234"/>
                  </a:lnTo>
                  <a:lnTo>
                    <a:pt x="68276" y="56955"/>
                  </a:lnTo>
                  <a:lnTo>
                    <a:pt x="67306" y="56655"/>
                  </a:lnTo>
                  <a:lnTo>
                    <a:pt x="66341" y="56333"/>
                  </a:lnTo>
                  <a:lnTo>
                    <a:pt x="65380" y="55989"/>
                  </a:lnTo>
                  <a:lnTo>
                    <a:pt x="64422" y="55623"/>
                  </a:lnTo>
                  <a:lnTo>
                    <a:pt x="63467" y="55233"/>
                  </a:lnTo>
                  <a:lnTo>
                    <a:pt x="62513" y="54819"/>
                  </a:lnTo>
                  <a:lnTo>
                    <a:pt x="61561" y="54381"/>
                  </a:lnTo>
                  <a:lnTo>
                    <a:pt x="60608" y="53918"/>
                  </a:lnTo>
                  <a:lnTo>
                    <a:pt x="59655" y="53429"/>
                  </a:lnTo>
                  <a:lnTo>
                    <a:pt x="58701" y="52914"/>
                  </a:lnTo>
                  <a:lnTo>
                    <a:pt x="57744" y="52372"/>
                  </a:lnTo>
                  <a:lnTo>
                    <a:pt x="57078" y="51039"/>
                  </a:lnTo>
                  <a:lnTo>
                    <a:pt x="56402" y="49686"/>
                  </a:lnTo>
                  <a:lnTo>
                    <a:pt x="54937" y="49330"/>
                  </a:lnTo>
                  <a:lnTo>
                    <a:pt x="53859" y="49077"/>
                  </a:lnTo>
                  <a:lnTo>
                    <a:pt x="52982" y="48889"/>
                  </a:lnTo>
                  <a:lnTo>
                    <a:pt x="52118" y="48729"/>
                  </a:lnTo>
                  <a:lnTo>
                    <a:pt x="51082" y="48559"/>
                  </a:lnTo>
                  <a:lnTo>
                    <a:pt x="49687" y="48343"/>
                  </a:lnTo>
                  <a:lnTo>
                    <a:pt x="49687" y="47010"/>
                  </a:lnTo>
                  <a:lnTo>
                    <a:pt x="49687" y="45658"/>
                  </a:lnTo>
                  <a:lnTo>
                    <a:pt x="48354" y="45575"/>
                  </a:lnTo>
                  <a:lnTo>
                    <a:pt x="47001" y="45490"/>
                  </a:lnTo>
                  <a:lnTo>
                    <a:pt x="45875" y="45132"/>
                  </a:lnTo>
                  <a:lnTo>
                    <a:pt x="44808" y="44736"/>
                  </a:lnTo>
                  <a:lnTo>
                    <a:pt x="43794" y="44304"/>
                  </a:lnTo>
                  <a:lnTo>
                    <a:pt x="42823" y="43835"/>
                  </a:lnTo>
                  <a:lnTo>
                    <a:pt x="41889" y="43333"/>
                  </a:lnTo>
                  <a:lnTo>
                    <a:pt x="40983" y="42797"/>
                  </a:lnTo>
                  <a:lnTo>
                    <a:pt x="40098" y="42230"/>
                  </a:lnTo>
                  <a:lnTo>
                    <a:pt x="39227" y="41632"/>
                  </a:lnTo>
                  <a:lnTo>
                    <a:pt x="38360" y="41005"/>
                  </a:lnTo>
                  <a:lnTo>
                    <a:pt x="37492" y="40350"/>
                  </a:lnTo>
                  <a:lnTo>
                    <a:pt x="36613" y="39668"/>
                  </a:lnTo>
                  <a:lnTo>
                    <a:pt x="35717" y="38961"/>
                  </a:lnTo>
                  <a:lnTo>
                    <a:pt x="34795" y="38230"/>
                  </a:lnTo>
                  <a:lnTo>
                    <a:pt x="33698" y="37390"/>
                  </a:lnTo>
                  <a:lnTo>
                    <a:pt x="32862" y="36773"/>
                  </a:lnTo>
                  <a:lnTo>
                    <a:pt x="32120" y="36273"/>
                  </a:lnTo>
                  <a:lnTo>
                    <a:pt x="31305" y="35783"/>
                  </a:lnTo>
                  <a:lnTo>
                    <a:pt x="30251" y="35198"/>
                  </a:lnTo>
                  <a:lnTo>
                    <a:pt x="28789" y="34411"/>
                  </a:lnTo>
                  <a:lnTo>
                    <a:pt x="27901" y="33795"/>
                  </a:lnTo>
                  <a:lnTo>
                    <a:pt x="27051" y="33158"/>
                  </a:lnTo>
                  <a:lnTo>
                    <a:pt x="26235" y="32500"/>
                  </a:lnTo>
                  <a:lnTo>
                    <a:pt x="25450" y="31824"/>
                  </a:lnTo>
                  <a:lnTo>
                    <a:pt x="24691" y="31130"/>
                  </a:lnTo>
                  <a:lnTo>
                    <a:pt x="23955" y="30417"/>
                  </a:lnTo>
                  <a:lnTo>
                    <a:pt x="23238" y="29688"/>
                  </a:lnTo>
                  <a:lnTo>
                    <a:pt x="22535" y="28942"/>
                  </a:lnTo>
                  <a:lnTo>
                    <a:pt x="21844" y="28182"/>
                  </a:lnTo>
                  <a:lnTo>
                    <a:pt x="21160" y="27406"/>
                  </a:lnTo>
                  <a:lnTo>
                    <a:pt x="20479" y="26616"/>
                  </a:lnTo>
                  <a:lnTo>
                    <a:pt x="19798" y="25814"/>
                  </a:lnTo>
                  <a:lnTo>
                    <a:pt x="19112" y="24998"/>
                  </a:lnTo>
                  <a:lnTo>
                    <a:pt x="18418" y="24171"/>
                  </a:lnTo>
                  <a:lnTo>
                    <a:pt x="17669" y="23310"/>
                  </a:lnTo>
                  <a:lnTo>
                    <a:pt x="16913" y="22465"/>
                  </a:lnTo>
                  <a:lnTo>
                    <a:pt x="16149" y="21635"/>
                  </a:lnTo>
                  <a:lnTo>
                    <a:pt x="15377" y="20817"/>
                  </a:lnTo>
                  <a:lnTo>
                    <a:pt x="14594" y="20009"/>
                  </a:lnTo>
                  <a:lnTo>
                    <a:pt x="13800" y="19210"/>
                  </a:lnTo>
                  <a:lnTo>
                    <a:pt x="12992" y="18415"/>
                  </a:lnTo>
                  <a:lnTo>
                    <a:pt x="12170" y="17625"/>
                  </a:lnTo>
                  <a:lnTo>
                    <a:pt x="11003" y="16410"/>
                  </a:lnTo>
                  <a:lnTo>
                    <a:pt x="10221" y="15517"/>
                  </a:lnTo>
                  <a:lnTo>
                    <a:pt x="9747" y="14792"/>
                  </a:lnTo>
                  <a:lnTo>
                    <a:pt x="9503" y="14081"/>
                  </a:lnTo>
                  <a:lnTo>
                    <a:pt x="9413" y="13230"/>
                  </a:lnTo>
                  <a:lnTo>
                    <a:pt x="9401" y="12085"/>
                  </a:lnTo>
                  <a:lnTo>
                    <a:pt x="8068" y="12085"/>
                  </a:lnTo>
                  <a:lnTo>
                    <a:pt x="6715" y="12085"/>
                  </a:lnTo>
                  <a:lnTo>
                    <a:pt x="5172" y="10394"/>
                  </a:lnTo>
                  <a:lnTo>
                    <a:pt x="3886" y="8972"/>
                  </a:lnTo>
                  <a:lnTo>
                    <a:pt x="2833" y="7781"/>
                  </a:lnTo>
                  <a:lnTo>
                    <a:pt x="1990" y="6785"/>
                  </a:lnTo>
                  <a:lnTo>
                    <a:pt x="1333" y="5946"/>
                  </a:lnTo>
                  <a:lnTo>
                    <a:pt x="840" y="5227"/>
                  </a:lnTo>
                  <a:lnTo>
                    <a:pt x="486" y="4591"/>
                  </a:lnTo>
                  <a:lnTo>
                    <a:pt x="249" y="4000"/>
                  </a:lnTo>
                  <a:lnTo>
                    <a:pt x="105" y="3417"/>
                  </a:lnTo>
                  <a:lnTo>
                    <a:pt x="32" y="2804"/>
                  </a:lnTo>
                  <a:lnTo>
                    <a:pt x="4" y="2125"/>
                  </a:lnTo>
                  <a:lnTo>
                    <a:pt x="0" y="1342"/>
                  </a:lnTo>
                  <a:lnTo>
                    <a:pt x="1333" y="676"/>
                  </a:lnTo>
                  <a:lnTo>
                    <a:pt x="2686" y="0"/>
                  </a:lnTo>
                  <a:close/>
                </a:path>
              </a:pathLst>
            </a:custGeom>
            <a:solidFill>
              <a:srgbClr val="7F818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" name="region 105 #C7ACA2"/>
            <p:cNvSpPr/>
            <p:nvPr/>
          </p:nvSpPr>
          <p:spPr>
            <a:xfrm>
              <a:off x="1184422" y="420322"/>
              <a:ext cx="51030" cy="75201"/>
            </a:xfrm>
            <a:custGeom>
              <a:avLst/>
              <a:gdLst/>
              <a:ahLst/>
              <a:cxnLst/>
              <a:rect l="l" t="t" r="r" b="b"/>
              <a:pathLst>
                <a:path w="51030" h="75201">
                  <a:moveTo>
                    <a:pt x="0" y="0"/>
                  </a:moveTo>
                  <a:lnTo>
                    <a:pt x="1082" y="226"/>
                  </a:lnTo>
                  <a:lnTo>
                    <a:pt x="2143" y="485"/>
                  </a:lnTo>
                  <a:lnTo>
                    <a:pt x="3184" y="775"/>
                  </a:lnTo>
                  <a:lnTo>
                    <a:pt x="4207" y="1096"/>
                  </a:lnTo>
                  <a:lnTo>
                    <a:pt x="5211" y="1445"/>
                  </a:lnTo>
                  <a:lnTo>
                    <a:pt x="6198" y="1823"/>
                  </a:lnTo>
                  <a:lnTo>
                    <a:pt x="7170" y="2227"/>
                  </a:lnTo>
                  <a:lnTo>
                    <a:pt x="8126" y="2658"/>
                  </a:lnTo>
                  <a:lnTo>
                    <a:pt x="9069" y="3113"/>
                  </a:lnTo>
                  <a:lnTo>
                    <a:pt x="9998" y="3592"/>
                  </a:lnTo>
                  <a:lnTo>
                    <a:pt x="10915" y="4094"/>
                  </a:lnTo>
                  <a:lnTo>
                    <a:pt x="11821" y="4618"/>
                  </a:lnTo>
                  <a:lnTo>
                    <a:pt x="12717" y="5162"/>
                  </a:lnTo>
                  <a:lnTo>
                    <a:pt x="13603" y="5725"/>
                  </a:lnTo>
                  <a:lnTo>
                    <a:pt x="14481" y="6307"/>
                  </a:lnTo>
                  <a:lnTo>
                    <a:pt x="15351" y="6907"/>
                  </a:lnTo>
                  <a:lnTo>
                    <a:pt x="16216" y="7522"/>
                  </a:lnTo>
                  <a:lnTo>
                    <a:pt x="17074" y="8153"/>
                  </a:lnTo>
                  <a:lnTo>
                    <a:pt x="17928" y="8798"/>
                  </a:lnTo>
                  <a:lnTo>
                    <a:pt x="18779" y="9456"/>
                  </a:lnTo>
                  <a:lnTo>
                    <a:pt x="19627" y="10126"/>
                  </a:lnTo>
                  <a:lnTo>
                    <a:pt x="20473" y="10807"/>
                  </a:lnTo>
                  <a:lnTo>
                    <a:pt x="21319" y="11498"/>
                  </a:lnTo>
                  <a:lnTo>
                    <a:pt x="22293" y="12290"/>
                  </a:lnTo>
                  <a:lnTo>
                    <a:pt x="23271" y="13084"/>
                  </a:lnTo>
                  <a:lnTo>
                    <a:pt x="24257" y="13884"/>
                  </a:lnTo>
                  <a:lnTo>
                    <a:pt x="25253" y="14692"/>
                  </a:lnTo>
                  <a:lnTo>
                    <a:pt x="26227" y="15606"/>
                  </a:lnTo>
                  <a:lnTo>
                    <a:pt x="27207" y="16526"/>
                  </a:lnTo>
                  <a:lnTo>
                    <a:pt x="28201" y="17457"/>
                  </a:lnTo>
                  <a:lnTo>
                    <a:pt x="28201" y="18790"/>
                  </a:lnTo>
                  <a:lnTo>
                    <a:pt x="28201" y="20143"/>
                  </a:lnTo>
                  <a:lnTo>
                    <a:pt x="29199" y="20476"/>
                  </a:lnTo>
                  <a:lnTo>
                    <a:pt x="30200" y="20810"/>
                  </a:lnTo>
                  <a:lnTo>
                    <a:pt x="31209" y="21146"/>
                  </a:lnTo>
                  <a:lnTo>
                    <a:pt x="32229" y="21486"/>
                  </a:lnTo>
                  <a:lnTo>
                    <a:pt x="32229" y="22817"/>
                  </a:lnTo>
                  <a:lnTo>
                    <a:pt x="32229" y="24157"/>
                  </a:lnTo>
                  <a:lnTo>
                    <a:pt x="32229" y="25515"/>
                  </a:lnTo>
                  <a:lnTo>
                    <a:pt x="33227" y="25847"/>
                  </a:lnTo>
                  <a:lnTo>
                    <a:pt x="34229" y="26181"/>
                  </a:lnTo>
                  <a:lnTo>
                    <a:pt x="35238" y="26517"/>
                  </a:lnTo>
                  <a:lnTo>
                    <a:pt x="36258" y="26858"/>
                  </a:lnTo>
                  <a:lnTo>
                    <a:pt x="36927" y="28058"/>
                  </a:lnTo>
                  <a:lnTo>
                    <a:pt x="37454" y="29014"/>
                  </a:lnTo>
                  <a:lnTo>
                    <a:pt x="37887" y="29820"/>
                  </a:lnTo>
                  <a:lnTo>
                    <a:pt x="38272" y="30572"/>
                  </a:lnTo>
                  <a:lnTo>
                    <a:pt x="38658" y="31363"/>
                  </a:lnTo>
                  <a:lnTo>
                    <a:pt x="39091" y="32287"/>
                  </a:lnTo>
                  <a:lnTo>
                    <a:pt x="39618" y="33440"/>
                  </a:lnTo>
                  <a:lnTo>
                    <a:pt x="40287" y="34915"/>
                  </a:lnTo>
                  <a:lnTo>
                    <a:pt x="40848" y="35933"/>
                  </a:lnTo>
                  <a:lnTo>
                    <a:pt x="41412" y="36956"/>
                  </a:lnTo>
                  <a:lnTo>
                    <a:pt x="41979" y="37985"/>
                  </a:lnTo>
                  <a:lnTo>
                    <a:pt x="42554" y="39027"/>
                  </a:lnTo>
                  <a:lnTo>
                    <a:pt x="43045" y="40176"/>
                  </a:lnTo>
                  <a:lnTo>
                    <a:pt x="43455" y="41251"/>
                  </a:lnTo>
                  <a:lnTo>
                    <a:pt x="43789" y="42273"/>
                  </a:lnTo>
                  <a:lnTo>
                    <a:pt x="44050" y="43262"/>
                  </a:lnTo>
                  <a:lnTo>
                    <a:pt x="44242" y="44240"/>
                  </a:lnTo>
                  <a:lnTo>
                    <a:pt x="44370" y="45228"/>
                  </a:lnTo>
                  <a:lnTo>
                    <a:pt x="44437" y="46245"/>
                  </a:lnTo>
                  <a:lnTo>
                    <a:pt x="44448" y="47314"/>
                  </a:lnTo>
                  <a:lnTo>
                    <a:pt x="44406" y="48454"/>
                  </a:lnTo>
                  <a:lnTo>
                    <a:pt x="44315" y="49687"/>
                  </a:lnTo>
                  <a:lnTo>
                    <a:pt x="45648" y="49687"/>
                  </a:lnTo>
                  <a:lnTo>
                    <a:pt x="47001" y="49687"/>
                  </a:lnTo>
                  <a:lnTo>
                    <a:pt x="47001" y="50750"/>
                  </a:lnTo>
                  <a:lnTo>
                    <a:pt x="47001" y="51815"/>
                  </a:lnTo>
                  <a:lnTo>
                    <a:pt x="47001" y="52880"/>
                  </a:lnTo>
                  <a:lnTo>
                    <a:pt x="47001" y="53948"/>
                  </a:lnTo>
                  <a:lnTo>
                    <a:pt x="47001" y="55018"/>
                  </a:lnTo>
                  <a:lnTo>
                    <a:pt x="47001" y="56091"/>
                  </a:lnTo>
                  <a:lnTo>
                    <a:pt x="47001" y="57168"/>
                  </a:lnTo>
                  <a:lnTo>
                    <a:pt x="47001" y="58250"/>
                  </a:lnTo>
                  <a:lnTo>
                    <a:pt x="47001" y="59337"/>
                  </a:lnTo>
                  <a:lnTo>
                    <a:pt x="47001" y="60430"/>
                  </a:lnTo>
                  <a:lnTo>
                    <a:pt x="48334" y="60430"/>
                  </a:lnTo>
                  <a:lnTo>
                    <a:pt x="49687" y="60430"/>
                  </a:lnTo>
                  <a:lnTo>
                    <a:pt x="49732" y="60920"/>
                  </a:lnTo>
                  <a:lnTo>
                    <a:pt x="49772" y="61368"/>
                  </a:lnTo>
                  <a:lnTo>
                    <a:pt x="49812" y="61806"/>
                  </a:lnTo>
                  <a:lnTo>
                    <a:pt x="49854" y="62266"/>
                  </a:lnTo>
                  <a:lnTo>
                    <a:pt x="49901" y="62781"/>
                  </a:lnTo>
                  <a:lnTo>
                    <a:pt x="49955" y="63383"/>
                  </a:lnTo>
                  <a:lnTo>
                    <a:pt x="50021" y="64104"/>
                  </a:lnTo>
                  <a:lnTo>
                    <a:pt x="50100" y="64977"/>
                  </a:lnTo>
                  <a:lnTo>
                    <a:pt x="50196" y="66033"/>
                  </a:lnTo>
                  <a:lnTo>
                    <a:pt x="50312" y="67305"/>
                  </a:lnTo>
                  <a:lnTo>
                    <a:pt x="50450" y="68826"/>
                  </a:lnTo>
                  <a:lnTo>
                    <a:pt x="50614" y="70627"/>
                  </a:lnTo>
                  <a:lnTo>
                    <a:pt x="50806" y="72742"/>
                  </a:lnTo>
                  <a:lnTo>
                    <a:pt x="51030" y="75201"/>
                  </a:lnTo>
                  <a:lnTo>
                    <a:pt x="49697" y="75201"/>
                  </a:lnTo>
                  <a:lnTo>
                    <a:pt x="48344" y="75201"/>
                  </a:lnTo>
                  <a:lnTo>
                    <a:pt x="47561" y="73198"/>
                  </a:lnTo>
                  <a:lnTo>
                    <a:pt x="46841" y="71358"/>
                  </a:lnTo>
                  <a:lnTo>
                    <a:pt x="46183" y="69671"/>
                  </a:lnTo>
                  <a:lnTo>
                    <a:pt x="45580" y="68128"/>
                  </a:lnTo>
                  <a:lnTo>
                    <a:pt x="45030" y="66716"/>
                  </a:lnTo>
                  <a:lnTo>
                    <a:pt x="44529" y="65426"/>
                  </a:lnTo>
                  <a:lnTo>
                    <a:pt x="44073" y="64247"/>
                  </a:lnTo>
                  <a:lnTo>
                    <a:pt x="43658" y="63169"/>
                  </a:lnTo>
                  <a:lnTo>
                    <a:pt x="43280" y="62182"/>
                  </a:lnTo>
                  <a:lnTo>
                    <a:pt x="42936" y="61275"/>
                  </a:lnTo>
                  <a:lnTo>
                    <a:pt x="42621" y="60437"/>
                  </a:lnTo>
                  <a:lnTo>
                    <a:pt x="42331" y="59658"/>
                  </a:lnTo>
                  <a:lnTo>
                    <a:pt x="42063" y="58928"/>
                  </a:lnTo>
                  <a:lnTo>
                    <a:pt x="41813" y="58236"/>
                  </a:lnTo>
                  <a:lnTo>
                    <a:pt x="41577" y="57571"/>
                  </a:lnTo>
                  <a:lnTo>
                    <a:pt x="41352" y="56924"/>
                  </a:lnTo>
                  <a:lnTo>
                    <a:pt x="41132" y="56284"/>
                  </a:lnTo>
                  <a:lnTo>
                    <a:pt x="40915" y="55640"/>
                  </a:lnTo>
                  <a:lnTo>
                    <a:pt x="40697" y="54982"/>
                  </a:lnTo>
                  <a:lnTo>
                    <a:pt x="40473" y="54299"/>
                  </a:lnTo>
                  <a:lnTo>
                    <a:pt x="40240" y="53581"/>
                  </a:lnTo>
                  <a:lnTo>
                    <a:pt x="39994" y="52818"/>
                  </a:lnTo>
                  <a:lnTo>
                    <a:pt x="39731" y="51998"/>
                  </a:lnTo>
                  <a:lnTo>
                    <a:pt x="39447" y="51113"/>
                  </a:lnTo>
                  <a:lnTo>
                    <a:pt x="39111" y="50100"/>
                  </a:lnTo>
                  <a:lnTo>
                    <a:pt x="38760" y="49099"/>
                  </a:lnTo>
                  <a:lnTo>
                    <a:pt x="38393" y="48110"/>
                  </a:lnTo>
                  <a:lnTo>
                    <a:pt x="38012" y="47132"/>
                  </a:lnTo>
                  <a:lnTo>
                    <a:pt x="37618" y="46161"/>
                  </a:lnTo>
                  <a:lnTo>
                    <a:pt x="37211" y="45199"/>
                  </a:lnTo>
                  <a:lnTo>
                    <a:pt x="36791" y="44242"/>
                  </a:lnTo>
                  <a:lnTo>
                    <a:pt x="36361" y="43290"/>
                  </a:lnTo>
                  <a:lnTo>
                    <a:pt x="35919" y="42341"/>
                  </a:lnTo>
                  <a:lnTo>
                    <a:pt x="35467" y="41394"/>
                  </a:lnTo>
                  <a:lnTo>
                    <a:pt x="35006" y="40448"/>
                  </a:lnTo>
                  <a:lnTo>
                    <a:pt x="34536" y="39501"/>
                  </a:lnTo>
                  <a:lnTo>
                    <a:pt x="34058" y="38553"/>
                  </a:lnTo>
                  <a:lnTo>
                    <a:pt x="33572" y="37601"/>
                  </a:lnTo>
                  <a:lnTo>
                    <a:pt x="33572" y="36268"/>
                  </a:lnTo>
                  <a:lnTo>
                    <a:pt x="33572" y="34915"/>
                  </a:lnTo>
                  <a:lnTo>
                    <a:pt x="32240" y="34915"/>
                  </a:lnTo>
                  <a:lnTo>
                    <a:pt x="30887" y="34915"/>
                  </a:lnTo>
                  <a:lnTo>
                    <a:pt x="30428" y="33540"/>
                  </a:lnTo>
                  <a:lnTo>
                    <a:pt x="29963" y="32146"/>
                  </a:lnTo>
                  <a:lnTo>
                    <a:pt x="29498" y="31119"/>
                  </a:lnTo>
                  <a:lnTo>
                    <a:pt x="29025" y="30103"/>
                  </a:lnTo>
                  <a:lnTo>
                    <a:pt x="28539" y="29100"/>
                  </a:lnTo>
                  <a:lnTo>
                    <a:pt x="28040" y="28113"/>
                  </a:lnTo>
                  <a:lnTo>
                    <a:pt x="27524" y="27142"/>
                  </a:lnTo>
                  <a:lnTo>
                    <a:pt x="26988" y="26190"/>
                  </a:lnTo>
                  <a:lnTo>
                    <a:pt x="26432" y="25260"/>
                  </a:lnTo>
                  <a:lnTo>
                    <a:pt x="25851" y="24354"/>
                  </a:lnTo>
                  <a:lnTo>
                    <a:pt x="25244" y="23474"/>
                  </a:lnTo>
                  <a:lnTo>
                    <a:pt x="24608" y="22621"/>
                  </a:lnTo>
                  <a:lnTo>
                    <a:pt x="23940" y="21799"/>
                  </a:lnTo>
                  <a:lnTo>
                    <a:pt x="23239" y="21009"/>
                  </a:lnTo>
                  <a:lnTo>
                    <a:pt x="22502" y="20254"/>
                  </a:lnTo>
                  <a:lnTo>
                    <a:pt x="21725" y="19535"/>
                  </a:lnTo>
                  <a:lnTo>
                    <a:pt x="20908" y="18855"/>
                  </a:lnTo>
                  <a:lnTo>
                    <a:pt x="20046" y="18217"/>
                  </a:lnTo>
                  <a:lnTo>
                    <a:pt x="19139" y="17621"/>
                  </a:lnTo>
                  <a:lnTo>
                    <a:pt x="18183" y="17071"/>
                  </a:lnTo>
                  <a:lnTo>
                    <a:pt x="17176" y="16568"/>
                  </a:lnTo>
                  <a:lnTo>
                    <a:pt x="16115" y="16114"/>
                  </a:lnTo>
                  <a:lnTo>
                    <a:pt x="15448" y="14782"/>
                  </a:lnTo>
                  <a:lnTo>
                    <a:pt x="14772" y="13429"/>
                  </a:lnTo>
                  <a:lnTo>
                    <a:pt x="13774" y="13096"/>
                  </a:lnTo>
                  <a:lnTo>
                    <a:pt x="12773" y="12762"/>
                  </a:lnTo>
                  <a:lnTo>
                    <a:pt x="11764" y="12426"/>
                  </a:lnTo>
                  <a:lnTo>
                    <a:pt x="10743" y="12086"/>
                  </a:lnTo>
                  <a:lnTo>
                    <a:pt x="10743" y="10753"/>
                  </a:lnTo>
                  <a:lnTo>
                    <a:pt x="10743" y="9400"/>
                  </a:lnTo>
                  <a:lnTo>
                    <a:pt x="9412" y="9400"/>
                  </a:lnTo>
                  <a:lnTo>
                    <a:pt x="8072" y="9400"/>
                  </a:lnTo>
                  <a:lnTo>
                    <a:pt x="6715" y="9400"/>
                  </a:lnTo>
                  <a:lnTo>
                    <a:pt x="6715" y="8069"/>
                  </a:lnTo>
                  <a:lnTo>
                    <a:pt x="6715" y="6729"/>
                  </a:lnTo>
                  <a:lnTo>
                    <a:pt x="6715" y="5371"/>
                  </a:lnTo>
                  <a:lnTo>
                    <a:pt x="5607" y="5150"/>
                  </a:lnTo>
                  <a:lnTo>
                    <a:pt x="4496" y="4928"/>
                  </a:lnTo>
                  <a:lnTo>
                    <a:pt x="3383" y="4705"/>
                  </a:lnTo>
                  <a:lnTo>
                    <a:pt x="2263" y="4481"/>
                  </a:lnTo>
                  <a:lnTo>
                    <a:pt x="1136" y="4256"/>
                  </a:lnTo>
                  <a:lnTo>
                    <a:pt x="0" y="4029"/>
                  </a:lnTo>
                  <a:lnTo>
                    <a:pt x="0" y="2698"/>
                  </a:lnTo>
                  <a:lnTo>
                    <a:pt x="0" y="13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ACA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" name="region 106 #160E0D"/>
            <p:cNvSpPr/>
            <p:nvPr/>
          </p:nvSpPr>
          <p:spPr>
            <a:xfrm>
              <a:off x="1400626" y="291405"/>
              <a:ext cx="38944" cy="33572"/>
            </a:xfrm>
            <a:custGeom>
              <a:avLst/>
              <a:gdLst/>
              <a:ahLst/>
              <a:cxnLst/>
              <a:rect l="l" t="t" r="r" b="b"/>
              <a:pathLst>
                <a:path w="38944" h="33572">
                  <a:moveTo>
                    <a:pt x="17458" y="0"/>
                  </a:moveTo>
                  <a:lnTo>
                    <a:pt x="18740" y="206"/>
                  </a:lnTo>
                  <a:lnTo>
                    <a:pt x="19927" y="464"/>
                  </a:lnTo>
                  <a:lnTo>
                    <a:pt x="21028" y="772"/>
                  </a:lnTo>
                  <a:lnTo>
                    <a:pt x="22052" y="1132"/>
                  </a:lnTo>
                  <a:lnTo>
                    <a:pt x="23008" y="1541"/>
                  </a:lnTo>
                  <a:lnTo>
                    <a:pt x="23904" y="1999"/>
                  </a:lnTo>
                  <a:lnTo>
                    <a:pt x="24749" y="2507"/>
                  </a:lnTo>
                  <a:lnTo>
                    <a:pt x="25552" y="3062"/>
                  </a:lnTo>
                  <a:lnTo>
                    <a:pt x="26321" y="3666"/>
                  </a:lnTo>
                  <a:lnTo>
                    <a:pt x="27066" y="4317"/>
                  </a:lnTo>
                  <a:lnTo>
                    <a:pt x="27794" y="5015"/>
                  </a:lnTo>
                  <a:lnTo>
                    <a:pt x="28515" y="5759"/>
                  </a:lnTo>
                  <a:lnTo>
                    <a:pt x="29237" y="6549"/>
                  </a:lnTo>
                  <a:lnTo>
                    <a:pt x="29969" y="7384"/>
                  </a:lnTo>
                  <a:lnTo>
                    <a:pt x="30720" y="8264"/>
                  </a:lnTo>
                  <a:lnTo>
                    <a:pt x="31498" y="9187"/>
                  </a:lnTo>
                  <a:lnTo>
                    <a:pt x="32313" y="10155"/>
                  </a:lnTo>
                  <a:lnTo>
                    <a:pt x="33029" y="10997"/>
                  </a:lnTo>
                  <a:lnTo>
                    <a:pt x="33745" y="11830"/>
                  </a:lnTo>
                  <a:lnTo>
                    <a:pt x="34464" y="12654"/>
                  </a:lnTo>
                  <a:lnTo>
                    <a:pt x="35187" y="13471"/>
                  </a:lnTo>
                  <a:lnTo>
                    <a:pt x="35917" y="14280"/>
                  </a:lnTo>
                  <a:lnTo>
                    <a:pt x="36656" y="15083"/>
                  </a:lnTo>
                  <a:lnTo>
                    <a:pt x="37405" y="15879"/>
                  </a:lnTo>
                  <a:lnTo>
                    <a:pt x="38167" y="16671"/>
                  </a:lnTo>
                  <a:lnTo>
                    <a:pt x="38944" y="17458"/>
                  </a:lnTo>
                  <a:lnTo>
                    <a:pt x="38944" y="18522"/>
                  </a:lnTo>
                  <a:lnTo>
                    <a:pt x="38944" y="19588"/>
                  </a:lnTo>
                  <a:lnTo>
                    <a:pt x="38944" y="20660"/>
                  </a:lnTo>
                  <a:lnTo>
                    <a:pt x="38944" y="21739"/>
                  </a:lnTo>
                  <a:lnTo>
                    <a:pt x="38944" y="22829"/>
                  </a:lnTo>
                  <a:lnTo>
                    <a:pt x="37073" y="22404"/>
                  </a:lnTo>
                  <a:lnTo>
                    <a:pt x="35479" y="22034"/>
                  </a:lnTo>
                  <a:lnTo>
                    <a:pt x="34132" y="21705"/>
                  </a:lnTo>
                  <a:lnTo>
                    <a:pt x="32997" y="21400"/>
                  </a:lnTo>
                  <a:lnTo>
                    <a:pt x="32041" y="21106"/>
                  </a:lnTo>
                  <a:lnTo>
                    <a:pt x="31233" y="20806"/>
                  </a:lnTo>
                  <a:lnTo>
                    <a:pt x="30539" y="20486"/>
                  </a:lnTo>
                  <a:lnTo>
                    <a:pt x="29927" y="20130"/>
                  </a:lnTo>
                  <a:lnTo>
                    <a:pt x="29363" y="19724"/>
                  </a:lnTo>
                  <a:lnTo>
                    <a:pt x="28816" y="19252"/>
                  </a:lnTo>
                  <a:lnTo>
                    <a:pt x="28252" y="18699"/>
                  </a:lnTo>
                  <a:lnTo>
                    <a:pt x="27638" y="18050"/>
                  </a:lnTo>
                  <a:lnTo>
                    <a:pt x="26941" y="17290"/>
                  </a:lnTo>
                  <a:lnTo>
                    <a:pt x="26234" y="16040"/>
                  </a:lnTo>
                  <a:lnTo>
                    <a:pt x="25515" y="14772"/>
                  </a:lnTo>
                  <a:lnTo>
                    <a:pt x="24225" y="14848"/>
                  </a:lnTo>
                  <a:lnTo>
                    <a:pt x="23252" y="14933"/>
                  </a:lnTo>
                  <a:lnTo>
                    <a:pt x="22410" y="15066"/>
                  </a:lnTo>
                  <a:lnTo>
                    <a:pt x="21511" y="15282"/>
                  </a:lnTo>
                  <a:lnTo>
                    <a:pt x="20371" y="15619"/>
                  </a:lnTo>
                  <a:lnTo>
                    <a:pt x="18801" y="16115"/>
                  </a:lnTo>
                  <a:lnTo>
                    <a:pt x="18182" y="16994"/>
                  </a:lnTo>
                  <a:lnTo>
                    <a:pt x="17568" y="17878"/>
                  </a:lnTo>
                  <a:lnTo>
                    <a:pt x="16959" y="18766"/>
                  </a:lnTo>
                  <a:lnTo>
                    <a:pt x="16356" y="19657"/>
                  </a:lnTo>
                  <a:lnTo>
                    <a:pt x="15759" y="20553"/>
                  </a:lnTo>
                  <a:lnTo>
                    <a:pt x="15168" y="21452"/>
                  </a:lnTo>
                  <a:lnTo>
                    <a:pt x="14582" y="22355"/>
                  </a:lnTo>
                  <a:lnTo>
                    <a:pt x="14003" y="23262"/>
                  </a:lnTo>
                  <a:lnTo>
                    <a:pt x="13429" y="24172"/>
                  </a:lnTo>
                  <a:lnTo>
                    <a:pt x="12432" y="24505"/>
                  </a:lnTo>
                  <a:lnTo>
                    <a:pt x="11430" y="24838"/>
                  </a:lnTo>
                  <a:lnTo>
                    <a:pt x="10421" y="25175"/>
                  </a:lnTo>
                  <a:lnTo>
                    <a:pt x="9401" y="25515"/>
                  </a:lnTo>
                  <a:lnTo>
                    <a:pt x="9228" y="26008"/>
                  </a:lnTo>
                  <a:lnTo>
                    <a:pt x="8924" y="26878"/>
                  </a:lnTo>
                  <a:lnTo>
                    <a:pt x="8226" y="28872"/>
                  </a:lnTo>
                  <a:lnTo>
                    <a:pt x="7726" y="29981"/>
                  </a:lnTo>
                  <a:lnTo>
                    <a:pt x="7224" y="31098"/>
                  </a:lnTo>
                  <a:lnTo>
                    <a:pt x="6715" y="32229"/>
                  </a:lnTo>
                  <a:lnTo>
                    <a:pt x="5215" y="32690"/>
                  </a:lnTo>
                  <a:lnTo>
                    <a:pt x="4116" y="33006"/>
                  </a:lnTo>
                  <a:lnTo>
                    <a:pt x="3232" y="33215"/>
                  </a:lnTo>
                  <a:lnTo>
                    <a:pt x="2375" y="33354"/>
                  </a:lnTo>
                  <a:lnTo>
                    <a:pt x="1360" y="33461"/>
                  </a:lnTo>
                  <a:lnTo>
                    <a:pt x="0" y="33572"/>
                  </a:lnTo>
                  <a:lnTo>
                    <a:pt x="0" y="32432"/>
                  </a:lnTo>
                  <a:lnTo>
                    <a:pt x="0" y="31291"/>
                  </a:lnTo>
                  <a:lnTo>
                    <a:pt x="0" y="30147"/>
                  </a:lnTo>
                  <a:lnTo>
                    <a:pt x="0" y="28999"/>
                  </a:lnTo>
                  <a:lnTo>
                    <a:pt x="0" y="27845"/>
                  </a:lnTo>
                  <a:lnTo>
                    <a:pt x="0" y="26684"/>
                  </a:lnTo>
                  <a:lnTo>
                    <a:pt x="0" y="25515"/>
                  </a:lnTo>
                  <a:lnTo>
                    <a:pt x="1064" y="25249"/>
                  </a:lnTo>
                  <a:lnTo>
                    <a:pt x="2131" y="24982"/>
                  </a:lnTo>
                  <a:lnTo>
                    <a:pt x="3203" y="24714"/>
                  </a:lnTo>
                  <a:lnTo>
                    <a:pt x="4282" y="24444"/>
                  </a:lnTo>
                  <a:lnTo>
                    <a:pt x="5372" y="24172"/>
                  </a:lnTo>
                  <a:lnTo>
                    <a:pt x="5434" y="22946"/>
                  </a:lnTo>
                  <a:lnTo>
                    <a:pt x="5497" y="21714"/>
                  </a:lnTo>
                  <a:lnTo>
                    <a:pt x="5560" y="20474"/>
                  </a:lnTo>
                  <a:lnTo>
                    <a:pt x="5624" y="19219"/>
                  </a:lnTo>
                  <a:lnTo>
                    <a:pt x="5809" y="17969"/>
                  </a:lnTo>
                  <a:lnTo>
                    <a:pt x="6048" y="16821"/>
                  </a:lnTo>
                  <a:lnTo>
                    <a:pt x="6341" y="15764"/>
                  </a:lnTo>
                  <a:lnTo>
                    <a:pt x="6689" y="14786"/>
                  </a:lnTo>
                  <a:lnTo>
                    <a:pt x="7093" y="13875"/>
                  </a:lnTo>
                  <a:lnTo>
                    <a:pt x="7555" y="13018"/>
                  </a:lnTo>
                  <a:lnTo>
                    <a:pt x="8076" y="12205"/>
                  </a:lnTo>
                  <a:lnTo>
                    <a:pt x="8655" y="11423"/>
                  </a:lnTo>
                  <a:lnTo>
                    <a:pt x="9295" y="10660"/>
                  </a:lnTo>
                  <a:lnTo>
                    <a:pt x="9995" y="9904"/>
                  </a:lnTo>
                  <a:lnTo>
                    <a:pt x="10758" y="9144"/>
                  </a:lnTo>
                  <a:lnTo>
                    <a:pt x="11584" y="8366"/>
                  </a:lnTo>
                  <a:lnTo>
                    <a:pt x="12474" y="7561"/>
                  </a:lnTo>
                  <a:lnTo>
                    <a:pt x="13429" y="6715"/>
                  </a:lnTo>
                  <a:lnTo>
                    <a:pt x="14032" y="5772"/>
                  </a:lnTo>
                  <a:lnTo>
                    <a:pt x="14629" y="4825"/>
                  </a:lnTo>
                  <a:lnTo>
                    <a:pt x="15217" y="3873"/>
                  </a:lnTo>
                  <a:lnTo>
                    <a:pt x="15795" y="2915"/>
                  </a:lnTo>
                  <a:lnTo>
                    <a:pt x="16362" y="1950"/>
                  </a:lnTo>
                  <a:lnTo>
                    <a:pt x="16917" y="979"/>
                  </a:lnTo>
                  <a:lnTo>
                    <a:pt x="17458" y="0"/>
                  </a:lnTo>
                  <a:close/>
                </a:path>
              </a:pathLst>
            </a:custGeom>
            <a:solidFill>
              <a:srgbClr val="160E0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" name="region 107 #535172"/>
            <p:cNvSpPr/>
            <p:nvPr/>
          </p:nvSpPr>
          <p:spPr>
            <a:xfrm>
              <a:off x="771654" y="731346"/>
              <a:ext cx="25022" cy="23145"/>
            </a:xfrm>
            <a:custGeom>
              <a:avLst/>
              <a:gdLst/>
              <a:ahLst/>
              <a:cxnLst/>
              <a:rect l="l" t="t" r="r" b="b"/>
              <a:pathLst>
                <a:path w="25022" h="23145">
                  <a:moveTo>
                    <a:pt x="17961" y="525"/>
                  </a:moveTo>
                  <a:lnTo>
                    <a:pt x="19188" y="1305"/>
                  </a:lnTo>
                  <a:lnTo>
                    <a:pt x="20166" y="1948"/>
                  </a:lnTo>
                  <a:lnTo>
                    <a:pt x="20951" y="2508"/>
                  </a:lnTo>
                  <a:lnTo>
                    <a:pt x="21596" y="3042"/>
                  </a:lnTo>
                  <a:lnTo>
                    <a:pt x="22158" y="3604"/>
                  </a:lnTo>
                  <a:lnTo>
                    <a:pt x="22691" y="4249"/>
                  </a:lnTo>
                  <a:lnTo>
                    <a:pt x="23252" y="5033"/>
                  </a:lnTo>
                  <a:lnTo>
                    <a:pt x="23895" y="6012"/>
                  </a:lnTo>
                  <a:lnTo>
                    <a:pt x="24675" y="7239"/>
                  </a:lnTo>
                  <a:lnTo>
                    <a:pt x="24802" y="8351"/>
                  </a:lnTo>
                  <a:lnTo>
                    <a:pt x="24898" y="9455"/>
                  </a:lnTo>
                  <a:lnTo>
                    <a:pt x="24966" y="10553"/>
                  </a:lnTo>
                  <a:lnTo>
                    <a:pt x="25007" y="11645"/>
                  </a:lnTo>
                  <a:lnTo>
                    <a:pt x="25022" y="12735"/>
                  </a:lnTo>
                  <a:lnTo>
                    <a:pt x="25014" y="13825"/>
                  </a:lnTo>
                  <a:lnTo>
                    <a:pt x="24984" y="14915"/>
                  </a:lnTo>
                  <a:lnTo>
                    <a:pt x="24933" y="16008"/>
                  </a:lnTo>
                  <a:lnTo>
                    <a:pt x="24864" y="17107"/>
                  </a:lnTo>
                  <a:lnTo>
                    <a:pt x="24777" y="18212"/>
                  </a:lnTo>
                  <a:lnTo>
                    <a:pt x="24675" y="19325"/>
                  </a:lnTo>
                  <a:lnTo>
                    <a:pt x="23342" y="19325"/>
                  </a:lnTo>
                  <a:lnTo>
                    <a:pt x="21989" y="19325"/>
                  </a:lnTo>
                  <a:lnTo>
                    <a:pt x="21989" y="20658"/>
                  </a:lnTo>
                  <a:lnTo>
                    <a:pt x="21989" y="22011"/>
                  </a:lnTo>
                  <a:lnTo>
                    <a:pt x="20808" y="22224"/>
                  </a:lnTo>
                  <a:lnTo>
                    <a:pt x="19659" y="22424"/>
                  </a:lnTo>
                  <a:lnTo>
                    <a:pt x="18540" y="22607"/>
                  </a:lnTo>
                  <a:lnTo>
                    <a:pt x="17446" y="22769"/>
                  </a:lnTo>
                  <a:lnTo>
                    <a:pt x="16374" y="22907"/>
                  </a:lnTo>
                  <a:lnTo>
                    <a:pt x="15319" y="23018"/>
                  </a:lnTo>
                  <a:lnTo>
                    <a:pt x="14277" y="23097"/>
                  </a:lnTo>
                  <a:lnTo>
                    <a:pt x="13244" y="23141"/>
                  </a:lnTo>
                  <a:lnTo>
                    <a:pt x="12216" y="23145"/>
                  </a:lnTo>
                  <a:lnTo>
                    <a:pt x="11189" y="23108"/>
                  </a:lnTo>
                  <a:lnTo>
                    <a:pt x="10160" y="23023"/>
                  </a:lnTo>
                  <a:lnTo>
                    <a:pt x="9123" y="22889"/>
                  </a:lnTo>
                  <a:lnTo>
                    <a:pt x="8075" y="22701"/>
                  </a:lnTo>
                  <a:lnTo>
                    <a:pt x="7012" y="22456"/>
                  </a:lnTo>
                  <a:lnTo>
                    <a:pt x="5930" y="22150"/>
                  </a:lnTo>
                  <a:lnTo>
                    <a:pt x="4825" y="21779"/>
                  </a:lnTo>
                  <a:lnTo>
                    <a:pt x="3693" y="21339"/>
                  </a:lnTo>
                  <a:lnTo>
                    <a:pt x="2742" y="20333"/>
                  </a:lnTo>
                  <a:lnTo>
                    <a:pt x="1998" y="19507"/>
                  </a:lnTo>
                  <a:lnTo>
                    <a:pt x="1430" y="18790"/>
                  </a:lnTo>
                  <a:lnTo>
                    <a:pt x="1006" y="18116"/>
                  </a:lnTo>
                  <a:lnTo>
                    <a:pt x="697" y="17413"/>
                  </a:lnTo>
                  <a:lnTo>
                    <a:pt x="472" y="16614"/>
                  </a:lnTo>
                  <a:lnTo>
                    <a:pt x="301" y="15650"/>
                  </a:lnTo>
                  <a:lnTo>
                    <a:pt x="154" y="14450"/>
                  </a:lnTo>
                  <a:lnTo>
                    <a:pt x="0" y="12946"/>
                  </a:lnTo>
                  <a:lnTo>
                    <a:pt x="124" y="11866"/>
                  </a:lnTo>
                  <a:lnTo>
                    <a:pt x="249" y="10781"/>
                  </a:lnTo>
                  <a:lnTo>
                    <a:pt x="375" y="9688"/>
                  </a:lnTo>
                  <a:lnTo>
                    <a:pt x="503" y="8582"/>
                  </a:lnTo>
                  <a:lnTo>
                    <a:pt x="1836" y="8582"/>
                  </a:lnTo>
                  <a:lnTo>
                    <a:pt x="3189" y="8582"/>
                  </a:lnTo>
                  <a:lnTo>
                    <a:pt x="3189" y="7474"/>
                  </a:lnTo>
                  <a:lnTo>
                    <a:pt x="3189" y="6364"/>
                  </a:lnTo>
                  <a:lnTo>
                    <a:pt x="3189" y="5250"/>
                  </a:lnTo>
                  <a:lnTo>
                    <a:pt x="3189" y="4131"/>
                  </a:lnTo>
                  <a:lnTo>
                    <a:pt x="3189" y="3004"/>
                  </a:lnTo>
                  <a:lnTo>
                    <a:pt x="3189" y="1868"/>
                  </a:lnTo>
                  <a:lnTo>
                    <a:pt x="4198" y="1404"/>
                  </a:lnTo>
                  <a:lnTo>
                    <a:pt x="5215" y="1016"/>
                  </a:lnTo>
                  <a:lnTo>
                    <a:pt x="6240" y="697"/>
                  </a:lnTo>
                  <a:lnTo>
                    <a:pt x="7273" y="445"/>
                  </a:lnTo>
                  <a:lnTo>
                    <a:pt x="8313" y="254"/>
                  </a:lnTo>
                  <a:lnTo>
                    <a:pt x="9361" y="119"/>
                  </a:lnTo>
                  <a:lnTo>
                    <a:pt x="10415" y="36"/>
                  </a:lnTo>
                  <a:lnTo>
                    <a:pt x="11475" y="0"/>
                  </a:lnTo>
                  <a:lnTo>
                    <a:pt x="12542" y="8"/>
                  </a:lnTo>
                  <a:lnTo>
                    <a:pt x="13615" y="53"/>
                  </a:lnTo>
                  <a:lnTo>
                    <a:pt x="14694" y="132"/>
                  </a:lnTo>
                  <a:lnTo>
                    <a:pt x="15778" y="240"/>
                  </a:lnTo>
                  <a:lnTo>
                    <a:pt x="16867" y="373"/>
                  </a:lnTo>
                  <a:lnTo>
                    <a:pt x="17961" y="525"/>
                  </a:lnTo>
                  <a:close/>
                </a:path>
              </a:pathLst>
            </a:custGeom>
            <a:solidFill>
              <a:srgbClr val="53517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" name="region 108 #979A99"/>
            <p:cNvSpPr/>
            <p:nvPr/>
          </p:nvSpPr>
          <p:spPr>
            <a:xfrm>
              <a:off x="1740376" y="737226"/>
              <a:ext cx="116831" cy="9708"/>
            </a:xfrm>
            <a:custGeom>
              <a:avLst/>
              <a:gdLst/>
              <a:ahLst/>
              <a:cxnLst/>
              <a:rect l="l" t="t" r="r" b="b"/>
              <a:pathLst>
                <a:path w="116831" h="9708">
                  <a:moveTo>
                    <a:pt x="34915" y="16"/>
                  </a:moveTo>
                  <a:lnTo>
                    <a:pt x="35247" y="1014"/>
                  </a:lnTo>
                  <a:lnTo>
                    <a:pt x="35581" y="2015"/>
                  </a:lnTo>
                  <a:lnTo>
                    <a:pt x="35918" y="3025"/>
                  </a:lnTo>
                  <a:lnTo>
                    <a:pt x="36258" y="4045"/>
                  </a:lnTo>
                  <a:lnTo>
                    <a:pt x="37302" y="4045"/>
                  </a:lnTo>
                  <a:lnTo>
                    <a:pt x="38347" y="4045"/>
                  </a:lnTo>
                  <a:lnTo>
                    <a:pt x="39393" y="4045"/>
                  </a:lnTo>
                  <a:lnTo>
                    <a:pt x="40439" y="4045"/>
                  </a:lnTo>
                  <a:lnTo>
                    <a:pt x="41487" y="4045"/>
                  </a:lnTo>
                  <a:lnTo>
                    <a:pt x="42537" y="4045"/>
                  </a:lnTo>
                  <a:lnTo>
                    <a:pt x="43588" y="4045"/>
                  </a:lnTo>
                  <a:lnTo>
                    <a:pt x="44642" y="4045"/>
                  </a:lnTo>
                  <a:lnTo>
                    <a:pt x="45698" y="4045"/>
                  </a:lnTo>
                  <a:lnTo>
                    <a:pt x="46757" y="4045"/>
                  </a:lnTo>
                  <a:lnTo>
                    <a:pt x="47820" y="4045"/>
                  </a:lnTo>
                  <a:lnTo>
                    <a:pt x="48886" y="4045"/>
                  </a:lnTo>
                  <a:lnTo>
                    <a:pt x="49955" y="4045"/>
                  </a:lnTo>
                  <a:lnTo>
                    <a:pt x="51029" y="4045"/>
                  </a:lnTo>
                  <a:lnTo>
                    <a:pt x="51363" y="4713"/>
                  </a:lnTo>
                  <a:lnTo>
                    <a:pt x="52372" y="6731"/>
                  </a:lnTo>
                  <a:lnTo>
                    <a:pt x="52951" y="6726"/>
                  </a:lnTo>
                  <a:lnTo>
                    <a:pt x="54699" y="6713"/>
                  </a:lnTo>
                  <a:lnTo>
                    <a:pt x="55787" y="6705"/>
                  </a:lnTo>
                  <a:lnTo>
                    <a:pt x="56874" y="6697"/>
                  </a:lnTo>
                  <a:lnTo>
                    <a:pt x="57961" y="6690"/>
                  </a:lnTo>
                  <a:lnTo>
                    <a:pt x="59048" y="6682"/>
                  </a:lnTo>
                  <a:lnTo>
                    <a:pt x="60135" y="6675"/>
                  </a:lnTo>
                  <a:lnTo>
                    <a:pt x="61223" y="6668"/>
                  </a:lnTo>
                  <a:lnTo>
                    <a:pt x="62310" y="6661"/>
                  </a:lnTo>
                  <a:lnTo>
                    <a:pt x="63397" y="6655"/>
                  </a:lnTo>
                  <a:lnTo>
                    <a:pt x="64484" y="6649"/>
                  </a:lnTo>
                  <a:lnTo>
                    <a:pt x="65571" y="6642"/>
                  </a:lnTo>
                  <a:lnTo>
                    <a:pt x="66658" y="6636"/>
                  </a:lnTo>
                  <a:lnTo>
                    <a:pt x="67745" y="6631"/>
                  </a:lnTo>
                  <a:lnTo>
                    <a:pt x="68833" y="6625"/>
                  </a:lnTo>
                  <a:lnTo>
                    <a:pt x="69920" y="6620"/>
                  </a:lnTo>
                  <a:lnTo>
                    <a:pt x="71007" y="6615"/>
                  </a:lnTo>
                  <a:lnTo>
                    <a:pt x="72094" y="6610"/>
                  </a:lnTo>
                  <a:lnTo>
                    <a:pt x="73181" y="6605"/>
                  </a:lnTo>
                  <a:lnTo>
                    <a:pt x="74268" y="6600"/>
                  </a:lnTo>
                  <a:lnTo>
                    <a:pt x="75355" y="6596"/>
                  </a:lnTo>
                  <a:lnTo>
                    <a:pt x="76442" y="6591"/>
                  </a:lnTo>
                  <a:lnTo>
                    <a:pt x="77529" y="6587"/>
                  </a:lnTo>
                  <a:lnTo>
                    <a:pt x="78616" y="6583"/>
                  </a:lnTo>
                  <a:lnTo>
                    <a:pt x="79733" y="6578"/>
                  </a:lnTo>
                  <a:lnTo>
                    <a:pt x="80850" y="6572"/>
                  </a:lnTo>
                  <a:lnTo>
                    <a:pt x="81967" y="6566"/>
                  </a:lnTo>
                  <a:lnTo>
                    <a:pt x="83083" y="6559"/>
                  </a:lnTo>
                  <a:lnTo>
                    <a:pt x="84200" y="6552"/>
                  </a:lnTo>
                  <a:lnTo>
                    <a:pt x="85317" y="6544"/>
                  </a:lnTo>
                  <a:lnTo>
                    <a:pt x="86434" y="6536"/>
                  </a:lnTo>
                  <a:lnTo>
                    <a:pt x="87550" y="6528"/>
                  </a:lnTo>
                  <a:lnTo>
                    <a:pt x="88619" y="6520"/>
                  </a:lnTo>
                  <a:lnTo>
                    <a:pt x="89687" y="6513"/>
                  </a:lnTo>
                  <a:lnTo>
                    <a:pt x="90755" y="6507"/>
                  </a:lnTo>
                  <a:lnTo>
                    <a:pt x="91823" y="6501"/>
                  </a:lnTo>
                  <a:lnTo>
                    <a:pt x="92892" y="6496"/>
                  </a:lnTo>
                  <a:lnTo>
                    <a:pt x="93960" y="6491"/>
                  </a:lnTo>
                  <a:lnTo>
                    <a:pt x="95028" y="6486"/>
                  </a:lnTo>
                  <a:lnTo>
                    <a:pt x="96097" y="6482"/>
                  </a:lnTo>
                  <a:lnTo>
                    <a:pt x="97165" y="6479"/>
                  </a:lnTo>
                  <a:lnTo>
                    <a:pt x="98233" y="6475"/>
                  </a:lnTo>
                  <a:lnTo>
                    <a:pt x="99301" y="6472"/>
                  </a:lnTo>
                  <a:lnTo>
                    <a:pt x="100370" y="6469"/>
                  </a:lnTo>
                  <a:lnTo>
                    <a:pt x="100966" y="6463"/>
                  </a:lnTo>
                  <a:lnTo>
                    <a:pt x="102016" y="6452"/>
                  </a:lnTo>
                  <a:lnTo>
                    <a:pt x="104422" y="6426"/>
                  </a:lnTo>
                  <a:lnTo>
                    <a:pt x="104973" y="6426"/>
                  </a:lnTo>
                  <a:lnTo>
                    <a:pt x="105944" y="6426"/>
                  </a:lnTo>
                  <a:lnTo>
                    <a:pt x="108169" y="6426"/>
                  </a:lnTo>
                  <a:lnTo>
                    <a:pt x="109262" y="6420"/>
                  </a:lnTo>
                  <a:lnTo>
                    <a:pt x="110362" y="6414"/>
                  </a:lnTo>
                  <a:lnTo>
                    <a:pt x="111477" y="6407"/>
                  </a:lnTo>
                  <a:lnTo>
                    <a:pt x="112613" y="6556"/>
                  </a:lnTo>
                  <a:lnTo>
                    <a:pt x="113454" y="6734"/>
                  </a:lnTo>
                  <a:lnTo>
                    <a:pt x="114147" y="7026"/>
                  </a:lnTo>
                  <a:lnTo>
                    <a:pt x="114842" y="7514"/>
                  </a:lnTo>
                  <a:lnTo>
                    <a:pt x="115687" y="8283"/>
                  </a:lnTo>
                  <a:lnTo>
                    <a:pt x="116831" y="9416"/>
                  </a:lnTo>
                  <a:lnTo>
                    <a:pt x="115788" y="9422"/>
                  </a:lnTo>
                  <a:lnTo>
                    <a:pt x="114746" y="9427"/>
                  </a:lnTo>
                  <a:lnTo>
                    <a:pt x="113704" y="9431"/>
                  </a:lnTo>
                  <a:lnTo>
                    <a:pt x="112662" y="9436"/>
                  </a:lnTo>
                  <a:lnTo>
                    <a:pt x="111620" y="9441"/>
                  </a:lnTo>
                  <a:lnTo>
                    <a:pt x="110577" y="9446"/>
                  </a:lnTo>
                  <a:lnTo>
                    <a:pt x="109535" y="9451"/>
                  </a:lnTo>
                  <a:lnTo>
                    <a:pt x="108493" y="9455"/>
                  </a:lnTo>
                  <a:lnTo>
                    <a:pt x="107451" y="9460"/>
                  </a:lnTo>
                  <a:lnTo>
                    <a:pt x="106409" y="9464"/>
                  </a:lnTo>
                  <a:lnTo>
                    <a:pt x="105366" y="9468"/>
                  </a:lnTo>
                  <a:lnTo>
                    <a:pt x="104324" y="9473"/>
                  </a:lnTo>
                  <a:lnTo>
                    <a:pt x="103282" y="9477"/>
                  </a:lnTo>
                  <a:lnTo>
                    <a:pt x="102240" y="9481"/>
                  </a:lnTo>
                  <a:lnTo>
                    <a:pt x="101198" y="9485"/>
                  </a:lnTo>
                  <a:lnTo>
                    <a:pt x="100156" y="9489"/>
                  </a:lnTo>
                  <a:lnTo>
                    <a:pt x="99113" y="9493"/>
                  </a:lnTo>
                  <a:lnTo>
                    <a:pt x="98071" y="9497"/>
                  </a:lnTo>
                  <a:lnTo>
                    <a:pt x="97029" y="9501"/>
                  </a:lnTo>
                  <a:lnTo>
                    <a:pt x="95987" y="9504"/>
                  </a:lnTo>
                  <a:lnTo>
                    <a:pt x="94945" y="9508"/>
                  </a:lnTo>
                  <a:lnTo>
                    <a:pt x="93903" y="9512"/>
                  </a:lnTo>
                  <a:lnTo>
                    <a:pt x="92860" y="9515"/>
                  </a:lnTo>
                  <a:lnTo>
                    <a:pt x="91818" y="9519"/>
                  </a:lnTo>
                  <a:lnTo>
                    <a:pt x="90776" y="9522"/>
                  </a:lnTo>
                  <a:lnTo>
                    <a:pt x="89734" y="9525"/>
                  </a:lnTo>
                  <a:lnTo>
                    <a:pt x="88692" y="9528"/>
                  </a:lnTo>
                  <a:lnTo>
                    <a:pt x="87650" y="9531"/>
                  </a:lnTo>
                  <a:lnTo>
                    <a:pt x="86607" y="9534"/>
                  </a:lnTo>
                  <a:lnTo>
                    <a:pt x="85565" y="9537"/>
                  </a:lnTo>
                  <a:lnTo>
                    <a:pt x="84523" y="9540"/>
                  </a:lnTo>
                  <a:lnTo>
                    <a:pt x="83481" y="9543"/>
                  </a:lnTo>
                  <a:lnTo>
                    <a:pt x="82439" y="9546"/>
                  </a:lnTo>
                  <a:lnTo>
                    <a:pt x="81396" y="9549"/>
                  </a:lnTo>
                  <a:lnTo>
                    <a:pt x="80354" y="9551"/>
                  </a:lnTo>
                  <a:lnTo>
                    <a:pt x="79312" y="9554"/>
                  </a:lnTo>
                  <a:lnTo>
                    <a:pt x="78270" y="9556"/>
                  </a:lnTo>
                  <a:lnTo>
                    <a:pt x="77216" y="9559"/>
                  </a:lnTo>
                  <a:lnTo>
                    <a:pt x="76163" y="9561"/>
                  </a:lnTo>
                  <a:lnTo>
                    <a:pt x="75110" y="9564"/>
                  </a:lnTo>
                  <a:lnTo>
                    <a:pt x="74056" y="9567"/>
                  </a:lnTo>
                  <a:lnTo>
                    <a:pt x="73003" y="9570"/>
                  </a:lnTo>
                  <a:lnTo>
                    <a:pt x="71949" y="9573"/>
                  </a:lnTo>
                  <a:lnTo>
                    <a:pt x="70896" y="9576"/>
                  </a:lnTo>
                  <a:lnTo>
                    <a:pt x="69842" y="9579"/>
                  </a:lnTo>
                  <a:lnTo>
                    <a:pt x="68789" y="9583"/>
                  </a:lnTo>
                  <a:lnTo>
                    <a:pt x="67735" y="9587"/>
                  </a:lnTo>
                  <a:lnTo>
                    <a:pt x="66682" y="9591"/>
                  </a:lnTo>
                  <a:lnTo>
                    <a:pt x="65628" y="9595"/>
                  </a:lnTo>
                  <a:lnTo>
                    <a:pt x="64575" y="9599"/>
                  </a:lnTo>
                  <a:lnTo>
                    <a:pt x="63521" y="9604"/>
                  </a:lnTo>
                  <a:lnTo>
                    <a:pt x="62468" y="9609"/>
                  </a:lnTo>
                  <a:lnTo>
                    <a:pt x="61414" y="9614"/>
                  </a:lnTo>
                  <a:lnTo>
                    <a:pt x="60361" y="9619"/>
                  </a:lnTo>
                  <a:lnTo>
                    <a:pt x="59279" y="9625"/>
                  </a:lnTo>
                  <a:lnTo>
                    <a:pt x="58196" y="9630"/>
                  </a:lnTo>
                  <a:lnTo>
                    <a:pt x="57114" y="9634"/>
                  </a:lnTo>
                  <a:lnTo>
                    <a:pt x="56031" y="9639"/>
                  </a:lnTo>
                  <a:lnTo>
                    <a:pt x="54949" y="9643"/>
                  </a:lnTo>
                  <a:lnTo>
                    <a:pt x="53866" y="9647"/>
                  </a:lnTo>
                  <a:lnTo>
                    <a:pt x="52784" y="9651"/>
                  </a:lnTo>
                  <a:lnTo>
                    <a:pt x="51701" y="9654"/>
                  </a:lnTo>
                  <a:lnTo>
                    <a:pt x="50619" y="9657"/>
                  </a:lnTo>
                  <a:lnTo>
                    <a:pt x="49537" y="9660"/>
                  </a:lnTo>
                  <a:lnTo>
                    <a:pt x="48454" y="9662"/>
                  </a:lnTo>
                  <a:lnTo>
                    <a:pt x="47372" y="9665"/>
                  </a:lnTo>
                  <a:lnTo>
                    <a:pt x="46289" y="9667"/>
                  </a:lnTo>
                  <a:lnTo>
                    <a:pt x="45207" y="9669"/>
                  </a:lnTo>
                  <a:lnTo>
                    <a:pt x="44124" y="9670"/>
                  </a:lnTo>
                  <a:lnTo>
                    <a:pt x="43042" y="9672"/>
                  </a:lnTo>
                  <a:lnTo>
                    <a:pt x="41947" y="9674"/>
                  </a:lnTo>
                  <a:lnTo>
                    <a:pt x="40852" y="9678"/>
                  </a:lnTo>
                  <a:lnTo>
                    <a:pt x="39756" y="9682"/>
                  </a:lnTo>
                  <a:lnTo>
                    <a:pt x="38661" y="9687"/>
                  </a:lnTo>
                  <a:lnTo>
                    <a:pt x="37566" y="9693"/>
                  </a:lnTo>
                  <a:lnTo>
                    <a:pt x="36470" y="9700"/>
                  </a:lnTo>
                  <a:lnTo>
                    <a:pt x="35409" y="9705"/>
                  </a:lnTo>
                  <a:lnTo>
                    <a:pt x="34350" y="9708"/>
                  </a:lnTo>
                  <a:lnTo>
                    <a:pt x="33293" y="9708"/>
                  </a:lnTo>
                  <a:lnTo>
                    <a:pt x="32239" y="9705"/>
                  </a:lnTo>
                  <a:lnTo>
                    <a:pt x="31186" y="9698"/>
                  </a:lnTo>
                  <a:lnTo>
                    <a:pt x="30136" y="9687"/>
                  </a:lnTo>
                  <a:lnTo>
                    <a:pt x="29087" y="9673"/>
                  </a:lnTo>
                  <a:lnTo>
                    <a:pt x="28040" y="9654"/>
                  </a:lnTo>
                  <a:lnTo>
                    <a:pt x="26994" y="9631"/>
                  </a:lnTo>
                  <a:lnTo>
                    <a:pt x="25950" y="9604"/>
                  </a:lnTo>
                  <a:lnTo>
                    <a:pt x="24908" y="9571"/>
                  </a:lnTo>
                  <a:lnTo>
                    <a:pt x="23866" y="9534"/>
                  </a:lnTo>
                  <a:lnTo>
                    <a:pt x="22826" y="9491"/>
                  </a:lnTo>
                  <a:lnTo>
                    <a:pt x="21786" y="9442"/>
                  </a:lnTo>
                  <a:lnTo>
                    <a:pt x="20748" y="9388"/>
                  </a:lnTo>
                  <a:lnTo>
                    <a:pt x="19710" y="9328"/>
                  </a:lnTo>
                  <a:lnTo>
                    <a:pt x="18674" y="9262"/>
                  </a:lnTo>
                  <a:lnTo>
                    <a:pt x="17637" y="9189"/>
                  </a:lnTo>
                  <a:lnTo>
                    <a:pt x="16601" y="9109"/>
                  </a:lnTo>
                  <a:lnTo>
                    <a:pt x="15566" y="9022"/>
                  </a:lnTo>
                  <a:lnTo>
                    <a:pt x="14530" y="8928"/>
                  </a:lnTo>
                  <a:lnTo>
                    <a:pt x="13495" y="8827"/>
                  </a:lnTo>
                  <a:lnTo>
                    <a:pt x="12460" y="8718"/>
                  </a:lnTo>
                  <a:lnTo>
                    <a:pt x="11425" y="8602"/>
                  </a:lnTo>
                  <a:lnTo>
                    <a:pt x="10390" y="8477"/>
                  </a:lnTo>
                  <a:lnTo>
                    <a:pt x="9354" y="8344"/>
                  </a:lnTo>
                  <a:lnTo>
                    <a:pt x="8318" y="8202"/>
                  </a:lnTo>
                  <a:lnTo>
                    <a:pt x="7281" y="8051"/>
                  </a:lnTo>
                  <a:lnTo>
                    <a:pt x="6244" y="7892"/>
                  </a:lnTo>
                  <a:lnTo>
                    <a:pt x="5206" y="7723"/>
                  </a:lnTo>
                  <a:lnTo>
                    <a:pt x="4167" y="7544"/>
                  </a:lnTo>
                  <a:lnTo>
                    <a:pt x="3127" y="7356"/>
                  </a:lnTo>
                  <a:lnTo>
                    <a:pt x="2086" y="7158"/>
                  </a:lnTo>
                  <a:lnTo>
                    <a:pt x="1043" y="6949"/>
                  </a:lnTo>
                  <a:lnTo>
                    <a:pt x="0" y="6731"/>
                  </a:lnTo>
                  <a:lnTo>
                    <a:pt x="913" y="5710"/>
                  </a:lnTo>
                  <a:lnTo>
                    <a:pt x="1711" y="4869"/>
                  </a:lnTo>
                  <a:lnTo>
                    <a:pt x="2445" y="4184"/>
                  </a:lnTo>
                  <a:lnTo>
                    <a:pt x="3166" y="3631"/>
                  </a:lnTo>
                  <a:lnTo>
                    <a:pt x="3924" y="3189"/>
                  </a:lnTo>
                  <a:lnTo>
                    <a:pt x="4770" y="2834"/>
                  </a:lnTo>
                  <a:lnTo>
                    <a:pt x="5755" y="2543"/>
                  </a:lnTo>
                  <a:lnTo>
                    <a:pt x="6930" y="2293"/>
                  </a:lnTo>
                  <a:lnTo>
                    <a:pt x="8346" y="2061"/>
                  </a:lnTo>
                  <a:lnTo>
                    <a:pt x="9584" y="2012"/>
                  </a:lnTo>
                  <a:lnTo>
                    <a:pt x="10826" y="1963"/>
                  </a:lnTo>
                  <a:lnTo>
                    <a:pt x="12079" y="1913"/>
                  </a:lnTo>
                  <a:lnTo>
                    <a:pt x="13345" y="1863"/>
                  </a:lnTo>
                  <a:lnTo>
                    <a:pt x="14440" y="1804"/>
                  </a:lnTo>
                  <a:lnTo>
                    <a:pt x="15530" y="1727"/>
                  </a:lnTo>
                  <a:lnTo>
                    <a:pt x="16616" y="1634"/>
                  </a:lnTo>
                  <a:lnTo>
                    <a:pt x="17699" y="1527"/>
                  </a:lnTo>
                  <a:lnTo>
                    <a:pt x="18778" y="1409"/>
                  </a:lnTo>
                  <a:lnTo>
                    <a:pt x="19855" y="1283"/>
                  </a:lnTo>
                  <a:lnTo>
                    <a:pt x="20930" y="1151"/>
                  </a:lnTo>
                  <a:lnTo>
                    <a:pt x="22002" y="1015"/>
                  </a:lnTo>
                  <a:lnTo>
                    <a:pt x="23074" y="878"/>
                  </a:lnTo>
                  <a:lnTo>
                    <a:pt x="24145" y="743"/>
                  </a:lnTo>
                  <a:lnTo>
                    <a:pt x="25215" y="611"/>
                  </a:lnTo>
                  <a:lnTo>
                    <a:pt x="26286" y="486"/>
                  </a:lnTo>
                  <a:lnTo>
                    <a:pt x="27357" y="370"/>
                  </a:lnTo>
                  <a:lnTo>
                    <a:pt x="28430" y="265"/>
                  </a:lnTo>
                  <a:lnTo>
                    <a:pt x="29504" y="174"/>
                  </a:lnTo>
                  <a:lnTo>
                    <a:pt x="30580" y="100"/>
                  </a:lnTo>
                  <a:lnTo>
                    <a:pt x="31659" y="44"/>
                  </a:lnTo>
                  <a:lnTo>
                    <a:pt x="32740" y="10"/>
                  </a:lnTo>
                  <a:lnTo>
                    <a:pt x="33826" y="0"/>
                  </a:lnTo>
                  <a:lnTo>
                    <a:pt x="34915" y="16"/>
                  </a:lnTo>
                  <a:close/>
                </a:path>
              </a:pathLst>
            </a:custGeom>
            <a:solidFill>
              <a:srgbClr val="979A9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" name="region 109 #512D34"/>
            <p:cNvSpPr/>
            <p:nvPr/>
          </p:nvSpPr>
          <p:spPr>
            <a:xfrm>
              <a:off x="1466428" y="747985"/>
              <a:ext cx="28200" cy="49827"/>
            </a:xfrm>
            <a:custGeom>
              <a:avLst/>
              <a:gdLst/>
              <a:ahLst/>
              <a:cxnLst/>
              <a:rect l="l" t="t" r="r" b="b"/>
              <a:pathLst>
                <a:path w="28200" h="49827">
                  <a:moveTo>
                    <a:pt x="12086" y="0"/>
                  </a:moveTo>
                  <a:lnTo>
                    <a:pt x="13083" y="333"/>
                  </a:lnTo>
                  <a:lnTo>
                    <a:pt x="14085" y="667"/>
                  </a:lnTo>
                  <a:lnTo>
                    <a:pt x="15094" y="1003"/>
                  </a:lnTo>
                  <a:lnTo>
                    <a:pt x="16114" y="1343"/>
                  </a:lnTo>
                  <a:lnTo>
                    <a:pt x="16114" y="2483"/>
                  </a:lnTo>
                  <a:lnTo>
                    <a:pt x="16114" y="3624"/>
                  </a:lnTo>
                  <a:lnTo>
                    <a:pt x="16114" y="4768"/>
                  </a:lnTo>
                  <a:lnTo>
                    <a:pt x="16114" y="5916"/>
                  </a:lnTo>
                  <a:lnTo>
                    <a:pt x="16114" y="7070"/>
                  </a:lnTo>
                  <a:lnTo>
                    <a:pt x="16114" y="8231"/>
                  </a:lnTo>
                  <a:lnTo>
                    <a:pt x="16114" y="9400"/>
                  </a:lnTo>
                  <a:lnTo>
                    <a:pt x="14781" y="9400"/>
                  </a:lnTo>
                  <a:lnTo>
                    <a:pt x="13429" y="9400"/>
                  </a:lnTo>
                  <a:lnTo>
                    <a:pt x="13117" y="10502"/>
                  </a:lnTo>
                  <a:lnTo>
                    <a:pt x="12804" y="11608"/>
                  </a:lnTo>
                  <a:lnTo>
                    <a:pt x="12488" y="12722"/>
                  </a:lnTo>
                  <a:lnTo>
                    <a:pt x="12169" y="13848"/>
                  </a:lnTo>
                  <a:lnTo>
                    <a:pt x="11878" y="14851"/>
                  </a:lnTo>
                  <a:lnTo>
                    <a:pt x="11584" y="15853"/>
                  </a:lnTo>
                  <a:lnTo>
                    <a:pt x="11286" y="16854"/>
                  </a:lnTo>
                  <a:lnTo>
                    <a:pt x="10984" y="17854"/>
                  </a:lnTo>
                  <a:lnTo>
                    <a:pt x="10677" y="18852"/>
                  </a:lnTo>
                  <a:lnTo>
                    <a:pt x="10366" y="19849"/>
                  </a:lnTo>
                  <a:lnTo>
                    <a:pt x="10049" y="20844"/>
                  </a:lnTo>
                  <a:lnTo>
                    <a:pt x="9727" y="21838"/>
                  </a:lnTo>
                  <a:lnTo>
                    <a:pt x="9400" y="22829"/>
                  </a:lnTo>
                  <a:lnTo>
                    <a:pt x="10434" y="22829"/>
                  </a:lnTo>
                  <a:lnTo>
                    <a:pt x="11468" y="22829"/>
                  </a:lnTo>
                  <a:lnTo>
                    <a:pt x="12503" y="22829"/>
                  </a:lnTo>
                  <a:lnTo>
                    <a:pt x="13538" y="22829"/>
                  </a:lnTo>
                  <a:lnTo>
                    <a:pt x="14574" y="22829"/>
                  </a:lnTo>
                  <a:lnTo>
                    <a:pt x="15611" y="22829"/>
                  </a:lnTo>
                  <a:lnTo>
                    <a:pt x="16649" y="22829"/>
                  </a:lnTo>
                  <a:lnTo>
                    <a:pt x="17689" y="22829"/>
                  </a:lnTo>
                  <a:lnTo>
                    <a:pt x="18730" y="22829"/>
                  </a:lnTo>
                  <a:lnTo>
                    <a:pt x="19772" y="22829"/>
                  </a:lnTo>
                  <a:lnTo>
                    <a:pt x="20817" y="22829"/>
                  </a:lnTo>
                  <a:lnTo>
                    <a:pt x="21864" y="22829"/>
                  </a:lnTo>
                  <a:lnTo>
                    <a:pt x="22913" y="22829"/>
                  </a:lnTo>
                  <a:lnTo>
                    <a:pt x="23965" y="22829"/>
                  </a:lnTo>
                  <a:lnTo>
                    <a:pt x="25019" y="22829"/>
                  </a:lnTo>
                  <a:lnTo>
                    <a:pt x="26076" y="22829"/>
                  </a:lnTo>
                  <a:lnTo>
                    <a:pt x="27137" y="22829"/>
                  </a:lnTo>
                  <a:lnTo>
                    <a:pt x="28200" y="22829"/>
                  </a:lnTo>
                  <a:lnTo>
                    <a:pt x="28003" y="23322"/>
                  </a:lnTo>
                  <a:lnTo>
                    <a:pt x="27805" y="23817"/>
                  </a:lnTo>
                  <a:lnTo>
                    <a:pt x="27532" y="24500"/>
                  </a:lnTo>
                  <a:lnTo>
                    <a:pt x="27109" y="25557"/>
                  </a:lnTo>
                  <a:lnTo>
                    <a:pt x="26461" y="27177"/>
                  </a:lnTo>
                  <a:lnTo>
                    <a:pt x="25514" y="29544"/>
                  </a:lnTo>
                  <a:lnTo>
                    <a:pt x="24102" y="30078"/>
                  </a:lnTo>
                  <a:lnTo>
                    <a:pt x="23116" y="30415"/>
                  </a:lnTo>
                  <a:lnTo>
                    <a:pt x="22300" y="30619"/>
                  </a:lnTo>
                  <a:lnTo>
                    <a:pt x="21395" y="30755"/>
                  </a:lnTo>
                  <a:lnTo>
                    <a:pt x="20143" y="30887"/>
                  </a:lnTo>
                  <a:lnTo>
                    <a:pt x="19877" y="31951"/>
                  </a:lnTo>
                  <a:lnTo>
                    <a:pt x="19610" y="33017"/>
                  </a:lnTo>
                  <a:lnTo>
                    <a:pt x="19342" y="34089"/>
                  </a:lnTo>
                  <a:lnTo>
                    <a:pt x="19073" y="35168"/>
                  </a:lnTo>
                  <a:lnTo>
                    <a:pt x="18800" y="36258"/>
                  </a:lnTo>
                  <a:lnTo>
                    <a:pt x="17467" y="36258"/>
                  </a:lnTo>
                  <a:lnTo>
                    <a:pt x="16114" y="36258"/>
                  </a:lnTo>
                  <a:lnTo>
                    <a:pt x="16114" y="37591"/>
                  </a:lnTo>
                  <a:lnTo>
                    <a:pt x="16114" y="38944"/>
                  </a:lnTo>
                  <a:lnTo>
                    <a:pt x="14783" y="38944"/>
                  </a:lnTo>
                  <a:lnTo>
                    <a:pt x="13443" y="38944"/>
                  </a:lnTo>
                  <a:lnTo>
                    <a:pt x="12086" y="38944"/>
                  </a:lnTo>
                  <a:lnTo>
                    <a:pt x="11820" y="40008"/>
                  </a:lnTo>
                  <a:lnTo>
                    <a:pt x="11553" y="41074"/>
                  </a:lnTo>
                  <a:lnTo>
                    <a:pt x="11285" y="42146"/>
                  </a:lnTo>
                  <a:lnTo>
                    <a:pt x="11015" y="43226"/>
                  </a:lnTo>
                  <a:lnTo>
                    <a:pt x="10743" y="44315"/>
                  </a:lnTo>
                  <a:lnTo>
                    <a:pt x="11740" y="44648"/>
                  </a:lnTo>
                  <a:lnTo>
                    <a:pt x="12738" y="44981"/>
                  </a:lnTo>
                  <a:lnTo>
                    <a:pt x="13738" y="45314"/>
                  </a:lnTo>
                  <a:lnTo>
                    <a:pt x="14741" y="45648"/>
                  </a:lnTo>
                  <a:lnTo>
                    <a:pt x="15748" y="45984"/>
                  </a:lnTo>
                  <a:lnTo>
                    <a:pt x="16759" y="46321"/>
                  </a:lnTo>
                  <a:lnTo>
                    <a:pt x="17776" y="46660"/>
                  </a:lnTo>
                  <a:lnTo>
                    <a:pt x="18800" y="47001"/>
                  </a:lnTo>
                  <a:lnTo>
                    <a:pt x="18800" y="48334"/>
                  </a:lnTo>
                  <a:lnTo>
                    <a:pt x="18800" y="49687"/>
                  </a:lnTo>
                  <a:lnTo>
                    <a:pt x="17538" y="49773"/>
                  </a:lnTo>
                  <a:lnTo>
                    <a:pt x="16341" y="49820"/>
                  </a:lnTo>
                  <a:lnTo>
                    <a:pt x="15203" y="49827"/>
                  </a:lnTo>
                  <a:lnTo>
                    <a:pt x="14118" y="49795"/>
                  </a:lnTo>
                  <a:lnTo>
                    <a:pt x="13081" y="49722"/>
                  </a:lnTo>
                  <a:lnTo>
                    <a:pt x="12083" y="49609"/>
                  </a:lnTo>
                  <a:lnTo>
                    <a:pt x="11121" y="49454"/>
                  </a:lnTo>
                  <a:lnTo>
                    <a:pt x="10186" y="49259"/>
                  </a:lnTo>
                  <a:lnTo>
                    <a:pt x="9274" y="49023"/>
                  </a:lnTo>
                  <a:lnTo>
                    <a:pt x="8378" y="48744"/>
                  </a:lnTo>
                  <a:lnTo>
                    <a:pt x="7491" y="48424"/>
                  </a:lnTo>
                  <a:lnTo>
                    <a:pt x="6607" y="48061"/>
                  </a:lnTo>
                  <a:lnTo>
                    <a:pt x="5721" y="47656"/>
                  </a:lnTo>
                  <a:lnTo>
                    <a:pt x="4826" y="47208"/>
                  </a:lnTo>
                  <a:lnTo>
                    <a:pt x="3916" y="46717"/>
                  </a:lnTo>
                  <a:lnTo>
                    <a:pt x="2985" y="46183"/>
                  </a:lnTo>
                  <a:lnTo>
                    <a:pt x="2025" y="45604"/>
                  </a:lnTo>
                  <a:lnTo>
                    <a:pt x="1033" y="44982"/>
                  </a:lnTo>
                  <a:lnTo>
                    <a:pt x="0" y="44315"/>
                  </a:lnTo>
                  <a:lnTo>
                    <a:pt x="195" y="42986"/>
                  </a:lnTo>
                  <a:lnTo>
                    <a:pt x="435" y="41840"/>
                  </a:lnTo>
                  <a:lnTo>
                    <a:pt x="739" y="40834"/>
                  </a:lnTo>
                  <a:lnTo>
                    <a:pt x="1132" y="39924"/>
                  </a:lnTo>
                  <a:lnTo>
                    <a:pt x="1635" y="39066"/>
                  </a:lnTo>
                  <a:lnTo>
                    <a:pt x="2269" y="38216"/>
                  </a:lnTo>
                  <a:lnTo>
                    <a:pt x="3058" y="37329"/>
                  </a:lnTo>
                  <a:lnTo>
                    <a:pt x="4023" y="36363"/>
                  </a:lnTo>
                  <a:lnTo>
                    <a:pt x="5106" y="35552"/>
                  </a:lnTo>
                  <a:lnTo>
                    <a:pt x="6197" y="34736"/>
                  </a:lnTo>
                  <a:lnTo>
                    <a:pt x="7302" y="33908"/>
                  </a:lnTo>
                  <a:lnTo>
                    <a:pt x="8382" y="33083"/>
                  </a:lnTo>
                  <a:lnTo>
                    <a:pt x="9469" y="32253"/>
                  </a:lnTo>
                  <a:lnTo>
                    <a:pt x="10570" y="31412"/>
                  </a:lnTo>
                  <a:lnTo>
                    <a:pt x="11986" y="30500"/>
                  </a:lnTo>
                  <a:lnTo>
                    <a:pt x="12983" y="29947"/>
                  </a:lnTo>
                  <a:lnTo>
                    <a:pt x="13826" y="29663"/>
                  </a:lnTo>
                  <a:lnTo>
                    <a:pt x="14781" y="29559"/>
                  </a:lnTo>
                  <a:lnTo>
                    <a:pt x="16114" y="29544"/>
                  </a:lnTo>
                  <a:lnTo>
                    <a:pt x="16114" y="28211"/>
                  </a:lnTo>
                  <a:lnTo>
                    <a:pt x="16114" y="26858"/>
                  </a:lnTo>
                  <a:lnTo>
                    <a:pt x="14894" y="27108"/>
                  </a:lnTo>
                  <a:lnTo>
                    <a:pt x="13666" y="27359"/>
                  </a:lnTo>
                  <a:lnTo>
                    <a:pt x="12421" y="27613"/>
                  </a:lnTo>
                  <a:lnTo>
                    <a:pt x="11171" y="27768"/>
                  </a:lnTo>
                  <a:lnTo>
                    <a:pt x="10028" y="27878"/>
                  </a:lnTo>
                  <a:lnTo>
                    <a:pt x="8963" y="27935"/>
                  </a:lnTo>
                  <a:lnTo>
                    <a:pt x="7950" y="27935"/>
                  </a:lnTo>
                  <a:lnTo>
                    <a:pt x="6961" y="27871"/>
                  </a:lnTo>
                  <a:lnTo>
                    <a:pt x="5967" y="27737"/>
                  </a:lnTo>
                  <a:lnTo>
                    <a:pt x="4942" y="27527"/>
                  </a:lnTo>
                  <a:lnTo>
                    <a:pt x="3857" y="27236"/>
                  </a:lnTo>
                  <a:lnTo>
                    <a:pt x="2685" y="26858"/>
                  </a:lnTo>
                  <a:lnTo>
                    <a:pt x="2807" y="25644"/>
                  </a:lnTo>
                  <a:lnTo>
                    <a:pt x="2938" y="24488"/>
                  </a:lnTo>
                  <a:lnTo>
                    <a:pt x="3082" y="23387"/>
                  </a:lnTo>
                  <a:lnTo>
                    <a:pt x="3246" y="22332"/>
                  </a:lnTo>
                  <a:lnTo>
                    <a:pt x="3436" y="21318"/>
                  </a:lnTo>
                  <a:lnTo>
                    <a:pt x="3658" y="20340"/>
                  </a:lnTo>
                  <a:lnTo>
                    <a:pt x="3918" y="19389"/>
                  </a:lnTo>
                  <a:lnTo>
                    <a:pt x="4221" y="18462"/>
                  </a:lnTo>
                  <a:lnTo>
                    <a:pt x="4574" y="17551"/>
                  </a:lnTo>
                  <a:lnTo>
                    <a:pt x="4982" y="16650"/>
                  </a:lnTo>
                  <a:lnTo>
                    <a:pt x="5451" y="15753"/>
                  </a:lnTo>
                  <a:lnTo>
                    <a:pt x="5987" y="14855"/>
                  </a:lnTo>
                  <a:lnTo>
                    <a:pt x="6596" y="13948"/>
                  </a:lnTo>
                  <a:lnTo>
                    <a:pt x="7284" y="13027"/>
                  </a:lnTo>
                  <a:lnTo>
                    <a:pt x="8057" y="12086"/>
                  </a:lnTo>
                  <a:lnTo>
                    <a:pt x="8390" y="11089"/>
                  </a:lnTo>
                  <a:lnTo>
                    <a:pt x="8723" y="10087"/>
                  </a:lnTo>
                  <a:lnTo>
                    <a:pt x="9060" y="9078"/>
                  </a:lnTo>
                  <a:lnTo>
                    <a:pt x="9400" y="8058"/>
                  </a:lnTo>
                  <a:lnTo>
                    <a:pt x="10733" y="8058"/>
                  </a:lnTo>
                  <a:lnTo>
                    <a:pt x="12086" y="8058"/>
                  </a:lnTo>
                  <a:lnTo>
                    <a:pt x="12086" y="6918"/>
                  </a:lnTo>
                  <a:lnTo>
                    <a:pt x="12086" y="5777"/>
                  </a:lnTo>
                  <a:lnTo>
                    <a:pt x="12086" y="4633"/>
                  </a:lnTo>
                  <a:lnTo>
                    <a:pt x="12086" y="3484"/>
                  </a:lnTo>
                  <a:lnTo>
                    <a:pt x="12086" y="2331"/>
                  </a:lnTo>
                  <a:lnTo>
                    <a:pt x="12086" y="1170"/>
                  </a:lnTo>
                  <a:lnTo>
                    <a:pt x="12086" y="0"/>
                  </a:lnTo>
                  <a:close/>
                </a:path>
              </a:pathLst>
            </a:custGeom>
            <a:solidFill>
              <a:srgbClr val="512D3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" name="region 110 #383D45"/>
            <p:cNvSpPr/>
            <p:nvPr/>
          </p:nvSpPr>
          <p:spPr>
            <a:xfrm>
              <a:off x="2598477" y="593117"/>
              <a:ext cx="100717" cy="12600"/>
            </a:xfrm>
            <a:custGeom>
              <a:avLst/>
              <a:gdLst/>
              <a:ahLst/>
              <a:cxnLst/>
              <a:rect l="l" t="t" r="r" b="b"/>
              <a:pathLst>
                <a:path w="100717" h="12600">
                  <a:moveTo>
                    <a:pt x="52961" y="17"/>
                  </a:moveTo>
                  <a:lnTo>
                    <a:pt x="54475" y="9"/>
                  </a:lnTo>
                  <a:lnTo>
                    <a:pt x="56012" y="1"/>
                  </a:lnTo>
                  <a:lnTo>
                    <a:pt x="57091" y="0"/>
                  </a:lnTo>
                  <a:lnTo>
                    <a:pt x="58167" y="4"/>
                  </a:lnTo>
                  <a:lnTo>
                    <a:pt x="59239" y="11"/>
                  </a:lnTo>
                  <a:lnTo>
                    <a:pt x="60308" y="23"/>
                  </a:lnTo>
                  <a:lnTo>
                    <a:pt x="61373" y="40"/>
                  </a:lnTo>
                  <a:lnTo>
                    <a:pt x="62435" y="61"/>
                  </a:lnTo>
                  <a:lnTo>
                    <a:pt x="63495" y="88"/>
                  </a:lnTo>
                  <a:lnTo>
                    <a:pt x="64551" y="119"/>
                  </a:lnTo>
                  <a:lnTo>
                    <a:pt x="65605" y="156"/>
                  </a:lnTo>
                  <a:lnTo>
                    <a:pt x="66656" y="198"/>
                  </a:lnTo>
                  <a:lnTo>
                    <a:pt x="67705" y="246"/>
                  </a:lnTo>
                  <a:lnTo>
                    <a:pt x="68751" y="300"/>
                  </a:lnTo>
                  <a:lnTo>
                    <a:pt x="69795" y="359"/>
                  </a:lnTo>
                  <a:lnTo>
                    <a:pt x="70837" y="425"/>
                  </a:lnTo>
                  <a:lnTo>
                    <a:pt x="71877" y="497"/>
                  </a:lnTo>
                  <a:lnTo>
                    <a:pt x="72916" y="576"/>
                  </a:lnTo>
                  <a:lnTo>
                    <a:pt x="73952" y="661"/>
                  </a:lnTo>
                  <a:lnTo>
                    <a:pt x="74987" y="754"/>
                  </a:lnTo>
                  <a:lnTo>
                    <a:pt x="76020" y="853"/>
                  </a:lnTo>
                  <a:lnTo>
                    <a:pt x="77053" y="960"/>
                  </a:lnTo>
                  <a:lnTo>
                    <a:pt x="78083" y="1073"/>
                  </a:lnTo>
                  <a:lnTo>
                    <a:pt x="79113" y="1195"/>
                  </a:lnTo>
                  <a:lnTo>
                    <a:pt x="80142" y="1324"/>
                  </a:lnTo>
                  <a:lnTo>
                    <a:pt x="81170" y="1461"/>
                  </a:lnTo>
                  <a:lnTo>
                    <a:pt x="82198" y="1607"/>
                  </a:lnTo>
                  <a:lnTo>
                    <a:pt x="83224" y="1760"/>
                  </a:lnTo>
                  <a:lnTo>
                    <a:pt x="84251" y="1922"/>
                  </a:lnTo>
                  <a:lnTo>
                    <a:pt x="85277" y="2093"/>
                  </a:lnTo>
                  <a:lnTo>
                    <a:pt x="86303" y="2272"/>
                  </a:lnTo>
                  <a:lnTo>
                    <a:pt x="87328" y="2461"/>
                  </a:lnTo>
                  <a:lnTo>
                    <a:pt x="88354" y="2658"/>
                  </a:lnTo>
                  <a:lnTo>
                    <a:pt x="89380" y="2865"/>
                  </a:lnTo>
                  <a:lnTo>
                    <a:pt x="90407" y="3082"/>
                  </a:lnTo>
                  <a:lnTo>
                    <a:pt x="91433" y="3308"/>
                  </a:lnTo>
                  <a:lnTo>
                    <a:pt x="92461" y="3544"/>
                  </a:lnTo>
                  <a:lnTo>
                    <a:pt x="93489" y="3790"/>
                  </a:lnTo>
                  <a:lnTo>
                    <a:pt x="94518" y="4046"/>
                  </a:lnTo>
                  <a:lnTo>
                    <a:pt x="95548" y="4313"/>
                  </a:lnTo>
                  <a:lnTo>
                    <a:pt x="96579" y="4590"/>
                  </a:lnTo>
                  <a:lnTo>
                    <a:pt x="97611" y="4878"/>
                  </a:lnTo>
                  <a:lnTo>
                    <a:pt x="98645" y="5177"/>
                  </a:lnTo>
                  <a:lnTo>
                    <a:pt x="99680" y="5486"/>
                  </a:lnTo>
                  <a:lnTo>
                    <a:pt x="100717" y="5808"/>
                  </a:lnTo>
                  <a:lnTo>
                    <a:pt x="100717" y="6475"/>
                  </a:lnTo>
                  <a:lnTo>
                    <a:pt x="100717" y="7151"/>
                  </a:lnTo>
                  <a:lnTo>
                    <a:pt x="99512" y="7146"/>
                  </a:lnTo>
                  <a:lnTo>
                    <a:pt x="98289" y="7142"/>
                  </a:lnTo>
                  <a:lnTo>
                    <a:pt x="97203" y="7139"/>
                  </a:lnTo>
                  <a:lnTo>
                    <a:pt x="96118" y="7135"/>
                  </a:lnTo>
                  <a:lnTo>
                    <a:pt x="95032" y="7131"/>
                  </a:lnTo>
                  <a:lnTo>
                    <a:pt x="93947" y="7128"/>
                  </a:lnTo>
                  <a:lnTo>
                    <a:pt x="92862" y="7124"/>
                  </a:lnTo>
                  <a:lnTo>
                    <a:pt x="91776" y="7121"/>
                  </a:lnTo>
                  <a:lnTo>
                    <a:pt x="90691" y="7118"/>
                  </a:lnTo>
                  <a:lnTo>
                    <a:pt x="89605" y="7115"/>
                  </a:lnTo>
                  <a:lnTo>
                    <a:pt x="88520" y="7112"/>
                  </a:lnTo>
                  <a:lnTo>
                    <a:pt x="87435" y="7109"/>
                  </a:lnTo>
                  <a:lnTo>
                    <a:pt x="86349" y="7106"/>
                  </a:lnTo>
                  <a:lnTo>
                    <a:pt x="85264" y="7103"/>
                  </a:lnTo>
                  <a:lnTo>
                    <a:pt x="84179" y="7101"/>
                  </a:lnTo>
                  <a:lnTo>
                    <a:pt x="83093" y="7098"/>
                  </a:lnTo>
                  <a:lnTo>
                    <a:pt x="82008" y="7096"/>
                  </a:lnTo>
                  <a:lnTo>
                    <a:pt x="80923" y="7093"/>
                  </a:lnTo>
                  <a:lnTo>
                    <a:pt x="79838" y="7091"/>
                  </a:lnTo>
                  <a:lnTo>
                    <a:pt x="78752" y="7088"/>
                  </a:lnTo>
                  <a:lnTo>
                    <a:pt x="77667" y="7086"/>
                  </a:lnTo>
                  <a:lnTo>
                    <a:pt x="76582" y="7084"/>
                  </a:lnTo>
                  <a:lnTo>
                    <a:pt x="75496" y="7082"/>
                  </a:lnTo>
                  <a:lnTo>
                    <a:pt x="74411" y="7080"/>
                  </a:lnTo>
                  <a:lnTo>
                    <a:pt x="73326" y="7078"/>
                  </a:lnTo>
                  <a:lnTo>
                    <a:pt x="72160" y="7075"/>
                  </a:lnTo>
                  <a:lnTo>
                    <a:pt x="70994" y="7072"/>
                  </a:lnTo>
                  <a:lnTo>
                    <a:pt x="69829" y="7069"/>
                  </a:lnTo>
                  <a:lnTo>
                    <a:pt x="68663" y="7066"/>
                  </a:lnTo>
                  <a:lnTo>
                    <a:pt x="67498" y="7062"/>
                  </a:lnTo>
                  <a:lnTo>
                    <a:pt x="66332" y="7058"/>
                  </a:lnTo>
                  <a:lnTo>
                    <a:pt x="65167" y="7054"/>
                  </a:lnTo>
                  <a:lnTo>
                    <a:pt x="64001" y="7050"/>
                  </a:lnTo>
                  <a:lnTo>
                    <a:pt x="62886" y="7046"/>
                  </a:lnTo>
                  <a:lnTo>
                    <a:pt x="61771" y="7042"/>
                  </a:lnTo>
                  <a:lnTo>
                    <a:pt x="60656" y="7039"/>
                  </a:lnTo>
                  <a:lnTo>
                    <a:pt x="59541" y="7036"/>
                  </a:lnTo>
                  <a:lnTo>
                    <a:pt x="58426" y="7033"/>
                  </a:lnTo>
                  <a:lnTo>
                    <a:pt x="57311" y="7031"/>
                  </a:lnTo>
                  <a:lnTo>
                    <a:pt x="56196" y="7029"/>
                  </a:lnTo>
                  <a:lnTo>
                    <a:pt x="55081" y="7027"/>
                  </a:lnTo>
                  <a:lnTo>
                    <a:pt x="53966" y="7025"/>
                  </a:lnTo>
                  <a:lnTo>
                    <a:pt x="52852" y="7023"/>
                  </a:lnTo>
                  <a:lnTo>
                    <a:pt x="51737" y="7022"/>
                  </a:lnTo>
                  <a:lnTo>
                    <a:pt x="50622" y="7020"/>
                  </a:lnTo>
                  <a:lnTo>
                    <a:pt x="49574" y="7015"/>
                  </a:lnTo>
                  <a:lnTo>
                    <a:pt x="48522" y="7010"/>
                  </a:lnTo>
                  <a:lnTo>
                    <a:pt x="47462" y="7005"/>
                  </a:lnTo>
                  <a:lnTo>
                    <a:pt x="46390" y="6999"/>
                  </a:lnTo>
                  <a:lnTo>
                    <a:pt x="45099" y="6999"/>
                  </a:lnTo>
                  <a:lnTo>
                    <a:pt x="43799" y="6999"/>
                  </a:lnTo>
                  <a:lnTo>
                    <a:pt x="42481" y="6999"/>
                  </a:lnTo>
                  <a:lnTo>
                    <a:pt x="41341" y="6996"/>
                  </a:lnTo>
                  <a:lnTo>
                    <a:pt x="40192" y="6993"/>
                  </a:lnTo>
                  <a:lnTo>
                    <a:pt x="39029" y="6989"/>
                  </a:lnTo>
                  <a:lnTo>
                    <a:pt x="37655" y="7079"/>
                  </a:lnTo>
                  <a:lnTo>
                    <a:pt x="36685" y="7202"/>
                  </a:lnTo>
                  <a:lnTo>
                    <a:pt x="35855" y="7430"/>
                  </a:lnTo>
                  <a:lnTo>
                    <a:pt x="34905" y="7837"/>
                  </a:lnTo>
                  <a:lnTo>
                    <a:pt x="33572" y="8493"/>
                  </a:lnTo>
                  <a:lnTo>
                    <a:pt x="32535" y="8582"/>
                  </a:lnTo>
                  <a:lnTo>
                    <a:pt x="31498" y="8667"/>
                  </a:lnTo>
                  <a:lnTo>
                    <a:pt x="30459" y="8746"/>
                  </a:lnTo>
                  <a:lnTo>
                    <a:pt x="29421" y="8821"/>
                  </a:lnTo>
                  <a:lnTo>
                    <a:pt x="28382" y="8891"/>
                  </a:lnTo>
                  <a:lnTo>
                    <a:pt x="27343" y="8958"/>
                  </a:lnTo>
                  <a:lnTo>
                    <a:pt x="26303" y="9022"/>
                  </a:lnTo>
                  <a:lnTo>
                    <a:pt x="25264" y="9082"/>
                  </a:lnTo>
                  <a:lnTo>
                    <a:pt x="24193" y="9155"/>
                  </a:lnTo>
                  <a:lnTo>
                    <a:pt x="23132" y="9231"/>
                  </a:lnTo>
                  <a:lnTo>
                    <a:pt x="22078" y="9311"/>
                  </a:lnTo>
                  <a:lnTo>
                    <a:pt x="21032" y="9399"/>
                  </a:lnTo>
                  <a:lnTo>
                    <a:pt x="19991" y="9497"/>
                  </a:lnTo>
                  <a:lnTo>
                    <a:pt x="18956" y="9608"/>
                  </a:lnTo>
                  <a:lnTo>
                    <a:pt x="17925" y="9734"/>
                  </a:lnTo>
                  <a:lnTo>
                    <a:pt x="16897" y="9877"/>
                  </a:lnTo>
                  <a:lnTo>
                    <a:pt x="15871" y="10042"/>
                  </a:lnTo>
                  <a:lnTo>
                    <a:pt x="14847" y="10229"/>
                  </a:lnTo>
                  <a:lnTo>
                    <a:pt x="13823" y="10443"/>
                  </a:lnTo>
                  <a:lnTo>
                    <a:pt x="12798" y="10684"/>
                  </a:lnTo>
                  <a:lnTo>
                    <a:pt x="11772" y="10957"/>
                  </a:lnTo>
                  <a:lnTo>
                    <a:pt x="10743" y="11264"/>
                  </a:lnTo>
                  <a:lnTo>
                    <a:pt x="9615" y="11598"/>
                  </a:lnTo>
                  <a:lnTo>
                    <a:pt x="8532" y="11880"/>
                  </a:lnTo>
                  <a:lnTo>
                    <a:pt x="7481" y="12112"/>
                  </a:lnTo>
                  <a:lnTo>
                    <a:pt x="6451" y="12296"/>
                  </a:lnTo>
                  <a:lnTo>
                    <a:pt x="5428" y="12435"/>
                  </a:lnTo>
                  <a:lnTo>
                    <a:pt x="4401" y="12531"/>
                  </a:lnTo>
                  <a:lnTo>
                    <a:pt x="3356" y="12585"/>
                  </a:lnTo>
                  <a:lnTo>
                    <a:pt x="2283" y="12600"/>
                  </a:lnTo>
                  <a:lnTo>
                    <a:pt x="1169" y="12578"/>
                  </a:lnTo>
                  <a:lnTo>
                    <a:pt x="0" y="12522"/>
                  </a:lnTo>
                  <a:lnTo>
                    <a:pt x="999" y="12190"/>
                  </a:lnTo>
                  <a:lnTo>
                    <a:pt x="2001" y="11856"/>
                  </a:lnTo>
                  <a:lnTo>
                    <a:pt x="3009" y="11519"/>
                  </a:lnTo>
                  <a:lnTo>
                    <a:pt x="4029" y="11179"/>
                  </a:lnTo>
                  <a:lnTo>
                    <a:pt x="4029" y="9847"/>
                  </a:lnTo>
                  <a:lnTo>
                    <a:pt x="4029" y="8493"/>
                  </a:lnTo>
                  <a:lnTo>
                    <a:pt x="5057" y="8118"/>
                  </a:lnTo>
                  <a:lnTo>
                    <a:pt x="6084" y="7754"/>
                  </a:lnTo>
                  <a:lnTo>
                    <a:pt x="7110" y="7401"/>
                  </a:lnTo>
                  <a:lnTo>
                    <a:pt x="8135" y="7059"/>
                  </a:lnTo>
                  <a:lnTo>
                    <a:pt x="9159" y="6728"/>
                  </a:lnTo>
                  <a:lnTo>
                    <a:pt x="10183" y="6408"/>
                  </a:lnTo>
                  <a:lnTo>
                    <a:pt x="11208" y="6097"/>
                  </a:lnTo>
                  <a:lnTo>
                    <a:pt x="12233" y="5797"/>
                  </a:lnTo>
                  <a:lnTo>
                    <a:pt x="13259" y="5507"/>
                  </a:lnTo>
                  <a:lnTo>
                    <a:pt x="14287" y="5226"/>
                  </a:lnTo>
                  <a:lnTo>
                    <a:pt x="15316" y="4955"/>
                  </a:lnTo>
                  <a:lnTo>
                    <a:pt x="16348" y="4693"/>
                  </a:lnTo>
                  <a:lnTo>
                    <a:pt x="17382" y="4440"/>
                  </a:lnTo>
                  <a:lnTo>
                    <a:pt x="18419" y="4195"/>
                  </a:lnTo>
                  <a:lnTo>
                    <a:pt x="19460" y="3960"/>
                  </a:lnTo>
                  <a:lnTo>
                    <a:pt x="20504" y="3732"/>
                  </a:lnTo>
                  <a:lnTo>
                    <a:pt x="21552" y="3513"/>
                  </a:lnTo>
                  <a:lnTo>
                    <a:pt x="22605" y="3302"/>
                  </a:lnTo>
                  <a:lnTo>
                    <a:pt x="23663" y="3098"/>
                  </a:lnTo>
                  <a:lnTo>
                    <a:pt x="24726" y="2902"/>
                  </a:lnTo>
                  <a:lnTo>
                    <a:pt x="25794" y="2713"/>
                  </a:lnTo>
                  <a:lnTo>
                    <a:pt x="26869" y="2531"/>
                  </a:lnTo>
                  <a:lnTo>
                    <a:pt x="27950" y="2356"/>
                  </a:lnTo>
                  <a:lnTo>
                    <a:pt x="28970" y="2161"/>
                  </a:lnTo>
                  <a:lnTo>
                    <a:pt x="29989" y="1974"/>
                  </a:lnTo>
                  <a:lnTo>
                    <a:pt x="31007" y="1797"/>
                  </a:lnTo>
                  <a:lnTo>
                    <a:pt x="32025" y="1628"/>
                  </a:lnTo>
                  <a:lnTo>
                    <a:pt x="33042" y="1469"/>
                  </a:lnTo>
                  <a:lnTo>
                    <a:pt x="34059" y="1319"/>
                  </a:lnTo>
                  <a:lnTo>
                    <a:pt x="35077" y="1177"/>
                  </a:lnTo>
                  <a:lnTo>
                    <a:pt x="36097" y="1044"/>
                  </a:lnTo>
                  <a:lnTo>
                    <a:pt x="37118" y="920"/>
                  </a:lnTo>
                  <a:lnTo>
                    <a:pt x="38141" y="804"/>
                  </a:lnTo>
                  <a:lnTo>
                    <a:pt x="39167" y="697"/>
                  </a:lnTo>
                  <a:lnTo>
                    <a:pt x="40196" y="598"/>
                  </a:lnTo>
                  <a:lnTo>
                    <a:pt x="41229" y="507"/>
                  </a:lnTo>
                  <a:lnTo>
                    <a:pt x="42265" y="424"/>
                  </a:lnTo>
                  <a:lnTo>
                    <a:pt x="43307" y="349"/>
                  </a:lnTo>
                  <a:lnTo>
                    <a:pt x="44353" y="282"/>
                  </a:lnTo>
                  <a:lnTo>
                    <a:pt x="45405" y="223"/>
                  </a:lnTo>
                  <a:lnTo>
                    <a:pt x="46463" y="171"/>
                  </a:lnTo>
                  <a:lnTo>
                    <a:pt x="47527" y="127"/>
                  </a:lnTo>
                  <a:lnTo>
                    <a:pt x="48598" y="91"/>
                  </a:lnTo>
                  <a:lnTo>
                    <a:pt x="49676" y="61"/>
                  </a:lnTo>
                  <a:lnTo>
                    <a:pt x="50763" y="40"/>
                  </a:lnTo>
                  <a:lnTo>
                    <a:pt x="51857" y="25"/>
                  </a:lnTo>
                  <a:lnTo>
                    <a:pt x="52961" y="17"/>
                  </a:lnTo>
                  <a:close/>
                </a:path>
              </a:pathLst>
            </a:custGeom>
            <a:solidFill>
              <a:srgbClr val="383D4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" name="region 111 #6B353E"/>
            <p:cNvSpPr/>
            <p:nvPr/>
          </p:nvSpPr>
          <p:spPr>
            <a:xfrm>
              <a:off x="1349597" y="251389"/>
              <a:ext cx="40594" cy="38673"/>
            </a:xfrm>
            <a:custGeom>
              <a:avLst/>
              <a:gdLst/>
              <a:ahLst/>
              <a:cxnLst/>
              <a:rect l="l" t="t" r="r" b="b"/>
              <a:pathLst>
                <a:path w="40594" h="38673">
                  <a:moveTo>
                    <a:pt x="25515" y="1072"/>
                  </a:moveTo>
                  <a:lnTo>
                    <a:pt x="24489" y="1655"/>
                  </a:lnTo>
                  <a:lnTo>
                    <a:pt x="23456" y="2241"/>
                  </a:lnTo>
                  <a:lnTo>
                    <a:pt x="22410" y="2834"/>
                  </a:lnTo>
                  <a:lnTo>
                    <a:pt x="21424" y="3467"/>
                  </a:lnTo>
                  <a:lnTo>
                    <a:pt x="20493" y="4096"/>
                  </a:lnTo>
                  <a:lnTo>
                    <a:pt x="19607" y="4730"/>
                  </a:lnTo>
                  <a:lnTo>
                    <a:pt x="18758" y="5377"/>
                  </a:lnTo>
                  <a:lnTo>
                    <a:pt x="17937" y="6048"/>
                  </a:lnTo>
                  <a:lnTo>
                    <a:pt x="17137" y="6749"/>
                  </a:lnTo>
                  <a:lnTo>
                    <a:pt x="16348" y="7491"/>
                  </a:lnTo>
                  <a:lnTo>
                    <a:pt x="15563" y="8281"/>
                  </a:lnTo>
                  <a:lnTo>
                    <a:pt x="14772" y="9130"/>
                  </a:lnTo>
                  <a:lnTo>
                    <a:pt x="15896" y="8547"/>
                  </a:lnTo>
                  <a:lnTo>
                    <a:pt x="17038" y="7955"/>
                  </a:lnTo>
                  <a:lnTo>
                    <a:pt x="18005" y="7492"/>
                  </a:lnTo>
                  <a:lnTo>
                    <a:pt x="18975" y="7042"/>
                  </a:lnTo>
                  <a:lnTo>
                    <a:pt x="19948" y="6603"/>
                  </a:lnTo>
                  <a:lnTo>
                    <a:pt x="20925" y="6175"/>
                  </a:lnTo>
                  <a:lnTo>
                    <a:pt x="21904" y="5756"/>
                  </a:lnTo>
                  <a:lnTo>
                    <a:pt x="22887" y="5345"/>
                  </a:lnTo>
                  <a:lnTo>
                    <a:pt x="23874" y="4941"/>
                  </a:lnTo>
                  <a:lnTo>
                    <a:pt x="24864" y="4543"/>
                  </a:lnTo>
                  <a:lnTo>
                    <a:pt x="25859" y="4149"/>
                  </a:lnTo>
                  <a:lnTo>
                    <a:pt x="26858" y="3758"/>
                  </a:lnTo>
                  <a:lnTo>
                    <a:pt x="26592" y="4822"/>
                  </a:lnTo>
                  <a:lnTo>
                    <a:pt x="26325" y="5889"/>
                  </a:lnTo>
                  <a:lnTo>
                    <a:pt x="26057" y="6961"/>
                  </a:lnTo>
                  <a:lnTo>
                    <a:pt x="25787" y="8040"/>
                  </a:lnTo>
                  <a:lnTo>
                    <a:pt x="25515" y="9130"/>
                  </a:lnTo>
                  <a:lnTo>
                    <a:pt x="26779" y="9398"/>
                  </a:lnTo>
                  <a:lnTo>
                    <a:pt x="28063" y="9670"/>
                  </a:lnTo>
                  <a:lnTo>
                    <a:pt x="29163" y="9908"/>
                  </a:lnTo>
                  <a:lnTo>
                    <a:pt x="30269" y="10147"/>
                  </a:lnTo>
                  <a:lnTo>
                    <a:pt x="31390" y="10389"/>
                  </a:lnTo>
                  <a:lnTo>
                    <a:pt x="32481" y="10623"/>
                  </a:lnTo>
                  <a:lnTo>
                    <a:pt x="33581" y="10859"/>
                  </a:lnTo>
                  <a:lnTo>
                    <a:pt x="34695" y="11097"/>
                  </a:lnTo>
                  <a:lnTo>
                    <a:pt x="36134" y="11458"/>
                  </a:lnTo>
                  <a:lnTo>
                    <a:pt x="37145" y="11746"/>
                  </a:lnTo>
                  <a:lnTo>
                    <a:pt x="37995" y="12060"/>
                  </a:lnTo>
                  <a:lnTo>
                    <a:pt x="38952" y="12497"/>
                  </a:lnTo>
                  <a:lnTo>
                    <a:pt x="40286" y="13158"/>
                  </a:lnTo>
                  <a:lnTo>
                    <a:pt x="40440" y="14539"/>
                  </a:lnTo>
                  <a:lnTo>
                    <a:pt x="40543" y="15607"/>
                  </a:lnTo>
                  <a:lnTo>
                    <a:pt x="40594" y="16506"/>
                  </a:lnTo>
                  <a:lnTo>
                    <a:pt x="40594" y="17375"/>
                  </a:lnTo>
                  <a:lnTo>
                    <a:pt x="40543" y="18356"/>
                  </a:lnTo>
                  <a:lnTo>
                    <a:pt x="40440" y="19589"/>
                  </a:lnTo>
                  <a:lnTo>
                    <a:pt x="40286" y="21216"/>
                  </a:lnTo>
                  <a:lnTo>
                    <a:pt x="39172" y="22245"/>
                  </a:lnTo>
                  <a:lnTo>
                    <a:pt x="38293" y="23046"/>
                  </a:lnTo>
                  <a:lnTo>
                    <a:pt x="37572" y="23682"/>
                  </a:lnTo>
                  <a:lnTo>
                    <a:pt x="36929" y="24216"/>
                  </a:lnTo>
                  <a:lnTo>
                    <a:pt x="36287" y="24710"/>
                  </a:lnTo>
                  <a:lnTo>
                    <a:pt x="35565" y="25228"/>
                  </a:lnTo>
                  <a:lnTo>
                    <a:pt x="34687" y="25833"/>
                  </a:lnTo>
                  <a:lnTo>
                    <a:pt x="33572" y="26587"/>
                  </a:lnTo>
                  <a:lnTo>
                    <a:pt x="33572" y="27254"/>
                  </a:lnTo>
                  <a:lnTo>
                    <a:pt x="33572" y="27930"/>
                  </a:lnTo>
                  <a:lnTo>
                    <a:pt x="32464" y="27930"/>
                  </a:lnTo>
                  <a:lnTo>
                    <a:pt x="31354" y="27930"/>
                  </a:lnTo>
                  <a:lnTo>
                    <a:pt x="30240" y="27930"/>
                  </a:lnTo>
                  <a:lnTo>
                    <a:pt x="29121" y="27930"/>
                  </a:lnTo>
                  <a:lnTo>
                    <a:pt x="27994" y="27930"/>
                  </a:lnTo>
                  <a:lnTo>
                    <a:pt x="26858" y="27930"/>
                  </a:lnTo>
                  <a:lnTo>
                    <a:pt x="26691" y="29011"/>
                  </a:lnTo>
                  <a:lnTo>
                    <a:pt x="26524" y="30100"/>
                  </a:lnTo>
                  <a:lnTo>
                    <a:pt x="26354" y="31204"/>
                  </a:lnTo>
                  <a:lnTo>
                    <a:pt x="26077" y="32340"/>
                  </a:lnTo>
                  <a:lnTo>
                    <a:pt x="25798" y="33485"/>
                  </a:lnTo>
                  <a:lnTo>
                    <a:pt x="25515" y="34645"/>
                  </a:lnTo>
                  <a:lnTo>
                    <a:pt x="24469" y="35123"/>
                  </a:lnTo>
                  <a:lnTo>
                    <a:pt x="23446" y="35506"/>
                  </a:lnTo>
                  <a:lnTo>
                    <a:pt x="22436" y="35807"/>
                  </a:lnTo>
                  <a:lnTo>
                    <a:pt x="21430" y="36038"/>
                  </a:lnTo>
                  <a:lnTo>
                    <a:pt x="20421" y="36212"/>
                  </a:lnTo>
                  <a:lnTo>
                    <a:pt x="19400" y="36341"/>
                  </a:lnTo>
                  <a:lnTo>
                    <a:pt x="18359" y="36438"/>
                  </a:lnTo>
                  <a:lnTo>
                    <a:pt x="17288" y="36515"/>
                  </a:lnTo>
                  <a:lnTo>
                    <a:pt x="16179" y="36584"/>
                  </a:lnTo>
                  <a:lnTo>
                    <a:pt x="15024" y="36659"/>
                  </a:lnTo>
                  <a:lnTo>
                    <a:pt x="13930" y="36738"/>
                  </a:lnTo>
                  <a:lnTo>
                    <a:pt x="12842" y="36824"/>
                  </a:lnTo>
                  <a:lnTo>
                    <a:pt x="11760" y="36918"/>
                  </a:lnTo>
                  <a:lnTo>
                    <a:pt x="10682" y="37019"/>
                  </a:lnTo>
                  <a:lnTo>
                    <a:pt x="9609" y="37130"/>
                  </a:lnTo>
                  <a:lnTo>
                    <a:pt x="8539" y="37251"/>
                  </a:lnTo>
                  <a:lnTo>
                    <a:pt x="7472" y="37383"/>
                  </a:lnTo>
                  <a:lnTo>
                    <a:pt x="6406" y="37526"/>
                  </a:lnTo>
                  <a:lnTo>
                    <a:pt x="5341" y="37681"/>
                  </a:lnTo>
                  <a:lnTo>
                    <a:pt x="4276" y="37850"/>
                  </a:lnTo>
                  <a:lnTo>
                    <a:pt x="3210" y="38033"/>
                  </a:lnTo>
                  <a:lnTo>
                    <a:pt x="2143" y="38230"/>
                  </a:lnTo>
                  <a:lnTo>
                    <a:pt x="1073" y="38443"/>
                  </a:lnTo>
                  <a:lnTo>
                    <a:pt x="0" y="38673"/>
                  </a:lnTo>
                  <a:lnTo>
                    <a:pt x="666" y="37340"/>
                  </a:lnTo>
                  <a:lnTo>
                    <a:pt x="1343" y="35987"/>
                  </a:lnTo>
                  <a:lnTo>
                    <a:pt x="2674" y="35987"/>
                  </a:lnTo>
                  <a:lnTo>
                    <a:pt x="4014" y="35987"/>
                  </a:lnTo>
                  <a:lnTo>
                    <a:pt x="5371" y="35987"/>
                  </a:lnTo>
                  <a:lnTo>
                    <a:pt x="5704" y="34990"/>
                  </a:lnTo>
                  <a:lnTo>
                    <a:pt x="6038" y="33988"/>
                  </a:lnTo>
                  <a:lnTo>
                    <a:pt x="6374" y="32979"/>
                  </a:lnTo>
                  <a:lnTo>
                    <a:pt x="6714" y="31959"/>
                  </a:lnTo>
                  <a:lnTo>
                    <a:pt x="7819" y="31332"/>
                  </a:lnTo>
                  <a:lnTo>
                    <a:pt x="8653" y="30873"/>
                  </a:lnTo>
                  <a:lnTo>
                    <a:pt x="9378" y="30507"/>
                  </a:lnTo>
                  <a:lnTo>
                    <a:pt x="10154" y="30155"/>
                  </a:lnTo>
                  <a:lnTo>
                    <a:pt x="11143" y="29742"/>
                  </a:lnTo>
                  <a:lnTo>
                    <a:pt x="12505" y="29190"/>
                  </a:lnTo>
                  <a:lnTo>
                    <a:pt x="14629" y="28315"/>
                  </a:lnTo>
                  <a:lnTo>
                    <a:pt x="16474" y="27550"/>
                  </a:lnTo>
                  <a:lnTo>
                    <a:pt x="18062" y="26882"/>
                  </a:lnTo>
                  <a:lnTo>
                    <a:pt x="19417" y="26295"/>
                  </a:lnTo>
                  <a:lnTo>
                    <a:pt x="20561" y="25777"/>
                  </a:lnTo>
                  <a:lnTo>
                    <a:pt x="21517" y="25313"/>
                  </a:lnTo>
                  <a:lnTo>
                    <a:pt x="22310" y="24888"/>
                  </a:lnTo>
                  <a:lnTo>
                    <a:pt x="22961" y="24489"/>
                  </a:lnTo>
                  <a:lnTo>
                    <a:pt x="23495" y="24101"/>
                  </a:lnTo>
                  <a:lnTo>
                    <a:pt x="23933" y="23710"/>
                  </a:lnTo>
                  <a:lnTo>
                    <a:pt x="24301" y="23302"/>
                  </a:lnTo>
                  <a:lnTo>
                    <a:pt x="24619" y="22863"/>
                  </a:lnTo>
                  <a:lnTo>
                    <a:pt x="24912" y="22378"/>
                  </a:lnTo>
                  <a:lnTo>
                    <a:pt x="25203" y="21834"/>
                  </a:lnTo>
                  <a:lnTo>
                    <a:pt x="25515" y="21216"/>
                  </a:lnTo>
                  <a:lnTo>
                    <a:pt x="26621" y="20737"/>
                  </a:lnTo>
                  <a:lnTo>
                    <a:pt x="27733" y="20269"/>
                  </a:lnTo>
                  <a:lnTo>
                    <a:pt x="28849" y="19814"/>
                  </a:lnTo>
                  <a:lnTo>
                    <a:pt x="29971" y="19373"/>
                  </a:lnTo>
                  <a:lnTo>
                    <a:pt x="31097" y="18944"/>
                  </a:lnTo>
                  <a:lnTo>
                    <a:pt x="32229" y="18530"/>
                  </a:lnTo>
                  <a:lnTo>
                    <a:pt x="31207" y="17875"/>
                  </a:lnTo>
                  <a:lnTo>
                    <a:pt x="30204" y="17284"/>
                  </a:lnTo>
                  <a:lnTo>
                    <a:pt x="29216" y="16750"/>
                  </a:lnTo>
                  <a:lnTo>
                    <a:pt x="28236" y="16268"/>
                  </a:lnTo>
                  <a:lnTo>
                    <a:pt x="27257" y="15830"/>
                  </a:lnTo>
                  <a:lnTo>
                    <a:pt x="26275" y="15430"/>
                  </a:lnTo>
                  <a:lnTo>
                    <a:pt x="25284" y="15063"/>
                  </a:lnTo>
                  <a:lnTo>
                    <a:pt x="24276" y="14720"/>
                  </a:lnTo>
                  <a:lnTo>
                    <a:pt x="23248" y="14396"/>
                  </a:lnTo>
                  <a:lnTo>
                    <a:pt x="22192" y="14085"/>
                  </a:lnTo>
                  <a:lnTo>
                    <a:pt x="21102" y="13779"/>
                  </a:lnTo>
                  <a:lnTo>
                    <a:pt x="19974" y="13472"/>
                  </a:lnTo>
                  <a:lnTo>
                    <a:pt x="18800" y="13158"/>
                  </a:lnTo>
                  <a:lnTo>
                    <a:pt x="17742" y="12858"/>
                  </a:lnTo>
                  <a:lnTo>
                    <a:pt x="16684" y="12557"/>
                  </a:lnTo>
                  <a:lnTo>
                    <a:pt x="15627" y="12255"/>
                  </a:lnTo>
                  <a:lnTo>
                    <a:pt x="14569" y="11952"/>
                  </a:lnTo>
                  <a:lnTo>
                    <a:pt x="13512" y="11648"/>
                  </a:lnTo>
                  <a:lnTo>
                    <a:pt x="12494" y="11357"/>
                  </a:lnTo>
                  <a:lnTo>
                    <a:pt x="11472" y="11065"/>
                  </a:lnTo>
                  <a:lnTo>
                    <a:pt x="10442" y="10771"/>
                  </a:lnTo>
                  <a:lnTo>
                    <a:pt x="9400" y="10473"/>
                  </a:lnTo>
                  <a:lnTo>
                    <a:pt x="9555" y="9234"/>
                  </a:lnTo>
                  <a:lnTo>
                    <a:pt x="9702" y="8335"/>
                  </a:lnTo>
                  <a:lnTo>
                    <a:pt x="9906" y="7519"/>
                  </a:lnTo>
                  <a:lnTo>
                    <a:pt x="10231" y="6527"/>
                  </a:lnTo>
                  <a:lnTo>
                    <a:pt x="10743" y="5101"/>
                  </a:lnTo>
                  <a:lnTo>
                    <a:pt x="11887" y="4359"/>
                  </a:lnTo>
                  <a:lnTo>
                    <a:pt x="12751" y="3821"/>
                  </a:lnTo>
                  <a:lnTo>
                    <a:pt x="13498" y="3403"/>
                  </a:lnTo>
                  <a:lnTo>
                    <a:pt x="14296" y="3016"/>
                  </a:lnTo>
                  <a:lnTo>
                    <a:pt x="15309" y="2576"/>
                  </a:lnTo>
                  <a:lnTo>
                    <a:pt x="16703" y="1996"/>
                  </a:lnTo>
                  <a:lnTo>
                    <a:pt x="17183" y="1788"/>
                  </a:lnTo>
                  <a:lnTo>
                    <a:pt x="18030" y="1422"/>
                  </a:lnTo>
                  <a:lnTo>
                    <a:pt x="19970" y="585"/>
                  </a:lnTo>
                  <a:lnTo>
                    <a:pt x="21387" y="178"/>
                  </a:lnTo>
                  <a:lnTo>
                    <a:pt x="22383" y="0"/>
                  </a:lnTo>
                  <a:lnTo>
                    <a:pt x="23226" y="74"/>
                  </a:lnTo>
                  <a:lnTo>
                    <a:pt x="24181" y="424"/>
                  </a:lnTo>
                  <a:lnTo>
                    <a:pt x="25515" y="1072"/>
                  </a:lnTo>
                  <a:close/>
                </a:path>
              </a:pathLst>
            </a:custGeom>
            <a:solidFill>
              <a:srgbClr val="6B353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" name="region 112 #5C578A"/>
            <p:cNvSpPr/>
            <p:nvPr/>
          </p:nvSpPr>
          <p:spPr>
            <a:xfrm>
              <a:off x="646681" y="763575"/>
              <a:ext cx="23792" cy="24147"/>
            </a:xfrm>
            <a:custGeom>
              <a:avLst/>
              <a:gdLst/>
              <a:ahLst/>
              <a:cxnLst/>
              <a:rect l="l" t="t" r="r" b="b"/>
              <a:pathLst>
                <a:path w="23792" h="24147">
                  <a:moveTo>
                    <a:pt x="4617" y="525"/>
                  </a:moveTo>
                  <a:lnTo>
                    <a:pt x="5805" y="456"/>
                  </a:lnTo>
                  <a:lnTo>
                    <a:pt x="6993" y="393"/>
                  </a:lnTo>
                  <a:lnTo>
                    <a:pt x="8182" y="335"/>
                  </a:lnTo>
                  <a:lnTo>
                    <a:pt x="9372" y="282"/>
                  </a:lnTo>
                  <a:lnTo>
                    <a:pt x="10561" y="234"/>
                  </a:lnTo>
                  <a:lnTo>
                    <a:pt x="11750" y="189"/>
                  </a:lnTo>
                  <a:lnTo>
                    <a:pt x="13077" y="127"/>
                  </a:lnTo>
                  <a:lnTo>
                    <a:pt x="14412" y="64"/>
                  </a:lnTo>
                  <a:lnTo>
                    <a:pt x="15764" y="0"/>
                  </a:lnTo>
                  <a:lnTo>
                    <a:pt x="17302" y="232"/>
                  </a:lnTo>
                  <a:lnTo>
                    <a:pt x="18405" y="459"/>
                  </a:lnTo>
                  <a:lnTo>
                    <a:pt x="19242" y="762"/>
                  </a:lnTo>
                  <a:lnTo>
                    <a:pt x="19982" y="1224"/>
                  </a:lnTo>
                  <a:lnTo>
                    <a:pt x="20792" y="1925"/>
                  </a:lnTo>
                  <a:lnTo>
                    <a:pt x="21843" y="2949"/>
                  </a:lnTo>
                  <a:lnTo>
                    <a:pt x="22377" y="4019"/>
                  </a:lnTo>
                  <a:lnTo>
                    <a:pt x="22814" y="5045"/>
                  </a:lnTo>
                  <a:lnTo>
                    <a:pt x="23160" y="6038"/>
                  </a:lnTo>
                  <a:lnTo>
                    <a:pt x="23423" y="7010"/>
                  </a:lnTo>
                  <a:lnTo>
                    <a:pt x="23610" y="7970"/>
                  </a:lnTo>
                  <a:lnTo>
                    <a:pt x="23729" y="8929"/>
                  </a:lnTo>
                  <a:lnTo>
                    <a:pt x="23788" y="9900"/>
                  </a:lnTo>
                  <a:lnTo>
                    <a:pt x="23792" y="10892"/>
                  </a:lnTo>
                  <a:lnTo>
                    <a:pt x="23750" y="11917"/>
                  </a:lnTo>
                  <a:lnTo>
                    <a:pt x="23668" y="12985"/>
                  </a:lnTo>
                  <a:lnTo>
                    <a:pt x="23555" y="14108"/>
                  </a:lnTo>
                  <a:lnTo>
                    <a:pt x="23417" y="15297"/>
                  </a:lnTo>
                  <a:lnTo>
                    <a:pt x="22838" y="16676"/>
                  </a:lnTo>
                  <a:lnTo>
                    <a:pt x="22357" y="17779"/>
                  </a:lnTo>
                  <a:lnTo>
                    <a:pt x="21931" y="18673"/>
                  </a:lnTo>
                  <a:lnTo>
                    <a:pt x="21515" y="19424"/>
                  </a:lnTo>
                  <a:lnTo>
                    <a:pt x="21066" y="20098"/>
                  </a:lnTo>
                  <a:lnTo>
                    <a:pt x="20538" y="20762"/>
                  </a:lnTo>
                  <a:lnTo>
                    <a:pt x="19888" y="21482"/>
                  </a:lnTo>
                  <a:lnTo>
                    <a:pt x="19072" y="22323"/>
                  </a:lnTo>
                  <a:lnTo>
                    <a:pt x="18046" y="23354"/>
                  </a:lnTo>
                  <a:lnTo>
                    <a:pt x="16903" y="23623"/>
                  </a:lnTo>
                  <a:lnTo>
                    <a:pt x="15787" y="23836"/>
                  </a:lnTo>
                  <a:lnTo>
                    <a:pt x="14692" y="23994"/>
                  </a:lnTo>
                  <a:lnTo>
                    <a:pt x="13611" y="24098"/>
                  </a:lnTo>
                  <a:lnTo>
                    <a:pt x="12540" y="24147"/>
                  </a:lnTo>
                  <a:lnTo>
                    <a:pt x="11471" y="24144"/>
                  </a:lnTo>
                  <a:lnTo>
                    <a:pt x="10399" y="24088"/>
                  </a:lnTo>
                  <a:lnTo>
                    <a:pt x="9318" y="23980"/>
                  </a:lnTo>
                  <a:lnTo>
                    <a:pt x="8221" y="23821"/>
                  </a:lnTo>
                  <a:lnTo>
                    <a:pt x="7104" y="23612"/>
                  </a:lnTo>
                  <a:lnTo>
                    <a:pt x="5960" y="23354"/>
                  </a:lnTo>
                  <a:lnTo>
                    <a:pt x="4997" y="22531"/>
                  </a:lnTo>
                  <a:lnTo>
                    <a:pt x="4151" y="21749"/>
                  </a:lnTo>
                  <a:lnTo>
                    <a:pt x="3411" y="20993"/>
                  </a:lnTo>
                  <a:lnTo>
                    <a:pt x="2768" y="20245"/>
                  </a:lnTo>
                  <a:lnTo>
                    <a:pt x="2213" y="19491"/>
                  </a:lnTo>
                  <a:lnTo>
                    <a:pt x="1737" y="18715"/>
                  </a:lnTo>
                  <a:lnTo>
                    <a:pt x="1330" y="17900"/>
                  </a:lnTo>
                  <a:lnTo>
                    <a:pt x="982" y="17031"/>
                  </a:lnTo>
                  <a:lnTo>
                    <a:pt x="684" y="16092"/>
                  </a:lnTo>
                  <a:lnTo>
                    <a:pt x="428" y="15066"/>
                  </a:lnTo>
                  <a:lnTo>
                    <a:pt x="203" y="13939"/>
                  </a:lnTo>
                  <a:lnTo>
                    <a:pt x="0" y="12694"/>
                  </a:lnTo>
                  <a:lnTo>
                    <a:pt x="187" y="11543"/>
                  </a:lnTo>
                  <a:lnTo>
                    <a:pt x="413" y="10442"/>
                  </a:lnTo>
                  <a:lnTo>
                    <a:pt x="675" y="9383"/>
                  </a:lnTo>
                  <a:lnTo>
                    <a:pt x="974" y="8359"/>
                  </a:lnTo>
                  <a:lnTo>
                    <a:pt x="1309" y="7362"/>
                  </a:lnTo>
                  <a:lnTo>
                    <a:pt x="1679" y="6385"/>
                  </a:lnTo>
                  <a:lnTo>
                    <a:pt x="2085" y="5420"/>
                  </a:lnTo>
                  <a:lnTo>
                    <a:pt x="2525" y="4461"/>
                  </a:lnTo>
                  <a:lnTo>
                    <a:pt x="2998" y="3499"/>
                  </a:lnTo>
                  <a:lnTo>
                    <a:pt x="3505" y="2527"/>
                  </a:lnTo>
                  <a:lnTo>
                    <a:pt x="4045" y="1538"/>
                  </a:lnTo>
                  <a:lnTo>
                    <a:pt x="4617" y="525"/>
                  </a:lnTo>
                  <a:close/>
                </a:path>
              </a:pathLst>
            </a:custGeom>
            <a:solidFill>
              <a:srgbClr val="5C578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" name="region 113 #61091C"/>
            <p:cNvSpPr/>
            <p:nvPr/>
          </p:nvSpPr>
          <p:spPr>
            <a:xfrm>
              <a:off x="1790062" y="574681"/>
              <a:ext cx="75202" cy="72588"/>
            </a:xfrm>
            <a:custGeom>
              <a:avLst/>
              <a:gdLst/>
              <a:ahLst/>
              <a:cxnLst/>
              <a:rect l="l" t="t" r="r" b="b"/>
              <a:pathLst>
                <a:path w="75202" h="72588">
                  <a:moveTo>
                    <a:pt x="75202" y="72"/>
                  </a:moveTo>
                  <a:lnTo>
                    <a:pt x="75202" y="739"/>
                  </a:lnTo>
                  <a:lnTo>
                    <a:pt x="75202" y="1415"/>
                  </a:lnTo>
                  <a:lnTo>
                    <a:pt x="74691" y="1455"/>
                  </a:lnTo>
                  <a:lnTo>
                    <a:pt x="74223" y="1491"/>
                  </a:lnTo>
                  <a:lnTo>
                    <a:pt x="73770" y="1525"/>
                  </a:lnTo>
                  <a:lnTo>
                    <a:pt x="73309" y="1561"/>
                  </a:lnTo>
                  <a:lnTo>
                    <a:pt x="72813" y="1599"/>
                  </a:lnTo>
                  <a:lnTo>
                    <a:pt x="72256" y="1642"/>
                  </a:lnTo>
                  <a:lnTo>
                    <a:pt x="71613" y="1691"/>
                  </a:lnTo>
                  <a:lnTo>
                    <a:pt x="70859" y="1749"/>
                  </a:lnTo>
                  <a:lnTo>
                    <a:pt x="69968" y="1818"/>
                  </a:lnTo>
                  <a:lnTo>
                    <a:pt x="68915" y="1899"/>
                  </a:lnTo>
                  <a:lnTo>
                    <a:pt x="67673" y="1994"/>
                  </a:lnTo>
                  <a:lnTo>
                    <a:pt x="66217" y="2106"/>
                  </a:lnTo>
                  <a:lnTo>
                    <a:pt x="64522" y="2237"/>
                  </a:lnTo>
                  <a:lnTo>
                    <a:pt x="62562" y="2388"/>
                  </a:lnTo>
                  <a:lnTo>
                    <a:pt x="60311" y="2561"/>
                  </a:lnTo>
                  <a:lnTo>
                    <a:pt x="57744" y="2758"/>
                  </a:lnTo>
                  <a:lnTo>
                    <a:pt x="58868" y="4630"/>
                  </a:lnTo>
                  <a:lnTo>
                    <a:pt x="59858" y="6270"/>
                  </a:lnTo>
                  <a:lnTo>
                    <a:pt x="60731" y="7697"/>
                  </a:lnTo>
                  <a:lnTo>
                    <a:pt x="61500" y="8927"/>
                  </a:lnTo>
                  <a:lnTo>
                    <a:pt x="62184" y="9979"/>
                  </a:lnTo>
                  <a:lnTo>
                    <a:pt x="62796" y="10871"/>
                  </a:lnTo>
                  <a:lnTo>
                    <a:pt x="63353" y="11619"/>
                  </a:lnTo>
                  <a:lnTo>
                    <a:pt x="63871" y="12243"/>
                  </a:lnTo>
                  <a:lnTo>
                    <a:pt x="64366" y="12758"/>
                  </a:lnTo>
                  <a:lnTo>
                    <a:pt x="64852" y="13184"/>
                  </a:lnTo>
                  <a:lnTo>
                    <a:pt x="65347" y="13538"/>
                  </a:lnTo>
                  <a:lnTo>
                    <a:pt x="65865" y="13837"/>
                  </a:lnTo>
                  <a:lnTo>
                    <a:pt x="66422" y="14100"/>
                  </a:lnTo>
                  <a:lnTo>
                    <a:pt x="67034" y="14343"/>
                  </a:lnTo>
                  <a:lnTo>
                    <a:pt x="67718" y="14586"/>
                  </a:lnTo>
                  <a:lnTo>
                    <a:pt x="68488" y="14844"/>
                  </a:lnTo>
                  <a:lnTo>
                    <a:pt x="68488" y="16177"/>
                  </a:lnTo>
                  <a:lnTo>
                    <a:pt x="68488" y="17530"/>
                  </a:lnTo>
                  <a:lnTo>
                    <a:pt x="67408" y="18030"/>
                  </a:lnTo>
                  <a:lnTo>
                    <a:pt x="66403" y="18416"/>
                  </a:lnTo>
                  <a:lnTo>
                    <a:pt x="65442" y="18706"/>
                  </a:lnTo>
                  <a:lnTo>
                    <a:pt x="64494" y="18915"/>
                  </a:lnTo>
                  <a:lnTo>
                    <a:pt x="63532" y="19062"/>
                  </a:lnTo>
                  <a:lnTo>
                    <a:pt x="62523" y="19163"/>
                  </a:lnTo>
                  <a:lnTo>
                    <a:pt x="61440" y="19236"/>
                  </a:lnTo>
                  <a:lnTo>
                    <a:pt x="60252" y="19297"/>
                  </a:lnTo>
                  <a:lnTo>
                    <a:pt x="59769" y="19322"/>
                  </a:lnTo>
                  <a:lnTo>
                    <a:pt x="58920" y="19366"/>
                  </a:lnTo>
                  <a:lnTo>
                    <a:pt x="56974" y="19468"/>
                  </a:lnTo>
                  <a:lnTo>
                    <a:pt x="55842" y="19521"/>
                  </a:lnTo>
                  <a:lnTo>
                    <a:pt x="54702" y="19574"/>
                  </a:lnTo>
                  <a:lnTo>
                    <a:pt x="53548" y="19627"/>
                  </a:lnTo>
                  <a:lnTo>
                    <a:pt x="52406" y="19686"/>
                  </a:lnTo>
                  <a:lnTo>
                    <a:pt x="51256" y="19745"/>
                  </a:lnTo>
                  <a:lnTo>
                    <a:pt x="50091" y="19803"/>
                  </a:lnTo>
                  <a:lnTo>
                    <a:pt x="49034" y="19857"/>
                  </a:lnTo>
                  <a:lnTo>
                    <a:pt x="47976" y="19910"/>
                  </a:lnTo>
                  <a:lnTo>
                    <a:pt x="46918" y="19962"/>
                  </a:lnTo>
                  <a:lnTo>
                    <a:pt x="45861" y="20013"/>
                  </a:lnTo>
                  <a:lnTo>
                    <a:pt x="44803" y="20064"/>
                  </a:lnTo>
                  <a:lnTo>
                    <a:pt x="43745" y="20115"/>
                  </a:lnTo>
                  <a:lnTo>
                    <a:pt x="42687" y="20165"/>
                  </a:lnTo>
                  <a:lnTo>
                    <a:pt x="41630" y="20216"/>
                  </a:lnTo>
                  <a:lnTo>
                    <a:pt x="41509" y="21303"/>
                  </a:lnTo>
                  <a:lnTo>
                    <a:pt x="41388" y="22392"/>
                  </a:lnTo>
                  <a:lnTo>
                    <a:pt x="41267" y="23481"/>
                  </a:lnTo>
                  <a:lnTo>
                    <a:pt x="41146" y="24572"/>
                  </a:lnTo>
                  <a:lnTo>
                    <a:pt x="41024" y="25666"/>
                  </a:lnTo>
                  <a:lnTo>
                    <a:pt x="40903" y="26762"/>
                  </a:lnTo>
                  <a:lnTo>
                    <a:pt x="40780" y="27861"/>
                  </a:lnTo>
                  <a:lnTo>
                    <a:pt x="40658" y="28964"/>
                  </a:lnTo>
                  <a:lnTo>
                    <a:pt x="40535" y="30071"/>
                  </a:lnTo>
                  <a:lnTo>
                    <a:pt x="40411" y="31184"/>
                  </a:lnTo>
                  <a:lnTo>
                    <a:pt x="40287" y="32302"/>
                  </a:lnTo>
                  <a:lnTo>
                    <a:pt x="39787" y="32235"/>
                  </a:lnTo>
                  <a:lnTo>
                    <a:pt x="39324" y="32173"/>
                  </a:lnTo>
                  <a:lnTo>
                    <a:pt x="38882" y="32114"/>
                  </a:lnTo>
                  <a:lnTo>
                    <a:pt x="38442" y="32056"/>
                  </a:lnTo>
                  <a:lnTo>
                    <a:pt x="37986" y="31995"/>
                  </a:lnTo>
                  <a:lnTo>
                    <a:pt x="37498" y="31930"/>
                  </a:lnTo>
                  <a:lnTo>
                    <a:pt x="36960" y="31858"/>
                  </a:lnTo>
                  <a:lnTo>
                    <a:pt x="36353" y="31777"/>
                  </a:lnTo>
                  <a:lnTo>
                    <a:pt x="35660" y="31685"/>
                  </a:lnTo>
                  <a:lnTo>
                    <a:pt x="34864" y="31579"/>
                  </a:lnTo>
                  <a:lnTo>
                    <a:pt x="33948" y="31456"/>
                  </a:lnTo>
                  <a:lnTo>
                    <a:pt x="32892" y="31316"/>
                  </a:lnTo>
                  <a:lnTo>
                    <a:pt x="31681" y="31154"/>
                  </a:lnTo>
                  <a:lnTo>
                    <a:pt x="30295" y="30969"/>
                  </a:lnTo>
                  <a:lnTo>
                    <a:pt x="28718" y="30759"/>
                  </a:lnTo>
                  <a:lnTo>
                    <a:pt x="26932" y="30521"/>
                  </a:lnTo>
                  <a:lnTo>
                    <a:pt x="24920" y="30253"/>
                  </a:lnTo>
                  <a:lnTo>
                    <a:pt x="22663" y="29952"/>
                  </a:lnTo>
                  <a:lnTo>
                    <a:pt x="20144" y="29616"/>
                  </a:lnTo>
                  <a:lnTo>
                    <a:pt x="20077" y="30696"/>
                  </a:lnTo>
                  <a:lnTo>
                    <a:pt x="20011" y="31776"/>
                  </a:lnTo>
                  <a:lnTo>
                    <a:pt x="19946" y="32855"/>
                  </a:lnTo>
                  <a:lnTo>
                    <a:pt x="19882" y="33935"/>
                  </a:lnTo>
                  <a:lnTo>
                    <a:pt x="19819" y="35015"/>
                  </a:lnTo>
                  <a:lnTo>
                    <a:pt x="19756" y="36095"/>
                  </a:lnTo>
                  <a:lnTo>
                    <a:pt x="19694" y="37174"/>
                  </a:lnTo>
                  <a:lnTo>
                    <a:pt x="19633" y="38254"/>
                  </a:lnTo>
                  <a:lnTo>
                    <a:pt x="19572" y="39334"/>
                  </a:lnTo>
                  <a:lnTo>
                    <a:pt x="19512" y="40414"/>
                  </a:lnTo>
                  <a:lnTo>
                    <a:pt x="19452" y="41494"/>
                  </a:lnTo>
                  <a:lnTo>
                    <a:pt x="19394" y="42573"/>
                  </a:lnTo>
                  <a:lnTo>
                    <a:pt x="19335" y="43653"/>
                  </a:lnTo>
                  <a:lnTo>
                    <a:pt x="19277" y="44734"/>
                  </a:lnTo>
                  <a:lnTo>
                    <a:pt x="19220" y="45814"/>
                  </a:lnTo>
                  <a:lnTo>
                    <a:pt x="19147" y="46957"/>
                  </a:lnTo>
                  <a:lnTo>
                    <a:pt x="19074" y="48104"/>
                  </a:lnTo>
                  <a:lnTo>
                    <a:pt x="18999" y="49259"/>
                  </a:lnTo>
                  <a:lnTo>
                    <a:pt x="18924" y="50428"/>
                  </a:lnTo>
                  <a:lnTo>
                    <a:pt x="18868" y="51635"/>
                  </a:lnTo>
                  <a:lnTo>
                    <a:pt x="18820" y="52811"/>
                  </a:lnTo>
                  <a:lnTo>
                    <a:pt x="18784" y="53957"/>
                  </a:lnTo>
                  <a:lnTo>
                    <a:pt x="18762" y="55078"/>
                  </a:lnTo>
                  <a:lnTo>
                    <a:pt x="18756" y="56174"/>
                  </a:lnTo>
                  <a:lnTo>
                    <a:pt x="18769" y="57249"/>
                  </a:lnTo>
                  <a:lnTo>
                    <a:pt x="18803" y="58306"/>
                  </a:lnTo>
                  <a:lnTo>
                    <a:pt x="18860" y="59346"/>
                  </a:lnTo>
                  <a:lnTo>
                    <a:pt x="18943" y="60373"/>
                  </a:lnTo>
                  <a:lnTo>
                    <a:pt x="19055" y="61389"/>
                  </a:lnTo>
                  <a:lnTo>
                    <a:pt x="19197" y="62397"/>
                  </a:lnTo>
                  <a:lnTo>
                    <a:pt x="19372" y="63399"/>
                  </a:lnTo>
                  <a:lnTo>
                    <a:pt x="19583" y="64398"/>
                  </a:lnTo>
                  <a:lnTo>
                    <a:pt x="19831" y="65397"/>
                  </a:lnTo>
                  <a:lnTo>
                    <a:pt x="20120" y="66397"/>
                  </a:lnTo>
                  <a:lnTo>
                    <a:pt x="20451" y="67402"/>
                  </a:lnTo>
                  <a:lnTo>
                    <a:pt x="20827" y="68415"/>
                  </a:lnTo>
                  <a:lnTo>
                    <a:pt x="21251" y="69437"/>
                  </a:lnTo>
                  <a:lnTo>
                    <a:pt x="21724" y="70471"/>
                  </a:lnTo>
                  <a:lnTo>
                    <a:pt x="22250" y="71521"/>
                  </a:lnTo>
                  <a:lnTo>
                    <a:pt x="22830" y="72588"/>
                  </a:lnTo>
                  <a:lnTo>
                    <a:pt x="21497" y="72588"/>
                  </a:lnTo>
                  <a:lnTo>
                    <a:pt x="20144" y="72588"/>
                  </a:lnTo>
                  <a:lnTo>
                    <a:pt x="19142" y="70666"/>
                  </a:lnTo>
                  <a:lnTo>
                    <a:pt x="18322" y="69078"/>
                  </a:lnTo>
                  <a:lnTo>
                    <a:pt x="17665" y="67776"/>
                  </a:lnTo>
                  <a:lnTo>
                    <a:pt x="17153" y="66711"/>
                  </a:lnTo>
                  <a:lnTo>
                    <a:pt x="16769" y="65836"/>
                  </a:lnTo>
                  <a:lnTo>
                    <a:pt x="16493" y="65101"/>
                  </a:lnTo>
                  <a:lnTo>
                    <a:pt x="16309" y="64459"/>
                  </a:lnTo>
                  <a:lnTo>
                    <a:pt x="16197" y="63861"/>
                  </a:lnTo>
                  <a:lnTo>
                    <a:pt x="16139" y="63258"/>
                  </a:lnTo>
                  <a:lnTo>
                    <a:pt x="16118" y="62602"/>
                  </a:lnTo>
                  <a:lnTo>
                    <a:pt x="16115" y="61845"/>
                  </a:lnTo>
                  <a:lnTo>
                    <a:pt x="15117" y="61512"/>
                  </a:lnTo>
                  <a:lnTo>
                    <a:pt x="14116" y="61179"/>
                  </a:lnTo>
                  <a:lnTo>
                    <a:pt x="13107" y="60842"/>
                  </a:lnTo>
                  <a:lnTo>
                    <a:pt x="12086" y="60502"/>
                  </a:lnTo>
                  <a:lnTo>
                    <a:pt x="11187" y="59484"/>
                  </a:lnTo>
                  <a:lnTo>
                    <a:pt x="10554" y="58740"/>
                  </a:lnTo>
                  <a:lnTo>
                    <a:pt x="10018" y="58051"/>
                  </a:lnTo>
                  <a:lnTo>
                    <a:pt x="9410" y="57200"/>
                  </a:lnTo>
                  <a:lnTo>
                    <a:pt x="8561" y="55970"/>
                  </a:lnTo>
                  <a:lnTo>
                    <a:pt x="8130" y="55357"/>
                  </a:lnTo>
                  <a:lnTo>
                    <a:pt x="6830" y="53504"/>
                  </a:lnTo>
                  <a:lnTo>
                    <a:pt x="6210" y="52474"/>
                  </a:lnTo>
                  <a:lnTo>
                    <a:pt x="5754" y="51665"/>
                  </a:lnTo>
                  <a:lnTo>
                    <a:pt x="5386" y="50899"/>
                  </a:lnTo>
                  <a:lnTo>
                    <a:pt x="5028" y="49997"/>
                  </a:lnTo>
                  <a:lnTo>
                    <a:pt x="4602" y="48782"/>
                  </a:lnTo>
                  <a:lnTo>
                    <a:pt x="4029" y="47073"/>
                  </a:lnTo>
                  <a:lnTo>
                    <a:pt x="3031" y="46741"/>
                  </a:lnTo>
                  <a:lnTo>
                    <a:pt x="2030" y="46407"/>
                  </a:lnTo>
                  <a:lnTo>
                    <a:pt x="1021" y="46071"/>
                  </a:lnTo>
                  <a:lnTo>
                    <a:pt x="0" y="45730"/>
                  </a:lnTo>
                  <a:lnTo>
                    <a:pt x="444" y="44622"/>
                  </a:lnTo>
                  <a:lnTo>
                    <a:pt x="888" y="43512"/>
                  </a:lnTo>
                  <a:lnTo>
                    <a:pt x="1333" y="42398"/>
                  </a:lnTo>
                  <a:lnTo>
                    <a:pt x="1781" y="41279"/>
                  </a:lnTo>
                  <a:lnTo>
                    <a:pt x="2232" y="40152"/>
                  </a:lnTo>
                  <a:lnTo>
                    <a:pt x="2686" y="39016"/>
                  </a:lnTo>
                  <a:lnTo>
                    <a:pt x="4019" y="39682"/>
                  </a:lnTo>
                  <a:lnTo>
                    <a:pt x="5372" y="40359"/>
                  </a:lnTo>
                  <a:lnTo>
                    <a:pt x="5372" y="41690"/>
                  </a:lnTo>
                  <a:lnTo>
                    <a:pt x="5372" y="43030"/>
                  </a:lnTo>
                  <a:lnTo>
                    <a:pt x="5372" y="44388"/>
                  </a:lnTo>
                  <a:lnTo>
                    <a:pt x="6705" y="44388"/>
                  </a:lnTo>
                  <a:lnTo>
                    <a:pt x="8058" y="44388"/>
                  </a:lnTo>
                  <a:lnTo>
                    <a:pt x="9137" y="45265"/>
                  </a:lnTo>
                  <a:lnTo>
                    <a:pt x="9887" y="45914"/>
                  </a:lnTo>
                  <a:lnTo>
                    <a:pt x="10499" y="46526"/>
                  </a:lnTo>
                  <a:lnTo>
                    <a:pt x="11168" y="47296"/>
                  </a:lnTo>
                  <a:lnTo>
                    <a:pt x="12086" y="48416"/>
                  </a:lnTo>
                  <a:lnTo>
                    <a:pt x="12086" y="49747"/>
                  </a:lnTo>
                  <a:lnTo>
                    <a:pt x="12086" y="51087"/>
                  </a:lnTo>
                  <a:lnTo>
                    <a:pt x="12086" y="52445"/>
                  </a:lnTo>
                  <a:lnTo>
                    <a:pt x="13419" y="52445"/>
                  </a:lnTo>
                  <a:lnTo>
                    <a:pt x="14772" y="52445"/>
                  </a:lnTo>
                  <a:lnTo>
                    <a:pt x="14772" y="53776"/>
                  </a:lnTo>
                  <a:lnTo>
                    <a:pt x="14772" y="55116"/>
                  </a:lnTo>
                  <a:lnTo>
                    <a:pt x="14772" y="56473"/>
                  </a:lnTo>
                  <a:lnTo>
                    <a:pt x="16105" y="56473"/>
                  </a:lnTo>
                  <a:lnTo>
                    <a:pt x="17458" y="56473"/>
                  </a:lnTo>
                  <a:lnTo>
                    <a:pt x="17448" y="55199"/>
                  </a:lnTo>
                  <a:lnTo>
                    <a:pt x="17436" y="53906"/>
                  </a:lnTo>
                  <a:lnTo>
                    <a:pt x="17429" y="52865"/>
                  </a:lnTo>
                  <a:lnTo>
                    <a:pt x="17422" y="51824"/>
                  </a:lnTo>
                  <a:lnTo>
                    <a:pt x="17416" y="50783"/>
                  </a:lnTo>
                  <a:lnTo>
                    <a:pt x="17410" y="49742"/>
                  </a:lnTo>
                  <a:lnTo>
                    <a:pt x="17404" y="48702"/>
                  </a:lnTo>
                  <a:lnTo>
                    <a:pt x="17398" y="47661"/>
                  </a:lnTo>
                  <a:lnTo>
                    <a:pt x="17393" y="46620"/>
                  </a:lnTo>
                  <a:lnTo>
                    <a:pt x="17388" y="45579"/>
                  </a:lnTo>
                  <a:lnTo>
                    <a:pt x="17384" y="44538"/>
                  </a:lnTo>
                  <a:lnTo>
                    <a:pt x="17379" y="43497"/>
                  </a:lnTo>
                  <a:lnTo>
                    <a:pt x="17375" y="42456"/>
                  </a:lnTo>
                  <a:lnTo>
                    <a:pt x="17363" y="41122"/>
                  </a:lnTo>
                  <a:lnTo>
                    <a:pt x="17352" y="39778"/>
                  </a:lnTo>
                  <a:lnTo>
                    <a:pt x="17340" y="38416"/>
                  </a:lnTo>
                  <a:lnTo>
                    <a:pt x="17336" y="37146"/>
                  </a:lnTo>
                  <a:lnTo>
                    <a:pt x="17331" y="35868"/>
                  </a:lnTo>
                  <a:lnTo>
                    <a:pt x="17326" y="34572"/>
                  </a:lnTo>
                  <a:lnTo>
                    <a:pt x="17320" y="33397"/>
                  </a:lnTo>
                  <a:lnTo>
                    <a:pt x="17313" y="32213"/>
                  </a:lnTo>
                  <a:lnTo>
                    <a:pt x="17305" y="31014"/>
                  </a:lnTo>
                  <a:lnTo>
                    <a:pt x="17414" y="29408"/>
                  </a:lnTo>
                  <a:lnTo>
                    <a:pt x="17607" y="28448"/>
                  </a:lnTo>
                  <a:lnTo>
                    <a:pt x="18022" y="27749"/>
                  </a:lnTo>
                  <a:lnTo>
                    <a:pt x="18801" y="26930"/>
                  </a:lnTo>
                  <a:lnTo>
                    <a:pt x="19904" y="26980"/>
                  </a:lnTo>
                  <a:lnTo>
                    <a:pt x="21007" y="27037"/>
                  </a:lnTo>
                  <a:lnTo>
                    <a:pt x="22109" y="27102"/>
                  </a:lnTo>
                  <a:lnTo>
                    <a:pt x="23210" y="27173"/>
                  </a:lnTo>
                  <a:lnTo>
                    <a:pt x="24312" y="27251"/>
                  </a:lnTo>
                  <a:lnTo>
                    <a:pt x="25412" y="27335"/>
                  </a:lnTo>
                  <a:lnTo>
                    <a:pt x="26513" y="27424"/>
                  </a:lnTo>
                  <a:lnTo>
                    <a:pt x="27613" y="27518"/>
                  </a:lnTo>
                  <a:lnTo>
                    <a:pt x="28820" y="27620"/>
                  </a:lnTo>
                  <a:lnTo>
                    <a:pt x="30032" y="27723"/>
                  </a:lnTo>
                  <a:lnTo>
                    <a:pt x="31252" y="27827"/>
                  </a:lnTo>
                  <a:lnTo>
                    <a:pt x="32486" y="27932"/>
                  </a:lnTo>
                  <a:lnTo>
                    <a:pt x="33732" y="28045"/>
                  </a:lnTo>
                  <a:lnTo>
                    <a:pt x="34987" y="28158"/>
                  </a:lnTo>
                  <a:lnTo>
                    <a:pt x="36258" y="28273"/>
                  </a:lnTo>
                  <a:lnTo>
                    <a:pt x="36500" y="27185"/>
                  </a:lnTo>
                  <a:lnTo>
                    <a:pt x="36742" y="26097"/>
                  </a:lnTo>
                  <a:lnTo>
                    <a:pt x="36984" y="25007"/>
                  </a:lnTo>
                  <a:lnTo>
                    <a:pt x="37226" y="23916"/>
                  </a:lnTo>
                  <a:lnTo>
                    <a:pt x="37469" y="22823"/>
                  </a:lnTo>
                  <a:lnTo>
                    <a:pt x="37713" y="21727"/>
                  </a:lnTo>
                  <a:lnTo>
                    <a:pt x="37957" y="20628"/>
                  </a:lnTo>
                  <a:lnTo>
                    <a:pt x="38202" y="19525"/>
                  </a:lnTo>
                  <a:lnTo>
                    <a:pt x="38449" y="18417"/>
                  </a:lnTo>
                  <a:lnTo>
                    <a:pt x="38696" y="17305"/>
                  </a:lnTo>
                  <a:lnTo>
                    <a:pt x="38944" y="16187"/>
                  </a:lnTo>
                  <a:lnTo>
                    <a:pt x="39995" y="15954"/>
                  </a:lnTo>
                  <a:lnTo>
                    <a:pt x="41036" y="15744"/>
                  </a:lnTo>
                  <a:lnTo>
                    <a:pt x="42069" y="15557"/>
                  </a:lnTo>
                  <a:lnTo>
                    <a:pt x="43095" y="15393"/>
                  </a:lnTo>
                  <a:lnTo>
                    <a:pt x="44117" y="15249"/>
                  </a:lnTo>
                  <a:lnTo>
                    <a:pt x="45137" y="15125"/>
                  </a:lnTo>
                  <a:lnTo>
                    <a:pt x="46157" y="15021"/>
                  </a:lnTo>
                  <a:lnTo>
                    <a:pt x="47179" y="14936"/>
                  </a:lnTo>
                  <a:lnTo>
                    <a:pt x="48204" y="14868"/>
                  </a:lnTo>
                  <a:lnTo>
                    <a:pt x="49236" y="14816"/>
                  </a:lnTo>
                  <a:lnTo>
                    <a:pt x="50275" y="14781"/>
                  </a:lnTo>
                  <a:lnTo>
                    <a:pt x="51325" y="14760"/>
                  </a:lnTo>
                  <a:lnTo>
                    <a:pt x="52387" y="14754"/>
                  </a:lnTo>
                  <a:lnTo>
                    <a:pt x="53463" y="14761"/>
                  </a:lnTo>
                  <a:lnTo>
                    <a:pt x="54775" y="14773"/>
                  </a:lnTo>
                  <a:lnTo>
                    <a:pt x="56097" y="14785"/>
                  </a:lnTo>
                  <a:lnTo>
                    <a:pt x="57436" y="14797"/>
                  </a:lnTo>
                  <a:lnTo>
                    <a:pt x="58181" y="14809"/>
                  </a:lnTo>
                  <a:lnTo>
                    <a:pt x="60430" y="14844"/>
                  </a:lnTo>
                  <a:lnTo>
                    <a:pt x="60430" y="13513"/>
                  </a:lnTo>
                  <a:lnTo>
                    <a:pt x="60430" y="12173"/>
                  </a:lnTo>
                  <a:lnTo>
                    <a:pt x="60430" y="10815"/>
                  </a:lnTo>
                  <a:lnTo>
                    <a:pt x="59097" y="10815"/>
                  </a:lnTo>
                  <a:lnTo>
                    <a:pt x="57744" y="10815"/>
                  </a:lnTo>
                  <a:lnTo>
                    <a:pt x="56751" y="9315"/>
                  </a:lnTo>
                  <a:lnTo>
                    <a:pt x="56049" y="8186"/>
                  </a:lnTo>
                  <a:lnTo>
                    <a:pt x="55599" y="7307"/>
                  </a:lnTo>
                  <a:lnTo>
                    <a:pt x="55364" y="6556"/>
                  </a:lnTo>
                  <a:lnTo>
                    <a:pt x="55305" y="5810"/>
                  </a:lnTo>
                  <a:lnTo>
                    <a:pt x="55384" y="4948"/>
                  </a:lnTo>
                  <a:lnTo>
                    <a:pt x="55562" y="3849"/>
                  </a:lnTo>
                  <a:lnTo>
                    <a:pt x="55978" y="2641"/>
                  </a:lnTo>
                  <a:lnTo>
                    <a:pt x="56402" y="1415"/>
                  </a:lnTo>
                  <a:lnTo>
                    <a:pt x="57446" y="1161"/>
                  </a:lnTo>
                  <a:lnTo>
                    <a:pt x="58487" y="939"/>
                  </a:lnTo>
                  <a:lnTo>
                    <a:pt x="59526" y="745"/>
                  </a:lnTo>
                  <a:lnTo>
                    <a:pt x="60564" y="578"/>
                  </a:lnTo>
                  <a:lnTo>
                    <a:pt x="61600" y="437"/>
                  </a:lnTo>
                  <a:lnTo>
                    <a:pt x="62636" y="319"/>
                  </a:lnTo>
                  <a:lnTo>
                    <a:pt x="63672" y="223"/>
                  </a:lnTo>
                  <a:lnTo>
                    <a:pt x="64708" y="147"/>
                  </a:lnTo>
                  <a:lnTo>
                    <a:pt x="65745" y="89"/>
                  </a:lnTo>
                  <a:lnTo>
                    <a:pt x="66783" y="47"/>
                  </a:lnTo>
                  <a:lnTo>
                    <a:pt x="67823" y="20"/>
                  </a:lnTo>
                  <a:lnTo>
                    <a:pt x="68866" y="5"/>
                  </a:lnTo>
                  <a:lnTo>
                    <a:pt x="69912" y="0"/>
                  </a:lnTo>
                  <a:lnTo>
                    <a:pt x="70961" y="4"/>
                  </a:lnTo>
                  <a:lnTo>
                    <a:pt x="72014" y="16"/>
                  </a:lnTo>
                  <a:lnTo>
                    <a:pt x="73071" y="32"/>
                  </a:lnTo>
                  <a:lnTo>
                    <a:pt x="74134" y="51"/>
                  </a:lnTo>
                  <a:lnTo>
                    <a:pt x="75202" y="72"/>
                  </a:lnTo>
                  <a:close/>
                </a:path>
              </a:pathLst>
            </a:custGeom>
            <a:solidFill>
              <a:srgbClr val="61091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" name="region 114 #495867"/>
            <p:cNvSpPr/>
            <p:nvPr/>
          </p:nvSpPr>
          <p:spPr>
            <a:xfrm>
              <a:off x="593554" y="153088"/>
              <a:ext cx="60430" cy="20275"/>
            </a:xfrm>
            <a:custGeom>
              <a:avLst/>
              <a:gdLst/>
              <a:ahLst/>
              <a:cxnLst/>
              <a:rect l="l" t="t" r="r" b="b"/>
              <a:pathLst>
                <a:path w="60430" h="20275">
                  <a:moveTo>
                    <a:pt x="5371" y="0"/>
                  </a:moveTo>
                  <a:lnTo>
                    <a:pt x="6416" y="95"/>
                  </a:lnTo>
                  <a:lnTo>
                    <a:pt x="7461" y="190"/>
                  </a:lnTo>
                  <a:lnTo>
                    <a:pt x="8506" y="285"/>
                  </a:lnTo>
                  <a:lnTo>
                    <a:pt x="9553" y="380"/>
                  </a:lnTo>
                  <a:lnTo>
                    <a:pt x="10601" y="476"/>
                  </a:lnTo>
                  <a:lnTo>
                    <a:pt x="11650" y="571"/>
                  </a:lnTo>
                  <a:lnTo>
                    <a:pt x="12702" y="667"/>
                  </a:lnTo>
                  <a:lnTo>
                    <a:pt x="13755" y="762"/>
                  </a:lnTo>
                  <a:lnTo>
                    <a:pt x="14812" y="858"/>
                  </a:lnTo>
                  <a:lnTo>
                    <a:pt x="15871" y="955"/>
                  </a:lnTo>
                  <a:lnTo>
                    <a:pt x="16933" y="1051"/>
                  </a:lnTo>
                  <a:lnTo>
                    <a:pt x="17999" y="1148"/>
                  </a:lnTo>
                  <a:lnTo>
                    <a:pt x="19069" y="1245"/>
                  </a:lnTo>
                  <a:lnTo>
                    <a:pt x="20143" y="1343"/>
                  </a:lnTo>
                  <a:lnTo>
                    <a:pt x="20143" y="2676"/>
                  </a:lnTo>
                  <a:lnTo>
                    <a:pt x="20143" y="4029"/>
                  </a:lnTo>
                  <a:lnTo>
                    <a:pt x="20874" y="3987"/>
                  </a:lnTo>
                  <a:lnTo>
                    <a:pt x="23081" y="3861"/>
                  </a:lnTo>
                  <a:lnTo>
                    <a:pt x="24281" y="3942"/>
                  </a:lnTo>
                  <a:lnTo>
                    <a:pt x="25400" y="4075"/>
                  </a:lnTo>
                  <a:lnTo>
                    <a:pt x="26456" y="4256"/>
                  </a:lnTo>
                  <a:lnTo>
                    <a:pt x="27467" y="4484"/>
                  </a:lnTo>
                  <a:lnTo>
                    <a:pt x="28451" y="4757"/>
                  </a:lnTo>
                  <a:lnTo>
                    <a:pt x="29425" y="5072"/>
                  </a:lnTo>
                  <a:lnTo>
                    <a:pt x="30406" y="5428"/>
                  </a:lnTo>
                  <a:lnTo>
                    <a:pt x="31412" y="5821"/>
                  </a:lnTo>
                  <a:lnTo>
                    <a:pt x="32462" y="6251"/>
                  </a:lnTo>
                  <a:lnTo>
                    <a:pt x="33572" y="6715"/>
                  </a:lnTo>
                  <a:lnTo>
                    <a:pt x="34642" y="7006"/>
                  </a:lnTo>
                  <a:lnTo>
                    <a:pt x="35712" y="7290"/>
                  </a:lnTo>
                  <a:lnTo>
                    <a:pt x="36784" y="7567"/>
                  </a:lnTo>
                  <a:lnTo>
                    <a:pt x="37857" y="7839"/>
                  </a:lnTo>
                  <a:lnTo>
                    <a:pt x="38930" y="8106"/>
                  </a:lnTo>
                  <a:lnTo>
                    <a:pt x="40005" y="8369"/>
                  </a:lnTo>
                  <a:lnTo>
                    <a:pt x="41081" y="8630"/>
                  </a:lnTo>
                  <a:lnTo>
                    <a:pt x="42158" y="8888"/>
                  </a:lnTo>
                  <a:lnTo>
                    <a:pt x="43236" y="9144"/>
                  </a:lnTo>
                  <a:lnTo>
                    <a:pt x="44315" y="9400"/>
                  </a:lnTo>
                  <a:lnTo>
                    <a:pt x="44315" y="10733"/>
                  </a:lnTo>
                  <a:lnTo>
                    <a:pt x="44315" y="12086"/>
                  </a:lnTo>
                  <a:lnTo>
                    <a:pt x="45562" y="12024"/>
                  </a:lnTo>
                  <a:lnTo>
                    <a:pt x="46814" y="11961"/>
                  </a:lnTo>
                  <a:lnTo>
                    <a:pt x="48075" y="11898"/>
                  </a:lnTo>
                  <a:lnTo>
                    <a:pt x="49351" y="11834"/>
                  </a:lnTo>
                  <a:lnTo>
                    <a:pt x="50570" y="11842"/>
                  </a:lnTo>
                  <a:lnTo>
                    <a:pt x="51657" y="11875"/>
                  </a:lnTo>
                  <a:lnTo>
                    <a:pt x="52646" y="11945"/>
                  </a:lnTo>
                  <a:lnTo>
                    <a:pt x="53571" y="12065"/>
                  </a:lnTo>
                  <a:lnTo>
                    <a:pt x="54465" y="12247"/>
                  </a:lnTo>
                  <a:lnTo>
                    <a:pt x="55363" y="12504"/>
                  </a:lnTo>
                  <a:lnTo>
                    <a:pt x="56298" y="12848"/>
                  </a:lnTo>
                  <a:lnTo>
                    <a:pt x="57304" y="13292"/>
                  </a:lnTo>
                  <a:lnTo>
                    <a:pt x="58415" y="13848"/>
                  </a:lnTo>
                  <a:lnTo>
                    <a:pt x="59264" y="14822"/>
                  </a:lnTo>
                  <a:lnTo>
                    <a:pt x="59833" y="15592"/>
                  </a:lnTo>
                  <a:lnTo>
                    <a:pt x="60178" y="16335"/>
                  </a:lnTo>
                  <a:lnTo>
                    <a:pt x="60355" y="17224"/>
                  </a:lnTo>
                  <a:lnTo>
                    <a:pt x="60420" y="18436"/>
                  </a:lnTo>
                  <a:lnTo>
                    <a:pt x="60430" y="20143"/>
                  </a:lnTo>
                  <a:lnTo>
                    <a:pt x="59235" y="20211"/>
                  </a:lnTo>
                  <a:lnTo>
                    <a:pt x="58070" y="20255"/>
                  </a:lnTo>
                  <a:lnTo>
                    <a:pt x="56934" y="20275"/>
                  </a:lnTo>
                  <a:lnTo>
                    <a:pt x="55823" y="20271"/>
                  </a:lnTo>
                  <a:lnTo>
                    <a:pt x="54735" y="20244"/>
                  </a:lnTo>
                  <a:lnTo>
                    <a:pt x="53666" y="20193"/>
                  </a:lnTo>
                  <a:lnTo>
                    <a:pt x="52615" y="20118"/>
                  </a:lnTo>
                  <a:lnTo>
                    <a:pt x="51579" y="20019"/>
                  </a:lnTo>
                  <a:lnTo>
                    <a:pt x="50554" y="19897"/>
                  </a:lnTo>
                  <a:lnTo>
                    <a:pt x="49539" y="19751"/>
                  </a:lnTo>
                  <a:lnTo>
                    <a:pt x="48530" y="19581"/>
                  </a:lnTo>
                  <a:lnTo>
                    <a:pt x="47525" y="19387"/>
                  </a:lnTo>
                  <a:lnTo>
                    <a:pt x="46522" y="19169"/>
                  </a:lnTo>
                  <a:lnTo>
                    <a:pt x="45517" y="18927"/>
                  </a:lnTo>
                  <a:lnTo>
                    <a:pt x="44507" y="18662"/>
                  </a:lnTo>
                  <a:lnTo>
                    <a:pt x="43491" y="18373"/>
                  </a:lnTo>
                  <a:lnTo>
                    <a:pt x="42466" y="18060"/>
                  </a:lnTo>
                  <a:lnTo>
                    <a:pt x="41428" y="17723"/>
                  </a:lnTo>
                  <a:lnTo>
                    <a:pt x="40376" y="17362"/>
                  </a:lnTo>
                  <a:lnTo>
                    <a:pt x="39306" y="16977"/>
                  </a:lnTo>
                  <a:lnTo>
                    <a:pt x="38215" y="16569"/>
                  </a:lnTo>
                  <a:lnTo>
                    <a:pt x="37102" y="16136"/>
                  </a:lnTo>
                  <a:lnTo>
                    <a:pt x="36109" y="15762"/>
                  </a:lnTo>
                  <a:lnTo>
                    <a:pt x="35114" y="15405"/>
                  </a:lnTo>
                  <a:lnTo>
                    <a:pt x="34116" y="15065"/>
                  </a:lnTo>
                  <a:lnTo>
                    <a:pt x="33116" y="14741"/>
                  </a:lnTo>
                  <a:lnTo>
                    <a:pt x="32114" y="14431"/>
                  </a:lnTo>
                  <a:lnTo>
                    <a:pt x="31109" y="14135"/>
                  </a:lnTo>
                  <a:lnTo>
                    <a:pt x="30102" y="13851"/>
                  </a:lnTo>
                  <a:lnTo>
                    <a:pt x="29092" y="13579"/>
                  </a:lnTo>
                  <a:lnTo>
                    <a:pt x="28079" y="13317"/>
                  </a:lnTo>
                  <a:lnTo>
                    <a:pt x="27063" y="13065"/>
                  </a:lnTo>
                  <a:lnTo>
                    <a:pt x="26044" y="12820"/>
                  </a:lnTo>
                  <a:lnTo>
                    <a:pt x="25022" y="12583"/>
                  </a:lnTo>
                  <a:lnTo>
                    <a:pt x="23996" y="12353"/>
                  </a:lnTo>
                  <a:lnTo>
                    <a:pt x="22968" y="12127"/>
                  </a:lnTo>
                  <a:lnTo>
                    <a:pt x="21935" y="11906"/>
                  </a:lnTo>
                  <a:lnTo>
                    <a:pt x="20899" y="11688"/>
                  </a:lnTo>
                  <a:lnTo>
                    <a:pt x="19860" y="11472"/>
                  </a:lnTo>
                  <a:lnTo>
                    <a:pt x="18769" y="11238"/>
                  </a:lnTo>
                  <a:lnTo>
                    <a:pt x="17688" y="10994"/>
                  </a:lnTo>
                  <a:lnTo>
                    <a:pt x="16615" y="10741"/>
                  </a:lnTo>
                  <a:lnTo>
                    <a:pt x="15550" y="10479"/>
                  </a:lnTo>
                  <a:lnTo>
                    <a:pt x="14492" y="10207"/>
                  </a:lnTo>
                  <a:lnTo>
                    <a:pt x="13440" y="9925"/>
                  </a:lnTo>
                  <a:lnTo>
                    <a:pt x="12394" y="9634"/>
                  </a:lnTo>
                  <a:lnTo>
                    <a:pt x="11353" y="9333"/>
                  </a:lnTo>
                  <a:lnTo>
                    <a:pt x="10315" y="9023"/>
                  </a:lnTo>
                  <a:lnTo>
                    <a:pt x="9281" y="8703"/>
                  </a:lnTo>
                  <a:lnTo>
                    <a:pt x="8250" y="8373"/>
                  </a:lnTo>
                  <a:lnTo>
                    <a:pt x="7220" y="8033"/>
                  </a:lnTo>
                  <a:lnTo>
                    <a:pt x="6191" y="7683"/>
                  </a:lnTo>
                  <a:lnTo>
                    <a:pt x="5163" y="7323"/>
                  </a:lnTo>
                  <a:lnTo>
                    <a:pt x="4134" y="6953"/>
                  </a:lnTo>
                  <a:lnTo>
                    <a:pt x="3104" y="6573"/>
                  </a:lnTo>
                  <a:lnTo>
                    <a:pt x="2072" y="6183"/>
                  </a:lnTo>
                  <a:lnTo>
                    <a:pt x="1038" y="5783"/>
                  </a:lnTo>
                  <a:lnTo>
                    <a:pt x="0" y="5372"/>
                  </a:lnTo>
                  <a:lnTo>
                    <a:pt x="997" y="5039"/>
                  </a:lnTo>
                  <a:lnTo>
                    <a:pt x="1999" y="4705"/>
                  </a:lnTo>
                  <a:lnTo>
                    <a:pt x="3008" y="4369"/>
                  </a:lnTo>
                  <a:lnTo>
                    <a:pt x="4028" y="4029"/>
                  </a:lnTo>
                  <a:lnTo>
                    <a:pt x="4361" y="3031"/>
                  </a:lnTo>
                  <a:lnTo>
                    <a:pt x="4695" y="2030"/>
                  </a:lnTo>
                  <a:lnTo>
                    <a:pt x="5031" y="1021"/>
                  </a:lnTo>
                  <a:lnTo>
                    <a:pt x="5371" y="0"/>
                  </a:lnTo>
                  <a:close/>
                </a:path>
              </a:pathLst>
            </a:custGeom>
            <a:solidFill>
              <a:srgbClr val="49586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" name="region 115 #C7ACA1"/>
            <p:cNvSpPr/>
            <p:nvPr/>
          </p:nvSpPr>
          <p:spPr>
            <a:xfrm>
              <a:off x="1224757" y="643240"/>
              <a:ext cx="34867" cy="77888"/>
            </a:xfrm>
            <a:custGeom>
              <a:avLst/>
              <a:gdLst/>
              <a:ahLst/>
              <a:cxnLst/>
              <a:rect l="l" t="t" r="r" b="b"/>
              <a:pathLst>
                <a:path w="34867" h="77888">
                  <a:moveTo>
                    <a:pt x="1295" y="0"/>
                  </a:moveTo>
                  <a:lnTo>
                    <a:pt x="2627" y="0"/>
                  </a:lnTo>
                  <a:lnTo>
                    <a:pt x="3980" y="0"/>
                  </a:lnTo>
                  <a:lnTo>
                    <a:pt x="4164" y="1299"/>
                  </a:lnTo>
                  <a:lnTo>
                    <a:pt x="4349" y="2605"/>
                  </a:lnTo>
                  <a:lnTo>
                    <a:pt x="4536" y="3930"/>
                  </a:lnTo>
                  <a:lnTo>
                    <a:pt x="4693" y="5024"/>
                  </a:lnTo>
                  <a:lnTo>
                    <a:pt x="4851" y="6118"/>
                  </a:lnTo>
                  <a:lnTo>
                    <a:pt x="5008" y="7212"/>
                  </a:lnTo>
                  <a:lnTo>
                    <a:pt x="5166" y="8306"/>
                  </a:lnTo>
                  <a:lnTo>
                    <a:pt x="5323" y="9401"/>
                  </a:lnTo>
                  <a:lnTo>
                    <a:pt x="5533" y="10867"/>
                  </a:lnTo>
                  <a:lnTo>
                    <a:pt x="5746" y="12356"/>
                  </a:lnTo>
                  <a:lnTo>
                    <a:pt x="5900" y="13400"/>
                  </a:lnTo>
                  <a:lnTo>
                    <a:pt x="6055" y="14443"/>
                  </a:lnTo>
                  <a:lnTo>
                    <a:pt x="6211" y="15485"/>
                  </a:lnTo>
                  <a:lnTo>
                    <a:pt x="6369" y="16528"/>
                  </a:lnTo>
                  <a:lnTo>
                    <a:pt x="6527" y="17570"/>
                  </a:lnTo>
                  <a:lnTo>
                    <a:pt x="6687" y="18613"/>
                  </a:lnTo>
                  <a:lnTo>
                    <a:pt x="6847" y="19655"/>
                  </a:lnTo>
                  <a:lnTo>
                    <a:pt x="7008" y="20697"/>
                  </a:lnTo>
                  <a:lnTo>
                    <a:pt x="7170" y="21739"/>
                  </a:lnTo>
                  <a:lnTo>
                    <a:pt x="7322" y="22805"/>
                  </a:lnTo>
                  <a:lnTo>
                    <a:pt x="7476" y="23879"/>
                  </a:lnTo>
                  <a:lnTo>
                    <a:pt x="7632" y="24967"/>
                  </a:lnTo>
                  <a:lnTo>
                    <a:pt x="7828" y="26176"/>
                  </a:lnTo>
                  <a:lnTo>
                    <a:pt x="8030" y="27326"/>
                  </a:lnTo>
                  <a:lnTo>
                    <a:pt x="8245" y="28425"/>
                  </a:lnTo>
                  <a:lnTo>
                    <a:pt x="8480" y="29479"/>
                  </a:lnTo>
                  <a:lnTo>
                    <a:pt x="8740" y="30494"/>
                  </a:lnTo>
                  <a:lnTo>
                    <a:pt x="9034" y="31477"/>
                  </a:lnTo>
                  <a:lnTo>
                    <a:pt x="9367" y="32434"/>
                  </a:lnTo>
                  <a:lnTo>
                    <a:pt x="9747" y="33372"/>
                  </a:lnTo>
                  <a:lnTo>
                    <a:pt x="10180" y="34296"/>
                  </a:lnTo>
                  <a:lnTo>
                    <a:pt x="10673" y="35213"/>
                  </a:lnTo>
                  <a:lnTo>
                    <a:pt x="11233" y="36131"/>
                  </a:lnTo>
                  <a:lnTo>
                    <a:pt x="11866" y="37054"/>
                  </a:lnTo>
                  <a:lnTo>
                    <a:pt x="12580" y="37990"/>
                  </a:lnTo>
                  <a:lnTo>
                    <a:pt x="13381" y="38944"/>
                  </a:lnTo>
                  <a:lnTo>
                    <a:pt x="13690" y="39985"/>
                  </a:lnTo>
                  <a:lnTo>
                    <a:pt x="13997" y="41027"/>
                  </a:lnTo>
                  <a:lnTo>
                    <a:pt x="14300" y="42070"/>
                  </a:lnTo>
                  <a:lnTo>
                    <a:pt x="14602" y="43114"/>
                  </a:lnTo>
                  <a:lnTo>
                    <a:pt x="14900" y="44158"/>
                  </a:lnTo>
                  <a:lnTo>
                    <a:pt x="15196" y="45204"/>
                  </a:lnTo>
                  <a:lnTo>
                    <a:pt x="15489" y="46250"/>
                  </a:lnTo>
                  <a:lnTo>
                    <a:pt x="15779" y="47297"/>
                  </a:lnTo>
                  <a:lnTo>
                    <a:pt x="16066" y="48344"/>
                  </a:lnTo>
                  <a:lnTo>
                    <a:pt x="16732" y="49342"/>
                  </a:lnTo>
                  <a:lnTo>
                    <a:pt x="17399" y="50343"/>
                  </a:lnTo>
                  <a:lnTo>
                    <a:pt x="18072" y="51352"/>
                  </a:lnTo>
                  <a:lnTo>
                    <a:pt x="18752" y="52373"/>
                  </a:lnTo>
                  <a:lnTo>
                    <a:pt x="18752" y="53704"/>
                  </a:lnTo>
                  <a:lnTo>
                    <a:pt x="18752" y="55044"/>
                  </a:lnTo>
                  <a:lnTo>
                    <a:pt x="18752" y="56402"/>
                  </a:lnTo>
                  <a:lnTo>
                    <a:pt x="20085" y="56402"/>
                  </a:lnTo>
                  <a:lnTo>
                    <a:pt x="21438" y="56402"/>
                  </a:lnTo>
                  <a:lnTo>
                    <a:pt x="21999" y="57462"/>
                  </a:lnTo>
                  <a:lnTo>
                    <a:pt x="22563" y="58526"/>
                  </a:lnTo>
                  <a:lnTo>
                    <a:pt x="23130" y="59598"/>
                  </a:lnTo>
                  <a:lnTo>
                    <a:pt x="23705" y="60683"/>
                  </a:lnTo>
                  <a:lnTo>
                    <a:pt x="24303" y="61717"/>
                  </a:lnTo>
                  <a:lnTo>
                    <a:pt x="24892" y="62679"/>
                  </a:lnTo>
                  <a:lnTo>
                    <a:pt x="25482" y="63583"/>
                  </a:lnTo>
                  <a:lnTo>
                    <a:pt x="26081" y="64442"/>
                  </a:lnTo>
                  <a:lnTo>
                    <a:pt x="26700" y="65270"/>
                  </a:lnTo>
                  <a:lnTo>
                    <a:pt x="27347" y="66080"/>
                  </a:lnTo>
                  <a:lnTo>
                    <a:pt x="28034" y="66886"/>
                  </a:lnTo>
                  <a:lnTo>
                    <a:pt x="28768" y="67701"/>
                  </a:lnTo>
                  <a:lnTo>
                    <a:pt x="29560" y="68538"/>
                  </a:lnTo>
                  <a:lnTo>
                    <a:pt x="30419" y="69411"/>
                  </a:lnTo>
                  <a:lnTo>
                    <a:pt x="31351" y="70360"/>
                  </a:lnTo>
                  <a:lnTo>
                    <a:pt x="32144" y="71220"/>
                  </a:lnTo>
                  <a:lnTo>
                    <a:pt x="32811" y="72029"/>
                  </a:lnTo>
                  <a:lnTo>
                    <a:pt x="33364" y="72823"/>
                  </a:lnTo>
                  <a:lnTo>
                    <a:pt x="33816" y="73640"/>
                  </a:lnTo>
                  <a:lnTo>
                    <a:pt x="34179" y="74518"/>
                  </a:lnTo>
                  <a:lnTo>
                    <a:pt x="34467" y="75493"/>
                  </a:lnTo>
                  <a:lnTo>
                    <a:pt x="34692" y="76604"/>
                  </a:lnTo>
                  <a:lnTo>
                    <a:pt x="34867" y="77888"/>
                  </a:lnTo>
                  <a:lnTo>
                    <a:pt x="33584" y="77579"/>
                  </a:lnTo>
                  <a:lnTo>
                    <a:pt x="32569" y="77326"/>
                  </a:lnTo>
                  <a:lnTo>
                    <a:pt x="31727" y="77096"/>
                  </a:lnTo>
                  <a:lnTo>
                    <a:pt x="30964" y="76859"/>
                  </a:lnTo>
                  <a:lnTo>
                    <a:pt x="30185" y="76582"/>
                  </a:lnTo>
                  <a:lnTo>
                    <a:pt x="29296" y="76235"/>
                  </a:lnTo>
                  <a:lnTo>
                    <a:pt x="28202" y="75785"/>
                  </a:lnTo>
                  <a:lnTo>
                    <a:pt x="26809" y="75202"/>
                  </a:lnTo>
                  <a:lnTo>
                    <a:pt x="26132" y="73737"/>
                  </a:lnTo>
                  <a:lnTo>
                    <a:pt x="25646" y="72660"/>
                  </a:lnTo>
                  <a:lnTo>
                    <a:pt x="25277" y="71782"/>
                  </a:lnTo>
                  <a:lnTo>
                    <a:pt x="24950" y="70919"/>
                  </a:lnTo>
                  <a:lnTo>
                    <a:pt x="24590" y="69883"/>
                  </a:lnTo>
                  <a:lnTo>
                    <a:pt x="24124" y="68487"/>
                  </a:lnTo>
                  <a:lnTo>
                    <a:pt x="23687" y="68342"/>
                  </a:lnTo>
                  <a:lnTo>
                    <a:pt x="23122" y="68153"/>
                  </a:lnTo>
                  <a:lnTo>
                    <a:pt x="22050" y="67796"/>
                  </a:lnTo>
                  <a:lnTo>
                    <a:pt x="20095" y="67145"/>
                  </a:lnTo>
                  <a:lnTo>
                    <a:pt x="19224" y="66168"/>
                  </a:lnTo>
                  <a:lnTo>
                    <a:pt x="18478" y="65293"/>
                  </a:lnTo>
                  <a:lnTo>
                    <a:pt x="17849" y="64486"/>
                  </a:lnTo>
                  <a:lnTo>
                    <a:pt x="17329" y="63711"/>
                  </a:lnTo>
                  <a:lnTo>
                    <a:pt x="16911" y="62931"/>
                  </a:lnTo>
                  <a:lnTo>
                    <a:pt x="16586" y="62113"/>
                  </a:lnTo>
                  <a:lnTo>
                    <a:pt x="16347" y="61221"/>
                  </a:lnTo>
                  <a:lnTo>
                    <a:pt x="16186" y="60219"/>
                  </a:lnTo>
                  <a:lnTo>
                    <a:pt x="16095" y="59072"/>
                  </a:lnTo>
                  <a:lnTo>
                    <a:pt x="16066" y="57744"/>
                  </a:lnTo>
                  <a:lnTo>
                    <a:pt x="14735" y="57744"/>
                  </a:lnTo>
                  <a:lnTo>
                    <a:pt x="13396" y="57744"/>
                  </a:lnTo>
                  <a:lnTo>
                    <a:pt x="12038" y="57744"/>
                  </a:lnTo>
                  <a:lnTo>
                    <a:pt x="11905" y="56681"/>
                  </a:lnTo>
                  <a:lnTo>
                    <a:pt x="11772" y="55616"/>
                  </a:lnTo>
                  <a:lnTo>
                    <a:pt x="11639" y="54551"/>
                  </a:lnTo>
                  <a:lnTo>
                    <a:pt x="11505" y="53483"/>
                  </a:lnTo>
                  <a:lnTo>
                    <a:pt x="11371" y="52413"/>
                  </a:lnTo>
                  <a:lnTo>
                    <a:pt x="11237" y="51340"/>
                  </a:lnTo>
                  <a:lnTo>
                    <a:pt x="11102" y="50263"/>
                  </a:lnTo>
                  <a:lnTo>
                    <a:pt x="10967" y="49181"/>
                  </a:lnTo>
                  <a:lnTo>
                    <a:pt x="10831" y="48094"/>
                  </a:lnTo>
                  <a:lnTo>
                    <a:pt x="10695" y="47001"/>
                  </a:lnTo>
                  <a:lnTo>
                    <a:pt x="9362" y="47001"/>
                  </a:lnTo>
                  <a:lnTo>
                    <a:pt x="8009" y="47001"/>
                  </a:lnTo>
                  <a:lnTo>
                    <a:pt x="7595" y="45567"/>
                  </a:lnTo>
                  <a:lnTo>
                    <a:pt x="7175" y="44111"/>
                  </a:lnTo>
                  <a:lnTo>
                    <a:pt x="6813" y="42876"/>
                  </a:lnTo>
                  <a:lnTo>
                    <a:pt x="6448" y="41631"/>
                  </a:lnTo>
                  <a:lnTo>
                    <a:pt x="6078" y="40370"/>
                  </a:lnTo>
                  <a:lnTo>
                    <a:pt x="5720" y="39138"/>
                  </a:lnTo>
                  <a:lnTo>
                    <a:pt x="5359" y="37898"/>
                  </a:lnTo>
                  <a:lnTo>
                    <a:pt x="4993" y="36641"/>
                  </a:lnTo>
                  <a:lnTo>
                    <a:pt x="4387" y="34846"/>
                  </a:lnTo>
                  <a:lnTo>
                    <a:pt x="3939" y="33788"/>
                  </a:lnTo>
                  <a:lnTo>
                    <a:pt x="3430" y="33054"/>
                  </a:lnTo>
                  <a:lnTo>
                    <a:pt x="2638" y="32230"/>
                  </a:lnTo>
                  <a:lnTo>
                    <a:pt x="2477" y="31164"/>
                  </a:lnTo>
                  <a:lnTo>
                    <a:pt x="2328" y="30096"/>
                  </a:lnTo>
                  <a:lnTo>
                    <a:pt x="2190" y="29027"/>
                  </a:lnTo>
                  <a:lnTo>
                    <a:pt x="2061" y="27957"/>
                  </a:lnTo>
                  <a:lnTo>
                    <a:pt x="1941" y="26886"/>
                  </a:lnTo>
                  <a:lnTo>
                    <a:pt x="1828" y="25813"/>
                  </a:lnTo>
                  <a:lnTo>
                    <a:pt x="1720" y="24740"/>
                  </a:lnTo>
                  <a:lnTo>
                    <a:pt x="1617" y="23667"/>
                  </a:lnTo>
                  <a:lnTo>
                    <a:pt x="1518" y="22593"/>
                  </a:lnTo>
                  <a:lnTo>
                    <a:pt x="1420" y="21519"/>
                  </a:lnTo>
                  <a:lnTo>
                    <a:pt x="1323" y="20445"/>
                  </a:lnTo>
                  <a:lnTo>
                    <a:pt x="1226" y="19371"/>
                  </a:lnTo>
                  <a:lnTo>
                    <a:pt x="1127" y="18297"/>
                  </a:lnTo>
                  <a:lnTo>
                    <a:pt x="993" y="16990"/>
                  </a:lnTo>
                  <a:lnTo>
                    <a:pt x="859" y="15675"/>
                  </a:lnTo>
                  <a:lnTo>
                    <a:pt x="723" y="14342"/>
                  </a:lnTo>
                  <a:lnTo>
                    <a:pt x="603" y="13087"/>
                  </a:lnTo>
                  <a:lnTo>
                    <a:pt x="483" y="11824"/>
                  </a:lnTo>
                  <a:lnTo>
                    <a:pt x="361" y="10545"/>
                  </a:lnTo>
                  <a:lnTo>
                    <a:pt x="250" y="9391"/>
                  </a:lnTo>
                  <a:lnTo>
                    <a:pt x="138" y="8230"/>
                  </a:lnTo>
                  <a:lnTo>
                    <a:pt x="24" y="7053"/>
                  </a:lnTo>
                  <a:lnTo>
                    <a:pt x="0" y="5761"/>
                  </a:lnTo>
                  <a:lnTo>
                    <a:pt x="23" y="4776"/>
                  </a:lnTo>
                  <a:lnTo>
                    <a:pt x="129" y="3904"/>
                  </a:lnTo>
                  <a:lnTo>
                    <a:pt x="352" y="2947"/>
                  </a:lnTo>
                  <a:lnTo>
                    <a:pt x="729" y="1712"/>
                  </a:lnTo>
                  <a:lnTo>
                    <a:pt x="1295" y="0"/>
                  </a:lnTo>
                  <a:close/>
                </a:path>
              </a:pathLst>
            </a:custGeom>
            <a:solidFill>
              <a:srgbClr val="C7ACA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" name="region 116 #110D0C"/>
            <p:cNvSpPr/>
            <p:nvPr/>
          </p:nvSpPr>
          <p:spPr>
            <a:xfrm>
              <a:off x="1346911" y="283669"/>
              <a:ext cx="53715" cy="22508"/>
            </a:xfrm>
            <a:custGeom>
              <a:avLst/>
              <a:gdLst/>
              <a:ahLst/>
              <a:cxnLst/>
              <a:rect l="l" t="t" r="r" b="b"/>
              <a:pathLst>
                <a:path w="53715" h="22508">
                  <a:moveTo>
                    <a:pt x="53715" y="2365"/>
                  </a:moveTo>
                  <a:lnTo>
                    <a:pt x="53715" y="3414"/>
                  </a:lnTo>
                  <a:lnTo>
                    <a:pt x="53715" y="4464"/>
                  </a:lnTo>
                  <a:lnTo>
                    <a:pt x="53715" y="5514"/>
                  </a:lnTo>
                  <a:lnTo>
                    <a:pt x="53715" y="6565"/>
                  </a:lnTo>
                  <a:lnTo>
                    <a:pt x="53715" y="7616"/>
                  </a:lnTo>
                  <a:lnTo>
                    <a:pt x="53715" y="8668"/>
                  </a:lnTo>
                  <a:lnTo>
                    <a:pt x="53715" y="9722"/>
                  </a:lnTo>
                  <a:lnTo>
                    <a:pt x="53715" y="10776"/>
                  </a:lnTo>
                  <a:lnTo>
                    <a:pt x="53715" y="11832"/>
                  </a:lnTo>
                  <a:lnTo>
                    <a:pt x="53715" y="12890"/>
                  </a:lnTo>
                  <a:lnTo>
                    <a:pt x="53715" y="13949"/>
                  </a:lnTo>
                  <a:lnTo>
                    <a:pt x="53715" y="15010"/>
                  </a:lnTo>
                  <a:lnTo>
                    <a:pt x="53715" y="16073"/>
                  </a:lnTo>
                  <a:lnTo>
                    <a:pt x="53715" y="17139"/>
                  </a:lnTo>
                  <a:lnTo>
                    <a:pt x="53715" y="18207"/>
                  </a:lnTo>
                  <a:lnTo>
                    <a:pt x="53715" y="19278"/>
                  </a:lnTo>
                  <a:lnTo>
                    <a:pt x="53715" y="20352"/>
                  </a:lnTo>
                  <a:lnTo>
                    <a:pt x="53715" y="21428"/>
                  </a:lnTo>
                  <a:lnTo>
                    <a:pt x="53715" y="22508"/>
                  </a:lnTo>
                  <a:lnTo>
                    <a:pt x="53049" y="22508"/>
                  </a:lnTo>
                  <a:lnTo>
                    <a:pt x="52373" y="22508"/>
                  </a:lnTo>
                  <a:lnTo>
                    <a:pt x="52311" y="22018"/>
                  </a:lnTo>
                  <a:lnTo>
                    <a:pt x="52255" y="21571"/>
                  </a:lnTo>
                  <a:lnTo>
                    <a:pt x="52197" y="21101"/>
                  </a:lnTo>
                  <a:lnTo>
                    <a:pt x="52127" y="20544"/>
                  </a:lnTo>
                  <a:lnTo>
                    <a:pt x="52039" y="19835"/>
                  </a:lnTo>
                  <a:lnTo>
                    <a:pt x="51923" y="18911"/>
                  </a:lnTo>
                  <a:lnTo>
                    <a:pt x="51772" y="17706"/>
                  </a:lnTo>
                  <a:lnTo>
                    <a:pt x="51579" y="16157"/>
                  </a:lnTo>
                  <a:lnTo>
                    <a:pt x="51334" y="14198"/>
                  </a:lnTo>
                  <a:lnTo>
                    <a:pt x="51030" y="11765"/>
                  </a:lnTo>
                  <a:lnTo>
                    <a:pt x="49999" y="11738"/>
                  </a:lnTo>
                  <a:lnTo>
                    <a:pt x="48968" y="11710"/>
                  </a:lnTo>
                  <a:lnTo>
                    <a:pt x="47937" y="11683"/>
                  </a:lnTo>
                  <a:lnTo>
                    <a:pt x="46905" y="11656"/>
                  </a:lnTo>
                  <a:lnTo>
                    <a:pt x="45874" y="11629"/>
                  </a:lnTo>
                  <a:lnTo>
                    <a:pt x="44843" y="11602"/>
                  </a:lnTo>
                  <a:lnTo>
                    <a:pt x="43811" y="11575"/>
                  </a:lnTo>
                  <a:lnTo>
                    <a:pt x="42779" y="11548"/>
                  </a:lnTo>
                  <a:lnTo>
                    <a:pt x="41747" y="11520"/>
                  </a:lnTo>
                  <a:lnTo>
                    <a:pt x="40715" y="11493"/>
                  </a:lnTo>
                  <a:lnTo>
                    <a:pt x="39683" y="11466"/>
                  </a:lnTo>
                  <a:lnTo>
                    <a:pt x="38650" y="11439"/>
                  </a:lnTo>
                  <a:lnTo>
                    <a:pt x="37617" y="11412"/>
                  </a:lnTo>
                  <a:lnTo>
                    <a:pt x="36584" y="11385"/>
                  </a:lnTo>
                  <a:lnTo>
                    <a:pt x="35550" y="11357"/>
                  </a:lnTo>
                  <a:lnTo>
                    <a:pt x="34516" y="11330"/>
                  </a:lnTo>
                  <a:lnTo>
                    <a:pt x="33481" y="11303"/>
                  </a:lnTo>
                  <a:lnTo>
                    <a:pt x="32446" y="11276"/>
                  </a:lnTo>
                  <a:lnTo>
                    <a:pt x="31411" y="11248"/>
                  </a:lnTo>
                  <a:lnTo>
                    <a:pt x="30375" y="11221"/>
                  </a:lnTo>
                  <a:lnTo>
                    <a:pt x="29338" y="11194"/>
                  </a:lnTo>
                  <a:lnTo>
                    <a:pt x="28301" y="11167"/>
                  </a:lnTo>
                  <a:lnTo>
                    <a:pt x="27264" y="11139"/>
                  </a:lnTo>
                  <a:lnTo>
                    <a:pt x="26226" y="11112"/>
                  </a:lnTo>
                  <a:lnTo>
                    <a:pt x="25187" y="11085"/>
                  </a:lnTo>
                  <a:lnTo>
                    <a:pt x="24147" y="11057"/>
                  </a:lnTo>
                  <a:lnTo>
                    <a:pt x="23107" y="11030"/>
                  </a:lnTo>
                  <a:lnTo>
                    <a:pt x="22066" y="11003"/>
                  </a:lnTo>
                  <a:lnTo>
                    <a:pt x="21025" y="10975"/>
                  </a:lnTo>
                  <a:lnTo>
                    <a:pt x="19982" y="10948"/>
                  </a:lnTo>
                  <a:lnTo>
                    <a:pt x="18939" y="10920"/>
                  </a:lnTo>
                  <a:lnTo>
                    <a:pt x="17895" y="10893"/>
                  </a:lnTo>
                  <a:lnTo>
                    <a:pt x="16851" y="10865"/>
                  </a:lnTo>
                  <a:lnTo>
                    <a:pt x="15805" y="10838"/>
                  </a:lnTo>
                  <a:lnTo>
                    <a:pt x="14759" y="10810"/>
                  </a:lnTo>
                  <a:lnTo>
                    <a:pt x="13711" y="10783"/>
                  </a:lnTo>
                  <a:lnTo>
                    <a:pt x="12663" y="10755"/>
                  </a:lnTo>
                  <a:lnTo>
                    <a:pt x="11613" y="10727"/>
                  </a:lnTo>
                  <a:lnTo>
                    <a:pt x="10563" y="10700"/>
                  </a:lnTo>
                  <a:lnTo>
                    <a:pt x="9512" y="10672"/>
                  </a:lnTo>
                  <a:lnTo>
                    <a:pt x="8460" y="10644"/>
                  </a:lnTo>
                  <a:lnTo>
                    <a:pt x="7406" y="10617"/>
                  </a:lnTo>
                  <a:lnTo>
                    <a:pt x="6352" y="10589"/>
                  </a:lnTo>
                  <a:lnTo>
                    <a:pt x="5296" y="10561"/>
                  </a:lnTo>
                  <a:lnTo>
                    <a:pt x="4239" y="10533"/>
                  </a:lnTo>
                  <a:lnTo>
                    <a:pt x="3181" y="10506"/>
                  </a:lnTo>
                  <a:lnTo>
                    <a:pt x="2122" y="10478"/>
                  </a:lnTo>
                  <a:lnTo>
                    <a:pt x="1062" y="10450"/>
                  </a:lnTo>
                  <a:lnTo>
                    <a:pt x="0" y="10422"/>
                  </a:lnTo>
                  <a:lnTo>
                    <a:pt x="0" y="9089"/>
                  </a:lnTo>
                  <a:lnTo>
                    <a:pt x="0" y="7736"/>
                  </a:lnTo>
                  <a:lnTo>
                    <a:pt x="1027" y="7248"/>
                  </a:lnTo>
                  <a:lnTo>
                    <a:pt x="2043" y="6788"/>
                  </a:lnTo>
                  <a:lnTo>
                    <a:pt x="3049" y="6356"/>
                  </a:lnTo>
                  <a:lnTo>
                    <a:pt x="4048" y="5951"/>
                  </a:lnTo>
                  <a:lnTo>
                    <a:pt x="5040" y="5572"/>
                  </a:lnTo>
                  <a:lnTo>
                    <a:pt x="6027" y="5218"/>
                  </a:lnTo>
                  <a:lnTo>
                    <a:pt x="7012" y="4887"/>
                  </a:lnTo>
                  <a:lnTo>
                    <a:pt x="7996" y="4579"/>
                  </a:lnTo>
                  <a:lnTo>
                    <a:pt x="8981" y="4293"/>
                  </a:lnTo>
                  <a:lnTo>
                    <a:pt x="9968" y="4028"/>
                  </a:lnTo>
                  <a:lnTo>
                    <a:pt x="10960" y="3782"/>
                  </a:lnTo>
                  <a:lnTo>
                    <a:pt x="11957" y="3555"/>
                  </a:lnTo>
                  <a:lnTo>
                    <a:pt x="12962" y="3346"/>
                  </a:lnTo>
                  <a:lnTo>
                    <a:pt x="13976" y="3154"/>
                  </a:lnTo>
                  <a:lnTo>
                    <a:pt x="15002" y="2978"/>
                  </a:lnTo>
                  <a:lnTo>
                    <a:pt x="16040" y="2816"/>
                  </a:lnTo>
                  <a:lnTo>
                    <a:pt x="17093" y="2669"/>
                  </a:lnTo>
                  <a:lnTo>
                    <a:pt x="18163" y="2534"/>
                  </a:lnTo>
                  <a:lnTo>
                    <a:pt x="19250" y="2411"/>
                  </a:lnTo>
                  <a:lnTo>
                    <a:pt x="20357" y="2299"/>
                  </a:lnTo>
                  <a:lnTo>
                    <a:pt x="21486" y="2197"/>
                  </a:lnTo>
                  <a:lnTo>
                    <a:pt x="22729" y="2078"/>
                  </a:lnTo>
                  <a:lnTo>
                    <a:pt x="23971" y="1959"/>
                  </a:lnTo>
                  <a:lnTo>
                    <a:pt x="25213" y="1839"/>
                  </a:lnTo>
                  <a:lnTo>
                    <a:pt x="26455" y="1719"/>
                  </a:lnTo>
                  <a:lnTo>
                    <a:pt x="27697" y="1599"/>
                  </a:lnTo>
                  <a:lnTo>
                    <a:pt x="29185" y="1461"/>
                  </a:lnTo>
                  <a:lnTo>
                    <a:pt x="30696" y="1321"/>
                  </a:lnTo>
                  <a:lnTo>
                    <a:pt x="31856" y="1194"/>
                  </a:lnTo>
                  <a:lnTo>
                    <a:pt x="33016" y="1055"/>
                  </a:lnTo>
                  <a:lnTo>
                    <a:pt x="34173" y="905"/>
                  </a:lnTo>
                  <a:lnTo>
                    <a:pt x="35330" y="748"/>
                  </a:lnTo>
                  <a:lnTo>
                    <a:pt x="36487" y="584"/>
                  </a:lnTo>
                  <a:lnTo>
                    <a:pt x="37642" y="416"/>
                  </a:lnTo>
                  <a:lnTo>
                    <a:pt x="38797" y="246"/>
                  </a:lnTo>
                  <a:lnTo>
                    <a:pt x="39982" y="110"/>
                  </a:lnTo>
                  <a:lnTo>
                    <a:pt x="41121" y="29"/>
                  </a:lnTo>
                  <a:lnTo>
                    <a:pt x="42221" y="0"/>
                  </a:lnTo>
                  <a:lnTo>
                    <a:pt x="43290" y="20"/>
                  </a:lnTo>
                  <a:lnTo>
                    <a:pt x="44334" y="87"/>
                  </a:lnTo>
                  <a:lnTo>
                    <a:pt x="45359" y="199"/>
                  </a:lnTo>
                  <a:lnTo>
                    <a:pt x="46373" y="352"/>
                  </a:lnTo>
                  <a:lnTo>
                    <a:pt x="47382" y="544"/>
                  </a:lnTo>
                  <a:lnTo>
                    <a:pt x="48394" y="772"/>
                  </a:lnTo>
                  <a:lnTo>
                    <a:pt x="49414" y="1034"/>
                  </a:lnTo>
                  <a:lnTo>
                    <a:pt x="50449" y="1326"/>
                  </a:lnTo>
                  <a:lnTo>
                    <a:pt x="51507" y="1648"/>
                  </a:lnTo>
                  <a:lnTo>
                    <a:pt x="52593" y="1995"/>
                  </a:lnTo>
                  <a:lnTo>
                    <a:pt x="53715" y="2365"/>
                  </a:lnTo>
                  <a:close/>
                </a:path>
              </a:pathLst>
            </a:custGeom>
            <a:solidFill>
              <a:srgbClr val="110D0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" name="region 117 #B7C4CE"/>
            <p:cNvSpPr/>
            <p:nvPr/>
          </p:nvSpPr>
          <p:spPr>
            <a:xfrm>
              <a:off x="268576" y="218579"/>
              <a:ext cx="102059" cy="23214"/>
            </a:xfrm>
            <a:custGeom>
              <a:avLst/>
              <a:gdLst/>
              <a:ahLst/>
              <a:cxnLst/>
              <a:rect l="l" t="t" r="r" b="b"/>
              <a:pathLst>
                <a:path w="102059" h="23214">
                  <a:moveTo>
                    <a:pt x="98031" y="310"/>
                  </a:moveTo>
                  <a:lnTo>
                    <a:pt x="99117" y="1320"/>
                  </a:lnTo>
                  <a:lnTo>
                    <a:pt x="99870" y="2035"/>
                  </a:lnTo>
                  <a:lnTo>
                    <a:pt x="100483" y="2647"/>
                  </a:lnTo>
                  <a:lnTo>
                    <a:pt x="101148" y="3351"/>
                  </a:lnTo>
                  <a:lnTo>
                    <a:pt x="102059" y="4339"/>
                  </a:lnTo>
                  <a:lnTo>
                    <a:pt x="100820" y="4529"/>
                  </a:lnTo>
                  <a:lnTo>
                    <a:pt x="99571" y="4719"/>
                  </a:lnTo>
                  <a:lnTo>
                    <a:pt x="98306" y="4912"/>
                  </a:lnTo>
                  <a:lnTo>
                    <a:pt x="97233" y="5077"/>
                  </a:lnTo>
                  <a:lnTo>
                    <a:pt x="96161" y="5242"/>
                  </a:lnTo>
                  <a:lnTo>
                    <a:pt x="95088" y="5407"/>
                  </a:lnTo>
                  <a:lnTo>
                    <a:pt x="94016" y="5571"/>
                  </a:lnTo>
                  <a:lnTo>
                    <a:pt x="92943" y="5736"/>
                  </a:lnTo>
                  <a:lnTo>
                    <a:pt x="91871" y="5902"/>
                  </a:lnTo>
                  <a:lnTo>
                    <a:pt x="90798" y="6067"/>
                  </a:lnTo>
                  <a:lnTo>
                    <a:pt x="89726" y="6232"/>
                  </a:lnTo>
                  <a:lnTo>
                    <a:pt x="88653" y="6397"/>
                  </a:lnTo>
                  <a:lnTo>
                    <a:pt x="87581" y="6563"/>
                  </a:lnTo>
                  <a:lnTo>
                    <a:pt x="86509" y="6728"/>
                  </a:lnTo>
                  <a:lnTo>
                    <a:pt x="85436" y="6894"/>
                  </a:lnTo>
                  <a:lnTo>
                    <a:pt x="84364" y="7060"/>
                  </a:lnTo>
                  <a:lnTo>
                    <a:pt x="83163" y="7245"/>
                  </a:lnTo>
                  <a:lnTo>
                    <a:pt x="81962" y="7430"/>
                  </a:lnTo>
                  <a:lnTo>
                    <a:pt x="80761" y="7614"/>
                  </a:lnTo>
                  <a:lnTo>
                    <a:pt x="79560" y="7798"/>
                  </a:lnTo>
                  <a:lnTo>
                    <a:pt x="78359" y="7982"/>
                  </a:lnTo>
                  <a:lnTo>
                    <a:pt x="76161" y="8318"/>
                  </a:lnTo>
                  <a:lnTo>
                    <a:pt x="74084" y="8636"/>
                  </a:lnTo>
                  <a:lnTo>
                    <a:pt x="72123" y="8937"/>
                  </a:lnTo>
                  <a:lnTo>
                    <a:pt x="70273" y="9221"/>
                  </a:lnTo>
                  <a:lnTo>
                    <a:pt x="68529" y="9491"/>
                  </a:lnTo>
                  <a:lnTo>
                    <a:pt x="66888" y="9746"/>
                  </a:lnTo>
                  <a:lnTo>
                    <a:pt x="65343" y="9987"/>
                  </a:lnTo>
                  <a:lnTo>
                    <a:pt x="63891" y="10217"/>
                  </a:lnTo>
                  <a:lnTo>
                    <a:pt x="62526" y="10436"/>
                  </a:lnTo>
                  <a:lnTo>
                    <a:pt x="61243" y="10644"/>
                  </a:lnTo>
                  <a:lnTo>
                    <a:pt x="60039" y="10843"/>
                  </a:lnTo>
                  <a:lnTo>
                    <a:pt x="58907" y="11034"/>
                  </a:lnTo>
                  <a:lnTo>
                    <a:pt x="57844" y="11217"/>
                  </a:lnTo>
                  <a:lnTo>
                    <a:pt x="56844" y="11395"/>
                  </a:lnTo>
                  <a:lnTo>
                    <a:pt x="55904" y="11567"/>
                  </a:lnTo>
                  <a:lnTo>
                    <a:pt x="55017" y="11735"/>
                  </a:lnTo>
                  <a:lnTo>
                    <a:pt x="54180" y="11900"/>
                  </a:lnTo>
                  <a:lnTo>
                    <a:pt x="53387" y="12063"/>
                  </a:lnTo>
                  <a:lnTo>
                    <a:pt x="52634" y="12224"/>
                  </a:lnTo>
                  <a:lnTo>
                    <a:pt x="51916" y="12386"/>
                  </a:lnTo>
                  <a:lnTo>
                    <a:pt x="51228" y="12548"/>
                  </a:lnTo>
                  <a:lnTo>
                    <a:pt x="50565" y="12711"/>
                  </a:lnTo>
                  <a:lnTo>
                    <a:pt x="49924" y="12878"/>
                  </a:lnTo>
                  <a:lnTo>
                    <a:pt x="49298" y="13049"/>
                  </a:lnTo>
                  <a:lnTo>
                    <a:pt x="48683" y="13224"/>
                  </a:lnTo>
                  <a:lnTo>
                    <a:pt x="48075" y="13405"/>
                  </a:lnTo>
                  <a:lnTo>
                    <a:pt x="47468" y="13593"/>
                  </a:lnTo>
                  <a:lnTo>
                    <a:pt x="46858" y="13788"/>
                  </a:lnTo>
                  <a:lnTo>
                    <a:pt x="46240" y="13993"/>
                  </a:lnTo>
                  <a:lnTo>
                    <a:pt x="45610" y="14207"/>
                  </a:lnTo>
                  <a:lnTo>
                    <a:pt x="44962" y="14432"/>
                  </a:lnTo>
                  <a:lnTo>
                    <a:pt x="44292" y="14669"/>
                  </a:lnTo>
                  <a:lnTo>
                    <a:pt x="43595" y="14918"/>
                  </a:lnTo>
                  <a:lnTo>
                    <a:pt x="42866" y="15182"/>
                  </a:lnTo>
                  <a:lnTo>
                    <a:pt x="42100" y="15460"/>
                  </a:lnTo>
                  <a:lnTo>
                    <a:pt x="41294" y="15754"/>
                  </a:lnTo>
                  <a:lnTo>
                    <a:pt x="40275" y="16097"/>
                  </a:lnTo>
                  <a:lnTo>
                    <a:pt x="39256" y="16419"/>
                  </a:lnTo>
                  <a:lnTo>
                    <a:pt x="38235" y="16721"/>
                  </a:lnTo>
                  <a:lnTo>
                    <a:pt x="37214" y="17004"/>
                  </a:lnTo>
                  <a:lnTo>
                    <a:pt x="36190" y="17270"/>
                  </a:lnTo>
                  <a:lnTo>
                    <a:pt x="35165" y="17518"/>
                  </a:lnTo>
                  <a:lnTo>
                    <a:pt x="34138" y="17752"/>
                  </a:lnTo>
                  <a:lnTo>
                    <a:pt x="33109" y="17972"/>
                  </a:lnTo>
                  <a:lnTo>
                    <a:pt x="32078" y="18178"/>
                  </a:lnTo>
                  <a:lnTo>
                    <a:pt x="31045" y="18374"/>
                  </a:lnTo>
                  <a:lnTo>
                    <a:pt x="30009" y="18559"/>
                  </a:lnTo>
                  <a:lnTo>
                    <a:pt x="28970" y="18735"/>
                  </a:lnTo>
                  <a:lnTo>
                    <a:pt x="27928" y="18903"/>
                  </a:lnTo>
                  <a:lnTo>
                    <a:pt x="26883" y="19065"/>
                  </a:lnTo>
                  <a:lnTo>
                    <a:pt x="25835" y="19221"/>
                  </a:lnTo>
                  <a:lnTo>
                    <a:pt x="24784" y="19374"/>
                  </a:lnTo>
                  <a:lnTo>
                    <a:pt x="23729" y="19523"/>
                  </a:lnTo>
                  <a:lnTo>
                    <a:pt x="22670" y="19671"/>
                  </a:lnTo>
                  <a:lnTo>
                    <a:pt x="21607" y="19818"/>
                  </a:lnTo>
                  <a:lnTo>
                    <a:pt x="20565" y="19984"/>
                  </a:lnTo>
                  <a:lnTo>
                    <a:pt x="19533" y="20159"/>
                  </a:lnTo>
                  <a:lnTo>
                    <a:pt x="18509" y="20344"/>
                  </a:lnTo>
                  <a:lnTo>
                    <a:pt x="17491" y="20540"/>
                  </a:lnTo>
                  <a:lnTo>
                    <a:pt x="16478" y="20747"/>
                  </a:lnTo>
                  <a:lnTo>
                    <a:pt x="15467" y="20966"/>
                  </a:lnTo>
                  <a:lnTo>
                    <a:pt x="14458" y="21196"/>
                  </a:lnTo>
                  <a:lnTo>
                    <a:pt x="13447" y="21439"/>
                  </a:lnTo>
                  <a:lnTo>
                    <a:pt x="12433" y="21695"/>
                  </a:lnTo>
                  <a:lnTo>
                    <a:pt x="11415" y="21964"/>
                  </a:lnTo>
                  <a:lnTo>
                    <a:pt x="10326" y="22227"/>
                  </a:lnTo>
                  <a:lnTo>
                    <a:pt x="9272" y="22459"/>
                  </a:lnTo>
                  <a:lnTo>
                    <a:pt x="8245" y="22661"/>
                  </a:lnTo>
                  <a:lnTo>
                    <a:pt x="7236" y="22832"/>
                  </a:lnTo>
                  <a:lnTo>
                    <a:pt x="6238" y="22972"/>
                  </a:lnTo>
                  <a:lnTo>
                    <a:pt x="5241" y="23081"/>
                  </a:lnTo>
                  <a:lnTo>
                    <a:pt x="4238" y="23157"/>
                  </a:lnTo>
                  <a:lnTo>
                    <a:pt x="3221" y="23202"/>
                  </a:lnTo>
                  <a:lnTo>
                    <a:pt x="2181" y="23214"/>
                  </a:lnTo>
                  <a:lnTo>
                    <a:pt x="1110" y="23193"/>
                  </a:lnTo>
                  <a:lnTo>
                    <a:pt x="0" y="23139"/>
                  </a:lnTo>
                  <a:lnTo>
                    <a:pt x="747" y="22285"/>
                  </a:lnTo>
                  <a:lnTo>
                    <a:pt x="1528" y="21499"/>
                  </a:lnTo>
                  <a:lnTo>
                    <a:pt x="2344" y="20778"/>
                  </a:lnTo>
                  <a:lnTo>
                    <a:pt x="3191" y="20119"/>
                  </a:lnTo>
                  <a:lnTo>
                    <a:pt x="4067" y="19518"/>
                  </a:lnTo>
                  <a:lnTo>
                    <a:pt x="4971" y="18972"/>
                  </a:lnTo>
                  <a:lnTo>
                    <a:pt x="5901" y="18478"/>
                  </a:lnTo>
                  <a:lnTo>
                    <a:pt x="6855" y="18031"/>
                  </a:lnTo>
                  <a:lnTo>
                    <a:pt x="7830" y="17629"/>
                  </a:lnTo>
                  <a:lnTo>
                    <a:pt x="8826" y="17269"/>
                  </a:lnTo>
                  <a:lnTo>
                    <a:pt x="9839" y="16946"/>
                  </a:lnTo>
                  <a:lnTo>
                    <a:pt x="10869" y="16658"/>
                  </a:lnTo>
                  <a:lnTo>
                    <a:pt x="11913" y="16400"/>
                  </a:lnTo>
                  <a:lnTo>
                    <a:pt x="12969" y="16170"/>
                  </a:lnTo>
                  <a:lnTo>
                    <a:pt x="14035" y="15964"/>
                  </a:lnTo>
                  <a:lnTo>
                    <a:pt x="15110" y="15779"/>
                  </a:lnTo>
                  <a:lnTo>
                    <a:pt x="16191" y="15610"/>
                  </a:lnTo>
                  <a:lnTo>
                    <a:pt x="17277" y="15456"/>
                  </a:lnTo>
                  <a:lnTo>
                    <a:pt x="18365" y="15312"/>
                  </a:lnTo>
                  <a:lnTo>
                    <a:pt x="19454" y="15174"/>
                  </a:lnTo>
                  <a:lnTo>
                    <a:pt x="20542" y="15041"/>
                  </a:lnTo>
                  <a:lnTo>
                    <a:pt x="21627" y="14907"/>
                  </a:lnTo>
                  <a:lnTo>
                    <a:pt x="22706" y="14770"/>
                  </a:lnTo>
                  <a:lnTo>
                    <a:pt x="23779" y="14626"/>
                  </a:lnTo>
                  <a:lnTo>
                    <a:pt x="24846" y="14404"/>
                  </a:lnTo>
                  <a:lnTo>
                    <a:pt x="25890" y="14170"/>
                  </a:lnTo>
                  <a:lnTo>
                    <a:pt x="26916" y="13925"/>
                  </a:lnTo>
                  <a:lnTo>
                    <a:pt x="27928" y="13666"/>
                  </a:lnTo>
                  <a:lnTo>
                    <a:pt x="28932" y="13394"/>
                  </a:lnTo>
                  <a:lnTo>
                    <a:pt x="29930" y="13107"/>
                  </a:lnTo>
                  <a:lnTo>
                    <a:pt x="30929" y="12806"/>
                  </a:lnTo>
                  <a:lnTo>
                    <a:pt x="31932" y="12488"/>
                  </a:lnTo>
                  <a:lnTo>
                    <a:pt x="32945" y="12155"/>
                  </a:lnTo>
                  <a:lnTo>
                    <a:pt x="33971" y="11804"/>
                  </a:lnTo>
                  <a:lnTo>
                    <a:pt x="35013" y="11452"/>
                  </a:lnTo>
                  <a:lnTo>
                    <a:pt x="36055" y="11114"/>
                  </a:lnTo>
                  <a:lnTo>
                    <a:pt x="37097" y="10788"/>
                  </a:lnTo>
                  <a:lnTo>
                    <a:pt x="38140" y="10475"/>
                  </a:lnTo>
                  <a:lnTo>
                    <a:pt x="39185" y="10173"/>
                  </a:lnTo>
                  <a:lnTo>
                    <a:pt x="40230" y="9882"/>
                  </a:lnTo>
                  <a:lnTo>
                    <a:pt x="41277" y="9602"/>
                  </a:lnTo>
                  <a:lnTo>
                    <a:pt x="42326" y="9331"/>
                  </a:lnTo>
                  <a:lnTo>
                    <a:pt x="43377" y="9070"/>
                  </a:lnTo>
                  <a:lnTo>
                    <a:pt x="44430" y="8817"/>
                  </a:lnTo>
                  <a:lnTo>
                    <a:pt x="45485" y="8572"/>
                  </a:lnTo>
                  <a:lnTo>
                    <a:pt x="46543" y="8334"/>
                  </a:lnTo>
                  <a:lnTo>
                    <a:pt x="47604" y="8103"/>
                  </a:lnTo>
                  <a:lnTo>
                    <a:pt x="48668" y="7878"/>
                  </a:lnTo>
                  <a:lnTo>
                    <a:pt x="49735" y="7658"/>
                  </a:lnTo>
                  <a:lnTo>
                    <a:pt x="50807" y="7443"/>
                  </a:lnTo>
                  <a:lnTo>
                    <a:pt x="51882" y="7232"/>
                  </a:lnTo>
                  <a:lnTo>
                    <a:pt x="52961" y="7025"/>
                  </a:lnTo>
                  <a:lnTo>
                    <a:pt x="53473" y="6925"/>
                  </a:lnTo>
                  <a:lnTo>
                    <a:pt x="54376" y="6750"/>
                  </a:lnTo>
                  <a:lnTo>
                    <a:pt x="56443" y="6347"/>
                  </a:lnTo>
                  <a:lnTo>
                    <a:pt x="57486" y="6147"/>
                  </a:lnTo>
                  <a:lnTo>
                    <a:pt x="58530" y="5948"/>
                  </a:lnTo>
                  <a:lnTo>
                    <a:pt x="59574" y="5750"/>
                  </a:lnTo>
                  <a:lnTo>
                    <a:pt x="60619" y="5552"/>
                  </a:lnTo>
                  <a:lnTo>
                    <a:pt x="61663" y="5356"/>
                  </a:lnTo>
                  <a:lnTo>
                    <a:pt x="62707" y="5161"/>
                  </a:lnTo>
                  <a:lnTo>
                    <a:pt x="63752" y="4967"/>
                  </a:lnTo>
                  <a:lnTo>
                    <a:pt x="64797" y="4774"/>
                  </a:lnTo>
                  <a:lnTo>
                    <a:pt x="65842" y="4582"/>
                  </a:lnTo>
                  <a:lnTo>
                    <a:pt x="66887" y="4390"/>
                  </a:lnTo>
                  <a:lnTo>
                    <a:pt x="67932" y="4200"/>
                  </a:lnTo>
                  <a:lnTo>
                    <a:pt x="68978" y="4011"/>
                  </a:lnTo>
                  <a:lnTo>
                    <a:pt x="70024" y="3822"/>
                  </a:lnTo>
                  <a:lnTo>
                    <a:pt x="71070" y="3635"/>
                  </a:lnTo>
                  <a:lnTo>
                    <a:pt x="72116" y="3448"/>
                  </a:lnTo>
                  <a:lnTo>
                    <a:pt x="73162" y="3263"/>
                  </a:lnTo>
                  <a:lnTo>
                    <a:pt x="74208" y="3078"/>
                  </a:lnTo>
                  <a:lnTo>
                    <a:pt x="75255" y="2894"/>
                  </a:lnTo>
                  <a:lnTo>
                    <a:pt x="76301" y="2711"/>
                  </a:lnTo>
                  <a:lnTo>
                    <a:pt x="77348" y="2530"/>
                  </a:lnTo>
                  <a:lnTo>
                    <a:pt x="78395" y="2348"/>
                  </a:lnTo>
                  <a:lnTo>
                    <a:pt x="79442" y="2168"/>
                  </a:lnTo>
                  <a:lnTo>
                    <a:pt x="80490" y="1989"/>
                  </a:lnTo>
                  <a:lnTo>
                    <a:pt x="81981" y="1731"/>
                  </a:lnTo>
                  <a:lnTo>
                    <a:pt x="83495" y="1469"/>
                  </a:lnTo>
                  <a:lnTo>
                    <a:pt x="85530" y="1133"/>
                  </a:lnTo>
                  <a:lnTo>
                    <a:pt x="87284" y="846"/>
                  </a:lnTo>
                  <a:lnTo>
                    <a:pt x="88789" y="606"/>
                  </a:lnTo>
                  <a:lnTo>
                    <a:pt x="90078" y="410"/>
                  </a:lnTo>
                  <a:lnTo>
                    <a:pt x="91181" y="255"/>
                  </a:lnTo>
                  <a:lnTo>
                    <a:pt x="92132" y="139"/>
                  </a:lnTo>
                  <a:lnTo>
                    <a:pt x="92960" y="59"/>
                  </a:lnTo>
                  <a:lnTo>
                    <a:pt x="93700" y="14"/>
                  </a:lnTo>
                  <a:lnTo>
                    <a:pt x="94381" y="0"/>
                  </a:lnTo>
                  <a:lnTo>
                    <a:pt x="95036" y="14"/>
                  </a:lnTo>
                  <a:lnTo>
                    <a:pt x="95697" y="55"/>
                  </a:lnTo>
                  <a:lnTo>
                    <a:pt x="96395" y="120"/>
                  </a:lnTo>
                  <a:lnTo>
                    <a:pt x="97162" y="206"/>
                  </a:lnTo>
                  <a:lnTo>
                    <a:pt x="98031" y="310"/>
                  </a:lnTo>
                  <a:close/>
                </a:path>
              </a:pathLst>
            </a:custGeom>
            <a:solidFill>
              <a:srgbClr val="B7C4C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" name="region 118 #3E79A7"/>
            <p:cNvSpPr/>
            <p:nvPr/>
          </p:nvSpPr>
          <p:spPr>
            <a:xfrm>
              <a:off x="2230528" y="726499"/>
              <a:ext cx="220758" cy="24695"/>
            </a:xfrm>
            <a:custGeom>
              <a:avLst/>
              <a:gdLst/>
              <a:ahLst/>
              <a:cxnLst/>
              <a:rect l="l" t="t" r="r" b="b"/>
              <a:pathLst>
                <a:path w="220758" h="24695">
                  <a:moveTo>
                    <a:pt x="218890" y="0"/>
                  </a:moveTo>
                  <a:lnTo>
                    <a:pt x="219556" y="0"/>
                  </a:lnTo>
                  <a:lnTo>
                    <a:pt x="220233" y="0"/>
                  </a:lnTo>
                  <a:lnTo>
                    <a:pt x="220293" y="1103"/>
                  </a:lnTo>
                  <a:lnTo>
                    <a:pt x="220348" y="2205"/>
                  </a:lnTo>
                  <a:lnTo>
                    <a:pt x="220399" y="3308"/>
                  </a:lnTo>
                  <a:lnTo>
                    <a:pt x="220446" y="4412"/>
                  </a:lnTo>
                  <a:lnTo>
                    <a:pt x="220490" y="5515"/>
                  </a:lnTo>
                  <a:lnTo>
                    <a:pt x="220531" y="6618"/>
                  </a:lnTo>
                  <a:lnTo>
                    <a:pt x="220569" y="7722"/>
                  </a:lnTo>
                  <a:lnTo>
                    <a:pt x="220615" y="8797"/>
                  </a:lnTo>
                  <a:lnTo>
                    <a:pt x="220662" y="9877"/>
                  </a:lnTo>
                  <a:lnTo>
                    <a:pt x="220710" y="10965"/>
                  </a:lnTo>
                  <a:lnTo>
                    <a:pt x="220758" y="12065"/>
                  </a:lnTo>
                  <a:lnTo>
                    <a:pt x="220562" y="13339"/>
                  </a:lnTo>
                  <a:lnTo>
                    <a:pt x="220322" y="14458"/>
                  </a:lnTo>
                  <a:lnTo>
                    <a:pt x="220029" y="15443"/>
                  </a:lnTo>
                  <a:lnTo>
                    <a:pt x="219677" y="16321"/>
                  </a:lnTo>
                  <a:lnTo>
                    <a:pt x="219256" y="17115"/>
                  </a:lnTo>
                  <a:lnTo>
                    <a:pt x="218760" y="17849"/>
                  </a:lnTo>
                  <a:lnTo>
                    <a:pt x="218180" y="18549"/>
                  </a:lnTo>
                  <a:lnTo>
                    <a:pt x="217508" y="19238"/>
                  </a:lnTo>
                  <a:lnTo>
                    <a:pt x="216736" y="19941"/>
                  </a:lnTo>
                  <a:lnTo>
                    <a:pt x="215856" y="20683"/>
                  </a:lnTo>
                  <a:lnTo>
                    <a:pt x="214861" y="21486"/>
                  </a:lnTo>
                  <a:lnTo>
                    <a:pt x="213732" y="22209"/>
                  </a:lnTo>
                  <a:lnTo>
                    <a:pt x="212697" y="22806"/>
                  </a:lnTo>
                  <a:lnTo>
                    <a:pt x="211734" y="23291"/>
                  </a:lnTo>
                  <a:lnTo>
                    <a:pt x="210820" y="23674"/>
                  </a:lnTo>
                  <a:lnTo>
                    <a:pt x="209932" y="23967"/>
                  </a:lnTo>
                  <a:lnTo>
                    <a:pt x="209049" y="24184"/>
                  </a:lnTo>
                  <a:lnTo>
                    <a:pt x="208148" y="24335"/>
                  </a:lnTo>
                  <a:lnTo>
                    <a:pt x="207207" y="24432"/>
                  </a:lnTo>
                  <a:lnTo>
                    <a:pt x="206202" y="24487"/>
                  </a:lnTo>
                  <a:lnTo>
                    <a:pt x="205112" y="24513"/>
                  </a:lnTo>
                  <a:lnTo>
                    <a:pt x="203913" y="24521"/>
                  </a:lnTo>
                  <a:lnTo>
                    <a:pt x="202585" y="24523"/>
                  </a:lnTo>
                  <a:lnTo>
                    <a:pt x="202128" y="24525"/>
                  </a:lnTo>
                  <a:lnTo>
                    <a:pt x="201628" y="24527"/>
                  </a:lnTo>
                  <a:lnTo>
                    <a:pt x="200833" y="24532"/>
                  </a:lnTo>
                  <a:lnTo>
                    <a:pt x="199492" y="24539"/>
                  </a:lnTo>
                  <a:lnTo>
                    <a:pt x="197353" y="24551"/>
                  </a:lnTo>
                  <a:lnTo>
                    <a:pt x="196202" y="24549"/>
                  </a:lnTo>
                  <a:lnTo>
                    <a:pt x="195052" y="24547"/>
                  </a:lnTo>
                  <a:lnTo>
                    <a:pt x="193901" y="24545"/>
                  </a:lnTo>
                  <a:lnTo>
                    <a:pt x="192751" y="24543"/>
                  </a:lnTo>
                  <a:lnTo>
                    <a:pt x="191600" y="24541"/>
                  </a:lnTo>
                  <a:lnTo>
                    <a:pt x="190390" y="24545"/>
                  </a:lnTo>
                  <a:lnTo>
                    <a:pt x="189181" y="24548"/>
                  </a:lnTo>
                  <a:lnTo>
                    <a:pt x="187971" y="24552"/>
                  </a:lnTo>
                  <a:lnTo>
                    <a:pt x="186761" y="24557"/>
                  </a:lnTo>
                  <a:lnTo>
                    <a:pt x="185552" y="24562"/>
                  </a:lnTo>
                  <a:lnTo>
                    <a:pt x="184456" y="24565"/>
                  </a:lnTo>
                  <a:lnTo>
                    <a:pt x="183360" y="24568"/>
                  </a:lnTo>
                  <a:lnTo>
                    <a:pt x="182264" y="24571"/>
                  </a:lnTo>
                  <a:lnTo>
                    <a:pt x="181168" y="24573"/>
                  </a:lnTo>
                  <a:lnTo>
                    <a:pt x="180072" y="24575"/>
                  </a:lnTo>
                  <a:lnTo>
                    <a:pt x="178976" y="24576"/>
                  </a:lnTo>
                  <a:lnTo>
                    <a:pt x="177880" y="24577"/>
                  </a:lnTo>
                  <a:lnTo>
                    <a:pt x="176784" y="24578"/>
                  </a:lnTo>
                  <a:lnTo>
                    <a:pt x="175688" y="24579"/>
                  </a:lnTo>
                  <a:lnTo>
                    <a:pt x="174592" y="24579"/>
                  </a:lnTo>
                  <a:lnTo>
                    <a:pt x="173496" y="24579"/>
                  </a:lnTo>
                  <a:lnTo>
                    <a:pt x="172400" y="24579"/>
                  </a:lnTo>
                  <a:lnTo>
                    <a:pt x="171304" y="24579"/>
                  </a:lnTo>
                  <a:lnTo>
                    <a:pt x="170208" y="24578"/>
                  </a:lnTo>
                  <a:lnTo>
                    <a:pt x="169112" y="24578"/>
                  </a:lnTo>
                  <a:lnTo>
                    <a:pt x="168057" y="24577"/>
                  </a:lnTo>
                  <a:lnTo>
                    <a:pt x="167002" y="24577"/>
                  </a:lnTo>
                  <a:lnTo>
                    <a:pt x="165947" y="24578"/>
                  </a:lnTo>
                  <a:lnTo>
                    <a:pt x="164892" y="24578"/>
                  </a:lnTo>
                  <a:lnTo>
                    <a:pt x="163837" y="24579"/>
                  </a:lnTo>
                  <a:lnTo>
                    <a:pt x="162782" y="24580"/>
                  </a:lnTo>
                  <a:lnTo>
                    <a:pt x="161727" y="24580"/>
                  </a:lnTo>
                  <a:lnTo>
                    <a:pt x="160672" y="24582"/>
                  </a:lnTo>
                  <a:lnTo>
                    <a:pt x="159617" y="24583"/>
                  </a:lnTo>
                  <a:lnTo>
                    <a:pt x="158561" y="24584"/>
                  </a:lnTo>
                  <a:lnTo>
                    <a:pt x="157506" y="24585"/>
                  </a:lnTo>
                  <a:lnTo>
                    <a:pt x="156451" y="24587"/>
                  </a:lnTo>
                  <a:lnTo>
                    <a:pt x="155396" y="24588"/>
                  </a:lnTo>
                  <a:lnTo>
                    <a:pt x="154352" y="24590"/>
                  </a:lnTo>
                  <a:lnTo>
                    <a:pt x="153308" y="24591"/>
                  </a:lnTo>
                  <a:lnTo>
                    <a:pt x="152265" y="24592"/>
                  </a:lnTo>
                  <a:lnTo>
                    <a:pt x="151221" y="24593"/>
                  </a:lnTo>
                  <a:lnTo>
                    <a:pt x="150177" y="24594"/>
                  </a:lnTo>
                  <a:lnTo>
                    <a:pt x="149134" y="24595"/>
                  </a:lnTo>
                  <a:lnTo>
                    <a:pt x="148090" y="24596"/>
                  </a:lnTo>
                  <a:lnTo>
                    <a:pt x="147046" y="24597"/>
                  </a:lnTo>
                  <a:lnTo>
                    <a:pt x="146003" y="24598"/>
                  </a:lnTo>
                  <a:lnTo>
                    <a:pt x="144959" y="24599"/>
                  </a:lnTo>
                  <a:lnTo>
                    <a:pt x="143915" y="24599"/>
                  </a:lnTo>
                  <a:lnTo>
                    <a:pt x="142872" y="24600"/>
                  </a:lnTo>
                  <a:lnTo>
                    <a:pt x="141828" y="24600"/>
                  </a:lnTo>
                  <a:lnTo>
                    <a:pt x="140784" y="24601"/>
                  </a:lnTo>
                  <a:lnTo>
                    <a:pt x="139741" y="24601"/>
                  </a:lnTo>
                  <a:lnTo>
                    <a:pt x="138697" y="24601"/>
                  </a:lnTo>
                  <a:lnTo>
                    <a:pt x="137653" y="24601"/>
                  </a:lnTo>
                  <a:lnTo>
                    <a:pt x="136610" y="24601"/>
                  </a:lnTo>
                  <a:lnTo>
                    <a:pt x="135566" y="24601"/>
                  </a:lnTo>
                  <a:lnTo>
                    <a:pt x="134522" y="24601"/>
                  </a:lnTo>
                  <a:lnTo>
                    <a:pt x="133479" y="24601"/>
                  </a:lnTo>
                  <a:lnTo>
                    <a:pt x="132435" y="24601"/>
                  </a:lnTo>
                  <a:lnTo>
                    <a:pt x="131391" y="24601"/>
                  </a:lnTo>
                  <a:lnTo>
                    <a:pt x="130348" y="24600"/>
                  </a:lnTo>
                  <a:lnTo>
                    <a:pt x="129304" y="24600"/>
                  </a:lnTo>
                  <a:lnTo>
                    <a:pt x="128260" y="24600"/>
                  </a:lnTo>
                  <a:lnTo>
                    <a:pt x="127216" y="24599"/>
                  </a:lnTo>
                  <a:lnTo>
                    <a:pt x="126173" y="24598"/>
                  </a:lnTo>
                  <a:lnTo>
                    <a:pt x="125129" y="24598"/>
                  </a:lnTo>
                  <a:lnTo>
                    <a:pt x="124085" y="24597"/>
                  </a:lnTo>
                  <a:lnTo>
                    <a:pt x="123042" y="24596"/>
                  </a:lnTo>
                  <a:lnTo>
                    <a:pt x="121998" y="24596"/>
                  </a:lnTo>
                  <a:lnTo>
                    <a:pt x="120954" y="24595"/>
                  </a:lnTo>
                  <a:lnTo>
                    <a:pt x="119911" y="24595"/>
                  </a:lnTo>
                  <a:lnTo>
                    <a:pt x="118867" y="24595"/>
                  </a:lnTo>
                  <a:lnTo>
                    <a:pt x="117823" y="24594"/>
                  </a:lnTo>
                  <a:lnTo>
                    <a:pt x="116780" y="24594"/>
                  </a:lnTo>
                  <a:lnTo>
                    <a:pt x="115736" y="24594"/>
                  </a:lnTo>
                  <a:lnTo>
                    <a:pt x="114693" y="24595"/>
                  </a:lnTo>
                  <a:lnTo>
                    <a:pt x="113649" y="24595"/>
                  </a:lnTo>
                  <a:lnTo>
                    <a:pt x="112605" y="24596"/>
                  </a:lnTo>
                  <a:lnTo>
                    <a:pt x="111562" y="24596"/>
                  </a:lnTo>
                  <a:lnTo>
                    <a:pt x="110518" y="24597"/>
                  </a:lnTo>
                  <a:lnTo>
                    <a:pt x="109475" y="24598"/>
                  </a:lnTo>
                  <a:lnTo>
                    <a:pt x="108431" y="24599"/>
                  </a:lnTo>
                  <a:lnTo>
                    <a:pt x="107387" y="24600"/>
                  </a:lnTo>
                  <a:lnTo>
                    <a:pt x="106344" y="24601"/>
                  </a:lnTo>
                  <a:lnTo>
                    <a:pt x="105300" y="24602"/>
                  </a:lnTo>
                  <a:lnTo>
                    <a:pt x="104257" y="24604"/>
                  </a:lnTo>
                  <a:lnTo>
                    <a:pt x="103213" y="24605"/>
                  </a:lnTo>
                  <a:lnTo>
                    <a:pt x="102170" y="24607"/>
                  </a:lnTo>
                  <a:lnTo>
                    <a:pt x="101126" y="24608"/>
                  </a:lnTo>
                  <a:lnTo>
                    <a:pt x="100082" y="24610"/>
                  </a:lnTo>
                  <a:lnTo>
                    <a:pt x="99039" y="24612"/>
                  </a:lnTo>
                  <a:lnTo>
                    <a:pt x="97995" y="24614"/>
                  </a:lnTo>
                  <a:lnTo>
                    <a:pt x="96952" y="24616"/>
                  </a:lnTo>
                  <a:lnTo>
                    <a:pt x="95908" y="24618"/>
                  </a:lnTo>
                  <a:lnTo>
                    <a:pt x="94865" y="24620"/>
                  </a:lnTo>
                  <a:lnTo>
                    <a:pt x="93821" y="24623"/>
                  </a:lnTo>
                  <a:lnTo>
                    <a:pt x="92778" y="24625"/>
                  </a:lnTo>
                  <a:lnTo>
                    <a:pt x="91734" y="24628"/>
                  </a:lnTo>
                  <a:lnTo>
                    <a:pt x="90690" y="24630"/>
                  </a:lnTo>
                  <a:lnTo>
                    <a:pt x="89647" y="24633"/>
                  </a:lnTo>
                  <a:lnTo>
                    <a:pt x="88585" y="24635"/>
                  </a:lnTo>
                  <a:lnTo>
                    <a:pt x="87524" y="24638"/>
                  </a:lnTo>
                  <a:lnTo>
                    <a:pt x="86463" y="24640"/>
                  </a:lnTo>
                  <a:lnTo>
                    <a:pt x="85401" y="24642"/>
                  </a:lnTo>
                  <a:lnTo>
                    <a:pt x="84340" y="24644"/>
                  </a:lnTo>
                  <a:lnTo>
                    <a:pt x="83278" y="24646"/>
                  </a:lnTo>
                  <a:lnTo>
                    <a:pt x="82217" y="24648"/>
                  </a:lnTo>
                  <a:lnTo>
                    <a:pt x="81155" y="24650"/>
                  </a:lnTo>
                  <a:lnTo>
                    <a:pt x="80094" y="24652"/>
                  </a:lnTo>
                  <a:lnTo>
                    <a:pt x="79033" y="24653"/>
                  </a:lnTo>
                  <a:lnTo>
                    <a:pt x="77971" y="24654"/>
                  </a:lnTo>
                  <a:lnTo>
                    <a:pt x="76910" y="24656"/>
                  </a:lnTo>
                  <a:lnTo>
                    <a:pt x="75848" y="24657"/>
                  </a:lnTo>
                  <a:lnTo>
                    <a:pt x="74787" y="24658"/>
                  </a:lnTo>
                  <a:lnTo>
                    <a:pt x="73726" y="24659"/>
                  </a:lnTo>
                  <a:lnTo>
                    <a:pt x="72664" y="24660"/>
                  </a:lnTo>
                  <a:lnTo>
                    <a:pt x="71603" y="24660"/>
                  </a:lnTo>
                  <a:lnTo>
                    <a:pt x="70541" y="24661"/>
                  </a:lnTo>
                  <a:lnTo>
                    <a:pt x="69480" y="24661"/>
                  </a:lnTo>
                  <a:lnTo>
                    <a:pt x="68419" y="24662"/>
                  </a:lnTo>
                  <a:lnTo>
                    <a:pt x="67357" y="24662"/>
                  </a:lnTo>
                  <a:lnTo>
                    <a:pt x="66296" y="24662"/>
                  </a:lnTo>
                  <a:lnTo>
                    <a:pt x="65234" y="24662"/>
                  </a:lnTo>
                  <a:lnTo>
                    <a:pt x="64173" y="24662"/>
                  </a:lnTo>
                  <a:lnTo>
                    <a:pt x="63111" y="24662"/>
                  </a:lnTo>
                  <a:lnTo>
                    <a:pt x="62050" y="24661"/>
                  </a:lnTo>
                  <a:lnTo>
                    <a:pt x="60988" y="24661"/>
                  </a:lnTo>
                  <a:lnTo>
                    <a:pt x="59918" y="24660"/>
                  </a:lnTo>
                  <a:lnTo>
                    <a:pt x="58848" y="24660"/>
                  </a:lnTo>
                  <a:lnTo>
                    <a:pt x="57778" y="24660"/>
                  </a:lnTo>
                  <a:lnTo>
                    <a:pt x="56708" y="24660"/>
                  </a:lnTo>
                  <a:lnTo>
                    <a:pt x="55638" y="24660"/>
                  </a:lnTo>
                  <a:lnTo>
                    <a:pt x="54568" y="24661"/>
                  </a:lnTo>
                  <a:lnTo>
                    <a:pt x="53498" y="24661"/>
                  </a:lnTo>
                  <a:lnTo>
                    <a:pt x="52428" y="24662"/>
                  </a:lnTo>
                  <a:lnTo>
                    <a:pt x="51357" y="24663"/>
                  </a:lnTo>
                  <a:lnTo>
                    <a:pt x="50287" y="24665"/>
                  </a:lnTo>
                  <a:lnTo>
                    <a:pt x="49217" y="24666"/>
                  </a:lnTo>
                  <a:lnTo>
                    <a:pt x="48147" y="24668"/>
                  </a:lnTo>
                  <a:lnTo>
                    <a:pt x="47077" y="24671"/>
                  </a:lnTo>
                  <a:lnTo>
                    <a:pt x="46007" y="24673"/>
                  </a:lnTo>
                  <a:lnTo>
                    <a:pt x="44937" y="24676"/>
                  </a:lnTo>
                  <a:lnTo>
                    <a:pt x="43867" y="24680"/>
                  </a:lnTo>
                  <a:lnTo>
                    <a:pt x="42793" y="24683"/>
                  </a:lnTo>
                  <a:lnTo>
                    <a:pt x="41720" y="24686"/>
                  </a:lnTo>
                  <a:lnTo>
                    <a:pt x="40647" y="24688"/>
                  </a:lnTo>
                  <a:lnTo>
                    <a:pt x="39574" y="24689"/>
                  </a:lnTo>
                  <a:lnTo>
                    <a:pt x="38500" y="24691"/>
                  </a:lnTo>
                  <a:lnTo>
                    <a:pt x="37427" y="24691"/>
                  </a:lnTo>
                  <a:lnTo>
                    <a:pt x="36353" y="24692"/>
                  </a:lnTo>
                  <a:lnTo>
                    <a:pt x="35280" y="24691"/>
                  </a:lnTo>
                  <a:lnTo>
                    <a:pt x="34207" y="24691"/>
                  </a:lnTo>
                  <a:lnTo>
                    <a:pt x="33133" y="24689"/>
                  </a:lnTo>
                  <a:lnTo>
                    <a:pt x="32060" y="24688"/>
                  </a:lnTo>
                  <a:lnTo>
                    <a:pt x="30987" y="24686"/>
                  </a:lnTo>
                  <a:lnTo>
                    <a:pt x="29913" y="24683"/>
                  </a:lnTo>
                  <a:lnTo>
                    <a:pt x="28840" y="24680"/>
                  </a:lnTo>
                  <a:lnTo>
                    <a:pt x="27767" y="24677"/>
                  </a:lnTo>
                  <a:lnTo>
                    <a:pt x="26585" y="24676"/>
                  </a:lnTo>
                  <a:lnTo>
                    <a:pt x="25402" y="24677"/>
                  </a:lnTo>
                  <a:lnTo>
                    <a:pt x="24220" y="24679"/>
                  </a:lnTo>
                  <a:lnTo>
                    <a:pt x="23038" y="24683"/>
                  </a:lnTo>
                  <a:lnTo>
                    <a:pt x="21856" y="24689"/>
                  </a:lnTo>
                  <a:lnTo>
                    <a:pt x="20703" y="24693"/>
                  </a:lnTo>
                  <a:lnTo>
                    <a:pt x="19551" y="24695"/>
                  </a:lnTo>
                  <a:lnTo>
                    <a:pt x="18399" y="24694"/>
                  </a:lnTo>
                  <a:lnTo>
                    <a:pt x="17247" y="24691"/>
                  </a:lnTo>
                  <a:lnTo>
                    <a:pt x="16095" y="24686"/>
                  </a:lnTo>
                  <a:lnTo>
                    <a:pt x="14942" y="24680"/>
                  </a:lnTo>
                  <a:lnTo>
                    <a:pt x="13790" y="24674"/>
                  </a:lnTo>
                  <a:lnTo>
                    <a:pt x="13296" y="24674"/>
                  </a:lnTo>
                  <a:lnTo>
                    <a:pt x="12656" y="24674"/>
                  </a:lnTo>
                  <a:lnTo>
                    <a:pt x="11443" y="24675"/>
                  </a:lnTo>
                  <a:lnTo>
                    <a:pt x="9230" y="24676"/>
                  </a:lnTo>
                  <a:lnTo>
                    <a:pt x="8020" y="24491"/>
                  </a:lnTo>
                  <a:lnTo>
                    <a:pt x="6934" y="24266"/>
                  </a:lnTo>
                  <a:lnTo>
                    <a:pt x="5948" y="23994"/>
                  </a:lnTo>
                  <a:lnTo>
                    <a:pt x="5041" y="23667"/>
                  </a:lnTo>
                  <a:lnTo>
                    <a:pt x="4190" y="23278"/>
                  </a:lnTo>
                  <a:lnTo>
                    <a:pt x="3373" y="22819"/>
                  </a:lnTo>
                  <a:lnTo>
                    <a:pt x="2568" y="22283"/>
                  </a:lnTo>
                  <a:lnTo>
                    <a:pt x="1752" y="21664"/>
                  </a:lnTo>
                  <a:lnTo>
                    <a:pt x="903" y="20953"/>
                  </a:lnTo>
                  <a:lnTo>
                    <a:pt x="0" y="20143"/>
                  </a:lnTo>
                  <a:lnTo>
                    <a:pt x="667" y="18811"/>
                  </a:lnTo>
                  <a:lnTo>
                    <a:pt x="1343" y="17458"/>
                  </a:lnTo>
                  <a:lnTo>
                    <a:pt x="2310" y="17850"/>
                  </a:lnTo>
                  <a:lnTo>
                    <a:pt x="3280" y="18243"/>
                  </a:lnTo>
                  <a:lnTo>
                    <a:pt x="4254" y="18638"/>
                  </a:lnTo>
                  <a:lnTo>
                    <a:pt x="5235" y="19036"/>
                  </a:lnTo>
                  <a:lnTo>
                    <a:pt x="6226" y="19438"/>
                  </a:lnTo>
                  <a:lnTo>
                    <a:pt x="7247" y="19762"/>
                  </a:lnTo>
                  <a:lnTo>
                    <a:pt x="8268" y="20059"/>
                  </a:lnTo>
                  <a:lnTo>
                    <a:pt x="9287" y="20328"/>
                  </a:lnTo>
                  <a:lnTo>
                    <a:pt x="10305" y="20573"/>
                  </a:lnTo>
                  <a:lnTo>
                    <a:pt x="11323" y="20793"/>
                  </a:lnTo>
                  <a:lnTo>
                    <a:pt x="12340" y="20991"/>
                  </a:lnTo>
                  <a:lnTo>
                    <a:pt x="13358" y="21167"/>
                  </a:lnTo>
                  <a:lnTo>
                    <a:pt x="14375" y="21322"/>
                  </a:lnTo>
                  <a:lnTo>
                    <a:pt x="15394" y="21459"/>
                  </a:lnTo>
                  <a:lnTo>
                    <a:pt x="16413" y="21577"/>
                  </a:lnTo>
                  <a:lnTo>
                    <a:pt x="17433" y="21679"/>
                  </a:lnTo>
                  <a:lnTo>
                    <a:pt x="18455" y="21765"/>
                  </a:lnTo>
                  <a:lnTo>
                    <a:pt x="19478" y="21837"/>
                  </a:lnTo>
                  <a:lnTo>
                    <a:pt x="20503" y="21896"/>
                  </a:lnTo>
                  <a:lnTo>
                    <a:pt x="21531" y="21943"/>
                  </a:lnTo>
                  <a:lnTo>
                    <a:pt x="22561" y="21979"/>
                  </a:lnTo>
                  <a:lnTo>
                    <a:pt x="23593" y="22006"/>
                  </a:lnTo>
                  <a:lnTo>
                    <a:pt x="24629" y="22025"/>
                  </a:lnTo>
                  <a:lnTo>
                    <a:pt x="25669" y="22036"/>
                  </a:lnTo>
                  <a:lnTo>
                    <a:pt x="26711" y="22042"/>
                  </a:lnTo>
                  <a:lnTo>
                    <a:pt x="27758" y="22044"/>
                  </a:lnTo>
                  <a:lnTo>
                    <a:pt x="28809" y="22042"/>
                  </a:lnTo>
                  <a:lnTo>
                    <a:pt x="29865" y="22038"/>
                  </a:lnTo>
                  <a:lnTo>
                    <a:pt x="30925" y="22033"/>
                  </a:lnTo>
                  <a:lnTo>
                    <a:pt x="31990" y="22029"/>
                  </a:lnTo>
                  <a:lnTo>
                    <a:pt x="33099" y="22034"/>
                  </a:lnTo>
                  <a:lnTo>
                    <a:pt x="34208" y="22039"/>
                  </a:lnTo>
                  <a:lnTo>
                    <a:pt x="35316" y="22045"/>
                  </a:lnTo>
                  <a:lnTo>
                    <a:pt x="36425" y="22051"/>
                  </a:lnTo>
                  <a:lnTo>
                    <a:pt x="37534" y="22057"/>
                  </a:lnTo>
                  <a:lnTo>
                    <a:pt x="38602" y="22062"/>
                  </a:lnTo>
                  <a:lnTo>
                    <a:pt x="39671" y="22066"/>
                  </a:lnTo>
                  <a:lnTo>
                    <a:pt x="40739" y="22069"/>
                  </a:lnTo>
                  <a:lnTo>
                    <a:pt x="41807" y="22072"/>
                  </a:lnTo>
                  <a:lnTo>
                    <a:pt x="42876" y="22074"/>
                  </a:lnTo>
                  <a:lnTo>
                    <a:pt x="43944" y="22076"/>
                  </a:lnTo>
                  <a:lnTo>
                    <a:pt x="45012" y="22077"/>
                  </a:lnTo>
                  <a:lnTo>
                    <a:pt x="46081" y="22077"/>
                  </a:lnTo>
                  <a:lnTo>
                    <a:pt x="47149" y="22077"/>
                  </a:lnTo>
                  <a:lnTo>
                    <a:pt x="48217" y="22077"/>
                  </a:lnTo>
                  <a:lnTo>
                    <a:pt x="49286" y="22076"/>
                  </a:lnTo>
                  <a:lnTo>
                    <a:pt x="50354" y="22075"/>
                  </a:lnTo>
                  <a:lnTo>
                    <a:pt x="51422" y="22073"/>
                  </a:lnTo>
                  <a:lnTo>
                    <a:pt x="52491" y="22072"/>
                  </a:lnTo>
                  <a:lnTo>
                    <a:pt x="53534" y="22071"/>
                  </a:lnTo>
                  <a:lnTo>
                    <a:pt x="54578" y="22071"/>
                  </a:lnTo>
                  <a:lnTo>
                    <a:pt x="55622" y="22071"/>
                  </a:lnTo>
                  <a:lnTo>
                    <a:pt x="56666" y="22071"/>
                  </a:lnTo>
                  <a:lnTo>
                    <a:pt x="57709" y="22072"/>
                  </a:lnTo>
                  <a:lnTo>
                    <a:pt x="58753" y="22073"/>
                  </a:lnTo>
                  <a:lnTo>
                    <a:pt x="59797" y="22075"/>
                  </a:lnTo>
                  <a:lnTo>
                    <a:pt x="60840" y="22076"/>
                  </a:lnTo>
                  <a:lnTo>
                    <a:pt x="61884" y="22078"/>
                  </a:lnTo>
                  <a:lnTo>
                    <a:pt x="62927" y="22080"/>
                  </a:lnTo>
                  <a:lnTo>
                    <a:pt x="63971" y="22082"/>
                  </a:lnTo>
                  <a:lnTo>
                    <a:pt x="65014" y="22084"/>
                  </a:lnTo>
                  <a:lnTo>
                    <a:pt x="66070" y="22086"/>
                  </a:lnTo>
                  <a:lnTo>
                    <a:pt x="67126" y="22088"/>
                  </a:lnTo>
                  <a:lnTo>
                    <a:pt x="68182" y="22089"/>
                  </a:lnTo>
                  <a:lnTo>
                    <a:pt x="69238" y="22091"/>
                  </a:lnTo>
                  <a:lnTo>
                    <a:pt x="70293" y="22092"/>
                  </a:lnTo>
                  <a:lnTo>
                    <a:pt x="71349" y="22093"/>
                  </a:lnTo>
                  <a:lnTo>
                    <a:pt x="72405" y="22094"/>
                  </a:lnTo>
                  <a:lnTo>
                    <a:pt x="73460" y="22095"/>
                  </a:lnTo>
                  <a:lnTo>
                    <a:pt x="74516" y="22096"/>
                  </a:lnTo>
                  <a:lnTo>
                    <a:pt x="75572" y="22096"/>
                  </a:lnTo>
                  <a:lnTo>
                    <a:pt x="76628" y="22097"/>
                  </a:lnTo>
                  <a:lnTo>
                    <a:pt x="77683" y="22097"/>
                  </a:lnTo>
                  <a:lnTo>
                    <a:pt x="78739" y="22097"/>
                  </a:lnTo>
                  <a:lnTo>
                    <a:pt x="79795" y="22097"/>
                  </a:lnTo>
                  <a:lnTo>
                    <a:pt x="80850" y="22097"/>
                  </a:lnTo>
                  <a:lnTo>
                    <a:pt x="81906" y="22097"/>
                  </a:lnTo>
                  <a:lnTo>
                    <a:pt x="82962" y="22096"/>
                  </a:lnTo>
                  <a:lnTo>
                    <a:pt x="84017" y="22096"/>
                  </a:lnTo>
                  <a:lnTo>
                    <a:pt x="85073" y="22095"/>
                  </a:lnTo>
                  <a:lnTo>
                    <a:pt x="86129" y="22095"/>
                  </a:lnTo>
                  <a:lnTo>
                    <a:pt x="87184" y="22094"/>
                  </a:lnTo>
                  <a:lnTo>
                    <a:pt x="88240" y="22093"/>
                  </a:lnTo>
                  <a:lnTo>
                    <a:pt x="89296" y="22092"/>
                  </a:lnTo>
                  <a:lnTo>
                    <a:pt x="90351" y="22091"/>
                  </a:lnTo>
                  <a:lnTo>
                    <a:pt x="91407" y="22090"/>
                  </a:lnTo>
                  <a:lnTo>
                    <a:pt x="92463" y="22088"/>
                  </a:lnTo>
                  <a:lnTo>
                    <a:pt x="93518" y="22087"/>
                  </a:lnTo>
                  <a:lnTo>
                    <a:pt x="94574" y="22085"/>
                  </a:lnTo>
                  <a:lnTo>
                    <a:pt x="95623" y="22084"/>
                  </a:lnTo>
                  <a:lnTo>
                    <a:pt x="96672" y="22083"/>
                  </a:lnTo>
                  <a:lnTo>
                    <a:pt x="97721" y="22082"/>
                  </a:lnTo>
                  <a:lnTo>
                    <a:pt x="98770" y="22081"/>
                  </a:lnTo>
                  <a:lnTo>
                    <a:pt x="99819" y="22081"/>
                  </a:lnTo>
                  <a:lnTo>
                    <a:pt x="100868" y="22080"/>
                  </a:lnTo>
                  <a:lnTo>
                    <a:pt x="101917" y="22080"/>
                  </a:lnTo>
                  <a:lnTo>
                    <a:pt x="102966" y="22080"/>
                  </a:lnTo>
                  <a:lnTo>
                    <a:pt x="104015" y="22081"/>
                  </a:lnTo>
                  <a:lnTo>
                    <a:pt x="105064" y="22081"/>
                  </a:lnTo>
                  <a:lnTo>
                    <a:pt x="106113" y="22082"/>
                  </a:lnTo>
                  <a:lnTo>
                    <a:pt x="107162" y="22083"/>
                  </a:lnTo>
                  <a:lnTo>
                    <a:pt x="108211" y="22084"/>
                  </a:lnTo>
                  <a:lnTo>
                    <a:pt x="109260" y="22085"/>
                  </a:lnTo>
                  <a:lnTo>
                    <a:pt x="110309" y="22087"/>
                  </a:lnTo>
                  <a:lnTo>
                    <a:pt x="111358" y="22089"/>
                  </a:lnTo>
                  <a:lnTo>
                    <a:pt x="112407" y="22090"/>
                  </a:lnTo>
                  <a:lnTo>
                    <a:pt x="113456" y="22092"/>
                  </a:lnTo>
                  <a:lnTo>
                    <a:pt x="114505" y="22095"/>
                  </a:lnTo>
                  <a:lnTo>
                    <a:pt x="115554" y="22097"/>
                  </a:lnTo>
                  <a:lnTo>
                    <a:pt x="116602" y="22099"/>
                  </a:lnTo>
                  <a:lnTo>
                    <a:pt x="117651" y="22102"/>
                  </a:lnTo>
                  <a:lnTo>
                    <a:pt x="118700" y="22105"/>
                  </a:lnTo>
                  <a:lnTo>
                    <a:pt x="119749" y="22108"/>
                  </a:lnTo>
                  <a:lnTo>
                    <a:pt x="120798" y="22111"/>
                  </a:lnTo>
                  <a:lnTo>
                    <a:pt x="121847" y="22114"/>
                  </a:lnTo>
                  <a:lnTo>
                    <a:pt x="122896" y="22117"/>
                  </a:lnTo>
                  <a:lnTo>
                    <a:pt x="123945" y="22121"/>
                  </a:lnTo>
                  <a:lnTo>
                    <a:pt x="124994" y="22124"/>
                  </a:lnTo>
                  <a:lnTo>
                    <a:pt x="126042" y="22128"/>
                  </a:lnTo>
                  <a:lnTo>
                    <a:pt x="127090" y="22131"/>
                  </a:lnTo>
                  <a:lnTo>
                    <a:pt x="128138" y="22134"/>
                  </a:lnTo>
                  <a:lnTo>
                    <a:pt x="129185" y="22137"/>
                  </a:lnTo>
                  <a:lnTo>
                    <a:pt x="130233" y="22140"/>
                  </a:lnTo>
                  <a:lnTo>
                    <a:pt x="131281" y="22143"/>
                  </a:lnTo>
                  <a:lnTo>
                    <a:pt x="132329" y="22145"/>
                  </a:lnTo>
                  <a:lnTo>
                    <a:pt x="133377" y="22147"/>
                  </a:lnTo>
                  <a:lnTo>
                    <a:pt x="134424" y="22149"/>
                  </a:lnTo>
                  <a:lnTo>
                    <a:pt x="135472" y="22151"/>
                  </a:lnTo>
                  <a:lnTo>
                    <a:pt x="136520" y="22152"/>
                  </a:lnTo>
                  <a:lnTo>
                    <a:pt x="137568" y="22154"/>
                  </a:lnTo>
                  <a:lnTo>
                    <a:pt x="138616" y="22155"/>
                  </a:lnTo>
                  <a:lnTo>
                    <a:pt x="139663" y="22156"/>
                  </a:lnTo>
                  <a:lnTo>
                    <a:pt x="140711" y="22157"/>
                  </a:lnTo>
                  <a:lnTo>
                    <a:pt x="141759" y="22157"/>
                  </a:lnTo>
                  <a:lnTo>
                    <a:pt x="142807" y="22158"/>
                  </a:lnTo>
                  <a:lnTo>
                    <a:pt x="143855" y="22158"/>
                  </a:lnTo>
                  <a:lnTo>
                    <a:pt x="144903" y="22158"/>
                  </a:lnTo>
                  <a:lnTo>
                    <a:pt x="145950" y="22158"/>
                  </a:lnTo>
                  <a:lnTo>
                    <a:pt x="146998" y="22158"/>
                  </a:lnTo>
                  <a:lnTo>
                    <a:pt x="148046" y="22157"/>
                  </a:lnTo>
                  <a:lnTo>
                    <a:pt x="149094" y="22157"/>
                  </a:lnTo>
                  <a:lnTo>
                    <a:pt x="150142" y="22156"/>
                  </a:lnTo>
                  <a:lnTo>
                    <a:pt x="151190" y="22155"/>
                  </a:lnTo>
                  <a:lnTo>
                    <a:pt x="152231" y="22154"/>
                  </a:lnTo>
                  <a:lnTo>
                    <a:pt x="153271" y="22154"/>
                  </a:lnTo>
                  <a:lnTo>
                    <a:pt x="154312" y="22154"/>
                  </a:lnTo>
                  <a:lnTo>
                    <a:pt x="155353" y="22154"/>
                  </a:lnTo>
                  <a:lnTo>
                    <a:pt x="156394" y="22154"/>
                  </a:lnTo>
                  <a:lnTo>
                    <a:pt x="157434" y="22154"/>
                  </a:lnTo>
                  <a:lnTo>
                    <a:pt x="158475" y="22155"/>
                  </a:lnTo>
                  <a:lnTo>
                    <a:pt x="159516" y="22157"/>
                  </a:lnTo>
                  <a:lnTo>
                    <a:pt x="160557" y="22158"/>
                  </a:lnTo>
                  <a:lnTo>
                    <a:pt x="161597" y="22160"/>
                  </a:lnTo>
                  <a:lnTo>
                    <a:pt x="162638" y="22163"/>
                  </a:lnTo>
                  <a:lnTo>
                    <a:pt x="163679" y="22166"/>
                  </a:lnTo>
                  <a:lnTo>
                    <a:pt x="164719" y="22169"/>
                  </a:lnTo>
                  <a:lnTo>
                    <a:pt x="165760" y="22173"/>
                  </a:lnTo>
                  <a:lnTo>
                    <a:pt x="166801" y="22178"/>
                  </a:lnTo>
                  <a:lnTo>
                    <a:pt x="167850" y="22182"/>
                  </a:lnTo>
                  <a:lnTo>
                    <a:pt x="168898" y="22185"/>
                  </a:lnTo>
                  <a:lnTo>
                    <a:pt x="169947" y="22187"/>
                  </a:lnTo>
                  <a:lnTo>
                    <a:pt x="170996" y="22189"/>
                  </a:lnTo>
                  <a:lnTo>
                    <a:pt x="172044" y="22190"/>
                  </a:lnTo>
                  <a:lnTo>
                    <a:pt x="173093" y="22190"/>
                  </a:lnTo>
                  <a:lnTo>
                    <a:pt x="174142" y="22190"/>
                  </a:lnTo>
                  <a:lnTo>
                    <a:pt x="175191" y="22188"/>
                  </a:lnTo>
                  <a:lnTo>
                    <a:pt x="176239" y="22187"/>
                  </a:lnTo>
                  <a:lnTo>
                    <a:pt x="177288" y="22184"/>
                  </a:lnTo>
                  <a:lnTo>
                    <a:pt x="178337" y="22181"/>
                  </a:lnTo>
                  <a:lnTo>
                    <a:pt x="179385" y="22177"/>
                  </a:lnTo>
                  <a:lnTo>
                    <a:pt x="180434" y="22172"/>
                  </a:lnTo>
                  <a:lnTo>
                    <a:pt x="181483" y="22167"/>
                  </a:lnTo>
                  <a:lnTo>
                    <a:pt x="182612" y="22166"/>
                  </a:lnTo>
                  <a:lnTo>
                    <a:pt x="183742" y="22167"/>
                  </a:lnTo>
                  <a:lnTo>
                    <a:pt x="184871" y="22171"/>
                  </a:lnTo>
                  <a:lnTo>
                    <a:pt x="186001" y="22176"/>
                  </a:lnTo>
                  <a:lnTo>
                    <a:pt x="187130" y="22183"/>
                  </a:lnTo>
                  <a:lnTo>
                    <a:pt x="188260" y="22191"/>
                  </a:lnTo>
                  <a:lnTo>
                    <a:pt x="189390" y="22199"/>
                  </a:lnTo>
                  <a:lnTo>
                    <a:pt x="190519" y="22186"/>
                  </a:lnTo>
                  <a:lnTo>
                    <a:pt x="191627" y="22164"/>
                  </a:lnTo>
                  <a:lnTo>
                    <a:pt x="192715" y="22132"/>
                  </a:lnTo>
                  <a:lnTo>
                    <a:pt x="193784" y="22089"/>
                  </a:lnTo>
                  <a:lnTo>
                    <a:pt x="194836" y="22033"/>
                  </a:lnTo>
                  <a:lnTo>
                    <a:pt x="195872" y="21963"/>
                  </a:lnTo>
                  <a:lnTo>
                    <a:pt x="196894" y="21877"/>
                  </a:lnTo>
                  <a:lnTo>
                    <a:pt x="197904" y="21775"/>
                  </a:lnTo>
                  <a:lnTo>
                    <a:pt x="198902" y="21654"/>
                  </a:lnTo>
                  <a:lnTo>
                    <a:pt x="199892" y="21513"/>
                  </a:lnTo>
                  <a:lnTo>
                    <a:pt x="200873" y="21352"/>
                  </a:lnTo>
                  <a:lnTo>
                    <a:pt x="201848" y="21167"/>
                  </a:lnTo>
                  <a:lnTo>
                    <a:pt x="202819" y="20960"/>
                  </a:lnTo>
                  <a:lnTo>
                    <a:pt x="203786" y="20726"/>
                  </a:lnTo>
                  <a:lnTo>
                    <a:pt x="204752" y="20467"/>
                  </a:lnTo>
                  <a:lnTo>
                    <a:pt x="205718" y="20179"/>
                  </a:lnTo>
                  <a:lnTo>
                    <a:pt x="206685" y="19862"/>
                  </a:lnTo>
                  <a:lnTo>
                    <a:pt x="207655" y="19514"/>
                  </a:lnTo>
                  <a:lnTo>
                    <a:pt x="208630" y="19134"/>
                  </a:lnTo>
                  <a:lnTo>
                    <a:pt x="209611" y="18721"/>
                  </a:lnTo>
                  <a:lnTo>
                    <a:pt x="210600" y="18273"/>
                  </a:lnTo>
                  <a:lnTo>
                    <a:pt x="211599" y="17788"/>
                  </a:lnTo>
                  <a:lnTo>
                    <a:pt x="212608" y="17266"/>
                  </a:lnTo>
                  <a:lnTo>
                    <a:pt x="213953" y="16600"/>
                  </a:lnTo>
                  <a:lnTo>
                    <a:pt x="214915" y="16259"/>
                  </a:lnTo>
                  <a:lnTo>
                    <a:pt x="215959" y="16133"/>
                  </a:lnTo>
                  <a:lnTo>
                    <a:pt x="217547" y="16115"/>
                  </a:lnTo>
                  <a:lnTo>
                    <a:pt x="217636" y="15051"/>
                  </a:lnTo>
                  <a:lnTo>
                    <a:pt x="217724" y="13987"/>
                  </a:lnTo>
                  <a:lnTo>
                    <a:pt x="217813" y="12923"/>
                  </a:lnTo>
                  <a:lnTo>
                    <a:pt x="217902" y="11857"/>
                  </a:lnTo>
                  <a:lnTo>
                    <a:pt x="217991" y="10791"/>
                  </a:lnTo>
                  <a:lnTo>
                    <a:pt x="218080" y="9723"/>
                  </a:lnTo>
                  <a:lnTo>
                    <a:pt x="218169" y="8653"/>
                  </a:lnTo>
                  <a:lnTo>
                    <a:pt x="218258" y="7582"/>
                  </a:lnTo>
                  <a:lnTo>
                    <a:pt x="218348" y="6508"/>
                  </a:lnTo>
                  <a:lnTo>
                    <a:pt x="218437" y="5431"/>
                  </a:lnTo>
                  <a:lnTo>
                    <a:pt x="218527" y="4352"/>
                  </a:lnTo>
                  <a:lnTo>
                    <a:pt x="218618" y="3270"/>
                  </a:lnTo>
                  <a:lnTo>
                    <a:pt x="218708" y="2184"/>
                  </a:lnTo>
                  <a:lnTo>
                    <a:pt x="218799" y="1094"/>
                  </a:lnTo>
                  <a:lnTo>
                    <a:pt x="218890" y="0"/>
                  </a:lnTo>
                  <a:close/>
                </a:path>
              </a:pathLst>
            </a:custGeom>
            <a:solidFill>
              <a:srgbClr val="3E79A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" name="region 119 #667584"/>
            <p:cNvSpPr/>
            <p:nvPr/>
          </p:nvSpPr>
          <p:spPr>
            <a:xfrm>
              <a:off x="318263" y="110542"/>
              <a:ext cx="42972" cy="25089"/>
            </a:xfrm>
            <a:custGeom>
              <a:avLst/>
              <a:gdLst/>
              <a:ahLst/>
              <a:cxnLst/>
              <a:rect l="l" t="t" r="r" b="b"/>
              <a:pathLst>
                <a:path w="42972" h="25089">
                  <a:moveTo>
                    <a:pt x="41629" y="917"/>
                  </a:moveTo>
                  <a:lnTo>
                    <a:pt x="40565" y="1183"/>
                  </a:lnTo>
                  <a:lnTo>
                    <a:pt x="39499" y="1449"/>
                  </a:lnTo>
                  <a:lnTo>
                    <a:pt x="38427" y="1717"/>
                  </a:lnTo>
                  <a:lnTo>
                    <a:pt x="37347" y="1987"/>
                  </a:lnTo>
                  <a:lnTo>
                    <a:pt x="36258" y="2260"/>
                  </a:lnTo>
                  <a:lnTo>
                    <a:pt x="36258" y="3592"/>
                  </a:lnTo>
                  <a:lnTo>
                    <a:pt x="36258" y="4945"/>
                  </a:lnTo>
                  <a:lnTo>
                    <a:pt x="37590" y="4945"/>
                  </a:lnTo>
                  <a:lnTo>
                    <a:pt x="38943" y="4945"/>
                  </a:lnTo>
                  <a:lnTo>
                    <a:pt x="38943" y="6278"/>
                  </a:lnTo>
                  <a:lnTo>
                    <a:pt x="38943" y="7631"/>
                  </a:lnTo>
                  <a:lnTo>
                    <a:pt x="39941" y="7964"/>
                  </a:lnTo>
                  <a:lnTo>
                    <a:pt x="40943" y="8298"/>
                  </a:lnTo>
                  <a:lnTo>
                    <a:pt x="41952" y="8634"/>
                  </a:lnTo>
                  <a:lnTo>
                    <a:pt x="42972" y="8974"/>
                  </a:lnTo>
                  <a:lnTo>
                    <a:pt x="42105" y="9653"/>
                  </a:lnTo>
                  <a:lnTo>
                    <a:pt x="41234" y="10327"/>
                  </a:lnTo>
                  <a:lnTo>
                    <a:pt x="40361" y="10998"/>
                  </a:lnTo>
                  <a:lnTo>
                    <a:pt x="39485" y="11666"/>
                  </a:lnTo>
                  <a:lnTo>
                    <a:pt x="38608" y="12331"/>
                  </a:lnTo>
                  <a:lnTo>
                    <a:pt x="37389" y="13268"/>
                  </a:lnTo>
                  <a:lnTo>
                    <a:pt x="36153" y="14219"/>
                  </a:lnTo>
                  <a:lnTo>
                    <a:pt x="35182" y="14763"/>
                  </a:lnTo>
                  <a:lnTo>
                    <a:pt x="34387" y="15153"/>
                  </a:lnTo>
                  <a:lnTo>
                    <a:pt x="33631" y="15414"/>
                  </a:lnTo>
                  <a:lnTo>
                    <a:pt x="32773" y="15573"/>
                  </a:lnTo>
                  <a:lnTo>
                    <a:pt x="31674" y="15654"/>
                  </a:lnTo>
                  <a:lnTo>
                    <a:pt x="30197" y="15684"/>
                  </a:lnTo>
                  <a:lnTo>
                    <a:pt x="28200" y="15688"/>
                  </a:lnTo>
                  <a:lnTo>
                    <a:pt x="28200" y="17021"/>
                  </a:lnTo>
                  <a:lnTo>
                    <a:pt x="28200" y="18374"/>
                  </a:lnTo>
                  <a:lnTo>
                    <a:pt x="27138" y="18810"/>
                  </a:lnTo>
                  <a:lnTo>
                    <a:pt x="26075" y="19244"/>
                  </a:lnTo>
                  <a:lnTo>
                    <a:pt x="25012" y="19678"/>
                  </a:lnTo>
                  <a:lnTo>
                    <a:pt x="23949" y="20111"/>
                  </a:lnTo>
                  <a:lnTo>
                    <a:pt x="22885" y="20544"/>
                  </a:lnTo>
                  <a:lnTo>
                    <a:pt x="21822" y="20977"/>
                  </a:lnTo>
                  <a:lnTo>
                    <a:pt x="20636" y="21460"/>
                  </a:lnTo>
                  <a:lnTo>
                    <a:pt x="19443" y="21946"/>
                  </a:lnTo>
                  <a:lnTo>
                    <a:pt x="18233" y="22439"/>
                  </a:lnTo>
                  <a:lnTo>
                    <a:pt x="17135" y="22844"/>
                  </a:lnTo>
                  <a:lnTo>
                    <a:pt x="16043" y="23226"/>
                  </a:lnTo>
                  <a:lnTo>
                    <a:pt x="14954" y="23586"/>
                  </a:lnTo>
                  <a:lnTo>
                    <a:pt x="13863" y="23926"/>
                  </a:lnTo>
                  <a:lnTo>
                    <a:pt x="12766" y="24245"/>
                  </a:lnTo>
                  <a:lnTo>
                    <a:pt x="11659" y="24544"/>
                  </a:lnTo>
                  <a:lnTo>
                    <a:pt x="10538" y="24825"/>
                  </a:lnTo>
                  <a:lnTo>
                    <a:pt x="9400" y="25089"/>
                  </a:lnTo>
                  <a:lnTo>
                    <a:pt x="10065" y="24091"/>
                  </a:lnTo>
                  <a:lnTo>
                    <a:pt x="10733" y="23089"/>
                  </a:lnTo>
                  <a:lnTo>
                    <a:pt x="11405" y="22080"/>
                  </a:lnTo>
                  <a:lnTo>
                    <a:pt x="12086" y="21060"/>
                  </a:lnTo>
                  <a:lnTo>
                    <a:pt x="11421" y="20062"/>
                  </a:lnTo>
                  <a:lnTo>
                    <a:pt x="10753" y="19061"/>
                  </a:lnTo>
                  <a:lnTo>
                    <a:pt x="10080" y="18052"/>
                  </a:lnTo>
                  <a:lnTo>
                    <a:pt x="9400" y="17031"/>
                  </a:lnTo>
                  <a:lnTo>
                    <a:pt x="8366" y="17327"/>
                  </a:lnTo>
                  <a:lnTo>
                    <a:pt x="7331" y="17623"/>
                  </a:lnTo>
                  <a:lnTo>
                    <a:pt x="6294" y="17919"/>
                  </a:lnTo>
                  <a:lnTo>
                    <a:pt x="5256" y="18215"/>
                  </a:lnTo>
                  <a:lnTo>
                    <a:pt x="4214" y="18513"/>
                  </a:lnTo>
                  <a:lnTo>
                    <a:pt x="3168" y="18812"/>
                  </a:lnTo>
                  <a:lnTo>
                    <a:pt x="2118" y="19112"/>
                  </a:lnTo>
                  <a:lnTo>
                    <a:pt x="1062" y="19414"/>
                  </a:lnTo>
                  <a:lnTo>
                    <a:pt x="0" y="19717"/>
                  </a:lnTo>
                  <a:lnTo>
                    <a:pt x="532" y="18653"/>
                  </a:lnTo>
                  <a:lnTo>
                    <a:pt x="1065" y="17587"/>
                  </a:lnTo>
                  <a:lnTo>
                    <a:pt x="1601" y="16515"/>
                  </a:lnTo>
                  <a:lnTo>
                    <a:pt x="2141" y="15435"/>
                  </a:lnTo>
                  <a:lnTo>
                    <a:pt x="2686" y="14346"/>
                  </a:lnTo>
                  <a:lnTo>
                    <a:pt x="3750" y="14346"/>
                  </a:lnTo>
                  <a:lnTo>
                    <a:pt x="4816" y="14346"/>
                  </a:lnTo>
                  <a:lnTo>
                    <a:pt x="5888" y="14346"/>
                  </a:lnTo>
                  <a:lnTo>
                    <a:pt x="6967" y="14346"/>
                  </a:lnTo>
                  <a:lnTo>
                    <a:pt x="8057" y="14346"/>
                  </a:lnTo>
                  <a:lnTo>
                    <a:pt x="8057" y="13013"/>
                  </a:lnTo>
                  <a:lnTo>
                    <a:pt x="8057" y="11660"/>
                  </a:lnTo>
                  <a:lnTo>
                    <a:pt x="9102" y="11375"/>
                  </a:lnTo>
                  <a:lnTo>
                    <a:pt x="10147" y="11090"/>
                  </a:lnTo>
                  <a:lnTo>
                    <a:pt x="11192" y="10805"/>
                  </a:lnTo>
                  <a:lnTo>
                    <a:pt x="12239" y="10519"/>
                  </a:lnTo>
                  <a:lnTo>
                    <a:pt x="13287" y="10234"/>
                  </a:lnTo>
                  <a:lnTo>
                    <a:pt x="14336" y="9947"/>
                  </a:lnTo>
                  <a:lnTo>
                    <a:pt x="15388" y="9661"/>
                  </a:lnTo>
                  <a:lnTo>
                    <a:pt x="16441" y="9373"/>
                  </a:lnTo>
                  <a:lnTo>
                    <a:pt x="17497" y="9085"/>
                  </a:lnTo>
                  <a:lnTo>
                    <a:pt x="18557" y="8796"/>
                  </a:lnTo>
                  <a:lnTo>
                    <a:pt x="19619" y="8507"/>
                  </a:lnTo>
                  <a:lnTo>
                    <a:pt x="20685" y="8216"/>
                  </a:lnTo>
                  <a:lnTo>
                    <a:pt x="21755" y="7924"/>
                  </a:lnTo>
                  <a:lnTo>
                    <a:pt x="22829" y="7631"/>
                  </a:lnTo>
                  <a:lnTo>
                    <a:pt x="22829" y="6298"/>
                  </a:lnTo>
                  <a:lnTo>
                    <a:pt x="22829" y="4945"/>
                  </a:lnTo>
                  <a:lnTo>
                    <a:pt x="23948" y="4531"/>
                  </a:lnTo>
                  <a:lnTo>
                    <a:pt x="25085" y="4112"/>
                  </a:lnTo>
                  <a:lnTo>
                    <a:pt x="26059" y="3749"/>
                  </a:lnTo>
                  <a:lnTo>
                    <a:pt x="27039" y="3384"/>
                  </a:lnTo>
                  <a:lnTo>
                    <a:pt x="28032" y="3014"/>
                  </a:lnTo>
                  <a:lnTo>
                    <a:pt x="28999" y="2656"/>
                  </a:lnTo>
                  <a:lnTo>
                    <a:pt x="29973" y="2295"/>
                  </a:lnTo>
                  <a:lnTo>
                    <a:pt x="30960" y="1929"/>
                  </a:lnTo>
                  <a:lnTo>
                    <a:pt x="32625" y="1287"/>
                  </a:lnTo>
                  <a:lnTo>
                    <a:pt x="33987" y="781"/>
                  </a:lnTo>
                  <a:lnTo>
                    <a:pt x="35108" y="405"/>
                  </a:lnTo>
                  <a:lnTo>
                    <a:pt x="36055" y="154"/>
                  </a:lnTo>
                  <a:lnTo>
                    <a:pt x="36889" y="21"/>
                  </a:lnTo>
                  <a:lnTo>
                    <a:pt x="37676" y="0"/>
                  </a:lnTo>
                  <a:lnTo>
                    <a:pt x="38480" y="85"/>
                  </a:lnTo>
                  <a:lnTo>
                    <a:pt x="39364" y="271"/>
                  </a:lnTo>
                  <a:lnTo>
                    <a:pt x="40392" y="550"/>
                  </a:lnTo>
                  <a:lnTo>
                    <a:pt x="41629" y="917"/>
                  </a:lnTo>
                  <a:close/>
                </a:path>
              </a:pathLst>
            </a:custGeom>
            <a:solidFill>
              <a:srgbClr val="66758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" name="region 120 #D0EEF9"/>
            <p:cNvSpPr/>
            <p:nvPr/>
          </p:nvSpPr>
          <p:spPr>
            <a:xfrm>
              <a:off x="2230528" y="437779"/>
              <a:ext cx="224734" cy="27365"/>
            </a:xfrm>
            <a:custGeom>
              <a:avLst/>
              <a:gdLst/>
              <a:ahLst/>
              <a:cxnLst/>
              <a:rect l="l" t="t" r="r" b="b"/>
              <a:pathLst>
                <a:path w="224734" h="27365">
                  <a:moveTo>
                    <a:pt x="221576" y="0"/>
                  </a:moveTo>
                  <a:lnTo>
                    <a:pt x="222244" y="334"/>
                  </a:lnTo>
                  <a:lnTo>
                    <a:pt x="224262" y="1343"/>
                  </a:lnTo>
                  <a:lnTo>
                    <a:pt x="224393" y="3433"/>
                  </a:lnTo>
                  <a:lnTo>
                    <a:pt x="224506" y="5297"/>
                  </a:lnTo>
                  <a:lnTo>
                    <a:pt x="224599" y="6954"/>
                  </a:lnTo>
                  <a:lnTo>
                    <a:pt x="224670" y="8424"/>
                  </a:lnTo>
                  <a:lnTo>
                    <a:pt x="224716" y="9726"/>
                  </a:lnTo>
                  <a:lnTo>
                    <a:pt x="224734" y="10880"/>
                  </a:lnTo>
                  <a:lnTo>
                    <a:pt x="224724" y="11905"/>
                  </a:lnTo>
                  <a:lnTo>
                    <a:pt x="224681" y="12820"/>
                  </a:lnTo>
                  <a:lnTo>
                    <a:pt x="224605" y="13645"/>
                  </a:lnTo>
                  <a:lnTo>
                    <a:pt x="224492" y="14400"/>
                  </a:lnTo>
                  <a:lnTo>
                    <a:pt x="224340" y="15104"/>
                  </a:lnTo>
                  <a:lnTo>
                    <a:pt x="224147" y="15775"/>
                  </a:lnTo>
                  <a:lnTo>
                    <a:pt x="223910" y="16435"/>
                  </a:lnTo>
                  <a:lnTo>
                    <a:pt x="223628" y="17101"/>
                  </a:lnTo>
                  <a:lnTo>
                    <a:pt x="223298" y="17794"/>
                  </a:lnTo>
                  <a:lnTo>
                    <a:pt x="222917" y="18533"/>
                  </a:lnTo>
                  <a:lnTo>
                    <a:pt x="222483" y="19338"/>
                  </a:lnTo>
                  <a:lnTo>
                    <a:pt x="221995" y="20227"/>
                  </a:lnTo>
                  <a:lnTo>
                    <a:pt x="221049" y="20992"/>
                  </a:lnTo>
                  <a:lnTo>
                    <a:pt x="220124" y="21684"/>
                  </a:lnTo>
                  <a:lnTo>
                    <a:pt x="219209" y="22310"/>
                  </a:lnTo>
                  <a:lnTo>
                    <a:pt x="218293" y="22878"/>
                  </a:lnTo>
                  <a:lnTo>
                    <a:pt x="217366" y="23396"/>
                  </a:lnTo>
                  <a:lnTo>
                    <a:pt x="216416" y="23873"/>
                  </a:lnTo>
                  <a:lnTo>
                    <a:pt x="215433" y="24315"/>
                  </a:lnTo>
                  <a:lnTo>
                    <a:pt x="214406" y="24731"/>
                  </a:lnTo>
                  <a:lnTo>
                    <a:pt x="213324" y="25128"/>
                  </a:lnTo>
                  <a:lnTo>
                    <a:pt x="212176" y="25515"/>
                  </a:lnTo>
                  <a:lnTo>
                    <a:pt x="211509" y="26182"/>
                  </a:lnTo>
                  <a:lnTo>
                    <a:pt x="210833" y="26858"/>
                  </a:lnTo>
                  <a:lnTo>
                    <a:pt x="209684" y="26912"/>
                  </a:lnTo>
                  <a:lnTo>
                    <a:pt x="208535" y="26955"/>
                  </a:lnTo>
                  <a:lnTo>
                    <a:pt x="207386" y="26988"/>
                  </a:lnTo>
                  <a:lnTo>
                    <a:pt x="206236" y="27013"/>
                  </a:lnTo>
                  <a:lnTo>
                    <a:pt x="205087" y="27030"/>
                  </a:lnTo>
                  <a:lnTo>
                    <a:pt x="203937" y="27041"/>
                  </a:lnTo>
                  <a:lnTo>
                    <a:pt x="202788" y="27046"/>
                  </a:lnTo>
                  <a:lnTo>
                    <a:pt x="201737" y="27051"/>
                  </a:lnTo>
                  <a:lnTo>
                    <a:pt x="200684" y="27056"/>
                  </a:lnTo>
                  <a:lnTo>
                    <a:pt x="199627" y="27061"/>
                  </a:lnTo>
                  <a:lnTo>
                    <a:pt x="198561" y="27065"/>
                  </a:lnTo>
                  <a:lnTo>
                    <a:pt x="197486" y="27070"/>
                  </a:lnTo>
                  <a:lnTo>
                    <a:pt x="196312" y="27071"/>
                  </a:lnTo>
                  <a:lnTo>
                    <a:pt x="195138" y="27072"/>
                  </a:lnTo>
                  <a:lnTo>
                    <a:pt x="193964" y="27073"/>
                  </a:lnTo>
                  <a:lnTo>
                    <a:pt x="192790" y="27073"/>
                  </a:lnTo>
                  <a:lnTo>
                    <a:pt x="191616" y="27074"/>
                  </a:lnTo>
                  <a:lnTo>
                    <a:pt x="190388" y="27078"/>
                  </a:lnTo>
                  <a:lnTo>
                    <a:pt x="189160" y="27082"/>
                  </a:lnTo>
                  <a:lnTo>
                    <a:pt x="187932" y="27086"/>
                  </a:lnTo>
                  <a:lnTo>
                    <a:pt x="186704" y="27090"/>
                  </a:lnTo>
                  <a:lnTo>
                    <a:pt x="185476" y="27094"/>
                  </a:lnTo>
                  <a:lnTo>
                    <a:pt x="184431" y="27098"/>
                  </a:lnTo>
                  <a:lnTo>
                    <a:pt x="183386" y="27101"/>
                  </a:lnTo>
                  <a:lnTo>
                    <a:pt x="182341" y="27103"/>
                  </a:lnTo>
                  <a:lnTo>
                    <a:pt x="181296" y="27106"/>
                  </a:lnTo>
                  <a:lnTo>
                    <a:pt x="180250" y="27108"/>
                  </a:lnTo>
                  <a:lnTo>
                    <a:pt x="179205" y="27111"/>
                  </a:lnTo>
                  <a:lnTo>
                    <a:pt x="178160" y="27113"/>
                  </a:lnTo>
                  <a:lnTo>
                    <a:pt x="177115" y="27115"/>
                  </a:lnTo>
                  <a:lnTo>
                    <a:pt x="176070" y="27117"/>
                  </a:lnTo>
                  <a:lnTo>
                    <a:pt x="175025" y="27119"/>
                  </a:lnTo>
                  <a:lnTo>
                    <a:pt x="173979" y="27120"/>
                  </a:lnTo>
                  <a:lnTo>
                    <a:pt x="172934" y="27122"/>
                  </a:lnTo>
                  <a:lnTo>
                    <a:pt x="171889" y="27123"/>
                  </a:lnTo>
                  <a:lnTo>
                    <a:pt x="170844" y="27124"/>
                  </a:lnTo>
                  <a:lnTo>
                    <a:pt x="169799" y="27126"/>
                  </a:lnTo>
                  <a:lnTo>
                    <a:pt x="168753" y="27127"/>
                  </a:lnTo>
                  <a:lnTo>
                    <a:pt x="167710" y="27128"/>
                  </a:lnTo>
                  <a:lnTo>
                    <a:pt x="166667" y="27129"/>
                  </a:lnTo>
                  <a:lnTo>
                    <a:pt x="165623" y="27131"/>
                  </a:lnTo>
                  <a:lnTo>
                    <a:pt x="164580" y="27132"/>
                  </a:lnTo>
                  <a:lnTo>
                    <a:pt x="163536" y="27134"/>
                  </a:lnTo>
                  <a:lnTo>
                    <a:pt x="162493" y="27135"/>
                  </a:lnTo>
                  <a:lnTo>
                    <a:pt x="161450" y="27137"/>
                  </a:lnTo>
                  <a:lnTo>
                    <a:pt x="160406" y="27139"/>
                  </a:lnTo>
                  <a:lnTo>
                    <a:pt x="159363" y="27141"/>
                  </a:lnTo>
                  <a:lnTo>
                    <a:pt x="158319" y="27143"/>
                  </a:lnTo>
                  <a:lnTo>
                    <a:pt x="157267" y="27144"/>
                  </a:lnTo>
                  <a:lnTo>
                    <a:pt x="156215" y="27146"/>
                  </a:lnTo>
                  <a:lnTo>
                    <a:pt x="155163" y="27148"/>
                  </a:lnTo>
                  <a:lnTo>
                    <a:pt x="154111" y="27149"/>
                  </a:lnTo>
                  <a:lnTo>
                    <a:pt x="153059" y="27151"/>
                  </a:lnTo>
                  <a:lnTo>
                    <a:pt x="152007" y="27152"/>
                  </a:lnTo>
                  <a:lnTo>
                    <a:pt x="150955" y="27154"/>
                  </a:lnTo>
                  <a:lnTo>
                    <a:pt x="149902" y="27155"/>
                  </a:lnTo>
                  <a:lnTo>
                    <a:pt x="148850" y="27157"/>
                  </a:lnTo>
                  <a:lnTo>
                    <a:pt x="147798" y="27158"/>
                  </a:lnTo>
                  <a:lnTo>
                    <a:pt x="146746" y="27160"/>
                  </a:lnTo>
                  <a:lnTo>
                    <a:pt x="145694" y="27161"/>
                  </a:lnTo>
                  <a:lnTo>
                    <a:pt x="144642" y="27162"/>
                  </a:lnTo>
                  <a:lnTo>
                    <a:pt x="143590" y="27164"/>
                  </a:lnTo>
                  <a:lnTo>
                    <a:pt x="142538" y="27165"/>
                  </a:lnTo>
                  <a:lnTo>
                    <a:pt x="141486" y="27166"/>
                  </a:lnTo>
                  <a:lnTo>
                    <a:pt x="140434" y="27167"/>
                  </a:lnTo>
                  <a:lnTo>
                    <a:pt x="139382" y="27168"/>
                  </a:lnTo>
                  <a:lnTo>
                    <a:pt x="138330" y="27169"/>
                  </a:lnTo>
                  <a:lnTo>
                    <a:pt x="137278" y="27170"/>
                  </a:lnTo>
                  <a:lnTo>
                    <a:pt x="136226" y="27171"/>
                  </a:lnTo>
                  <a:lnTo>
                    <a:pt x="135174" y="27172"/>
                  </a:lnTo>
                  <a:lnTo>
                    <a:pt x="134121" y="27173"/>
                  </a:lnTo>
                  <a:lnTo>
                    <a:pt x="133069" y="27174"/>
                  </a:lnTo>
                  <a:lnTo>
                    <a:pt x="132017" y="27175"/>
                  </a:lnTo>
                  <a:lnTo>
                    <a:pt x="130965" y="27176"/>
                  </a:lnTo>
                  <a:lnTo>
                    <a:pt x="129913" y="27176"/>
                  </a:lnTo>
                  <a:lnTo>
                    <a:pt x="128861" y="27177"/>
                  </a:lnTo>
                  <a:lnTo>
                    <a:pt x="127809" y="27178"/>
                  </a:lnTo>
                  <a:lnTo>
                    <a:pt x="126757" y="27178"/>
                  </a:lnTo>
                  <a:lnTo>
                    <a:pt x="125705" y="27179"/>
                  </a:lnTo>
                  <a:lnTo>
                    <a:pt x="124657" y="27179"/>
                  </a:lnTo>
                  <a:lnTo>
                    <a:pt x="123610" y="27180"/>
                  </a:lnTo>
                  <a:lnTo>
                    <a:pt x="122562" y="27181"/>
                  </a:lnTo>
                  <a:lnTo>
                    <a:pt x="121514" y="27181"/>
                  </a:lnTo>
                  <a:lnTo>
                    <a:pt x="120467" y="27182"/>
                  </a:lnTo>
                  <a:lnTo>
                    <a:pt x="119419" y="27183"/>
                  </a:lnTo>
                  <a:lnTo>
                    <a:pt x="118372" y="27184"/>
                  </a:lnTo>
                  <a:lnTo>
                    <a:pt x="117324" y="27185"/>
                  </a:lnTo>
                  <a:lnTo>
                    <a:pt x="116276" y="27186"/>
                  </a:lnTo>
                  <a:lnTo>
                    <a:pt x="115229" y="27188"/>
                  </a:lnTo>
                  <a:lnTo>
                    <a:pt x="114181" y="27189"/>
                  </a:lnTo>
                  <a:lnTo>
                    <a:pt x="113134" y="27190"/>
                  </a:lnTo>
                  <a:lnTo>
                    <a:pt x="112086" y="27192"/>
                  </a:lnTo>
                  <a:lnTo>
                    <a:pt x="111038" y="27194"/>
                  </a:lnTo>
                  <a:lnTo>
                    <a:pt x="109991" y="27195"/>
                  </a:lnTo>
                  <a:lnTo>
                    <a:pt x="108943" y="27197"/>
                  </a:lnTo>
                  <a:lnTo>
                    <a:pt x="107896" y="27199"/>
                  </a:lnTo>
                  <a:lnTo>
                    <a:pt x="106848" y="27201"/>
                  </a:lnTo>
                  <a:lnTo>
                    <a:pt x="105800" y="27203"/>
                  </a:lnTo>
                  <a:lnTo>
                    <a:pt x="104753" y="27205"/>
                  </a:lnTo>
                  <a:lnTo>
                    <a:pt x="103705" y="27207"/>
                  </a:lnTo>
                  <a:lnTo>
                    <a:pt x="102657" y="27209"/>
                  </a:lnTo>
                  <a:lnTo>
                    <a:pt x="101610" y="27211"/>
                  </a:lnTo>
                  <a:lnTo>
                    <a:pt x="100562" y="27214"/>
                  </a:lnTo>
                  <a:lnTo>
                    <a:pt x="99515" y="27216"/>
                  </a:lnTo>
                  <a:lnTo>
                    <a:pt x="98467" y="27218"/>
                  </a:lnTo>
                  <a:lnTo>
                    <a:pt x="97419" y="27221"/>
                  </a:lnTo>
                  <a:lnTo>
                    <a:pt x="96372" y="27224"/>
                  </a:lnTo>
                  <a:lnTo>
                    <a:pt x="95324" y="27226"/>
                  </a:lnTo>
                  <a:lnTo>
                    <a:pt x="94277" y="27229"/>
                  </a:lnTo>
                  <a:lnTo>
                    <a:pt x="93229" y="27232"/>
                  </a:lnTo>
                  <a:lnTo>
                    <a:pt x="92181" y="27235"/>
                  </a:lnTo>
                  <a:lnTo>
                    <a:pt x="91134" y="27238"/>
                  </a:lnTo>
                  <a:lnTo>
                    <a:pt x="90086" y="27241"/>
                  </a:lnTo>
                  <a:lnTo>
                    <a:pt x="89039" y="27244"/>
                  </a:lnTo>
                  <a:lnTo>
                    <a:pt x="87991" y="27247"/>
                  </a:lnTo>
                  <a:lnTo>
                    <a:pt x="86913" y="27251"/>
                  </a:lnTo>
                  <a:lnTo>
                    <a:pt x="85835" y="27253"/>
                  </a:lnTo>
                  <a:lnTo>
                    <a:pt x="84757" y="27256"/>
                  </a:lnTo>
                  <a:lnTo>
                    <a:pt x="83679" y="27259"/>
                  </a:lnTo>
                  <a:lnTo>
                    <a:pt x="82601" y="27262"/>
                  </a:lnTo>
                  <a:lnTo>
                    <a:pt x="81523" y="27264"/>
                  </a:lnTo>
                  <a:lnTo>
                    <a:pt x="80445" y="27267"/>
                  </a:lnTo>
                  <a:lnTo>
                    <a:pt x="79367" y="27269"/>
                  </a:lnTo>
                  <a:lnTo>
                    <a:pt x="78288" y="27271"/>
                  </a:lnTo>
                  <a:lnTo>
                    <a:pt x="77210" y="27273"/>
                  </a:lnTo>
                  <a:lnTo>
                    <a:pt x="76132" y="27275"/>
                  </a:lnTo>
                  <a:lnTo>
                    <a:pt x="75054" y="27277"/>
                  </a:lnTo>
                  <a:lnTo>
                    <a:pt x="73976" y="27279"/>
                  </a:lnTo>
                  <a:lnTo>
                    <a:pt x="72898" y="27280"/>
                  </a:lnTo>
                  <a:lnTo>
                    <a:pt x="71820" y="27282"/>
                  </a:lnTo>
                  <a:lnTo>
                    <a:pt x="70742" y="27283"/>
                  </a:lnTo>
                  <a:lnTo>
                    <a:pt x="69664" y="27285"/>
                  </a:lnTo>
                  <a:lnTo>
                    <a:pt x="68586" y="27286"/>
                  </a:lnTo>
                  <a:lnTo>
                    <a:pt x="67507" y="27287"/>
                  </a:lnTo>
                  <a:lnTo>
                    <a:pt x="66429" y="27288"/>
                  </a:lnTo>
                  <a:lnTo>
                    <a:pt x="65351" y="27289"/>
                  </a:lnTo>
                  <a:lnTo>
                    <a:pt x="64273" y="27290"/>
                  </a:lnTo>
                  <a:lnTo>
                    <a:pt x="63195" y="27290"/>
                  </a:lnTo>
                  <a:lnTo>
                    <a:pt x="62117" y="27291"/>
                  </a:lnTo>
                  <a:lnTo>
                    <a:pt x="61039" y="27291"/>
                  </a:lnTo>
                  <a:lnTo>
                    <a:pt x="59961" y="27292"/>
                  </a:lnTo>
                  <a:lnTo>
                    <a:pt x="58883" y="27292"/>
                  </a:lnTo>
                  <a:lnTo>
                    <a:pt x="57795" y="27292"/>
                  </a:lnTo>
                  <a:lnTo>
                    <a:pt x="56707" y="27293"/>
                  </a:lnTo>
                  <a:lnTo>
                    <a:pt x="55619" y="27293"/>
                  </a:lnTo>
                  <a:lnTo>
                    <a:pt x="54531" y="27294"/>
                  </a:lnTo>
                  <a:lnTo>
                    <a:pt x="53443" y="27295"/>
                  </a:lnTo>
                  <a:lnTo>
                    <a:pt x="52355" y="27297"/>
                  </a:lnTo>
                  <a:lnTo>
                    <a:pt x="51267" y="27298"/>
                  </a:lnTo>
                  <a:lnTo>
                    <a:pt x="50180" y="27300"/>
                  </a:lnTo>
                  <a:lnTo>
                    <a:pt x="49092" y="27302"/>
                  </a:lnTo>
                  <a:lnTo>
                    <a:pt x="48004" y="27304"/>
                  </a:lnTo>
                  <a:lnTo>
                    <a:pt x="46916" y="27307"/>
                  </a:lnTo>
                  <a:lnTo>
                    <a:pt x="45828" y="27310"/>
                  </a:lnTo>
                  <a:lnTo>
                    <a:pt x="44740" y="27313"/>
                  </a:lnTo>
                  <a:lnTo>
                    <a:pt x="43652" y="27317"/>
                  </a:lnTo>
                  <a:lnTo>
                    <a:pt x="42564" y="27321"/>
                  </a:lnTo>
                  <a:lnTo>
                    <a:pt x="41476" y="27325"/>
                  </a:lnTo>
                  <a:lnTo>
                    <a:pt x="40385" y="27329"/>
                  </a:lnTo>
                  <a:lnTo>
                    <a:pt x="39294" y="27333"/>
                  </a:lnTo>
                  <a:lnTo>
                    <a:pt x="38204" y="27336"/>
                  </a:lnTo>
                  <a:lnTo>
                    <a:pt x="37113" y="27339"/>
                  </a:lnTo>
                  <a:lnTo>
                    <a:pt x="36022" y="27341"/>
                  </a:lnTo>
                  <a:lnTo>
                    <a:pt x="34931" y="27342"/>
                  </a:lnTo>
                  <a:lnTo>
                    <a:pt x="33840" y="27344"/>
                  </a:lnTo>
                  <a:lnTo>
                    <a:pt x="32749" y="27344"/>
                  </a:lnTo>
                  <a:lnTo>
                    <a:pt x="31658" y="27345"/>
                  </a:lnTo>
                  <a:lnTo>
                    <a:pt x="30567" y="27345"/>
                  </a:lnTo>
                  <a:lnTo>
                    <a:pt x="29476" y="27344"/>
                  </a:lnTo>
                  <a:lnTo>
                    <a:pt x="28385" y="27344"/>
                  </a:lnTo>
                  <a:lnTo>
                    <a:pt x="27294" y="27342"/>
                  </a:lnTo>
                  <a:lnTo>
                    <a:pt x="26203" y="27341"/>
                  </a:lnTo>
                  <a:lnTo>
                    <a:pt x="25112" y="27339"/>
                  </a:lnTo>
                  <a:lnTo>
                    <a:pt x="23908" y="27339"/>
                  </a:lnTo>
                  <a:lnTo>
                    <a:pt x="22704" y="27340"/>
                  </a:lnTo>
                  <a:lnTo>
                    <a:pt x="21501" y="27344"/>
                  </a:lnTo>
                  <a:lnTo>
                    <a:pt x="20297" y="27349"/>
                  </a:lnTo>
                  <a:lnTo>
                    <a:pt x="19093" y="27356"/>
                  </a:lnTo>
                  <a:lnTo>
                    <a:pt x="17923" y="27362"/>
                  </a:lnTo>
                  <a:lnTo>
                    <a:pt x="16753" y="27365"/>
                  </a:lnTo>
                  <a:lnTo>
                    <a:pt x="15583" y="27365"/>
                  </a:lnTo>
                  <a:lnTo>
                    <a:pt x="14412" y="27364"/>
                  </a:lnTo>
                  <a:lnTo>
                    <a:pt x="13242" y="27360"/>
                  </a:lnTo>
                  <a:lnTo>
                    <a:pt x="12072" y="27356"/>
                  </a:lnTo>
                  <a:lnTo>
                    <a:pt x="10902" y="27351"/>
                  </a:lnTo>
                  <a:lnTo>
                    <a:pt x="10399" y="27352"/>
                  </a:lnTo>
                  <a:lnTo>
                    <a:pt x="9748" y="27353"/>
                  </a:lnTo>
                  <a:lnTo>
                    <a:pt x="8514" y="27354"/>
                  </a:lnTo>
                  <a:lnTo>
                    <a:pt x="6263" y="27358"/>
                  </a:lnTo>
                  <a:lnTo>
                    <a:pt x="5737" y="27284"/>
                  </a:lnTo>
                  <a:lnTo>
                    <a:pt x="4809" y="27155"/>
                  </a:lnTo>
                  <a:lnTo>
                    <a:pt x="2686" y="26858"/>
                  </a:lnTo>
                  <a:lnTo>
                    <a:pt x="2021" y="25860"/>
                  </a:lnTo>
                  <a:lnTo>
                    <a:pt x="1353" y="24859"/>
                  </a:lnTo>
                  <a:lnTo>
                    <a:pt x="680" y="23850"/>
                  </a:lnTo>
                  <a:lnTo>
                    <a:pt x="0" y="22829"/>
                  </a:lnTo>
                  <a:lnTo>
                    <a:pt x="998" y="23162"/>
                  </a:lnTo>
                  <a:lnTo>
                    <a:pt x="1999" y="23496"/>
                  </a:lnTo>
                  <a:lnTo>
                    <a:pt x="3008" y="23832"/>
                  </a:lnTo>
                  <a:lnTo>
                    <a:pt x="4029" y="24172"/>
                  </a:lnTo>
                  <a:lnTo>
                    <a:pt x="5070" y="24215"/>
                  </a:lnTo>
                  <a:lnTo>
                    <a:pt x="6111" y="24250"/>
                  </a:lnTo>
                  <a:lnTo>
                    <a:pt x="7153" y="24278"/>
                  </a:lnTo>
                  <a:lnTo>
                    <a:pt x="8195" y="24300"/>
                  </a:lnTo>
                  <a:lnTo>
                    <a:pt x="9238" y="24316"/>
                  </a:lnTo>
                  <a:lnTo>
                    <a:pt x="10280" y="24327"/>
                  </a:lnTo>
                  <a:lnTo>
                    <a:pt x="11322" y="24332"/>
                  </a:lnTo>
                  <a:lnTo>
                    <a:pt x="12364" y="24333"/>
                  </a:lnTo>
                  <a:lnTo>
                    <a:pt x="12825" y="24334"/>
                  </a:lnTo>
                  <a:lnTo>
                    <a:pt x="13331" y="24335"/>
                  </a:lnTo>
                  <a:lnTo>
                    <a:pt x="14135" y="24336"/>
                  </a:lnTo>
                  <a:lnTo>
                    <a:pt x="15491" y="24337"/>
                  </a:lnTo>
                  <a:lnTo>
                    <a:pt x="17654" y="24339"/>
                  </a:lnTo>
                  <a:lnTo>
                    <a:pt x="18817" y="24336"/>
                  </a:lnTo>
                  <a:lnTo>
                    <a:pt x="19981" y="24333"/>
                  </a:lnTo>
                  <a:lnTo>
                    <a:pt x="21144" y="24331"/>
                  </a:lnTo>
                  <a:lnTo>
                    <a:pt x="22307" y="24328"/>
                  </a:lnTo>
                  <a:lnTo>
                    <a:pt x="23470" y="24325"/>
                  </a:lnTo>
                  <a:lnTo>
                    <a:pt x="24693" y="24325"/>
                  </a:lnTo>
                  <a:lnTo>
                    <a:pt x="25916" y="24324"/>
                  </a:lnTo>
                  <a:lnTo>
                    <a:pt x="27139" y="24324"/>
                  </a:lnTo>
                  <a:lnTo>
                    <a:pt x="28361" y="24325"/>
                  </a:lnTo>
                  <a:lnTo>
                    <a:pt x="29584" y="24325"/>
                  </a:lnTo>
                  <a:lnTo>
                    <a:pt x="30691" y="24325"/>
                  </a:lnTo>
                  <a:lnTo>
                    <a:pt x="31799" y="24325"/>
                  </a:lnTo>
                  <a:lnTo>
                    <a:pt x="32907" y="24324"/>
                  </a:lnTo>
                  <a:lnTo>
                    <a:pt x="34014" y="24324"/>
                  </a:lnTo>
                  <a:lnTo>
                    <a:pt x="35122" y="24323"/>
                  </a:lnTo>
                  <a:lnTo>
                    <a:pt x="36229" y="24322"/>
                  </a:lnTo>
                  <a:lnTo>
                    <a:pt x="37337" y="24321"/>
                  </a:lnTo>
                  <a:lnTo>
                    <a:pt x="38444" y="24319"/>
                  </a:lnTo>
                  <a:lnTo>
                    <a:pt x="39552" y="24318"/>
                  </a:lnTo>
                  <a:lnTo>
                    <a:pt x="40660" y="24317"/>
                  </a:lnTo>
                  <a:lnTo>
                    <a:pt x="41767" y="24315"/>
                  </a:lnTo>
                  <a:lnTo>
                    <a:pt x="42874" y="24313"/>
                  </a:lnTo>
                  <a:lnTo>
                    <a:pt x="43982" y="24312"/>
                  </a:lnTo>
                  <a:lnTo>
                    <a:pt x="45089" y="24310"/>
                  </a:lnTo>
                  <a:lnTo>
                    <a:pt x="46197" y="24308"/>
                  </a:lnTo>
                  <a:lnTo>
                    <a:pt x="47281" y="24306"/>
                  </a:lnTo>
                  <a:lnTo>
                    <a:pt x="48366" y="24305"/>
                  </a:lnTo>
                  <a:lnTo>
                    <a:pt x="49451" y="24304"/>
                  </a:lnTo>
                  <a:lnTo>
                    <a:pt x="50536" y="24303"/>
                  </a:lnTo>
                  <a:lnTo>
                    <a:pt x="51621" y="24302"/>
                  </a:lnTo>
                  <a:lnTo>
                    <a:pt x="52705" y="24302"/>
                  </a:lnTo>
                  <a:lnTo>
                    <a:pt x="53790" y="24301"/>
                  </a:lnTo>
                  <a:lnTo>
                    <a:pt x="54875" y="24300"/>
                  </a:lnTo>
                  <a:lnTo>
                    <a:pt x="55960" y="24300"/>
                  </a:lnTo>
                  <a:lnTo>
                    <a:pt x="57045" y="24300"/>
                  </a:lnTo>
                  <a:lnTo>
                    <a:pt x="58130" y="24299"/>
                  </a:lnTo>
                  <a:lnTo>
                    <a:pt x="59214" y="24299"/>
                  </a:lnTo>
                  <a:lnTo>
                    <a:pt x="60299" y="24298"/>
                  </a:lnTo>
                  <a:lnTo>
                    <a:pt x="61384" y="24298"/>
                  </a:lnTo>
                  <a:lnTo>
                    <a:pt x="62469" y="24298"/>
                  </a:lnTo>
                  <a:lnTo>
                    <a:pt x="63553" y="24297"/>
                  </a:lnTo>
                  <a:lnTo>
                    <a:pt x="64614" y="24297"/>
                  </a:lnTo>
                  <a:lnTo>
                    <a:pt x="65674" y="24296"/>
                  </a:lnTo>
                  <a:lnTo>
                    <a:pt x="66735" y="24296"/>
                  </a:lnTo>
                  <a:lnTo>
                    <a:pt x="67795" y="24295"/>
                  </a:lnTo>
                  <a:lnTo>
                    <a:pt x="68856" y="24295"/>
                  </a:lnTo>
                  <a:lnTo>
                    <a:pt x="69916" y="24294"/>
                  </a:lnTo>
                  <a:lnTo>
                    <a:pt x="70976" y="24293"/>
                  </a:lnTo>
                  <a:lnTo>
                    <a:pt x="72037" y="24293"/>
                  </a:lnTo>
                  <a:lnTo>
                    <a:pt x="73097" y="24292"/>
                  </a:lnTo>
                  <a:lnTo>
                    <a:pt x="74157" y="24291"/>
                  </a:lnTo>
                  <a:lnTo>
                    <a:pt x="75218" y="24290"/>
                  </a:lnTo>
                  <a:lnTo>
                    <a:pt x="76278" y="24290"/>
                  </a:lnTo>
                  <a:lnTo>
                    <a:pt x="77339" y="24289"/>
                  </a:lnTo>
                  <a:lnTo>
                    <a:pt x="78399" y="24288"/>
                  </a:lnTo>
                  <a:lnTo>
                    <a:pt x="79459" y="24287"/>
                  </a:lnTo>
                  <a:lnTo>
                    <a:pt x="80520" y="24286"/>
                  </a:lnTo>
                  <a:lnTo>
                    <a:pt x="81580" y="24285"/>
                  </a:lnTo>
                  <a:lnTo>
                    <a:pt x="82641" y="24284"/>
                  </a:lnTo>
                  <a:lnTo>
                    <a:pt x="83701" y="24283"/>
                  </a:lnTo>
                  <a:lnTo>
                    <a:pt x="84761" y="24282"/>
                  </a:lnTo>
                  <a:lnTo>
                    <a:pt x="85822" y="24281"/>
                  </a:lnTo>
                  <a:lnTo>
                    <a:pt x="86882" y="24280"/>
                  </a:lnTo>
                  <a:lnTo>
                    <a:pt x="87942" y="24279"/>
                  </a:lnTo>
                  <a:lnTo>
                    <a:pt x="89003" y="24278"/>
                  </a:lnTo>
                  <a:lnTo>
                    <a:pt x="90063" y="24276"/>
                  </a:lnTo>
                  <a:lnTo>
                    <a:pt x="91124" y="24275"/>
                  </a:lnTo>
                  <a:lnTo>
                    <a:pt x="92184" y="24274"/>
                  </a:lnTo>
                  <a:lnTo>
                    <a:pt x="93245" y="24273"/>
                  </a:lnTo>
                  <a:lnTo>
                    <a:pt x="94305" y="24271"/>
                  </a:lnTo>
                  <a:lnTo>
                    <a:pt x="95365" y="24270"/>
                  </a:lnTo>
                  <a:lnTo>
                    <a:pt x="96426" y="24269"/>
                  </a:lnTo>
                  <a:lnTo>
                    <a:pt x="97495" y="24268"/>
                  </a:lnTo>
                  <a:lnTo>
                    <a:pt x="98564" y="24266"/>
                  </a:lnTo>
                  <a:lnTo>
                    <a:pt x="99633" y="24265"/>
                  </a:lnTo>
                  <a:lnTo>
                    <a:pt x="100703" y="24264"/>
                  </a:lnTo>
                  <a:lnTo>
                    <a:pt x="101772" y="24263"/>
                  </a:lnTo>
                  <a:lnTo>
                    <a:pt x="102841" y="24262"/>
                  </a:lnTo>
                  <a:lnTo>
                    <a:pt x="103910" y="24261"/>
                  </a:lnTo>
                  <a:lnTo>
                    <a:pt x="104979" y="24260"/>
                  </a:lnTo>
                  <a:lnTo>
                    <a:pt x="106049" y="24259"/>
                  </a:lnTo>
                  <a:lnTo>
                    <a:pt x="107118" y="24258"/>
                  </a:lnTo>
                  <a:lnTo>
                    <a:pt x="108187" y="24257"/>
                  </a:lnTo>
                  <a:lnTo>
                    <a:pt x="109256" y="24256"/>
                  </a:lnTo>
                  <a:lnTo>
                    <a:pt x="110325" y="24255"/>
                  </a:lnTo>
                  <a:lnTo>
                    <a:pt x="111395" y="24254"/>
                  </a:lnTo>
                  <a:lnTo>
                    <a:pt x="112464" y="24253"/>
                  </a:lnTo>
                  <a:lnTo>
                    <a:pt x="113533" y="24252"/>
                  </a:lnTo>
                  <a:lnTo>
                    <a:pt x="114602" y="24252"/>
                  </a:lnTo>
                  <a:lnTo>
                    <a:pt x="115671" y="24251"/>
                  </a:lnTo>
                  <a:lnTo>
                    <a:pt x="116741" y="24250"/>
                  </a:lnTo>
                  <a:lnTo>
                    <a:pt x="117810" y="24249"/>
                  </a:lnTo>
                  <a:lnTo>
                    <a:pt x="118879" y="24248"/>
                  </a:lnTo>
                  <a:lnTo>
                    <a:pt x="119948" y="24248"/>
                  </a:lnTo>
                  <a:lnTo>
                    <a:pt x="121017" y="24247"/>
                  </a:lnTo>
                  <a:lnTo>
                    <a:pt x="122087" y="24246"/>
                  </a:lnTo>
                  <a:lnTo>
                    <a:pt x="123156" y="24246"/>
                  </a:lnTo>
                  <a:lnTo>
                    <a:pt x="124225" y="24245"/>
                  </a:lnTo>
                  <a:lnTo>
                    <a:pt x="125294" y="24244"/>
                  </a:lnTo>
                  <a:lnTo>
                    <a:pt x="126364" y="24244"/>
                  </a:lnTo>
                  <a:lnTo>
                    <a:pt x="127433" y="24243"/>
                  </a:lnTo>
                  <a:lnTo>
                    <a:pt x="128502" y="24242"/>
                  </a:lnTo>
                  <a:lnTo>
                    <a:pt x="129571" y="24242"/>
                  </a:lnTo>
                  <a:lnTo>
                    <a:pt x="130640" y="24241"/>
                  </a:lnTo>
                  <a:lnTo>
                    <a:pt x="131710" y="24241"/>
                  </a:lnTo>
                  <a:lnTo>
                    <a:pt x="132779" y="24240"/>
                  </a:lnTo>
                  <a:lnTo>
                    <a:pt x="133848" y="24239"/>
                  </a:lnTo>
                  <a:lnTo>
                    <a:pt x="135051" y="24239"/>
                  </a:lnTo>
                  <a:lnTo>
                    <a:pt x="136254" y="24238"/>
                  </a:lnTo>
                  <a:lnTo>
                    <a:pt x="137457" y="24237"/>
                  </a:lnTo>
                  <a:lnTo>
                    <a:pt x="138659" y="24237"/>
                  </a:lnTo>
                  <a:lnTo>
                    <a:pt x="139862" y="24236"/>
                  </a:lnTo>
                  <a:lnTo>
                    <a:pt x="141065" y="24235"/>
                  </a:lnTo>
                  <a:lnTo>
                    <a:pt x="142268" y="24235"/>
                  </a:lnTo>
                  <a:lnTo>
                    <a:pt x="143471" y="24234"/>
                  </a:lnTo>
                  <a:lnTo>
                    <a:pt x="144674" y="24233"/>
                  </a:lnTo>
                  <a:lnTo>
                    <a:pt x="145877" y="24232"/>
                  </a:lnTo>
                  <a:lnTo>
                    <a:pt x="147080" y="24232"/>
                  </a:lnTo>
                  <a:lnTo>
                    <a:pt x="148282" y="24231"/>
                  </a:lnTo>
                  <a:lnTo>
                    <a:pt x="149485" y="24230"/>
                  </a:lnTo>
                  <a:lnTo>
                    <a:pt x="150688" y="24229"/>
                  </a:lnTo>
                  <a:lnTo>
                    <a:pt x="151891" y="24228"/>
                  </a:lnTo>
                  <a:lnTo>
                    <a:pt x="153094" y="24227"/>
                  </a:lnTo>
                  <a:lnTo>
                    <a:pt x="154297" y="24227"/>
                  </a:lnTo>
                  <a:lnTo>
                    <a:pt x="155500" y="24226"/>
                  </a:lnTo>
                  <a:lnTo>
                    <a:pt x="156703" y="24225"/>
                  </a:lnTo>
                  <a:lnTo>
                    <a:pt x="157906" y="24224"/>
                  </a:lnTo>
                  <a:lnTo>
                    <a:pt x="159108" y="24223"/>
                  </a:lnTo>
                  <a:lnTo>
                    <a:pt x="160311" y="24222"/>
                  </a:lnTo>
                  <a:lnTo>
                    <a:pt x="161514" y="24221"/>
                  </a:lnTo>
                  <a:lnTo>
                    <a:pt x="162717" y="24220"/>
                  </a:lnTo>
                  <a:lnTo>
                    <a:pt x="163920" y="24219"/>
                  </a:lnTo>
                  <a:lnTo>
                    <a:pt x="165123" y="24218"/>
                  </a:lnTo>
                  <a:lnTo>
                    <a:pt x="166326" y="24217"/>
                  </a:lnTo>
                  <a:lnTo>
                    <a:pt x="167529" y="24216"/>
                  </a:lnTo>
                  <a:lnTo>
                    <a:pt x="168732" y="24215"/>
                  </a:lnTo>
                  <a:lnTo>
                    <a:pt x="169935" y="24214"/>
                  </a:lnTo>
                  <a:lnTo>
                    <a:pt x="171137" y="24213"/>
                  </a:lnTo>
                  <a:lnTo>
                    <a:pt x="172340" y="24212"/>
                  </a:lnTo>
                  <a:lnTo>
                    <a:pt x="173543" y="24211"/>
                  </a:lnTo>
                  <a:lnTo>
                    <a:pt x="174746" y="24210"/>
                  </a:lnTo>
                  <a:lnTo>
                    <a:pt x="175949" y="24209"/>
                  </a:lnTo>
                  <a:lnTo>
                    <a:pt x="177152" y="24207"/>
                  </a:lnTo>
                  <a:lnTo>
                    <a:pt x="178355" y="24206"/>
                  </a:lnTo>
                  <a:lnTo>
                    <a:pt x="179558" y="24205"/>
                  </a:lnTo>
                  <a:lnTo>
                    <a:pt x="180761" y="24204"/>
                  </a:lnTo>
                  <a:lnTo>
                    <a:pt x="181964" y="24203"/>
                  </a:lnTo>
                  <a:lnTo>
                    <a:pt x="183166" y="24202"/>
                  </a:lnTo>
                  <a:lnTo>
                    <a:pt x="184369" y="24201"/>
                  </a:lnTo>
                  <a:lnTo>
                    <a:pt x="185572" y="24199"/>
                  </a:lnTo>
                  <a:lnTo>
                    <a:pt x="186775" y="24198"/>
                  </a:lnTo>
                  <a:lnTo>
                    <a:pt x="187978" y="24197"/>
                  </a:lnTo>
                  <a:lnTo>
                    <a:pt x="189181" y="24196"/>
                  </a:lnTo>
                  <a:lnTo>
                    <a:pt x="190384" y="24195"/>
                  </a:lnTo>
                  <a:lnTo>
                    <a:pt x="191587" y="24193"/>
                  </a:lnTo>
                  <a:lnTo>
                    <a:pt x="192790" y="24192"/>
                  </a:lnTo>
                  <a:lnTo>
                    <a:pt x="193992" y="24191"/>
                  </a:lnTo>
                  <a:lnTo>
                    <a:pt x="195195" y="24190"/>
                  </a:lnTo>
                  <a:lnTo>
                    <a:pt x="196398" y="24188"/>
                  </a:lnTo>
                  <a:lnTo>
                    <a:pt x="197601" y="24187"/>
                  </a:lnTo>
                  <a:lnTo>
                    <a:pt x="198804" y="24186"/>
                  </a:lnTo>
                  <a:lnTo>
                    <a:pt x="200007" y="24184"/>
                  </a:lnTo>
                  <a:lnTo>
                    <a:pt x="201210" y="24183"/>
                  </a:lnTo>
                  <a:lnTo>
                    <a:pt x="202413" y="24182"/>
                  </a:lnTo>
                  <a:lnTo>
                    <a:pt x="203615" y="24180"/>
                  </a:lnTo>
                  <a:lnTo>
                    <a:pt x="204818" y="24179"/>
                  </a:lnTo>
                  <a:lnTo>
                    <a:pt x="206021" y="24178"/>
                  </a:lnTo>
                  <a:lnTo>
                    <a:pt x="207224" y="24176"/>
                  </a:lnTo>
                  <a:lnTo>
                    <a:pt x="208427" y="24175"/>
                  </a:lnTo>
                  <a:lnTo>
                    <a:pt x="209630" y="24174"/>
                  </a:lnTo>
                  <a:lnTo>
                    <a:pt x="210833" y="24172"/>
                  </a:lnTo>
                  <a:lnTo>
                    <a:pt x="210833" y="22839"/>
                  </a:lnTo>
                  <a:lnTo>
                    <a:pt x="210833" y="21486"/>
                  </a:lnTo>
                  <a:lnTo>
                    <a:pt x="211789" y="21029"/>
                  </a:lnTo>
                  <a:lnTo>
                    <a:pt x="212749" y="20570"/>
                  </a:lnTo>
                  <a:lnTo>
                    <a:pt x="213716" y="20107"/>
                  </a:lnTo>
                  <a:lnTo>
                    <a:pt x="214694" y="19640"/>
                  </a:lnTo>
                  <a:lnTo>
                    <a:pt x="215774" y="18949"/>
                  </a:lnTo>
                  <a:lnTo>
                    <a:pt x="216664" y="18298"/>
                  </a:lnTo>
                  <a:lnTo>
                    <a:pt x="217393" y="17655"/>
                  </a:lnTo>
                  <a:lnTo>
                    <a:pt x="217991" y="16988"/>
                  </a:lnTo>
                  <a:lnTo>
                    <a:pt x="218486" y="16265"/>
                  </a:lnTo>
                  <a:lnTo>
                    <a:pt x="218907" y="15454"/>
                  </a:lnTo>
                  <a:lnTo>
                    <a:pt x="219284" y="14525"/>
                  </a:lnTo>
                  <a:lnTo>
                    <a:pt x="219647" y="13444"/>
                  </a:lnTo>
                  <a:lnTo>
                    <a:pt x="220023" y="12180"/>
                  </a:lnTo>
                  <a:lnTo>
                    <a:pt x="220197" y="11074"/>
                  </a:lnTo>
                  <a:lnTo>
                    <a:pt x="220365" y="9969"/>
                  </a:lnTo>
                  <a:lnTo>
                    <a:pt x="220527" y="8864"/>
                  </a:lnTo>
                  <a:lnTo>
                    <a:pt x="220682" y="7760"/>
                  </a:lnTo>
                  <a:lnTo>
                    <a:pt x="220831" y="6655"/>
                  </a:lnTo>
                  <a:lnTo>
                    <a:pt x="220973" y="5550"/>
                  </a:lnTo>
                  <a:lnTo>
                    <a:pt x="221108" y="4444"/>
                  </a:lnTo>
                  <a:lnTo>
                    <a:pt x="221236" y="3336"/>
                  </a:lnTo>
                  <a:lnTo>
                    <a:pt x="221357" y="2227"/>
                  </a:lnTo>
                  <a:lnTo>
                    <a:pt x="221470" y="1115"/>
                  </a:lnTo>
                  <a:lnTo>
                    <a:pt x="221576" y="0"/>
                  </a:lnTo>
                  <a:close/>
                </a:path>
              </a:pathLst>
            </a:custGeom>
            <a:solidFill>
              <a:srgbClr val="D0EEF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" name="region 121 #5E0C1C"/>
            <p:cNvSpPr/>
            <p:nvPr/>
          </p:nvSpPr>
          <p:spPr>
            <a:xfrm>
              <a:off x="1741719" y="597582"/>
              <a:ext cx="40286" cy="33572"/>
            </a:xfrm>
            <a:custGeom>
              <a:avLst/>
              <a:gdLst/>
              <a:ahLst/>
              <a:cxnLst/>
              <a:rect l="l" t="t" r="r" b="b"/>
              <a:pathLst>
                <a:path w="40286" h="33572">
                  <a:moveTo>
                    <a:pt x="5371" y="0"/>
                  </a:moveTo>
                  <a:lnTo>
                    <a:pt x="6704" y="0"/>
                  </a:lnTo>
                  <a:lnTo>
                    <a:pt x="8057" y="0"/>
                  </a:lnTo>
                  <a:lnTo>
                    <a:pt x="8323" y="1064"/>
                  </a:lnTo>
                  <a:lnTo>
                    <a:pt x="8590" y="2131"/>
                  </a:lnTo>
                  <a:lnTo>
                    <a:pt x="8858" y="3203"/>
                  </a:lnTo>
                  <a:lnTo>
                    <a:pt x="9127" y="4282"/>
                  </a:lnTo>
                  <a:lnTo>
                    <a:pt x="9400" y="5372"/>
                  </a:lnTo>
                  <a:lnTo>
                    <a:pt x="10490" y="5826"/>
                  </a:lnTo>
                  <a:lnTo>
                    <a:pt x="11315" y="6123"/>
                  </a:lnTo>
                  <a:lnTo>
                    <a:pt x="12131" y="6327"/>
                  </a:lnTo>
                  <a:lnTo>
                    <a:pt x="13198" y="6503"/>
                  </a:lnTo>
                  <a:lnTo>
                    <a:pt x="14771" y="6715"/>
                  </a:lnTo>
                  <a:lnTo>
                    <a:pt x="15728" y="6237"/>
                  </a:lnTo>
                  <a:lnTo>
                    <a:pt x="16688" y="5757"/>
                  </a:lnTo>
                  <a:lnTo>
                    <a:pt x="17655" y="5273"/>
                  </a:lnTo>
                  <a:lnTo>
                    <a:pt x="18632" y="4784"/>
                  </a:lnTo>
                  <a:lnTo>
                    <a:pt x="19730" y="4260"/>
                  </a:lnTo>
                  <a:lnTo>
                    <a:pt x="20768" y="3817"/>
                  </a:lnTo>
                  <a:lnTo>
                    <a:pt x="21758" y="3450"/>
                  </a:lnTo>
                  <a:lnTo>
                    <a:pt x="22716" y="3154"/>
                  </a:lnTo>
                  <a:lnTo>
                    <a:pt x="23655" y="2923"/>
                  </a:lnTo>
                  <a:lnTo>
                    <a:pt x="24589" y="2752"/>
                  </a:lnTo>
                  <a:lnTo>
                    <a:pt x="25533" y="2636"/>
                  </a:lnTo>
                  <a:lnTo>
                    <a:pt x="26500" y="2568"/>
                  </a:lnTo>
                  <a:lnTo>
                    <a:pt x="27505" y="2545"/>
                  </a:lnTo>
                  <a:lnTo>
                    <a:pt x="28561" y="2561"/>
                  </a:lnTo>
                  <a:lnTo>
                    <a:pt x="29684" y="2609"/>
                  </a:lnTo>
                  <a:lnTo>
                    <a:pt x="30886" y="2686"/>
                  </a:lnTo>
                  <a:lnTo>
                    <a:pt x="31003" y="3919"/>
                  </a:lnTo>
                  <a:lnTo>
                    <a:pt x="31092" y="5106"/>
                  </a:lnTo>
                  <a:lnTo>
                    <a:pt x="31150" y="6252"/>
                  </a:lnTo>
                  <a:lnTo>
                    <a:pt x="31177" y="7361"/>
                  </a:lnTo>
                  <a:lnTo>
                    <a:pt x="31170" y="8436"/>
                  </a:lnTo>
                  <a:lnTo>
                    <a:pt x="31127" y="9480"/>
                  </a:lnTo>
                  <a:lnTo>
                    <a:pt x="31048" y="10499"/>
                  </a:lnTo>
                  <a:lnTo>
                    <a:pt x="30930" y="11495"/>
                  </a:lnTo>
                  <a:lnTo>
                    <a:pt x="30772" y="12473"/>
                  </a:lnTo>
                  <a:lnTo>
                    <a:pt x="30572" y="13435"/>
                  </a:lnTo>
                  <a:lnTo>
                    <a:pt x="30329" y="14387"/>
                  </a:lnTo>
                  <a:lnTo>
                    <a:pt x="30040" y="15331"/>
                  </a:lnTo>
                  <a:lnTo>
                    <a:pt x="29704" y="16271"/>
                  </a:lnTo>
                  <a:lnTo>
                    <a:pt x="29320" y="17211"/>
                  </a:lnTo>
                  <a:lnTo>
                    <a:pt x="28886" y="18156"/>
                  </a:lnTo>
                  <a:lnTo>
                    <a:pt x="28400" y="19107"/>
                  </a:lnTo>
                  <a:lnTo>
                    <a:pt x="27860" y="20071"/>
                  </a:lnTo>
                  <a:lnTo>
                    <a:pt x="27265" y="21049"/>
                  </a:lnTo>
                  <a:lnTo>
                    <a:pt x="26613" y="22046"/>
                  </a:lnTo>
                  <a:lnTo>
                    <a:pt x="25903" y="23066"/>
                  </a:lnTo>
                  <a:lnTo>
                    <a:pt x="25258" y="24008"/>
                  </a:lnTo>
                  <a:lnTo>
                    <a:pt x="24649" y="24956"/>
                  </a:lnTo>
                  <a:lnTo>
                    <a:pt x="24071" y="25912"/>
                  </a:lnTo>
                  <a:lnTo>
                    <a:pt x="23520" y="26877"/>
                  </a:lnTo>
                  <a:lnTo>
                    <a:pt x="22991" y="27855"/>
                  </a:lnTo>
                  <a:lnTo>
                    <a:pt x="22479" y="28848"/>
                  </a:lnTo>
                  <a:lnTo>
                    <a:pt x="21979" y="29857"/>
                  </a:lnTo>
                  <a:lnTo>
                    <a:pt x="21486" y="30887"/>
                  </a:lnTo>
                  <a:lnTo>
                    <a:pt x="22605" y="30012"/>
                  </a:lnTo>
                  <a:lnTo>
                    <a:pt x="23742" y="29125"/>
                  </a:lnTo>
                  <a:lnTo>
                    <a:pt x="24716" y="28376"/>
                  </a:lnTo>
                  <a:lnTo>
                    <a:pt x="25696" y="27622"/>
                  </a:lnTo>
                  <a:lnTo>
                    <a:pt x="26690" y="26858"/>
                  </a:lnTo>
                  <a:lnTo>
                    <a:pt x="27656" y="26109"/>
                  </a:lnTo>
                  <a:lnTo>
                    <a:pt x="28630" y="25355"/>
                  </a:lnTo>
                  <a:lnTo>
                    <a:pt x="29617" y="24591"/>
                  </a:lnTo>
                  <a:lnTo>
                    <a:pt x="30913" y="23732"/>
                  </a:lnTo>
                  <a:lnTo>
                    <a:pt x="31837" y="23210"/>
                  </a:lnTo>
                  <a:lnTo>
                    <a:pt x="32642" y="22942"/>
                  </a:lnTo>
                  <a:lnTo>
                    <a:pt x="33583" y="22844"/>
                  </a:lnTo>
                  <a:lnTo>
                    <a:pt x="34915" y="22829"/>
                  </a:lnTo>
                  <a:lnTo>
                    <a:pt x="34915" y="21497"/>
                  </a:lnTo>
                  <a:lnTo>
                    <a:pt x="34915" y="20144"/>
                  </a:lnTo>
                  <a:lnTo>
                    <a:pt x="35979" y="19878"/>
                  </a:lnTo>
                  <a:lnTo>
                    <a:pt x="37045" y="19611"/>
                  </a:lnTo>
                  <a:lnTo>
                    <a:pt x="38117" y="19343"/>
                  </a:lnTo>
                  <a:lnTo>
                    <a:pt x="39196" y="19073"/>
                  </a:lnTo>
                  <a:lnTo>
                    <a:pt x="40286" y="18801"/>
                  </a:lnTo>
                  <a:lnTo>
                    <a:pt x="39498" y="19945"/>
                  </a:lnTo>
                  <a:lnTo>
                    <a:pt x="38906" y="20790"/>
                  </a:lnTo>
                  <a:lnTo>
                    <a:pt x="38398" y="21487"/>
                  </a:lnTo>
                  <a:lnTo>
                    <a:pt x="37862" y="22183"/>
                  </a:lnTo>
                  <a:lnTo>
                    <a:pt x="37185" y="23028"/>
                  </a:lnTo>
                  <a:lnTo>
                    <a:pt x="36258" y="24172"/>
                  </a:lnTo>
                  <a:lnTo>
                    <a:pt x="34925" y="24172"/>
                  </a:lnTo>
                  <a:lnTo>
                    <a:pt x="33572" y="24172"/>
                  </a:lnTo>
                  <a:lnTo>
                    <a:pt x="33572" y="25505"/>
                  </a:lnTo>
                  <a:lnTo>
                    <a:pt x="33572" y="26858"/>
                  </a:lnTo>
                  <a:lnTo>
                    <a:pt x="32508" y="27124"/>
                  </a:lnTo>
                  <a:lnTo>
                    <a:pt x="31441" y="27391"/>
                  </a:lnTo>
                  <a:lnTo>
                    <a:pt x="30369" y="27659"/>
                  </a:lnTo>
                  <a:lnTo>
                    <a:pt x="29290" y="27929"/>
                  </a:lnTo>
                  <a:lnTo>
                    <a:pt x="28200" y="28201"/>
                  </a:lnTo>
                  <a:lnTo>
                    <a:pt x="28200" y="29534"/>
                  </a:lnTo>
                  <a:lnTo>
                    <a:pt x="28200" y="30887"/>
                  </a:lnTo>
                  <a:lnTo>
                    <a:pt x="26867" y="30887"/>
                  </a:lnTo>
                  <a:lnTo>
                    <a:pt x="25514" y="30887"/>
                  </a:lnTo>
                  <a:lnTo>
                    <a:pt x="25514" y="32220"/>
                  </a:lnTo>
                  <a:lnTo>
                    <a:pt x="25514" y="33572"/>
                  </a:lnTo>
                  <a:lnTo>
                    <a:pt x="24406" y="33351"/>
                  </a:lnTo>
                  <a:lnTo>
                    <a:pt x="23296" y="33129"/>
                  </a:lnTo>
                  <a:lnTo>
                    <a:pt x="22182" y="32906"/>
                  </a:lnTo>
                  <a:lnTo>
                    <a:pt x="21063" y="32682"/>
                  </a:lnTo>
                  <a:lnTo>
                    <a:pt x="19936" y="32457"/>
                  </a:lnTo>
                  <a:lnTo>
                    <a:pt x="18800" y="32230"/>
                  </a:lnTo>
                  <a:lnTo>
                    <a:pt x="18861" y="31082"/>
                  </a:lnTo>
                  <a:lnTo>
                    <a:pt x="18927" y="29935"/>
                  </a:lnTo>
                  <a:lnTo>
                    <a:pt x="18995" y="28788"/>
                  </a:lnTo>
                  <a:lnTo>
                    <a:pt x="19067" y="27641"/>
                  </a:lnTo>
                  <a:lnTo>
                    <a:pt x="19142" y="26494"/>
                  </a:lnTo>
                  <a:lnTo>
                    <a:pt x="19219" y="25347"/>
                  </a:lnTo>
                  <a:lnTo>
                    <a:pt x="19298" y="24068"/>
                  </a:lnTo>
                  <a:lnTo>
                    <a:pt x="19377" y="22781"/>
                  </a:lnTo>
                  <a:lnTo>
                    <a:pt x="19455" y="21476"/>
                  </a:lnTo>
                  <a:lnTo>
                    <a:pt x="19671" y="20350"/>
                  </a:lnTo>
                  <a:lnTo>
                    <a:pt x="19922" y="19267"/>
                  </a:lnTo>
                  <a:lnTo>
                    <a:pt x="20208" y="18221"/>
                  </a:lnTo>
                  <a:lnTo>
                    <a:pt x="20528" y="17205"/>
                  </a:lnTo>
                  <a:lnTo>
                    <a:pt x="20881" y="16212"/>
                  </a:lnTo>
                  <a:lnTo>
                    <a:pt x="21266" y="15237"/>
                  </a:lnTo>
                  <a:lnTo>
                    <a:pt x="21680" y="14273"/>
                  </a:lnTo>
                  <a:lnTo>
                    <a:pt x="22125" y="13315"/>
                  </a:lnTo>
                  <a:lnTo>
                    <a:pt x="22597" y="12354"/>
                  </a:lnTo>
                  <a:lnTo>
                    <a:pt x="23096" y="11386"/>
                  </a:lnTo>
                  <a:lnTo>
                    <a:pt x="23622" y="10403"/>
                  </a:lnTo>
                  <a:lnTo>
                    <a:pt x="24172" y="9401"/>
                  </a:lnTo>
                  <a:lnTo>
                    <a:pt x="23115" y="9692"/>
                  </a:lnTo>
                  <a:lnTo>
                    <a:pt x="22055" y="9984"/>
                  </a:lnTo>
                  <a:lnTo>
                    <a:pt x="20987" y="10278"/>
                  </a:lnTo>
                  <a:lnTo>
                    <a:pt x="19907" y="10576"/>
                  </a:lnTo>
                  <a:lnTo>
                    <a:pt x="18796" y="10878"/>
                  </a:lnTo>
                  <a:lnTo>
                    <a:pt x="17684" y="11180"/>
                  </a:lnTo>
                  <a:lnTo>
                    <a:pt x="16574" y="11482"/>
                  </a:lnTo>
                  <a:lnTo>
                    <a:pt x="15463" y="11784"/>
                  </a:lnTo>
                  <a:lnTo>
                    <a:pt x="14352" y="12086"/>
                  </a:lnTo>
                  <a:lnTo>
                    <a:pt x="12958" y="12472"/>
                  </a:lnTo>
                  <a:lnTo>
                    <a:pt x="11543" y="12863"/>
                  </a:lnTo>
                  <a:lnTo>
                    <a:pt x="10473" y="13149"/>
                  </a:lnTo>
                  <a:lnTo>
                    <a:pt x="9424" y="13421"/>
                  </a:lnTo>
                  <a:lnTo>
                    <a:pt x="8389" y="13676"/>
                  </a:lnTo>
                  <a:lnTo>
                    <a:pt x="7364" y="13910"/>
                  </a:lnTo>
                  <a:lnTo>
                    <a:pt x="6343" y="14123"/>
                  </a:lnTo>
                  <a:lnTo>
                    <a:pt x="5320" y="14310"/>
                  </a:lnTo>
                  <a:lnTo>
                    <a:pt x="4291" y="14469"/>
                  </a:lnTo>
                  <a:lnTo>
                    <a:pt x="3250" y="14598"/>
                  </a:lnTo>
                  <a:lnTo>
                    <a:pt x="2191" y="14693"/>
                  </a:lnTo>
                  <a:lnTo>
                    <a:pt x="1110" y="14752"/>
                  </a:lnTo>
                  <a:lnTo>
                    <a:pt x="0" y="14772"/>
                  </a:lnTo>
                  <a:lnTo>
                    <a:pt x="261" y="13709"/>
                  </a:lnTo>
                  <a:lnTo>
                    <a:pt x="530" y="12655"/>
                  </a:lnTo>
                  <a:lnTo>
                    <a:pt x="808" y="11607"/>
                  </a:lnTo>
                  <a:lnTo>
                    <a:pt x="1094" y="10565"/>
                  </a:lnTo>
                  <a:lnTo>
                    <a:pt x="1390" y="9526"/>
                  </a:lnTo>
                  <a:lnTo>
                    <a:pt x="1697" y="8489"/>
                  </a:lnTo>
                  <a:lnTo>
                    <a:pt x="2014" y="7453"/>
                  </a:lnTo>
                  <a:lnTo>
                    <a:pt x="2344" y="6414"/>
                  </a:lnTo>
                  <a:lnTo>
                    <a:pt x="2685" y="5372"/>
                  </a:lnTo>
                  <a:lnTo>
                    <a:pt x="4018" y="5372"/>
                  </a:lnTo>
                  <a:lnTo>
                    <a:pt x="5371" y="5372"/>
                  </a:lnTo>
                  <a:lnTo>
                    <a:pt x="5371" y="4308"/>
                  </a:lnTo>
                  <a:lnTo>
                    <a:pt x="5371" y="3241"/>
                  </a:lnTo>
                  <a:lnTo>
                    <a:pt x="5371" y="2170"/>
                  </a:lnTo>
                  <a:lnTo>
                    <a:pt x="5371" y="1090"/>
                  </a:lnTo>
                  <a:lnTo>
                    <a:pt x="5371" y="0"/>
                  </a:lnTo>
                  <a:close/>
                </a:path>
              </a:pathLst>
            </a:custGeom>
            <a:solidFill>
              <a:srgbClr val="5E0C1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" name="region 122 #BBA79A"/>
            <p:cNvSpPr/>
            <p:nvPr/>
          </p:nvSpPr>
          <p:spPr>
            <a:xfrm>
              <a:off x="1353626" y="210832"/>
              <a:ext cx="41629" cy="16115"/>
            </a:xfrm>
            <a:custGeom>
              <a:avLst/>
              <a:gdLst/>
              <a:ahLst/>
              <a:cxnLst/>
              <a:rect l="l" t="t" r="r" b="b"/>
              <a:pathLst>
                <a:path w="41629" h="16115">
                  <a:moveTo>
                    <a:pt x="0" y="0"/>
                  </a:moveTo>
                  <a:lnTo>
                    <a:pt x="1030" y="33"/>
                  </a:lnTo>
                  <a:lnTo>
                    <a:pt x="2060" y="67"/>
                  </a:lnTo>
                  <a:lnTo>
                    <a:pt x="3091" y="100"/>
                  </a:lnTo>
                  <a:lnTo>
                    <a:pt x="4121" y="133"/>
                  </a:lnTo>
                  <a:lnTo>
                    <a:pt x="5152" y="166"/>
                  </a:lnTo>
                  <a:lnTo>
                    <a:pt x="6183" y="200"/>
                  </a:lnTo>
                  <a:lnTo>
                    <a:pt x="7214" y="233"/>
                  </a:lnTo>
                  <a:lnTo>
                    <a:pt x="8245" y="266"/>
                  </a:lnTo>
                  <a:lnTo>
                    <a:pt x="9277" y="299"/>
                  </a:lnTo>
                  <a:lnTo>
                    <a:pt x="10309" y="333"/>
                  </a:lnTo>
                  <a:lnTo>
                    <a:pt x="11342" y="366"/>
                  </a:lnTo>
                  <a:lnTo>
                    <a:pt x="12375" y="399"/>
                  </a:lnTo>
                  <a:lnTo>
                    <a:pt x="13408" y="433"/>
                  </a:lnTo>
                  <a:lnTo>
                    <a:pt x="14442" y="466"/>
                  </a:lnTo>
                  <a:lnTo>
                    <a:pt x="15476" y="499"/>
                  </a:lnTo>
                  <a:lnTo>
                    <a:pt x="16511" y="533"/>
                  </a:lnTo>
                  <a:lnTo>
                    <a:pt x="17547" y="566"/>
                  </a:lnTo>
                  <a:lnTo>
                    <a:pt x="18583" y="600"/>
                  </a:lnTo>
                  <a:lnTo>
                    <a:pt x="19620" y="633"/>
                  </a:lnTo>
                  <a:lnTo>
                    <a:pt x="20658" y="667"/>
                  </a:lnTo>
                  <a:lnTo>
                    <a:pt x="21697" y="700"/>
                  </a:lnTo>
                  <a:lnTo>
                    <a:pt x="22736" y="734"/>
                  </a:lnTo>
                  <a:lnTo>
                    <a:pt x="23776" y="767"/>
                  </a:lnTo>
                  <a:lnTo>
                    <a:pt x="24817" y="801"/>
                  </a:lnTo>
                  <a:lnTo>
                    <a:pt x="25859" y="834"/>
                  </a:lnTo>
                  <a:lnTo>
                    <a:pt x="26902" y="868"/>
                  </a:lnTo>
                  <a:lnTo>
                    <a:pt x="27946" y="902"/>
                  </a:lnTo>
                  <a:lnTo>
                    <a:pt x="28991" y="935"/>
                  </a:lnTo>
                  <a:lnTo>
                    <a:pt x="30038" y="969"/>
                  </a:lnTo>
                  <a:lnTo>
                    <a:pt x="31085" y="1003"/>
                  </a:lnTo>
                  <a:lnTo>
                    <a:pt x="32133" y="1037"/>
                  </a:lnTo>
                  <a:lnTo>
                    <a:pt x="33183" y="1071"/>
                  </a:lnTo>
                  <a:lnTo>
                    <a:pt x="34234" y="1104"/>
                  </a:lnTo>
                  <a:lnTo>
                    <a:pt x="35286" y="1138"/>
                  </a:lnTo>
                  <a:lnTo>
                    <a:pt x="36340" y="1172"/>
                  </a:lnTo>
                  <a:lnTo>
                    <a:pt x="37395" y="1206"/>
                  </a:lnTo>
                  <a:lnTo>
                    <a:pt x="38451" y="1240"/>
                  </a:lnTo>
                  <a:lnTo>
                    <a:pt x="39509" y="1275"/>
                  </a:lnTo>
                  <a:lnTo>
                    <a:pt x="40568" y="1309"/>
                  </a:lnTo>
                  <a:lnTo>
                    <a:pt x="41629" y="1343"/>
                  </a:lnTo>
                  <a:lnTo>
                    <a:pt x="41629" y="2388"/>
                  </a:lnTo>
                  <a:lnTo>
                    <a:pt x="41629" y="3433"/>
                  </a:lnTo>
                  <a:lnTo>
                    <a:pt x="41629" y="4478"/>
                  </a:lnTo>
                  <a:lnTo>
                    <a:pt x="41629" y="5525"/>
                  </a:lnTo>
                  <a:lnTo>
                    <a:pt x="41629" y="6573"/>
                  </a:lnTo>
                  <a:lnTo>
                    <a:pt x="41629" y="7622"/>
                  </a:lnTo>
                  <a:lnTo>
                    <a:pt x="41629" y="8673"/>
                  </a:lnTo>
                  <a:lnTo>
                    <a:pt x="41629" y="9727"/>
                  </a:lnTo>
                  <a:lnTo>
                    <a:pt x="41629" y="10783"/>
                  </a:lnTo>
                  <a:lnTo>
                    <a:pt x="41629" y="11843"/>
                  </a:lnTo>
                  <a:lnTo>
                    <a:pt x="41629" y="12905"/>
                  </a:lnTo>
                  <a:lnTo>
                    <a:pt x="41629" y="13971"/>
                  </a:lnTo>
                  <a:lnTo>
                    <a:pt x="41629" y="15041"/>
                  </a:lnTo>
                  <a:lnTo>
                    <a:pt x="41629" y="16115"/>
                  </a:lnTo>
                  <a:lnTo>
                    <a:pt x="40433" y="16022"/>
                  </a:lnTo>
                  <a:lnTo>
                    <a:pt x="39286" y="15925"/>
                  </a:lnTo>
                  <a:lnTo>
                    <a:pt x="38185" y="15821"/>
                  </a:lnTo>
                  <a:lnTo>
                    <a:pt x="37124" y="15706"/>
                  </a:lnTo>
                  <a:lnTo>
                    <a:pt x="36098" y="15578"/>
                  </a:lnTo>
                  <a:lnTo>
                    <a:pt x="35104" y="15434"/>
                  </a:lnTo>
                  <a:lnTo>
                    <a:pt x="34135" y="15270"/>
                  </a:lnTo>
                  <a:lnTo>
                    <a:pt x="33188" y="15084"/>
                  </a:lnTo>
                  <a:lnTo>
                    <a:pt x="32258" y="14874"/>
                  </a:lnTo>
                  <a:lnTo>
                    <a:pt x="31340" y="14635"/>
                  </a:lnTo>
                  <a:lnTo>
                    <a:pt x="30428" y="14365"/>
                  </a:lnTo>
                  <a:lnTo>
                    <a:pt x="29520" y="14062"/>
                  </a:lnTo>
                  <a:lnTo>
                    <a:pt x="28609" y="13721"/>
                  </a:lnTo>
                  <a:lnTo>
                    <a:pt x="27690" y="13342"/>
                  </a:lnTo>
                  <a:lnTo>
                    <a:pt x="26761" y="12919"/>
                  </a:lnTo>
                  <a:lnTo>
                    <a:pt x="25814" y="12451"/>
                  </a:lnTo>
                  <a:lnTo>
                    <a:pt x="24847" y="11934"/>
                  </a:lnTo>
                  <a:lnTo>
                    <a:pt x="23853" y="11366"/>
                  </a:lnTo>
                  <a:lnTo>
                    <a:pt x="22829" y="10743"/>
                  </a:lnTo>
                  <a:lnTo>
                    <a:pt x="21676" y="10465"/>
                  </a:lnTo>
                  <a:lnTo>
                    <a:pt x="20521" y="10201"/>
                  </a:lnTo>
                  <a:lnTo>
                    <a:pt x="19362" y="9950"/>
                  </a:lnTo>
                  <a:lnTo>
                    <a:pt x="18201" y="9711"/>
                  </a:lnTo>
                  <a:lnTo>
                    <a:pt x="17038" y="9484"/>
                  </a:lnTo>
                  <a:lnTo>
                    <a:pt x="15928" y="9251"/>
                  </a:lnTo>
                  <a:lnTo>
                    <a:pt x="14844" y="8994"/>
                  </a:lnTo>
                  <a:lnTo>
                    <a:pt x="13784" y="8713"/>
                  </a:lnTo>
                  <a:lnTo>
                    <a:pt x="12745" y="8409"/>
                  </a:lnTo>
                  <a:lnTo>
                    <a:pt x="11724" y="8084"/>
                  </a:lnTo>
                  <a:lnTo>
                    <a:pt x="10720" y="7737"/>
                  </a:lnTo>
                  <a:lnTo>
                    <a:pt x="9729" y="7368"/>
                  </a:lnTo>
                  <a:lnTo>
                    <a:pt x="8749" y="6980"/>
                  </a:lnTo>
                  <a:lnTo>
                    <a:pt x="7777" y="6572"/>
                  </a:lnTo>
                  <a:lnTo>
                    <a:pt x="6811" y="6146"/>
                  </a:lnTo>
                  <a:lnTo>
                    <a:pt x="5849" y="5701"/>
                  </a:lnTo>
                  <a:lnTo>
                    <a:pt x="4887" y="5238"/>
                  </a:lnTo>
                  <a:lnTo>
                    <a:pt x="3923" y="4759"/>
                  </a:lnTo>
                  <a:lnTo>
                    <a:pt x="2955" y="4263"/>
                  </a:lnTo>
                  <a:lnTo>
                    <a:pt x="1980" y="3752"/>
                  </a:lnTo>
                  <a:lnTo>
                    <a:pt x="996" y="3226"/>
                  </a:lnTo>
                  <a:lnTo>
                    <a:pt x="0" y="2686"/>
                  </a:lnTo>
                  <a:lnTo>
                    <a:pt x="0" y="13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A79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" name="region 123 #575857"/>
            <p:cNvSpPr/>
            <p:nvPr/>
          </p:nvSpPr>
          <p:spPr>
            <a:xfrm>
              <a:off x="2684423" y="596147"/>
              <a:ext cx="76544" cy="33665"/>
            </a:xfrm>
            <a:custGeom>
              <a:avLst/>
              <a:gdLst/>
              <a:ahLst/>
              <a:cxnLst/>
              <a:rect l="l" t="t" r="r" b="b"/>
              <a:pathLst>
                <a:path w="76544" h="33665">
                  <a:moveTo>
                    <a:pt x="5371" y="93"/>
                  </a:moveTo>
                  <a:lnTo>
                    <a:pt x="6488" y="33"/>
                  </a:lnTo>
                  <a:lnTo>
                    <a:pt x="7591" y="2"/>
                  </a:lnTo>
                  <a:lnTo>
                    <a:pt x="8682" y="0"/>
                  </a:lnTo>
                  <a:lnTo>
                    <a:pt x="9762" y="24"/>
                  </a:lnTo>
                  <a:lnTo>
                    <a:pt x="10831" y="75"/>
                  </a:lnTo>
                  <a:lnTo>
                    <a:pt x="11892" y="150"/>
                  </a:lnTo>
                  <a:lnTo>
                    <a:pt x="12944" y="249"/>
                  </a:lnTo>
                  <a:lnTo>
                    <a:pt x="13990" y="370"/>
                  </a:lnTo>
                  <a:lnTo>
                    <a:pt x="15029" y="513"/>
                  </a:lnTo>
                  <a:lnTo>
                    <a:pt x="16064" y="676"/>
                  </a:lnTo>
                  <a:lnTo>
                    <a:pt x="17094" y="858"/>
                  </a:lnTo>
                  <a:lnTo>
                    <a:pt x="18122" y="1058"/>
                  </a:lnTo>
                  <a:lnTo>
                    <a:pt x="19148" y="1275"/>
                  </a:lnTo>
                  <a:lnTo>
                    <a:pt x="20174" y="1508"/>
                  </a:lnTo>
                  <a:lnTo>
                    <a:pt x="21199" y="1755"/>
                  </a:lnTo>
                  <a:lnTo>
                    <a:pt x="22226" y="2016"/>
                  </a:lnTo>
                  <a:lnTo>
                    <a:pt x="23256" y="2289"/>
                  </a:lnTo>
                  <a:lnTo>
                    <a:pt x="24289" y="2573"/>
                  </a:lnTo>
                  <a:lnTo>
                    <a:pt x="25326" y="2867"/>
                  </a:lnTo>
                  <a:lnTo>
                    <a:pt x="26370" y="3170"/>
                  </a:lnTo>
                  <a:lnTo>
                    <a:pt x="27419" y="3481"/>
                  </a:lnTo>
                  <a:lnTo>
                    <a:pt x="28477" y="3798"/>
                  </a:lnTo>
                  <a:lnTo>
                    <a:pt x="29543" y="4121"/>
                  </a:lnTo>
                  <a:lnTo>
                    <a:pt x="29543" y="5454"/>
                  </a:lnTo>
                  <a:lnTo>
                    <a:pt x="29543" y="6807"/>
                  </a:lnTo>
                  <a:lnTo>
                    <a:pt x="30884" y="6648"/>
                  </a:lnTo>
                  <a:lnTo>
                    <a:pt x="32245" y="6487"/>
                  </a:lnTo>
                  <a:lnTo>
                    <a:pt x="33344" y="6602"/>
                  </a:lnTo>
                  <a:lnTo>
                    <a:pt x="34405" y="6764"/>
                  </a:lnTo>
                  <a:lnTo>
                    <a:pt x="35432" y="6972"/>
                  </a:lnTo>
                  <a:lnTo>
                    <a:pt x="36431" y="7222"/>
                  </a:lnTo>
                  <a:lnTo>
                    <a:pt x="37405" y="7512"/>
                  </a:lnTo>
                  <a:lnTo>
                    <a:pt x="38358" y="7837"/>
                  </a:lnTo>
                  <a:lnTo>
                    <a:pt x="39296" y="8197"/>
                  </a:lnTo>
                  <a:lnTo>
                    <a:pt x="40222" y="8587"/>
                  </a:lnTo>
                  <a:lnTo>
                    <a:pt x="41141" y="9005"/>
                  </a:lnTo>
                  <a:lnTo>
                    <a:pt x="42057" y="9447"/>
                  </a:lnTo>
                  <a:lnTo>
                    <a:pt x="42975" y="9911"/>
                  </a:lnTo>
                  <a:lnTo>
                    <a:pt x="43898" y="10394"/>
                  </a:lnTo>
                  <a:lnTo>
                    <a:pt x="44832" y="10893"/>
                  </a:lnTo>
                  <a:lnTo>
                    <a:pt x="45781" y="11404"/>
                  </a:lnTo>
                  <a:lnTo>
                    <a:pt x="46748" y="11926"/>
                  </a:lnTo>
                  <a:lnTo>
                    <a:pt x="47718" y="12436"/>
                  </a:lnTo>
                  <a:lnTo>
                    <a:pt x="48688" y="12939"/>
                  </a:lnTo>
                  <a:lnTo>
                    <a:pt x="49657" y="13435"/>
                  </a:lnTo>
                  <a:lnTo>
                    <a:pt x="50626" y="13924"/>
                  </a:lnTo>
                  <a:lnTo>
                    <a:pt x="51595" y="14406"/>
                  </a:lnTo>
                  <a:lnTo>
                    <a:pt x="52565" y="14881"/>
                  </a:lnTo>
                  <a:lnTo>
                    <a:pt x="53536" y="15349"/>
                  </a:lnTo>
                  <a:lnTo>
                    <a:pt x="54509" y="15810"/>
                  </a:lnTo>
                  <a:lnTo>
                    <a:pt x="55483" y="16265"/>
                  </a:lnTo>
                  <a:lnTo>
                    <a:pt x="56459" y="16713"/>
                  </a:lnTo>
                  <a:lnTo>
                    <a:pt x="57438" y="17154"/>
                  </a:lnTo>
                  <a:lnTo>
                    <a:pt x="58420" y="17588"/>
                  </a:lnTo>
                  <a:lnTo>
                    <a:pt x="59405" y="18016"/>
                  </a:lnTo>
                  <a:lnTo>
                    <a:pt x="60394" y="18437"/>
                  </a:lnTo>
                  <a:lnTo>
                    <a:pt x="61387" y="18852"/>
                  </a:lnTo>
                  <a:lnTo>
                    <a:pt x="62385" y="19260"/>
                  </a:lnTo>
                  <a:lnTo>
                    <a:pt x="63387" y="19662"/>
                  </a:lnTo>
                  <a:lnTo>
                    <a:pt x="64395" y="20058"/>
                  </a:lnTo>
                  <a:lnTo>
                    <a:pt x="65408" y="20447"/>
                  </a:lnTo>
                  <a:lnTo>
                    <a:pt x="66428" y="20831"/>
                  </a:lnTo>
                  <a:lnTo>
                    <a:pt x="67454" y="21208"/>
                  </a:lnTo>
                  <a:lnTo>
                    <a:pt x="68487" y="21579"/>
                  </a:lnTo>
                  <a:lnTo>
                    <a:pt x="68487" y="22911"/>
                  </a:lnTo>
                  <a:lnTo>
                    <a:pt x="68487" y="24264"/>
                  </a:lnTo>
                  <a:lnTo>
                    <a:pt x="69551" y="24530"/>
                  </a:lnTo>
                  <a:lnTo>
                    <a:pt x="70617" y="24797"/>
                  </a:lnTo>
                  <a:lnTo>
                    <a:pt x="71689" y="25065"/>
                  </a:lnTo>
                  <a:lnTo>
                    <a:pt x="72768" y="25335"/>
                  </a:lnTo>
                  <a:lnTo>
                    <a:pt x="73858" y="25607"/>
                  </a:lnTo>
                  <a:lnTo>
                    <a:pt x="73326" y="26671"/>
                  </a:lnTo>
                  <a:lnTo>
                    <a:pt x="72793" y="27738"/>
                  </a:lnTo>
                  <a:lnTo>
                    <a:pt x="72257" y="28810"/>
                  </a:lnTo>
                  <a:lnTo>
                    <a:pt x="71717" y="29889"/>
                  </a:lnTo>
                  <a:lnTo>
                    <a:pt x="71172" y="30979"/>
                  </a:lnTo>
                  <a:lnTo>
                    <a:pt x="72236" y="31245"/>
                  </a:lnTo>
                  <a:lnTo>
                    <a:pt x="73303" y="31511"/>
                  </a:lnTo>
                  <a:lnTo>
                    <a:pt x="74375" y="31779"/>
                  </a:lnTo>
                  <a:lnTo>
                    <a:pt x="75454" y="32049"/>
                  </a:lnTo>
                  <a:lnTo>
                    <a:pt x="76544" y="32322"/>
                  </a:lnTo>
                  <a:lnTo>
                    <a:pt x="75876" y="32656"/>
                  </a:lnTo>
                  <a:lnTo>
                    <a:pt x="73858" y="33665"/>
                  </a:lnTo>
                  <a:lnTo>
                    <a:pt x="72360" y="33160"/>
                  </a:lnTo>
                  <a:lnTo>
                    <a:pt x="71245" y="32754"/>
                  </a:lnTo>
                  <a:lnTo>
                    <a:pt x="70403" y="32381"/>
                  </a:lnTo>
                  <a:lnTo>
                    <a:pt x="69724" y="31973"/>
                  </a:lnTo>
                  <a:lnTo>
                    <a:pt x="69097" y="31466"/>
                  </a:lnTo>
                  <a:lnTo>
                    <a:pt x="68414" y="30793"/>
                  </a:lnTo>
                  <a:lnTo>
                    <a:pt x="67563" y="29888"/>
                  </a:lnTo>
                  <a:lnTo>
                    <a:pt x="66780" y="29169"/>
                  </a:lnTo>
                  <a:lnTo>
                    <a:pt x="65980" y="28475"/>
                  </a:lnTo>
                  <a:lnTo>
                    <a:pt x="65163" y="27807"/>
                  </a:lnTo>
                  <a:lnTo>
                    <a:pt x="64329" y="27165"/>
                  </a:lnTo>
                  <a:lnTo>
                    <a:pt x="63480" y="26549"/>
                  </a:lnTo>
                  <a:lnTo>
                    <a:pt x="62614" y="25960"/>
                  </a:lnTo>
                  <a:lnTo>
                    <a:pt x="61734" y="25397"/>
                  </a:lnTo>
                  <a:lnTo>
                    <a:pt x="60839" y="24861"/>
                  </a:lnTo>
                  <a:lnTo>
                    <a:pt x="59930" y="24351"/>
                  </a:lnTo>
                  <a:lnTo>
                    <a:pt x="59006" y="23868"/>
                  </a:lnTo>
                  <a:lnTo>
                    <a:pt x="58070" y="23413"/>
                  </a:lnTo>
                  <a:lnTo>
                    <a:pt x="57120" y="22985"/>
                  </a:lnTo>
                  <a:lnTo>
                    <a:pt x="56158" y="22584"/>
                  </a:lnTo>
                  <a:lnTo>
                    <a:pt x="55183" y="22211"/>
                  </a:lnTo>
                  <a:lnTo>
                    <a:pt x="54197" y="21865"/>
                  </a:lnTo>
                  <a:lnTo>
                    <a:pt x="53199" y="21547"/>
                  </a:lnTo>
                  <a:lnTo>
                    <a:pt x="52191" y="21258"/>
                  </a:lnTo>
                  <a:lnTo>
                    <a:pt x="51172" y="20996"/>
                  </a:lnTo>
                  <a:lnTo>
                    <a:pt x="50143" y="20763"/>
                  </a:lnTo>
                  <a:lnTo>
                    <a:pt x="49105" y="20559"/>
                  </a:lnTo>
                  <a:lnTo>
                    <a:pt x="48057" y="20383"/>
                  </a:lnTo>
                  <a:lnTo>
                    <a:pt x="47000" y="20236"/>
                  </a:lnTo>
                  <a:lnTo>
                    <a:pt x="47000" y="18903"/>
                  </a:lnTo>
                  <a:lnTo>
                    <a:pt x="47000" y="17550"/>
                  </a:lnTo>
                  <a:lnTo>
                    <a:pt x="45780" y="17162"/>
                  </a:lnTo>
                  <a:lnTo>
                    <a:pt x="44552" y="16771"/>
                  </a:lnTo>
                  <a:lnTo>
                    <a:pt x="43308" y="16375"/>
                  </a:lnTo>
                  <a:lnTo>
                    <a:pt x="41684" y="15812"/>
                  </a:lnTo>
                  <a:lnTo>
                    <a:pt x="40475" y="15383"/>
                  </a:lnTo>
                  <a:lnTo>
                    <a:pt x="39561" y="15040"/>
                  </a:lnTo>
                  <a:lnTo>
                    <a:pt x="38820" y="14731"/>
                  </a:lnTo>
                  <a:lnTo>
                    <a:pt x="38133" y="14406"/>
                  </a:lnTo>
                  <a:lnTo>
                    <a:pt x="37380" y="14016"/>
                  </a:lnTo>
                  <a:lnTo>
                    <a:pt x="36441" y="13511"/>
                  </a:lnTo>
                  <a:lnTo>
                    <a:pt x="35432" y="13069"/>
                  </a:lnTo>
                  <a:lnTo>
                    <a:pt x="34436" y="12683"/>
                  </a:lnTo>
                  <a:lnTo>
                    <a:pt x="33446" y="12347"/>
                  </a:lnTo>
                  <a:lnTo>
                    <a:pt x="32459" y="12054"/>
                  </a:lnTo>
                  <a:lnTo>
                    <a:pt x="31467" y="11798"/>
                  </a:lnTo>
                  <a:lnTo>
                    <a:pt x="30467" y="11572"/>
                  </a:lnTo>
                  <a:lnTo>
                    <a:pt x="29453" y="11369"/>
                  </a:lnTo>
                  <a:lnTo>
                    <a:pt x="28418" y="11183"/>
                  </a:lnTo>
                  <a:lnTo>
                    <a:pt x="27359" y="11007"/>
                  </a:lnTo>
                  <a:lnTo>
                    <a:pt x="26269" y="10836"/>
                  </a:lnTo>
                  <a:lnTo>
                    <a:pt x="25185" y="10658"/>
                  </a:lnTo>
                  <a:lnTo>
                    <a:pt x="24124" y="10465"/>
                  </a:lnTo>
                  <a:lnTo>
                    <a:pt x="23082" y="10256"/>
                  </a:lnTo>
                  <a:lnTo>
                    <a:pt x="22056" y="10032"/>
                  </a:lnTo>
                  <a:lnTo>
                    <a:pt x="21045" y="9791"/>
                  </a:lnTo>
                  <a:lnTo>
                    <a:pt x="20044" y="9534"/>
                  </a:lnTo>
                  <a:lnTo>
                    <a:pt x="19051" y="9259"/>
                  </a:lnTo>
                  <a:lnTo>
                    <a:pt x="18064" y="8966"/>
                  </a:lnTo>
                  <a:lnTo>
                    <a:pt x="17079" y="8655"/>
                  </a:lnTo>
                  <a:lnTo>
                    <a:pt x="16093" y="8325"/>
                  </a:lnTo>
                  <a:lnTo>
                    <a:pt x="15103" y="7976"/>
                  </a:lnTo>
                  <a:lnTo>
                    <a:pt x="14108" y="7607"/>
                  </a:lnTo>
                  <a:lnTo>
                    <a:pt x="13103" y="7217"/>
                  </a:lnTo>
                  <a:lnTo>
                    <a:pt x="12085" y="6807"/>
                  </a:lnTo>
                  <a:lnTo>
                    <a:pt x="11013" y="6535"/>
                  </a:lnTo>
                  <a:lnTo>
                    <a:pt x="9939" y="6271"/>
                  </a:lnTo>
                  <a:lnTo>
                    <a:pt x="8863" y="6014"/>
                  </a:lnTo>
                  <a:lnTo>
                    <a:pt x="7785" y="5766"/>
                  </a:lnTo>
                  <a:lnTo>
                    <a:pt x="6705" y="5527"/>
                  </a:lnTo>
                  <a:lnTo>
                    <a:pt x="5624" y="5296"/>
                  </a:lnTo>
                  <a:lnTo>
                    <a:pt x="4561" y="5071"/>
                  </a:lnTo>
                  <a:lnTo>
                    <a:pt x="3491" y="4844"/>
                  </a:lnTo>
                  <a:lnTo>
                    <a:pt x="2407" y="4614"/>
                  </a:lnTo>
                  <a:lnTo>
                    <a:pt x="1213" y="4370"/>
                  </a:lnTo>
                  <a:lnTo>
                    <a:pt x="0" y="4121"/>
                  </a:lnTo>
                  <a:lnTo>
                    <a:pt x="1087" y="3832"/>
                  </a:lnTo>
                  <a:lnTo>
                    <a:pt x="2129" y="3580"/>
                  </a:lnTo>
                  <a:lnTo>
                    <a:pt x="3141" y="3363"/>
                  </a:lnTo>
                  <a:lnTo>
                    <a:pt x="4137" y="3182"/>
                  </a:lnTo>
                  <a:lnTo>
                    <a:pt x="5133" y="3035"/>
                  </a:lnTo>
                  <a:lnTo>
                    <a:pt x="6142" y="2921"/>
                  </a:lnTo>
                  <a:lnTo>
                    <a:pt x="7179" y="2841"/>
                  </a:lnTo>
                  <a:lnTo>
                    <a:pt x="8260" y="2794"/>
                  </a:lnTo>
                  <a:lnTo>
                    <a:pt x="9400" y="2778"/>
                  </a:lnTo>
                  <a:lnTo>
                    <a:pt x="8402" y="2113"/>
                  </a:lnTo>
                  <a:lnTo>
                    <a:pt x="7401" y="1445"/>
                  </a:lnTo>
                  <a:lnTo>
                    <a:pt x="6391" y="773"/>
                  </a:lnTo>
                  <a:lnTo>
                    <a:pt x="5371" y="93"/>
                  </a:lnTo>
                  <a:close/>
                </a:path>
              </a:pathLst>
            </a:custGeom>
            <a:solidFill>
              <a:srgbClr val="57585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6" name="region 124 #ACD2EC"/>
            <p:cNvSpPr/>
            <p:nvPr/>
          </p:nvSpPr>
          <p:spPr>
            <a:xfrm>
              <a:off x="2761820" y="188003"/>
              <a:ext cx="83902" cy="36783"/>
            </a:xfrm>
            <a:custGeom>
              <a:avLst/>
              <a:gdLst/>
              <a:ahLst/>
              <a:cxnLst/>
              <a:rect l="l" t="t" r="r" b="b"/>
              <a:pathLst>
                <a:path w="83902" h="36783">
                  <a:moveTo>
                    <a:pt x="79720" y="0"/>
                  </a:moveTo>
                  <a:lnTo>
                    <a:pt x="80602" y="937"/>
                  </a:lnTo>
                  <a:lnTo>
                    <a:pt x="81345" y="1845"/>
                  </a:lnTo>
                  <a:lnTo>
                    <a:pt x="81960" y="2737"/>
                  </a:lnTo>
                  <a:lnTo>
                    <a:pt x="82462" y="3627"/>
                  </a:lnTo>
                  <a:lnTo>
                    <a:pt x="82864" y="4531"/>
                  </a:lnTo>
                  <a:lnTo>
                    <a:pt x="83179" y="5461"/>
                  </a:lnTo>
                  <a:lnTo>
                    <a:pt x="83419" y="6432"/>
                  </a:lnTo>
                  <a:lnTo>
                    <a:pt x="83598" y="7458"/>
                  </a:lnTo>
                  <a:lnTo>
                    <a:pt x="83730" y="8554"/>
                  </a:lnTo>
                  <a:lnTo>
                    <a:pt x="83826" y="9733"/>
                  </a:lnTo>
                  <a:lnTo>
                    <a:pt x="83902" y="11009"/>
                  </a:lnTo>
                  <a:lnTo>
                    <a:pt x="83894" y="12051"/>
                  </a:lnTo>
                  <a:lnTo>
                    <a:pt x="83887" y="13100"/>
                  </a:lnTo>
                  <a:lnTo>
                    <a:pt x="83880" y="14164"/>
                  </a:lnTo>
                  <a:lnTo>
                    <a:pt x="83875" y="15298"/>
                  </a:lnTo>
                  <a:lnTo>
                    <a:pt x="83871" y="16441"/>
                  </a:lnTo>
                  <a:lnTo>
                    <a:pt x="83867" y="17599"/>
                  </a:lnTo>
                  <a:lnTo>
                    <a:pt x="83862" y="18121"/>
                  </a:lnTo>
                  <a:lnTo>
                    <a:pt x="83853" y="19042"/>
                  </a:lnTo>
                  <a:lnTo>
                    <a:pt x="83832" y="21151"/>
                  </a:lnTo>
                  <a:lnTo>
                    <a:pt x="83826" y="22344"/>
                  </a:lnTo>
                  <a:lnTo>
                    <a:pt x="83820" y="23546"/>
                  </a:lnTo>
                  <a:lnTo>
                    <a:pt x="83814" y="24764"/>
                  </a:lnTo>
                  <a:lnTo>
                    <a:pt x="83808" y="25865"/>
                  </a:lnTo>
                  <a:lnTo>
                    <a:pt x="83801" y="26967"/>
                  </a:lnTo>
                  <a:lnTo>
                    <a:pt x="83794" y="28068"/>
                  </a:lnTo>
                  <a:lnTo>
                    <a:pt x="83786" y="29169"/>
                  </a:lnTo>
                  <a:lnTo>
                    <a:pt x="83777" y="30270"/>
                  </a:lnTo>
                  <a:lnTo>
                    <a:pt x="83768" y="31371"/>
                  </a:lnTo>
                  <a:lnTo>
                    <a:pt x="83759" y="32471"/>
                  </a:lnTo>
                  <a:lnTo>
                    <a:pt x="83749" y="33572"/>
                  </a:lnTo>
                  <a:lnTo>
                    <a:pt x="82677" y="34176"/>
                  </a:lnTo>
                  <a:lnTo>
                    <a:pt x="81641" y="34696"/>
                  </a:lnTo>
                  <a:lnTo>
                    <a:pt x="80630" y="35139"/>
                  </a:lnTo>
                  <a:lnTo>
                    <a:pt x="79636" y="35510"/>
                  </a:lnTo>
                  <a:lnTo>
                    <a:pt x="78647" y="35816"/>
                  </a:lnTo>
                  <a:lnTo>
                    <a:pt x="77654" y="36062"/>
                  </a:lnTo>
                  <a:lnTo>
                    <a:pt x="76647" y="36255"/>
                  </a:lnTo>
                  <a:lnTo>
                    <a:pt x="75616" y="36400"/>
                  </a:lnTo>
                  <a:lnTo>
                    <a:pt x="74551" y="36504"/>
                  </a:lnTo>
                  <a:lnTo>
                    <a:pt x="73442" y="36572"/>
                  </a:lnTo>
                  <a:lnTo>
                    <a:pt x="72279" y="36612"/>
                  </a:lnTo>
                  <a:lnTo>
                    <a:pt x="71052" y="36627"/>
                  </a:lnTo>
                  <a:lnTo>
                    <a:pt x="70570" y="36631"/>
                  </a:lnTo>
                  <a:lnTo>
                    <a:pt x="69947" y="36636"/>
                  </a:lnTo>
                  <a:lnTo>
                    <a:pt x="68766" y="36647"/>
                  </a:lnTo>
                  <a:lnTo>
                    <a:pt x="66611" y="36666"/>
                  </a:lnTo>
                  <a:lnTo>
                    <a:pt x="65428" y="36665"/>
                  </a:lnTo>
                  <a:lnTo>
                    <a:pt x="64242" y="36664"/>
                  </a:lnTo>
                  <a:lnTo>
                    <a:pt x="63047" y="36663"/>
                  </a:lnTo>
                  <a:lnTo>
                    <a:pt x="61838" y="36662"/>
                  </a:lnTo>
                  <a:lnTo>
                    <a:pt x="60621" y="36666"/>
                  </a:lnTo>
                  <a:lnTo>
                    <a:pt x="59399" y="36670"/>
                  </a:lnTo>
                  <a:lnTo>
                    <a:pt x="58167" y="36675"/>
                  </a:lnTo>
                  <a:lnTo>
                    <a:pt x="56922" y="36680"/>
                  </a:lnTo>
                  <a:lnTo>
                    <a:pt x="55779" y="36682"/>
                  </a:lnTo>
                  <a:lnTo>
                    <a:pt x="54636" y="36684"/>
                  </a:lnTo>
                  <a:lnTo>
                    <a:pt x="53493" y="36685"/>
                  </a:lnTo>
                  <a:lnTo>
                    <a:pt x="52351" y="36686"/>
                  </a:lnTo>
                  <a:lnTo>
                    <a:pt x="51208" y="36686"/>
                  </a:lnTo>
                  <a:lnTo>
                    <a:pt x="50065" y="36686"/>
                  </a:lnTo>
                  <a:lnTo>
                    <a:pt x="48923" y="36685"/>
                  </a:lnTo>
                  <a:lnTo>
                    <a:pt x="47780" y="36684"/>
                  </a:lnTo>
                  <a:lnTo>
                    <a:pt x="46638" y="36682"/>
                  </a:lnTo>
                  <a:lnTo>
                    <a:pt x="45586" y="36682"/>
                  </a:lnTo>
                  <a:lnTo>
                    <a:pt x="44535" y="36682"/>
                  </a:lnTo>
                  <a:lnTo>
                    <a:pt x="43483" y="36684"/>
                  </a:lnTo>
                  <a:lnTo>
                    <a:pt x="42431" y="36686"/>
                  </a:lnTo>
                  <a:lnTo>
                    <a:pt x="41380" y="36689"/>
                  </a:lnTo>
                  <a:lnTo>
                    <a:pt x="40328" y="36692"/>
                  </a:lnTo>
                  <a:lnTo>
                    <a:pt x="39276" y="36696"/>
                  </a:lnTo>
                  <a:lnTo>
                    <a:pt x="38225" y="36701"/>
                  </a:lnTo>
                  <a:lnTo>
                    <a:pt x="37173" y="36706"/>
                  </a:lnTo>
                  <a:lnTo>
                    <a:pt x="36122" y="36711"/>
                  </a:lnTo>
                  <a:lnTo>
                    <a:pt x="35070" y="36717"/>
                  </a:lnTo>
                  <a:lnTo>
                    <a:pt x="34019" y="36723"/>
                  </a:lnTo>
                  <a:lnTo>
                    <a:pt x="32967" y="36730"/>
                  </a:lnTo>
                  <a:lnTo>
                    <a:pt x="31916" y="36736"/>
                  </a:lnTo>
                  <a:lnTo>
                    <a:pt x="30864" y="36743"/>
                  </a:lnTo>
                  <a:lnTo>
                    <a:pt x="29755" y="36744"/>
                  </a:lnTo>
                  <a:lnTo>
                    <a:pt x="28646" y="36745"/>
                  </a:lnTo>
                  <a:lnTo>
                    <a:pt x="27536" y="36746"/>
                  </a:lnTo>
                  <a:lnTo>
                    <a:pt x="26427" y="36746"/>
                  </a:lnTo>
                  <a:lnTo>
                    <a:pt x="25318" y="36746"/>
                  </a:lnTo>
                  <a:lnTo>
                    <a:pt x="24208" y="36746"/>
                  </a:lnTo>
                  <a:lnTo>
                    <a:pt x="23099" y="36746"/>
                  </a:lnTo>
                  <a:lnTo>
                    <a:pt x="21989" y="36746"/>
                  </a:lnTo>
                  <a:lnTo>
                    <a:pt x="20880" y="36745"/>
                  </a:lnTo>
                  <a:lnTo>
                    <a:pt x="20361" y="36750"/>
                  </a:lnTo>
                  <a:lnTo>
                    <a:pt x="19690" y="36755"/>
                  </a:lnTo>
                  <a:lnTo>
                    <a:pt x="18419" y="36765"/>
                  </a:lnTo>
                  <a:lnTo>
                    <a:pt x="16098" y="36783"/>
                  </a:lnTo>
                  <a:lnTo>
                    <a:pt x="15618" y="36780"/>
                  </a:lnTo>
                  <a:lnTo>
                    <a:pt x="14997" y="36777"/>
                  </a:lnTo>
                  <a:lnTo>
                    <a:pt x="13819" y="36770"/>
                  </a:lnTo>
                  <a:lnTo>
                    <a:pt x="11671" y="36758"/>
                  </a:lnTo>
                  <a:lnTo>
                    <a:pt x="11097" y="36759"/>
                  </a:lnTo>
                  <a:lnTo>
                    <a:pt x="10086" y="36759"/>
                  </a:lnTo>
                  <a:lnTo>
                    <a:pt x="7771" y="36760"/>
                  </a:lnTo>
                  <a:lnTo>
                    <a:pt x="6457" y="36522"/>
                  </a:lnTo>
                  <a:lnTo>
                    <a:pt x="5345" y="36235"/>
                  </a:lnTo>
                  <a:lnTo>
                    <a:pt x="4391" y="35875"/>
                  </a:lnTo>
                  <a:lnTo>
                    <a:pt x="3553" y="35422"/>
                  </a:lnTo>
                  <a:lnTo>
                    <a:pt x="2787" y="34853"/>
                  </a:lnTo>
                  <a:lnTo>
                    <a:pt x="2050" y="34146"/>
                  </a:lnTo>
                  <a:lnTo>
                    <a:pt x="1299" y="33279"/>
                  </a:lnTo>
                  <a:lnTo>
                    <a:pt x="490" y="32229"/>
                  </a:lnTo>
                  <a:lnTo>
                    <a:pt x="246" y="30880"/>
                  </a:lnTo>
                  <a:lnTo>
                    <a:pt x="99" y="29905"/>
                  </a:lnTo>
                  <a:lnTo>
                    <a:pt x="25" y="29025"/>
                  </a:lnTo>
                  <a:lnTo>
                    <a:pt x="0" y="27964"/>
                  </a:lnTo>
                  <a:lnTo>
                    <a:pt x="2" y="26443"/>
                  </a:lnTo>
                  <a:lnTo>
                    <a:pt x="3" y="25328"/>
                  </a:lnTo>
                  <a:lnTo>
                    <a:pt x="4" y="24205"/>
                  </a:lnTo>
                  <a:lnTo>
                    <a:pt x="5" y="23068"/>
                  </a:lnTo>
                  <a:lnTo>
                    <a:pt x="27" y="21908"/>
                  </a:lnTo>
                  <a:lnTo>
                    <a:pt x="48" y="20740"/>
                  </a:lnTo>
                  <a:lnTo>
                    <a:pt x="71" y="19555"/>
                  </a:lnTo>
                  <a:lnTo>
                    <a:pt x="66" y="18400"/>
                  </a:lnTo>
                  <a:lnTo>
                    <a:pt x="61" y="17238"/>
                  </a:lnTo>
                  <a:lnTo>
                    <a:pt x="57" y="16060"/>
                  </a:lnTo>
                  <a:lnTo>
                    <a:pt x="71" y="14857"/>
                  </a:lnTo>
                  <a:lnTo>
                    <a:pt x="94" y="13704"/>
                  </a:lnTo>
                  <a:lnTo>
                    <a:pt x="132" y="12594"/>
                  </a:lnTo>
                  <a:lnTo>
                    <a:pt x="191" y="11520"/>
                  </a:lnTo>
                  <a:lnTo>
                    <a:pt x="277" y="10477"/>
                  </a:lnTo>
                  <a:lnTo>
                    <a:pt x="395" y="9456"/>
                  </a:lnTo>
                  <a:lnTo>
                    <a:pt x="550" y="8453"/>
                  </a:lnTo>
                  <a:lnTo>
                    <a:pt x="750" y="7459"/>
                  </a:lnTo>
                  <a:lnTo>
                    <a:pt x="998" y="6469"/>
                  </a:lnTo>
                  <a:lnTo>
                    <a:pt x="1301" y="5476"/>
                  </a:lnTo>
                  <a:lnTo>
                    <a:pt x="1665" y="4474"/>
                  </a:lnTo>
                  <a:lnTo>
                    <a:pt x="2095" y="3455"/>
                  </a:lnTo>
                  <a:lnTo>
                    <a:pt x="2597" y="2414"/>
                  </a:lnTo>
                  <a:lnTo>
                    <a:pt x="3176" y="1343"/>
                  </a:lnTo>
                  <a:lnTo>
                    <a:pt x="3712" y="2530"/>
                  </a:lnTo>
                  <a:lnTo>
                    <a:pt x="4103" y="3640"/>
                  </a:lnTo>
                  <a:lnTo>
                    <a:pt x="4371" y="4706"/>
                  </a:lnTo>
                  <a:lnTo>
                    <a:pt x="4538" y="5758"/>
                  </a:lnTo>
                  <a:lnTo>
                    <a:pt x="4627" y="6828"/>
                  </a:lnTo>
                  <a:lnTo>
                    <a:pt x="4660" y="7947"/>
                  </a:lnTo>
                  <a:lnTo>
                    <a:pt x="4660" y="9148"/>
                  </a:lnTo>
                  <a:lnTo>
                    <a:pt x="4650" y="10460"/>
                  </a:lnTo>
                  <a:lnTo>
                    <a:pt x="4645" y="11725"/>
                  </a:lnTo>
                  <a:lnTo>
                    <a:pt x="4641" y="12999"/>
                  </a:lnTo>
                  <a:lnTo>
                    <a:pt x="4637" y="14290"/>
                  </a:lnTo>
                  <a:lnTo>
                    <a:pt x="4625" y="15613"/>
                  </a:lnTo>
                  <a:lnTo>
                    <a:pt x="4614" y="16946"/>
                  </a:lnTo>
                  <a:lnTo>
                    <a:pt x="4602" y="18297"/>
                  </a:lnTo>
                  <a:lnTo>
                    <a:pt x="4596" y="19632"/>
                  </a:lnTo>
                  <a:lnTo>
                    <a:pt x="4590" y="20975"/>
                  </a:lnTo>
                  <a:lnTo>
                    <a:pt x="4584" y="22336"/>
                  </a:lnTo>
                  <a:lnTo>
                    <a:pt x="4579" y="23436"/>
                  </a:lnTo>
                  <a:lnTo>
                    <a:pt x="4573" y="24535"/>
                  </a:lnTo>
                  <a:lnTo>
                    <a:pt x="4566" y="25634"/>
                  </a:lnTo>
                  <a:lnTo>
                    <a:pt x="4559" y="26733"/>
                  </a:lnTo>
                  <a:lnTo>
                    <a:pt x="4552" y="27832"/>
                  </a:lnTo>
                  <a:lnTo>
                    <a:pt x="4544" y="28932"/>
                  </a:lnTo>
                  <a:lnTo>
                    <a:pt x="4536" y="30031"/>
                  </a:lnTo>
                  <a:lnTo>
                    <a:pt x="4528" y="31130"/>
                  </a:lnTo>
                  <a:lnTo>
                    <a:pt x="4518" y="32229"/>
                  </a:lnTo>
                  <a:lnTo>
                    <a:pt x="5568" y="32233"/>
                  </a:lnTo>
                  <a:lnTo>
                    <a:pt x="6617" y="32236"/>
                  </a:lnTo>
                  <a:lnTo>
                    <a:pt x="7667" y="32239"/>
                  </a:lnTo>
                  <a:lnTo>
                    <a:pt x="8716" y="32242"/>
                  </a:lnTo>
                  <a:lnTo>
                    <a:pt x="9766" y="32245"/>
                  </a:lnTo>
                  <a:lnTo>
                    <a:pt x="10815" y="32248"/>
                  </a:lnTo>
                  <a:lnTo>
                    <a:pt x="11864" y="32251"/>
                  </a:lnTo>
                  <a:lnTo>
                    <a:pt x="12914" y="32254"/>
                  </a:lnTo>
                  <a:lnTo>
                    <a:pt x="13963" y="32257"/>
                  </a:lnTo>
                  <a:lnTo>
                    <a:pt x="15013" y="32260"/>
                  </a:lnTo>
                  <a:lnTo>
                    <a:pt x="16062" y="32263"/>
                  </a:lnTo>
                  <a:lnTo>
                    <a:pt x="17111" y="32265"/>
                  </a:lnTo>
                  <a:lnTo>
                    <a:pt x="18161" y="32268"/>
                  </a:lnTo>
                  <a:lnTo>
                    <a:pt x="19210" y="32270"/>
                  </a:lnTo>
                  <a:lnTo>
                    <a:pt x="20260" y="32273"/>
                  </a:lnTo>
                  <a:lnTo>
                    <a:pt x="21309" y="32275"/>
                  </a:lnTo>
                  <a:lnTo>
                    <a:pt x="22358" y="32278"/>
                  </a:lnTo>
                  <a:lnTo>
                    <a:pt x="23408" y="32280"/>
                  </a:lnTo>
                  <a:lnTo>
                    <a:pt x="24457" y="32282"/>
                  </a:lnTo>
                  <a:lnTo>
                    <a:pt x="25507" y="32284"/>
                  </a:lnTo>
                  <a:lnTo>
                    <a:pt x="26556" y="32286"/>
                  </a:lnTo>
                  <a:lnTo>
                    <a:pt x="27605" y="32289"/>
                  </a:lnTo>
                  <a:lnTo>
                    <a:pt x="28655" y="32291"/>
                  </a:lnTo>
                  <a:lnTo>
                    <a:pt x="29704" y="32293"/>
                  </a:lnTo>
                  <a:lnTo>
                    <a:pt x="30754" y="32294"/>
                  </a:lnTo>
                  <a:lnTo>
                    <a:pt x="31803" y="32296"/>
                  </a:lnTo>
                  <a:lnTo>
                    <a:pt x="32853" y="32298"/>
                  </a:lnTo>
                  <a:lnTo>
                    <a:pt x="33902" y="32300"/>
                  </a:lnTo>
                  <a:lnTo>
                    <a:pt x="34951" y="32302"/>
                  </a:lnTo>
                  <a:lnTo>
                    <a:pt x="36001" y="32303"/>
                  </a:lnTo>
                  <a:lnTo>
                    <a:pt x="37073" y="32305"/>
                  </a:lnTo>
                  <a:lnTo>
                    <a:pt x="38144" y="32308"/>
                  </a:lnTo>
                  <a:lnTo>
                    <a:pt x="39216" y="32310"/>
                  </a:lnTo>
                  <a:lnTo>
                    <a:pt x="40288" y="32312"/>
                  </a:lnTo>
                  <a:lnTo>
                    <a:pt x="41360" y="32315"/>
                  </a:lnTo>
                  <a:lnTo>
                    <a:pt x="42432" y="32318"/>
                  </a:lnTo>
                  <a:lnTo>
                    <a:pt x="43504" y="32321"/>
                  </a:lnTo>
                  <a:lnTo>
                    <a:pt x="44576" y="32324"/>
                  </a:lnTo>
                  <a:lnTo>
                    <a:pt x="45648" y="32327"/>
                  </a:lnTo>
                  <a:lnTo>
                    <a:pt x="46720" y="32330"/>
                  </a:lnTo>
                  <a:lnTo>
                    <a:pt x="47818" y="32334"/>
                  </a:lnTo>
                  <a:lnTo>
                    <a:pt x="48915" y="32337"/>
                  </a:lnTo>
                  <a:lnTo>
                    <a:pt x="50013" y="32340"/>
                  </a:lnTo>
                  <a:lnTo>
                    <a:pt x="51111" y="32343"/>
                  </a:lnTo>
                  <a:lnTo>
                    <a:pt x="52209" y="32345"/>
                  </a:lnTo>
                  <a:lnTo>
                    <a:pt x="53307" y="32347"/>
                  </a:lnTo>
                  <a:lnTo>
                    <a:pt x="54404" y="32349"/>
                  </a:lnTo>
                  <a:lnTo>
                    <a:pt x="55502" y="32351"/>
                  </a:lnTo>
                  <a:lnTo>
                    <a:pt x="56600" y="32353"/>
                  </a:lnTo>
                  <a:lnTo>
                    <a:pt x="57698" y="32355"/>
                  </a:lnTo>
                  <a:lnTo>
                    <a:pt x="58796" y="32356"/>
                  </a:lnTo>
                  <a:lnTo>
                    <a:pt x="59894" y="32358"/>
                  </a:lnTo>
                  <a:lnTo>
                    <a:pt x="60991" y="32359"/>
                  </a:lnTo>
                  <a:lnTo>
                    <a:pt x="62089" y="32361"/>
                  </a:lnTo>
                  <a:lnTo>
                    <a:pt x="63296" y="32366"/>
                  </a:lnTo>
                  <a:lnTo>
                    <a:pt x="64508" y="32371"/>
                  </a:lnTo>
                  <a:lnTo>
                    <a:pt x="65729" y="32376"/>
                  </a:lnTo>
                  <a:lnTo>
                    <a:pt x="66964" y="32381"/>
                  </a:lnTo>
                  <a:lnTo>
                    <a:pt x="68073" y="32381"/>
                  </a:lnTo>
                  <a:lnTo>
                    <a:pt x="69187" y="32381"/>
                  </a:lnTo>
                  <a:lnTo>
                    <a:pt x="70310" y="32382"/>
                  </a:lnTo>
                  <a:lnTo>
                    <a:pt x="71445" y="32382"/>
                  </a:lnTo>
                  <a:lnTo>
                    <a:pt x="72755" y="32385"/>
                  </a:lnTo>
                  <a:lnTo>
                    <a:pt x="74074" y="32388"/>
                  </a:lnTo>
                  <a:lnTo>
                    <a:pt x="75412" y="32390"/>
                  </a:lnTo>
                  <a:lnTo>
                    <a:pt x="77147" y="32276"/>
                  </a:lnTo>
                  <a:lnTo>
                    <a:pt x="78174" y="32082"/>
                  </a:lnTo>
                  <a:lnTo>
                    <a:pt x="78897" y="31665"/>
                  </a:lnTo>
                  <a:lnTo>
                    <a:pt x="79720" y="30886"/>
                  </a:lnTo>
                  <a:lnTo>
                    <a:pt x="79771" y="29739"/>
                  </a:lnTo>
                  <a:lnTo>
                    <a:pt x="79809" y="28592"/>
                  </a:lnTo>
                  <a:lnTo>
                    <a:pt x="79834" y="27444"/>
                  </a:lnTo>
                  <a:lnTo>
                    <a:pt x="79849" y="26295"/>
                  </a:lnTo>
                  <a:lnTo>
                    <a:pt x="79854" y="25147"/>
                  </a:lnTo>
                  <a:lnTo>
                    <a:pt x="79851" y="23999"/>
                  </a:lnTo>
                  <a:lnTo>
                    <a:pt x="79848" y="22956"/>
                  </a:lnTo>
                  <a:lnTo>
                    <a:pt x="79844" y="21910"/>
                  </a:lnTo>
                  <a:lnTo>
                    <a:pt x="79841" y="20855"/>
                  </a:lnTo>
                  <a:lnTo>
                    <a:pt x="79838" y="19789"/>
                  </a:lnTo>
                  <a:lnTo>
                    <a:pt x="79830" y="18692"/>
                  </a:lnTo>
                  <a:lnTo>
                    <a:pt x="79821" y="17591"/>
                  </a:lnTo>
                  <a:lnTo>
                    <a:pt x="79812" y="16482"/>
                  </a:lnTo>
                  <a:lnTo>
                    <a:pt x="79803" y="15360"/>
                  </a:lnTo>
                  <a:lnTo>
                    <a:pt x="79799" y="14259"/>
                  </a:lnTo>
                  <a:lnTo>
                    <a:pt x="79794" y="13153"/>
                  </a:lnTo>
                  <a:lnTo>
                    <a:pt x="79790" y="12040"/>
                  </a:lnTo>
                  <a:lnTo>
                    <a:pt x="79786" y="10914"/>
                  </a:lnTo>
                  <a:lnTo>
                    <a:pt x="79781" y="9822"/>
                  </a:lnTo>
                  <a:lnTo>
                    <a:pt x="79775" y="8731"/>
                  </a:lnTo>
                  <a:lnTo>
                    <a:pt x="79770" y="7640"/>
                  </a:lnTo>
                  <a:lnTo>
                    <a:pt x="79764" y="6548"/>
                  </a:lnTo>
                  <a:lnTo>
                    <a:pt x="79757" y="5457"/>
                  </a:lnTo>
                  <a:lnTo>
                    <a:pt x="79751" y="4366"/>
                  </a:lnTo>
                  <a:lnTo>
                    <a:pt x="79743" y="3274"/>
                  </a:lnTo>
                  <a:lnTo>
                    <a:pt x="79736" y="2183"/>
                  </a:lnTo>
                  <a:lnTo>
                    <a:pt x="79728" y="1091"/>
                  </a:lnTo>
                  <a:lnTo>
                    <a:pt x="79720" y="0"/>
                  </a:lnTo>
                  <a:close/>
                </a:path>
              </a:pathLst>
            </a:custGeom>
            <a:solidFill>
              <a:srgbClr val="ACD2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7" name="region 125 #B6C3CC"/>
            <p:cNvSpPr/>
            <p:nvPr/>
          </p:nvSpPr>
          <p:spPr>
            <a:xfrm>
              <a:off x="490152" y="479730"/>
              <a:ext cx="85944" cy="33251"/>
            </a:xfrm>
            <a:custGeom>
              <a:avLst/>
              <a:gdLst/>
              <a:ahLst/>
              <a:cxnLst/>
              <a:rect l="l" t="t" r="r" b="b"/>
              <a:pathLst>
                <a:path w="85944" h="33251">
                  <a:moveTo>
                    <a:pt x="85944" y="1022"/>
                  </a:moveTo>
                  <a:lnTo>
                    <a:pt x="85093" y="1977"/>
                  </a:lnTo>
                  <a:lnTo>
                    <a:pt x="84267" y="2842"/>
                  </a:lnTo>
                  <a:lnTo>
                    <a:pt x="83455" y="3624"/>
                  </a:lnTo>
                  <a:lnTo>
                    <a:pt x="82650" y="4329"/>
                  </a:lnTo>
                  <a:lnTo>
                    <a:pt x="81842" y="4962"/>
                  </a:lnTo>
                  <a:lnTo>
                    <a:pt x="81022" y="5531"/>
                  </a:lnTo>
                  <a:lnTo>
                    <a:pt x="80181" y="6041"/>
                  </a:lnTo>
                  <a:lnTo>
                    <a:pt x="79309" y="6498"/>
                  </a:lnTo>
                  <a:lnTo>
                    <a:pt x="78398" y="6910"/>
                  </a:lnTo>
                  <a:lnTo>
                    <a:pt x="77439" y="7281"/>
                  </a:lnTo>
                  <a:lnTo>
                    <a:pt x="76422" y="7619"/>
                  </a:lnTo>
                  <a:lnTo>
                    <a:pt x="75338" y="7929"/>
                  </a:lnTo>
                  <a:lnTo>
                    <a:pt x="74179" y="8217"/>
                  </a:lnTo>
                  <a:lnTo>
                    <a:pt x="72934" y="8491"/>
                  </a:lnTo>
                  <a:lnTo>
                    <a:pt x="71883" y="8731"/>
                  </a:lnTo>
                  <a:lnTo>
                    <a:pt x="70836" y="8978"/>
                  </a:lnTo>
                  <a:lnTo>
                    <a:pt x="69794" y="9231"/>
                  </a:lnTo>
                  <a:lnTo>
                    <a:pt x="68755" y="9491"/>
                  </a:lnTo>
                  <a:lnTo>
                    <a:pt x="67720" y="9758"/>
                  </a:lnTo>
                  <a:lnTo>
                    <a:pt x="66689" y="10030"/>
                  </a:lnTo>
                  <a:lnTo>
                    <a:pt x="65661" y="10309"/>
                  </a:lnTo>
                  <a:lnTo>
                    <a:pt x="64636" y="10594"/>
                  </a:lnTo>
                  <a:lnTo>
                    <a:pt x="63613" y="10885"/>
                  </a:lnTo>
                  <a:lnTo>
                    <a:pt x="62593" y="11182"/>
                  </a:lnTo>
                  <a:lnTo>
                    <a:pt x="61574" y="11484"/>
                  </a:lnTo>
                  <a:lnTo>
                    <a:pt x="60558" y="11792"/>
                  </a:lnTo>
                  <a:lnTo>
                    <a:pt x="59543" y="12105"/>
                  </a:lnTo>
                  <a:lnTo>
                    <a:pt x="58529" y="12423"/>
                  </a:lnTo>
                  <a:lnTo>
                    <a:pt x="57516" y="12747"/>
                  </a:lnTo>
                  <a:lnTo>
                    <a:pt x="56504" y="13075"/>
                  </a:lnTo>
                  <a:lnTo>
                    <a:pt x="55492" y="13409"/>
                  </a:lnTo>
                  <a:lnTo>
                    <a:pt x="54481" y="13747"/>
                  </a:lnTo>
                  <a:lnTo>
                    <a:pt x="53469" y="14090"/>
                  </a:lnTo>
                  <a:lnTo>
                    <a:pt x="52456" y="14437"/>
                  </a:lnTo>
                  <a:lnTo>
                    <a:pt x="51443" y="14789"/>
                  </a:lnTo>
                  <a:lnTo>
                    <a:pt x="50429" y="15145"/>
                  </a:lnTo>
                  <a:lnTo>
                    <a:pt x="49414" y="15505"/>
                  </a:lnTo>
                  <a:lnTo>
                    <a:pt x="48376" y="15860"/>
                  </a:lnTo>
                  <a:lnTo>
                    <a:pt x="47339" y="16204"/>
                  </a:lnTo>
                  <a:lnTo>
                    <a:pt x="46304" y="16537"/>
                  </a:lnTo>
                  <a:lnTo>
                    <a:pt x="45268" y="16860"/>
                  </a:lnTo>
                  <a:lnTo>
                    <a:pt x="44233" y="17171"/>
                  </a:lnTo>
                  <a:lnTo>
                    <a:pt x="43198" y="17473"/>
                  </a:lnTo>
                  <a:lnTo>
                    <a:pt x="42161" y="17764"/>
                  </a:lnTo>
                  <a:lnTo>
                    <a:pt x="41124" y="18046"/>
                  </a:lnTo>
                  <a:lnTo>
                    <a:pt x="40084" y="18319"/>
                  </a:lnTo>
                  <a:lnTo>
                    <a:pt x="39043" y="18582"/>
                  </a:lnTo>
                  <a:lnTo>
                    <a:pt x="37999" y="18836"/>
                  </a:lnTo>
                  <a:lnTo>
                    <a:pt x="36952" y="19082"/>
                  </a:lnTo>
                  <a:lnTo>
                    <a:pt x="35901" y="19320"/>
                  </a:lnTo>
                  <a:lnTo>
                    <a:pt x="34847" y="19550"/>
                  </a:lnTo>
                  <a:lnTo>
                    <a:pt x="33788" y="19771"/>
                  </a:lnTo>
                  <a:lnTo>
                    <a:pt x="32725" y="19986"/>
                  </a:lnTo>
                  <a:lnTo>
                    <a:pt x="31656" y="20193"/>
                  </a:lnTo>
                  <a:lnTo>
                    <a:pt x="30582" y="20394"/>
                  </a:lnTo>
                  <a:lnTo>
                    <a:pt x="29502" y="20587"/>
                  </a:lnTo>
                  <a:lnTo>
                    <a:pt x="27952" y="20942"/>
                  </a:lnTo>
                  <a:lnTo>
                    <a:pt x="27020" y="21261"/>
                  </a:lnTo>
                  <a:lnTo>
                    <a:pt x="26332" y="21722"/>
                  </a:lnTo>
                  <a:lnTo>
                    <a:pt x="25515" y="22508"/>
                  </a:lnTo>
                  <a:lnTo>
                    <a:pt x="24386" y="22684"/>
                  </a:lnTo>
                  <a:lnTo>
                    <a:pt x="23259" y="22856"/>
                  </a:lnTo>
                  <a:lnTo>
                    <a:pt x="22132" y="23023"/>
                  </a:lnTo>
                  <a:lnTo>
                    <a:pt x="21006" y="23185"/>
                  </a:lnTo>
                  <a:lnTo>
                    <a:pt x="19879" y="23344"/>
                  </a:lnTo>
                  <a:lnTo>
                    <a:pt x="18751" y="23498"/>
                  </a:lnTo>
                  <a:lnTo>
                    <a:pt x="17622" y="23647"/>
                  </a:lnTo>
                  <a:lnTo>
                    <a:pt x="16492" y="23793"/>
                  </a:lnTo>
                  <a:lnTo>
                    <a:pt x="15360" y="23934"/>
                  </a:lnTo>
                  <a:lnTo>
                    <a:pt x="13924" y="24118"/>
                  </a:lnTo>
                  <a:lnTo>
                    <a:pt x="12466" y="24305"/>
                  </a:lnTo>
                  <a:lnTo>
                    <a:pt x="11284" y="24454"/>
                  </a:lnTo>
                  <a:lnTo>
                    <a:pt x="10102" y="24604"/>
                  </a:lnTo>
                  <a:lnTo>
                    <a:pt x="8919" y="24752"/>
                  </a:lnTo>
                  <a:lnTo>
                    <a:pt x="7736" y="24900"/>
                  </a:lnTo>
                  <a:lnTo>
                    <a:pt x="6554" y="25047"/>
                  </a:lnTo>
                  <a:lnTo>
                    <a:pt x="5371" y="25193"/>
                  </a:lnTo>
                  <a:lnTo>
                    <a:pt x="5371" y="26333"/>
                  </a:lnTo>
                  <a:lnTo>
                    <a:pt x="5371" y="27474"/>
                  </a:lnTo>
                  <a:lnTo>
                    <a:pt x="5371" y="28618"/>
                  </a:lnTo>
                  <a:lnTo>
                    <a:pt x="5371" y="29767"/>
                  </a:lnTo>
                  <a:lnTo>
                    <a:pt x="5371" y="30921"/>
                  </a:lnTo>
                  <a:lnTo>
                    <a:pt x="5371" y="32081"/>
                  </a:lnTo>
                  <a:lnTo>
                    <a:pt x="5371" y="33251"/>
                  </a:lnTo>
                  <a:lnTo>
                    <a:pt x="4595" y="32334"/>
                  </a:lnTo>
                  <a:lnTo>
                    <a:pt x="3907" y="31438"/>
                  </a:lnTo>
                  <a:lnTo>
                    <a:pt x="3300" y="30556"/>
                  </a:lnTo>
                  <a:lnTo>
                    <a:pt x="2768" y="29682"/>
                  </a:lnTo>
                  <a:lnTo>
                    <a:pt x="2302" y="28808"/>
                  </a:lnTo>
                  <a:lnTo>
                    <a:pt x="1897" y="27927"/>
                  </a:lnTo>
                  <a:lnTo>
                    <a:pt x="1546" y="27033"/>
                  </a:lnTo>
                  <a:lnTo>
                    <a:pt x="1241" y="26119"/>
                  </a:lnTo>
                  <a:lnTo>
                    <a:pt x="976" y="25178"/>
                  </a:lnTo>
                  <a:lnTo>
                    <a:pt x="743" y="24202"/>
                  </a:lnTo>
                  <a:lnTo>
                    <a:pt x="536" y="23186"/>
                  </a:lnTo>
                  <a:lnTo>
                    <a:pt x="348" y="22122"/>
                  </a:lnTo>
                  <a:lnTo>
                    <a:pt x="171" y="21003"/>
                  </a:lnTo>
                  <a:lnTo>
                    <a:pt x="0" y="19822"/>
                  </a:lnTo>
                  <a:lnTo>
                    <a:pt x="577" y="19793"/>
                  </a:lnTo>
                  <a:lnTo>
                    <a:pt x="1594" y="19742"/>
                  </a:lnTo>
                  <a:lnTo>
                    <a:pt x="3924" y="19623"/>
                  </a:lnTo>
                  <a:lnTo>
                    <a:pt x="5197" y="19548"/>
                  </a:lnTo>
                  <a:lnTo>
                    <a:pt x="6474" y="19472"/>
                  </a:lnTo>
                  <a:lnTo>
                    <a:pt x="7762" y="19395"/>
                  </a:lnTo>
                  <a:lnTo>
                    <a:pt x="9064" y="19318"/>
                  </a:lnTo>
                  <a:lnTo>
                    <a:pt x="10327" y="19248"/>
                  </a:lnTo>
                  <a:lnTo>
                    <a:pt x="11595" y="19178"/>
                  </a:lnTo>
                  <a:lnTo>
                    <a:pt x="12872" y="19107"/>
                  </a:lnTo>
                  <a:lnTo>
                    <a:pt x="14163" y="19035"/>
                  </a:lnTo>
                  <a:lnTo>
                    <a:pt x="15376" y="18874"/>
                  </a:lnTo>
                  <a:lnTo>
                    <a:pt x="16483" y="18692"/>
                  </a:lnTo>
                  <a:lnTo>
                    <a:pt x="17507" y="18484"/>
                  </a:lnTo>
                  <a:lnTo>
                    <a:pt x="18469" y="18243"/>
                  </a:lnTo>
                  <a:lnTo>
                    <a:pt x="19392" y="17965"/>
                  </a:lnTo>
                  <a:lnTo>
                    <a:pt x="20296" y="17642"/>
                  </a:lnTo>
                  <a:lnTo>
                    <a:pt x="21205" y="17269"/>
                  </a:lnTo>
                  <a:lnTo>
                    <a:pt x="22139" y="16841"/>
                  </a:lnTo>
                  <a:lnTo>
                    <a:pt x="23121" y="16351"/>
                  </a:lnTo>
                  <a:lnTo>
                    <a:pt x="24172" y="15793"/>
                  </a:lnTo>
                  <a:lnTo>
                    <a:pt x="25310" y="15629"/>
                  </a:lnTo>
                  <a:lnTo>
                    <a:pt x="26446" y="15486"/>
                  </a:lnTo>
                  <a:lnTo>
                    <a:pt x="27580" y="15363"/>
                  </a:lnTo>
                  <a:lnTo>
                    <a:pt x="28715" y="15255"/>
                  </a:lnTo>
                  <a:lnTo>
                    <a:pt x="29850" y="15159"/>
                  </a:lnTo>
                  <a:lnTo>
                    <a:pt x="30989" y="15072"/>
                  </a:lnTo>
                  <a:lnTo>
                    <a:pt x="32131" y="14991"/>
                  </a:lnTo>
                  <a:lnTo>
                    <a:pt x="33278" y="14912"/>
                  </a:lnTo>
                  <a:lnTo>
                    <a:pt x="34754" y="14676"/>
                  </a:lnTo>
                  <a:lnTo>
                    <a:pt x="35790" y="14462"/>
                  </a:lnTo>
                  <a:lnTo>
                    <a:pt x="36661" y="14183"/>
                  </a:lnTo>
                  <a:lnTo>
                    <a:pt x="37641" y="13751"/>
                  </a:lnTo>
                  <a:lnTo>
                    <a:pt x="39007" y="13077"/>
                  </a:lnTo>
                  <a:lnTo>
                    <a:pt x="40080" y="12597"/>
                  </a:lnTo>
                  <a:lnTo>
                    <a:pt x="41146" y="12227"/>
                  </a:lnTo>
                  <a:lnTo>
                    <a:pt x="42208" y="11954"/>
                  </a:lnTo>
                  <a:lnTo>
                    <a:pt x="43271" y="11766"/>
                  </a:lnTo>
                  <a:lnTo>
                    <a:pt x="44337" y="11651"/>
                  </a:lnTo>
                  <a:lnTo>
                    <a:pt x="45411" y="11595"/>
                  </a:lnTo>
                  <a:lnTo>
                    <a:pt x="46497" y="11586"/>
                  </a:lnTo>
                  <a:lnTo>
                    <a:pt x="47597" y="11611"/>
                  </a:lnTo>
                  <a:lnTo>
                    <a:pt x="48717" y="11658"/>
                  </a:lnTo>
                  <a:lnTo>
                    <a:pt x="49860" y="11713"/>
                  </a:lnTo>
                  <a:lnTo>
                    <a:pt x="51029" y="11765"/>
                  </a:lnTo>
                  <a:lnTo>
                    <a:pt x="51029" y="10432"/>
                  </a:lnTo>
                  <a:lnTo>
                    <a:pt x="51029" y="9079"/>
                  </a:lnTo>
                  <a:lnTo>
                    <a:pt x="51475" y="8979"/>
                  </a:lnTo>
                  <a:lnTo>
                    <a:pt x="52052" y="8850"/>
                  </a:lnTo>
                  <a:lnTo>
                    <a:pt x="53146" y="8604"/>
                  </a:lnTo>
                  <a:lnTo>
                    <a:pt x="55141" y="8155"/>
                  </a:lnTo>
                  <a:lnTo>
                    <a:pt x="56205" y="7889"/>
                  </a:lnTo>
                  <a:lnTo>
                    <a:pt x="57265" y="7612"/>
                  </a:lnTo>
                  <a:lnTo>
                    <a:pt x="58322" y="7325"/>
                  </a:lnTo>
                  <a:lnTo>
                    <a:pt x="59376" y="7029"/>
                  </a:lnTo>
                  <a:lnTo>
                    <a:pt x="60427" y="6723"/>
                  </a:lnTo>
                  <a:lnTo>
                    <a:pt x="61476" y="6410"/>
                  </a:lnTo>
                  <a:lnTo>
                    <a:pt x="62521" y="6088"/>
                  </a:lnTo>
                  <a:lnTo>
                    <a:pt x="63565" y="5759"/>
                  </a:lnTo>
                  <a:lnTo>
                    <a:pt x="64606" y="5423"/>
                  </a:lnTo>
                  <a:lnTo>
                    <a:pt x="65645" y="5081"/>
                  </a:lnTo>
                  <a:lnTo>
                    <a:pt x="66683" y="4733"/>
                  </a:lnTo>
                  <a:lnTo>
                    <a:pt x="67719" y="4380"/>
                  </a:lnTo>
                  <a:lnTo>
                    <a:pt x="68753" y="4023"/>
                  </a:lnTo>
                  <a:lnTo>
                    <a:pt x="69786" y="3661"/>
                  </a:lnTo>
                  <a:lnTo>
                    <a:pt x="70819" y="3296"/>
                  </a:lnTo>
                  <a:lnTo>
                    <a:pt x="71850" y="2928"/>
                  </a:lnTo>
                  <a:lnTo>
                    <a:pt x="72881" y="2558"/>
                  </a:lnTo>
                  <a:lnTo>
                    <a:pt x="73912" y="2186"/>
                  </a:lnTo>
                  <a:lnTo>
                    <a:pt x="74942" y="1813"/>
                  </a:lnTo>
                  <a:lnTo>
                    <a:pt x="76717" y="1196"/>
                  </a:lnTo>
                  <a:lnTo>
                    <a:pt x="78166" y="712"/>
                  </a:lnTo>
                  <a:lnTo>
                    <a:pt x="79355" y="355"/>
                  </a:lnTo>
                  <a:lnTo>
                    <a:pt x="80350" y="120"/>
                  </a:lnTo>
                  <a:lnTo>
                    <a:pt x="81217" y="4"/>
                  </a:lnTo>
                  <a:lnTo>
                    <a:pt x="82022" y="0"/>
                  </a:lnTo>
                  <a:lnTo>
                    <a:pt x="82832" y="105"/>
                  </a:lnTo>
                  <a:lnTo>
                    <a:pt x="83711" y="313"/>
                  </a:lnTo>
                  <a:lnTo>
                    <a:pt x="84727" y="620"/>
                  </a:lnTo>
                  <a:lnTo>
                    <a:pt x="85944" y="1022"/>
                  </a:lnTo>
                  <a:close/>
                </a:path>
              </a:pathLst>
            </a:custGeom>
            <a:solidFill>
              <a:srgbClr val="B6C3C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8" name="region 126 #BEDEF4"/>
            <p:cNvSpPr/>
            <p:nvPr/>
          </p:nvSpPr>
          <p:spPr>
            <a:xfrm>
              <a:off x="2220950" y="289729"/>
              <a:ext cx="220410" cy="27192"/>
            </a:xfrm>
            <a:custGeom>
              <a:avLst/>
              <a:gdLst/>
              <a:ahLst/>
              <a:cxnLst/>
              <a:rect l="l" t="t" r="r" b="b"/>
              <a:pathLst>
                <a:path w="220410" h="27192">
                  <a:moveTo>
                    <a:pt x="20973" y="10"/>
                  </a:moveTo>
                  <a:lnTo>
                    <a:pt x="22030" y="8"/>
                  </a:lnTo>
                  <a:lnTo>
                    <a:pt x="23089" y="6"/>
                  </a:lnTo>
                  <a:lnTo>
                    <a:pt x="24154" y="4"/>
                  </a:lnTo>
                  <a:lnTo>
                    <a:pt x="25226" y="2"/>
                  </a:lnTo>
                  <a:lnTo>
                    <a:pt x="26309" y="0"/>
                  </a:lnTo>
                  <a:lnTo>
                    <a:pt x="27474" y="5"/>
                  </a:lnTo>
                  <a:lnTo>
                    <a:pt x="28639" y="11"/>
                  </a:lnTo>
                  <a:lnTo>
                    <a:pt x="29804" y="16"/>
                  </a:lnTo>
                  <a:lnTo>
                    <a:pt x="30968" y="22"/>
                  </a:lnTo>
                  <a:lnTo>
                    <a:pt x="32133" y="28"/>
                  </a:lnTo>
                  <a:lnTo>
                    <a:pt x="33364" y="28"/>
                  </a:lnTo>
                  <a:lnTo>
                    <a:pt x="34595" y="29"/>
                  </a:lnTo>
                  <a:lnTo>
                    <a:pt x="35826" y="29"/>
                  </a:lnTo>
                  <a:lnTo>
                    <a:pt x="37057" y="28"/>
                  </a:lnTo>
                  <a:lnTo>
                    <a:pt x="38289" y="28"/>
                  </a:lnTo>
                  <a:lnTo>
                    <a:pt x="39331" y="28"/>
                  </a:lnTo>
                  <a:lnTo>
                    <a:pt x="40374" y="28"/>
                  </a:lnTo>
                  <a:lnTo>
                    <a:pt x="41417" y="29"/>
                  </a:lnTo>
                  <a:lnTo>
                    <a:pt x="42460" y="30"/>
                  </a:lnTo>
                  <a:lnTo>
                    <a:pt x="43503" y="31"/>
                  </a:lnTo>
                  <a:lnTo>
                    <a:pt x="44546" y="33"/>
                  </a:lnTo>
                  <a:lnTo>
                    <a:pt x="45589" y="35"/>
                  </a:lnTo>
                  <a:lnTo>
                    <a:pt x="46632" y="37"/>
                  </a:lnTo>
                  <a:lnTo>
                    <a:pt x="47675" y="39"/>
                  </a:lnTo>
                  <a:lnTo>
                    <a:pt x="48718" y="42"/>
                  </a:lnTo>
                  <a:lnTo>
                    <a:pt x="49761" y="45"/>
                  </a:lnTo>
                  <a:lnTo>
                    <a:pt x="50803" y="48"/>
                  </a:lnTo>
                  <a:lnTo>
                    <a:pt x="51846" y="51"/>
                  </a:lnTo>
                  <a:lnTo>
                    <a:pt x="52889" y="54"/>
                  </a:lnTo>
                  <a:lnTo>
                    <a:pt x="53932" y="58"/>
                  </a:lnTo>
                  <a:lnTo>
                    <a:pt x="54975" y="61"/>
                  </a:lnTo>
                  <a:lnTo>
                    <a:pt x="56066" y="64"/>
                  </a:lnTo>
                  <a:lnTo>
                    <a:pt x="57156" y="67"/>
                  </a:lnTo>
                  <a:lnTo>
                    <a:pt x="58247" y="69"/>
                  </a:lnTo>
                  <a:lnTo>
                    <a:pt x="59337" y="71"/>
                  </a:lnTo>
                  <a:lnTo>
                    <a:pt x="60428" y="73"/>
                  </a:lnTo>
                  <a:lnTo>
                    <a:pt x="61518" y="74"/>
                  </a:lnTo>
                  <a:lnTo>
                    <a:pt x="62609" y="75"/>
                  </a:lnTo>
                  <a:lnTo>
                    <a:pt x="63699" y="77"/>
                  </a:lnTo>
                  <a:lnTo>
                    <a:pt x="64790" y="78"/>
                  </a:lnTo>
                  <a:lnTo>
                    <a:pt x="65880" y="78"/>
                  </a:lnTo>
                  <a:lnTo>
                    <a:pt x="66971" y="79"/>
                  </a:lnTo>
                  <a:lnTo>
                    <a:pt x="68061" y="80"/>
                  </a:lnTo>
                  <a:lnTo>
                    <a:pt x="69152" y="81"/>
                  </a:lnTo>
                  <a:lnTo>
                    <a:pt x="70242" y="81"/>
                  </a:lnTo>
                  <a:lnTo>
                    <a:pt x="71333" y="82"/>
                  </a:lnTo>
                  <a:lnTo>
                    <a:pt x="72423" y="83"/>
                  </a:lnTo>
                  <a:lnTo>
                    <a:pt x="73489" y="84"/>
                  </a:lnTo>
                  <a:lnTo>
                    <a:pt x="74554" y="84"/>
                  </a:lnTo>
                  <a:lnTo>
                    <a:pt x="75619" y="85"/>
                  </a:lnTo>
                  <a:lnTo>
                    <a:pt x="76685" y="87"/>
                  </a:lnTo>
                  <a:lnTo>
                    <a:pt x="77750" y="88"/>
                  </a:lnTo>
                  <a:lnTo>
                    <a:pt x="78816" y="89"/>
                  </a:lnTo>
                  <a:lnTo>
                    <a:pt x="79881" y="90"/>
                  </a:lnTo>
                  <a:lnTo>
                    <a:pt x="80947" y="92"/>
                  </a:lnTo>
                  <a:lnTo>
                    <a:pt x="82012" y="93"/>
                  </a:lnTo>
                  <a:lnTo>
                    <a:pt x="83077" y="94"/>
                  </a:lnTo>
                  <a:lnTo>
                    <a:pt x="84143" y="96"/>
                  </a:lnTo>
                  <a:lnTo>
                    <a:pt x="85208" y="98"/>
                  </a:lnTo>
                  <a:lnTo>
                    <a:pt x="86274" y="99"/>
                  </a:lnTo>
                  <a:lnTo>
                    <a:pt x="87339" y="101"/>
                  </a:lnTo>
                  <a:lnTo>
                    <a:pt x="88405" y="103"/>
                  </a:lnTo>
                  <a:lnTo>
                    <a:pt x="89470" y="105"/>
                  </a:lnTo>
                  <a:lnTo>
                    <a:pt x="90536" y="107"/>
                  </a:lnTo>
                  <a:lnTo>
                    <a:pt x="91601" y="109"/>
                  </a:lnTo>
                  <a:lnTo>
                    <a:pt x="92667" y="111"/>
                  </a:lnTo>
                  <a:lnTo>
                    <a:pt x="93732" y="113"/>
                  </a:lnTo>
                  <a:lnTo>
                    <a:pt x="94798" y="115"/>
                  </a:lnTo>
                  <a:lnTo>
                    <a:pt x="95863" y="117"/>
                  </a:lnTo>
                  <a:lnTo>
                    <a:pt x="96929" y="120"/>
                  </a:lnTo>
                  <a:lnTo>
                    <a:pt x="97994" y="122"/>
                  </a:lnTo>
                  <a:lnTo>
                    <a:pt x="99060" y="124"/>
                  </a:lnTo>
                  <a:lnTo>
                    <a:pt x="100125" y="127"/>
                  </a:lnTo>
                  <a:lnTo>
                    <a:pt x="101191" y="129"/>
                  </a:lnTo>
                  <a:lnTo>
                    <a:pt x="102256" y="132"/>
                  </a:lnTo>
                  <a:lnTo>
                    <a:pt x="103322" y="134"/>
                  </a:lnTo>
                  <a:lnTo>
                    <a:pt x="104387" y="137"/>
                  </a:lnTo>
                  <a:lnTo>
                    <a:pt x="105453" y="139"/>
                  </a:lnTo>
                  <a:lnTo>
                    <a:pt x="106497" y="142"/>
                  </a:lnTo>
                  <a:lnTo>
                    <a:pt x="107542" y="144"/>
                  </a:lnTo>
                  <a:lnTo>
                    <a:pt x="108587" y="147"/>
                  </a:lnTo>
                  <a:lnTo>
                    <a:pt x="109631" y="149"/>
                  </a:lnTo>
                  <a:lnTo>
                    <a:pt x="110676" y="151"/>
                  </a:lnTo>
                  <a:lnTo>
                    <a:pt x="111721" y="153"/>
                  </a:lnTo>
                  <a:lnTo>
                    <a:pt x="112765" y="155"/>
                  </a:lnTo>
                  <a:lnTo>
                    <a:pt x="113810" y="158"/>
                  </a:lnTo>
                  <a:lnTo>
                    <a:pt x="114854" y="160"/>
                  </a:lnTo>
                  <a:lnTo>
                    <a:pt x="115899" y="161"/>
                  </a:lnTo>
                  <a:lnTo>
                    <a:pt x="116944" y="163"/>
                  </a:lnTo>
                  <a:lnTo>
                    <a:pt x="117988" y="165"/>
                  </a:lnTo>
                  <a:lnTo>
                    <a:pt x="119033" y="167"/>
                  </a:lnTo>
                  <a:lnTo>
                    <a:pt x="120077" y="169"/>
                  </a:lnTo>
                  <a:lnTo>
                    <a:pt x="121122" y="170"/>
                  </a:lnTo>
                  <a:lnTo>
                    <a:pt x="122167" y="172"/>
                  </a:lnTo>
                  <a:lnTo>
                    <a:pt x="123211" y="174"/>
                  </a:lnTo>
                  <a:lnTo>
                    <a:pt x="124256" y="175"/>
                  </a:lnTo>
                  <a:lnTo>
                    <a:pt x="125300" y="177"/>
                  </a:lnTo>
                  <a:lnTo>
                    <a:pt x="126345" y="178"/>
                  </a:lnTo>
                  <a:lnTo>
                    <a:pt x="127390" y="180"/>
                  </a:lnTo>
                  <a:lnTo>
                    <a:pt x="128434" y="181"/>
                  </a:lnTo>
                  <a:lnTo>
                    <a:pt x="129479" y="182"/>
                  </a:lnTo>
                  <a:lnTo>
                    <a:pt x="130523" y="184"/>
                  </a:lnTo>
                  <a:lnTo>
                    <a:pt x="131568" y="185"/>
                  </a:lnTo>
                  <a:lnTo>
                    <a:pt x="132613" y="186"/>
                  </a:lnTo>
                  <a:lnTo>
                    <a:pt x="133657" y="188"/>
                  </a:lnTo>
                  <a:lnTo>
                    <a:pt x="134702" y="189"/>
                  </a:lnTo>
                  <a:lnTo>
                    <a:pt x="135746" y="190"/>
                  </a:lnTo>
                  <a:lnTo>
                    <a:pt x="136791" y="191"/>
                  </a:lnTo>
                  <a:lnTo>
                    <a:pt x="137836" y="193"/>
                  </a:lnTo>
                  <a:lnTo>
                    <a:pt x="138880" y="194"/>
                  </a:lnTo>
                  <a:lnTo>
                    <a:pt x="139925" y="195"/>
                  </a:lnTo>
                  <a:lnTo>
                    <a:pt x="140970" y="196"/>
                  </a:lnTo>
                  <a:lnTo>
                    <a:pt x="142014" y="197"/>
                  </a:lnTo>
                  <a:lnTo>
                    <a:pt x="143059" y="198"/>
                  </a:lnTo>
                  <a:lnTo>
                    <a:pt x="144268" y="200"/>
                  </a:lnTo>
                  <a:lnTo>
                    <a:pt x="145476" y="201"/>
                  </a:lnTo>
                  <a:lnTo>
                    <a:pt x="146685" y="202"/>
                  </a:lnTo>
                  <a:lnTo>
                    <a:pt x="147894" y="204"/>
                  </a:lnTo>
                  <a:lnTo>
                    <a:pt x="149102" y="205"/>
                  </a:lnTo>
                  <a:lnTo>
                    <a:pt x="150311" y="207"/>
                  </a:lnTo>
                  <a:lnTo>
                    <a:pt x="151519" y="208"/>
                  </a:lnTo>
                  <a:lnTo>
                    <a:pt x="152728" y="210"/>
                  </a:lnTo>
                  <a:lnTo>
                    <a:pt x="153937" y="211"/>
                  </a:lnTo>
                  <a:lnTo>
                    <a:pt x="155145" y="213"/>
                  </a:lnTo>
                  <a:lnTo>
                    <a:pt x="156354" y="214"/>
                  </a:lnTo>
                  <a:lnTo>
                    <a:pt x="157563" y="216"/>
                  </a:lnTo>
                  <a:lnTo>
                    <a:pt x="158771" y="218"/>
                  </a:lnTo>
                  <a:lnTo>
                    <a:pt x="159980" y="219"/>
                  </a:lnTo>
                  <a:lnTo>
                    <a:pt x="161189" y="221"/>
                  </a:lnTo>
                  <a:lnTo>
                    <a:pt x="162397" y="223"/>
                  </a:lnTo>
                  <a:lnTo>
                    <a:pt x="163606" y="225"/>
                  </a:lnTo>
                  <a:lnTo>
                    <a:pt x="164814" y="226"/>
                  </a:lnTo>
                  <a:lnTo>
                    <a:pt x="166023" y="228"/>
                  </a:lnTo>
                  <a:lnTo>
                    <a:pt x="167232" y="230"/>
                  </a:lnTo>
                  <a:lnTo>
                    <a:pt x="168440" y="232"/>
                  </a:lnTo>
                  <a:lnTo>
                    <a:pt x="169649" y="234"/>
                  </a:lnTo>
                  <a:lnTo>
                    <a:pt x="170858" y="236"/>
                  </a:lnTo>
                  <a:lnTo>
                    <a:pt x="172066" y="238"/>
                  </a:lnTo>
                  <a:lnTo>
                    <a:pt x="173275" y="240"/>
                  </a:lnTo>
                  <a:lnTo>
                    <a:pt x="174483" y="242"/>
                  </a:lnTo>
                  <a:lnTo>
                    <a:pt x="175692" y="244"/>
                  </a:lnTo>
                  <a:lnTo>
                    <a:pt x="176901" y="246"/>
                  </a:lnTo>
                  <a:lnTo>
                    <a:pt x="178109" y="248"/>
                  </a:lnTo>
                  <a:lnTo>
                    <a:pt x="179318" y="250"/>
                  </a:lnTo>
                  <a:lnTo>
                    <a:pt x="180526" y="252"/>
                  </a:lnTo>
                  <a:lnTo>
                    <a:pt x="181735" y="254"/>
                  </a:lnTo>
                  <a:lnTo>
                    <a:pt x="182944" y="256"/>
                  </a:lnTo>
                  <a:lnTo>
                    <a:pt x="184152" y="258"/>
                  </a:lnTo>
                  <a:lnTo>
                    <a:pt x="185361" y="261"/>
                  </a:lnTo>
                  <a:lnTo>
                    <a:pt x="186570" y="263"/>
                  </a:lnTo>
                  <a:lnTo>
                    <a:pt x="187778" y="265"/>
                  </a:lnTo>
                  <a:lnTo>
                    <a:pt x="188987" y="267"/>
                  </a:lnTo>
                  <a:lnTo>
                    <a:pt x="190195" y="270"/>
                  </a:lnTo>
                  <a:lnTo>
                    <a:pt x="191404" y="272"/>
                  </a:lnTo>
                  <a:lnTo>
                    <a:pt x="192613" y="274"/>
                  </a:lnTo>
                  <a:lnTo>
                    <a:pt x="193821" y="277"/>
                  </a:lnTo>
                  <a:lnTo>
                    <a:pt x="195030" y="279"/>
                  </a:lnTo>
                  <a:lnTo>
                    <a:pt x="196238" y="281"/>
                  </a:lnTo>
                  <a:lnTo>
                    <a:pt x="197447" y="284"/>
                  </a:lnTo>
                  <a:lnTo>
                    <a:pt x="198656" y="286"/>
                  </a:lnTo>
                  <a:lnTo>
                    <a:pt x="199864" y="289"/>
                  </a:lnTo>
                  <a:lnTo>
                    <a:pt x="201073" y="291"/>
                  </a:lnTo>
                  <a:lnTo>
                    <a:pt x="202281" y="294"/>
                  </a:lnTo>
                  <a:lnTo>
                    <a:pt x="203490" y="296"/>
                  </a:lnTo>
                  <a:lnTo>
                    <a:pt x="204699" y="299"/>
                  </a:lnTo>
                  <a:lnTo>
                    <a:pt x="205907" y="301"/>
                  </a:lnTo>
                  <a:lnTo>
                    <a:pt x="207116" y="304"/>
                  </a:lnTo>
                  <a:lnTo>
                    <a:pt x="208324" y="307"/>
                  </a:lnTo>
                  <a:lnTo>
                    <a:pt x="209533" y="309"/>
                  </a:lnTo>
                  <a:lnTo>
                    <a:pt x="210742" y="312"/>
                  </a:lnTo>
                  <a:lnTo>
                    <a:pt x="211950" y="315"/>
                  </a:lnTo>
                  <a:lnTo>
                    <a:pt x="213159" y="317"/>
                  </a:lnTo>
                  <a:lnTo>
                    <a:pt x="214367" y="320"/>
                  </a:lnTo>
                  <a:lnTo>
                    <a:pt x="215576" y="323"/>
                  </a:lnTo>
                  <a:lnTo>
                    <a:pt x="216785" y="325"/>
                  </a:lnTo>
                  <a:lnTo>
                    <a:pt x="217993" y="328"/>
                  </a:lnTo>
                  <a:lnTo>
                    <a:pt x="219202" y="331"/>
                  </a:lnTo>
                  <a:lnTo>
                    <a:pt x="220410" y="334"/>
                  </a:lnTo>
                  <a:lnTo>
                    <a:pt x="220410" y="1000"/>
                  </a:lnTo>
                  <a:lnTo>
                    <a:pt x="220410" y="1677"/>
                  </a:lnTo>
                  <a:lnTo>
                    <a:pt x="217211" y="1677"/>
                  </a:lnTo>
                  <a:lnTo>
                    <a:pt x="214012" y="1677"/>
                  </a:lnTo>
                  <a:lnTo>
                    <a:pt x="210813" y="1677"/>
                  </a:lnTo>
                  <a:lnTo>
                    <a:pt x="207614" y="1677"/>
                  </a:lnTo>
                  <a:lnTo>
                    <a:pt x="204414" y="1677"/>
                  </a:lnTo>
                  <a:lnTo>
                    <a:pt x="201215" y="1677"/>
                  </a:lnTo>
                  <a:lnTo>
                    <a:pt x="198015" y="1677"/>
                  </a:lnTo>
                  <a:lnTo>
                    <a:pt x="194814" y="1677"/>
                  </a:lnTo>
                  <a:lnTo>
                    <a:pt x="191614" y="1677"/>
                  </a:lnTo>
                  <a:lnTo>
                    <a:pt x="188412" y="1677"/>
                  </a:lnTo>
                  <a:lnTo>
                    <a:pt x="185211" y="1677"/>
                  </a:lnTo>
                  <a:lnTo>
                    <a:pt x="182009" y="1677"/>
                  </a:lnTo>
                  <a:lnTo>
                    <a:pt x="178806" y="1677"/>
                  </a:lnTo>
                  <a:lnTo>
                    <a:pt x="175603" y="1677"/>
                  </a:lnTo>
                  <a:lnTo>
                    <a:pt x="172399" y="1677"/>
                  </a:lnTo>
                  <a:lnTo>
                    <a:pt x="169194" y="1677"/>
                  </a:lnTo>
                  <a:lnTo>
                    <a:pt x="165989" y="1677"/>
                  </a:lnTo>
                  <a:lnTo>
                    <a:pt x="162782" y="1677"/>
                  </a:lnTo>
                  <a:lnTo>
                    <a:pt x="159575" y="1677"/>
                  </a:lnTo>
                  <a:lnTo>
                    <a:pt x="156367" y="1677"/>
                  </a:lnTo>
                  <a:lnTo>
                    <a:pt x="153158" y="1677"/>
                  </a:lnTo>
                  <a:lnTo>
                    <a:pt x="149948" y="1677"/>
                  </a:lnTo>
                  <a:lnTo>
                    <a:pt x="146737" y="1677"/>
                  </a:lnTo>
                  <a:lnTo>
                    <a:pt x="143525" y="1677"/>
                  </a:lnTo>
                  <a:lnTo>
                    <a:pt x="140312" y="1677"/>
                  </a:lnTo>
                  <a:lnTo>
                    <a:pt x="137098" y="1677"/>
                  </a:lnTo>
                  <a:lnTo>
                    <a:pt x="133882" y="1677"/>
                  </a:lnTo>
                  <a:lnTo>
                    <a:pt x="130665" y="1677"/>
                  </a:lnTo>
                  <a:lnTo>
                    <a:pt x="127447" y="1677"/>
                  </a:lnTo>
                  <a:lnTo>
                    <a:pt x="124227" y="1677"/>
                  </a:lnTo>
                  <a:lnTo>
                    <a:pt x="121006" y="1677"/>
                  </a:lnTo>
                  <a:lnTo>
                    <a:pt x="117784" y="1677"/>
                  </a:lnTo>
                  <a:lnTo>
                    <a:pt x="114560" y="1677"/>
                  </a:lnTo>
                  <a:lnTo>
                    <a:pt x="111334" y="1677"/>
                  </a:lnTo>
                  <a:lnTo>
                    <a:pt x="108107" y="1677"/>
                  </a:lnTo>
                  <a:lnTo>
                    <a:pt x="104878" y="1677"/>
                  </a:lnTo>
                  <a:lnTo>
                    <a:pt x="101648" y="1677"/>
                  </a:lnTo>
                  <a:lnTo>
                    <a:pt x="98415" y="1677"/>
                  </a:lnTo>
                  <a:lnTo>
                    <a:pt x="95181" y="1677"/>
                  </a:lnTo>
                  <a:lnTo>
                    <a:pt x="91945" y="1677"/>
                  </a:lnTo>
                  <a:lnTo>
                    <a:pt x="88708" y="1677"/>
                  </a:lnTo>
                  <a:lnTo>
                    <a:pt x="85468" y="1677"/>
                  </a:lnTo>
                  <a:lnTo>
                    <a:pt x="82226" y="1677"/>
                  </a:lnTo>
                  <a:lnTo>
                    <a:pt x="78982" y="1677"/>
                  </a:lnTo>
                  <a:lnTo>
                    <a:pt x="75736" y="1677"/>
                  </a:lnTo>
                  <a:lnTo>
                    <a:pt x="72488" y="1677"/>
                  </a:lnTo>
                  <a:lnTo>
                    <a:pt x="69238" y="1677"/>
                  </a:lnTo>
                  <a:lnTo>
                    <a:pt x="65986" y="1677"/>
                  </a:lnTo>
                  <a:lnTo>
                    <a:pt x="62731" y="1677"/>
                  </a:lnTo>
                  <a:lnTo>
                    <a:pt x="59474" y="1677"/>
                  </a:lnTo>
                  <a:lnTo>
                    <a:pt x="56215" y="1677"/>
                  </a:lnTo>
                  <a:lnTo>
                    <a:pt x="52953" y="1677"/>
                  </a:lnTo>
                  <a:lnTo>
                    <a:pt x="49689" y="1677"/>
                  </a:lnTo>
                  <a:lnTo>
                    <a:pt x="46422" y="1677"/>
                  </a:lnTo>
                  <a:lnTo>
                    <a:pt x="43153" y="1677"/>
                  </a:lnTo>
                  <a:lnTo>
                    <a:pt x="39881" y="1677"/>
                  </a:lnTo>
                  <a:lnTo>
                    <a:pt x="36606" y="1677"/>
                  </a:lnTo>
                  <a:lnTo>
                    <a:pt x="33329" y="1677"/>
                  </a:lnTo>
                  <a:lnTo>
                    <a:pt x="30049" y="1677"/>
                  </a:lnTo>
                  <a:lnTo>
                    <a:pt x="26766" y="1677"/>
                  </a:lnTo>
                  <a:lnTo>
                    <a:pt x="23481" y="1677"/>
                  </a:lnTo>
                  <a:lnTo>
                    <a:pt x="20192" y="1677"/>
                  </a:lnTo>
                  <a:lnTo>
                    <a:pt x="16901" y="1677"/>
                  </a:lnTo>
                  <a:lnTo>
                    <a:pt x="13606" y="1677"/>
                  </a:lnTo>
                  <a:lnTo>
                    <a:pt x="13274" y="2674"/>
                  </a:lnTo>
                  <a:lnTo>
                    <a:pt x="12940" y="3676"/>
                  </a:lnTo>
                  <a:lnTo>
                    <a:pt x="12604" y="4685"/>
                  </a:lnTo>
                  <a:lnTo>
                    <a:pt x="12263" y="5705"/>
                  </a:lnTo>
                  <a:lnTo>
                    <a:pt x="11313" y="6296"/>
                  </a:lnTo>
                  <a:lnTo>
                    <a:pt x="10360" y="6881"/>
                  </a:lnTo>
                  <a:lnTo>
                    <a:pt x="9404" y="7462"/>
                  </a:lnTo>
                  <a:lnTo>
                    <a:pt x="8445" y="8038"/>
                  </a:lnTo>
                  <a:lnTo>
                    <a:pt x="7483" y="8608"/>
                  </a:lnTo>
                  <a:lnTo>
                    <a:pt x="6517" y="9174"/>
                  </a:lnTo>
                  <a:lnTo>
                    <a:pt x="5549" y="9734"/>
                  </a:lnTo>
                  <a:lnTo>
                    <a:pt x="5076" y="10777"/>
                  </a:lnTo>
                  <a:lnTo>
                    <a:pt x="4715" y="11782"/>
                  </a:lnTo>
                  <a:lnTo>
                    <a:pt x="4449" y="12763"/>
                  </a:lnTo>
                  <a:lnTo>
                    <a:pt x="4267" y="13732"/>
                  </a:lnTo>
                  <a:lnTo>
                    <a:pt x="4153" y="14701"/>
                  </a:lnTo>
                  <a:lnTo>
                    <a:pt x="4094" y="15682"/>
                  </a:lnTo>
                  <a:lnTo>
                    <a:pt x="4075" y="16687"/>
                  </a:lnTo>
                  <a:lnTo>
                    <a:pt x="4083" y="17729"/>
                  </a:lnTo>
                  <a:lnTo>
                    <a:pt x="4104" y="18821"/>
                  </a:lnTo>
                  <a:lnTo>
                    <a:pt x="4123" y="19974"/>
                  </a:lnTo>
                  <a:lnTo>
                    <a:pt x="4135" y="21321"/>
                  </a:lnTo>
                  <a:lnTo>
                    <a:pt x="4147" y="22678"/>
                  </a:lnTo>
                  <a:lnTo>
                    <a:pt x="4159" y="24055"/>
                  </a:lnTo>
                  <a:lnTo>
                    <a:pt x="4175" y="25090"/>
                  </a:lnTo>
                  <a:lnTo>
                    <a:pt x="4190" y="26134"/>
                  </a:lnTo>
                  <a:lnTo>
                    <a:pt x="4206" y="27192"/>
                  </a:lnTo>
                  <a:lnTo>
                    <a:pt x="2873" y="27192"/>
                  </a:lnTo>
                  <a:lnTo>
                    <a:pt x="1520" y="27192"/>
                  </a:lnTo>
                  <a:lnTo>
                    <a:pt x="1002" y="26057"/>
                  </a:lnTo>
                  <a:lnTo>
                    <a:pt x="617" y="25002"/>
                  </a:lnTo>
                  <a:lnTo>
                    <a:pt x="346" y="23994"/>
                  </a:lnTo>
                  <a:lnTo>
                    <a:pt x="169" y="23002"/>
                  </a:lnTo>
                  <a:lnTo>
                    <a:pt x="67" y="21993"/>
                  </a:lnTo>
                  <a:lnTo>
                    <a:pt x="19" y="20935"/>
                  </a:lnTo>
                  <a:lnTo>
                    <a:pt x="7" y="19797"/>
                  </a:lnTo>
                  <a:lnTo>
                    <a:pt x="10" y="18546"/>
                  </a:lnTo>
                  <a:lnTo>
                    <a:pt x="7" y="17494"/>
                  </a:lnTo>
                  <a:lnTo>
                    <a:pt x="3" y="16435"/>
                  </a:lnTo>
                  <a:lnTo>
                    <a:pt x="0" y="15362"/>
                  </a:lnTo>
                  <a:lnTo>
                    <a:pt x="81" y="14104"/>
                  </a:lnTo>
                  <a:lnTo>
                    <a:pt x="175" y="13142"/>
                  </a:lnTo>
                  <a:lnTo>
                    <a:pt x="323" y="12284"/>
                  </a:lnTo>
                  <a:lnTo>
                    <a:pt x="569" y="11335"/>
                  </a:lnTo>
                  <a:lnTo>
                    <a:pt x="954" y="10102"/>
                  </a:lnTo>
                  <a:lnTo>
                    <a:pt x="1520" y="8391"/>
                  </a:lnTo>
                  <a:lnTo>
                    <a:pt x="2853" y="7725"/>
                  </a:lnTo>
                  <a:lnTo>
                    <a:pt x="4206" y="7048"/>
                  </a:lnTo>
                  <a:lnTo>
                    <a:pt x="4539" y="6051"/>
                  </a:lnTo>
                  <a:lnTo>
                    <a:pt x="4873" y="5049"/>
                  </a:lnTo>
                  <a:lnTo>
                    <a:pt x="5209" y="4040"/>
                  </a:lnTo>
                  <a:lnTo>
                    <a:pt x="5549" y="3020"/>
                  </a:lnTo>
                  <a:lnTo>
                    <a:pt x="6570" y="2494"/>
                  </a:lnTo>
                  <a:lnTo>
                    <a:pt x="7577" y="2033"/>
                  </a:lnTo>
                  <a:lnTo>
                    <a:pt x="8574" y="1632"/>
                  </a:lnTo>
                  <a:lnTo>
                    <a:pt x="9563" y="1287"/>
                  </a:lnTo>
                  <a:lnTo>
                    <a:pt x="10549" y="994"/>
                  </a:lnTo>
                  <a:lnTo>
                    <a:pt x="11536" y="749"/>
                  </a:lnTo>
                  <a:lnTo>
                    <a:pt x="12525" y="548"/>
                  </a:lnTo>
                  <a:lnTo>
                    <a:pt x="13521" y="386"/>
                  </a:lnTo>
                  <a:lnTo>
                    <a:pt x="14528" y="260"/>
                  </a:lnTo>
                  <a:lnTo>
                    <a:pt x="15548" y="165"/>
                  </a:lnTo>
                  <a:lnTo>
                    <a:pt x="16585" y="96"/>
                  </a:lnTo>
                  <a:lnTo>
                    <a:pt x="17643" y="51"/>
                  </a:lnTo>
                  <a:lnTo>
                    <a:pt x="18724" y="24"/>
                  </a:lnTo>
                  <a:lnTo>
                    <a:pt x="19833" y="12"/>
                  </a:lnTo>
                  <a:lnTo>
                    <a:pt x="20973" y="10"/>
                  </a:lnTo>
                  <a:close/>
                </a:path>
              </a:pathLst>
            </a:custGeom>
            <a:solidFill>
              <a:srgbClr val="BEDEF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9" name="region 127 #8D908F"/>
            <p:cNvSpPr/>
            <p:nvPr/>
          </p:nvSpPr>
          <p:spPr>
            <a:xfrm>
              <a:off x="1658460" y="365381"/>
              <a:ext cx="60430" cy="20026"/>
            </a:xfrm>
            <a:custGeom>
              <a:avLst/>
              <a:gdLst/>
              <a:ahLst/>
              <a:cxnLst/>
              <a:rect l="l" t="t" r="r" b="b"/>
              <a:pathLst>
                <a:path w="60430" h="20026">
                  <a:moveTo>
                    <a:pt x="26354" y="218"/>
                  </a:moveTo>
                  <a:lnTo>
                    <a:pt x="26958" y="235"/>
                  </a:lnTo>
                  <a:lnTo>
                    <a:pt x="28024" y="264"/>
                  </a:lnTo>
                  <a:lnTo>
                    <a:pt x="30466" y="329"/>
                  </a:lnTo>
                  <a:lnTo>
                    <a:pt x="31625" y="380"/>
                  </a:lnTo>
                  <a:lnTo>
                    <a:pt x="32751" y="442"/>
                  </a:lnTo>
                  <a:lnTo>
                    <a:pt x="33845" y="515"/>
                  </a:lnTo>
                  <a:lnTo>
                    <a:pt x="34912" y="602"/>
                  </a:lnTo>
                  <a:lnTo>
                    <a:pt x="35954" y="706"/>
                  </a:lnTo>
                  <a:lnTo>
                    <a:pt x="36974" y="829"/>
                  </a:lnTo>
                  <a:lnTo>
                    <a:pt x="37976" y="973"/>
                  </a:lnTo>
                  <a:lnTo>
                    <a:pt x="38963" y="1141"/>
                  </a:lnTo>
                  <a:lnTo>
                    <a:pt x="39937" y="1336"/>
                  </a:lnTo>
                  <a:lnTo>
                    <a:pt x="40902" y="1559"/>
                  </a:lnTo>
                  <a:lnTo>
                    <a:pt x="41861" y="1813"/>
                  </a:lnTo>
                  <a:lnTo>
                    <a:pt x="42817" y="2101"/>
                  </a:lnTo>
                  <a:lnTo>
                    <a:pt x="43774" y="2425"/>
                  </a:lnTo>
                  <a:lnTo>
                    <a:pt x="44733" y="2786"/>
                  </a:lnTo>
                  <a:lnTo>
                    <a:pt x="45699" y="3189"/>
                  </a:lnTo>
                  <a:lnTo>
                    <a:pt x="46674" y="3635"/>
                  </a:lnTo>
                  <a:lnTo>
                    <a:pt x="47661" y="4126"/>
                  </a:lnTo>
                  <a:lnTo>
                    <a:pt x="48665" y="4665"/>
                  </a:lnTo>
                  <a:lnTo>
                    <a:pt x="49687" y="5254"/>
                  </a:lnTo>
                  <a:lnTo>
                    <a:pt x="50754" y="5578"/>
                  </a:lnTo>
                  <a:lnTo>
                    <a:pt x="51821" y="5882"/>
                  </a:lnTo>
                  <a:lnTo>
                    <a:pt x="52888" y="6171"/>
                  </a:lnTo>
                  <a:lnTo>
                    <a:pt x="53956" y="6445"/>
                  </a:lnTo>
                  <a:lnTo>
                    <a:pt x="55026" y="6708"/>
                  </a:lnTo>
                  <a:lnTo>
                    <a:pt x="56098" y="6962"/>
                  </a:lnTo>
                  <a:lnTo>
                    <a:pt x="57174" y="7210"/>
                  </a:lnTo>
                  <a:lnTo>
                    <a:pt x="58254" y="7453"/>
                  </a:lnTo>
                  <a:lnTo>
                    <a:pt x="59339" y="7696"/>
                  </a:lnTo>
                  <a:lnTo>
                    <a:pt x="60430" y="7940"/>
                  </a:lnTo>
                  <a:lnTo>
                    <a:pt x="60097" y="8938"/>
                  </a:lnTo>
                  <a:lnTo>
                    <a:pt x="59763" y="9939"/>
                  </a:lnTo>
                  <a:lnTo>
                    <a:pt x="59427" y="10948"/>
                  </a:lnTo>
                  <a:lnTo>
                    <a:pt x="59087" y="11969"/>
                  </a:lnTo>
                  <a:lnTo>
                    <a:pt x="57756" y="11677"/>
                  </a:lnTo>
                  <a:lnTo>
                    <a:pt x="56416" y="11384"/>
                  </a:lnTo>
                  <a:lnTo>
                    <a:pt x="55058" y="11088"/>
                  </a:lnTo>
                  <a:lnTo>
                    <a:pt x="54021" y="10867"/>
                  </a:lnTo>
                  <a:lnTo>
                    <a:pt x="52987" y="10648"/>
                  </a:lnTo>
                  <a:lnTo>
                    <a:pt x="51955" y="10432"/>
                  </a:lnTo>
                  <a:lnTo>
                    <a:pt x="50927" y="10219"/>
                  </a:lnTo>
                  <a:lnTo>
                    <a:pt x="49900" y="10011"/>
                  </a:lnTo>
                  <a:lnTo>
                    <a:pt x="48876" y="9807"/>
                  </a:lnTo>
                  <a:lnTo>
                    <a:pt x="47853" y="9609"/>
                  </a:lnTo>
                  <a:lnTo>
                    <a:pt x="46831" y="9417"/>
                  </a:lnTo>
                  <a:lnTo>
                    <a:pt x="45810" y="9233"/>
                  </a:lnTo>
                  <a:lnTo>
                    <a:pt x="44789" y="9056"/>
                  </a:lnTo>
                  <a:lnTo>
                    <a:pt x="43768" y="8888"/>
                  </a:lnTo>
                  <a:lnTo>
                    <a:pt x="42747" y="8730"/>
                  </a:lnTo>
                  <a:lnTo>
                    <a:pt x="41725" y="8582"/>
                  </a:lnTo>
                  <a:lnTo>
                    <a:pt x="40701" y="8445"/>
                  </a:lnTo>
                  <a:lnTo>
                    <a:pt x="39677" y="8320"/>
                  </a:lnTo>
                  <a:lnTo>
                    <a:pt x="38650" y="8207"/>
                  </a:lnTo>
                  <a:lnTo>
                    <a:pt x="37621" y="8108"/>
                  </a:lnTo>
                  <a:lnTo>
                    <a:pt x="36590" y="8023"/>
                  </a:lnTo>
                  <a:lnTo>
                    <a:pt x="35556" y="7952"/>
                  </a:lnTo>
                  <a:lnTo>
                    <a:pt x="34518" y="7898"/>
                  </a:lnTo>
                  <a:lnTo>
                    <a:pt x="33476" y="7859"/>
                  </a:lnTo>
                  <a:lnTo>
                    <a:pt x="32431" y="7838"/>
                  </a:lnTo>
                  <a:lnTo>
                    <a:pt x="31381" y="7835"/>
                  </a:lnTo>
                  <a:lnTo>
                    <a:pt x="30326" y="7850"/>
                  </a:lnTo>
                  <a:lnTo>
                    <a:pt x="29266" y="7885"/>
                  </a:lnTo>
                  <a:lnTo>
                    <a:pt x="28201" y="7940"/>
                  </a:lnTo>
                  <a:lnTo>
                    <a:pt x="27534" y="9273"/>
                  </a:lnTo>
                  <a:lnTo>
                    <a:pt x="26858" y="10626"/>
                  </a:lnTo>
                  <a:lnTo>
                    <a:pt x="28190" y="11292"/>
                  </a:lnTo>
                  <a:lnTo>
                    <a:pt x="29543" y="11969"/>
                  </a:lnTo>
                  <a:lnTo>
                    <a:pt x="28456" y="12210"/>
                  </a:lnTo>
                  <a:lnTo>
                    <a:pt x="27367" y="12452"/>
                  </a:lnTo>
                  <a:lnTo>
                    <a:pt x="26278" y="12694"/>
                  </a:lnTo>
                  <a:lnTo>
                    <a:pt x="25187" y="12937"/>
                  </a:lnTo>
                  <a:lnTo>
                    <a:pt x="24093" y="13180"/>
                  </a:lnTo>
                  <a:lnTo>
                    <a:pt x="22997" y="13423"/>
                  </a:lnTo>
                  <a:lnTo>
                    <a:pt x="21898" y="13668"/>
                  </a:lnTo>
                  <a:lnTo>
                    <a:pt x="20795" y="13913"/>
                  </a:lnTo>
                  <a:lnTo>
                    <a:pt x="19688" y="14159"/>
                  </a:lnTo>
                  <a:lnTo>
                    <a:pt x="18575" y="14406"/>
                  </a:lnTo>
                  <a:lnTo>
                    <a:pt x="17457" y="14654"/>
                  </a:lnTo>
                  <a:lnTo>
                    <a:pt x="17457" y="15985"/>
                  </a:lnTo>
                  <a:lnTo>
                    <a:pt x="17457" y="17325"/>
                  </a:lnTo>
                  <a:lnTo>
                    <a:pt x="17457" y="18683"/>
                  </a:lnTo>
                  <a:lnTo>
                    <a:pt x="16393" y="18949"/>
                  </a:lnTo>
                  <a:lnTo>
                    <a:pt x="15327" y="19216"/>
                  </a:lnTo>
                  <a:lnTo>
                    <a:pt x="14255" y="19484"/>
                  </a:lnTo>
                  <a:lnTo>
                    <a:pt x="13176" y="19753"/>
                  </a:lnTo>
                  <a:lnTo>
                    <a:pt x="12086" y="20026"/>
                  </a:lnTo>
                  <a:lnTo>
                    <a:pt x="12276" y="18886"/>
                  </a:lnTo>
                  <a:lnTo>
                    <a:pt x="12466" y="17745"/>
                  </a:lnTo>
                  <a:lnTo>
                    <a:pt x="12657" y="16601"/>
                  </a:lnTo>
                  <a:lnTo>
                    <a:pt x="12848" y="15453"/>
                  </a:lnTo>
                  <a:lnTo>
                    <a:pt x="13040" y="14299"/>
                  </a:lnTo>
                  <a:lnTo>
                    <a:pt x="13234" y="13138"/>
                  </a:lnTo>
                  <a:lnTo>
                    <a:pt x="13429" y="11969"/>
                  </a:lnTo>
                  <a:lnTo>
                    <a:pt x="14493" y="11703"/>
                  </a:lnTo>
                  <a:lnTo>
                    <a:pt x="15559" y="11436"/>
                  </a:lnTo>
                  <a:lnTo>
                    <a:pt x="16631" y="11168"/>
                  </a:lnTo>
                  <a:lnTo>
                    <a:pt x="17711" y="10898"/>
                  </a:lnTo>
                  <a:lnTo>
                    <a:pt x="18800" y="10626"/>
                  </a:lnTo>
                  <a:lnTo>
                    <a:pt x="19022" y="9518"/>
                  </a:lnTo>
                  <a:lnTo>
                    <a:pt x="19244" y="8407"/>
                  </a:lnTo>
                  <a:lnTo>
                    <a:pt x="19467" y="7294"/>
                  </a:lnTo>
                  <a:lnTo>
                    <a:pt x="19691" y="6174"/>
                  </a:lnTo>
                  <a:lnTo>
                    <a:pt x="19916" y="5047"/>
                  </a:lnTo>
                  <a:lnTo>
                    <a:pt x="20143" y="3911"/>
                  </a:lnTo>
                  <a:lnTo>
                    <a:pt x="19624" y="3984"/>
                  </a:lnTo>
                  <a:lnTo>
                    <a:pt x="18953" y="4078"/>
                  </a:lnTo>
                  <a:lnTo>
                    <a:pt x="17681" y="4257"/>
                  </a:lnTo>
                  <a:lnTo>
                    <a:pt x="15359" y="4583"/>
                  </a:lnTo>
                  <a:lnTo>
                    <a:pt x="14253" y="4715"/>
                  </a:lnTo>
                  <a:lnTo>
                    <a:pt x="13153" y="4832"/>
                  </a:lnTo>
                  <a:lnTo>
                    <a:pt x="12057" y="4933"/>
                  </a:lnTo>
                  <a:lnTo>
                    <a:pt x="10963" y="5021"/>
                  </a:lnTo>
                  <a:lnTo>
                    <a:pt x="9872" y="5095"/>
                  </a:lnTo>
                  <a:lnTo>
                    <a:pt x="8782" y="5156"/>
                  </a:lnTo>
                  <a:lnTo>
                    <a:pt x="7693" y="5205"/>
                  </a:lnTo>
                  <a:lnTo>
                    <a:pt x="6603" y="5242"/>
                  </a:lnTo>
                  <a:lnTo>
                    <a:pt x="5511" y="5267"/>
                  </a:lnTo>
                  <a:lnTo>
                    <a:pt x="4417" y="5283"/>
                  </a:lnTo>
                  <a:lnTo>
                    <a:pt x="3320" y="5289"/>
                  </a:lnTo>
                  <a:lnTo>
                    <a:pt x="2219" y="5286"/>
                  </a:lnTo>
                  <a:lnTo>
                    <a:pt x="1112" y="5274"/>
                  </a:lnTo>
                  <a:lnTo>
                    <a:pt x="0" y="5254"/>
                  </a:lnTo>
                  <a:lnTo>
                    <a:pt x="0" y="3923"/>
                  </a:lnTo>
                  <a:lnTo>
                    <a:pt x="0" y="2583"/>
                  </a:lnTo>
                  <a:lnTo>
                    <a:pt x="0" y="1226"/>
                  </a:lnTo>
                  <a:lnTo>
                    <a:pt x="1064" y="1064"/>
                  </a:lnTo>
                  <a:lnTo>
                    <a:pt x="2125" y="916"/>
                  </a:lnTo>
                  <a:lnTo>
                    <a:pt x="3183" y="781"/>
                  </a:lnTo>
                  <a:lnTo>
                    <a:pt x="4238" y="658"/>
                  </a:lnTo>
                  <a:lnTo>
                    <a:pt x="5291" y="547"/>
                  </a:lnTo>
                  <a:lnTo>
                    <a:pt x="6342" y="448"/>
                  </a:lnTo>
                  <a:lnTo>
                    <a:pt x="7391" y="359"/>
                  </a:lnTo>
                  <a:lnTo>
                    <a:pt x="8438" y="282"/>
                  </a:lnTo>
                  <a:lnTo>
                    <a:pt x="9485" y="214"/>
                  </a:lnTo>
                  <a:lnTo>
                    <a:pt x="10530" y="157"/>
                  </a:lnTo>
                  <a:lnTo>
                    <a:pt x="11576" y="109"/>
                  </a:lnTo>
                  <a:lnTo>
                    <a:pt x="12621" y="71"/>
                  </a:lnTo>
                  <a:lnTo>
                    <a:pt x="13667" y="41"/>
                  </a:lnTo>
                  <a:lnTo>
                    <a:pt x="14713" y="19"/>
                  </a:lnTo>
                  <a:lnTo>
                    <a:pt x="15760" y="6"/>
                  </a:lnTo>
                  <a:lnTo>
                    <a:pt x="16808" y="0"/>
                  </a:lnTo>
                  <a:lnTo>
                    <a:pt x="17858" y="1"/>
                  </a:lnTo>
                  <a:lnTo>
                    <a:pt x="18910" y="9"/>
                  </a:lnTo>
                  <a:lnTo>
                    <a:pt x="19964" y="23"/>
                  </a:lnTo>
                  <a:lnTo>
                    <a:pt x="21020" y="43"/>
                  </a:lnTo>
                  <a:lnTo>
                    <a:pt x="22080" y="69"/>
                  </a:lnTo>
                  <a:lnTo>
                    <a:pt x="23143" y="99"/>
                  </a:lnTo>
                  <a:lnTo>
                    <a:pt x="24209" y="135"/>
                  </a:lnTo>
                  <a:lnTo>
                    <a:pt x="25279" y="175"/>
                  </a:lnTo>
                  <a:lnTo>
                    <a:pt x="26354" y="218"/>
                  </a:lnTo>
                  <a:close/>
                </a:path>
              </a:pathLst>
            </a:custGeom>
            <a:solidFill>
              <a:srgbClr val="8D908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0" name="region 128 #2E0D10"/>
            <p:cNvSpPr/>
            <p:nvPr/>
          </p:nvSpPr>
          <p:spPr>
            <a:xfrm>
              <a:off x="1475828" y="224261"/>
              <a:ext cx="41629" cy="36520"/>
            </a:xfrm>
            <a:custGeom>
              <a:avLst/>
              <a:gdLst/>
              <a:ahLst/>
              <a:cxnLst/>
              <a:rect l="l" t="t" r="r" b="b"/>
              <a:pathLst>
                <a:path w="41629" h="36520">
                  <a:moveTo>
                    <a:pt x="41629" y="0"/>
                  </a:moveTo>
                  <a:lnTo>
                    <a:pt x="41134" y="1091"/>
                  </a:lnTo>
                  <a:lnTo>
                    <a:pt x="40629" y="2103"/>
                  </a:lnTo>
                  <a:lnTo>
                    <a:pt x="40106" y="3047"/>
                  </a:lnTo>
                  <a:lnTo>
                    <a:pt x="39558" y="3931"/>
                  </a:lnTo>
                  <a:lnTo>
                    <a:pt x="38978" y="4766"/>
                  </a:lnTo>
                  <a:lnTo>
                    <a:pt x="38359" y="5563"/>
                  </a:lnTo>
                  <a:lnTo>
                    <a:pt x="37692" y="6330"/>
                  </a:lnTo>
                  <a:lnTo>
                    <a:pt x="36972" y="7080"/>
                  </a:lnTo>
                  <a:lnTo>
                    <a:pt x="36190" y="7820"/>
                  </a:lnTo>
                  <a:lnTo>
                    <a:pt x="35339" y="8563"/>
                  </a:lnTo>
                  <a:lnTo>
                    <a:pt x="34411" y="9317"/>
                  </a:lnTo>
                  <a:lnTo>
                    <a:pt x="33569" y="10022"/>
                  </a:lnTo>
                  <a:lnTo>
                    <a:pt x="32751" y="10732"/>
                  </a:lnTo>
                  <a:lnTo>
                    <a:pt x="31956" y="11449"/>
                  </a:lnTo>
                  <a:lnTo>
                    <a:pt x="31182" y="12174"/>
                  </a:lnTo>
                  <a:lnTo>
                    <a:pt x="30427" y="12908"/>
                  </a:lnTo>
                  <a:lnTo>
                    <a:pt x="29690" y="13653"/>
                  </a:lnTo>
                  <a:lnTo>
                    <a:pt x="28967" y="14409"/>
                  </a:lnTo>
                  <a:lnTo>
                    <a:pt x="28258" y="15179"/>
                  </a:lnTo>
                  <a:lnTo>
                    <a:pt x="27560" y="15963"/>
                  </a:lnTo>
                  <a:lnTo>
                    <a:pt x="26871" y="16762"/>
                  </a:lnTo>
                  <a:lnTo>
                    <a:pt x="26190" y="17579"/>
                  </a:lnTo>
                  <a:lnTo>
                    <a:pt x="25515" y="18414"/>
                  </a:lnTo>
                  <a:lnTo>
                    <a:pt x="24842" y="19268"/>
                  </a:lnTo>
                  <a:lnTo>
                    <a:pt x="24172" y="20143"/>
                  </a:lnTo>
                  <a:lnTo>
                    <a:pt x="23092" y="21343"/>
                  </a:lnTo>
                  <a:lnTo>
                    <a:pt x="22343" y="22153"/>
                  </a:lnTo>
                  <a:lnTo>
                    <a:pt x="21730" y="22765"/>
                  </a:lnTo>
                  <a:lnTo>
                    <a:pt x="21062" y="23374"/>
                  </a:lnTo>
                  <a:lnTo>
                    <a:pt x="20143" y="24172"/>
                  </a:lnTo>
                  <a:lnTo>
                    <a:pt x="18810" y="24172"/>
                  </a:lnTo>
                  <a:lnTo>
                    <a:pt x="17457" y="24172"/>
                  </a:lnTo>
                  <a:lnTo>
                    <a:pt x="17457" y="25505"/>
                  </a:lnTo>
                  <a:lnTo>
                    <a:pt x="17457" y="26858"/>
                  </a:lnTo>
                  <a:lnTo>
                    <a:pt x="17059" y="27156"/>
                  </a:lnTo>
                  <a:lnTo>
                    <a:pt x="16661" y="27454"/>
                  </a:lnTo>
                  <a:lnTo>
                    <a:pt x="16114" y="27865"/>
                  </a:lnTo>
                  <a:lnTo>
                    <a:pt x="15269" y="28499"/>
                  </a:lnTo>
                  <a:lnTo>
                    <a:pt x="13976" y="29469"/>
                  </a:lnTo>
                  <a:lnTo>
                    <a:pt x="12086" y="30886"/>
                  </a:lnTo>
                  <a:lnTo>
                    <a:pt x="12086" y="32219"/>
                  </a:lnTo>
                  <a:lnTo>
                    <a:pt x="12086" y="33572"/>
                  </a:lnTo>
                  <a:lnTo>
                    <a:pt x="13150" y="34104"/>
                  </a:lnTo>
                  <a:lnTo>
                    <a:pt x="14216" y="34637"/>
                  </a:lnTo>
                  <a:lnTo>
                    <a:pt x="15288" y="35173"/>
                  </a:lnTo>
                  <a:lnTo>
                    <a:pt x="16368" y="35713"/>
                  </a:lnTo>
                  <a:lnTo>
                    <a:pt x="17457" y="36258"/>
                  </a:lnTo>
                  <a:lnTo>
                    <a:pt x="16316" y="36299"/>
                  </a:lnTo>
                  <a:lnTo>
                    <a:pt x="15175" y="36336"/>
                  </a:lnTo>
                  <a:lnTo>
                    <a:pt x="14033" y="36369"/>
                  </a:lnTo>
                  <a:lnTo>
                    <a:pt x="12892" y="36399"/>
                  </a:lnTo>
                  <a:lnTo>
                    <a:pt x="11750" y="36426"/>
                  </a:lnTo>
                  <a:lnTo>
                    <a:pt x="11278" y="36440"/>
                  </a:lnTo>
                  <a:lnTo>
                    <a:pt x="10446" y="36464"/>
                  </a:lnTo>
                  <a:lnTo>
                    <a:pt x="8539" y="36520"/>
                  </a:lnTo>
                  <a:lnTo>
                    <a:pt x="7305" y="36382"/>
                  </a:lnTo>
                  <a:lnTo>
                    <a:pt x="6168" y="36182"/>
                  </a:lnTo>
                  <a:lnTo>
                    <a:pt x="5105" y="35918"/>
                  </a:lnTo>
                  <a:lnTo>
                    <a:pt x="4089" y="35587"/>
                  </a:lnTo>
                  <a:lnTo>
                    <a:pt x="3096" y="35189"/>
                  </a:lnTo>
                  <a:lnTo>
                    <a:pt x="2100" y="34722"/>
                  </a:lnTo>
                  <a:lnTo>
                    <a:pt x="1077" y="34183"/>
                  </a:lnTo>
                  <a:lnTo>
                    <a:pt x="0" y="33572"/>
                  </a:lnTo>
                  <a:lnTo>
                    <a:pt x="175" y="32390"/>
                  </a:lnTo>
                  <a:lnTo>
                    <a:pt x="427" y="31292"/>
                  </a:lnTo>
                  <a:lnTo>
                    <a:pt x="751" y="30271"/>
                  </a:lnTo>
                  <a:lnTo>
                    <a:pt x="1143" y="29317"/>
                  </a:lnTo>
                  <a:lnTo>
                    <a:pt x="1601" y="28421"/>
                  </a:lnTo>
                  <a:lnTo>
                    <a:pt x="2120" y="27574"/>
                  </a:lnTo>
                  <a:lnTo>
                    <a:pt x="2698" y="26767"/>
                  </a:lnTo>
                  <a:lnTo>
                    <a:pt x="3329" y="25991"/>
                  </a:lnTo>
                  <a:lnTo>
                    <a:pt x="4011" y="25238"/>
                  </a:lnTo>
                  <a:lnTo>
                    <a:pt x="4741" y="24497"/>
                  </a:lnTo>
                  <a:lnTo>
                    <a:pt x="5514" y="23761"/>
                  </a:lnTo>
                  <a:lnTo>
                    <a:pt x="6326" y="23019"/>
                  </a:lnTo>
                  <a:lnTo>
                    <a:pt x="7175" y="22264"/>
                  </a:lnTo>
                  <a:lnTo>
                    <a:pt x="8057" y="21486"/>
                  </a:lnTo>
                  <a:lnTo>
                    <a:pt x="9131" y="20949"/>
                  </a:lnTo>
                  <a:lnTo>
                    <a:pt x="10206" y="20412"/>
                  </a:lnTo>
                  <a:lnTo>
                    <a:pt x="11280" y="19875"/>
                  </a:lnTo>
                  <a:lnTo>
                    <a:pt x="12355" y="19338"/>
                  </a:lnTo>
                  <a:lnTo>
                    <a:pt x="13429" y="18800"/>
                  </a:lnTo>
                  <a:lnTo>
                    <a:pt x="14239" y="17990"/>
                  </a:lnTo>
                  <a:lnTo>
                    <a:pt x="15053" y="17176"/>
                  </a:lnTo>
                  <a:lnTo>
                    <a:pt x="15873" y="16356"/>
                  </a:lnTo>
                  <a:lnTo>
                    <a:pt x="16703" y="15526"/>
                  </a:lnTo>
                  <a:lnTo>
                    <a:pt x="17508" y="14744"/>
                  </a:lnTo>
                  <a:lnTo>
                    <a:pt x="18308" y="14010"/>
                  </a:lnTo>
                  <a:lnTo>
                    <a:pt x="19107" y="13319"/>
                  </a:lnTo>
                  <a:lnTo>
                    <a:pt x="19908" y="12666"/>
                  </a:lnTo>
                  <a:lnTo>
                    <a:pt x="20715" y="12044"/>
                  </a:lnTo>
                  <a:lnTo>
                    <a:pt x="21532" y="11447"/>
                  </a:lnTo>
                  <a:lnTo>
                    <a:pt x="22363" y="10869"/>
                  </a:lnTo>
                  <a:lnTo>
                    <a:pt x="23212" y="10304"/>
                  </a:lnTo>
                  <a:lnTo>
                    <a:pt x="24082" y="9747"/>
                  </a:lnTo>
                  <a:lnTo>
                    <a:pt x="24977" y="9190"/>
                  </a:lnTo>
                  <a:lnTo>
                    <a:pt x="25901" y="8629"/>
                  </a:lnTo>
                  <a:lnTo>
                    <a:pt x="26858" y="8057"/>
                  </a:lnTo>
                  <a:lnTo>
                    <a:pt x="27523" y="7060"/>
                  </a:lnTo>
                  <a:lnTo>
                    <a:pt x="28190" y="6058"/>
                  </a:lnTo>
                  <a:lnTo>
                    <a:pt x="28863" y="5049"/>
                  </a:lnTo>
                  <a:lnTo>
                    <a:pt x="29543" y="4029"/>
                  </a:lnTo>
                  <a:lnTo>
                    <a:pt x="30876" y="4029"/>
                  </a:lnTo>
                  <a:lnTo>
                    <a:pt x="32229" y="4029"/>
                  </a:lnTo>
                  <a:lnTo>
                    <a:pt x="32229" y="2696"/>
                  </a:lnTo>
                  <a:lnTo>
                    <a:pt x="32229" y="1343"/>
                  </a:lnTo>
                  <a:lnTo>
                    <a:pt x="33317" y="1054"/>
                  </a:lnTo>
                  <a:lnTo>
                    <a:pt x="34359" y="801"/>
                  </a:lnTo>
                  <a:lnTo>
                    <a:pt x="35371" y="585"/>
                  </a:lnTo>
                  <a:lnTo>
                    <a:pt x="36367" y="403"/>
                  </a:lnTo>
                  <a:lnTo>
                    <a:pt x="37362" y="256"/>
                  </a:lnTo>
                  <a:lnTo>
                    <a:pt x="38371" y="143"/>
                  </a:lnTo>
                  <a:lnTo>
                    <a:pt x="39409" y="63"/>
                  </a:lnTo>
                  <a:lnTo>
                    <a:pt x="40490" y="16"/>
                  </a:lnTo>
                  <a:lnTo>
                    <a:pt x="41629" y="0"/>
                  </a:lnTo>
                  <a:close/>
                </a:path>
              </a:pathLst>
            </a:custGeom>
            <a:solidFill>
              <a:srgbClr val="2E0D1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1" name="region 129 #DAD1C7"/>
            <p:cNvSpPr/>
            <p:nvPr/>
          </p:nvSpPr>
          <p:spPr>
            <a:xfrm>
              <a:off x="1085899" y="169203"/>
              <a:ext cx="51522" cy="88630"/>
            </a:xfrm>
            <a:custGeom>
              <a:avLst/>
              <a:gdLst/>
              <a:ahLst/>
              <a:cxnLst/>
              <a:rect l="l" t="t" r="r" b="b"/>
              <a:pathLst>
                <a:path w="51522" h="88630">
                  <a:moveTo>
                    <a:pt x="46151" y="0"/>
                  </a:moveTo>
                  <a:lnTo>
                    <a:pt x="47523" y="293"/>
                  </a:lnTo>
                  <a:lnTo>
                    <a:pt x="48488" y="509"/>
                  </a:lnTo>
                  <a:lnTo>
                    <a:pt x="49305" y="713"/>
                  </a:lnTo>
                  <a:lnTo>
                    <a:pt x="50230" y="970"/>
                  </a:lnTo>
                  <a:lnTo>
                    <a:pt x="51522" y="1343"/>
                  </a:lnTo>
                  <a:lnTo>
                    <a:pt x="50523" y="1908"/>
                  </a:lnTo>
                  <a:lnTo>
                    <a:pt x="49546" y="2453"/>
                  </a:lnTo>
                  <a:lnTo>
                    <a:pt x="48589" y="2974"/>
                  </a:lnTo>
                  <a:lnTo>
                    <a:pt x="47647" y="3471"/>
                  </a:lnTo>
                  <a:lnTo>
                    <a:pt x="46717" y="3941"/>
                  </a:lnTo>
                  <a:lnTo>
                    <a:pt x="45793" y="4383"/>
                  </a:lnTo>
                  <a:lnTo>
                    <a:pt x="44874" y="4795"/>
                  </a:lnTo>
                  <a:lnTo>
                    <a:pt x="43954" y="5175"/>
                  </a:lnTo>
                  <a:lnTo>
                    <a:pt x="43031" y="5521"/>
                  </a:lnTo>
                  <a:lnTo>
                    <a:pt x="42099" y="5831"/>
                  </a:lnTo>
                  <a:lnTo>
                    <a:pt x="41156" y="6103"/>
                  </a:lnTo>
                  <a:lnTo>
                    <a:pt x="40197" y="6337"/>
                  </a:lnTo>
                  <a:lnTo>
                    <a:pt x="39219" y="6529"/>
                  </a:lnTo>
                  <a:lnTo>
                    <a:pt x="38217" y="6678"/>
                  </a:lnTo>
                  <a:lnTo>
                    <a:pt x="37188" y="6782"/>
                  </a:lnTo>
                  <a:lnTo>
                    <a:pt x="36128" y="6840"/>
                  </a:lnTo>
                  <a:lnTo>
                    <a:pt x="35033" y="6849"/>
                  </a:lnTo>
                  <a:lnTo>
                    <a:pt x="33899" y="6808"/>
                  </a:lnTo>
                  <a:lnTo>
                    <a:pt x="32722" y="6714"/>
                  </a:lnTo>
                  <a:lnTo>
                    <a:pt x="32722" y="7778"/>
                  </a:lnTo>
                  <a:lnTo>
                    <a:pt x="32722" y="8845"/>
                  </a:lnTo>
                  <a:lnTo>
                    <a:pt x="32722" y="9916"/>
                  </a:lnTo>
                  <a:lnTo>
                    <a:pt x="32722" y="10996"/>
                  </a:lnTo>
                  <a:lnTo>
                    <a:pt x="32722" y="12086"/>
                  </a:lnTo>
                  <a:lnTo>
                    <a:pt x="32274" y="13344"/>
                  </a:lnTo>
                  <a:lnTo>
                    <a:pt x="31818" y="14441"/>
                  </a:lnTo>
                  <a:lnTo>
                    <a:pt x="31343" y="15407"/>
                  </a:lnTo>
                  <a:lnTo>
                    <a:pt x="30835" y="16271"/>
                  </a:lnTo>
                  <a:lnTo>
                    <a:pt x="30280" y="17063"/>
                  </a:lnTo>
                  <a:lnTo>
                    <a:pt x="29666" y="17812"/>
                  </a:lnTo>
                  <a:lnTo>
                    <a:pt x="28978" y="18549"/>
                  </a:lnTo>
                  <a:lnTo>
                    <a:pt x="28204" y="19304"/>
                  </a:lnTo>
                  <a:lnTo>
                    <a:pt x="27330" y="20105"/>
                  </a:lnTo>
                  <a:lnTo>
                    <a:pt x="26343" y="20982"/>
                  </a:lnTo>
                  <a:lnTo>
                    <a:pt x="25435" y="21804"/>
                  </a:lnTo>
                  <a:lnTo>
                    <a:pt x="24521" y="22631"/>
                  </a:lnTo>
                  <a:lnTo>
                    <a:pt x="23594" y="23469"/>
                  </a:lnTo>
                  <a:lnTo>
                    <a:pt x="22525" y="24159"/>
                  </a:lnTo>
                  <a:lnTo>
                    <a:pt x="21494" y="24726"/>
                  </a:lnTo>
                  <a:lnTo>
                    <a:pt x="20486" y="25189"/>
                  </a:lnTo>
                  <a:lnTo>
                    <a:pt x="19482" y="25567"/>
                  </a:lnTo>
                  <a:lnTo>
                    <a:pt x="18465" y="25880"/>
                  </a:lnTo>
                  <a:lnTo>
                    <a:pt x="17418" y="26146"/>
                  </a:lnTo>
                  <a:lnTo>
                    <a:pt x="16323" y="26385"/>
                  </a:lnTo>
                  <a:lnTo>
                    <a:pt x="15164" y="26616"/>
                  </a:lnTo>
                  <a:lnTo>
                    <a:pt x="13922" y="26857"/>
                  </a:lnTo>
                  <a:lnTo>
                    <a:pt x="13291" y="27841"/>
                  </a:lnTo>
                  <a:lnTo>
                    <a:pt x="12713" y="28800"/>
                  </a:lnTo>
                  <a:lnTo>
                    <a:pt x="12189" y="29739"/>
                  </a:lnTo>
                  <a:lnTo>
                    <a:pt x="11717" y="30664"/>
                  </a:lnTo>
                  <a:lnTo>
                    <a:pt x="11298" y="31582"/>
                  </a:lnTo>
                  <a:lnTo>
                    <a:pt x="10931" y="32498"/>
                  </a:lnTo>
                  <a:lnTo>
                    <a:pt x="10615" y="33418"/>
                  </a:lnTo>
                  <a:lnTo>
                    <a:pt x="10351" y="34348"/>
                  </a:lnTo>
                  <a:lnTo>
                    <a:pt x="10137" y="35294"/>
                  </a:lnTo>
                  <a:lnTo>
                    <a:pt x="9973" y="36261"/>
                  </a:lnTo>
                  <a:lnTo>
                    <a:pt x="9859" y="37256"/>
                  </a:lnTo>
                  <a:lnTo>
                    <a:pt x="9795" y="38285"/>
                  </a:lnTo>
                  <a:lnTo>
                    <a:pt x="9779" y="39352"/>
                  </a:lnTo>
                  <a:lnTo>
                    <a:pt x="9812" y="40465"/>
                  </a:lnTo>
                  <a:lnTo>
                    <a:pt x="9893" y="41629"/>
                  </a:lnTo>
                  <a:lnTo>
                    <a:pt x="8895" y="41297"/>
                  </a:lnTo>
                  <a:lnTo>
                    <a:pt x="7894" y="40963"/>
                  </a:lnTo>
                  <a:lnTo>
                    <a:pt x="6885" y="40626"/>
                  </a:lnTo>
                  <a:lnTo>
                    <a:pt x="5864" y="40286"/>
                  </a:lnTo>
                  <a:lnTo>
                    <a:pt x="5750" y="41405"/>
                  </a:lnTo>
                  <a:lnTo>
                    <a:pt x="5637" y="42524"/>
                  </a:lnTo>
                  <a:lnTo>
                    <a:pt x="5524" y="43643"/>
                  </a:lnTo>
                  <a:lnTo>
                    <a:pt x="5411" y="44762"/>
                  </a:lnTo>
                  <a:lnTo>
                    <a:pt x="5299" y="45881"/>
                  </a:lnTo>
                  <a:lnTo>
                    <a:pt x="5187" y="47000"/>
                  </a:lnTo>
                  <a:lnTo>
                    <a:pt x="5076" y="48119"/>
                  </a:lnTo>
                  <a:lnTo>
                    <a:pt x="4965" y="49238"/>
                  </a:lnTo>
                  <a:lnTo>
                    <a:pt x="4853" y="50357"/>
                  </a:lnTo>
                  <a:lnTo>
                    <a:pt x="4743" y="51477"/>
                  </a:lnTo>
                  <a:lnTo>
                    <a:pt x="4632" y="52596"/>
                  </a:lnTo>
                  <a:lnTo>
                    <a:pt x="4521" y="53715"/>
                  </a:lnTo>
                  <a:lnTo>
                    <a:pt x="4393" y="54972"/>
                  </a:lnTo>
                  <a:lnTo>
                    <a:pt x="4264" y="56236"/>
                  </a:lnTo>
                  <a:lnTo>
                    <a:pt x="4133" y="57518"/>
                  </a:lnTo>
                  <a:lnTo>
                    <a:pt x="3906" y="59845"/>
                  </a:lnTo>
                  <a:lnTo>
                    <a:pt x="3698" y="61987"/>
                  </a:lnTo>
                  <a:lnTo>
                    <a:pt x="3511" y="63956"/>
                  </a:lnTo>
                  <a:lnTo>
                    <a:pt x="3344" y="65760"/>
                  </a:lnTo>
                  <a:lnTo>
                    <a:pt x="3199" y="67411"/>
                  </a:lnTo>
                  <a:lnTo>
                    <a:pt x="3076" y="68917"/>
                  </a:lnTo>
                  <a:lnTo>
                    <a:pt x="2977" y="70289"/>
                  </a:lnTo>
                  <a:lnTo>
                    <a:pt x="2901" y="71536"/>
                  </a:lnTo>
                  <a:lnTo>
                    <a:pt x="2849" y="72668"/>
                  </a:lnTo>
                  <a:lnTo>
                    <a:pt x="2822" y="73696"/>
                  </a:lnTo>
                  <a:lnTo>
                    <a:pt x="2821" y="74628"/>
                  </a:lnTo>
                  <a:lnTo>
                    <a:pt x="2846" y="75476"/>
                  </a:lnTo>
                  <a:lnTo>
                    <a:pt x="2898" y="76249"/>
                  </a:lnTo>
                  <a:lnTo>
                    <a:pt x="2977" y="76956"/>
                  </a:lnTo>
                  <a:lnTo>
                    <a:pt x="3085" y="77608"/>
                  </a:lnTo>
                  <a:lnTo>
                    <a:pt x="3222" y="78215"/>
                  </a:lnTo>
                  <a:lnTo>
                    <a:pt x="3388" y="78786"/>
                  </a:lnTo>
                  <a:lnTo>
                    <a:pt x="3585" y="79331"/>
                  </a:lnTo>
                  <a:lnTo>
                    <a:pt x="3812" y="79860"/>
                  </a:lnTo>
                  <a:lnTo>
                    <a:pt x="4071" y="80384"/>
                  </a:lnTo>
                  <a:lnTo>
                    <a:pt x="4363" y="80911"/>
                  </a:lnTo>
                  <a:lnTo>
                    <a:pt x="4687" y="81453"/>
                  </a:lnTo>
                  <a:lnTo>
                    <a:pt x="5045" y="82018"/>
                  </a:lnTo>
                  <a:lnTo>
                    <a:pt x="5437" y="82616"/>
                  </a:lnTo>
                  <a:lnTo>
                    <a:pt x="5864" y="83258"/>
                  </a:lnTo>
                  <a:lnTo>
                    <a:pt x="6752" y="84146"/>
                  </a:lnTo>
                  <a:lnTo>
                    <a:pt x="7645" y="85039"/>
                  </a:lnTo>
                  <a:lnTo>
                    <a:pt x="8550" y="85944"/>
                  </a:lnTo>
                  <a:lnTo>
                    <a:pt x="8216" y="86612"/>
                  </a:lnTo>
                  <a:lnTo>
                    <a:pt x="7207" y="88630"/>
                  </a:lnTo>
                  <a:lnTo>
                    <a:pt x="6244" y="87821"/>
                  </a:lnTo>
                  <a:lnTo>
                    <a:pt x="5366" y="87048"/>
                  </a:lnTo>
                  <a:lnTo>
                    <a:pt x="4569" y="86297"/>
                  </a:lnTo>
                  <a:lnTo>
                    <a:pt x="3848" y="85559"/>
                  </a:lnTo>
                  <a:lnTo>
                    <a:pt x="3199" y="84820"/>
                  </a:lnTo>
                  <a:lnTo>
                    <a:pt x="2620" y="84070"/>
                  </a:lnTo>
                  <a:lnTo>
                    <a:pt x="2106" y="83297"/>
                  </a:lnTo>
                  <a:lnTo>
                    <a:pt x="1653" y="82490"/>
                  </a:lnTo>
                  <a:lnTo>
                    <a:pt x="1257" y="81635"/>
                  </a:lnTo>
                  <a:lnTo>
                    <a:pt x="914" y="80723"/>
                  </a:lnTo>
                  <a:lnTo>
                    <a:pt x="621" y="79741"/>
                  </a:lnTo>
                  <a:lnTo>
                    <a:pt x="374" y="78678"/>
                  </a:lnTo>
                  <a:lnTo>
                    <a:pt x="168" y="77522"/>
                  </a:lnTo>
                  <a:lnTo>
                    <a:pt x="0" y="76261"/>
                  </a:lnTo>
                  <a:lnTo>
                    <a:pt x="0" y="75171"/>
                  </a:lnTo>
                  <a:lnTo>
                    <a:pt x="5" y="74082"/>
                  </a:lnTo>
                  <a:lnTo>
                    <a:pt x="14" y="72994"/>
                  </a:lnTo>
                  <a:lnTo>
                    <a:pt x="29" y="71907"/>
                  </a:lnTo>
                  <a:lnTo>
                    <a:pt x="48" y="70821"/>
                  </a:lnTo>
                  <a:lnTo>
                    <a:pt x="73" y="69734"/>
                  </a:lnTo>
                  <a:lnTo>
                    <a:pt x="103" y="68648"/>
                  </a:lnTo>
                  <a:lnTo>
                    <a:pt x="139" y="67562"/>
                  </a:lnTo>
                  <a:lnTo>
                    <a:pt x="180" y="66476"/>
                  </a:lnTo>
                  <a:lnTo>
                    <a:pt x="227" y="65389"/>
                  </a:lnTo>
                  <a:lnTo>
                    <a:pt x="280" y="64302"/>
                  </a:lnTo>
                  <a:lnTo>
                    <a:pt x="338" y="63213"/>
                  </a:lnTo>
                  <a:lnTo>
                    <a:pt x="394" y="62159"/>
                  </a:lnTo>
                  <a:lnTo>
                    <a:pt x="445" y="61105"/>
                  </a:lnTo>
                  <a:lnTo>
                    <a:pt x="491" y="60052"/>
                  </a:lnTo>
                  <a:lnTo>
                    <a:pt x="533" y="58998"/>
                  </a:lnTo>
                  <a:lnTo>
                    <a:pt x="572" y="57944"/>
                  </a:lnTo>
                  <a:lnTo>
                    <a:pt x="609" y="56889"/>
                  </a:lnTo>
                  <a:lnTo>
                    <a:pt x="644" y="55835"/>
                  </a:lnTo>
                  <a:lnTo>
                    <a:pt x="677" y="54780"/>
                  </a:lnTo>
                  <a:lnTo>
                    <a:pt x="778" y="52351"/>
                  </a:lnTo>
                  <a:lnTo>
                    <a:pt x="871" y="50221"/>
                  </a:lnTo>
                  <a:lnTo>
                    <a:pt x="960" y="48364"/>
                  </a:lnTo>
                  <a:lnTo>
                    <a:pt x="1048" y="46757"/>
                  </a:lnTo>
                  <a:lnTo>
                    <a:pt x="1142" y="45374"/>
                  </a:lnTo>
                  <a:lnTo>
                    <a:pt x="1246" y="44191"/>
                  </a:lnTo>
                  <a:lnTo>
                    <a:pt x="1364" y="43183"/>
                  </a:lnTo>
                  <a:lnTo>
                    <a:pt x="1500" y="42326"/>
                  </a:lnTo>
                  <a:lnTo>
                    <a:pt x="1660" y="41593"/>
                  </a:lnTo>
                  <a:lnTo>
                    <a:pt x="1848" y="40962"/>
                  </a:lnTo>
                  <a:lnTo>
                    <a:pt x="2069" y="40407"/>
                  </a:lnTo>
                  <a:lnTo>
                    <a:pt x="2327" y="39903"/>
                  </a:lnTo>
                  <a:lnTo>
                    <a:pt x="2627" y="39427"/>
                  </a:lnTo>
                  <a:lnTo>
                    <a:pt x="2973" y="38952"/>
                  </a:lnTo>
                  <a:lnTo>
                    <a:pt x="3370" y="38454"/>
                  </a:lnTo>
                  <a:lnTo>
                    <a:pt x="3823" y="37909"/>
                  </a:lnTo>
                  <a:lnTo>
                    <a:pt x="4331" y="37498"/>
                  </a:lnTo>
                  <a:lnTo>
                    <a:pt x="5864" y="36258"/>
                  </a:lnTo>
                  <a:lnTo>
                    <a:pt x="6320" y="35142"/>
                  </a:lnTo>
                  <a:lnTo>
                    <a:pt x="6772" y="34024"/>
                  </a:lnTo>
                  <a:lnTo>
                    <a:pt x="7221" y="32906"/>
                  </a:lnTo>
                  <a:lnTo>
                    <a:pt x="7667" y="31786"/>
                  </a:lnTo>
                  <a:lnTo>
                    <a:pt x="8110" y="30665"/>
                  </a:lnTo>
                  <a:lnTo>
                    <a:pt x="8550" y="29543"/>
                  </a:lnTo>
                  <a:lnTo>
                    <a:pt x="9408" y="28225"/>
                  </a:lnTo>
                  <a:lnTo>
                    <a:pt x="10042" y="27274"/>
                  </a:lnTo>
                  <a:lnTo>
                    <a:pt x="10564" y="26543"/>
                  </a:lnTo>
                  <a:lnTo>
                    <a:pt x="11087" y="25882"/>
                  </a:lnTo>
                  <a:lnTo>
                    <a:pt x="11721" y="25141"/>
                  </a:lnTo>
                  <a:lnTo>
                    <a:pt x="12579" y="24172"/>
                  </a:lnTo>
                  <a:lnTo>
                    <a:pt x="13912" y="24172"/>
                  </a:lnTo>
                  <a:lnTo>
                    <a:pt x="15265" y="24172"/>
                  </a:lnTo>
                  <a:lnTo>
                    <a:pt x="15403" y="23146"/>
                  </a:lnTo>
                  <a:lnTo>
                    <a:pt x="15542" y="22113"/>
                  </a:lnTo>
                  <a:lnTo>
                    <a:pt x="15684" y="21067"/>
                  </a:lnTo>
                  <a:lnTo>
                    <a:pt x="16020" y="19810"/>
                  </a:lnTo>
                  <a:lnTo>
                    <a:pt x="16350" y="18744"/>
                  </a:lnTo>
                  <a:lnTo>
                    <a:pt x="16699" y="17831"/>
                  </a:lnTo>
                  <a:lnTo>
                    <a:pt x="17092" y="17031"/>
                  </a:lnTo>
                  <a:lnTo>
                    <a:pt x="17556" y="16309"/>
                  </a:lnTo>
                  <a:lnTo>
                    <a:pt x="18116" y="15626"/>
                  </a:lnTo>
                  <a:lnTo>
                    <a:pt x="18799" y="14943"/>
                  </a:lnTo>
                  <a:lnTo>
                    <a:pt x="19630" y="14223"/>
                  </a:lnTo>
                  <a:lnTo>
                    <a:pt x="20636" y="13429"/>
                  </a:lnTo>
                  <a:lnTo>
                    <a:pt x="21606" y="12867"/>
                  </a:lnTo>
                  <a:lnTo>
                    <a:pt x="22577" y="12310"/>
                  </a:lnTo>
                  <a:lnTo>
                    <a:pt x="23551" y="11756"/>
                  </a:lnTo>
                  <a:lnTo>
                    <a:pt x="24527" y="11206"/>
                  </a:lnTo>
                  <a:lnTo>
                    <a:pt x="25504" y="10660"/>
                  </a:lnTo>
                  <a:lnTo>
                    <a:pt x="27186" y="9688"/>
                  </a:lnTo>
                  <a:lnTo>
                    <a:pt x="28416" y="8943"/>
                  </a:lnTo>
                  <a:lnTo>
                    <a:pt x="29296" y="8331"/>
                  </a:lnTo>
                  <a:lnTo>
                    <a:pt x="29930" y="7761"/>
                  </a:lnTo>
                  <a:lnTo>
                    <a:pt x="30420" y="7139"/>
                  </a:lnTo>
                  <a:lnTo>
                    <a:pt x="30869" y="6373"/>
                  </a:lnTo>
                  <a:lnTo>
                    <a:pt x="31379" y="5371"/>
                  </a:lnTo>
                  <a:lnTo>
                    <a:pt x="32669" y="4905"/>
                  </a:lnTo>
                  <a:lnTo>
                    <a:pt x="33642" y="4563"/>
                  </a:lnTo>
                  <a:lnTo>
                    <a:pt x="34485" y="4287"/>
                  </a:lnTo>
                  <a:lnTo>
                    <a:pt x="35383" y="4019"/>
                  </a:lnTo>
                  <a:lnTo>
                    <a:pt x="36524" y="3701"/>
                  </a:lnTo>
                  <a:lnTo>
                    <a:pt x="38094" y="3274"/>
                  </a:lnTo>
                  <a:lnTo>
                    <a:pt x="40272" y="2674"/>
                  </a:lnTo>
                  <a:lnTo>
                    <a:pt x="41927" y="2206"/>
                  </a:lnTo>
                  <a:lnTo>
                    <a:pt x="43153" y="1830"/>
                  </a:lnTo>
                  <a:lnTo>
                    <a:pt x="44044" y="1509"/>
                  </a:lnTo>
                  <a:lnTo>
                    <a:pt x="44695" y="1203"/>
                  </a:lnTo>
                  <a:lnTo>
                    <a:pt x="45200" y="876"/>
                  </a:lnTo>
                  <a:lnTo>
                    <a:pt x="45654" y="487"/>
                  </a:lnTo>
                  <a:lnTo>
                    <a:pt x="46151" y="0"/>
                  </a:lnTo>
                  <a:close/>
                </a:path>
              </a:pathLst>
            </a:custGeom>
            <a:solidFill>
              <a:srgbClr val="DAD1C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2" name="region 130 #440A16"/>
            <p:cNvSpPr/>
            <p:nvPr/>
          </p:nvSpPr>
          <p:spPr>
            <a:xfrm>
              <a:off x="1474485" y="266947"/>
              <a:ext cx="29543" cy="47287"/>
            </a:xfrm>
            <a:custGeom>
              <a:avLst/>
              <a:gdLst/>
              <a:ahLst/>
              <a:cxnLst/>
              <a:rect l="l" t="t" r="r" b="b"/>
              <a:pathLst>
                <a:path w="29543" h="47287">
                  <a:moveTo>
                    <a:pt x="29543" y="1629"/>
                  </a:moveTo>
                  <a:lnTo>
                    <a:pt x="28505" y="2304"/>
                  </a:lnTo>
                  <a:lnTo>
                    <a:pt x="27465" y="2977"/>
                  </a:lnTo>
                  <a:lnTo>
                    <a:pt x="26424" y="3648"/>
                  </a:lnTo>
                  <a:lnTo>
                    <a:pt x="25382" y="4318"/>
                  </a:lnTo>
                  <a:lnTo>
                    <a:pt x="24340" y="4986"/>
                  </a:lnTo>
                  <a:lnTo>
                    <a:pt x="23373" y="5610"/>
                  </a:lnTo>
                  <a:lnTo>
                    <a:pt x="22399" y="6238"/>
                  </a:lnTo>
                  <a:lnTo>
                    <a:pt x="21412" y="6874"/>
                  </a:lnTo>
                  <a:lnTo>
                    <a:pt x="20116" y="7591"/>
                  </a:lnTo>
                  <a:lnTo>
                    <a:pt x="19193" y="8026"/>
                  </a:lnTo>
                  <a:lnTo>
                    <a:pt x="18387" y="8249"/>
                  </a:lnTo>
                  <a:lnTo>
                    <a:pt x="17446" y="8332"/>
                  </a:lnTo>
                  <a:lnTo>
                    <a:pt x="16115" y="8344"/>
                  </a:lnTo>
                  <a:lnTo>
                    <a:pt x="16115" y="9676"/>
                  </a:lnTo>
                  <a:lnTo>
                    <a:pt x="16115" y="11029"/>
                  </a:lnTo>
                  <a:lnTo>
                    <a:pt x="15117" y="11362"/>
                  </a:lnTo>
                  <a:lnTo>
                    <a:pt x="14115" y="11696"/>
                  </a:lnTo>
                  <a:lnTo>
                    <a:pt x="13106" y="12032"/>
                  </a:lnTo>
                  <a:lnTo>
                    <a:pt x="12086" y="12372"/>
                  </a:lnTo>
                  <a:lnTo>
                    <a:pt x="12218" y="13583"/>
                  </a:lnTo>
                  <a:lnTo>
                    <a:pt x="12354" y="14468"/>
                  </a:lnTo>
                  <a:lnTo>
                    <a:pt x="12558" y="15284"/>
                  </a:lnTo>
                  <a:lnTo>
                    <a:pt x="12895" y="16290"/>
                  </a:lnTo>
                  <a:lnTo>
                    <a:pt x="13429" y="17744"/>
                  </a:lnTo>
                  <a:lnTo>
                    <a:pt x="14379" y="18334"/>
                  </a:lnTo>
                  <a:lnTo>
                    <a:pt x="15332" y="18920"/>
                  </a:lnTo>
                  <a:lnTo>
                    <a:pt x="16288" y="19500"/>
                  </a:lnTo>
                  <a:lnTo>
                    <a:pt x="17247" y="20076"/>
                  </a:lnTo>
                  <a:lnTo>
                    <a:pt x="18210" y="20647"/>
                  </a:lnTo>
                  <a:lnTo>
                    <a:pt x="19175" y="21212"/>
                  </a:lnTo>
                  <a:lnTo>
                    <a:pt x="20143" y="21772"/>
                  </a:lnTo>
                  <a:lnTo>
                    <a:pt x="20476" y="22770"/>
                  </a:lnTo>
                  <a:lnTo>
                    <a:pt x="20810" y="23772"/>
                  </a:lnTo>
                  <a:lnTo>
                    <a:pt x="21146" y="24781"/>
                  </a:lnTo>
                  <a:lnTo>
                    <a:pt x="21486" y="25801"/>
                  </a:lnTo>
                  <a:lnTo>
                    <a:pt x="21995" y="26272"/>
                  </a:lnTo>
                  <a:lnTo>
                    <a:pt x="23531" y="27694"/>
                  </a:lnTo>
                  <a:lnTo>
                    <a:pt x="24372" y="28677"/>
                  </a:lnTo>
                  <a:lnTo>
                    <a:pt x="25011" y="29596"/>
                  </a:lnTo>
                  <a:lnTo>
                    <a:pt x="25479" y="30487"/>
                  </a:lnTo>
                  <a:lnTo>
                    <a:pt x="25807" y="31387"/>
                  </a:lnTo>
                  <a:lnTo>
                    <a:pt x="26027" y="32332"/>
                  </a:lnTo>
                  <a:lnTo>
                    <a:pt x="26171" y="33356"/>
                  </a:lnTo>
                  <a:lnTo>
                    <a:pt x="26269" y="34497"/>
                  </a:lnTo>
                  <a:lnTo>
                    <a:pt x="26354" y="35789"/>
                  </a:lnTo>
                  <a:lnTo>
                    <a:pt x="26440" y="36894"/>
                  </a:lnTo>
                  <a:lnTo>
                    <a:pt x="26539" y="37965"/>
                  </a:lnTo>
                  <a:lnTo>
                    <a:pt x="26652" y="39010"/>
                  </a:lnTo>
                  <a:lnTo>
                    <a:pt x="26781" y="40035"/>
                  </a:lnTo>
                  <a:lnTo>
                    <a:pt x="26925" y="41048"/>
                  </a:lnTo>
                  <a:lnTo>
                    <a:pt x="27088" y="42057"/>
                  </a:lnTo>
                  <a:lnTo>
                    <a:pt x="27269" y="43069"/>
                  </a:lnTo>
                  <a:lnTo>
                    <a:pt x="27469" y="44090"/>
                  </a:lnTo>
                  <a:lnTo>
                    <a:pt x="27691" y="45129"/>
                  </a:lnTo>
                  <a:lnTo>
                    <a:pt x="27934" y="46192"/>
                  </a:lnTo>
                  <a:lnTo>
                    <a:pt x="28201" y="47287"/>
                  </a:lnTo>
                  <a:lnTo>
                    <a:pt x="27203" y="46955"/>
                  </a:lnTo>
                  <a:lnTo>
                    <a:pt x="26206" y="46622"/>
                  </a:lnTo>
                  <a:lnTo>
                    <a:pt x="25207" y="46289"/>
                  </a:lnTo>
                  <a:lnTo>
                    <a:pt x="24208" y="45956"/>
                  </a:lnTo>
                  <a:lnTo>
                    <a:pt x="23206" y="45622"/>
                  </a:lnTo>
                  <a:lnTo>
                    <a:pt x="22203" y="45288"/>
                  </a:lnTo>
                  <a:lnTo>
                    <a:pt x="21197" y="44953"/>
                  </a:lnTo>
                  <a:lnTo>
                    <a:pt x="20188" y="44616"/>
                  </a:lnTo>
                  <a:lnTo>
                    <a:pt x="19176" y="44279"/>
                  </a:lnTo>
                  <a:lnTo>
                    <a:pt x="18160" y="43940"/>
                  </a:lnTo>
                  <a:lnTo>
                    <a:pt x="17139" y="43600"/>
                  </a:lnTo>
                  <a:lnTo>
                    <a:pt x="16115" y="43258"/>
                  </a:lnTo>
                  <a:lnTo>
                    <a:pt x="17112" y="42593"/>
                  </a:lnTo>
                  <a:lnTo>
                    <a:pt x="18114" y="41926"/>
                  </a:lnTo>
                  <a:lnTo>
                    <a:pt x="19123" y="41253"/>
                  </a:lnTo>
                  <a:lnTo>
                    <a:pt x="20143" y="40573"/>
                  </a:lnTo>
                  <a:lnTo>
                    <a:pt x="19222" y="39998"/>
                  </a:lnTo>
                  <a:lnTo>
                    <a:pt x="18309" y="39439"/>
                  </a:lnTo>
                  <a:lnTo>
                    <a:pt x="17400" y="38896"/>
                  </a:lnTo>
                  <a:lnTo>
                    <a:pt x="16491" y="38369"/>
                  </a:lnTo>
                  <a:lnTo>
                    <a:pt x="15579" y="37860"/>
                  </a:lnTo>
                  <a:lnTo>
                    <a:pt x="14660" y="37369"/>
                  </a:lnTo>
                  <a:lnTo>
                    <a:pt x="13729" y="36896"/>
                  </a:lnTo>
                  <a:lnTo>
                    <a:pt x="12784" y="36442"/>
                  </a:lnTo>
                  <a:lnTo>
                    <a:pt x="11819" y="36008"/>
                  </a:lnTo>
                  <a:lnTo>
                    <a:pt x="10832" y="35594"/>
                  </a:lnTo>
                  <a:lnTo>
                    <a:pt x="9819" y="35201"/>
                  </a:lnTo>
                  <a:lnTo>
                    <a:pt x="8662" y="34692"/>
                  </a:lnTo>
                  <a:lnTo>
                    <a:pt x="7783" y="34254"/>
                  </a:lnTo>
                  <a:lnTo>
                    <a:pt x="7082" y="33792"/>
                  </a:lnTo>
                  <a:lnTo>
                    <a:pt x="6458" y="33212"/>
                  </a:lnTo>
                  <a:lnTo>
                    <a:pt x="5808" y="32421"/>
                  </a:lnTo>
                  <a:lnTo>
                    <a:pt x="5032" y="31325"/>
                  </a:lnTo>
                  <a:lnTo>
                    <a:pt x="4029" y="29830"/>
                  </a:lnTo>
                  <a:lnTo>
                    <a:pt x="3031" y="29164"/>
                  </a:lnTo>
                  <a:lnTo>
                    <a:pt x="2029" y="28497"/>
                  </a:lnTo>
                  <a:lnTo>
                    <a:pt x="1020" y="27824"/>
                  </a:lnTo>
                  <a:lnTo>
                    <a:pt x="0" y="27144"/>
                  </a:lnTo>
                  <a:lnTo>
                    <a:pt x="1174" y="27311"/>
                  </a:lnTo>
                  <a:lnTo>
                    <a:pt x="2304" y="27520"/>
                  </a:lnTo>
                  <a:lnTo>
                    <a:pt x="3395" y="27769"/>
                  </a:lnTo>
                  <a:lnTo>
                    <a:pt x="4451" y="28057"/>
                  </a:lnTo>
                  <a:lnTo>
                    <a:pt x="5477" y="28382"/>
                  </a:lnTo>
                  <a:lnTo>
                    <a:pt x="6478" y="28741"/>
                  </a:lnTo>
                  <a:lnTo>
                    <a:pt x="7458" y="29134"/>
                  </a:lnTo>
                  <a:lnTo>
                    <a:pt x="8422" y="29558"/>
                  </a:lnTo>
                  <a:lnTo>
                    <a:pt x="9375" y="30011"/>
                  </a:lnTo>
                  <a:lnTo>
                    <a:pt x="10321" y="30493"/>
                  </a:lnTo>
                  <a:lnTo>
                    <a:pt x="11265" y="30999"/>
                  </a:lnTo>
                  <a:lnTo>
                    <a:pt x="12212" y="31531"/>
                  </a:lnTo>
                  <a:lnTo>
                    <a:pt x="13165" y="32084"/>
                  </a:lnTo>
                  <a:lnTo>
                    <a:pt x="14130" y="32657"/>
                  </a:lnTo>
                  <a:lnTo>
                    <a:pt x="15112" y="33249"/>
                  </a:lnTo>
                  <a:lnTo>
                    <a:pt x="16115" y="33858"/>
                  </a:lnTo>
                  <a:lnTo>
                    <a:pt x="16381" y="32794"/>
                  </a:lnTo>
                  <a:lnTo>
                    <a:pt x="16647" y="31728"/>
                  </a:lnTo>
                  <a:lnTo>
                    <a:pt x="16915" y="30656"/>
                  </a:lnTo>
                  <a:lnTo>
                    <a:pt x="17185" y="29577"/>
                  </a:lnTo>
                  <a:lnTo>
                    <a:pt x="17457" y="28487"/>
                  </a:lnTo>
                  <a:lnTo>
                    <a:pt x="16127" y="28487"/>
                  </a:lnTo>
                  <a:lnTo>
                    <a:pt x="14787" y="28487"/>
                  </a:lnTo>
                  <a:lnTo>
                    <a:pt x="13429" y="28487"/>
                  </a:lnTo>
                  <a:lnTo>
                    <a:pt x="13429" y="27379"/>
                  </a:lnTo>
                  <a:lnTo>
                    <a:pt x="13429" y="26269"/>
                  </a:lnTo>
                  <a:lnTo>
                    <a:pt x="13429" y="25155"/>
                  </a:lnTo>
                  <a:lnTo>
                    <a:pt x="13429" y="24035"/>
                  </a:lnTo>
                  <a:lnTo>
                    <a:pt x="13429" y="22909"/>
                  </a:lnTo>
                  <a:lnTo>
                    <a:pt x="13429" y="21772"/>
                  </a:lnTo>
                  <a:lnTo>
                    <a:pt x="12365" y="21240"/>
                  </a:lnTo>
                  <a:lnTo>
                    <a:pt x="11298" y="20707"/>
                  </a:lnTo>
                  <a:lnTo>
                    <a:pt x="10227" y="20171"/>
                  </a:lnTo>
                  <a:lnTo>
                    <a:pt x="9147" y="19631"/>
                  </a:lnTo>
                  <a:lnTo>
                    <a:pt x="8057" y="19087"/>
                  </a:lnTo>
                  <a:lnTo>
                    <a:pt x="8057" y="17754"/>
                  </a:lnTo>
                  <a:lnTo>
                    <a:pt x="8057" y="16401"/>
                  </a:lnTo>
                  <a:lnTo>
                    <a:pt x="6724" y="16401"/>
                  </a:lnTo>
                  <a:lnTo>
                    <a:pt x="5372" y="16401"/>
                  </a:lnTo>
                  <a:lnTo>
                    <a:pt x="5547" y="15080"/>
                  </a:lnTo>
                  <a:lnTo>
                    <a:pt x="5782" y="13932"/>
                  </a:lnTo>
                  <a:lnTo>
                    <a:pt x="6091" y="12916"/>
                  </a:lnTo>
                  <a:lnTo>
                    <a:pt x="6490" y="11989"/>
                  </a:lnTo>
                  <a:lnTo>
                    <a:pt x="6996" y="11110"/>
                  </a:lnTo>
                  <a:lnTo>
                    <a:pt x="7626" y="10238"/>
                  </a:lnTo>
                  <a:lnTo>
                    <a:pt x="8394" y="9329"/>
                  </a:lnTo>
                  <a:lnTo>
                    <a:pt x="9317" y="8344"/>
                  </a:lnTo>
                  <a:lnTo>
                    <a:pt x="11305" y="7046"/>
                  </a:lnTo>
                  <a:lnTo>
                    <a:pt x="13107" y="5874"/>
                  </a:lnTo>
                  <a:lnTo>
                    <a:pt x="14737" y="4823"/>
                  </a:lnTo>
                  <a:lnTo>
                    <a:pt x="16207" y="3888"/>
                  </a:lnTo>
                  <a:lnTo>
                    <a:pt x="17532" y="3066"/>
                  </a:lnTo>
                  <a:lnTo>
                    <a:pt x="18723" y="2352"/>
                  </a:lnTo>
                  <a:lnTo>
                    <a:pt x="19795" y="1741"/>
                  </a:lnTo>
                  <a:lnTo>
                    <a:pt x="20760" y="1230"/>
                  </a:lnTo>
                  <a:lnTo>
                    <a:pt x="21631" y="813"/>
                  </a:lnTo>
                  <a:lnTo>
                    <a:pt x="22421" y="487"/>
                  </a:lnTo>
                  <a:lnTo>
                    <a:pt x="23144" y="247"/>
                  </a:lnTo>
                  <a:lnTo>
                    <a:pt x="23812" y="89"/>
                  </a:lnTo>
                  <a:lnTo>
                    <a:pt x="24440" y="8"/>
                  </a:lnTo>
                  <a:lnTo>
                    <a:pt x="25039" y="0"/>
                  </a:lnTo>
                  <a:lnTo>
                    <a:pt x="25623" y="62"/>
                  </a:lnTo>
                  <a:lnTo>
                    <a:pt x="26205" y="187"/>
                  </a:lnTo>
                  <a:lnTo>
                    <a:pt x="26798" y="373"/>
                  </a:lnTo>
                  <a:lnTo>
                    <a:pt x="27415" y="614"/>
                  </a:lnTo>
                  <a:lnTo>
                    <a:pt x="28070" y="907"/>
                  </a:lnTo>
                  <a:lnTo>
                    <a:pt x="28775" y="1247"/>
                  </a:lnTo>
                  <a:lnTo>
                    <a:pt x="29543" y="1629"/>
                  </a:lnTo>
                  <a:close/>
                </a:path>
              </a:pathLst>
            </a:custGeom>
            <a:solidFill>
              <a:srgbClr val="440A1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3" name="region 131 #1F0505"/>
            <p:cNvSpPr/>
            <p:nvPr/>
          </p:nvSpPr>
          <p:spPr>
            <a:xfrm>
              <a:off x="1442433" y="158460"/>
              <a:ext cx="10566" cy="59087"/>
            </a:xfrm>
            <a:custGeom>
              <a:avLst/>
              <a:gdLst/>
              <a:ahLst/>
              <a:cxnLst/>
              <a:rect l="l" t="t" r="r" b="b"/>
              <a:pathLst>
                <a:path w="10566" h="59087">
                  <a:moveTo>
                    <a:pt x="3851" y="0"/>
                  </a:moveTo>
                  <a:lnTo>
                    <a:pt x="4531" y="1059"/>
                  </a:lnTo>
                  <a:lnTo>
                    <a:pt x="5134" y="2085"/>
                  </a:lnTo>
                  <a:lnTo>
                    <a:pt x="5666" y="3085"/>
                  </a:lnTo>
                  <a:lnTo>
                    <a:pt x="6132" y="4064"/>
                  </a:lnTo>
                  <a:lnTo>
                    <a:pt x="6536" y="5030"/>
                  </a:lnTo>
                  <a:lnTo>
                    <a:pt x="6883" y="5989"/>
                  </a:lnTo>
                  <a:lnTo>
                    <a:pt x="7177" y="6947"/>
                  </a:lnTo>
                  <a:lnTo>
                    <a:pt x="7425" y="7910"/>
                  </a:lnTo>
                  <a:lnTo>
                    <a:pt x="7629" y="8886"/>
                  </a:lnTo>
                  <a:lnTo>
                    <a:pt x="7795" y="9879"/>
                  </a:lnTo>
                  <a:lnTo>
                    <a:pt x="7928" y="10898"/>
                  </a:lnTo>
                  <a:lnTo>
                    <a:pt x="8033" y="11948"/>
                  </a:lnTo>
                  <a:lnTo>
                    <a:pt x="8113" y="13036"/>
                  </a:lnTo>
                  <a:lnTo>
                    <a:pt x="8174" y="14168"/>
                  </a:lnTo>
                  <a:lnTo>
                    <a:pt x="8221" y="15351"/>
                  </a:lnTo>
                  <a:lnTo>
                    <a:pt x="8257" y="16591"/>
                  </a:lnTo>
                  <a:lnTo>
                    <a:pt x="8274" y="17149"/>
                  </a:lnTo>
                  <a:lnTo>
                    <a:pt x="8296" y="17870"/>
                  </a:lnTo>
                  <a:lnTo>
                    <a:pt x="8336" y="19237"/>
                  </a:lnTo>
                  <a:lnTo>
                    <a:pt x="8411" y="21730"/>
                  </a:lnTo>
                  <a:lnTo>
                    <a:pt x="8439" y="22806"/>
                  </a:lnTo>
                  <a:lnTo>
                    <a:pt x="8467" y="23882"/>
                  </a:lnTo>
                  <a:lnTo>
                    <a:pt x="8495" y="24957"/>
                  </a:lnTo>
                  <a:lnTo>
                    <a:pt x="8523" y="26034"/>
                  </a:lnTo>
                  <a:lnTo>
                    <a:pt x="8552" y="27110"/>
                  </a:lnTo>
                  <a:lnTo>
                    <a:pt x="8608" y="29221"/>
                  </a:lnTo>
                  <a:lnTo>
                    <a:pt x="8661" y="31189"/>
                  </a:lnTo>
                  <a:lnTo>
                    <a:pt x="8711" y="33022"/>
                  </a:lnTo>
                  <a:lnTo>
                    <a:pt x="8758" y="34726"/>
                  </a:lnTo>
                  <a:lnTo>
                    <a:pt x="8803" y="36310"/>
                  </a:lnTo>
                  <a:lnTo>
                    <a:pt x="8847" y="37780"/>
                  </a:lnTo>
                  <a:lnTo>
                    <a:pt x="8890" y="39146"/>
                  </a:lnTo>
                  <a:lnTo>
                    <a:pt x="8932" y="40413"/>
                  </a:lnTo>
                  <a:lnTo>
                    <a:pt x="8974" y="41590"/>
                  </a:lnTo>
                  <a:lnTo>
                    <a:pt x="9016" y="42684"/>
                  </a:lnTo>
                  <a:lnTo>
                    <a:pt x="9060" y="43702"/>
                  </a:lnTo>
                  <a:lnTo>
                    <a:pt x="9105" y="44653"/>
                  </a:lnTo>
                  <a:lnTo>
                    <a:pt x="9151" y="45543"/>
                  </a:lnTo>
                  <a:lnTo>
                    <a:pt x="9201" y="46381"/>
                  </a:lnTo>
                  <a:lnTo>
                    <a:pt x="9253" y="47174"/>
                  </a:lnTo>
                  <a:lnTo>
                    <a:pt x="9308" y="47929"/>
                  </a:lnTo>
                  <a:lnTo>
                    <a:pt x="9368" y="48653"/>
                  </a:lnTo>
                  <a:lnTo>
                    <a:pt x="9432" y="49356"/>
                  </a:lnTo>
                  <a:lnTo>
                    <a:pt x="9500" y="50043"/>
                  </a:lnTo>
                  <a:lnTo>
                    <a:pt x="9574" y="50722"/>
                  </a:lnTo>
                  <a:lnTo>
                    <a:pt x="9654" y="51402"/>
                  </a:lnTo>
                  <a:lnTo>
                    <a:pt x="9741" y="52089"/>
                  </a:lnTo>
                  <a:lnTo>
                    <a:pt x="9834" y="52791"/>
                  </a:lnTo>
                  <a:lnTo>
                    <a:pt x="9935" y="53516"/>
                  </a:lnTo>
                  <a:lnTo>
                    <a:pt x="10043" y="54271"/>
                  </a:lnTo>
                  <a:lnTo>
                    <a:pt x="10160" y="55064"/>
                  </a:lnTo>
                  <a:lnTo>
                    <a:pt x="10286" y="55902"/>
                  </a:lnTo>
                  <a:lnTo>
                    <a:pt x="10421" y="56793"/>
                  </a:lnTo>
                  <a:lnTo>
                    <a:pt x="10566" y="57744"/>
                  </a:lnTo>
                  <a:lnTo>
                    <a:pt x="10097" y="57861"/>
                  </a:lnTo>
                  <a:lnTo>
                    <a:pt x="9584" y="57989"/>
                  </a:lnTo>
                  <a:lnTo>
                    <a:pt x="8767" y="58193"/>
                  </a:lnTo>
                  <a:lnTo>
                    <a:pt x="7390" y="58538"/>
                  </a:lnTo>
                  <a:lnTo>
                    <a:pt x="5194" y="59087"/>
                  </a:lnTo>
                  <a:lnTo>
                    <a:pt x="4850" y="58056"/>
                  </a:lnTo>
                  <a:lnTo>
                    <a:pt x="4527" y="57025"/>
                  </a:lnTo>
                  <a:lnTo>
                    <a:pt x="4224" y="55993"/>
                  </a:lnTo>
                  <a:lnTo>
                    <a:pt x="3939" y="54961"/>
                  </a:lnTo>
                  <a:lnTo>
                    <a:pt x="3673" y="53928"/>
                  </a:lnTo>
                  <a:lnTo>
                    <a:pt x="3424" y="52893"/>
                  </a:lnTo>
                  <a:lnTo>
                    <a:pt x="3191" y="51858"/>
                  </a:lnTo>
                  <a:lnTo>
                    <a:pt x="2974" y="50821"/>
                  </a:lnTo>
                  <a:lnTo>
                    <a:pt x="2772" y="49783"/>
                  </a:lnTo>
                  <a:lnTo>
                    <a:pt x="2583" y="48744"/>
                  </a:lnTo>
                  <a:lnTo>
                    <a:pt x="2408" y="47703"/>
                  </a:lnTo>
                  <a:lnTo>
                    <a:pt x="2244" y="46660"/>
                  </a:lnTo>
                  <a:lnTo>
                    <a:pt x="2092" y="45615"/>
                  </a:lnTo>
                  <a:lnTo>
                    <a:pt x="1950" y="44568"/>
                  </a:lnTo>
                  <a:lnTo>
                    <a:pt x="1818" y="43519"/>
                  </a:lnTo>
                  <a:lnTo>
                    <a:pt x="1694" y="42468"/>
                  </a:lnTo>
                  <a:lnTo>
                    <a:pt x="1578" y="41415"/>
                  </a:lnTo>
                  <a:lnTo>
                    <a:pt x="1469" y="40359"/>
                  </a:lnTo>
                  <a:lnTo>
                    <a:pt x="1367" y="39301"/>
                  </a:lnTo>
                  <a:lnTo>
                    <a:pt x="1269" y="38240"/>
                  </a:lnTo>
                  <a:lnTo>
                    <a:pt x="1176" y="37176"/>
                  </a:lnTo>
                  <a:lnTo>
                    <a:pt x="1086" y="36109"/>
                  </a:lnTo>
                  <a:lnTo>
                    <a:pt x="1000" y="35039"/>
                  </a:lnTo>
                  <a:lnTo>
                    <a:pt x="915" y="33966"/>
                  </a:lnTo>
                  <a:lnTo>
                    <a:pt x="831" y="32890"/>
                  </a:lnTo>
                  <a:lnTo>
                    <a:pt x="747" y="31810"/>
                  </a:lnTo>
                  <a:lnTo>
                    <a:pt x="634" y="30628"/>
                  </a:lnTo>
                  <a:lnTo>
                    <a:pt x="521" y="29442"/>
                  </a:lnTo>
                  <a:lnTo>
                    <a:pt x="407" y="28247"/>
                  </a:lnTo>
                  <a:lnTo>
                    <a:pt x="293" y="27039"/>
                  </a:lnTo>
                  <a:lnTo>
                    <a:pt x="209" y="25904"/>
                  </a:lnTo>
                  <a:lnTo>
                    <a:pt x="139" y="24787"/>
                  </a:lnTo>
                  <a:lnTo>
                    <a:pt x="82" y="23685"/>
                  </a:lnTo>
                  <a:lnTo>
                    <a:pt x="40" y="22598"/>
                  </a:lnTo>
                  <a:lnTo>
                    <a:pt x="12" y="21525"/>
                  </a:lnTo>
                  <a:lnTo>
                    <a:pt x="0" y="20463"/>
                  </a:lnTo>
                  <a:lnTo>
                    <a:pt x="4" y="19413"/>
                  </a:lnTo>
                  <a:lnTo>
                    <a:pt x="25" y="18373"/>
                  </a:lnTo>
                  <a:lnTo>
                    <a:pt x="62" y="17341"/>
                  </a:lnTo>
                  <a:lnTo>
                    <a:pt x="117" y="16317"/>
                  </a:lnTo>
                  <a:lnTo>
                    <a:pt x="191" y="15299"/>
                  </a:lnTo>
                  <a:lnTo>
                    <a:pt x="283" y="14286"/>
                  </a:lnTo>
                  <a:lnTo>
                    <a:pt x="394" y="13278"/>
                  </a:lnTo>
                  <a:lnTo>
                    <a:pt x="525" y="12272"/>
                  </a:lnTo>
                  <a:lnTo>
                    <a:pt x="677" y="11268"/>
                  </a:lnTo>
                  <a:lnTo>
                    <a:pt x="850" y="10265"/>
                  </a:lnTo>
                  <a:lnTo>
                    <a:pt x="1044" y="9261"/>
                  </a:lnTo>
                  <a:lnTo>
                    <a:pt x="1260" y="8255"/>
                  </a:lnTo>
                  <a:lnTo>
                    <a:pt x="1499" y="7246"/>
                  </a:lnTo>
                  <a:lnTo>
                    <a:pt x="1761" y="6233"/>
                  </a:lnTo>
                  <a:lnTo>
                    <a:pt x="2047" y="5214"/>
                  </a:lnTo>
                  <a:lnTo>
                    <a:pt x="2357" y="4189"/>
                  </a:lnTo>
                  <a:lnTo>
                    <a:pt x="2692" y="3156"/>
                  </a:lnTo>
                  <a:lnTo>
                    <a:pt x="3052" y="2114"/>
                  </a:lnTo>
                  <a:lnTo>
                    <a:pt x="3439" y="1063"/>
                  </a:lnTo>
                  <a:lnTo>
                    <a:pt x="3851" y="0"/>
                  </a:lnTo>
                  <a:close/>
                </a:path>
              </a:pathLst>
            </a:custGeom>
            <a:solidFill>
              <a:srgbClr val="1F050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4" name="region 132 #0E0603"/>
            <p:cNvSpPr/>
            <p:nvPr/>
          </p:nvSpPr>
          <p:spPr>
            <a:xfrm>
              <a:off x="1807389" y="604192"/>
              <a:ext cx="22960" cy="44420"/>
            </a:xfrm>
            <a:custGeom>
              <a:avLst/>
              <a:gdLst/>
              <a:ahLst/>
              <a:cxnLst/>
              <a:rect l="l" t="t" r="r" b="b"/>
              <a:pathLst>
                <a:path w="22960" h="44420">
                  <a:moveTo>
                    <a:pt x="2817" y="105"/>
                  </a:moveTo>
                  <a:lnTo>
                    <a:pt x="3959" y="63"/>
                  </a:lnTo>
                  <a:lnTo>
                    <a:pt x="5081" y="30"/>
                  </a:lnTo>
                  <a:lnTo>
                    <a:pt x="6184" y="8"/>
                  </a:lnTo>
                  <a:lnTo>
                    <a:pt x="7271" y="0"/>
                  </a:lnTo>
                  <a:lnTo>
                    <a:pt x="8344" y="7"/>
                  </a:lnTo>
                  <a:lnTo>
                    <a:pt x="9404" y="31"/>
                  </a:lnTo>
                  <a:lnTo>
                    <a:pt x="10453" y="74"/>
                  </a:lnTo>
                  <a:lnTo>
                    <a:pt x="11494" y="138"/>
                  </a:lnTo>
                  <a:lnTo>
                    <a:pt x="12529" y="226"/>
                  </a:lnTo>
                  <a:lnTo>
                    <a:pt x="13559" y="338"/>
                  </a:lnTo>
                  <a:lnTo>
                    <a:pt x="14587" y="477"/>
                  </a:lnTo>
                  <a:lnTo>
                    <a:pt x="15614" y="645"/>
                  </a:lnTo>
                  <a:lnTo>
                    <a:pt x="16643" y="843"/>
                  </a:lnTo>
                  <a:lnTo>
                    <a:pt x="17675" y="1075"/>
                  </a:lnTo>
                  <a:lnTo>
                    <a:pt x="18713" y="1341"/>
                  </a:lnTo>
                  <a:lnTo>
                    <a:pt x="19758" y="1643"/>
                  </a:lnTo>
                  <a:lnTo>
                    <a:pt x="20813" y="1985"/>
                  </a:lnTo>
                  <a:lnTo>
                    <a:pt x="21880" y="2366"/>
                  </a:lnTo>
                  <a:lnTo>
                    <a:pt x="22960" y="2791"/>
                  </a:lnTo>
                  <a:lnTo>
                    <a:pt x="22960" y="3457"/>
                  </a:lnTo>
                  <a:lnTo>
                    <a:pt x="22960" y="4133"/>
                  </a:lnTo>
                  <a:lnTo>
                    <a:pt x="22439" y="4226"/>
                  </a:lnTo>
                  <a:lnTo>
                    <a:pt x="21941" y="4314"/>
                  </a:lnTo>
                  <a:lnTo>
                    <a:pt x="21324" y="4424"/>
                  </a:lnTo>
                  <a:lnTo>
                    <a:pt x="20447" y="4579"/>
                  </a:lnTo>
                  <a:lnTo>
                    <a:pt x="19167" y="4806"/>
                  </a:lnTo>
                  <a:lnTo>
                    <a:pt x="17342" y="5130"/>
                  </a:lnTo>
                  <a:lnTo>
                    <a:pt x="14829" y="5576"/>
                  </a:lnTo>
                  <a:lnTo>
                    <a:pt x="13542" y="6206"/>
                  </a:lnTo>
                  <a:lnTo>
                    <a:pt x="12687" y="6741"/>
                  </a:lnTo>
                  <a:lnTo>
                    <a:pt x="12066" y="7382"/>
                  </a:lnTo>
                  <a:lnTo>
                    <a:pt x="11484" y="8331"/>
                  </a:lnTo>
                  <a:lnTo>
                    <a:pt x="10745" y="9791"/>
                  </a:lnTo>
                  <a:lnTo>
                    <a:pt x="10393" y="10938"/>
                  </a:lnTo>
                  <a:lnTo>
                    <a:pt x="10090" y="12053"/>
                  </a:lnTo>
                  <a:lnTo>
                    <a:pt x="9833" y="13145"/>
                  </a:lnTo>
                  <a:lnTo>
                    <a:pt x="9617" y="14223"/>
                  </a:lnTo>
                  <a:lnTo>
                    <a:pt x="9439" y="15298"/>
                  </a:lnTo>
                  <a:lnTo>
                    <a:pt x="9294" y="16378"/>
                  </a:lnTo>
                  <a:lnTo>
                    <a:pt x="9180" y="17473"/>
                  </a:lnTo>
                  <a:lnTo>
                    <a:pt x="9091" y="18593"/>
                  </a:lnTo>
                  <a:lnTo>
                    <a:pt x="9024" y="19748"/>
                  </a:lnTo>
                  <a:lnTo>
                    <a:pt x="8975" y="20946"/>
                  </a:lnTo>
                  <a:lnTo>
                    <a:pt x="8923" y="22319"/>
                  </a:lnTo>
                  <a:lnTo>
                    <a:pt x="8871" y="23702"/>
                  </a:lnTo>
                  <a:lnTo>
                    <a:pt x="8818" y="25103"/>
                  </a:lnTo>
                  <a:lnTo>
                    <a:pt x="8787" y="26166"/>
                  </a:lnTo>
                  <a:lnTo>
                    <a:pt x="8755" y="27233"/>
                  </a:lnTo>
                  <a:lnTo>
                    <a:pt x="8724" y="28308"/>
                  </a:lnTo>
                  <a:lnTo>
                    <a:pt x="8692" y="29396"/>
                  </a:lnTo>
                  <a:lnTo>
                    <a:pt x="8653" y="30479"/>
                  </a:lnTo>
                  <a:lnTo>
                    <a:pt x="8614" y="31566"/>
                  </a:lnTo>
                  <a:lnTo>
                    <a:pt x="8575" y="32661"/>
                  </a:lnTo>
                  <a:lnTo>
                    <a:pt x="8535" y="33768"/>
                  </a:lnTo>
                  <a:lnTo>
                    <a:pt x="8497" y="34833"/>
                  </a:lnTo>
                  <a:lnTo>
                    <a:pt x="8460" y="35899"/>
                  </a:lnTo>
                  <a:lnTo>
                    <a:pt x="8424" y="36964"/>
                  </a:lnTo>
                  <a:lnTo>
                    <a:pt x="8388" y="38029"/>
                  </a:lnTo>
                  <a:lnTo>
                    <a:pt x="8353" y="39094"/>
                  </a:lnTo>
                  <a:lnTo>
                    <a:pt x="8319" y="40159"/>
                  </a:lnTo>
                  <a:lnTo>
                    <a:pt x="8285" y="41224"/>
                  </a:lnTo>
                  <a:lnTo>
                    <a:pt x="8252" y="42290"/>
                  </a:lnTo>
                  <a:lnTo>
                    <a:pt x="8220" y="43355"/>
                  </a:lnTo>
                  <a:lnTo>
                    <a:pt x="8188" y="44420"/>
                  </a:lnTo>
                  <a:lnTo>
                    <a:pt x="7179" y="43716"/>
                  </a:lnTo>
                  <a:lnTo>
                    <a:pt x="6262" y="43009"/>
                  </a:lnTo>
                  <a:lnTo>
                    <a:pt x="5430" y="42295"/>
                  </a:lnTo>
                  <a:lnTo>
                    <a:pt x="4678" y="41567"/>
                  </a:lnTo>
                  <a:lnTo>
                    <a:pt x="3999" y="40820"/>
                  </a:lnTo>
                  <a:lnTo>
                    <a:pt x="3387" y="40049"/>
                  </a:lnTo>
                  <a:lnTo>
                    <a:pt x="2835" y="39248"/>
                  </a:lnTo>
                  <a:lnTo>
                    <a:pt x="2337" y="38411"/>
                  </a:lnTo>
                  <a:lnTo>
                    <a:pt x="1887" y="37533"/>
                  </a:lnTo>
                  <a:lnTo>
                    <a:pt x="1478" y="36608"/>
                  </a:lnTo>
                  <a:lnTo>
                    <a:pt x="1104" y="35632"/>
                  </a:lnTo>
                  <a:lnTo>
                    <a:pt x="759" y="34598"/>
                  </a:lnTo>
                  <a:lnTo>
                    <a:pt x="437" y="33500"/>
                  </a:lnTo>
                  <a:lnTo>
                    <a:pt x="131" y="32334"/>
                  </a:lnTo>
                  <a:lnTo>
                    <a:pt x="74" y="31243"/>
                  </a:lnTo>
                  <a:lnTo>
                    <a:pt x="33" y="30154"/>
                  </a:lnTo>
                  <a:lnTo>
                    <a:pt x="9" y="29068"/>
                  </a:lnTo>
                  <a:lnTo>
                    <a:pt x="0" y="27983"/>
                  </a:lnTo>
                  <a:lnTo>
                    <a:pt x="4" y="26900"/>
                  </a:lnTo>
                  <a:lnTo>
                    <a:pt x="21" y="25817"/>
                  </a:lnTo>
                  <a:lnTo>
                    <a:pt x="50" y="24736"/>
                  </a:lnTo>
                  <a:lnTo>
                    <a:pt x="88" y="23654"/>
                  </a:lnTo>
                  <a:lnTo>
                    <a:pt x="136" y="22572"/>
                  </a:lnTo>
                  <a:lnTo>
                    <a:pt x="191" y="21489"/>
                  </a:lnTo>
                  <a:lnTo>
                    <a:pt x="253" y="20405"/>
                  </a:lnTo>
                  <a:lnTo>
                    <a:pt x="320" y="19320"/>
                  </a:lnTo>
                  <a:lnTo>
                    <a:pt x="392" y="18233"/>
                  </a:lnTo>
                  <a:lnTo>
                    <a:pt x="467" y="17143"/>
                  </a:lnTo>
                  <a:lnTo>
                    <a:pt x="538" y="15798"/>
                  </a:lnTo>
                  <a:lnTo>
                    <a:pt x="609" y="14443"/>
                  </a:lnTo>
                  <a:lnTo>
                    <a:pt x="682" y="13069"/>
                  </a:lnTo>
                  <a:lnTo>
                    <a:pt x="814" y="10807"/>
                  </a:lnTo>
                  <a:lnTo>
                    <a:pt x="930" y="8910"/>
                  </a:lnTo>
                  <a:lnTo>
                    <a:pt x="1037" y="7333"/>
                  </a:lnTo>
                  <a:lnTo>
                    <a:pt x="1142" y="6031"/>
                  </a:lnTo>
                  <a:lnTo>
                    <a:pt x="1253" y="4959"/>
                  </a:lnTo>
                  <a:lnTo>
                    <a:pt x="1378" y="4071"/>
                  </a:lnTo>
                  <a:lnTo>
                    <a:pt x="1523" y="3323"/>
                  </a:lnTo>
                  <a:lnTo>
                    <a:pt x="1696" y="2670"/>
                  </a:lnTo>
                  <a:lnTo>
                    <a:pt x="1904" y="2067"/>
                  </a:lnTo>
                  <a:lnTo>
                    <a:pt x="2156" y="1468"/>
                  </a:lnTo>
                  <a:lnTo>
                    <a:pt x="2457" y="829"/>
                  </a:lnTo>
                  <a:lnTo>
                    <a:pt x="2817" y="105"/>
                  </a:lnTo>
                  <a:close/>
                </a:path>
              </a:pathLst>
            </a:custGeom>
            <a:solidFill>
              <a:srgbClr val="0E0603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5" name="region 133 #3075AD"/>
            <p:cNvSpPr/>
            <p:nvPr/>
          </p:nvSpPr>
          <p:spPr>
            <a:xfrm>
              <a:off x="2231871" y="452551"/>
              <a:ext cx="216204" cy="8558"/>
            </a:xfrm>
            <a:custGeom>
              <a:avLst/>
              <a:gdLst/>
              <a:ahLst/>
              <a:cxnLst/>
              <a:rect l="l" t="t" r="r" b="b"/>
              <a:pathLst>
                <a:path w="216204" h="8558">
                  <a:moveTo>
                    <a:pt x="216204" y="0"/>
                  </a:moveTo>
                  <a:lnTo>
                    <a:pt x="216204" y="1331"/>
                  </a:lnTo>
                  <a:lnTo>
                    <a:pt x="216204" y="2671"/>
                  </a:lnTo>
                  <a:lnTo>
                    <a:pt x="216204" y="4029"/>
                  </a:lnTo>
                  <a:lnTo>
                    <a:pt x="215204" y="4788"/>
                  </a:lnTo>
                  <a:lnTo>
                    <a:pt x="214226" y="5459"/>
                  </a:lnTo>
                  <a:lnTo>
                    <a:pt x="213264" y="6047"/>
                  </a:lnTo>
                  <a:lnTo>
                    <a:pt x="212313" y="6556"/>
                  </a:lnTo>
                  <a:lnTo>
                    <a:pt x="211365" y="6993"/>
                  </a:lnTo>
                  <a:lnTo>
                    <a:pt x="210416" y="7362"/>
                  </a:lnTo>
                  <a:lnTo>
                    <a:pt x="209459" y="7670"/>
                  </a:lnTo>
                  <a:lnTo>
                    <a:pt x="208488" y="7920"/>
                  </a:lnTo>
                  <a:lnTo>
                    <a:pt x="207497" y="8120"/>
                  </a:lnTo>
                  <a:lnTo>
                    <a:pt x="206479" y="8274"/>
                  </a:lnTo>
                  <a:lnTo>
                    <a:pt x="205428" y="8387"/>
                  </a:lnTo>
                  <a:lnTo>
                    <a:pt x="204339" y="8465"/>
                  </a:lnTo>
                  <a:lnTo>
                    <a:pt x="203206" y="8513"/>
                  </a:lnTo>
                  <a:lnTo>
                    <a:pt x="202021" y="8537"/>
                  </a:lnTo>
                  <a:lnTo>
                    <a:pt x="200780" y="8542"/>
                  </a:lnTo>
                  <a:lnTo>
                    <a:pt x="199723" y="8545"/>
                  </a:lnTo>
                  <a:lnTo>
                    <a:pt x="198664" y="8549"/>
                  </a:lnTo>
                  <a:lnTo>
                    <a:pt x="197599" y="8552"/>
                  </a:lnTo>
                  <a:lnTo>
                    <a:pt x="196527" y="8555"/>
                  </a:lnTo>
                  <a:lnTo>
                    <a:pt x="195445" y="8558"/>
                  </a:lnTo>
                  <a:lnTo>
                    <a:pt x="194280" y="8550"/>
                  </a:lnTo>
                  <a:lnTo>
                    <a:pt x="193115" y="8542"/>
                  </a:lnTo>
                  <a:lnTo>
                    <a:pt x="191951" y="8533"/>
                  </a:lnTo>
                  <a:lnTo>
                    <a:pt x="190786" y="8524"/>
                  </a:lnTo>
                  <a:lnTo>
                    <a:pt x="189620" y="8515"/>
                  </a:lnTo>
                  <a:lnTo>
                    <a:pt x="188389" y="8515"/>
                  </a:lnTo>
                  <a:lnTo>
                    <a:pt x="187158" y="8514"/>
                  </a:lnTo>
                  <a:lnTo>
                    <a:pt x="185927" y="8515"/>
                  </a:lnTo>
                  <a:lnTo>
                    <a:pt x="184696" y="8515"/>
                  </a:lnTo>
                  <a:lnTo>
                    <a:pt x="183465" y="8517"/>
                  </a:lnTo>
                  <a:lnTo>
                    <a:pt x="182422" y="8517"/>
                  </a:lnTo>
                  <a:lnTo>
                    <a:pt x="181379" y="8516"/>
                  </a:lnTo>
                  <a:lnTo>
                    <a:pt x="180336" y="8515"/>
                  </a:lnTo>
                  <a:lnTo>
                    <a:pt x="179293" y="8513"/>
                  </a:lnTo>
                  <a:lnTo>
                    <a:pt x="178250" y="8511"/>
                  </a:lnTo>
                  <a:lnTo>
                    <a:pt x="177207" y="8509"/>
                  </a:lnTo>
                  <a:lnTo>
                    <a:pt x="176164" y="8506"/>
                  </a:lnTo>
                  <a:lnTo>
                    <a:pt x="175121" y="8502"/>
                  </a:lnTo>
                  <a:lnTo>
                    <a:pt x="174078" y="8498"/>
                  </a:lnTo>
                  <a:lnTo>
                    <a:pt x="173035" y="8494"/>
                  </a:lnTo>
                  <a:lnTo>
                    <a:pt x="171993" y="8490"/>
                  </a:lnTo>
                  <a:lnTo>
                    <a:pt x="170950" y="8486"/>
                  </a:lnTo>
                  <a:lnTo>
                    <a:pt x="169907" y="8481"/>
                  </a:lnTo>
                  <a:lnTo>
                    <a:pt x="168864" y="8476"/>
                  </a:lnTo>
                  <a:lnTo>
                    <a:pt x="167821" y="8471"/>
                  </a:lnTo>
                  <a:lnTo>
                    <a:pt x="166778" y="8466"/>
                  </a:lnTo>
                  <a:lnTo>
                    <a:pt x="165687" y="8461"/>
                  </a:lnTo>
                  <a:lnTo>
                    <a:pt x="164597" y="8457"/>
                  </a:lnTo>
                  <a:lnTo>
                    <a:pt x="163506" y="8454"/>
                  </a:lnTo>
                  <a:lnTo>
                    <a:pt x="162416" y="8451"/>
                  </a:lnTo>
                  <a:lnTo>
                    <a:pt x="161325" y="8448"/>
                  </a:lnTo>
                  <a:lnTo>
                    <a:pt x="160235" y="8446"/>
                  </a:lnTo>
                  <a:lnTo>
                    <a:pt x="159144" y="8444"/>
                  </a:lnTo>
                  <a:lnTo>
                    <a:pt x="158054" y="8442"/>
                  </a:lnTo>
                  <a:lnTo>
                    <a:pt x="156963" y="8440"/>
                  </a:lnTo>
                  <a:lnTo>
                    <a:pt x="155873" y="8439"/>
                  </a:lnTo>
                  <a:lnTo>
                    <a:pt x="154782" y="8438"/>
                  </a:lnTo>
                  <a:lnTo>
                    <a:pt x="153692" y="8437"/>
                  </a:lnTo>
                  <a:lnTo>
                    <a:pt x="152601" y="8436"/>
                  </a:lnTo>
                  <a:lnTo>
                    <a:pt x="151511" y="8435"/>
                  </a:lnTo>
                  <a:lnTo>
                    <a:pt x="150420" y="8434"/>
                  </a:lnTo>
                  <a:lnTo>
                    <a:pt x="149330" y="8433"/>
                  </a:lnTo>
                  <a:lnTo>
                    <a:pt x="148265" y="8432"/>
                  </a:lnTo>
                  <a:lnTo>
                    <a:pt x="147199" y="8431"/>
                  </a:lnTo>
                  <a:lnTo>
                    <a:pt x="146134" y="8429"/>
                  </a:lnTo>
                  <a:lnTo>
                    <a:pt x="145068" y="8428"/>
                  </a:lnTo>
                  <a:lnTo>
                    <a:pt x="144003" y="8426"/>
                  </a:lnTo>
                  <a:lnTo>
                    <a:pt x="142937" y="8424"/>
                  </a:lnTo>
                  <a:lnTo>
                    <a:pt x="141872" y="8422"/>
                  </a:lnTo>
                  <a:lnTo>
                    <a:pt x="140807" y="8420"/>
                  </a:lnTo>
                  <a:lnTo>
                    <a:pt x="139741" y="8418"/>
                  </a:lnTo>
                  <a:lnTo>
                    <a:pt x="138676" y="8415"/>
                  </a:lnTo>
                  <a:lnTo>
                    <a:pt x="137610" y="8413"/>
                  </a:lnTo>
                  <a:lnTo>
                    <a:pt x="136545" y="8411"/>
                  </a:lnTo>
                  <a:lnTo>
                    <a:pt x="135479" y="8408"/>
                  </a:lnTo>
                  <a:lnTo>
                    <a:pt x="134414" y="8405"/>
                  </a:lnTo>
                  <a:lnTo>
                    <a:pt x="133349" y="8402"/>
                  </a:lnTo>
                  <a:lnTo>
                    <a:pt x="132283" y="8400"/>
                  </a:lnTo>
                  <a:lnTo>
                    <a:pt x="131218" y="8397"/>
                  </a:lnTo>
                  <a:lnTo>
                    <a:pt x="130152" y="8393"/>
                  </a:lnTo>
                  <a:lnTo>
                    <a:pt x="129087" y="8390"/>
                  </a:lnTo>
                  <a:lnTo>
                    <a:pt x="128021" y="8387"/>
                  </a:lnTo>
                  <a:lnTo>
                    <a:pt x="126956" y="8384"/>
                  </a:lnTo>
                  <a:lnTo>
                    <a:pt x="125890" y="8380"/>
                  </a:lnTo>
                  <a:lnTo>
                    <a:pt x="124825" y="8377"/>
                  </a:lnTo>
                  <a:lnTo>
                    <a:pt x="123760" y="8374"/>
                  </a:lnTo>
                  <a:lnTo>
                    <a:pt x="122694" y="8370"/>
                  </a:lnTo>
                  <a:lnTo>
                    <a:pt x="121629" y="8366"/>
                  </a:lnTo>
                  <a:lnTo>
                    <a:pt x="120563" y="8363"/>
                  </a:lnTo>
                  <a:lnTo>
                    <a:pt x="119498" y="8359"/>
                  </a:lnTo>
                  <a:lnTo>
                    <a:pt x="118432" y="8355"/>
                  </a:lnTo>
                  <a:lnTo>
                    <a:pt x="117367" y="8351"/>
                  </a:lnTo>
                  <a:lnTo>
                    <a:pt x="116302" y="8347"/>
                  </a:lnTo>
                  <a:lnTo>
                    <a:pt x="115257" y="8344"/>
                  </a:lnTo>
                  <a:lnTo>
                    <a:pt x="114212" y="8340"/>
                  </a:lnTo>
                  <a:lnTo>
                    <a:pt x="113168" y="8337"/>
                  </a:lnTo>
                  <a:lnTo>
                    <a:pt x="112123" y="8333"/>
                  </a:lnTo>
                  <a:lnTo>
                    <a:pt x="111078" y="8330"/>
                  </a:lnTo>
                  <a:lnTo>
                    <a:pt x="110034" y="8327"/>
                  </a:lnTo>
                  <a:lnTo>
                    <a:pt x="108989" y="8324"/>
                  </a:lnTo>
                  <a:lnTo>
                    <a:pt x="107945" y="8321"/>
                  </a:lnTo>
                  <a:lnTo>
                    <a:pt x="106900" y="8318"/>
                  </a:lnTo>
                  <a:lnTo>
                    <a:pt x="105855" y="8315"/>
                  </a:lnTo>
                  <a:lnTo>
                    <a:pt x="104811" y="8312"/>
                  </a:lnTo>
                  <a:lnTo>
                    <a:pt x="103766" y="8310"/>
                  </a:lnTo>
                  <a:lnTo>
                    <a:pt x="102721" y="8307"/>
                  </a:lnTo>
                  <a:lnTo>
                    <a:pt x="101677" y="8304"/>
                  </a:lnTo>
                  <a:lnTo>
                    <a:pt x="100632" y="8302"/>
                  </a:lnTo>
                  <a:lnTo>
                    <a:pt x="99587" y="8299"/>
                  </a:lnTo>
                  <a:lnTo>
                    <a:pt x="98543" y="8297"/>
                  </a:lnTo>
                  <a:lnTo>
                    <a:pt x="97498" y="8295"/>
                  </a:lnTo>
                  <a:lnTo>
                    <a:pt x="96453" y="8292"/>
                  </a:lnTo>
                  <a:lnTo>
                    <a:pt x="95409" y="8290"/>
                  </a:lnTo>
                  <a:lnTo>
                    <a:pt x="94364" y="8288"/>
                  </a:lnTo>
                  <a:lnTo>
                    <a:pt x="93319" y="8286"/>
                  </a:lnTo>
                  <a:lnTo>
                    <a:pt x="92275" y="8284"/>
                  </a:lnTo>
                  <a:lnTo>
                    <a:pt x="91230" y="8282"/>
                  </a:lnTo>
                  <a:lnTo>
                    <a:pt x="90185" y="8280"/>
                  </a:lnTo>
                  <a:lnTo>
                    <a:pt x="89141" y="8278"/>
                  </a:lnTo>
                  <a:lnTo>
                    <a:pt x="88096" y="8276"/>
                  </a:lnTo>
                  <a:lnTo>
                    <a:pt x="87051" y="8274"/>
                  </a:lnTo>
                  <a:lnTo>
                    <a:pt x="86007" y="8272"/>
                  </a:lnTo>
                  <a:lnTo>
                    <a:pt x="84962" y="8271"/>
                  </a:lnTo>
                  <a:lnTo>
                    <a:pt x="83918" y="8269"/>
                  </a:lnTo>
                  <a:lnTo>
                    <a:pt x="82873" y="8267"/>
                  </a:lnTo>
                  <a:lnTo>
                    <a:pt x="81828" y="8265"/>
                  </a:lnTo>
                  <a:lnTo>
                    <a:pt x="80784" y="8264"/>
                  </a:lnTo>
                  <a:lnTo>
                    <a:pt x="79739" y="8262"/>
                  </a:lnTo>
                  <a:lnTo>
                    <a:pt x="78694" y="8260"/>
                  </a:lnTo>
                  <a:lnTo>
                    <a:pt x="77486" y="8258"/>
                  </a:lnTo>
                  <a:lnTo>
                    <a:pt x="76277" y="8256"/>
                  </a:lnTo>
                  <a:lnTo>
                    <a:pt x="75068" y="8254"/>
                  </a:lnTo>
                  <a:lnTo>
                    <a:pt x="73860" y="8252"/>
                  </a:lnTo>
                  <a:lnTo>
                    <a:pt x="72651" y="8250"/>
                  </a:lnTo>
                  <a:lnTo>
                    <a:pt x="71443" y="8248"/>
                  </a:lnTo>
                  <a:lnTo>
                    <a:pt x="70234" y="8245"/>
                  </a:lnTo>
                  <a:lnTo>
                    <a:pt x="69025" y="8243"/>
                  </a:lnTo>
                  <a:lnTo>
                    <a:pt x="67817" y="8241"/>
                  </a:lnTo>
                  <a:lnTo>
                    <a:pt x="66608" y="8238"/>
                  </a:lnTo>
                  <a:lnTo>
                    <a:pt x="65400" y="8236"/>
                  </a:lnTo>
                  <a:lnTo>
                    <a:pt x="64191" y="8234"/>
                  </a:lnTo>
                  <a:lnTo>
                    <a:pt x="62982" y="8231"/>
                  </a:lnTo>
                  <a:lnTo>
                    <a:pt x="61774" y="8229"/>
                  </a:lnTo>
                  <a:lnTo>
                    <a:pt x="60565" y="8226"/>
                  </a:lnTo>
                  <a:lnTo>
                    <a:pt x="59357" y="8224"/>
                  </a:lnTo>
                  <a:lnTo>
                    <a:pt x="58148" y="8221"/>
                  </a:lnTo>
                  <a:lnTo>
                    <a:pt x="56939" y="8218"/>
                  </a:lnTo>
                  <a:lnTo>
                    <a:pt x="55731" y="8216"/>
                  </a:lnTo>
                  <a:lnTo>
                    <a:pt x="54522" y="8213"/>
                  </a:lnTo>
                  <a:lnTo>
                    <a:pt x="53313" y="8210"/>
                  </a:lnTo>
                  <a:lnTo>
                    <a:pt x="52105" y="8207"/>
                  </a:lnTo>
                  <a:lnTo>
                    <a:pt x="50896" y="8204"/>
                  </a:lnTo>
                  <a:lnTo>
                    <a:pt x="49688" y="8201"/>
                  </a:lnTo>
                  <a:lnTo>
                    <a:pt x="48479" y="8198"/>
                  </a:lnTo>
                  <a:lnTo>
                    <a:pt x="47270" y="8195"/>
                  </a:lnTo>
                  <a:lnTo>
                    <a:pt x="46062" y="8192"/>
                  </a:lnTo>
                  <a:lnTo>
                    <a:pt x="44853" y="8189"/>
                  </a:lnTo>
                  <a:lnTo>
                    <a:pt x="43644" y="8186"/>
                  </a:lnTo>
                  <a:lnTo>
                    <a:pt x="42436" y="8183"/>
                  </a:lnTo>
                  <a:lnTo>
                    <a:pt x="41227" y="8180"/>
                  </a:lnTo>
                  <a:lnTo>
                    <a:pt x="40019" y="8177"/>
                  </a:lnTo>
                  <a:lnTo>
                    <a:pt x="38810" y="8174"/>
                  </a:lnTo>
                  <a:lnTo>
                    <a:pt x="37601" y="8170"/>
                  </a:lnTo>
                  <a:lnTo>
                    <a:pt x="36393" y="8167"/>
                  </a:lnTo>
                  <a:lnTo>
                    <a:pt x="35184" y="8164"/>
                  </a:lnTo>
                  <a:lnTo>
                    <a:pt x="33975" y="8160"/>
                  </a:lnTo>
                  <a:lnTo>
                    <a:pt x="32767" y="8157"/>
                  </a:lnTo>
                  <a:lnTo>
                    <a:pt x="31558" y="8154"/>
                  </a:lnTo>
                  <a:lnTo>
                    <a:pt x="30350" y="8150"/>
                  </a:lnTo>
                  <a:lnTo>
                    <a:pt x="29141" y="8147"/>
                  </a:lnTo>
                  <a:lnTo>
                    <a:pt x="27932" y="8143"/>
                  </a:lnTo>
                  <a:lnTo>
                    <a:pt x="26724" y="8139"/>
                  </a:lnTo>
                  <a:lnTo>
                    <a:pt x="25515" y="8136"/>
                  </a:lnTo>
                  <a:lnTo>
                    <a:pt x="24306" y="8132"/>
                  </a:lnTo>
                  <a:lnTo>
                    <a:pt x="23098" y="8129"/>
                  </a:lnTo>
                  <a:lnTo>
                    <a:pt x="21889" y="8125"/>
                  </a:lnTo>
                  <a:lnTo>
                    <a:pt x="20681" y="8121"/>
                  </a:lnTo>
                  <a:lnTo>
                    <a:pt x="19472" y="8117"/>
                  </a:lnTo>
                  <a:lnTo>
                    <a:pt x="18263" y="8114"/>
                  </a:lnTo>
                  <a:lnTo>
                    <a:pt x="17055" y="8110"/>
                  </a:lnTo>
                  <a:lnTo>
                    <a:pt x="15846" y="8106"/>
                  </a:lnTo>
                  <a:lnTo>
                    <a:pt x="14638" y="8102"/>
                  </a:lnTo>
                  <a:lnTo>
                    <a:pt x="13429" y="8098"/>
                  </a:lnTo>
                  <a:lnTo>
                    <a:pt x="12220" y="8094"/>
                  </a:lnTo>
                  <a:lnTo>
                    <a:pt x="11012" y="8090"/>
                  </a:lnTo>
                  <a:lnTo>
                    <a:pt x="9803" y="8086"/>
                  </a:lnTo>
                  <a:lnTo>
                    <a:pt x="8594" y="8082"/>
                  </a:lnTo>
                  <a:lnTo>
                    <a:pt x="7386" y="8078"/>
                  </a:lnTo>
                  <a:lnTo>
                    <a:pt x="6177" y="8074"/>
                  </a:lnTo>
                  <a:lnTo>
                    <a:pt x="4969" y="8070"/>
                  </a:lnTo>
                  <a:lnTo>
                    <a:pt x="3760" y="8066"/>
                  </a:lnTo>
                  <a:lnTo>
                    <a:pt x="2551" y="8062"/>
                  </a:lnTo>
                  <a:lnTo>
                    <a:pt x="1343" y="8057"/>
                  </a:lnTo>
                  <a:lnTo>
                    <a:pt x="676" y="6725"/>
                  </a:lnTo>
                  <a:lnTo>
                    <a:pt x="0" y="5372"/>
                  </a:lnTo>
                  <a:lnTo>
                    <a:pt x="473" y="5374"/>
                  </a:lnTo>
                  <a:lnTo>
                    <a:pt x="1305" y="5378"/>
                  </a:lnTo>
                  <a:lnTo>
                    <a:pt x="3211" y="5386"/>
                  </a:lnTo>
                  <a:lnTo>
                    <a:pt x="4419" y="5392"/>
                  </a:lnTo>
                  <a:lnTo>
                    <a:pt x="5628" y="5397"/>
                  </a:lnTo>
                  <a:lnTo>
                    <a:pt x="6836" y="5403"/>
                  </a:lnTo>
                  <a:lnTo>
                    <a:pt x="8044" y="5408"/>
                  </a:lnTo>
                  <a:lnTo>
                    <a:pt x="9253" y="5414"/>
                  </a:lnTo>
                  <a:lnTo>
                    <a:pt x="10461" y="5419"/>
                  </a:lnTo>
                  <a:lnTo>
                    <a:pt x="11669" y="5424"/>
                  </a:lnTo>
                  <a:lnTo>
                    <a:pt x="12878" y="5429"/>
                  </a:lnTo>
                  <a:lnTo>
                    <a:pt x="14086" y="5435"/>
                  </a:lnTo>
                  <a:lnTo>
                    <a:pt x="15294" y="5440"/>
                  </a:lnTo>
                  <a:lnTo>
                    <a:pt x="16502" y="5445"/>
                  </a:lnTo>
                  <a:lnTo>
                    <a:pt x="17711" y="5450"/>
                  </a:lnTo>
                  <a:lnTo>
                    <a:pt x="18919" y="5455"/>
                  </a:lnTo>
                  <a:lnTo>
                    <a:pt x="20127" y="5460"/>
                  </a:lnTo>
                  <a:lnTo>
                    <a:pt x="21336" y="5465"/>
                  </a:lnTo>
                  <a:lnTo>
                    <a:pt x="22544" y="5470"/>
                  </a:lnTo>
                  <a:lnTo>
                    <a:pt x="23752" y="5474"/>
                  </a:lnTo>
                  <a:lnTo>
                    <a:pt x="24961" y="5479"/>
                  </a:lnTo>
                  <a:lnTo>
                    <a:pt x="26169" y="5484"/>
                  </a:lnTo>
                  <a:lnTo>
                    <a:pt x="27377" y="5489"/>
                  </a:lnTo>
                  <a:lnTo>
                    <a:pt x="28586" y="5493"/>
                  </a:lnTo>
                  <a:lnTo>
                    <a:pt x="29794" y="5498"/>
                  </a:lnTo>
                  <a:lnTo>
                    <a:pt x="31002" y="5503"/>
                  </a:lnTo>
                  <a:lnTo>
                    <a:pt x="32211" y="5507"/>
                  </a:lnTo>
                  <a:lnTo>
                    <a:pt x="33419" y="5512"/>
                  </a:lnTo>
                  <a:lnTo>
                    <a:pt x="34627" y="5516"/>
                  </a:lnTo>
                  <a:lnTo>
                    <a:pt x="35836" y="5520"/>
                  </a:lnTo>
                  <a:lnTo>
                    <a:pt x="37044" y="5525"/>
                  </a:lnTo>
                  <a:lnTo>
                    <a:pt x="38252" y="5529"/>
                  </a:lnTo>
                  <a:lnTo>
                    <a:pt x="39460" y="5533"/>
                  </a:lnTo>
                  <a:lnTo>
                    <a:pt x="40669" y="5537"/>
                  </a:lnTo>
                  <a:lnTo>
                    <a:pt x="41877" y="5542"/>
                  </a:lnTo>
                  <a:lnTo>
                    <a:pt x="43085" y="5546"/>
                  </a:lnTo>
                  <a:lnTo>
                    <a:pt x="44294" y="5550"/>
                  </a:lnTo>
                  <a:lnTo>
                    <a:pt x="45502" y="5554"/>
                  </a:lnTo>
                  <a:lnTo>
                    <a:pt x="46710" y="5558"/>
                  </a:lnTo>
                  <a:lnTo>
                    <a:pt x="47919" y="5562"/>
                  </a:lnTo>
                  <a:lnTo>
                    <a:pt x="49127" y="5566"/>
                  </a:lnTo>
                  <a:lnTo>
                    <a:pt x="50335" y="5569"/>
                  </a:lnTo>
                  <a:lnTo>
                    <a:pt x="51544" y="5573"/>
                  </a:lnTo>
                  <a:lnTo>
                    <a:pt x="52752" y="5577"/>
                  </a:lnTo>
                  <a:lnTo>
                    <a:pt x="53960" y="5581"/>
                  </a:lnTo>
                  <a:lnTo>
                    <a:pt x="55169" y="5584"/>
                  </a:lnTo>
                  <a:lnTo>
                    <a:pt x="56377" y="5588"/>
                  </a:lnTo>
                  <a:lnTo>
                    <a:pt x="57585" y="5591"/>
                  </a:lnTo>
                  <a:lnTo>
                    <a:pt x="58794" y="5595"/>
                  </a:lnTo>
                  <a:lnTo>
                    <a:pt x="60002" y="5598"/>
                  </a:lnTo>
                  <a:lnTo>
                    <a:pt x="61210" y="5602"/>
                  </a:lnTo>
                  <a:lnTo>
                    <a:pt x="62418" y="5605"/>
                  </a:lnTo>
                  <a:lnTo>
                    <a:pt x="63627" y="5608"/>
                  </a:lnTo>
                  <a:lnTo>
                    <a:pt x="64835" y="5612"/>
                  </a:lnTo>
                  <a:lnTo>
                    <a:pt x="66043" y="5615"/>
                  </a:lnTo>
                  <a:lnTo>
                    <a:pt x="67252" y="5618"/>
                  </a:lnTo>
                  <a:lnTo>
                    <a:pt x="68460" y="5621"/>
                  </a:lnTo>
                  <a:lnTo>
                    <a:pt x="69668" y="5624"/>
                  </a:lnTo>
                  <a:lnTo>
                    <a:pt x="70877" y="5627"/>
                  </a:lnTo>
                  <a:lnTo>
                    <a:pt x="72085" y="5630"/>
                  </a:lnTo>
                  <a:lnTo>
                    <a:pt x="73293" y="5633"/>
                  </a:lnTo>
                  <a:lnTo>
                    <a:pt x="74502" y="5636"/>
                  </a:lnTo>
                  <a:lnTo>
                    <a:pt x="75710" y="5639"/>
                  </a:lnTo>
                  <a:lnTo>
                    <a:pt x="76918" y="5642"/>
                  </a:lnTo>
                  <a:lnTo>
                    <a:pt x="78127" y="5644"/>
                  </a:lnTo>
                  <a:lnTo>
                    <a:pt x="79335" y="5647"/>
                  </a:lnTo>
                  <a:lnTo>
                    <a:pt x="80543" y="5650"/>
                  </a:lnTo>
                  <a:lnTo>
                    <a:pt x="81612" y="5652"/>
                  </a:lnTo>
                  <a:lnTo>
                    <a:pt x="82680" y="5654"/>
                  </a:lnTo>
                  <a:lnTo>
                    <a:pt x="83749" y="5657"/>
                  </a:lnTo>
                  <a:lnTo>
                    <a:pt x="84817" y="5660"/>
                  </a:lnTo>
                  <a:lnTo>
                    <a:pt x="85886" y="5662"/>
                  </a:lnTo>
                  <a:lnTo>
                    <a:pt x="86954" y="5665"/>
                  </a:lnTo>
                  <a:lnTo>
                    <a:pt x="88023" y="5668"/>
                  </a:lnTo>
                  <a:lnTo>
                    <a:pt x="89092" y="5671"/>
                  </a:lnTo>
                  <a:lnTo>
                    <a:pt x="90160" y="5673"/>
                  </a:lnTo>
                  <a:lnTo>
                    <a:pt x="91229" y="5676"/>
                  </a:lnTo>
                  <a:lnTo>
                    <a:pt x="92297" y="5679"/>
                  </a:lnTo>
                  <a:lnTo>
                    <a:pt x="93366" y="5682"/>
                  </a:lnTo>
                  <a:lnTo>
                    <a:pt x="94434" y="5686"/>
                  </a:lnTo>
                  <a:lnTo>
                    <a:pt x="95503" y="5689"/>
                  </a:lnTo>
                  <a:lnTo>
                    <a:pt x="96571" y="5692"/>
                  </a:lnTo>
                  <a:lnTo>
                    <a:pt x="97640" y="5696"/>
                  </a:lnTo>
                  <a:lnTo>
                    <a:pt x="98708" y="5699"/>
                  </a:lnTo>
                  <a:lnTo>
                    <a:pt x="99777" y="5703"/>
                  </a:lnTo>
                  <a:lnTo>
                    <a:pt x="100845" y="5706"/>
                  </a:lnTo>
                  <a:lnTo>
                    <a:pt x="101914" y="5710"/>
                  </a:lnTo>
                  <a:lnTo>
                    <a:pt x="102982" y="5714"/>
                  </a:lnTo>
                  <a:lnTo>
                    <a:pt x="104051" y="5718"/>
                  </a:lnTo>
                  <a:lnTo>
                    <a:pt x="105119" y="5722"/>
                  </a:lnTo>
                  <a:lnTo>
                    <a:pt x="106188" y="5726"/>
                  </a:lnTo>
                  <a:lnTo>
                    <a:pt x="107256" y="5730"/>
                  </a:lnTo>
                  <a:lnTo>
                    <a:pt x="108325" y="5734"/>
                  </a:lnTo>
                  <a:lnTo>
                    <a:pt x="109393" y="5738"/>
                  </a:lnTo>
                  <a:lnTo>
                    <a:pt x="110462" y="5743"/>
                  </a:lnTo>
                  <a:lnTo>
                    <a:pt x="111530" y="5747"/>
                  </a:lnTo>
                  <a:lnTo>
                    <a:pt x="112599" y="5752"/>
                  </a:lnTo>
                  <a:lnTo>
                    <a:pt x="113667" y="5757"/>
                  </a:lnTo>
                  <a:lnTo>
                    <a:pt x="114736" y="5762"/>
                  </a:lnTo>
                  <a:lnTo>
                    <a:pt x="115804" y="5767"/>
                  </a:lnTo>
                  <a:lnTo>
                    <a:pt x="116873" y="5772"/>
                  </a:lnTo>
                  <a:lnTo>
                    <a:pt x="117941" y="5777"/>
                  </a:lnTo>
                  <a:lnTo>
                    <a:pt x="118993" y="5782"/>
                  </a:lnTo>
                  <a:lnTo>
                    <a:pt x="120044" y="5787"/>
                  </a:lnTo>
                  <a:lnTo>
                    <a:pt x="121095" y="5792"/>
                  </a:lnTo>
                  <a:lnTo>
                    <a:pt x="122147" y="5797"/>
                  </a:lnTo>
                  <a:lnTo>
                    <a:pt x="123198" y="5802"/>
                  </a:lnTo>
                  <a:lnTo>
                    <a:pt x="124250" y="5806"/>
                  </a:lnTo>
                  <a:lnTo>
                    <a:pt x="125301" y="5810"/>
                  </a:lnTo>
                  <a:lnTo>
                    <a:pt x="126352" y="5815"/>
                  </a:lnTo>
                  <a:lnTo>
                    <a:pt x="127404" y="5819"/>
                  </a:lnTo>
                  <a:lnTo>
                    <a:pt x="128455" y="5823"/>
                  </a:lnTo>
                  <a:lnTo>
                    <a:pt x="129507" y="5827"/>
                  </a:lnTo>
                  <a:lnTo>
                    <a:pt x="130558" y="5830"/>
                  </a:lnTo>
                  <a:lnTo>
                    <a:pt x="131609" y="5834"/>
                  </a:lnTo>
                  <a:lnTo>
                    <a:pt x="132661" y="5837"/>
                  </a:lnTo>
                  <a:lnTo>
                    <a:pt x="133712" y="5841"/>
                  </a:lnTo>
                  <a:lnTo>
                    <a:pt x="134764" y="5844"/>
                  </a:lnTo>
                  <a:lnTo>
                    <a:pt x="135815" y="5847"/>
                  </a:lnTo>
                  <a:lnTo>
                    <a:pt x="136866" y="5850"/>
                  </a:lnTo>
                  <a:lnTo>
                    <a:pt x="137918" y="5853"/>
                  </a:lnTo>
                  <a:lnTo>
                    <a:pt x="138969" y="5856"/>
                  </a:lnTo>
                  <a:lnTo>
                    <a:pt x="140021" y="5858"/>
                  </a:lnTo>
                  <a:lnTo>
                    <a:pt x="141072" y="5861"/>
                  </a:lnTo>
                  <a:lnTo>
                    <a:pt x="142123" y="5863"/>
                  </a:lnTo>
                  <a:lnTo>
                    <a:pt x="143175" y="5865"/>
                  </a:lnTo>
                  <a:lnTo>
                    <a:pt x="144226" y="5867"/>
                  </a:lnTo>
                  <a:lnTo>
                    <a:pt x="145278" y="5869"/>
                  </a:lnTo>
                  <a:lnTo>
                    <a:pt x="146329" y="5871"/>
                  </a:lnTo>
                  <a:lnTo>
                    <a:pt x="147380" y="5872"/>
                  </a:lnTo>
                  <a:lnTo>
                    <a:pt x="148432" y="5874"/>
                  </a:lnTo>
                  <a:lnTo>
                    <a:pt x="149483" y="5875"/>
                  </a:lnTo>
                  <a:lnTo>
                    <a:pt x="150534" y="5877"/>
                  </a:lnTo>
                  <a:lnTo>
                    <a:pt x="151613" y="5878"/>
                  </a:lnTo>
                  <a:lnTo>
                    <a:pt x="152692" y="5880"/>
                  </a:lnTo>
                  <a:lnTo>
                    <a:pt x="153771" y="5882"/>
                  </a:lnTo>
                  <a:lnTo>
                    <a:pt x="154850" y="5884"/>
                  </a:lnTo>
                  <a:lnTo>
                    <a:pt x="155929" y="5887"/>
                  </a:lnTo>
                  <a:lnTo>
                    <a:pt x="157008" y="5890"/>
                  </a:lnTo>
                  <a:lnTo>
                    <a:pt x="158086" y="5893"/>
                  </a:lnTo>
                  <a:lnTo>
                    <a:pt x="159165" y="5896"/>
                  </a:lnTo>
                  <a:lnTo>
                    <a:pt x="160244" y="5900"/>
                  </a:lnTo>
                  <a:lnTo>
                    <a:pt x="161322" y="5905"/>
                  </a:lnTo>
                  <a:lnTo>
                    <a:pt x="162401" y="5909"/>
                  </a:lnTo>
                  <a:lnTo>
                    <a:pt x="163480" y="5914"/>
                  </a:lnTo>
                  <a:lnTo>
                    <a:pt x="164559" y="5920"/>
                  </a:lnTo>
                  <a:lnTo>
                    <a:pt x="165637" y="5926"/>
                  </a:lnTo>
                  <a:lnTo>
                    <a:pt x="166716" y="5933"/>
                  </a:lnTo>
                  <a:lnTo>
                    <a:pt x="167795" y="5940"/>
                  </a:lnTo>
                  <a:lnTo>
                    <a:pt x="168878" y="5947"/>
                  </a:lnTo>
                  <a:lnTo>
                    <a:pt x="169961" y="5953"/>
                  </a:lnTo>
                  <a:lnTo>
                    <a:pt x="171044" y="5958"/>
                  </a:lnTo>
                  <a:lnTo>
                    <a:pt x="172127" y="5963"/>
                  </a:lnTo>
                  <a:lnTo>
                    <a:pt x="173210" y="5968"/>
                  </a:lnTo>
                  <a:lnTo>
                    <a:pt x="174293" y="5971"/>
                  </a:lnTo>
                  <a:lnTo>
                    <a:pt x="175376" y="5974"/>
                  </a:lnTo>
                  <a:lnTo>
                    <a:pt x="176459" y="5977"/>
                  </a:lnTo>
                  <a:lnTo>
                    <a:pt x="177542" y="5979"/>
                  </a:lnTo>
                  <a:lnTo>
                    <a:pt x="178625" y="5980"/>
                  </a:lnTo>
                  <a:lnTo>
                    <a:pt x="179708" y="5981"/>
                  </a:lnTo>
                  <a:lnTo>
                    <a:pt x="180791" y="5981"/>
                  </a:lnTo>
                  <a:lnTo>
                    <a:pt x="181874" y="5981"/>
                  </a:lnTo>
                  <a:lnTo>
                    <a:pt x="182958" y="5980"/>
                  </a:lnTo>
                  <a:lnTo>
                    <a:pt x="184041" y="5979"/>
                  </a:lnTo>
                  <a:lnTo>
                    <a:pt x="185233" y="5981"/>
                  </a:lnTo>
                  <a:lnTo>
                    <a:pt x="186425" y="5985"/>
                  </a:lnTo>
                  <a:lnTo>
                    <a:pt x="187617" y="5992"/>
                  </a:lnTo>
                  <a:lnTo>
                    <a:pt x="188809" y="6001"/>
                  </a:lnTo>
                  <a:lnTo>
                    <a:pt x="190002" y="6012"/>
                  </a:lnTo>
                  <a:lnTo>
                    <a:pt x="191165" y="6022"/>
                  </a:lnTo>
                  <a:lnTo>
                    <a:pt x="192328" y="6027"/>
                  </a:lnTo>
                  <a:lnTo>
                    <a:pt x="193492" y="6029"/>
                  </a:lnTo>
                  <a:lnTo>
                    <a:pt x="194655" y="6029"/>
                  </a:lnTo>
                  <a:lnTo>
                    <a:pt x="195819" y="6026"/>
                  </a:lnTo>
                  <a:lnTo>
                    <a:pt x="196982" y="6022"/>
                  </a:lnTo>
                  <a:lnTo>
                    <a:pt x="198145" y="6018"/>
                  </a:lnTo>
                  <a:lnTo>
                    <a:pt x="199285" y="6021"/>
                  </a:lnTo>
                  <a:lnTo>
                    <a:pt x="200429" y="6025"/>
                  </a:lnTo>
                  <a:lnTo>
                    <a:pt x="201582" y="6028"/>
                  </a:lnTo>
                  <a:lnTo>
                    <a:pt x="202748" y="6032"/>
                  </a:lnTo>
                  <a:lnTo>
                    <a:pt x="203888" y="5779"/>
                  </a:lnTo>
                  <a:lnTo>
                    <a:pt x="204957" y="5416"/>
                  </a:lnTo>
                  <a:lnTo>
                    <a:pt x="205965" y="4964"/>
                  </a:lnTo>
                  <a:lnTo>
                    <a:pt x="206924" y="4444"/>
                  </a:lnTo>
                  <a:lnTo>
                    <a:pt x="207844" y="3876"/>
                  </a:lnTo>
                  <a:lnTo>
                    <a:pt x="208737" y="3281"/>
                  </a:lnTo>
                  <a:lnTo>
                    <a:pt x="209613" y="2680"/>
                  </a:lnTo>
                  <a:lnTo>
                    <a:pt x="210484" y="2092"/>
                  </a:lnTo>
                  <a:lnTo>
                    <a:pt x="211360" y="1538"/>
                  </a:lnTo>
                  <a:lnTo>
                    <a:pt x="212252" y="1039"/>
                  </a:lnTo>
                  <a:lnTo>
                    <a:pt x="213172" y="615"/>
                  </a:lnTo>
                  <a:lnTo>
                    <a:pt x="214130" y="287"/>
                  </a:lnTo>
                  <a:lnTo>
                    <a:pt x="215137" y="75"/>
                  </a:lnTo>
                  <a:lnTo>
                    <a:pt x="216204" y="0"/>
                  </a:lnTo>
                  <a:close/>
                </a:path>
              </a:pathLst>
            </a:custGeom>
            <a:solidFill>
              <a:srgbClr val="3075A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6" name="region 134 #742F3A"/>
            <p:cNvSpPr/>
            <p:nvPr/>
          </p:nvSpPr>
          <p:spPr>
            <a:xfrm>
              <a:off x="1431513" y="741271"/>
              <a:ext cx="40286" cy="25515"/>
            </a:xfrm>
            <a:custGeom>
              <a:avLst/>
              <a:gdLst/>
              <a:ahLst/>
              <a:cxnLst/>
              <a:rect l="l" t="t" r="r" b="b"/>
              <a:pathLst>
                <a:path w="40286" h="25515">
                  <a:moveTo>
                    <a:pt x="16114" y="0"/>
                  </a:moveTo>
                  <a:lnTo>
                    <a:pt x="17445" y="0"/>
                  </a:lnTo>
                  <a:lnTo>
                    <a:pt x="18785" y="0"/>
                  </a:lnTo>
                  <a:lnTo>
                    <a:pt x="20143" y="0"/>
                  </a:lnTo>
                  <a:lnTo>
                    <a:pt x="20283" y="1049"/>
                  </a:lnTo>
                  <a:lnTo>
                    <a:pt x="20423" y="2099"/>
                  </a:lnTo>
                  <a:lnTo>
                    <a:pt x="20563" y="3149"/>
                  </a:lnTo>
                  <a:lnTo>
                    <a:pt x="20703" y="4200"/>
                  </a:lnTo>
                  <a:lnTo>
                    <a:pt x="20843" y="5251"/>
                  </a:lnTo>
                  <a:lnTo>
                    <a:pt x="20983" y="6304"/>
                  </a:lnTo>
                  <a:lnTo>
                    <a:pt x="21124" y="7357"/>
                  </a:lnTo>
                  <a:lnTo>
                    <a:pt x="21265" y="8411"/>
                  </a:lnTo>
                  <a:lnTo>
                    <a:pt x="21405" y="9467"/>
                  </a:lnTo>
                  <a:lnTo>
                    <a:pt x="21546" y="10525"/>
                  </a:lnTo>
                  <a:lnTo>
                    <a:pt x="21688" y="11584"/>
                  </a:lnTo>
                  <a:lnTo>
                    <a:pt x="21829" y="12645"/>
                  </a:lnTo>
                  <a:lnTo>
                    <a:pt x="21971" y="13709"/>
                  </a:lnTo>
                  <a:lnTo>
                    <a:pt x="22113" y="14774"/>
                  </a:lnTo>
                  <a:lnTo>
                    <a:pt x="22255" y="15843"/>
                  </a:lnTo>
                  <a:lnTo>
                    <a:pt x="22398" y="16913"/>
                  </a:lnTo>
                  <a:lnTo>
                    <a:pt x="22541" y="17987"/>
                  </a:lnTo>
                  <a:lnTo>
                    <a:pt x="22685" y="19063"/>
                  </a:lnTo>
                  <a:lnTo>
                    <a:pt x="22829" y="20143"/>
                  </a:lnTo>
                  <a:lnTo>
                    <a:pt x="23779" y="19573"/>
                  </a:lnTo>
                  <a:lnTo>
                    <a:pt x="24730" y="19003"/>
                  </a:lnTo>
                  <a:lnTo>
                    <a:pt x="25683" y="18431"/>
                  </a:lnTo>
                  <a:lnTo>
                    <a:pt x="26640" y="17857"/>
                  </a:lnTo>
                  <a:lnTo>
                    <a:pt x="27601" y="17280"/>
                  </a:lnTo>
                  <a:lnTo>
                    <a:pt x="28569" y="16699"/>
                  </a:lnTo>
                  <a:lnTo>
                    <a:pt x="29543" y="16114"/>
                  </a:lnTo>
                  <a:lnTo>
                    <a:pt x="30876" y="16114"/>
                  </a:lnTo>
                  <a:lnTo>
                    <a:pt x="32229" y="16114"/>
                  </a:lnTo>
                  <a:lnTo>
                    <a:pt x="32562" y="15117"/>
                  </a:lnTo>
                  <a:lnTo>
                    <a:pt x="32895" y="14115"/>
                  </a:lnTo>
                  <a:lnTo>
                    <a:pt x="33232" y="13106"/>
                  </a:lnTo>
                  <a:lnTo>
                    <a:pt x="33572" y="12086"/>
                  </a:lnTo>
                  <a:lnTo>
                    <a:pt x="35036" y="11409"/>
                  </a:lnTo>
                  <a:lnTo>
                    <a:pt x="36114" y="10923"/>
                  </a:lnTo>
                  <a:lnTo>
                    <a:pt x="36991" y="10554"/>
                  </a:lnTo>
                  <a:lnTo>
                    <a:pt x="37855" y="10226"/>
                  </a:lnTo>
                  <a:lnTo>
                    <a:pt x="38891" y="9867"/>
                  </a:lnTo>
                  <a:lnTo>
                    <a:pt x="40286" y="9400"/>
                  </a:lnTo>
                  <a:lnTo>
                    <a:pt x="40039" y="10549"/>
                  </a:lnTo>
                  <a:lnTo>
                    <a:pt x="39789" y="11647"/>
                  </a:lnTo>
                  <a:lnTo>
                    <a:pt x="39531" y="12701"/>
                  </a:lnTo>
                  <a:lnTo>
                    <a:pt x="39255" y="13716"/>
                  </a:lnTo>
                  <a:lnTo>
                    <a:pt x="38956" y="14697"/>
                  </a:lnTo>
                  <a:lnTo>
                    <a:pt x="38626" y="15649"/>
                  </a:lnTo>
                  <a:lnTo>
                    <a:pt x="38257" y="16579"/>
                  </a:lnTo>
                  <a:lnTo>
                    <a:pt x="37843" y="17492"/>
                  </a:lnTo>
                  <a:lnTo>
                    <a:pt x="37375" y="18393"/>
                  </a:lnTo>
                  <a:lnTo>
                    <a:pt x="36848" y="19288"/>
                  </a:lnTo>
                  <a:lnTo>
                    <a:pt x="36253" y="20182"/>
                  </a:lnTo>
                  <a:lnTo>
                    <a:pt x="35583" y="21081"/>
                  </a:lnTo>
                  <a:lnTo>
                    <a:pt x="34831" y="21990"/>
                  </a:lnTo>
                  <a:lnTo>
                    <a:pt x="33784" y="22539"/>
                  </a:lnTo>
                  <a:lnTo>
                    <a:pt x="32745" y="23024"/>
                  </a:lnTo>
                  <a:lnTo>
                    <a:pt x="31712" y="23450"/>
                  </a:lnTo>
                  <a:lnTo>
                    <a:pt x="30683" y="23820"/>
                  </a:lnTo>
                  <a:lnTo>
                    <a:pt x="29655" y="24140"/>
                  </a:lnTo>
                  <a:lnTo>
                    <a:pt x="28624" y="24414"/>
                  </a:lnTo>
                  <a:lnTo>
                    <a:pt x="27589" y="24646"/>
                  </a:lnTo>
                  <a:lnTo>
                    <a:pt x="26546" y="24840"/>
                  </a:lnTo>
                  <a:lnTo>
                    <a:pt x="25493" y="25001"/>
                  </a:lnTo>
                  <a:lnTo>
                    <a:pt x="24426" y="25133"/>
                  </a:lnTo>
                  <a:lnTo>
                    <a:pt x="23344" y="25241"/>
                  </a:lnTo>
                  <a:lnTo>
                    <a:pt x="22243" y="25328"/>
                  </a:lnTo>
                  <a:lnTo>
                    <a:pt x="21121" y="25400"/>
                  </a:lnTo>
                  <a:lnTo>
                    <a:pt x="19974" y="25461"/>
                  </a:lnTo>
                  <a:lnTo>
                    <a:pt x="18800" y="25515"/>
                  </a:lnTo>
                  <a:lnTo>
                    <a:pt x="18534" y="24451"/>
                  </a:lnTo>
                  <a:lnTo>
                    <a:pt x="18268" y="23387"/>
                  </a:lnTo>
                  <a:lnTo>
                    <a:pt x="18002" y="22321"/>
                  </a:lnTo>
                  <a:lnTo>
                    <a:pt x="17735" y="21254"/>
                  </a:lnTo>
                  <a:lnTo>
                    <a:pt x="17467" y="20183"/>
                  </a:lnTo>
                  <a:lnTo>
                    <a:pt x="17199" y="19110"/>
                  </a:lnTo>
                  <a:lnTo>
                    <a:pt x="16930" y="18033"/>
                  </a:lnTo>
                  <a:lnTo>
                    <a:pt x="16659" y="16951"/>
                  </a:lnTo>
                  <a:lnTo>
                    <a:pt x="16388" y="15864"/>
                  </a:lnTo>
                  <a:lnTo>
                    <a:pt x="16114" y="14772"/>
                  </a:lnTo>
                  <a:lnTo>
                    <a:pt x="15240" y="15646"/>
                  </a:lnTo>
                  <a:lnTo>
                    <a:pt x="14352" y="16533"/>
                  </a:lnTo>
                  <a:lnTo>
                    <a:pt x="13604" y="17282"/>
                  </a:lnTo>
                  <a:lnTo>
                    <a:pt x="12850" y="18036"/>
                  </a:lnTo>
                  <a:lnTo>
                    <a:pt x="12086" y="18800"/>
                  </a:lnTo>
                  <a:lnTo>
                    <a:pt x="11169" y="19925"/>
                  </a:lnTo>
                  <a:lnTo>
                    <a:pt x="10239" y="21067"/>
                  </a:lnTo>
                  <a:lnTo>
                    <a:pt x="9269" y="21774"/>
                  </a:lnTo>
                  <a:lnTo>
                    <a:pt x="8340" y="22300"/>
                  </a:lnTo>
                  <a:lnTo>
                    <a:pt x="7433" y="22666"/>
                  </a:lnTo>
                  <a:lnTo>
                    <a:pt x="6528" y="22897"/>
                  </a:lnTo>
                  <a:lnTo>
                    <a:pt x="5606" y="23015"/>
                  </a:lnTo>
                  <a:lnTo>
                    <a:pt x="4646" y="23044"/>
                  </a:lnTo>
                  <a:lnTo>
                    <a:pt x="3629" y="23008"/>
                  </a:lnTo>
                  <a:lnTo>
                    <a:pt x="2534" y="22928"/>
                  </a:lnTo>
                  <a:lnTo>
                    <a:pt x="1343" y="22829"/>
                  </a:lnTo>
                  <a:lnTo>
                    <a:pt x="1077" y="21765"/>
                  </a:lnTo>
                  <a:lnTo>
                    <a:pt x="810" y="20698"/>
                  </a:lnTo>
                  <a:lnTo>
                    <a:pt x="542" y="19627"/>
                  </a:lnTo>
                  <a:lnTo>
                    <a:pt x="272" y="18547"/>
                  </a:lnTo>
                  <a:lnTo>
                    <a:pt x="0" y="17457"/>
                  </a:lnTo>
                  <a:lnTo>
                    <a:pt x="468" y="17692"/>
                  </a:lnTo>
                  <a:lnTo>
                    <a:pt x="982" y="17948"/>
                  </a:lnTo>
                  <a:lnTo>
                    <a:pt x="1798" y="18357"/>
                  </a:lnTo>
                  <a:lnTo>
                    <a:pt x="3175" y="19045"/>
                  </a:lnTo>
                  <a:lnTo>
                    <a:pt x="5371" y="20143"/>
                  </a:lnTo>
                  <a:lnTo>
                    <a:pt x="5620" y="19063"/>
                  </a:lnTo>
                  <a:lnTo>
                    <a:pt x="5871" y="17978"/>
                  </a:lnTo>
                  <a:lnTo>
                    <a:pt x="6123" y="16884"/>
                  </a:lnTo>
                  <a:lnTo>
                    <a:pt x="6378" y="15779"/>
                  </a:lnTo>
                  <a:lnTo>
                    <a:pt x="6804" y="14557"/>
                  </a:lnTo>
                  <a:lnTo>
                    <a:pt x="7226" y="13461"/>
                  </a:lnTo>
                  <a:lnTo>
                    <a:pt x="7655" y="12473"/>
                  </a:lnTo>
                  <a:lnTo>
                    <a:pt x="8101" y="11574"/>
                  </a:lnTo>
                  <a:lnTo>
                    <a:pt x="8573" y="10746"/>
                  </a:lnTo>
                  <a:lnTo>
                    <a:pt x="9080" y="9970"/>
                  </a:lnTo>
                  <a:lnTo>
                    <a:pt x="9633" y="9227"/>
                  </a:lnTo>
                  <a:lnTo>
                    <a:pt x="10242" y="8500"/>
                  </a:lnTo>
                  <a:lnTo>
                    <a:pt x="10917" y="7769"/>
                  </a:lnTo>
                  <a:lnTo>
                    <a:pt x="11666" y="7017"/>
                  </a:lnTo>
                  <a:lnTo>
                    <a:pt x="12500" y="6223"/>
                  </a:lnTo>
                  <a:lnTo>
                    <a:pt x="13429" y="5371"/>
                  </a:lnTo>
                  <a:lnTo>
                    <a:pt x="14256" y="3878"/>
                  </a:lnTo>
                  <a:lnTo>
                    <a:pt x="14809" y="2852"/>
                  </a:lnTo>
                  <a:lnTo>
                    <a:pt x="15217" y="2036"/>
                  </a:lnTo>
                  <a:lnTo>
                    <a:pt x="15609" y="1171"/>
                  </a:lnTo>
                  <a:lnTo>
                    <a:pt x="16114" y="0"/>
                  </a:lnTo>
                  <a:close/>
                </a:path>
              </a:pathLst>
            </a:custGeom>
            <a:solidFill>
              <a:srgbClr val="742F3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7" name="region 135 #707070"/>
            <p:cNvSpPr/>
            <p:nvPr/>
          </p:nvSpPr>
          <p:spPr>
            <a:xfrm>
              <a:off x="553267" y="666069"/>
              <a:ext cx="24002" cy="73859"/>
            </a:xfrm>
            <a:custGeom>
              <a:avLst/>
              <a:gdLst/>
              <a:ahLst/>
              <a:cxnLst/>
              <a:rect l="l" t="t" r="r" b="b"/>
              <a:pathLst>
                <a:path w="24002" h="73859">
                  <a:moveTo>
                    <a:pt x="22829" y="0"/>
                  </a:moveTo>
                  <a:lnTo>
                    <a:pt x="23150" y="1074"/>
                  </a:lnTo>
                  <a:lnTo>
                    <a:pt x="23413" y="2128"/>
                  </a:lnTo>
                  <a:lnTo>
                    <a:pt x="23621" y="3164"/>
                  </a:lnTo>
                  <a:lnTo>
                    <a:pt x="23780" y="4189"/>
                  </a:lnTo>
                  <a:lnTo>
                    <a:pt x="23893" y="5206"/>
                  </a:lnTo>
                  <a:lnTo>
                    <a:pt x="23965" y="6220"/>
                  </a:lnTo>
                  <a:lnTo>
                    <a:pt x="24000" y="7235"/>
                  </a:lnTo>
                  <a:lnTo>
                    <a:pt x="24002" y="8255"/>
                  </a:lnTo>
                  <a:lnTo>
                    <a:pt x="23976" y="9286"/>
                  </a:lnTo>
                  <a:lnTo>
                    <a:pt x="23925" y="10331"/>
                  </a:lnTo>
                  <a:lnTo>
                    <a:pt x="23854" y="11395"/>
                  </a:lnTo>
                  <a:lnTo>
                    <a:pt x="23767" y="12482"/>
                  </a:lnTo>
                  <a:lnTo>
                    <a:pt x="23669" y="13597"/>
                  </a:lnTo>
                  <a:lnTo>
                    <a:pt x="23578" y="14660"/>
                  </a:lnTo>
                  <a:lnTo>
                    <a:pt x="23487" y="15726"/>
                  </a:lnTo>
                  <a:lnTo>
                    <a:pt x="23395" y="16801"/>
                  </a:lnTo>
                  <a:lnTo>
                    <a:pt x="23302" y="17888"/>
                  </a:lnTo>
                  <a:lnTo>
                    <a:pt x="23097" y="19416"/>
                  </a:lnTo>
                  <a:lnTo>
                    <a:pt x="22920" y="20520"/>
                  </a:lnTo>
                  <a:lnTo>
                    <a:pt x="22721" y="21372"/>
                  </a:lnTo>
                  <a:lnTo>
                    <a:pt x="22449" y="22149"/>
                  </a:lnTo>
                  <a:lnTo>
                    <a:pt x="22054" y="23024"/>
                  </a:lnTo>
                  <a:lnTo>
                    <a:pt x="21486" y="24172"/>
                  </a:lnTo>
                  <a:lnTo>
                    <a:pt x="21454" y="25288"/>
                  </a:lnTo>
                  <a:lnTo>
                    <a:pt x="21426" y="26402"/>
                  </a:lnTo>
                  <a:lnTo>
                    <a:pt x="21402" y="27515"/>
                  </a:lnTo>
                  <a:lnTo>
                    <a:pt x="21383" y="28627"/>
                  </a:lnTo>
                  <a:lnTo>
                    <a:pt x="21368" y="29738"/>
                  </a:lnTo>
                  <a:lnTo>
                    <a:pt x="21357" y="30850"/>
                  </a:lnTo>
                  <a:lnTo>
                    <a:pt x="21350" y="31962"/>
                  </a:lnTo>
                  <a:lnTo>
                    <a:pt x="21348" y="33074"/>
                  </a:lnTo>
                  <a:lnTo>
                    <a:pt x="21349" y="34188"/>
                  </a:lnTo>
                  <a:lnTo>
                    <a:pt x="21355" y="35304"/>
                  </a:lnTo>
                  <a:lnTo>
                    <a:pt x="21356" y="35793"/>
                  </a:lnTo>
                  <a:lnTo>
                    <a:pt x="21358" y="36656"/>
                  </a:lnTo>
                  <a:lnTo>
                    <a:pt x="21362" y="38634"/>
                  </a:lnTo>
                  <a:lnTo>
                    <a:pt x="21364" y="39689"/>
                  </a:lnTo>
                  <a:lnTo>
                    <a:pt x="21367" y="40744"/>
                  </a:lnTo>
                  <a:lnTo>
                    <a:pt x="21370" y="41799"/>
                  </a:lnTo>
                  <a:lnTo>
                    <a:pt x="21374" y="42854"/>
                  </a:lnTo>
                  <a:lnTo>
                    <a:pt x="21378" y="43909"/>
                  </a:lnTo>
                  <a:lnTo>
                    <a:pt x="21383" y="44964"/>
                  </a:lnTo>
                  <a:lnTo>
                    <a:pt x="21388" y="46019"/>
                  </a:lnTo>
                  <a:lnTo>
                    <a:pt x="21393" y="47073"/>
                  </a:lnTo>
                  <a:lnTo>
                    <a:pt x="21398" y="48128"/>
                  </a:lnTo>
                  <a:lnTo>
                    <a:pt x="21403" y="49184"/>
                  </a:lnTo>
                  <a:lnTo>
                    <a:pt x="21406" y="50374"/>
                  </a:lnTo>
                  <a:lnTo>
                    <a:pt x="21409" y="51565"/>
                  </a:lnTo>
                  <a:lnTo>
                    <a:pt x="21412" y="52756"/>
                  </a:lnTo>
                  <a:lnTo>
                    <a:pt x="21415" y="53946"/>
                  </a:lnTo>
                  <a:lnTo>
                    <a:pt x="21418" y="55137"/>
                  </a:lnTo>
                  <a:lnTo>
                    <a:pt x="21421" y="56328"/>
                  </a:lnTo>
                  <a:lnTo>
                    <a:pt x="21423" y="57423"/>
                  </a:lnTo>
                  <a:lnTo>
                    <a:pt x="21427" y="58519"/>
                  </a:lnTo>
                  <a:lnTo>
                    <a:pt x="21430" y="59615"/>
                  </a:lnTo>
                  <a:lnTo>
                    <a:pt x="21433" y="60711"/>
                  </a:lnTo>
                  <a:lnTo>
                    <a:pt x="21437" y="61806"/>
                  </a:lnTo>
                  <a:lnTo>
                    <a:pt x="21440" y="62902"/>
                  </a:lnTo>
                  <a:lnTo>
                    <a:pt x="21444" y="63998"/>
                  </a:lnTo>
                  <a:lnTo>
                    <a:pt x="21448" y="65093"/>
                  </a:lnTo>
                  <a:lnTo>
                    <a:pt x="21453" y="66189"/>
                  </a:lnTo>
                  <a:lnTo>
                    <a:pt x="21457" y="67285"/>
                  </a:lnTo>
                  <a:lnTo>
                    <a:pt x="21462" y="68380"/>
                  </a:lnTo>
                  <a:lnTo>
                    <a:pt x="21466" y="69476"/>
                  </a:lnTo>
                  <a:lnTo>
                    <a:pt x="21471" y="70572"/>
                  </a:lnTo>
                  <a:lnTo>
                    <a:pt x="21476" y="71667"/>
                  </a:lnTo>
                  <a:lnTo>
                    <a:pt x="21481" y="72763"/>
                  </a:lnTo>
                  <a:lnTo>
                    <a:pt x="21486" y="73859"/>
                  </a:lnTo>
                  <a:lnTo>
                    <a:pt x="21341" y="73422"/>
                  </a:lnTo>
                  <a:lnTo>
                    <a:pt x="21152" y="72857"/>
                  </a:lnTo>
                  <a:lnTo>
                    <a:pt x="20795" y="71786"/>
                  </a:lnTo>
                  <a:lnTo>
                    <a:pt x="20144" y="69830"/>
                  </a:lnTo>
                  <a:lnTo>
                    <a:pt x="19707" y="69976"/>
                  </a:lnTo>
                  <a:lnTo>
                    <a:pt x="19141" y="70164"/>
                  </a:lnTo>
                  <a:lnTo>
                    <a:pt x="18070" y="70522"/>
                  </a:lnTo>
                  <a:lnTo>
                    <a:pt x="16115" y="71173"/>
                  </a:lnTo>
                  <a:lnTo>
                    <a:pt x="15526" y="70281"/>
                  </a:lnTo>
                  <a:lnTo>
                    <a:pt x="14961" y="69379"/>
                  </a:lnTo>
                  <a:lnTo>
                    <a:pt x="14419" y="68467"/>
                  </a:lnTo>
                  <a:lnTo>
                    <a:pt x="13899" y="67545"/>
                  </a:lnTo>
                  <a:lnTo>
                    <a:pt x="13400" y="66614"/>
                  </a:lnTo>
                  <a:lnTo>
                    <a:pt x="12921" y="65674"/>
                  </a:lnTo>
                  <a:lnTo>
                    <a:pt x="12461" y="64726"/>
                  </a:lnTo>
                  <a:lnTo>
                    <a:pt x="12020" y="63770"/>
                  </a:lnTo>
                  <a:lnTo>
                    <a:pt x="11596" y="62807"/>
                  </a:lnTo>
                  <a:lnTo>
                    <a:pt x="11188" y="61836"/>
                  </a:lnTo>
                  <a:lnTo>
                    <a:pt x="10797" y="60859"/>
                  </a:lnTo>
                  <a:lnTo>
                    <a:pt x="10420" y="59875"/>
                  </a:lnTo>
                  <a:lnTo>
                    <a:pt x="10057" y="58886"/>
                  </a:lnTo>
                  <a:lnTo>
                    <a:pt x="9707" y="57891"/>
                  </a:lnTo>
                  <a:lnTo>
                    <a:pt x="9369" y="56891"/>
                  </a:lnTo>
                  <a:lnTo>
                    <a:pt x="9043" y="55886"/>
                  </a:lnTo>
                  <a:lnTo>
                    <a:pt x="8727" y="54877"/>
                  </a:lnTo>
                  <a:lnTo>
                    <a:pt x="8420" y="53865"/>
                  </a:lnTo>
                  <a:lnTo>
                    <a:pt x="8122" y="52849"/>
                  </a:lnTo>
                  <a:lnTo>
                    <a:pt x="7832" y="51830"/>
                  </a:lnTo>
                  <a:lnTo>
                    <a:pt x="7549" y="50808"/>
                  </a:lnTo>
                  <a:lnTo>
                    <a:pt x="7272" y="49784"/>
                  </a:lnTo>
                  <a:lnTo>
                    <a:pt x="7000" y="48759"/>
                  </a:lnTo>
                  <a:lnTo>
                    <a:pt x="6732" y="47732"/>
                  </a:lnTo>
                  <a:lnTo>
                    <a:pt x="6467" y="46704"/>
                  </a:lnTo>
                  <a:lnTo>
                    <a:pt x="6205" y="45675"/>
                  </a:lnTo>
                  <a:lnTo>
                    <a:pt x="5944" y="44647"/>
                  </a:lnTo>
                  <a:lnTo>
                    <a:pt x="5684" y="43618"/>
                  </a:lnTo>
                  <a:lnTo>
                    <a:pt x="5424" y="42591"/>
                  </a:lnTo>
                  <a:lnTo>
                    <a:pt x="5162" y="41564"/>
                  </a:lnTo>
                  <a:lnTo>
                    <a:pt x="4899" y="40539"/>
                  </a:lnTo>
                  <a:lnTo>
                    <a:pt x="4375" y="38820"/>
                  </a:lnTo>
                  <a:lnTo>
                    <a:pt x="3970" y="37801"/>
                  </a:lnTo>
                  <a:lnTo>
                    <a:pt x="3476" y="37081"/>
                  </a:lnTo>
                  <a:lnTo>
                    <a:pt x="2686" y="36258"/>
                  </a:lnTo>
                  <a:lnTo>
                    <a:pt x="2663" y="35139"/>
                  </a:lnTo>
                  <a:lnTo>
                    <a:pt x="2649" y="34020"/>
                  </a:lnTo>
                  <a:lnTo>
                    <a:pt x="2644" y="32901"/>
                  </a:lnTo>
                  <a:lnTo>
                    <a:pt x="2648" y="31782"/>
                  </a:lnTo>
                  <a:lnTo>
                    <a:pt x="2662" y="30663"/>
                  </a:lnTo>
                  <a:lnTo>
                    <a:pt x="2686" y="29544"/>
                  </a:lnTo>
                  <a:lnTo>
                    <a:pt x="1353" y="29544"/>
                  </a:lnTo>
                  <a:lnTo>
                    <a:pt x="0" y="29544"/>
                  </a:lnTo>
                  <a:lnTo>
                    <a:pt x="0" y="28404"/>
                  </a:lnTo>
                  <a:lnTo>
                    <a:pt x="0" y="27263"/>
                  </a:lnTo>
                  <a:lnTo>
                    <a:pt x="0" y="26119"/>
                  </a:lnTo>
                  <a:lnTo>
                    <a:pt x="0" y="24971"/>
                  </a:lnTo>
                  <a:lnTo>
                    <a:pt x="0" y="23817"/>
                  </a:lnTo>
                  <a:lnTo>
                    <a:pt x="0" y="22656"/>
                  </a:lnTo>
                  <a:lnTo>
                    <a:pt x="0" y="21487"/>
                  </a:lnTo>
                  <a:lnTo>
                    <a:pt x="1333" y="21487"/>
                  </a:lnTo>
                  <a:lnTo>
                    <a:pt x="2686" y="21487"/>
                  </a:lnTo>
                  <a:lnTo>
                    <a:pt x="3223" y="22874"/>
                  </a:lnTo>
                  <a:lnTo>
                    <a:pt x="3767" y="24282"/>
                  </a:lnTo>
                  <a:lnTo>
                    <a:pt x="4242" y="25494"/>
                  </a:lnTo>
                  <a:lnTo>
                    <a:pt x="4720" y="26713"/>
                  </a:lnTo>
                  <a:lnTo>
                    <a:pt x="5204" y="27949"/>
                  </a:lnTo>
                  <a:lnTo>
                    <a:pt x="5672" y="29150"/>
                  </a:lnTo>
                  <a:lnTo>
                    <a:pt x="6143" y="30359"/>
                  </a:lnTo>
                  <a:lnTo>
                    <a:pt x="6621" y="31585"/>
                  </a:lnTo>
                  <a:lnTo>
                    <a:pt x="7100" y="32692"/>
                  </a:lnTo>
                  <a:lnTo>
                    <a:pt x="7493" y="33573"/>
                  </a:lnTo>
                  <a:lnTo>
                    <a:pt x="7848" y="34315"/>
                  </a:lnTo>
                  <a:lnTo>
                    <a:pt x="8214" y="35003"/>
                  </a:lnTo>
                  <a:lnTo>
                    <a:pt x="8638" y="35723"/>
                  </a:lnTo>
                  <a:lnTo>
                    <a:pt x="9168" y="36563"/>
                  </a:lnTo>
                  <a:lnTo>
                    <a:pt x="9854" y="37608"/>
                  </a:lnTo>
                  <a:lnTo>
                    <a:pt x="10743" y="38944"/>
                  </a:lnTo>
                  <a:lnTo>
                    <a:pt x="11057" y="40076"/>
                  </a:lnTo>
                  <a:lnTo>
                    <a:pt x="11361" y="41211"/>
                  </a:lnTo>
                  <a:lnTo>
                    <a:pt x="11656" y="42348"/>
                  </a:lnTo>
                  <a:lnTo>
                    <a:pt x="11943" y="43488"/>
                  </a:lnTo>
                  <a:lnTo>
                    <a:pt x="12222" y="44630"/>
                  </a:lnTo>
                  <a:lnTo>
                    <a:pt x="12494" y="45773"/>
                  </a:lnTo>
                  <a:lnTo>
                    <a:pt x="12758" y="46918"/>
                  </a:lnTo>
                  <a:lnTo>
                    <a:pt x="13019" y="48039"/>
                  </a:lnTo>
                  <a:lnTo>
                    <a:pt x="13288" y="49136"/>
                  </a:lnTo>
                  <a:lnTo>
                    <a:pt x="13566" y="50211"/>
                  </a:lnTo>
                  <a:lnTo>
                    <a:pt x="13856" y="51267"/>
                  </a:lnTo>
                  <a:lnTo>
                    <a:pt x="14162" y="52308"/>
                  </a:lnTo>
                  <a:lnTo>
                    <a:pt x="14485" y="53336"/>
                  </a:lnTo>
                  <a:lnTo>
                    <a:pt x="14828" y="54355"/>
                  </a:lnTo>
                  <a:lnTo>
                    <a:pt x="15194" y="55366"/>
                  </a:lnTo>
                  <a:lnTo>
                    <a:pt x="15585" y="56374"/>
                  </a:lnTo>
                  <a:lnTo>
                    <a:pt x="16005" y="57382"/>
                  </a:lnTo>
                  <a:lnTo>
                    <a:pt x="16455" y="58392"/>
                  </a:lnTo>
                  <a:lnTo>
                    <a:pt x="16938" y="59407"/>
                  </a:lnTo>
                  <a:lnTo>
                    <a:pt x="17458" y="60430"/>
                  </a:lnTo>
                  <a:lnTo>
                    <a:pt x="17485" y="59259"/>
                  </a:lnTo>
                  <a:lnTo>
                    <a:pt x="17511" y="58081"/>
                  </a:lnTo>
                  <a:lnTo>
                    <a:pt x="17538" y="56886"/>
                  </a:lnTo>
                  <a:lnTo>
                    <a:pt x="17565" y="55779"/>
                  </a:lnTo>
                  <a:lnTo>
                    <a:pt x="17592" y="54672"/>
                  </a:lnTo>
                  <a:lnTo>
                    <a:pt x="17620" y="53565"/>
                  </a:lnTo>
                  <a:lnTo>
                    <a:pt x="17648" y="52458"/>
                  </a:lnTo>
                  <a:lnTo>
                    <a:pt x="17676" y="51351"/>
                  </a:lnTo>
                  <a:lnTo>
                    <a:pt x="17705" y="50244"/>
                  </a:lnTo>
                  <a:lnTo>
                    <a:pt x="17734" y="49137"/>
                  </a:lnTo>
                  <a:lnTo>
                    <a:pt x="17763" y="48030"/>
                  </a:lnTo>
                  <a:lnTo>
                    <a:pt x="17793" y="46923"/>
                  </a:lnTo>
                  <a:lnTo>
                    <a:pt x="17823" y="45816"/>
                  </a:lnTo>
                  <a:lnTo>
                    <a:pt x="17853" y="44709"/>
                  </a:lnTo>
                  <a:lnTo>
                    <a:pt x="17883" y="43603"/>
                  </a:lnTo>
                  <a:lnTo>
                    <a:pt x="17914" y="42463"/>
                  </a:lnTo>
                  <a:lnTo>
                    <a:pt x="17943" y="41323"/>
                  </a:lnTo>
                  <a:lnTo>
                    <a:pt x="17971" y="40183"/>
                  </a:lnTo>
                  <a:lnTo>
                    <a:pt x="17998" y="39043"/>
                  </a:lnTo>
                  <a:lnTo>
                    <a:pt x="18024" y="37903"/>
                  </a:lnTo>
                  <a:lnTo>
                    <a:pt x="18085" y="35231"/>
                  </a:lnTo>
                  <a:lnTo>
                    <a:pt x="18143" y="32702"/>
                  </a:lnTo>
                  <a:lnTo>
                    <a:pt x="18199" y="30313"/>
                  </a:lnTo>
                  <a:lnTo>
                    <a:pt x="18253" y="28059"/>
                  </a:lnTo>
                  <a:lnTo>
                    <a:pt x="18306" y="25935"/>
                  </a:lnTo>
                  <a:lnTo>
                    <a:pt x="18359" y="23937"/>
                  </a:lnTo>
                  <a:lnTo>
                    <a:pt x="18411" y="22061"/>
                  </a:lnTo>
                  <a:lnTo>
                    <a:pt x="18464" y="20302"/>
                  </a:lnTo>
                  <a:lnTo>
                    <a:pt x="18519" y="18655"/>
                  </a:lnTo>
                  <a:lnTo>
                    <a:pt x="18575" y="17117"/>
                  </a:lnTo>
                  <a:lnTo>
                    <a:pt x="18633" y="15681"/>
                  </a:lnTo>
                  <a:lnTo>
                    <a:pt x="18694" y="14345"/>
                  </a:lnTo>
                  <a:lnTo>
                    <a:pt x="18759" y="13104"/>
                  </a:lnTo>
                  <a:lnTo>
                    <a:pt x="18828" y="11952"/>
                  </a:lnTo>
                  <a:lnTo>
                    <a:pt x="18901" y="10886"/>
                  </a:lnTo>
                  <a:lnTo>
                    <a:pt x="18980" y="9902"/>
                  </a:lnTo>
                  <a:lnTo>
                    <a:pt x="19064" y="8993"/>
                  </a:lnTo>
                  <a:lnTo>
                    <a:pt x="19154" y="8157"/>
                  </a:lnTo>
                  <a:lnTo>
                    <a:pt x="19252" y="7389"/>
                  </a:lnTo>
                  <a:lnTo>
                    <a:pt x="19357" y="6683"/>
                  </a:lnTo>
                  <a:lnTo>
                    <a:pt x="19470" y="6037"/>
                  </a:lnTo>
                  <a:lnTo>
                    <a:pt x="19591" y="5444"/>
                  </a:lnTo>
                  <a:lnTo>
                    <a:pt x="19722" y="4901"/>
                  </a:lnTo>
                  <a:lnTo>
                    <a:pt x="19862" y="4403"/>
                  </a:lnTo>
                  <a:lnTo>
                    <a:pt x="20012" y="3946"/>
                  </a:lnTo>
                  <a:lnTo>
                    <a:pt x="20174" y="3526"/>
                  </a:lnTo>
                  <a:lnTo>
                    <a:pt x="20347" y="3136"/>
                  </a:lnTo>
                  <a:lnTo>
                    <a:pt x="20532" y="2774"/>
                  </a:lnTo>
                  <a:lnTo>
                    <a:pt x="20729" y="2435"/>
                  </a:lnTo>
                  <a:lnTo>
                    <a:pt x="20940" y="2114"/>
                  </a:lnTo>
                  <a:lnTo>
                    <a:pt x="21164" y="1807"/>
                  </a:lnTo>
                  <a:lnTo>
                    <a:pt x="21403" y="1509"/>
                  </a:lnTo>
                  <a:lnTo>
                    <a:pt x="21656" y="1216"/>
                  </a:lnTo>
                  <a:lnTo>
                    <a:pt x="21925" y="923"/>
                  </a:lnTo>
                  <a:lnTo>
                    <a:pt x="22210" y="625"/>
                  </a:lnTo>
                  <a:lnTo>
                    <a:pt x="22511" y="320"/>
                  </a:lnTo>
                  <a:lnTo>
                    <a:pt x="22829" y="0"/>
                  </a:ln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8" name="region 136 #9C9D9D"/>
            <p:cNvSpPr/>
            <p:nvPr/>
          </p:nvSpPr>
          <p:spPr>
            <a:xfrm>
              <a:off x="1820949" y="449865"/>
              <a:ext cx="34915" cy="53716"/>
            </a:xfrm>
            <a:custGeom>
              <a:avLst/>
              <a:gdLst/>
              <a:ahLst/>
              <a:cxnLst/>
              <a:rect l="l" t="t" r="r" b="b"/>
              <a:pathLst>
                <a:path w="34915" h="53716">
                  <a:moveTo>
                    <a:pt x="2686" y="0"/>
                  </a:moveTo>
                  <a:lnTo>
                    <a:pt x="3683" y="665"/>
                  </a:lnTo>
                  <a:lnTo>
                    <a:pt x="4685" y="1333"/>
                  </a:lnTo>
                  <a:lnTo>
                    <a:pt x="5694" y="2006"/>
                  </a:lnTo>
                  <a:lnTo>
                    <a:pt x="6714" y="2686"/>
                  </a:lnTo>
                  <a:lnTo>
                    <a:pt x="6714" y="4019"/>
                  </a:lnTo>
                  <a:lnTo>
                    <a:pt x="6714" y="5372"/>
                  </a:lnTo>
                  <a:lnTo>
                    <a:pt x="8047" y="5372"/>
                  </a:lnTo>
                  <a:lnTo>
                    <a:pt x="9400" y="5372"/>
                  </a:lnTo>
                  <a:lnTo>
                    <a:pt x="9400" y="6705"/>
                  </a:lnTo>
                  <a:lnTo>
                    <a:pt x="9400" y="8058"/>
                  </a:lnTo>
                  <a:lnTo>
                    <a:pt x="10900" y="8432"/>
                  </a:lnTo>
                  <a:lnTo>
                    <a:pt x="12421" y="8812"/>
                  </a:lnTo>
                  <a:lnTo>
                    <a:pt x="13576" y="9459"/>
                  </a:lnTo>
                  <a:lnTo>
                    <a:pt x="14579" y="10111"/>
                  </a:lnTo>
                  <a:lnTo>
                    <a:pt x="15450" y="10778"/>
                  </a:lnTo>
                  <a:lnTo>
                    <a:pt x="16212" y="11471"/>
                  </a:lnTo>
                  <a:lnTo>
                    <a:pt x="16885" y="12201"/>
                  </a:lnTo>
                  <a:lnTo>
                    <a:pt x="17492" y="12976"/>
                  </a:lnTo>
                  <a:lnTo>
                    <a:pt x="18053" y="13807"/>
                  </a:lnTo>
                  <a:lnTo>
                    <a:pt x="18589" y="14705"/>
                  </a:lnTo>
                  <a:lnTo>
                    <a:pt x="19122" y="15679"/>
                  </a:lnTo>
                  <a:lnTo>
                    <a:pt x="19673" y="16740"/>
                  </a:lnTo>
                  <a:lnTo>
                    <a:pt x="20264" y="17898"/>
                  </a:lnTo>
                  <a:lnTo>
                    <a:pt x="20878" y="19012"/>
                  </a:lnTo>
                  <a:lnTo>
                    <a:pt x="21367" y="19804"/>
                  </a:lnTo>
                  <a:lnTo>
                    <a:pt x="21897" y="20489"/>
                  </a:lnTo>
                  <a:lnTo>
                    <a:pt x="22637" y="21286"/>
                  </a:lnTo>
                  <a:lnTo>
                    <a:pt x="23753" y="22410"/>
                  </a:lnTo>
                  <a:lnTo>
                    <a:pt x="24618" y="23292"/>
                  </a:lnTo>
                  <a:lnTo>
                    <a:pt x="25177" y="23969"/>
                  </a:lnTo>
                  <a:lnTo>
                    <a:pt x="25547" y="24658"/>
                  </a:lnTo>
                  <a:lnTo>
                    <a:pt x="25844" y="25576"/>
                  </a:lnTo>
                  <a:lnTo>
                    <a:pt x="26186" y="26941"/>
                  </a:lnTo>
                  <a:lnTo>
                    <a:pt x="26446" y="27913"/>
                  </a:lnTo>
                  <a:lnTo>
                    <a:pt x="26707" y="28658"/>
                  </a:lnTo>
                  <a:lnTo>
                    <a:pt x="27049" y="29270"/>
                  </a:lnTo>
                  <a:lnTo>
                    <a:pt x="27556" y="29840"/>
                  </a:lnTo>
                  <a:lnTo>
                    <a:pt x="28310" y="30462"/>
                  </a:lnTo>
                  <a:lnTo>
                    <a:pt x="29392" y="31227"/>
                  </a:lnTo>
                  <a:lnTo>
                    <a:pt x="30886" y="32229"/>
                  </a:lnTo>
                  <a:lnTo>
                    <a:pt x="30886" y="33293"/>
                  </a:lnTo>
                  <a:lnTo>
                    <a:pt x="30886" y="34360"/>
                  </a:lnTo>
                  <a:lnTo>
                    <a:pt x="30886" y="35432"/>
                  </a:lnTo>
                  <a:lnTo>
                    <a:pt x="30886" y="36511"/>
                  </a:lnTo>
                  <a:lnTo>
                    <a:pt x="30886" y="37601"/>
                  </a:lnTo>
                  <a:lnTo>
                    <a:pt x="32217" y="37601"/>
                  </a:lnTo>
                  <a:lnTo>
                    <a:pt x="33557" y="37601"/>
                  </a:lnTo>
                  <a:lnTo>
                    <a:pt x="34915" y="37601"/>
                  </a:lnTo>
                  <a:lnTo>
                    <a:pt x="34915" y="38932"/>
                  </a:lnTo>
                  <a:lnTo>
                    <a:pt x="34915" y="40272"/>
                  </a:lnTo>
                  <a:lnTo>
                    <a:pt x="34915" y="41630"/>
                  </a:lnTo>
                  <a:lnTo>
                    <a:pt x="33584" y="41630"/>
                  </a:lnTo>
                  <a:lnTo>
                    <a:pt x="32244" y="41630"/>
                  </a:lnTo>
                  <a:lnTo>
                    <a:pt x="30886" y="41630"/>
                  </a:lnTo>
                  <a:lnTo>
                    <a:pt x="30886" y="42961"/>
                  </a:lnTo>
                  <a:lnTo>
                    <a:pt x="30886" y="44301"/>
                  </a:lnTo>
                  <a:lnTo>
                    <a:pt x="30886" y="45658"/>
                  </a:lnTo>
                  <a:lnTo>
                    <a:pt x="29553" y="45658"/>
                  </a:lnTo>
                  <a:lnTo>
                    <a:pt x="28200" y="45658"/>
                  </a:lnTo>
                  <a:lnTo>
                    <a:pt x="27659" y="46908"/>
                  </a:lnTo>
                  <a:lnTo>
                    <a:pt x="27110" y="48176"/>
                  </a:lnTo>
                  <a:lnTo>
                    <a:pt x="26507" y="49241"/>
                  </a:lnTo>
                  <a:lnTo>
                    <a:pt x="26002" y="50053"/>
                  </a:lnTo>
                  <a:lnTo>
                    <a:pt x="25495" y="50709"/>
                  </a:lnTo>
                  <a:lnTo>
                    <a:pt x="24888" y="51306"/>
                  </a:lnTo>
                  <a:lnTo>
                    <a:pt x="24084" y="51942"/>
                  </a:lnTo>
                  <a:lnTo>
                    <a:pt x="22982" y="52713"/>
                  </a:lnTo>
                  <a:lnTo>
                    <a:pt x="21486" y="53716"/>
                  </a:lnTo>
                  <a:lnTo>
                    <a:pt x="21840" y="53131"/>
                  </a:lnTo>
                  <a:lnTo>
                    <a:pt x="22912" y="51366"/>
                  </a:lnTo>
                  <a:lnTo>
                    <a:pt x="23394" y="50099"/>
                  </a:lnTo>
                  <a:lnTo>
                    <a:pt x="23697" y="49027"/>
                  </a:lnTo>
                  <a:lnTo>
                    <a:pt x="23841" y="48084"/>
                  </a:lnTo>
                  <a:lnTo>
                    <a:pt x="23843" y="47203"/>
                  </a:lnTo>
                  <a:lnTo>
                    <a:pt x="23724" y="46318"/>
                  </a:lnTo>
                  <a:lnTo>
                    <a:pt x="23503" y="45363"/>
                  </a:lnTo>
                  <a:lnTo>
                    <a:pt x="23198" y="44270"/>
                  </a:lnTo>
                  <a:lnTo>
                    <a:pt x="22829" y="42973"/>
                  </a:lnTo>
                  <a:lnTo>
                    <a:pt x="22879" y="41925"/>
                  </a:lnTo>
                  <a:lnTo>
                    <a:pt x="22929" y="40875"/>
                  </a:lnTo>
                  <a:lnTo>
                    <a:pt x="22979" y="39820"/>
                  </a:lnTo>
                  <a:lnTo>
                    <a:pt x="23030" y="38757"/>
                  </a:lnTo>
                  <a:lnTo>
                    <a:pt x="23081" y="37684"/>
                  </a:lnTo>
                  <a:lnTo>
                    <a:pt x="23061" y="36412"/>
                  </a:lnTo>
                  <a:lnTo>
                    <a:pt x="22980" y="35254"/>
                  </a:lnTo>
                  <a:lnTo>
                    <a:pt x="22835" y="34194"/>
                  </a:lnTo>
                  <a:lnTo>
                    <a:pt x="22625" y="33215"/>
                  </a:lnTo>
                  <a:lnTo>
                    <a:pt x="22347" y="32303"/>
                  </a:lnTo>
                  <a:lnTo>
                    <a:pt x="22001" y="31442"/>
                  </a:lnTo>
                  <a:lnTo>
                    <a:pt x="21582" y="30616"/>
                  </a:lnTo>
                  <a:lnTo>
                    <a:pt x="21091" y="29809"/>
                  </a:lnTo>
                  <a:lnTo>
                    <a:pt x="20523" y="29006"/>
                  </a:lnTo>
                  <a:lnTo>
                    <a:pt x="19879" y="28190"/>
                  </a:lnTo>
                  <a:lnTo>
                    <a:pt x="19154" y="27347"/>
                  </a:lnTo>
                  <a:lnTo>
                    <a:pt x="18347" y="26461"/>
                  </a:lnTo>
                  <a:lnTo>
                    <a:pt x="17457" y="25515"/>
                  </a:lnTo>
                  <a:lnTo>
                    <a:pt x="16781" y="24644"/>
                  </a:lnTo>
                  <a:lnTo>
                    <a:pt x="16106" y="23771"/>
                  </a:lnTo>
                  <a:lnTo>
                    <a:pt x="15433" y="22897"/>
                  </a:lnTo>
                  <a:lnTo>
                    <a:pt x="14762" y="22022"/>
                  </a:lnTo>
                  <a:lnTo>
                    <a:pt x="14092" y="21145"/>
                  </a:lnTo>
                  <a:lnTo>
                    <a:pt x="13424" y="20268"/>
                  </a:lnTo>
                  <a:lnTo>
                    <a:pt x="12757" y="19389"/>
                  </a:lnTo>
                  <a:lnTo>
                    <a:pt x="12097" y="18528"/>
                  </a:lnTo>
                  <a:lnTo>
                    <a:pt x="11438" y="17685"/>
                  </a:lnTo>
                  <a:lnTo>
                    <a:pt x="10778" y="16856"/>
                  </a:lnTo>
                  <a:lnTo>
                    <a:pt x="10113" y="16041"/>
                  </a:lnTo>
                  <a:lnTo>
                    <a:pt x="9441" y="15239"/>
                  </a:lnTo>
                  <a:lnTo>
                    <a:pt x="8759" y="14449"/>
                  </a:lnTo>
                  <a:lnTo>
                    <a:pt x="8062" y="13668"/>
                  </a:lnTo>
                  <a:lnTo>
                    <a:pt x="7349" y="12897"/>
                  </a:lnTo>
                  <a:lnTo>
                    <a:pt x="6616" y="12133"/>
                  </a:lnTo>
                  <a:lnTo>
                    <a:pt x="5860" y="11375"/>
                  </a:lnTo>
                  <a:lnTo>
                    <a:pt x="5077" y="10622"/>
                  </a:lnTo>
                  <a:lnTo>
                    <a:pt x="4192" y="9661"/>
                  </a:lnTo>
                  <a:lnTo>
                    <a:pt x="3557" y="8898"/>
                  </a:lnTo>
                  <a:lnTo>
                    <a:pt x="3132" y="8219"/>
                  </a:lnTo>
                  <a:lnTo>
                    <a:pt x="2874" y="7508"/>
                  </a:lnTo>
                  <a:lnTo>
                    <a:pt x="2741" y="6649"/>
                  </a:lnTo>
                  <a:lnTo>
                    <a:pt x="2693" y="5528"/>
                  </a:lnTo>
                  <a:lnTo>
                    <a:pt x="2686" y="4029"/>
                  </a:lnTo>
                  <a:lnTo>
                    <a:pt x="1353" y="4029"/>
                  </a:lnTo>
                  <a:lnTo>
                    <a:pt x="0" y="4029"/>
                  </a:lnTo>
                  <a:lnTo>
                    <a:pt x="797" y="2455"/>
                  </a:lnTo>
                  <a:lnTo>
                    <a:pt x="1343" y="1511"/>
                  </a:lnTo>
                  <a:lnTo>
                    <a:pt x="1888" y="819"/>
                  </a:lnTo>
                  <a:lnTo>
                    <a:pt x="2686" y="0"/>
                  </a:lnTo>
                  <a:close/>
                </a:path>
              </a:pathLst>
            </a:custGeom>
            <a:solidFill>
              <a:srgbClr val="9C9D9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9" name="region 137 #9D8876"/>
            <p:cNvSpPr/>
            <p:nvPr/>
          </p:nvSpPr>
          <p:spPr>
            <a:xfrm>
              <a:off x="1475812" y="190689"/>
              <a:ext cx="60446" cy="29543"/>
            </a:xfrm>
            <a:custGeom>
              <a:avLst/>
              <a:gdLst/>
              <a:ahLst/>
              <a:cxnLst/>
              <a:rect l="l" t="t" r="r" b="b"/>
              <a:pathLst>
                <a:path w="60446" h="29543">
                  <a:moveTo>
                    <a:pt x="2702" y="0"/>
                  </a:moveTo>
                  <a:lnTo>
                    <a:pt x="4033" y="0"/>
                  </a:lnTo>
                  <a:lnTo>
                    <a:pt x="5372" y="0"/>
                  </a:lnTo>
                  <a:lnTo>
                    <a:pt x="6730" y="0"/>
                  </a:lnTo>
                  <a:lnTo>
                    <a:pt x="6526" y="1023"/>
                  </a:lnTo>
                  <a:lnTo>
                    <a:pt x="6321" y="2046"/>
                  </a:lnTo>
                  <a:lnTo>
                    <a:pt x="6116" y="3070"/>
                  </a:lnTo>
                  <a:lnTo>
                    <a:pt x="5911" y="4094"/>
                  </a:lnTo>
                  <a:lnTo>
                    <a:pt x="5706" y="5121"/>
                  </a:lnTo>
                  <a:lnTo>
                    <a:pt x="5500" y="6149"/>
                  </a:lnTo>
                  <a:lnTo>
                    <a:pt x="5294" y="7179"/>
                  </a:lnTo>
                  <a:lnTo>
                    <a:pt x="5088" y="8212"/>
                  </a:lnTo>
                  <a:lnTo>
                    <a:pt x="4881" y="9248"/>
                  </a:lnTo>
                  <a:lnTo>
                    <a:pt x="4673" y="10288"/>
                  </a:lnTo>
                  <a:lnTo>
                    <a:pt x="4464" y="11330"/>
                  </a:lnTo>
                  <a:lnTo>
                    <a:pt x="4255" y="12377"/>
                  </a:lnTo>
                  <a:lnTo>
                    <a:pt x="4045" y="13429"/>
                  </a:lnTo>
                  <a:lnTo>
                    <a:pt x="5167" y="13382"/>
                  </a:lnTo>
                  <a:lnTo>
                    <a:pt x="6294" y="13335"/>
                  </a:lnTo>
                  <a:lnTo>
                    <a:pt x="7429" y="13287"/>
                  </a:lnTo>
                  <a:lnTo>
                    <a:pt x="8577" y="13239"/>
                  </a:lnTo>
                  <a:lnTo>
                    <a:pt x="9631" y="13210"/>
                  </a:lnTo>
                  <a:lnTo>
                    <a:pt x="10688" y="13184"/>
                  </a:lnTo>
                  <a:lnTo>
                    <a:pt x="11746" y="13162"/>
                  </a:lnTo>
                  <a:lnTo>
                    <a:pt x="12807" y="13143"/>
                  </a:lnTo>
                  <a:lnTo>
                    <a:pt x="13868" y="13129"/>
                  </a:lnTo>
                  <a:lnTo>
                    <a:pt x="14931" y="13119"/>
                  </a:lnTo>
                  <a:lnTo>
                    <a:pt x="15995" y="13115"/>
                  </a:lnTo>
                  <a:lnTo>
                    <a:pt x="17059" y="13117"/>
                  </a:lnTo>
                  <a:lnTo>
                    <a:pt x="18124" y="13126"/>
                  </a:lnTo>
                  <a:lnTo>
                    <a:pt x="19188" y="13141"/>
                  </a:lnTo>
                  <a:lnTo>
                    <a:pt x="20253" y="13164"/>
                  </a:lnTo>
                  <a:lnTo>
                    <a:pt x="21317" y="13194"/>
                  </a:lnTo>
                  <a:lnTo>
                    <a:pt x="22381" y="13233"/>
                  </a:lnTo>
                  <a:lnTo>
                    <a:pt x="23443" y="13281"/>
                  </a:lnTo>
                  <a:lnTo>
                    <a:pt x="24504" y="13338"/>
                  </a:lnTo>
                  <a:lnTo>
                    <a:pt x="25564" y="13404"/>
                  </a:lnTo>
                  <a:lnTo>
                    <a:pt x="26622" y="13482"/>
                  </a:lnTo>
                  <a:lnTo>
                    <a:pt x="27678" y="13569"/>
                  </a:lnTo>
                  <a:lnTo>
                    <a:pt x="28732" y="13669"/>
                  </a:lnTo>
                  <a:lnTo>
                    <a:pt x="29784" y="13780"/>
                  </a:lnTo>
                  <a:lnTo>
                    <a:pt x="30832" y="13903"/>
                  </a:lnTo>
                  <a:lnTo>
                    <a:pt x="31878" y="14039"/>
                  </a:lnTo>
                  <a:lnTo>
                    <a:pt x="32920" y="14188"/>
                  </a:lnTo>
                  <a:lnTo>
                    <a:pt x="33958" y="14352"/>
                  </a:lnTo>
                  <a:lnTo>
                    <a:pt x="34993" y="14529"/>
                  </a:lnTo>
                  <a:lnTo>
                    <a:pt x="36024" y="14721"/>
                  </a:lnTo>
                  <a:lnTo>
                    <a:pt x="37050" y="14928"/>
                  </a:lnTo>
                  <a:lnTo>
                    <a:pt x="38072" y="15151"/>
                  </a:lnTo>
                  <a:lnTo>
                    <a:pt x="39089" y="15390"/>
                  </a:lnTo>
                  <a:lnTo>
                    <a:pt x="40100" y="15646"/>
                  </a:lnTo>
                  <a:lnTo>
                    <a:pt x="41107" y="15919"/>
                  </a:lnTo>
                  <a:lnTo>
                    <a:pt x="42107" y="16210"/>
                  </a:lnTo>
                  <a:lnTo>
                    <a:pt x="43102" y="16519"/>
                  </a:lnTo>
                  <a:lnTo>
                    <a:pt x="44090" y="16846"/>
                  </a:lnTo>
                  <a:lnTo>
                    <a:pt x="45072" y="17193"/>
                  </a:lnTo>
                  <a:lnTo>
                    <a:pt x="46048" y="17559"/>
                  </a:lnTo>
                  <a:lnTo>
                    <a:pt x="47016" y="17945"/>
                  </a:lnTo>
                  <a:lnTo>
                    <a:pt x="47977" y="18352"/>
                  </a:lnTo>
                  <a:lnTo>
                    <a:pt x="48931" y="18780"/>
                  </a:lnTo>
                  <a:lnTo>
                    <a:pt x="49877" y="19230"/>
                  </a:lnTo>
                  <a:lnTo>
                    <a:pt x="50814" y="19702"/>
                  </a:lnTo>
                  <a:lnTo>
                    <a:pt x="51744" y="20196"/>
                  </a:lnTo>
                  <a:lnTo>
                    <a:pt x="52665" y="20713"/>
                  </a:lnTo>
                  <a:lnTo>
                    <a:pt x="53577" y="21254"/>
                  </a:lnTo>
                  <a:lnTo>
                    <a:pt x="54480" y="21819"/>
                  </a:lnTo>
                  <a:lnTo>
                    <a:pt x="55374" y="22409"/>
                  </a:lnTo>
                  <a:lnTo>
                    <a:pt x="56258" y="23023"/>
                  </a:lnTo>
                  <a:lnTo>
                    <a:pt x="57132" y="23663"/>
                  </a:lnTo>
                  <a:lnTo>
                    <a:pt x="57996" y="24329"/>
                  </a:lnTo>
                  <a:lnTo>
                    <a:pt x="58850" y="25022"/>
                  </a:lnTo>
                  <a:lnTo>
                    <a:pt x="59773" y="26125"/>
                  </a:lnTo>
                  <a:lnTo>
                    <a:pt x="60246" y="26964"/>
                  </a:lnTo>
                  <a:lnTo>
                    <a:pt x="60421" y="27962"/>
                  </a:lnTo>
                  <a:lnTo>
                    <a:pt x="60446" y="29543"/>
                  </a:lnTo>
                  <a:lnTo>
                    <a:pt x="59189" y="29378"/>
                  </a:lnTo>
                  <a:lnTo>
                    <a:pt x="58037" y="29186"/>
                  </a:lnTo>
                  <a:lnTo>
                    <a:pt x="56968" y="28958"/>
                  </a:lnTo>
                  <a:lnTo>
                    <a:pt x="55963" y="28686"/>
                  </a:lnTo>
                  <a:lnTo>
                    <a:pt x="55001" y="28359"/>
                  </a:lnTo>
                  <a:lnTo>
                    <a:pt x="54062" y="27969"/>
                  </a:lnTo>
                  <a:lnTo>
                    <a:pt x="53124" y="27507"/>
                  </a:lnTo>
                  <a:lnTo>
                    <a:pt x="52169" y="26964"/>
                  </a:lnTo>
                  <a:lnTo>
                    <a:pt x="51175" y="26330"/>
                  </a:lnTo>
                  <a:lnTo>
                    <a:pt x="50122" y="25598"/>
                  </a:lnTo>
                  <a:lnTo>
                    <a:pt x="49209" y="25051"/>
                  </a:lnTo>
                  <a:lnTo>
                    <a:pt x="48284" y="24539"/>
                  </a:lnTo>
                  <a:lnTo>
                    <a:pt x="47347" y="24060"/>
                  </a:lnTo>
                  <a:lnTo>
                    <a:pt x="46398" y="23613"/>
                  </a:lnTo>
                  <a:lnTo>
                    <a:pt x="45439" y="23197"/>
                  </a:lnTo>
                  <a:lnTo>
                    <a:pt x="44469" y="22810"/>
                  </a:lnTo>
                  <a:lnTo>
                    <a:pt x="43490" y="22452"/>
                  </a:lnTo>
                  <a:lnTo>
                    <a:pt x="42501" y="22121"/>
                  </a:lnTo>
                  <a:lnTo>
                    <a:pt x="41503" y="21816"/>
                  </a:lnTo>
                  <a:lnTo>
                    <a:pt x="40498" y="21537"/>
                  </a:lnTo>
                  <a:lnTo>
                    <a:pt x="39484" y="21281"/>
                  </a:lnTo>
                  <a:lnTo>
                    <a:pt x="38463" y="21048"/>
                  </a:lnTo>
                  <a:lnTo>
                    <a:pt x="37436" y="20837"/>
                  </a:lnTo>
                  <a:lnTo>
                    <a:pt x="36403" y="20645"/>
                  </a:lnTo>
                  <a:lnTo>
                    <a:pt x="35364" y="20473"/>
                  </a:lnTo>
                  <a:lnTo>
                    <a:pt x="34320" y="20319"/>
                  </a:lnTo>
                  <a:lnTo>
                    <a:pt x="33272" y="20182"/>
                  </a:lnTo>
                  <a:lnTo>
                    <a:pt x="32220" y="20061"/>
                  </a:lnTo>
                  <a:lnTo>
                    <a:pt x="31164" y="19954"/>
                  </a:lnTo>
                  <a:lnTo>
                    <a:pt x="30106" y="19860"/>
                  </a:lnTo>
                  <a:lnTo>
                    <a:pt x="29045" y="19779"/>
                  </a:lnTo>
                  <a:lnTo>
                    <a:pt x="27983" y="19709"/>
                  </a:lnTo>
                  <a:lnTo>
                    <a:pt x="26919" y="19649"/>
                  </a:lnTo>
                  <a:lnTo>
                    <a:pt x="25854" y="19597"/>
                  </a:lnTo>
                  <a:lnTo>
                    <a:pt x="24790" y="19553"/>
                  </a:lnTo>
                  <a:lnTo>
                    <a:pt x="23726" y="19515"/>
                  </a:lnTo>
                  <a:lnTo>
                    <a:pt x="22663" y="19483"/>
                  </a:lnTo>
                  <a:lnTo>
                    <a:pt x="21601" y="19454"/>
                  </a:lnTo>
                  <a:lnTo>
                    <a:pt x="20541" y="19429"/>
                  </a:lnTo>
                  <a:lnTo>
                    <a:pt x="19484" y="19405"/>
                  </a:lnTo>
                  <a:lnTo>
                    <a:pt x="18430" y="19382"/>
                  </a:lnTo>
                  <a:lnTo>
                    <a:pt x="17379" y="19358"/>
                  </a:lnTo>
                  <a:lnTo>
                    <a:pt x="16333" y="19332"/>
                  </a:lnTo>
                  <a:lnTo>
                    <a:pt x="15291" y="19304"/>
                  </a:lnTo>
                  <a:lnTo>
                    <a:pt x="14806" y="19287"/>
                  </a:lnTo>
                  <a:lnTo>
                    <a:pt x="14178" y="19265"/>
                  </a:lnTo>
                  <a:lnTo>
                    <a:pt x="12988" y="19223"/>
                  </a:lnTo>
                  <a:lnTo>
                    <a:pt x="10817" y="19147"/>
                  </a:lnTo>
                  <a:lnTo>
                    <a:pt x="9737" y="19110"/>
                  </a:lnTo>
                  <a:lnTo>
                    <a:pt x="8657" y="19073"/>
                  </a:lnTo>
                  <a:lnTo>
                    <a:pt x="7576" y="19037"/>
                  </a:lnTo>
                  <a:lnTo>
                    <a:pt x="6496" y="19001"/>
                  </a:lnTo>
                  <a:lnTo>
                    <a:pt x="5416" y="18966"/>
                  </a:lnTo>
                  <a:lnTo>
                    <a:pt x="4336" y="18932"/>
                  </a:lnTo>
                  <a:lnTo>
                    <a:pt x="3256" y="18898"/>
                  </a:lnTo>
                  <a:lnTo>
                    <a:pt x="2176" y="18865"/>
                  </a:lnTo>
                  <a:lnTo>
                    <a:pt x="1096" y="18832"/>
                  </a:lnTo>
                  <a:lnTo>
                    <a:pt x="16" y="18800"/>
                  </a:lnTo>
                  <a:lnTo>
                    <a:pt x="0" y="17640"/>
                  </a:lnTo>
                  <a:lnTo>
                    <a:pt x="16" y="16519"/>
                  </a:lnTo>
                  <a:lnTo>
                    <a:pt x="64" y="15430"/>
                  </a:lnTo>
                  <a:lnTo>
                    <a:pt x="145" y="14369"/>
                  </a:lnTo>
                  <a:lnTo>
                    <a:pt x="258" y="13329"/>
                  </a:lnTo>
                  <a:lnTo>
                    <a:pt x="402" y="12305"/>
                  </a:lnTo>
                  <a:lnTo>
                    <a:pt x="579" y="11292"/>
                  </a:lnTo>
                  <a:lnTo>
                    <a:pt x="787" y="10284"/>
                  </a:lnTo>
                  <a:lnTo>
                    <a:pt x="1027" y="9275"/>
                  </a:lnTo>
                  <a:lnTo>
                    <a:pt x="1299" y="8260"/>
                  </a:lnTo>
                  <a:lnTo>
                    <a:pt x="1602" y="7234"/>
                  </a:lnTo>
                  <a:lnTo>
                    <a:pt x="1937" y="6190"/>
                  </a:lnTo>
                  <a:lnTo>
                    <a:pt x="2304" y="5124"/>
                  </a:lnTo>
                  <a:lnTo>
                    <a:pt x="2702" y="4029"/>
                  </a:lnTo>
                  <a:lnTo>
                    <a:pt x="1369" y="3362"/>
                  </a:lnTo>
                  <a:lnTo>
                    <a:pt x="16" y="2686"/>
                  </a:lnTo>
                  <a:lnTo>
                    <a:pt x="903" y="1798"/>
                  </a:lnTo>
                  <a:lnTo>
                    <a:pt x="1796" y="905"/>
                  </a:lnTo>
                  <a:lnTo>
                    <a:pt x="2702" y="0"/>
                  </a:lnTo>
                  <a:close/>
                </a:path>
              </a:pathLst>
            </a:custGeom>
            <a:solidFill>
              <a:srgbClr val="9D887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0" name="region 138 #979998"/>
            <p:cNvSpPr/>
            <p:nvPr/>
          </p:nvSpPr>
          <p:spPr>
            <a:xfrm>
              <a:off x="1604321" y="529095"/>
              <a:ext cx="16304" cy="104745"/>
            </a:xfrm>
            <a:custGeom>
              <a:avLst/>
              <a:gdLst/>
              <a:ahLst/>
              <a:cxnLst/>
              <a:rect l="l" t="t" r="r" b="b"/>
              <a:pathLst>
                <a:path w="16304" h="104745">
                  <a:moveTo>
                    <a:pt x="4452" y="0"/>
                  </a:moveTo>
                  <a:lnTo>
                    <a:pt x="5785" y="0"/>
                  </a:lnTo>
                  <a:lnTo>
                    <a:pt x="7138" y="0"/>
                  </a:lnTo>
                  <a:lnTo>
                    <a:pt x="7024" y="1193"/>
                  </a:lnTo>
                  <a:lnTo>
                    <a:pt x="6908" y="2385"/>
                  </a:lnTo>
                  <a:lnTo>
                    <a:pt x="6790" y="3577"/>
                  </a:lnTo>
                  <a:lnTo>
                    <a:pt x="6670" y="4768"/>
                  </a:lnTo>
                  <a:lnTo>
                    <a:pt x="6550" y="5960"/>
                  </a:lnTo>
                  <a:lnTo>
                    <a:pt x="6441" y="7067"/>
                  </a:lnTo>
                  <a:lnTo>
                    <a:pt x="6331" y="8182"/>
                  </a:lnTo>
                  <a:lnTo>
                    <a:pt x="6220" y="9312"/>
                  </a:lnTo>
                  <a:lnTo>
                    <a:pt x="5953" y="10937"/>
                  </a:lnTo>
                  <a:lnTo>
                    <a:pt x="5680" y="11907"/>
                  </a:lnTo>
                  <a:lnTo>
                    <a:pt x="5235" y="12610"/>
                  </a:lnTo>
                  <a:lnTo>
                    <a:pt x="4452" y="13429"/>
                  </a:lnTo>
                  <a:lnTo>
                    <a:pt x="4304" y="14465"/>
                  </a:lnTo>
                  <a:lnTo>
                    <a:pt x="4165" y="15501"/>
                  </a:lnTo>
                  <a:lnTo>
                    <a:pt x="4037" y="16540"/>
                  </a:lnTo>
                  <a:lnTo>
                    <a:pt x="3917" y="17580"/>
                  </a:lnTo>
                  <a:lnTo>
                    <a:pt x="3806" y="18621"/>
                  </a:lnTo>
                  <a:lnTo>
                    <a:pt x="3704" y="19663"/>
                  </a:lnTo>
                  <a:lnTo>
                    <a:pt x="3610" y="20707"/>
                  </a:lnTo>
                  <a:lnTo>
                    <a:pt x="3524" y="21752"/>
                  </a:lnTo>
                  <a:lnTo>
                    <a:pt x="3445" y="22797"/>
                  </a:lnTo>
                  <a:lnTo>
                    <a:pt x="3373" y="23844"/>
                  </a:lnTo>
                  <a:lnTo>
                    <a:pt x="3308" y="24891"/>
                  </a:lnTo>
                  <a:lnTo>
                    <a:pt x="3249" y="25939"/>
                  </a:lnTo>
                  <a:lnTo>
                    <a:pt x="3196" y="26988"/>
                  </a:lnTo>
                  <a:lnTo>
                    <a:pt x="3149" y="28037"/>
                  </a:lnTo>
                  <a:lnTo>
                    <a:pt x="3107" y="29087"/>
                  </a:lnTo>
                  <a:lnTo>
                    <a:pt x="3070" y="30137"/>
                  </a:lnTo>
                  <a:lnTo>
                    <a:pt x="3038" y="31188"/>
                  </a:lnTo>
                  <a:lnTo>
                    <a:pt x="3010" y="32238"/>
                  </a:lnTo>
                  <a:lnTo>
                    <a:pt x="2986" y="33289"/>
                  </a:lnTo>
                  <a:lnTo>
                    <a:pt x="2965" y="34340"/>
                  </a:lnTo>
                  <a:lnTo>
                    <a:pt x="2947" y="35390"/>
                  </a:lnTo>
                  <a:lnTo>
                    <a:pt x="2932" y="36441"/>
                  </a:lnTo>
                  <a:lnTo>
                    <a:pt x="2920" y="37491"/>
                  </a:lnTo>
                  <a:lnTo>
                    <a:pt x="2909" y="38541"/>
                  </a:lnTo>
                  <a:lnTo>
                    <a:pt x="2901" y="39591"/>
                  </a:lnTo>
                  <a:lnTo>
                    <a:pt x="2893" y="40640"/>
                  </a:lnTo>
                  <a:lnTo>
                    <a:pt x="2887" y="41688"/>
                  </a:lnTo>
                  <a:lnTo>
                    <a:pt x="2881" y="42736"/>
                  </a:lnTo>
                  <a:lnTo>
                    <a:pt x="2876" y="43783"/>
                  </a:lnTo>
                  <a:lnTo>
                    <a:pt x="2870" y="44829"/>
                  </a:lnTo>
                  <a:lnTo>
                    <a:pt x="2864" y="45874"/>
                  </a:lnTo>
                  <a:lnTo>
                    <a:pt x="2857" y="46918"/>
                  </a:lnTo>
                  <a:lnTo>
                    <a:pt x="2840" y="48255"/>
                  </a:lnTo>
                  <a:lnTo>
                    <a:pt x="2823" y="49601"/>
                  </a:lnTo>
                  <a:lnTo>
                    <a:pt x="2805" y="50965"/>
                  </a:lnTo>
                  <a:lnTo>
                    <a:pt x="2806" y="52093"/>
                  </a:lnTo>
                  <a:lnTo>
                    <a:pt x="2815" y="53201"/>
                  </a:lnTo>
                  <a:lnTo>
                    <a:pt x="2833" y="54291"/>
                  </a:lnTo>
                  <a:lnTo>
                    <a:pt x="2863" y="55365"/>
                  </a:lnTo>
                  <a:lnTo>
                    <a:pt x="2908" y="56424"/>
                  </a:lnTo>
                  <a:lnTo>
                    <a:pt x="2968" y="57472"/>
                  </a:lnTo>
                  <a:lnTo>
                    <a:pt x="3047" y="58510"/>
                  </a:lnTo>
                  <a:lnTo>
                    <a:pt x="3147" y="59539"/>
                  </a:lnTo>
                  <a:lnTo>
                    <a:pt x="3271" y="60563"/>
                  </a:lnTo>
                  <a:lnTo>
                    <a:pt x="3419" y="61582"/>
                  </a:lnTo>
                  <a:lnTo>
                    <a:pt x="3595" y="62599"/>
                  </a:lnTo>
                  <a:lnTo>
                    <a:pt x="3802" y="63617"/>
                  </a:lnTo>
                  <a:lnTo>
                    <a:pt x="4040" y="64636"/>
                  </a:lnTo>
                  <a:lnTo>
                    <a:pt x="4313" y="65659"/>
                  </a:lnTo>
                  <a:lnTo>
                    <a:pt x="4623" y="66688"/>
                  </a:lnTo>
                  <a:lnTo>
                    <a:pt x="4972" y="67725"/>
                  </a:lnTo>
                  <a:lnTo>
                    <a:pt x="5362" y="68772"/>
                  </a:lnTo>
                  <a:lnTo>
                    <a:pt x="5795" y="69830"/>
                  </a:lnTo>
                  <a:lnTo>
                    <a:pt x="6017" y="68722"/>
                  </a:lnTo>
                  <a:lnTo>
                    <a:pt x="6239" y="67612"/>
                  </a:lnTo>
                  <a:lnTo>
                    <a:pt x="6462" y="66498"/>
                  </a:lnTo>
                  <a:lnTo>
                    <a:pt x="6685" y="65379"/>
                  </a:lnTo>
                  <a:lnTo>
                    <a:pt x="6911" y="64252"/>
                  </a:lnTo>
                  <a:lnTo>
                    <a:pt x="7138" y="63116"/>
                  </a:lnTo>
                  <a:lnTo>
                    <a:pt x="7804" y="63116"/>
                  </a:lnTo>
                  <a:lnTo>
                    <a:pt x="8481" y="63116"/>
                  </a:lnTo>
                  <a:lnTo>
                    <a:pt x="8745" y="64157"/>
                  </a:lnTo>
                  <a:lnTo>
                    <a:pt x="9009" y="65198"/>
                  </a:lnTo>
                  <a:lnTo>
                    <a:pt x="9272" y="66240"/>
                  </a:lnTo>
                  <a:lnTo>
                    <a:pt x="9535" y="67281"/>
                  </a:lnTo>
                  <a:lnTo>
                    <a:pt x="9796" y="68322"/>
                  </a:lnTo>
                  <a:lnTo>
                    <a:pt x="10058" y="69364"/>
                  </a:lnTo>
                  <a:lnTo>
                    <a:pt x="10318" y="70406"/>
                  </a:lnTo>
                  <a:lnTo>
                    <a:pt x="10577" y="71447"/>
                  </a:lnTo>
                  <a:lnTo>
                    <a:pt x="10836" y="72490"/>
                  </a:lnTo>
                  <a:lnTo>
                    <a:pt x="11093" y="73532"/>
                  </a:lnTo>
                  <a:lnTo>
                    <a:pt x="11349" y="74574"/>
                  </a:lnTo>
                  <a:lnTo>
                    <a:pt x="11603" y="75617"/>
                  </a:lnTo>
                  <a:lnTo>
                    <a:pt x="11856" y="76661"/>
                  </a:lnTo>
                  <a:lnTo>
                    <a:pt x="12108" y="77704"/>
                  </a:lnTo>
                  <a:lnTo>
                    <a:pt x="12358" y="78748"/>
                  </a:lnTo>
                  <a:lnTo>
                    <a:pt x="12606" y="79793"/>
                  </a:lnTo>
                  <a:lnTo>
                    <a:pt x="12852" y="80838"/>
                  </a:lnTo>
                  <a:lnTo>
                    <a:pt x="13097" y="81883"/>
                  </a:lnTo>
                  <a:lnTo>
                    <a:pt x="13339" y="82929"/>
                  </a:lnTo>
                  <a:lnTo>
                    <a:pt x="13580" y="83975"/>
                  </a:lnTo>
                  <a:lnTo>
                    <a:pt x="13818" y="85022"/>
                  </a:lnTo>
                  <a:lnTo>
                    <a:pt x="14054" y="86069"/>
                  </a:lnTo>
                  <a:lnTo>
                    <a:pt x="14287" y="87117"/>
                  </a:lnTo>
                  <a:lnTo>
                    <a:pt x="14518" y="88166"/>
                  </a:lnTo>
                  <a:lnTo>
                    <a:pt x="14747" y="89216"/>
                  </a:lnTo>
                  <a:lnTo>
                    <a:pt x="14972" y="90266"/>
                  </a:lnTo>
                  <a:lnTo>
                    <a:pt x="15195" y="91316"/>
                  </a:lnTo>
                  <a:lnTo>
                    <a:pt x="15445" y="92418"/>
                  </a:lnTo>
                  <a:lnTo>
                    <a:pt x="15695" y="93524"/>
                  </a:lnTo>
                  <a:lnTo>
                    <a:pt x="15947" y="94638"/>
                  </a:lnTo>
                  <a:lnTo>
                    <a:pt x="16203" y="95764"/>
                  </a:lnTo>
                  <a:lnTo>
                    <a:pt x="16291" y="97011"/>
                  </a:lnTo>
                  <a:lnTo>
                    <a:pt x="16304" y="98122"/>
                  </a:lnTo>
                  <a:lnTo>
                    <a:pt x="16238" y="99127"/>
                  </a:lnTo>
                  <a:lnTo>
                    <a:pt x="16086" y="100060"/>
                  </a:lnTo>
                  <a:lnTo>
                    <a:pt x="15843" y="100952"/>
                  </a:lnTo>
                  <a:lnTo>
                    <a:pt x="15503" y="101834"/>
                  </a:lnTo>
                  <a:lnTo>
                    <a:pt x="15062" y="102739"/>
                  </a:lnTo>
                  <a:lnTo>
                    <a:pt x="14514" y="103699"/>
                  </a:lnTo>
                  <a:lnTo>
                    <a:pt x="13852" y="104745"/>
                  </a:lnTo>
                  <a:lnTo>
                    <a:pt x="12761" y="103422"/>
                  </a:lnTo>
                  <a:lnTo>
                    <a:pt x="11886" y="102333"/>
                  </a:lnTo>
                  <a:lnTo>
                    <a:pt x="11206" y="101425"/>
                  </a:lnTo>
                  <a:lnTo>
                    <a:pt x="10694" y="100639"/>
                  </a:lnTo>
                  <a:lnTo>
                    <a:pt x="10327" y="99919"/>
                  </a:lnTo>
                  <a:lnTo>
                    <a:pt x="10082" y="99210"/>
                  </a:lnTo>
                  <a:lnTo>
                    <a:pt x="9933" y="98454"/>
                  </a:lnTo>
                  <a:lnTo>
                    <a:pt x="9856" y="97596"/>
                  </a:lnTo>
                  <a:lnTo>
                    <a:pt x="9828" y="96578"/>
                  </a:lnTo>
                  <a:lnTo>
                    <a:pt x="9824" y="95345"/>
                  </a:lnTo>
                  <a:lnTo>
                    <a:pt x="8491" y="95345"/>
                  </a:lnTo>
                  <a:lnTo>
                    <a:pt x="7138" y="95345"/>
                  </a:lnTo>
                  <a:lnTo>
                    <a:pt x="7022" y="94305"/>
                  </a:lnTo>
                  <a:lnTo>
                    <a:pt x="6907" y="93264"/>
                  </a:lnTo>
                  <a:lnTo>
                    <a:pt x="6791" y="92223"/>
                  </a:lnTo>
                  <a:lnTo>
                    <a:pt x="6675" y="91182"/>
                  </a:lnTo>
                  <a:lnTo>
                    <a:pt x="6560" y="90140"/>
                  </a:lnTo>
                  <a:lnTo>
                    <a:pt x="6444" y="89098"/>
                  </a:lnTo>
                  <a:lnTo>
                    <a:pt x="6328" y="88055"/>
                  </a:lnTo>
                  <a:lnTo>
                    <a:pt x="6212" y="87011"/>
                  </a:lnTo>
                  <a:lnTo>
                    <a:pt x="6096" y="85967"/>
                  </a:lnTo>
                  <a:lnTo>
                    <a:pt x="5980" y="84921"/>
                  </a:lnTo>
                  <a:lnTo>
                    <a:pt x="5863" y="83874"/>
                  </a:lnTo>
                  <a:lnTo>
                    <a:pt x="5747" y="82825"/>
                  </a:lnTo>
                  <a:lnTo>
                    <a:pt x="5630" y="81776"/>
                  </a:lnTo>
                  <a:lnTo>
                    <a:pt x="5514" y="80724"/>
                  </a:lnTo>
                  <a:lnTo>
                    <a:pt x="5397" y="79671"/>
                  </a:lnTo>
                  <a:lnTo>
                    <a:pt x="5279" y="78617"/>
                  </a:lnTo>
                  <a:lnTo>
                    <a:pt x="5162" y="77560"/>
                  </a:lnTo>
                  <a:lnTo>
                    <a:pt x="5044" y="76501"/>
                  </a:lnTo>
                  <a:lnTo>
                    <a:pt x="4926" y="75440"/>
                  </a:lnTo>
                  <a:lnTo>
                    <a:pt x="4808" y="74377"/>
                  </a:lnTo>
                  <a:lnTo>
                    <a:pt x="4690" y="73312"/>
                  </a:lnTo>
                  <a:lnTo>
                    <a:pt x="4571" y="72244"/>
                  </a:lnTo>
                  <a:lnTo>
                    <a:pt x="4452" y="71173"/>
                  </a:lnTo>
                  <a:lnTo>
                    <a:pt x="3119" y="71173"/>
                  </a:lnTo>
                  <a:lnTo>
                    <a:pt x="1767" y="71173"/>
                  </a:lnTo>
                  <a:lnTo>
                    <a:pt x="1572" y="70113"/>
                  </a:lnTo>
                  <a:lnTo>
                    <a:pt x="1393" y="69054"/>
                  </a:lnTo>
                  <a:lnTo>
                    <a:pt x="1229" y="67995"/>
                  </a:lnTo>
                  <a:lnTo>
                    <a:pt x="1080" y="66936"/>
                  </a:lnTo>
                  <a:lnTo>
                    <a:pt x="945" y="65877"/>
                  </a:lnTo>
                  <a:lnTo>
                    <a:pt x="824" y="64819"/>
                  </a:lnTo>
                  <a:lnTo>
                    <a:pt x="714" y="63761"/>
                  </a:lnTo>
                  <a:lnTo>
                    <a:pt x="617" y="62702"/>
                  </a:lnTo>
                  <a:lnTo>
                    <a:pt x="531" y="61644"/>
                  </a:lnTo>
                  <a:lnTo>
                    <a:pt x="455" y="60585"/>
                  </a:lnTo>
                  <a:lnTo>
                    <a:pt x="390" y="59526"/>
                  </a:lnTo>
                  <a:lnTo>
                    <a:pt x="333" y="58466"/>
                  </a:lnTo>
                  <a:lnTo>
                    <a:pt x="284" y="57406"/>
                  </a:lnTo>
                  <a:lnTo>
                    <a:pt x="243" y="56346"/>
                  </a:lnTo>
                  <a:lnTo>
                    <a:pt x="210" y="55284"/>
                  </a:lnTo>
                  <a:lnTo>
                    <a:pt x="182" y="54222"/>
                  </a:lnTo>
                  <a:lnTo>
                    <a:pt x="160" y="53158"/>
                  </a:lnTo>
                  <a:lnTo>
                    <a:pt x="143" y="52094"/>
                  </a:lnTo>
                  <a:lnTo>
                    <a:pt x="130" y="51029"/>
                  </a:lnTo>
                  <a:lnTo>
                    <a:pt x="121" y="49962"/>
                  </a:lnTo>
                  <a:lnTo>
                    <a:pt x="114" y="48894"/>
                  </a:lnTo>
                  <a:lnTo>
                    <a:pt x="110" y="47825"/>
                  </a:lnTo>
                  <a:lnTo>
                    <a:pt x="106" y="46754"/>
                  </a:lnTo>
                  <a:lnTo>
                    <a:pt x="104" y="45681"/>
                  </a:lnTo>
                  <a:lnTo>
                    <a:pt x="101" y="44607"/>
                  </a:lnTo>
                  <a:lnTo>
                    <a:pt x="95" y="43508"/>
                  </a:lnTo>
                  <a:lnTo>
                    <a:pt x="86" y="42408"/>
                  </a:lnTo>
                  <a:lnTo>
                    <a:pt x="76" y="41309"/>
                  </a:lnTo>
                  <a:lnTo>
                    <a:pt x="64" y="40210"/>
                  </a:lnTo>
                  <a:lnTo>
                    <a:pt x="50" y="39110"/>
                  </a:lnTo>
                  <a:lnTo>
                    <a:pt x="35" y="38011"/>
                  </a:lnTo>
                  <a:lnTo>
                    <a:pt x="20" y="36912"/>
                  </a:lnTo>
                  <a:lnTo>
                    <a:pt x="5" y="35812"/>
                  </a:lnTo>
                  <a:lnTo>
                    <a:pt x="0" y="34713"/>
                  </a:lnTo>
                  <a:lnTo>
                    <a:pt x="3" y="33621"/>
                  </a:lnTo>
                  <a:lnTo>
                    <a:pt x="14" y="32534"/>
                  </a:lnTo>
                  <a:lnTo>
                    <a:pt x="32" y="31454"/>
                  </a:lnTo>
                  <a:lnTo>
                    <a:pt x="59" y="30379"/>
                  </a:lnTo>
                  <a:lnTo>
                    <a:pt x="92" y="29309"/>
                  </a:lnTo>
                  <a:lnTo>
                    <a:pt x="134" y="28243"/>
                  </a:lnTo>
                  <a:lnTo>
                    <a:pt x="184" y="27183"/>
                  </a:lnTo>
                  <a:lnTo>
                    <a:pt x="241" y="26126"/>
                  </a:lnTo>
                  <a:lnTo>
                    <a:pt x="307" y="25073"/>
                  </a:lnTo>
                  <a:lnTo>
                    <a:pt x="381" y="24023"/>
                  </a:lnTo>
                  <a:lnTo>
                    <a:pt x="463" y="22977"/>
                  </a:lnTo>
                  <a:lnTo>
                    <a:pt x="553" y="21933"/>
                  </a:lnTo>
                  <a:lnTo>
                    <a:pt x="651" y="20891"/>
                  </a:lnTo>
                  <a:lnTo>
                    <a:pt x="758" y="19852"/>
                  </a:lnTo>
                  <a:lnTo>
                    <a:pt x="873" y="18814"/>
                  </a:lnTo>
                  <a:lnTo>
                    <a:pt x="997" y="17777"/>
                  </a:lnTo>
                  <a:lnTo>
                    <a:pt x="1129" y="16741"/>
                  </a:lnTo>
                  <a:lnTo>
                    <a:pt x="1270" y="15706"/>
                  </a:lnTo>
                  <a:lnTo>
                    <a:pt x="1419" y="14671"/>
                  </a:lnTo>
                  <a:lnTo>
                    <a:pt x="1577" y="13635"/>
                  </a:lnTo>
                  <a:lnTo>
                    <a:pt x="1744" y="12599"/>
                  </a:lnTo>
                  <a:lnTo>
                    <a:pt x="1919" y="11563"/>
                  </a:lnTo>
                  <a:lnTo>
                    <a:pt x="2104" y="10525"/>
                  </a:lnTo>
                  <a:lnTo>
                    <a:pt x="2298" y="9485"/>
                  </a:lnTo>
                  <a:lnTo>
                    <a:pt x="2500" y="8444"/>
                  </a:lnTo>
                  <a:lnTo>
                    <a:pt x="2712" y="7400"/>
                  </a:lnTo>
                  <a:lnTo>
                    <a:pt x="2932" y="6354"/>
                  </a:lnTo>
                  <a:lnTo>
                    <a:pt x="3162" y="5304"/>
                  </a:lnTo>
                  <a:lnTo>
                    <a:pt x="3402" y="4252"/>
                  </a:lnTo>
                  <a:lnTo>
                    <a:pt x="3650" y="3195"/>
                  </a:lnTo>
                  <a:lnTo>
                    <a:pt x="3908" y="2135"/>
                  </a:lnTo>
                  <a:lnTo>
                    <a:pt x="4175" y="1070"/>
                  </a:lnTo>
                  <a:lnTo>
                    <a:pt x="4452" y="0"/>
                  </a:lnTo>
                  <a:close/>
                </a:path>
              </a:pathLst>
            </a:custGeom>
            <a:solidFill>
              <a:srgbClr val="97999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1" name="region 139 #8A8D8C"/>
            <p:cNvSpPr/>
            <p:nvPr/>
          </p:nvSpPr>
          <p:spPr>
            <a:xfrm>
              <a:off x="1611459" y="472694"/>
              <a:ext cx="33572" cy="56401"/>
            </a:xfrm>
            <a:custGeom>
              <a:avLst/>
              <a:gdLst/>
              <a:ahLst/>
              <a:cxnLst/>
              <a:rect l="l" t="t" r="r" b="b"/>
              <a:pathLst>
                <a:path w="33572" h="56401">
                  <a:moveTo>
                    <a:pt x="25515" y="0"/>
                  </a:moveTo>
                  <a:lnTo>
                    <a:pt x="26513" y="333"/>
                  </a:lnTo>
                  <a:lnTo>
                    <a:pt x="27514" y="667"/>
                  </a:lnTo>
                  <a:lnTo>
                    <a:pt x="28523" y="1003"/>
                  </a:lnTo>
                  <a:lnTo>
                    <a:pt x="29543" y="1343"/>
                  </a:lnTo>
                  <a:lnTo>
                    <a:pt x="29543" y="2407"/>
                  </a:lnTo>
                  <a:lnTo>
                    <a:pt x="29543" y="3471"/>
                  </a:lnTo>
                  <a:lnTo>
                    <a:pt x="29543" y="4537"/>
                  </a:lnTo>
                  <a:lnTo>
                    <a:pt x="29543" y="5604"/>
                  </a:lnTo>
                  <a:lnTo>
                    <a:pt x="29543" y="6674"/>
                  </a:lnTo>
                  <a:lnTo>
                    <a:pt x="29543" y="7748"/>
                  </a:lnTo>
                  <a:lnTo>
                    <a:pt x="29543" y="8825"/>
                  </a:lnTo>
                  <a:lnTo>
                    <a:pt x="29543" y="9907"/>
                  </a:lnTo>
                  <a:lnTo>
                    <a:pt x="29543" y="10994"/>
                  </a:lnTo>
                  <a:lnTo>
                    <a:pt x="29543" y="12086"/>
                  </a:lnTo>
                  <a:lnTo>
                    <a:pt x="30874" y="12086"/>
                  </a:lnTo>
                  <a:lnTo>
                    <a:pt x="32214" y="12086"/>
                  </a:lnTo>
                  <a:lnTo>
                    <a:pt x="33572" y="12086"/>
                  </a:lnTo>
                  <a:lnTo>
                    <a:pt x="33350" y="13194"/>
                  </a:lnTo>
                  <a:lnTo>
                    <a:pt x="33128" y="14304"/>
                  </a:lnTo>
                  <a:lnTo>
                    <a:pt x="32906" y="15418"/>
                  </a:lnTo>
                  <a:lnTo>
                    <a:pt x="32682" y="16538"/>
                  </a:lnTo>
                  <a:lnTo>
                    <a:pt x="32456" y="17664"/>
                  </a:lnTo>
                  <a:lnTo>
                    <a:pt x="32229" y="18801"/>
                  </a:lnTo>
                  <a:lnTo>
                    <a:pt x="31165" y="18269"/>
                  </a:lnTo>
                  <a:lnTo>
                    <a:pt x="30099" y="17735"/>
                  </a:lnTo>
                  <a:lnTo>
                    <a:pt x="29027" y="17200"/>
                  </a:lnTo>
                  <a:lnTo>
                    <a:pt x="27947" y="16660"/>
                  </a:lnTo>
                  <a:lnTo>
                    <a:pt x="26858" y="16115"/>
                  </a:lnTo>
                  <a:lnTo>
                    <a:pt x="26082" y="17047"/>
                  </a:lnTo>
                  <a:lnTo>
                    <a:pt x="25310" y="17982"/>
                  </a:lnTo>
                  <a:lnTo>
                    <a:pt x="24540" y="18919"/>
                  </a:lnTo>
                  <a:lnTo>
                    <a:pt x="23772" y="19857"/>
                  </a:lnTo>
                  <a:lnTo>
                    <a:pt x="23006" y="20797"/>
                  </a:lnTo>
                  <a:lnTo>
                    <a:pt x="22241" y="21739"/>
                  </a:lnTo>
                  <a:lnTo>
                    <a:pt x="21859" y="22203"/>
                  </a:lnTo>
                  <a:lnTo>
                    <a:pt x="21186" y="23023"/>
                  </a:lnTo>
                  <a:lnTo>
                    <a:pt x="19645" y="24901"/>
                  </a:lnTo>
                  <a:lnTo>
                    <a:pt x="19005" y="25917"/>
                  </a:lnTo>
                  <a:lnTo>
                    <a:pt x="18460" y="26888"/>
                  </a:lnTo>
                  <a:lnTo>
                    <a:pt x="17997" y="27831"/>
                  </a:lnTo>
                  <a:lnTo>
                    <a:pt x="17606" y="28760"/>
                  </a:lnTo>
                  <a:lnTo>
                    <a:pt x="17276" y="29691"/>
                  </a:lnTo>
                  <a:lnTo>
                    <a:pt x="16993" y="30640"/>
                  </a:lnTo>
                  <a:lnTo>
                    <a:pt x="16747" y="31621"/>
                  </a:lnTo>
                  <a:lnTo>
                    <a:pt x="16527" y="32651"/>
                  </a:lnTo>
                  <a:lnTo>
                    <a:pt x="16320" y="33744"/>
                  </a:lnTo>
                  <a:lnTo>
                    <a:pt x="16115" y="34915"/>
                  </a:lnTo>
                  <a:lnTo>
                    <a:pt x="15143" y="35979"/>
                  </a:lnTo>
                  <a:lnTo>
                    <a:pt x="14396" y="36788"/>
                  </a:lnTo>
                  <a:lnTo>
                    <a:pt x="13780" y="37435"/>
                  </a:lnTo>
                  <a:lnTo>
                    <a:pt x="13200" y="38014"/>
                  </a:lnTo>
                  <a:lnTo>
                    <a:pt x="12564" y="38620"/>
                  </a:lnTo>
                  <a:lnTo>
                    <a:pt x="11776" y="39346"/>
                  </a:lnTo>
                  <a:lnTo>
                    <a:pt x="10743" y="40287"/>
                  </a:lnTo>
                  <a:lnTo>
                    <a:pt x="10078" y="41285"/>
                  </a:lnTo>
                  <a:lnTo>
                    <a:pt x="9410" y="42286"/>
                  </a:lnTo>
                  <a:lnTo>
                    <a:pt x="8738" y="43295"/>
                  </a:lnTo>
                  <a:lnTo>
                    <a:pt x="8057" y="44315"/>
                  </a:lnTo>
                  <a:lnTo>
                    <a:pt x="7389" y="44649"/>
                  </a:lnTo>
                  <a:lnTo>
                    <a:pt x="5372" y="45658"/>
                  </a:lnTo>
                  <a:lnTo>
                    <a:pt x="4805" y="46893"/>
                  </a:lnTo>
                  <a:lnTo>
                    <a:pt x="4408" y="47794"/>
                  </a:lnTo>
                  <a:lnTo>
                    <a:pt x="4076" y="48623"/>
                  </a:lnTo>
                  <a:lnTo>
                    <a:pt x="3705" y="49642"/>
                  </a:lnTo>
                  <a:lnTo>
                    <a:pt x="3189" y="51113"/>
                  </a:lnTo>
                  <a:lnTo>
                    <a:pt x="2840" y="52100"/>
                  </a:lnTo>
                  <a:lnTo>
                    <a:pt x="2487" y="53092"/>
                  </a:lnTo>
                  <a:lnTo>
                    <a:pt x="2130" y="54098"/>
                  </a:lnTo>
                  <a:lnTo>
                    <a:pt x="1739" y="55241"/>
                  </a:lnTo>
                  <a:lnTo>
                    <a:pt x="1343" y="56401"/>
                  </a:lnTo>
                  <a:lnTo>
                    <a:pt x="677" y="56401"/>
                  </a:lnTo>
                  <a:lnTo>
                    <a:pt x="0" y="56401"/>
                  </a:lnTo>
                  <a:lnTo>
                    <a:pt x="0" y="55262"/>
                  </a:lnTo>
                  <a:lnTo>
                    <a:pt x="0" y="54120"/>
                  </a:lnTo>
                  <a:lnTo>
                    <a:pt x="0" y="52976"/>
                  </a:lnTo>
                  <a:lnTo>
                    <a:pt x="0" y="51828"/>
                  </a:lnTo>
                  <a:lnTo>
                    <a:pt x="0" y="50674"/>
                  </a:lnTo>
                  <a:lnTo>
                    <a:pt x="0" y="49513"/>
                  </a:lnTo>
                  <a:lnTo>
                    <a:pt x="0" y="48344"/>
                  </a:lnTo>
                  <a:lnTo>
                    <a:pt x="1333" y="48344"/>
                  </a:lnTo>
                  <a:lnTo>
                    <a:pt x="2686" y="48344"/>
                  </a:lnTo>
                  <a:lnTo>
                    <a:pt x="2686" y="47280"/>
                  </a:lnTo>
                  <a:lnTo>
                    <a:pt x="2686" y="46214"/>
                  </a:lnTo>
                  <a:lnTo>
                    <a:pt x="2686" y="45142"/>
                  </a:lnTo>
                  <a:lnTo>
                    <a:pt x="2686" y="44062"/>
                  </a:lnTo>
                  <a:lnTo>
                    <a:pt x="2686" y="42973"/>
                  </a:lnTo>
                  <a:lnTo>
                    <a:pt x="4019" y="42973"/>
                  </a:lnTo>
                  <a:lnTo>
                    <a:pt x="5372" y="42973"/>
                  </a:lnTo>
                  <a:lnTo>
                    <a:pt x="5455" y="41863"/>
                  </a:lnTo>
                  <a:lnTo>
                    <a:pt x="5539" y="40747"/>
                  </a:lnTo>
                  <a:lnTo>
                    <a:pt x="5624" y="39615"/>
                  </a:lnTo>
                  <a:lnTo>
                    <a:pt x="5918" y="38443"/>
                  </a:lnTo>
                  <a:lnTo>
                    <a:pt x="6242" y="37332"/>
                  </a:lnTo>
                  <a:lnTo>
                    <a:pt x="6595" y="36274"/>
                  </a:lnTo>
                  <a:lnTo>
                    <a:pt x="6980" y="35260"/>
                  </a:lnTo>
                  <a:lnTo>
                    <a:pt x="7394" y="34283"/>
                  </a:lnTo>
                  <a:lnTo>
                    <a:pt x="7841" y="33333"/>
                  </a:lnTo>
                  <a:lnTo>
                    <a:pt x="8318" y="32402"/>
                  </a:lnTo>
                  <a:lnTo>
                    <a:pt x="8828" y="31483"/>
                  </a:lnTo>
                  <a:lnTo>
                    <a:pt x="9371" y="30566"/>
                  </a:lnTo>
                  <a:lnTo>
                    <a:pt x="9947" y="29645"/>
                  </a:lnTo>
                  <a:lnTo>
                    <a:pt x="10556" y="28709"/>
                  </a:lnTo>
                  <a:lnTo>
                    <a:pt x="11199" y="27752"/>
                  </a:lnTo>
                  <a:lnTo>
                    <a:pt x="11877" y="26764"/>
                  </a:lnTo>
                  <a:lnTo>
                    <a:pt x="12435" y="25781"/>
                  </a:lnTo>
                  <a:lnTo>
                    <a:pt x="12919" y="24822"/>
                  </a:lnTo>
                  <a:lnTo>
                    <a:pt x="13338" y="23873"/>
                  </a:lnTo>
                  <a:lnTo>
                    <a:pt x="13700" y="22920"/>
                  </a:lnTo>
                  <a:lnTo>
                    <a:pt x="14016" y="21950"/>
                  </a:lnTo>
                  <a:lnTo>
                    <a:pt x="14294" y="20949"/>
                  </a:lnTo>
                  <a:lnTo>
                    <a:pt x="14543" y="19904"/>
                  </a:lnTo>
                  <a:lnTo>
                    <a:pt x="14772" y="18801"/>
                  </a:lnTo>
                  <a:lnTo>
                    <a:pt x="16105" y="18801"/>
                  </a:lnTo>
                  <a:lnTo>
                    <a:pt x="17458" y="18801"/>
                  </a:lnTo>
                  <a:lnTo>
                    <a:pt x="17666" y="17509"/>
                  </a:lnTo>
                  <a:lnTo>
                    <a:pt x="17877" y="16198"/>
                  </a:lnTo>
                  <a:lnTo>
                    <a:pt x="18107" y="15510"/>
                  </a:lnTo>
                  <a:lnTo>
                    <a:pt x="18800" y="13429"/>
                  </a:lnTo>
                  <a:lnTo>
                    <a:pt x="19798" y="13097"/>
                  </a:lnTo>
                  <a:lnTo>
                    <a:pt x="20800" y="12763"/>
                  </a:lnTo>
                  <a:lnTo>
                    <a:pt x="21809" y="12426"/>
                  </a:lnTo>
                  <a:lnTo>
                    <a:pt x="22829" y="12086"/>
                  </a:lnTo>
                  <a:lnTo>
                    <a:pt x="22945" y="11039"/>
                  </a:lnTo>
                  <a:lnTo>
                    <a:pt x="23062" y="9989"/>
                  </a:lnTo>
                  <a:lnTo>
                    <a:pt x="23179" y="8934"/>
                  </a:lnTo>
                  <a:lnTo>
                    <a:pt x="23298" y="7871"/>
                  </a:lnTo>
                  <a:lnTo>
                    <a:pt x="23417" y="6798"/>
                  </a:lnTo>
                  <a:lnTo>
                    <a:pt x="23639" y="4836"/>
                  </a:lnTo>
                  <a:lnTo>
                    <a:pt x="23825" y="3403"/>
                  </a:lnTo>
                  <a:lnTo>
                    <a:pt x="24014" y="2379"/>
                  </a:lnTo>
                  <a:lnTo>
                    <a:pt x="24240" y="1645"/>
                  </a:lnTo>
                  <a:lnTo>
                    <a:pt x="24541" y="1084"/>
                  </a:lnTo>
                  <a:lnTo>
                    <a:pt x="24954" y="575"/>
                  </a:lnTo>
                  <a:lnTo>
                    <a:pt x="25515" y="0"/>
                  </a:lnTo>
                  <a:close/>
                </a:path>
              </a:pathLst>
            </a:custGeom>
            <a:solidFill>
              <a:srgbClr val="8A8D8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2" name="region 140 #A8CCE9"/>
            <p:cNvSpPr/>
            <p:nvPr/>
          </p:nvSpPr>
          <p:spPr>
            <a:xfrm>
              <a:off x="2489705" y="445837"/>
              <a:ext cx="91316" cy="39503"/>
            </a:xfrm>
            <a:custGeom>
              <a:avLst/>
              <a:gdLst/>
              <a:ahLst/>
              <a:cxnLst/>
              <a:rect l="l" t="t" r="r" b="b"/>
              <a:pathLst>
                <a:path w="91316" h="39503">
                  <a:moveTo>
                    <a:pt x="88630" y="0"/>
                  </a:moveTo>
                  <a:lnTo>
                    <a:pt x="89298" y="334"/>
                  </a:lnTo>
                  <a:lnTo>
                    <a:pt x="91316" y="1343"/>
                  </a:lnTo>
                  <a:lnTo>
                    <a:pt x="90816" y="1642"/>
                  </a:lnTo>
                  <a:lnTo>
                    <a:pt x="89307" y="2548"/>
                  </a:lnTo>
                  <a:lnTo>
                    <a:pt x="88394" y="3252"/>
                  </a:lnTo>
                  <a:lnTo>
                    <a:pt x="87523" y="3950"/>
                  </a:lnTo>
                  <a:lnTo>
                    <a:pt x="86697" y="4649"/>
                  </a:lnTo>
                  <a:lnTo>
                    <a:pt x="85918" y="5357"/>
                  </a:lnTo>
                  <a:lnTo>
                    <a:pt x="85188" y="6084"/>
                  </a:lnTo>
                  <a:lnTo>
                    <a:pt x="84511" y="6836"/>
                  </a:lnTo>
                  <a:lnTo>
                    <a:pt x="83889" y="7622"/>
                  </a:lnTo>
                  <a:lnTo>
                    <a:pt x="83323" y="8450"/>
                  </a:lnTo>
                  <a:lnTo>
                    <a:pt x="82818" y="9327"/>
                  </a:lnTo>
                  <a:lnTo>
                    <a:pt x="82375" y="10263"/>
                  </a:lnTo>
                  <a:lnTo>
                    <a:pt x="81998" y="11264"/>
                  </a:lnTo>
                  <a:lnTo>
                    <a:pt x="81687" y="12339"/>
                  </a:lnTo>
                  <a:lnTo>
                    <a:pt x="81447" y="13496"/>
                  </a:lnTo>
                  <a:lnTo>
                    <a:pt x="81375" y="14577"/>
                  </a:lnTo>
                  <a:lnTo>
                    <a:pt x="81312" y="15656"/>
                  </a:lnTo>
                  <a:lnTo>
                    <a:pt x="81258" y="16734"/>
                  </a:lnTo>
                  <a:lnTo>
                    <a:pt x="81213" y="17811"/>
                  </a:lnTo>
                  <a:lnTo>
                    <a:pt x="81176" y="18888"/>
                  </a:lnTo>
                  <a:lnTo>
                    <a:pt x="81148" y="19964"/>
                  </a:lnTo>
                  <a:lnTo>
                    <a:pt x="81129" y="21041"/>
                  </a:lnTo>
                  <a:lnTo>
                    <a:pt x="81118" y="22118"/>
                  </a:lnTo>
                  <a:lnTo>
                    <a:pt x="81116" y="23196"/>
                  </a:lnTo>
                  <a:lnTo>
                    <a:pt x="81123" y="24275"/>
                  </a:lnTo>
                  <a:lnTo>
                    <a:pt x="81139" y="25356"/>
                  </a:lnTo>
                  <a:lnTo>
                    <a:pt x="81163" y="26440"/>
                  </a:lnTo>
                  <a:lnTo>
                    <a:pt x="81173" y="27472"/>
                  </a:lnTo>
                  <a:lnTo>
                    <a:pt x="81182" y="28511"/>
                  </a:lnTo>
                  <a:lnTo>
                    <a:pt x="81192" y="29565"/>
                  </a:lnTo>
                  <a:lnTo>
                    <a:pt x="81250" y="30965"/>
                  </a:lnTo>
                  <a:lnTo>
                    <a:pt x="81308" y="32387"/>
                  </a:lnTo>
                  <a:lnTo>
                    <a:pt x="80926" y="33638"/>
                  </a:lnTo>
                  <a:lnTo>
                    <a:pt x="80542" y="34506"/>
                  </a:lnTo>
                  <a:lnTo>
                    <a:pt x="79981" y="35215"/>
                  </a:lnTo>
                  <a:lnTo>
                    <a:pt x="79064" y="35990"/>
                  </a:lnTo>
                  <a:lnTo>
                    <a:pt x="77614" y="37054"/>
                  </a:lnTo>
                  <a:lnTo>
                    <a:pt x="76450" y="37614"/>
                  </a:lnTo>
                  <a:lnTo>
                    <a:pt x="75365" y="38083"/>
                  </a:lnTo>
                  <a:lnTo>
                    <a:pt x="74334" y="38467"/>
                  </a:lnTo>
                  <a:lnTo>
                    <a:pt x="73335" y="38775"/>
                  </a:lnTo>
                  <a:lnTo>
                    <a:pt x="72346" y="39015"/>
                  </a:lnTo>
                  <a:lnTo>
                    <a:pt x="71344" y="39195"/>
                  </a:lnTo>
                  <a:lnTo>
                    <a:pt x="70306" y="39322"/>
                  </a:lnTo>
                  <a:lnTo>
                    <a:pt x="69210" y="39404"/>
                  </a:lnTo>
                  <a:lnTo>
                    <a:pt x="68032" y="39449"/>
                  </a:lnTo>
                  <a:lnTo>
                    <a:pt x="66750" y="39464"/>
                  </a:lnTo>
                  <a:lnTo>
                    <a:pt x="66295" y="39469"/>
                  </a:lnTo>
                  <a:lnTo>
                    <a:pt x="65706" y="39474"/>
                  </a:lnTo>
                  <a:lnTo>
                    <a:pt x="64590" y="39484"/>
                  </a:lnTo>
                  <a:lnTo>
                    <a:pt x="62554" y="39503"/>
                  </a:lnTo>
                  <a:lnTo>
                    <a:pt x="61443" y="39497"/>
                  </a:lnTo>
                  <a:lnTo>
                    <a:pt x="60328" y="39491"/>
                  </a:lnTo>
                  <a:lnTo>
                    <a:pt x="59205" y="39485"/>
                  </a:lnTo>
                  <a:lnTo>
                    <a:pt x="58068" y="39478"/>
                  </a:lnTo>
                  <a:lnTo>
                    <a:pt x="57565" y="39479"/>
                  </a:lnTo>
                  <a:lnTo>
                    <a:pt x="56915" y="39481"/>
                  </a:lnTo>
                  <a:lnTo>
                    <a:pt x="55681" y="39484"/>
                  </a:lnTo>
                  <a:lnTo>
                    <a:pt x="53430" y="39490"/>
                  </a:lnTo>
                  <a:lnTo>
                    <a:pt x="52353" y="39490"/>
                  </a:lnTo>
                  <a:lnTo>
                    <a:pt x="51276" y="39490"/>
                  </a:lnTo>
                  <a:lnTo>
                    <a:pt x="50199" y="39489"/>
                  </a:lnTo>
                  <a:lnTo>
                    <a:pt x="49122" y="39488"/>
                  </a:lnTo>
                  <a:lnTo>
                    <a:pt x="48045" y="39485"/>
                  </a:lnTo>
                  <a:lnTo>
                    <a:pt x="46969" y="39482"/>
                  </a:lnTo>
                  <a:lnTo>
                    <a:pt x="45892" y="39478"/>
                  </a:lnTo>
                  <a:lnTo>
                    <a:pt x="44815" y="39474"/>
                  </a:lnTo>
                  <a:lnTo>
                    <a:pt x="43739" y="39468"/>
                  </a:lnTo>
                  <a:lnTo>
                    <a:pt x="42677" y="39464"/>
                  </a:lnTo>
                  <a:lnTo>
                    <a:pt x="41615" y="39462"/>
                  </a:lnTo>
                  <a:lnTo>
                    <a:pt x="40553" y="39460"/>
                  </a:lnTo>
                  <a:lnTo>
                    <a:pt x="39492" y="39460"/>
                  </a:lnTo>
                  <a:lnTo>
                    <a:pt x="38430" y="39460"/>
                  </a:lnTo>
                  <a:lnTo>
                    <a:pt x="37369" y="39461"/>
                  </a:lnTo>
                  <a:lnTo>
                    <a:pt x="36307" y="39463"/>
                  </a:lnTo>
                  <a:lnTo>
                    <a:pt x="35246" y="39466"/>
                  </a:lnTo>
                  <a:lnTo>
                    <a:pt x="34184" y="39470"/>
                  </a:lnTo>
                  <a:lnTo>
                    <a:pt x="33123" y="39474"/>
                  </a:lnTo>
                  <a:lnTo>
                    <a:pt x="32061" y="39478"/>
                  </a:lnTo>
                  <a:lnTo>
                    <a:pt x="31000" y="39483"/>
                  </a:lnTo>
                  <a:lnTo>
                    <a:pt x="29938" y="39488"/>
                  </a:lnTo>
                  <a:lnTo>
                    <a:pt x="28877" y="39494"/>
                  </a:lnTo>
                  <a:lnTo>
                    <a:pt x="27831" y="39493"/>
                  </a:lnTo>
                  <a:lnTo>
                    <a:pt x="26784" y="39492"/>
                  </a:lnTo>
                  <a:lnTo>
                    <a:pt x="25738" y="39490"/>
                  </a:lnTo>
                  <a:lnTo>
                    <a:pt x="24692" y="39489"/>
                  </a:lnTo>
                  <a:lnTo>
                    <a:pt x="23646" y="39487"/>
                  </a:lnTo>
                  <a:lnTo>
                    <a:pt x="22599" y="39485"/>
                  </a:lnTo>
                  <a:lnTo>
                    <a:pt x="21553" y="39483"/>
                  </a:lnTo>
                  <a:lnTo>
                    <a:pt x="20507" y="39480"/>
                  </a:lnTo>
                  <a:lnTo>
                    <a:pt x="19461" y="39478"/>
                  </a:lnTo>
                  <a:lnTo>
                    <a:pt x="18973" y="39480"/>
                  </a:lnTo>
                  <a:lnTo>
                    <a:pt x="18341" y="39484"/>
                  </a:lnTo>
                  <a:lnTo>
                    <a:pt x="17144" y="39491"/>
                  </a:lnTo>
                  <a:lnTo>
                    <a:pt x="14959" y="39503"/>
                  </a:lnTo>
                  <a:lnTo>
                    <a:pt x="13926" y="39493"/>
                  </a:lnTo>
                  <a:lnTo>
                    <a:pt x="12890" y="39484"/>
                  </a:lnTo>
                  <a:lnTo>
                    <a:pt x="11845" y="39474"/>
                  </a:lnTo>
                  <a:lnTo>
                    <a:pt x="10790" y="39464"/>
                  </a:lnTo>
                  <a:lnTo>
                    <a:pt x="9577" y="39461"/>
                  </a:lnTo>
                  <a:lnTo>
                    <a:pt x="8356" y="39458"/>
                  </a:lnTo>
                  <a:lnTo>
                    <a:pt x="7118" y="39455"/>
                  </a:lnTo>
                  <a:lnTo>
                    <a:pt x="6090" y="39278"/>
                  </a:lnTo>
                  <a:lnTo>
                    <a:pt x="5269" y="39096"/>
                  </a:lnTo>
                  <a:lnTo>
                    <a:pt x="4570" y="38856"/>
                  </a:lnTo>
                  <a:lnTo>
                    <a:pt x="3911" y="38504"/>
                  </a:lnTo>
                  <a:lnTo>
                    <a:pt x="3208" y="37987"/>
                  </a:lnTo>
                  <a:lnTo>
                    <a:pt x="2377" y="37252"/>
                  </a:lnTo>
                  <a:lnTo>
                    <a:pt x="1335" y="36245"/>
                  </a:lnTo>
                  <a:lnTo>
                    <a:pt x="0" y="34915"/>
                  </a:lnTo>
                  <a:lnTo>
                    <a:pt x="1163" y="34915"/>
                  </a:lnTo>
                  <a:lnTo>
                    <a:pt x="2326" y="34915"/>
                  </a:lnTo>
                  <a:lnTo>
                    <a:pt x="3489" y="34915"/>
                  </a:lnTo>
                  <a:lnTo>
                    <a:pt x="4653" y="34915"/>
                  </a:lnTo>
                  <a:lnTo>
                    <a:pt x="5816" y="34915"/>
                  </a:lnTo>
                  <a:lnTo>
                    <a:pt x="6980" y="34915"/>
                  </a:lnTo>
                  <a:lnTo>
                    <a:pt x="8143" y="34915"/>
                  </a:lnTo>
                  <a:lnTo>
                    <a:pt x="9307" y="34915"/>
                  </a:lnTo>
                  <a:lnTo>
                    <a:pt x="10471" y="34915"/>
                  </a:lnTo>
                  <a:lnTo>
                    <a:pt x="11635" y="34915"/>
                  </a:lnTo>
                  <a:lnTo>
                    <a:pt x="12799" y="34915"/>
                  </a:lnTo>
                  <a:lnTo>
                    <a:pt x="13964" y="34915"/>
                  </a:lnTo>
                  <a:lnTo>
                    <a:pt x="15128" y="34915"/>
                  </a:lnTo>
                  <a:lnTo>
                    <a:pt x="16293" y="34915"/>
                  </a:lnTo>
                  <a:lnTo>
                    <a:pt x="17458" y="34915"/>
                  </a:lnTo>
                  <a:lnTo>
                    <a:pt x="18624" y="34915"/>
                  </a:lnTo>
                  <a:lnTo>
                    <a:pt x="19789" y="34915"/>
                  </a:lnTo>
                  <a:lnTo>
                    <a:pt x="20955" y="34915"/>
                  </a:lnTo>
                  <a:lnTo>
                    <a:pt x="22121" y="34915"/>
                  </a:lnTo>
                  <a:lnTo>
                    <a:pt x="23288" y="34915"/>
                  </a:lnTo>
                  <a:lnTo>
                    <a:pt x="24455" y="34915"/>
                  </a:lnTo>
                  <a:lnTo>
                    <a:pt x="25622" y="34915"/>
                  </a:lnTo>
                  <a:lnTo>
                    <a:pt x="26790" y="34915"/>
                  </a:lnTo>
                  <a:lnTo>
                    <a:pt x="27958" y="34915"/>
                  </a:lnTo>
                  <a:lnTo>
                    <a:pt x="29126" y="34915"/>
                  </a:lnTo>
                  <a:lnTo>
                    <a:pt x="30295" y="34915"/>
                  </a:lnTo>
                  <a:lnTo>
                    <a:pt x="31464" y="34915"/>
                  </a:lnTo>
                  <a:lnTo>
                    <a:pt x="32634" y="34915"/>
                  </a:lnTo>
                  <a:lnTo>
                    <a:pt x="33804" y="34915"/>
                  </a:lnTo>
                  <a:lnTo>
                    <a:pt x="34975" y="34915"/>
                  </a:lnTo>
                  <a:lnTo>
                    <a:pt x="36146" y="34915"/>
                  </a:lnTo>
                  <a:lnTo>
                    <a:pt x="37318" y="34915"/>
                  </a:lnTo>
                  <a:lnTo>
                    <a:pt x="38491" y="34915"/>
                  </a:lnTo>
                  <a:lnTo>
                    <a:pt x="39664" y="34915"/>
                  </a:lnTo>
                  <a:lnTo>
                    <a:pt x="40837" y="34915"/>
                  </a:lnTo>
                  <a:lnTo>
                    <a:pt x="42011" y="34915"/>
                  </a:lnTo>
                  <a:lnTo>
                    <a:pt x="43186" y="34915"/>
                  </a:lnTo>
                  <a:lnTo>
                    <a:pt x="44361" y="34915"/>
                  </a:lnTo>
                  <a:lnTo>
                    <a:pt x="45537" y="34915"/>
                  </a:lnTo>
                  <a:lnTo>
                    <a:pt x="46714" y="34915"/>
                  </a:lnTo>
                  <a:lnTo>
                    <a:pt x="47891" y="34915"/>
                  </a:lnTo>
                  <a:lnTo>
                    <a:pt x="49069" y="34915"/>
                  </a:lnTo>
                  <a:lnTo>
                    <a:pt x="50248" y="34915"/>
                  </a:lnTo>
                  <a:lnTo>
                    <a:pt x="51428" y="34915"/>
                  </a:lnTo>
                  <a:lnTo>
                    <a:pt x="52608" y="34915"/>
                  </a:lnTo>
                  <a:lnTo>
                    <a:pt x="53789" y="34915"/>
                  </a:lnTo>
                  <a:lnTo>
                    <a:pt x="54971" y="34915"/>
                  </a:lnTo>
                  <a:lnTo>
                    <a:pt x="56154" y="34915"/>
                  </a:lnTo>
                  <a:lnTo>
                    <a:pt x="57337" y="34915"/>
                  </a:lnTo>
                  <a:lnTo>
                    <a:pt x="58522" y="34915"/>
                  </a:lnTo>
                  <a:lnTo>
                    <a:pt x="59707" y="34915"/>
                  </a:lnTo>
                  <a:lnTo>
                    <a:pt x="60893" y="34915"/>
                  </a:lnTo>
                  <a:lnTo>
                    <a:pt x="62080" y="34915"/>
                  </a:lnTo>
                  <a:lnTo>
                    <a:pt x="63268" y="34915"/>
                  </a:lnTo>
                  <a:lnTo>
                    <a:pt x="64457" y="34915"/>
                  </a:lnTo>
                  <a:lnTo>
                    <a:pt x="65647" y="34915"/>
                  </a:lnTo>
                  <a:lnTo>
                    <a:pt x="66837" y="34915"/>
                  </a:lnTo>
                  <a:lnTo>
                    <a:pt x="68029" y="34915"/>
                  </a:lnTo>
                  <a:lnTo>
                    <a:pt x="69222" y="34915"/>
                  </a:lnTo>
                  <a:lnTo>
                    <a:pt x="70415" y="34915"/>
                  </a:lnTo>
                  <a:lnTo>
                    <a:pt x="71610" y="34915"/>
                  </a:lnTo>
                  <a:lnTo>
                    <a:pt x="72806" y="34915"/>
                  </a:lnTo>
                  <a:lnTo>
                    <a:pt x="74003" y="34915"/>
                  </a:lnTo>
                  <a:lnTo>
                    <a:pt x="75201" y="34915"/>
                  </a:lnTo>
                  <a:lnTo>
                    <a:pt x="75259" y="33874"/>
                  </a:lnTo>
                  <a:lnTo>
                    <a:pt x="75317" y="32834"/>
                  </a:lnTo>
                  <a:lnTo>
                    <a:pt x="75374" y="31793"/>
                  </a:lnTo>
                  <a:lnTo>
                    <a:pt x="75432" y="30752"/>
                  </a:lnTo>
                  <a:lnTo>
                    <a:pt x="75490" y="29710"/>
                  </a:lnTo>
                  <a:lnTo>
                    <a:pt x="75548" y="28668"/>
                  </a:lnTo>
                  <a:lnTo>
                    <a:pt x="75606" y="27625"/>
                  </a:lnTo>
                  <a:lnTo>
                    <a:pt x="75664" y="26581"/>
                  </a:lnTo>
                  <a:lnTo>
                    <a:pt x="75722" y="25536"/>
                  </a:lnTo>
                  <a:lnTo>
                    <a:pt x="75780" y="24490"/>
                  </a:lnTo>
                  <a:lnTo>
                    <a:pt x="75838" y="23443"/>
                  </a:lnTo>
                  <a:lnTo>
                    <a:pt x="75896" y="22395"/>
                  </a:lnTo>
                  <a:lnTo>
                    <a:pt x="75955" y="21345"/>
                  </a:lnTo>
                  <a:lnTo>
                    <a:pt x="76013" y="20294"/>
                  </a:lnTo>
                  <a:lnTo>
                    <a:pt x="76072" y="19241"/>
                  </a:lnTo>
                  <a:lnTo>
                    <a:pt x="76130" y="18186"/>
                  </a:lnTo>
                  <a:lnTo>
                    <a:pt x="76189" y="17129"/>
                  </a:lnTo>
                  <a:lnTo>
                    <a:pt x="76248" y="16071"/>
                  </a:lnTo>
                  <a:lnTo>
                    <a:pt x="76307" y="15010"/>
                  </a:lnTo>
                  <a:lnTo>
                    <a:pt x="76366" y="13947"/>
                  </a:lnTo>
                  <a:lnTo>
                    <a:pt x="76425" y="12881"/>
                  </a:lnTo>
                  <a:lnTo>
                    <a:pt x="76484" y="11813"/>
                  </a:lnTo>
                  <a:lnTo>
                    <a:pt x="76544" y="10743"/>
                  </a:lnTo>
                  <a:lnTo>
                    <a:pt x="77809" y="9301"/>
                  </a:lnTo>
                  <a:lnTo>
                    <a:pt x="78893" y="8074"/>
                  </a:lnTo>
                  <a:lnTo>
                    <a:pt x="79826" y="7034"/>
                  </a:lnTo>
                  <a:lnTo>
                    <a:pt x="80637" y="6157"/>
                  </a:lnTo>
                  <a:lnTo>
                    <a:pt x="81355" y="5417"/>
                  </a:lnTo>
                  <a:lnTo>
                    <a:pt x="82010" y="4788"/>
                  </a:lnTo>
                  <a:lnTo>
                    <a:pt x="82631" y="4245"/>
                  </a:lnTo>
                  <a:lnTo>
                    <a:pt x="83248" y="3762"/>
                  </a:lnTo>
                  <a:lnTo>
                    <a:pt x="83889" y="3312"/>
                  </a:lnTo>
                  <a:lnTo>
                    <a:pt x="84584" y="2871"/>
                  </a:lnTo>
                  <a:lnTo>
                    <a:pt x="85362" y="2413"/>
                  </a:lnTo>
                  <a:lnTo>
                    <a:pt x="86254" y="1912"/>
                  </a:lnTo>
                  <a:lnTo>
                    <a:pt x="87287" y="1343"/>
                  </a:lnTo>
                  <a:lnTo>
                    <a:pt x="87953" y="676"/>
                  </a:lnTo>
                  <a:lnTo>
                    <a:pt x="88630" y="0"/>
                  </a:lnTo>
                  <a:close/>
                </a:path>
              </a:pathLst>
            </a:custGeom>
            <a:solidFill>
              <a:srgbClr val="A8CC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3" name="region 141 #5B0C17"/>
            <p:cNvSpPr/>
            <p:nvPr/>
          </p:nvSpPr>
          <p:spPr>
            <a:xfrm>
              <a:off x="1745747" y="499552"/>
              <a:ext cx="40287" cy="47420"/>
            </a:xfrm>
            <a:custGeom>
              <a:avLst/>
              <a:gdLst/>
              <a:ahLst/>
              <a:cxnLst/>
              <a:rect l="l" t="t" r="r" b="b"/>
              <a:pathLst>
                <a:path w="40287" h="47420">
                  <a:moveTo>
                    <a:pt x="18801" y="0"/>
                  </a:moveTo>
                  <a:lnTo>
                    <a:pt x="19798" y="333"/>
                  </a:lnTo>
                  <a:lnTo>
                    <a:pt x="20800" y="666"/>
                  </a:lnTo>
                  <a:lnTo>
                    <a:pt x="21809" y="1003"/>
                  </a:lnTo>
                  <a:lnTo>
                    <a:pt x="22829" y="1343"/>
                  </a:lnTo>
                  <a:lnTo>
                    <a:pt x="23098" y="2417"/>
                  </a:lnTo>
                  <a:lnTo>
                    <a:pt x="23366" y="3491"/>
                  </a:lnTo>
                  <a:lnTo>
                    <a:pt x="23635" y="4566"/>
                  </a:lnTo>
                  <a:lnTo>
                    <a:pt x="23904" y="5640"/>
                  </a:lnTo>
                  <a:lnTo>
                    <a:pt x="24172" y="6714"/>
                  </a:lnTo>
                  <a:lnTo>
                    <a:pt x="25170" y="7047"/>
                  </a:lnTo>
                  <a:lnTo>
                    <a:pt x="26171" y="7381"/>
                  </a:lnTo>
                  <a:lnTo>
                    <a:pt x="27181" y="7717"/>
                  </a:lnTo>
                  <a:lnTo>
                    <a:pt x="28201" y="8057"/>
                  </a:lnTo>
                  <a:lnTo>
                    <a:pt x="28201" y="9388"/>
                  </a:lnTo>
                  <a:lnTo>
                    <a:pt x="28201" y="10728"/>
                  </a:lnTo>
                  <a:lnTo>
                    <a:pt x="28201" y="12086"/>
                  </a:lnTo>
                  <a:lnTo>
                    <a:pt x="29534" y="12086"/>
                  </a:lnTo>
                  <a:lnTo>
                    <a:pt x="30887" y="12086"/>
                  </a:lnTo>
                  <a:lnTo>
                    <a:pt x="30887" y="13419"/>
                  </a:lnTo>
                  <a:lnTo>
                    <a:pt x="30887" y="14772"/>
                  </a:lnTo>
                  <a:lnTo>
                    <a:pt x="32219" y="14772"/>
                  </a:lnTo>
                  <a:lnTo>
                    <a:pt x="33572" y="14772"/>
                  </a:lnTo>
                  <a:lnTo>
                    <a:pt x="35115" y="16463"/>
                  </a:lnTo>
                  <a:lnTo>
                    <a:pt x="36401" y="17885"/>
                  </a:lnTo>
                  <a:lnTo>
                    <a:pt x="37454" y="19076"/>
                  </a:lnTo>
                  <a:lnTo>
                    <a:pt x="38297" y="20072"/>
                  </a:lnTo>
                  <a:lnTo>
                    <a:pt x="38954" y="20911"/>
                  </a:lnTo>
                  <a:lnTo>
                    <a:pt x="39448" y="21630"/>
                  </a:lnTo>
                  <a:lnTo>
                    <a:pt x="39801" y="22266"/>
                  </a:lnTo>
                  <a:lnTo>
                    <a:pt x="40038" y="22857"/>
                  </a:lnTo>
                  <a:lnTo>
                    <a:pt x="40182" y="23440"/>
                  </a:lnTo>
                  <a:lnTo>
                    <a:pt x="40256" y="24053"/>
                  </a:lnTo>
                  <a:lnTo>
                    <a:pt x="40283" y="24732"/>
                  </a:lnTo>
                  <a:lnTo>
                    <a:pt x="40287" y="25515"/>
                  </a:lnTo>
                  <a:lnTo>
                    <a:pt x="38954" y="25515"/>
                  </a:lnTo>
                  <a:lnTo>
                    <a:pt x="37601" y="25515"/>
                  </a:lnTo>
                  <a:lnTo>
                    <a:pt x="36642" y="24514"/>
                  </a:lnTo>
                  <a:lnTo>
                    <a:pt x="35953" y="23773"/>
                  </a:lnTo>
                  <a:lnTo>
                    <a:pt x="35341" y="23071"/>
                  </a:lnTo>
                  <a:lnTo>
                    <a:pt x="34611" y="22187"/>
                  </a:lnTo>
                  <a:lnTo>
                    <a:pt x="33572" y="20898"/>
                  </a:lnTo>
                  <a:lnTo>
                    <a:pt x="32327" y="19361"/>
                  </a:lnTo>
                  <a:lnTo>
                    <a:pt x="31355" y="18189"/>
                  </a:lnTo>
                  <a:lnTo>
                    <a:pt x="30577" y="17308"/>
                  </a:lnTo>
                  <a:lnTo>
                    <a:pt x="29916" y="16647"/>
                  </a:lnTo>
                  <a:lnTo>
                    <a:pt x="29292" y="16135"/>
                  </a:lnTo>
                  <a:lnTo>
                    <a:pt x="28627" y="15700"/>
                  </a:lnTo>
                  <a:lnTo>
                    <a:pt x="27842" y="15269"/>
                  </a:lnTo>
                  <a:lnTo>
                    <a:pt x="26858" y="14772"/>
                  </a:lnTo>
                  <a:lnTo>
                    <a:pt x="26590" y="13697"/>
                  </a:lnTo>
                  <a:lnTo>
                    <a:pt x="26321" y="12623"/>
                  </a:lnTo>
                  <a:lnTo>
                    <a:pt x="26052" y="11549"/>
                  </a:lnTo>
                  <a:lnTo>
                    <a:pt x="25784" y="10474"/>
                  </a:lnTo>
                  <a:lnTo>
                    <a:pt x="25515" y="9400"/>
                  </a:lnTo>
                  <a:lnTo>
                    <a:pt x="24182" y="8734"/>
                  </a:lnTo>
                  <a:lnTo>
                    <a:pt x="22829" y="8057"/>
                  </a:lnTo>
                  <a:lnTo>
                    <a:pt x="22963" y="8671"/>
                  </a:lnTo>
                  <a:lnTo>
                    <a:pt x="23369" y="10523"/>
                  </a:lnTo>
                  <a:lnTo>
                    <a:pt x="23589" y="11576"/>
                  </a:lnTo>
                  <a:lnTo>
                    <a:pt x="23804" y="12628"/>
                  </a:lnTo>
                  <a:lnTo>
                    <a:pt x="24014" y="13678"/>
                  </a:lnTo>
                  <a:lnTo>
                    <a:pt x="24218" y="14727"/>
                  </a:lnTo>
                  <a:lnTo>
                    <a:pt x="24417" y="15776"/>
                  </a:lnTo>
                  <a:lnTo>
                    <a:pt x="24608" y="16824"/>
                  </a:lnTo>
                  <a:lnTo>
                    <a:pt x="24793" y="17872"/>
                  </a:lnTo>
                  <a:lnTo>
                    <a:pt x="24971" y="18920"/>
                  </a:lnTo>
                  <a:lnTo>
                    <a:pt x="25142" y="19970"/>
                  </a:lnTo>
                  <a:lnTo>
                    <a:pt x="25304" y="21021"/>
                  </a:lnTo>
                  <a:lnTo>
                    <a:pt x="25458" y="22074"/>
                  </a:lnTo>
                  <a:lnTo>
                    <a:pt x="25603" y="23129"/>
                  </a:lnTo>
                  <a:lnTo>
                    <a:pt x="25740" y="24187"/>
                  </a:lnTo>
                  <a:lnTo>
                    <a:pt x="25867" y="25248"/>
                  </a:lnTo>
                  <a:lnTo>
                    <a:pt x="25984" y="26312"/>
                  </a:lnTo>
                  <a:lnTo>
                    <a:pt x="26090" y="27380"/>
                  </a:lnTo>
                  <a:lnTo>
                    <a:pt x="26187" y="28453"/>
                  </a:lnTo>
                  <a:lnTo>
                    <a:pt x="26292" y="29564"/>
                  </a:lnTo>
                  <a:lnTo>
                    <a:pt x="26415" y="30659"/>
                  </a:lnTo>
                  <a:lnTo>
                    <a:pt x="26555" y="31740"/>
                  </a:lnTo>
                  <a:lnTo>
                    <a:pt x="26712" y="32809"/>
                  </a:lnTo>
                  <a:lnTo>
                    <a:pt x="26886" y="33867"/>
                  </a:lnTo>
                  <a:lnTo>
                    <a:pt x="27077" y="34918"/>
                  </a:lnTo>
                  <a:lnTo>
                    <a:pt x="27285" y="35962"/>
                  </a:lnTo>
                  <a:lnTo>
                    <a:pt x="27509" y="37001"/>
                  </a:lnTo>
                  <a:lnTo>
                    <a:pt x="27750" y="38038"/>
                  </a:lnTo>
                  <a:lnTo>
                    <a:pt x="28008" y="39074"/>
                  </a:lnTo>
                  <a:lnTo>
                    <a:pt x="28282" y="40112"/>
                  </a:lnTo>
                  <a:lnTo>
                    <a:pt x="28573" y="41153"/>
                  </a:lnTo>
                  <a:lnTo>
                    <a:pt x="28880" y="42199"/>
                  </a:lnTo>
                  <a:lnTo>
                    <a:pt x="29204" y="43253"/>
                  </a:lnTo>
                  <a:lnTo>
                    <a:pt x="29544" y="44315"/>
                  </a:lnTo>
                  <a:lnTo>
                    <a:pt x="28536" y="45311"/>
                  </a:lnTo>
                  <a:lnTo>
                    <a:pt x="27731" y="46032"/>
                  </a:lnTo>
                  <a:lnTo>
                    <a:pt x="27002" y="46533"/>
                  </a:lnTo>
                  <a:lnTo>
                    <a:pt x="26224" y="46868"/>
                  </a:lnTo>
                  <a:lnTo>
                    <a:pt x="25269" y="47091"/>
                  </a:lnTo>
                  <a:lnTo>
                    <a:pt x="24012" y="47257"/>
                  </a:lnTo>
                  <a:lnTo>
                    <a:pt x="22326" y="47420"/>
                  </a:lnTo>
                  <a:lnTo>
                    <a:pt x="21232" y="47384"/>
                  </a:lnTo>
                  <a:lnTo>
                    <a:pt x="20142" y="47321"/>
                  </a:lnTo>
                  <a:lnTo>
                    <a:pt x="19057" y="47232"/>
                  </a:lnTo>
                  <a:lnTo>
                    <a:pt x="17977" y="47120"/>
                  </a:lnTo>
                  <a:lnTo>
                    <a:pt x="16901" y="46986"/>
                  </a:lnTo>
                  <a:lnTo>
                    <a:pt x="15828" y="46830"/>
                  </a:lnTo>
                  <a:lnTo>
                    <a:pt x="14759" y="46655"/>
                  </a:lnTo>
                  <a:lnTo>
                    <a:pt x="13693" y="46462"/>
                  </a:lnTo>
                  <a:lnTo>
                    <a:pt x="12630" y="46252"/>
                  </a:lnTo>
                  <a:lnTo>
                    <a:pt x="11569" y="46027"/>
                  </a:lnTo>
                  <a:lnTo>
                    <a:pt x="10511" y="45789"/>
                  </a:lnTo>
                  <a:lnTo>
                    <a:pt x="9456" y="45538"/>
                  </a:lnTo>
                  <a:lnTo>
                    <a:pt x="8401" y="45276"/>
                  </a:lnTo>
                  <a:lnTo>
                    <a:pt x="7349" y="45006"/>
                  </a:lnTo>
                  <a:lnTo>
                    <a:pt x="6298" y="44727"/>
                  </a:lnTo>
                  <a:lnTo>
                    <a:pt x="5247" y="44442"/>
                  </a:lnTo>
                  <a:lnTo>
                    <a:pt x="4198" y="44152"/>
                  </a:lnTo>
                  <a:lnTo>
                    <a:pt x="3148" y="43859"/>
                  </a:lnTo>
                  <a:lnTo>
                    <a:pt x="2099" y="43563"/>
                  </a:lnTo>
                  <a:lnTo>
                    <a:pt x="1050" y="43267"/>
                  </a:lnTo>
                  <a:lnTo>
                    <a:pt x="0" y="42972"/>
                  </a:lnTo>
                  <a:lnTo>
                    <a:pt x="0" y="42306"/>
                  </a:lnTo>
                  <a:lnTo>
                    <a:pt x="0" y="41629"/>
                  </a:lnTo>
                  <a:lnTo>
                    <a:pt x="1041" y="41687"/>
                  </a:lnTo>
                  <a:lnTo>
                    <a:pt x="2081" y="41745"/>
                  </a:lnTo>
                  <a:lnTo>
                    <a:pt x="3122" y="41803"/>
                  </a:lnTo>
                  <a:lnTo>
                    <a:pt x="4163" y="41861"/>
                  </a:lnTo>
                  <a:lnTo>
                    <a:pt x="5205" y="41918"/>
                  </a:lnTo>
                  <a:lnTo>
                    <a:pt x="6247" y="41976"/>
                  </a:lnTo>
                  <a:lnTo>
                    <a:pt x="7290" y="42034"/>
                  </a:lnTo>
                  <a:lnTo>
                    <a:pt x="8334" y="42092"/>
                  </a:lnTo>
                  <a:lnTo>
                    <a:pt x="9379" y="42150"/>
                  </a:lnTo>
                  <a:lnTo>
                    <a:pt x="10425" y="42208"/>
                  </a:lnTo>
                  <a:lnTo>
                    <a:pt x="11472" y="42267"/>
                  </a:lnTo>
                  <a:lnTo>
                    <a:pt x="12520" y="42325"/>
                  </a:lnTo>
                  <a:lnTo>
                    <a:pt x="13570" y="42383"/>
                  </a:lnTo>
                  <a:lnTo>
                    <a:pt x="14621" y="42442"/>
                  </a:lnTo>
                  <a:lnTo>
                    <a:pt x="15674" y="42500"/>
                  </a:lnTo>
                  <a:lnTo>
                    <a:pt x="16729" y="42559"/>
                  </a:lnTo>
                  <a:lnTo>
                    <a:pt x="17785" y="42617"/>
                  </a:lnTo>
                  <a:lnTo>
                    <a:pt x="18844" y="42676"/>
                  </a:lnTo>
                  <a:lnTo>
                    <a:pt x="19905" y="42735"/>
                  </a:lnTo>
                  <a:lnTo>
                    <a:pt x="20968" y="42794"/>
                  </a:lnTo>
                  <a:lnTo>
                    <a:pt x="22034" y="42853"/>
                  </a:lnTo>
                  <a:lnTo>
                    <a:pt x="23102" y="42913"/>
                  </a:lnTo>
                  <a:lnTo>
                    <a:pt x="24172" y="42972"/>
                  </a:lnTo>
                  <a:lnTo>
                    <a:pt x="24172" y="41864"/>
                  </a:lnTo>
                  <a:lnTo>
                    <a:pt x="24172" y="40756"/>
                  </a:lnTo>
                  <a:lnTo>
                    <a:pt x="24172" y="39646"/>
                  </a:lnTo>
                  <a:lnTo>
                    <a:pt x="24172" y="38536"/>
                  </a:lnTo>
                  <a:lnTo>
                    <a:pt x="24172" y="37423"/>
                  </a:lnTo>
                  <a:lnTo>
                    <a:pt x="24172" y="36308"/>
                  </a:lnTo>
                  <a:lnTo>
                    <a:pt x="24172" y="35190"/>
                  </a:lnTo>
                  <a:lnTo>
                    <a:pt x="24172" y="34069"/>
                  </a:lnTo>
                  <a:lnTo>
                    <a:pt x="24172" y="32945"/>
                  </a:lnTo>
                  <a:lnTo>
                    <a:pt x="24172" y="31816"/>
                  </a:lnTo>
                  <a:lnTo>
                    <a:pt x="24172" y="30682"/>
                  </a:lnTo>
                  <a:lnTo>
                    <a:pt x="24172" y="29543"/>
                  </a:lnTo>
                  <a:lnTo>
                    <a:pt x="22839" y="29543"/>
                  </a:lnTo>
                  <a:lnTo>
                    <a:pt x="21486" y="29543"/>
                  </a:lnTo>
                  <a:lnTo>
                    <a:pt x="21486" y="28435"/>
                  </a:lnTo>
                  <a:lnTo>
                    <a:pt x="21486" y="27325"/>
                  </a:lnTo>
                  <a:lnTo>
                    <a:pt x="21486" y="26211"/>
                  </a:lnTo>
                  <a:lnTo>
                    <a:pt x="21486" y="25092"/>
                  </a:lnTo>
                  <a:lnTo>
                    <a:pt x="21486" y="23965"/>
                  </a:lnTo>
                  <a:lnTo>
                    <a:pt x="21486" y="22829"/>
                  </a:lnTo>
                  <a:lnTo>
                    <a:pt x="20154" y="22829"/>
                  </a:lnTo>
                  <a:lnTo>
                    <a:pt x="18801" y="22829"/>
                  </a:lnTo>
                  <a:lnTo>
                    <a:pt x="18678" y="21634"/>
                  </a:lnTo>
                  <a:lnTo>
                    <a:pt x="18554" y="20421"/>
                  </a:lnTo>
                  <a:lnTo>
                    <a:pt x="18346" y="18466"/>
                  </a:lnTo>
                  <a:lnTo>
                    <a:pt x="18168" y="16798"/>
                  </a:lnTo>
                  <a:lnTo>
                    <a:pt x="18012" y="15381"/>
                  </a:lnTo>
                  <a:lnTo>
                    <a:pt x="17875" y="14178"/>
                  </a:lnTo>
                  <a:lnTo>
                    <a:pt x="17750" y="13153"/>
                  </a:lnTo>
                  <a:lnTo>
                    <a:pt x="17632" y="12267"/>
                  </a:lnTo>
                  <a:lnTo>
                    <a:pt x="17515" y="11484"/>
                  </a:lnTo>
                  <a:lnTo>
                    <a:pt x="17394" y="10768"/>
                  </a:lnTo>
                  <a:lnTo>
                    <a:pt x="17264" y="10080"/>
                  </a:lnTo>
                  <a:lnTo>
                    <a:pt x="17118" y="9385"/>
                  </a:lnTo>
                  <a:lnTo>
                    <a:pt x="16951" y="8645"/>
                  </a:lnTo>
                  <a:lnTo>
                    <a:pt x="16759" y="7823"/>
                  </a:lnTo>
                  <a:lnTo>
                    <a:pt x="16534" y="6882"/>
                  </a:lnTo>
                  <a:lnTo>
                    <a:pt x="16387" y="5814"/>
                  </a:lnTo>
                  <a:lnTo>
                    <a:pt x="16330" y="4975"/>
                  </a:lnTo>
                  <a:lnTo>
                    <a:pt x="16405" y="4244"/>
                  </a:lnTo>
                  <a:lnTo>
                    <a:pt x="16649" y="3502"/>
                  </a:lnTo>
                  <a:lnTo>
                    <a:pt x="17103" y="2627"/>
                  </a:lnTo>
                  <a:lnTo>
                    <a:pt x="17807" y="1500"/>
                  </a:lnTo>
                  <a:lnTo>
                    <a:pt x="18801" y="0"/>
                  </a:lnTo>
                  <a:close/>
                </a:path>
              </a:pathLst>
            </a:custGeom>
            <a:solidFill>
              <a:srgbClr val="5B0C1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4" name="region 142 #7AACD2"/>
            <p:cNvSpPr/>
            <p:nvPr/>
          </p:nvSpPr>
          <p:spPr>
            <a:xfrm>
              <a:off x="2227842" y="598925"/>
              <a:ext cx="220233" cy="5868"/>
            </a:xfrm>
            <a:custGeom>
              <a:avLst/>
              <a:gdLst/>
              <a:ahLst/>
              <a:cxnLst/>
              <a:rect l="l" t="t" r="r" b="b"/>
              <a:pathLst>
                <a:path w="220233" h="5868">
                  <a:moveTo>
                    <a:pt x="0" y="0"/>
                  </a:moveTo>
                  <a:lnTo>
                    <a:pt x="539" y="329"/>
                  </a:lnTo>
                  <a:lnTo>
                    <a:pt x="2165" y="1322"/>
                  </a:lnTo>
                  <a:lnTo>
                    <a:pt x="3245" y="1748"/>
                  </a:lnTo>
                  <a:lnTo>
                    <a:pt x="4290" y="2097"/>
                  </a:lnTo>
                  <a:lnTo>
                    <a:pt x="5308" y="2376"/>
                  </a:lnTo>
                  <a:lnTo>
                    <a:pt x="6311" y="2592"/>
                  </a:lnTo>
                  <a:lnTo>
                    <a:pt x="7308" y="2754"/>
                  </a:lnTo>
                  <a:lnTo>
                    <a:pt x="8308" y="2870"/>
                  </a:lnTo>
                  <a:lnTo>
                    <a:pt x="9322" y="2947"/>
                  </a:lnTo>
                  <a:lnTo>
                    <a:pt x="10360" y="2993"/>
                  </a:lnTo>
                  <a:lnTo>
                    <a:pt x="11431" y="3017"/>
                  </a:lnTo>
                  <a:lnTo>
                    <a:pt x="12545" y="3026"/>
                  </a:lnTo>
                  <a:lnTo>
                    <a:pt x="13713" y="3027"/>
                  </a:lnTo>
                  <a:lnTo>
                    <a:pt x="14998" y="3033"/>
                  </a:lnTo>
                  <a:lnTo>
                    <a:pt x="16289" y="3039"/>
                  </a:lnTo>
                  <a:lnTo>
                    <a:pt x="17589" y="3044"/>
                  </a:lnTo>
                  <a:lnTo>
                    <a:pt x="18904" y="3050"/>
                  </a:lnTo>
                  <a:lnTo>
                    <a:pt x="20042" y="3047"/>
                  </a:lnTo>
                  <a:lnTo>
                    <a:pt x="21179" y="3044"/>
                  </a:lnTo>
                  <a:lnTo>
                    <a:pt x="22316" y="3040"/>
                  </a:lnTo>
                  <a:lnTo>
                    <a:pt x="23454" y="3037"/>
                  </a:lnTo>
                  <a:lnTo>
                    <a:pt x="24591" y="3034"/>
                  </a:lnTo>
                  <a:lnTo>
                    <a:pt x="25790" y="3036"/>
                  </a:lnTo>
                  <a:lnTo>
                    <a:pt x="26990" y="3038"/>
                  </a:lnTo>
                  <a:lnTo>
                    <a:pt x="28189" y="3041"/>
                  </a:lnTo>
                  <a:lnTo>
                    <a:pt x="29388" y="3044"/>
                  </a:lnTo>
                  <a:lnTo>
                    <a:pt x="30587" y="3047"/>
                  </a:lnTo>
                  <a:lnTo>
                    <a:pt x="31673" y="3050"/>
                  </a:lnTo>
                  <a:lnTo>
                    <a:pt x="32758" y="3052"/>
                  </a:lnTo>
                  <a:lnTo>
                    <a:pt x="33844" y="3053"/>
                  </a:lnTo>
                  <a:lnTo>
                    <a:pt x="34929" y="3054"/>
                  </a:lnTo>
                  <a:lnTo>
                    <a:pt x="36015" y="3055"/>
                  </a:lnTo>
                  <a:lnTo>
                    <a:pt x="37100" y="3055"/>
                  </a:lnTo>
                  <a:lnTo>
                    <a:pt x="38186" y="3055"/>
                  </a:lnTo>
                  <a:lnTo>
                    <a:pt x="39271" y="3055"/>
                  </a:lnTo>
                  <a:lnTo>
                    <a:pt x="40356" y="3055"/>
                  </a:lnTo>
                  <a:lnTo>
                    <a:pt x="41442" y="3054"/>
                  </a:lnTo>
                  <a:lnTo>
                    <a:pt x="42527" y="3053"/>
                  </a:lnTo>
                  <a:lnTo>
                    <a:pt x="43612" y="3052"/>
                  </a:lnTo>
                  <a:lnTo>
                    <a:pt x="44698" y="3050"/>
                  </a:lnTo>
                  <a:lnTo>
                    <a:pt x="45783" y="3049"/>
                  </a:lnTo>
                  <a:lnTo>
                    <a:pt x="46868" y="3047"/>
                  </a:lnTo>
                  <a:lnTo>
                    <a:pt x="47934" y="3046"/>
                  </a:lnTo>
                  <a:lnTo>
                    <a:pt x="48999" y="3045"/>
                  </a:lnTo>
                  <a:lnTo>
                    <a:pt x="50064" y="3045"/>
                  </a:lnTo>
                  <a:lnTo>
                    <a:pt x="51129" y="3044"/>
                  </a:lnTo>
                  <a:lnTo>
                    <a:pt x="52195" y="3044"/>
                  </a:lnTo>
                  <a:lnTo>
                    <a:pt x="53260" y="3044"/>
                  </a:lnTo>
                  <a:lnTo>
                    <a:pt x="54325" y="3044"/>
                  </a:lnTo>
                  <a:lnTo>
                    <a:pt x="55390" y="3045"/>
                  </a:lnTo>
                  <a:lnTo>
                    <a:pt x="56455" y="3045"/>
                  </a:lnTo>
                  <a:lnTo>
                    <a:pt x="57521" y="3046"/>
                  </a:lnTo>
                  <a:lnTo>
                    <a:pt x="58586" y="3046"/>
                  </a:lnTo>
                  <a:lnTo>
                    <a:pt x="59651" y="3047"/>
                  </a:lnTo>
                  <a:lnTo>
                    <a:pt x="60716" y="3048"/>
                  </a:lnTo>
                  <a:lnTo>
                    <a:pt x="61782" y="3048"/>
                  </a:lnTo>
                  <a:lnTo>
                    <a:pt x="62847" y="3049"/>
                  </a:lnTo>
                  <a:lnTo>
                    <a:pt x="63912" y="3050"/>
                  </a:lnTo>
                  <a:lnTo>
                    <a:pt x="64973" y="3051"/>
                  </a:lnTo>
                  <a:lnTo>
                    <a:pt x="66033" y="3051"/>
                  </a:lnTo>
                  <a:lnTo>
                    <a:pt x="67093" y="3051"/>
                  </a:lnTo>
                  <a:lnTo>
                    <a:pt x="68154" y="3052"/>
                  </a:lnTo>
                  <a:lnTo>
                    <a:pt x="69214" y="3052"/>
                  </a:lnTo>
                  <a:lnTo>
                    <a:pt x="70275" y="3052"/>
                  </a:lnTo>
                  <a:lnTo>
                    <a:pt x="71335" y="3052"/>
                  </a:lnTo>
                  <a:lnTo>
                    <a:pt x="72396" y="3052"/>
                  </a:lnTo>
                  <a:lnTo>
                    <a:pt x="73456" y="3052"/>
                  </a:lnTo>
                  <a:lnTo>
                    <a:pt x="74516" y="3051"/>
                  </a:lnTo>
                  <a:lnTo>
                    <a:pt x="75577" y="3051"/>
                  </a:lnTo>
                  <a:lnTo>
                    <a:pt x="76637" y="3051"/>
                  </a:lnTo>
                  <a:lnTo>
                    <a:pt x="77698" y="3050"/>
                  </a:lnTo>
                  <a:lnTo>
                    <a:pt x="78758" y="3050"/>
                  </a:lnTo>
                  <a:lnTo>
                    <a:pt x="79819" y="3049"/>
                  </a:lnTo>
                  <a:lnTo>
                    <a:pt x="80879" y="3048"/>
                  </a:lnTo>
                  <a:lnTo>
                    <a:pt x="81939" y="3047"/>
                  </a:lnTo>
                  <a:lnTo>
                    <a:pt x="83000" y="3047"/>
                  </a:lnTo>
                  <a:lnTo>
                    <a:pt x="84060" y="3046"/>
                  </a:lnTo>
                  <a:lnTo>
                    <a:pt x="85121" y="3045"/>
                  </a:lnTo>
                  <a:lnTo>
                    <a:pt x="86181" y="3044"/>
                  </a:lnTo>
                  <a:lnTo>
                    <a:pt x="87242" y="3043"/>
                  </a:lnTo>
                  <a:lnTo>
                    <a:pt x="88302" y="3042"/>
                  </a:lnTo>
                  <a:lnTo>
                    <a:pt x="89362" y="3040"/>
                  </a:lnTo>
                  <a:lnTo>
                    <a:pt x="90423" y="3039"/>
                  </a:lnTo>
                  <a:lnTo>
                    <a:pt x="91483" y="3038"/>
                  </a:lnTo>
                  <a:lnTo>
                    <a:pt x="92544" y="3037"/>
                  </a:lnTo>
                  <a:lnTo>
                    <a:pt x="93611" y="3035"/>
                  </a:lnTo>
                  <a:lnTo>
                    <a:pt x="94678" y="3034"/>
                  </a:lnTo>
                  <a:lnTo>
                    <a:pt x="95745" y="3033"/>
                  </a:lnTo>
                  <a:lnTo>
                    <a:pt x="96812" y="3032"/>
                  </a:lnTo>
                  <a:lnTo>
                    <a:pt x="97879" y="3031"/>
                  </a:lnTo>
                  <a:lnTo>
                    <a:pt x="98946" y="3030"/>
                  </a:lnTo>
                  <a:lnTo>
                    <a:pt x="100013" y="3029"/>
                  </a:lnTo>
                  <a:lnTo>
                    <a:pt x="101081" y="3029"/>
                  </a:lnTo>
                  <a:lnTo>
                    <a:pt x="102148" y="3028"/>
                  </a:lnTo>
                  <a:lnTo>
                    <a:pt x="103215" y="3028"/>
                  </a:lnTo>
                  <a:lnTo>
                    <a:pt x="104282" y="3028"/>
                  </a:lnTo>
                  <a:lnTo>
                    <a:pt x="105349" y="3027"/>
                  </a:lnTo>
                  <a:lnTo>
                    <a:pt x="106416" y="3027"/>
                  </a:lnTo>
                  <a:lnTo>
                    <a:pt x="107483" y="3027"/>
                  </a:lnTo>
                  <a:lnTo>
                    <a:pt x="108550" y="3027"/>
                  </a:lnTo>
                  <a:lnTo>
                    <a:pt x="109618" y="3028"/>
                  </a:lnTo>
                  <a:lnTo>
                    <a:pt x="110685" y="3028"/>
                  </a:lnTo>
                  <a:lnTo>
                    <a:pt x="111752" y="3028"/>
                  </a:lnTo>
                  <a:lnTo>
                    <a:pt x="112819" y="3029"/>
                  </a:lnTo>
                  <a:lnTo>
                    <a:pt x="113886" y="3029"/>
                  </a:lnTo>
                  <a:lnTo>
                    <a:pt x="114953" y="3030"/>
                  </a:lnTo>
                  <a:lnTo>
                    <a:pt x="116020" y="3031"/>
                  </a:lnTo>
                  <a:lnTo>
                    <a:pt x="117088" y="3031"/>
                  </a:lnTo>
                  <a:lnTo>
                    <a:pt x="118155" y="3032"/>
                  </a:lnTo>
                  <a:lnTo>
                    <a:pt x="119222" y="3033"/>
                  </a:lnTo>
                  <a:lnTo>
                    <a:pt x="120289" y="3034"/>
                  </a:lnTo>
                  <a:lnTo>
                    <a:pt x="121356" y="3035"/>
                  </a:lnTo>
                  <a:lnTo>
                    <a:pt x="122423" y="3037"/>
                  </a:lnTo>
                  <a:lnTo>
                    <a:pt x="123490" y="3038"/>
                  </a:lnTo>
                  <a:lnTo>
                    <a:pt x="124557" y="3039"/>
                  </a:lnTo>
                  <a:lnTo>
                    <a:pt x="125624" y="3041"/>
                  </a:lnTo>
                  <a:lnTo>
                    <a:pt x="126677" y="3042"/>
                  </a:lnTo>
                  <a:lnTo>
                    <a:pt x="127729" y="3043"/>
                  </a:lnTo>
                  <a:lnTo>
                    <a:pt x="128781" y="3044"/>
                  </a:lnTo>
                  <a:lnTo>
                    <a:pt x="129833" y="3045"/>
                  </a:lnTo>
                  <a:lnTo>
                    <a:pt x="130886" y="3046"/>
                  </a:lnTo>
                  <a:lnTo>
                    <a:pt x="131938" y="3047"/>
                  </a:lnTo>
                  <a:lnTo>
                    <a:pt x="132990" y="3048"/>
                  </a:lnTo>
                  <a:lnTo>
                    <a:pt x="134042" y="3049"/>
                  </a:lnTo>
                  <a:lnTo>
                    <a:pt x="135095" y="3050"/>
                  </a:lnTo>
                  <a:lnTo>
                    <a:pt x="136147" y="3050"/>
                  </a:lnTo>
                  <a:lnTo>
                    <a:pt x="137199" y="3051"/>
                  </a:lnTo>
                  <a:lnTo>
                    <a:pt x="138252" y="3051"/>
                  </a:lnTo>
                  <a:lnTo>
                    <a:pt x="139304" y="3052"/>
                  </a:lnTo>
                  <a:lnTo>
                    <a:pt x="140356" y="3052"/>
                  </a:lnTo>
                  <a:lnTo>
                    <a:pt x="141408" y="3052"/>
                  </a:lnTo>
                  <a:lnTo>
                    <a:pt x="142461" y="3052"/>
                  </a:lnTo>
                  <a:lnTo>
                    <a:pt x="143513" y="3052"/>
                  </a:lnTo>
                  <a:lnTo>
                    <a:pt x="144565" y="3052"/>
                  </a:lnTo>
                  <a:lnTo>
                    <a:pt x="145618" y="3052"/>
                  </a:lnTo>
                  <a:lnTo>
                    <a:pt x="146670" y="3052"/>
                  </a:lnTo>
                  <a:lnTo>
                    <a:pt x="147722" y="3052"/>
                  </a:lnTo>
                  <a:lnTo>
                    <a:pt x="148774" y="3051"/>
                  </a:lnTo>
                  <a:lnTo>
                    <a:pt x="149827" y="3051"/>
                  </a:lnTo>
                  <a:lnTo>
                    <a:pt x="150879" y="3051"/>
                  </a:lnTo>
                  <a:lnTo>
                    <a:pt x="151931" y="3050"/>
                  </a:lnTo>
                  <a:lnTo>
                    <a:pt x="152983" y="3049"/>
                  </a:lnTo>
                  <a:lnTo>
                    <a:pt x="154036" y="3049"/>
                  </a:lnTo>
                  <a:lnTo>
                    <a:pt x="155096" y="3048"/>
                  </a:lnTo>
                  <a:lnTo>
                    <a:pt x="156156" y="3047"/>
                  </a:lnTo>
                  <a:lnTo>
                    <a:pt x="157217" y="3046"/>
                  </a:lnTo>
                  <a:lnTo>
                    <a:pt x="158277" y="3046"/>
                  </a:lnTo>
                  <a:lnTo>
                    <a:pt x="159337" y="3045"/>
                  </a:lnTo>
                  <a:lnTo>
                    <a:pt x="160397" y="3045"/>
                  </a:lnTo>
                  <a:lnTo>
                    <a:pt x="161458" y="3045"/>
                  </a:lnTo>
                  <a:lnTo>
                    <a:pt x="162518" y="3045"/>
                  </a:lnTo>
                  <a:lnTo>
                    <a:pt x="163578" y="3045"/>
                  </a:lnTo>
                  <a:lnTo>
                    <a:pt x="164639" y="3046"/>
                  </a:lnTo>
                  <a:lnTo>
                    <a:pt x="165699" y="3046"/>
                  </a:lnTo>
                  <a:lnTo>
                    <a:pt x="166759" y="3047"/>
                  </a:lnTo>
                  <a:lnTo>
                    <a:pt x="167819" y="3048"/>
                  </a:lnTo>
                  <a:lnTo>
                    <a:pt x="168880" y="3050"/>
                  </a:lnTo>
                  <a:lnTo>
                    <a:pt x="169940" y="3051"/>
                  </a:lnTo>
                  <a:lnTo>
                    <a:pt x="171000" y="3053"/>
                  </a:lnTo>
                  <a:lnTo>
                    <a:pt x="172064" y="3054"/>
                  </a:lnTo>
                  <a:lnTo>
                    <a:pt x="173128" y="3055"/>
                  </a:lnTo>
                  <a:lnTo>
                    <a:pt x="174192" y="3055"/>
                  </a:lnTo>
                  <a:lnTo>
                    <a:pt x="175256" y="3056"/>
                  </a:lnTo>
                  <a:lnTo>
                    <a:pt x="176320" y="3055"/>
                  </a:lnTo>
                  <a:lnTo>
                    <a:pt x="177383" y="3055"/>
                  </a:lnTo>
                  <a:lnTo>
                    <a:pt x="178447" y="3054"/>
                  </a:lnTo>
                  <a:lnTo>
                    <a:pt x="179511" y="3054"/>
                  </a:lnTo>
                  <a:lnTo>
                    <a:pt x="180575" y="3052"/>
                  </a:lnTo>
                  <a:lnTo>
                    <a:pt x="181639" y="3051"/>
                  </a:lnTo>
                  <a:lnTo>
                    <a:pt x="182703" y="3049"/>
                  </a:lnTo>
                  <a:lnTo>
                    <a:pt x="183767" y="3047"/>
                  </a:lnTo>
                  <a:lnTo>
                    <a:pt x="184831" y="3045"/>
                  </a:lnTo>
                  <a:lnTo>
                    <a:pt x="185895" y="3042"/>
                  </a:lnTo>
                  <a:lnTo>
                    <a:pt x="186959" y="3039"/>
                  </a:lnTo>
                  <a:lnTo>
                    <a:pt x="188129" y="3037"/>
                  </a:lnTo>
                  <a:lnTo>
                    <a:pt x="189299" y="3037"/>
                  </a:lnTo>
                  <a:lnTo>
                    <a:pt x="190469" y="3038"/>
                  </a:lnTo>
                  <a:lnTo>
                    <a:pt x="191639" y="3039"/>
                  </a:lnTo>
                  <a:lnTo>
                    <a:pt x="192809" y="3042"/>
                  </a:lnTo>
                  <a:lnTo>
                    <a:pt x="193951" y="3044"/>
                  </a:lnTo>
                  <a:lnTo>
                    <a:pt x="195094" y="3045"/>
                  </a:lnTo>
                  <a:lnTo>
                    <a:pt x="196237" y="3043"/>
                  </a:lnTo>
                  <a:lnTo>
                    <a:pt x="197379" y="3041"/>
                  </a:lnTo>
                  <a:lnTo>
                    <a:pt x="198522" y="3037"/>
                  </a:lnTo>
                  <a:lnTo>
                    <a:pt x="199665" y="3032"/>
                  </a:lnTo>
                  <a:lnTo>
                    <a:pt x="200808" y="3027"/>
                  </a:lnTo>
                  <a:lnTo>
                    <a:pt x="201927" y="3026"/>
                  </a:lnTo>
                  <a:lnTo>
                    <a:pt x="203050" y="3025"/>
                  </a:lnTo>
                  <a:lnTo>
                    <a:pt x="204181" y="3025"/>
                  </a:lnTo>
                  <a:lnTo>
                    <a:pt x="205326" y="3024"/>
                  </a:lnTo>
                  <a:lnTo>
                    <a:pt x="206417" y="2916"/>
                  </a:lnTo>
                  <a:lnTo>
                    <a:pt x="207478" y="2774"/>
                  </a:lnTo>
                  <a:lnTo>
                    <a:pt x="208515" y="2600"/>
                  </a:lnTo>
                  <a:lnTo>
                    <a:pt x="209532" y="2396"/>
                  </a:lnTo>
                  <a:lnTo>
                    <a:pt x="210534" y="2165"/>
                  </a:lnTo>
                  <a:lnTo>
                    <a:pt x="211526" y="1910"/>
                  </a:lnTo>
                  <a:lnTo>
                    <a:pt x="212513" y="1632"/>
                  </a:lnTo>
                  <a:lnTo>
                    <a:pt x="213501" y="1335"/>
                  </a:lnTo>
                  <a:lnTo>
                    <a:pt x="214493" y="1021"/>
                  </a:lnTo>
                  <a:lnTo>
                    <a:pt x="215494" y="692"/>
                  </a:lnTo>
                  <a:lnTo>
                    <a:pt x="216511" y="351"/>
                  </a:lnTo>
                  <a:lnTo>
                    <a:pt x="217547" y="0"/>
                  </a:lnTo>
                  <a:lnTo>
                    <a:pt x="218215" y="334"/>
                  </a:lnTo>
                  <a:lnTo>
                    <a:pt x="220233" y="1343"/>
                  </a:lnTo>
                  <a:lnTo>
                    <a:pt x="219262" y="2201"/>
                  </a:lnTo>
                  <a:lnTo>
                    <a:pt x="218322" y="2943"/>
                  </a:lnTo>
                  <a:lnTo>
                    <a:pt x="217404" y="3578"/>
                  </a:lnTo>
                  <a:lnTo>
                    <a:pt x="216498" y="4115"/>
                  </a:lnTo>
                  <a:lnTo>
                    <a:pt x="215596" y="4560"/>
                  </a:lnTo>
                  <a:lnTo>
                    <a:pt x="214688" y="4923"/>
                  </a:lnTo>
                  <a:lnTo>
                    <a:pt x="213765" y="5212"/>
                  </a:lnTo>
                  <a:lnTo>
                    <a:pt x="212818" y="5436"/>
                  </a:lnTo>
                  <a:lnTo>
                    <a:pt x="211838" y="5601"/>
                  </a:lnTo>
                  <a:lnTo>
                    <a:pt x="210814" y="5718"/>
                  </a:lnTo>
                  <a:lnTo>
                    <a:pt x="209739" y="5793"/>
                  </a:lnTo>
                  <a:lnTo>
                    <a:pt x="208603" y="5836"/>
                  </a:lnTo>
                  <a:lnTo>
                    <a:pt x="207396" y="5854"/>
                  </a:lnTo>
                  <a:lnTo>
                    <a:pt x="206110" y="5857"/>
                  </a:lnTo>
                  <a:lnTo>
                    <a:pt x="204792" y="5861"/>
                  </a:lnTo>
                  <a:lnTo>
                    <a:pt x="203454" y="5867"/>
                  </a:lnTo>
                  <a:lnTo>
                    <a:pt x="202353" y="5868"/>
                  </a:lnTo>
                  <a:lnTo>
                    <a:pt x="201253" y="5867"/>
                  </a:lnTo>
                  <a:lnTo>
                    <a:pt x="200153" y="5863"/>
                  </a:lnTo>
                  <a:lnTo>
                    <a:pt x="199053" y="5859"/>
                  </a:lnTo>
                  <a:lnTo>
                    <a:pt x="197952" y="5853"/>
                  </a:lnTo>
                  <a:lnTo>
                    <a:pt x="196852" y="5845"/>
                  </a:lnTo>
                  <a:lnTo>
                    <a:pt x="195752" y="5838"/>
                  </a:lnTo>
                  <a:lnTo>
                    <a:pt x="194651" y="5830"/>
                  </a:lnTo>
                  <a:lnTo>
                    <a:pt x="193599" y="5829"/>
                  </a:lnTo>
                  <a:lnTo>
                    <a:pt x="192547" y="5829"/>
                  </a:lnTo>
                  <a:lnTo>
                    <a:pt x="191495" y="5829"/>
                  </a:lnTo>
                  <a:lnTo>
                    <a:pt x="190443" y="5829"/>
                  </a:lnTo>
                  <a:lnTo>
                    <a:pt x="189390" y="5830"/>
                  </a:lnTo>
                  <a:lnTo>
                    <a:pt x="188338" y="5831"/>
                  </a:lnTo>
                  <a:lnTo>
                    <a:pt x="187267" y="5831"/>
                  </a:lnTo>
                  <a:lnTo>
                    <a:pt x="186196" y="5830"/>
                  </a:lnTo>
                  <a:lnTo>
                    <a:pt x="185125" y="5829"/>
                  </a:lnTo>
                  <a:lnTo>
                    <a:pt x="184054" y="5828"/>
                  </a:lnTo>
                  <a:lnTo>
                    <a:pt x="182983" y="5826"/>
                  </a:lnTo>
                  <a:lnTo>
                    <a:pt x="181912" y="5823"/>
                  </a:lnTo>
                  <a:lnTo>
                    <a:pt x="180841" y="5820"/>
                  </a:lnTo>
                  <a:lnTo>
                    <a:pt x="179770" y="5817"/>
                  </a:lnTo>
                  <a:lnTo>
                    <a:pt x="178699" y="5813"/>
                  </a:lnTo>
                  <a:lnTo>
                    <a:pt x="177628" y="5809"/>
                  </a:lnTo>
                  <a:lnTo>
                    <a:pt x="176557" y="5805"/>
                  </a:lnTo>
                  <a:lnTo>
                    <a:pt x="175486" y="5800"/>
                  </a:lnTo>
                  <a:lnTo>
                    <a:pt x="174415" y="5795"/>
                  </a:lnTo>
                  <a:lnTo>
                    <a:pt x="173344" y="5790"/>
                  </a:lnTo>
                  <a:lnTo>
                    <a:pt x="172273" y="5785"/>
                  </a:lnTo>
                  <a:lnTo>
                    <a:pt x="171202" y="5780"/>
                  </a:lnTo>
                  <a:lnTo>
                    <a:pt x="170148" y="5776"/>
                  </a:lnTo>
                  <a:lnTo>
                    <a:pt x="169095" y="5772"/>
                  </a:lnTo>
                  <a:lnTo>
                    <a:pt x="168041" y="5769"/>
                  </a:lnTo>
                  <a:lnTo>
                    <a:pt x="166987" y="5766"/>
                  </a:lnTo>
                  <a:lnTo>
                    <a:pt x="165934" y="5763"/>
                  </a:lnTo>
                  <a:lnTo>
                    <a:pt x="164880" y="5761"/>
                  </a:lnTo>
                  <a:lnTo>
                    <a:pt x="163827" y="5759"/>
                  </a:lnTo>
                  <a:lnTo>
                    <a:pt x="162773" y="5757"/>
                  </a:lnTo>
                  <a:lnTo>
                    <a:pt x="161720" y="5756"/>
                  </a:lnTo>
                  <a:lnTo>
                    <a:pt x="160666" y="5754"/>
                  </a:lnTo>
                  <a:lnTo>
                    <a:pt x="159612" y="5753"/>
                  </a:lnTo>
                  <a:lnTo>
                    <a:pt x="158559" y="5752"/>
                  </a:lnTo>
                  <a:lnTo>
                    <a:pt x="157505" y="5751"/>
                  </a:lnTo>
                  <a:lnTo>
                    <a:pt x="156452" y="5750"/>
                  </a:lnTo>
                  <a:lnTo>
                    <a:pt x="155399" y="5750"/>
                  </a:lnTo>
                  <a:lnTo>
                    <a:pt x="154345" y="5749"/>
                  </a:lnTo>
                  <a:lnTo>
                    <a:pt x="153292" y="5748"/>
                  </a:lnTo>
                  <a:lnTo>
                    <a:pt x="152232" y="5747"/>
                  </a:lnTo>
                  <a:lnTo>
                    <a:pt x="151172" y="5745"/>
                  </a:lnTo>
                  <a:lnTo>
                    <a:pt x="150112" y="5744"/>
                  </a:lnTo>
                  <a:lnTo>
                    <a:pt x="149053" y="5742"/>
                  </a:lnTo>
                  <a:lnTo>
                    <a:pt x="147993" y="5741"/>
                  </a:lnTo>
                  <a:lnTo>
                    <a:pt x="146933" y="5739"/>
                  </a:lnTo>
                  <a:lnTo>
                    <a:pt x="145873" y="5737"/>
                  </a:lnTo>
                  <a:lnTo>
                    <a:pt x="144813" y="5735"/>
                  </a:lnTo>
                  <a:lnTo>
                    <a:pt x="143753" y="5733"/>
                  </a:lnTo>
                  <a:lnTo>
                    <a:pt x="142694" y="5731"/>
                  </a:lnTo>
                  <a:lnTo>
                    <a:pt x="141634" y="5728"/>
                  </a:lnTo>
                  <a:lnTo>
                    <a:pt x="140574" y="5726"/>
                  </a:lnTo>
                  <a:lnTo>
                    <a:pt x="139514" y="5723"/>
                  </a:lnTo>
                  <a:lnTo>
                    <a:pt x="138454" y="5721"/>
                  </a:lnTo>
                  <a:lnTo>
                    <a:pt x="137394" y="5718"/>
                  </a:lnTo>
                  <a:lnTo>
                    <a:pt x="136335" y="5715"/>
                  </a:lnTo>
                  <a:lnTo>
                    <a:pt x="135275" y="5713"/>
                  </a:lnTo>
                  <a:lnTo>
                    <a:pt x="134215" y="5710"/>
                  </a:lnTo>
                  <a:lnTo>
                    <a:pt x="133155" y="5707"/>
                  </a:lnTo>
                  <a:lnTo>
                    <a:pt x="132095" y="5704"/>
                  </a:lnTo>
                  <a:lnTo>
                    <a:pt x="131035" y="5700"/>
                  </a:lnTo>
                  <a:lnTo>
                    <a:pt x="129975" y="5697"/>
                  </a:lnTo>
                  <a:lnTo>
                    <a:pt x="128916" y="5694"/>
                  </a:lnTo>
                  <a:lnTo>
                    <a:pt x="127856" y="5691"/>
                  </a:lnTo>
                  <a:lnTo>
                    <a:pt x="126796" y="5687"/>
                  </a:lnTo>
                  <a:lnTo>
                    <a:pt x="125736" y="5684"/>
                  </a:lnTo>
                  <a:lnTo>
                    <a:pt x="124676" y="5680"/>
                  </a:lnTo>
                  <a:lnTo>
                    <a:pt x="123616" y="5677"/>
                  </a:lnTo>
                  <a:lnTo>
                    <a:pt x="122557" y="5673"/>
                  </a:lnTo>
                  <a:lnTo>
                    <a:pt x="121497" y="5669"/>
                  </a:lnTo>
                  <a:lnTo>
                    <a:pt x="120437" y="5666"/>
                  </a:lnTo>
                  <a:lnTo>
                    <a:pt x="119377" y="5662"/>
                  </a:lnTo>
                  <a:lnTo>
                    <a:pt x="118334" y="5658"/>
                  </a:lnTo>
                  <a:lnTo>
                    <a:pt x="117290" y="5655"/>
                  </a:lnTo>
                  <a:lnTo>
                    <a:pt x="116247" y="5652"/>
                  </a:lnTo>
                  <a:lnTo>
                    <a:pt x="115203" y="5648"/>
                  </a:lnTo>
                  <a:lnTo>
                    <a:pt x="114160" y="5645"/>
                  </a:lnTo>
                  <a:lnTo>
                    <a:pt x="113116" y="5642"/>
                  </a:lnTo>
                  <a:lnTo>
                    <a:pt x="112073" y="5639"/>
                  </a:lnTo>
                  <a:lnTo>
                    <a:pt x="111029" y="5636"/>
                  </a:lnTo>
                  <a:lnTo>
                    <a:pt x="109986" y="5633"/>
                  </a:lnTo>
                  <a:lnTo>
                    <a:pt x="108942" y="5630"/>
                  </a:lnTo>
                  <a:lnTo>
                    <a:pt x="107898" y="5628"/>
                  </a:lnTo>
                  <a:lnTo>
                    <a:pt x="106855" y="5625"/>
                  </a:lnTo>
                  <a:lnTo>
                    <a:pt x="105811" y="5622"/>
                  </a:lnTo>
                  <a:lnTo>
                    <a:pt x="104768" y="5620"/>
                  </a:lnTo>
                  <a:lnTo>
                    <a:pt x="103724" y="5617"/>
                  </a:lnTo>
                  <a:lnTo>
                    <a:pt x="102681" y="5615"/>
                  </a:lnTo>
                  <a:lnTo>
                    <a:pt x="101637" y="5613"/>
                  </a:lnTo>
                  <a:lnTo>
                    <a:pt x="100594" y="5610"/>
                  </a:lnTo>
                  <a:lnTo>
                    <a:pt x="99550" y="5608"/>
                  </a:lnTo>
                  <a:lnTo>
                    <a:pt x="98507" y="5606"/>
                  </a:lnTo>
                  <a:lnTo>
                    <a:pt x="97463" y="5604"/>
                  </a:lnTo>
                  <a:lnTo>
                    <a:pt x="96420" y="5602"/>
                  </a:lnTo>
                  <a:lnTo>
                    <a:pt x="95376" y="5600"/>
                  </a:lnTo>
                  <a:lnTo>
                    <a:pt x="94333" y="5598"/>
                  </a:lnTo>
                  <a:lnTo>
                    <a:pt x="93289" y="5596"/>
                  </a:lnTo>
                  <a:lnTo>
                    <a:pt x="92246" y="5594"/>
                  </a:lnTo>
                  <a:lnTo>
                    <a:pt x="91202" y="5592"/>
                  </a:lnTo>
                  <a:lnTo>
                    <a:pt x="90158" y="5590"/>
                  </a:lnTo>
                  <a:lnTo>
                    <a:pt x="89115" y="5588"/>
                  </a:lnTo>
                  <a:lnTo>
                    <a:pt x="88071" y="5586"/>
                  </a:lnTo>
                  <a:lnTo>
                    <a:pt x="87028" y="5585"/>
                  </a:lnTo>
                  <a:lnTo>
                    <a:pt x="85984" y="5583"/>
                  </a:lnTo>
                  <a:lnTo>
                    <a:pt x="84941" y="5581"/>
                  </a:lnTo>
                  <a:lnTo>
                    <a:pt x="83897" y="5580"/>
                  </a:lnTo>
                  <a:lnTo>
                    <a:pt x="82854" y="5578"/>
                  </a:lnTo>
                  <a:lnTo>
                    <a:pt x="81810" y="5576"/>
                  </a:lnTo>
                  <a:lnTo>
                    <a:pt x="80767" y="5575"/>
                  </a:lnTo>
                  <a:lnTo>
                    <a:pt x="79526" y="5573"/>
                  </a:lnTo>
                  <a:lnTo>
                    <a:pt x="78285" y="5571"/>
                  </a:lnTo>
                  <a:lnTo>
                    <a:pt x="77044" y="5569"/>
                  </a:lnTo>
                  <a:lnTo>
                    <a:pt x="75803" y="5566"/>
                  </a:lnTo>
                  <a:lnTo>
                    <a:pt x="74562" y="5564"/>
                  </a:lnTo>
                  <a:lnTo>
                    <a:pt x="73321" y="5562"/>
                  </a:lnTo>
                  <a:lnTo>
                    <a:pt x="72080" y="5560"/>
                  </a:lnTo>
                  <a:lnTo>
                    <a:pt x="70839" y="5558"/>
                  </a:lnTo>
                  <a:lnTo>
                    <a:pt x="69598" y="5555"/>
                  </a:lnTo>
                  <a:lnTo>
                    <a:pt x="68357" y="5553"/>
                  </a:lnTo>
                  <a:lnTo>
                    <a:pt x="67116" y="5551"/>
                  </a:lnTo>
                  <a:lnTo>
                    <a:pt x="65875" y="5548"/>
                  </a:lnTo>
                  <a:lnTo>
                    <a:pt x="64634" y="5546"/>
                  </a:lnTo>
                  <a:lnTo>
                    <a:pt x="63393" y="5543"/>
                  </a:lnTo>
                  <a:lnTo>
                    <a:pt x="62152" y="5541"/>
                  </a:lnTo>
                  <a:lnTo>
                    <a:pt x="60911" y="5538"/>
                  </a:lnTo>
                  <a:lnTo>
                    <a:pt x="59670" y="5535"/>
                  </a:lnTo>
                  <a:lnTo>
                    <a:pt x="58429" y="5533"/>
                  </a:lnTo>
                  <a:lnTo>
                    <a:pt x="57188" y="5530"/>
                  </a:lnTo>
                  <a:lnTo>
                    <a:pt x="55947" y="5527"/>
                  </a:lnTo>
                  <a:lnTo>
                    <a:pt x="54706" y="5524"/>
                  </a:lnTo>
                  <a:lnTo>
                    <a:pt x="53465" y="5522"/>
                  </a:lnTo>
                  <a:lnTo>
                    <a:pt x="52224" y="5519"/>
                  </a:lnTo>
                  <a:lnTo>
                    <a:pt x="50983" y="5516"/>
                  </a:lnTo>
                  <a:lnTo>
                    <a:pt x="49742" y="5513"/>
                  </a:lnTo>
                  <a:lnTo>
                    <a:pt x="48501" y="5510"/>
                  </a:lnTo>
                  <a:lnTo>
                    <a:pt x="47260" y="5507"/>
                  </a:lnTo>
                  <a:lnTo>
                    <a:pt x="46019" y="5504"/>
                  </a:lnTo>
                  <a:lnTo>
                    <a:pt x="44778" y="5501"/>
                  </a:lnTo>
                  <a:lnTo>
                    <a:pt x="43537" y="5498"/>
                  </a:lnTo>
                  <a:lnTo>
                    <a:pt x="42296" y="5495"/>
                  </a:lnTo>
                  <a:lnTo>
                    <a:pt x="41055" y="5491"/>
                  </a:lnTo>
                  <a:lnTo>
                    <a:pt x="39814" y="5488"/>
                  </a:lnTo>
                  <a:lnTo>
                    <a:pt x="38573" y="5485"/>
                  </a:lnTo>
                  <a:lnTo>
                    <a:pt x="37332" y="5482"/>
                  </a:lnTo>
                  <a:lnTo>
                    <a:pt x="36091" y="5478"/>
                  </a:lnTo>
                  <a:lnTo>
                    <a:pt x="34850" y="5475"/>
                  </a:lnTo>
                  <a:lnTo>
                    <a:pt x="33609" y="5471"/>
                  </a:lnTo>
                  <a:lnTo>
                    <a:pt x="32368" y="5468"/>
                  </a:lnTo>
                  <a:lnTo>
                    <a:pt x="31127" y="5465"/>
                  </a:lnTo>
                  <a:lnTo>
                    <a:pt x="29886" y="5461"/>
                  </a:lnTo>
                  <a:lnTo>
                    <a:pt x="28645" y="5458"/>
                  </a:lnTo>
                  <a:lnTo>
                    <a:pt x="27404" y="5454"/>
                  </a:lnTo>
                  <a:lnTo>
                    <a:pt x="26163" y="5450"/>
                  </a:lnTo>
                  <a:lnTo>
                    <a:pt x="24922" y="5447"/>
                  </a:lnTo>
                  <a:lnTo>
                    <a:pt x="23681" y="5443"/>
                  </a:lnTo>
                  <a:lnTo>
                    <a:pt x="22440" y="5439"/>
                  </a:lnTo>
                  <a:lnTo>
                    <a:pt x="21199" y="5436"/>
                  </a:lnTo>
                  <a:lnTo>
                    <a:pt x="19958" y="5432"/>
                  </a:lnTo>
                  <a:lnTo>
                    <a:pt x="18717" y="5428"/>
                  </a:lnTo>
                  <a:lnTo>
                    <a:pt x="17476" y="5424"/>
                  </a:lnTo>
                  <a:lnTo>
                    <a:pt x="16235" y="5420"/>
                  </a:lnTo>
                  <a:lnTo>
                    <a:pt x="14994" y="5417"/>
                  </a:lnTo>
                  <a:lnTo>
                    <a:pt x="13753" y="5413"/>
                  </a:lnTo>
                  <a:lnTo>
                    <a:pt x="12512" y="5409"/>
                  </a:lnTo>
                  <a:lnTo>
                    <a:pt x="11271" y="5405"/>
                  </a:lnTo>
                  <a:lnTo>
                    <a:pt x="10030" y="5401"/>
                  </a:lnTo>
                  <a:lnTo>
                    <a:pt x="8789" y="5397"/>
                  </a:lnTo>
                  <a:lnTo>
                    <a:pt x="7548" y="5393"/>
                  </a:lnTo>
                  <a:lnTo>
                    <a:pt x="6307" y="5388"/>
                  </a:lnTo>
                  <a:lnTo>
                    <a:pt x="5066" y="5384"/>
                  </a:lnTo>
                  <a:lnTo>
                    <a:pt x="3825" y="5380"/>
                  </a:lnTo>
                  <a:lnTo>
                    <a:pt x="2584" y="5376"/>
                  </a:lnTo>
                  <a:lnTo>
                    <a:pt x="1343" y="5372"/>
                  </a:lnTo>
                  <a:lnTo>
                    <a:pt x="1077" y="4308"/>
                  </a:lnTo>
                  <a:lnTo>
                    <a:pt x="811" y="3241"/>
                  </a:lnTo>
                  <a:lnTo>
                    <a:pt x="543" y="2170"/>
                  </a:lnTo>
                  <a:lnTo>
                    <a:pt x="273" y="10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AACD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5" name="region 143 #656E77"/>
            <p:cNvSpPr/>
            <p:nvPr/>
          </p:nvSpPr>
          <p:spPr>
            <a:xfrm>
              <a:off x="559982" y="437779"/>
              <a:ext cx="87287" cy="16363"/>
            </a:xfrm>
            <a:custGeom>
              <a:avLst/>
              <a:gdLst/>
              <a:ahLst/>
              <a:cxnLst/>
              <a:rect l="l" t="t" r="r" b="b"/>
              <a:pathLst>
                <a:path w="87287" h="16363">
                  <a:moveTo>
                    <a:pt x="0" y="0"/>
                  </a:moveTo>
                  <a:lnTo>
                    <a:pt x="1411" y="146"/>
                  </a:lnTo>
                  <a:lnTo>
                    <a:pt x="2843" y="294"/>
                  </a:lnTo>
                  <a:lnTo>
                    <a:pt x="4066" y="419"/>
                  </a:lnTo>
                  <a:lnTo>
                    <a:pt x="5298" y="544"/>
                  </a:lnTo>
                  <a:lnTo>
                    <a:pt x="6546" y="672"/>
                  </a:lnTo>
                  <a:lnTo>
                    <a:pt x="7763" y="797"/>
                  </a:lnTo>
                  <a:lnTo>
                    <a:pt x="8988" y="922"/>
                  </a:lnTo>
                  <a:lnTo>
                    <a:pt x="10228" y="1049"/>
                  </a:lnTo>
                  <a:lnTo>
                    <a:pt x="12217" y="1228"/>
                  </a:lnTo>
                  <a:lnTo>
                    <a:pt x="13692" y="1338"/>
                  </a:lnTo>
                  <a:lnTo>
                    <a:pt x="14797" y="1369"/>
                  </a:lnTo>
                  <a:lnTo>
                    <a:pt x="15672" y="1313"/>
                  </a:lnTo>
                  <a:lnTo>
                    <a:pt x="16461" y="1159"/>
                  </a:lnTo>
                  <a:lnTo>
                    <a:pt x="17304" y="900"/>
                  </a:lnTo>
                  <a:lnTo>
                    <a:pt x="18343" y="525"/>
                  </a:lnTo>
                  <a:lnTo>
                    <a:pt x="19492" y="375"/>
                  </a:lnTo>
                  <a:lnTo>
                    <a:pt x="20619" y="306"/>
                  </a:lnTo>
                  <a:lnTo>
                    <a:pt x="21728" y="310"/>
                  </a:lnTo>
                  <a:lnTo>
                    <a:pt x="22822" y="381"/>
                  </a:lnTo>
                  <a:lnTo>
                    <a:pt x="23905" y="508"/>
                  </a:lnTo>
                  <a:lnTo>
                    <a:pt x="24980" y="686"/>
                  </a:lnTo>
                  <a:lnTo>
                    <a:pt x="26052" y="905"/>
                  </a:lnTo>
                  <a:lnTo>
                    <a:pt x="27123" y="1159"/>
                  </a:lnTo>
                  <a:lnTo>
                    <a:pt x="28197" y="1438"/>
                  </a:lnTo>
                  <a:lnTo>
                    <a:pt x="29278" y="1735"/>
                  </a:lnTo>
                  <a:lnTo>
                    <a:pt x="30369" y="2042"/>
                  </a:lnTo>
                  <a:lnTo>
                    <a:pt x="31474" y="2350"/>
                  </a:lnTo>
                  <a:lnTo>
                    <a:pt x="32632" y="2654"/>
                  </a:lnTo>
                  <a:lnTo>
                    <a:pt x="33790" y="2957"/>
                  </a:lnTo>
                  <a:lnTo>
                    <a:pt x="34948" y="3261"/>
                  </a:lnTo>
                  <a:lnTo>
                    <a:pt x="36106" y="3564"/>
                  </a:lnTo>
                  <a:lnTo>
                    <a:pt x="37265" y="3867"/>
                  </a:lnTo>
                  <a:lnTo>
                    <a:pt x="38709" y="4250"/>
                  </a:lnTo>
                  <a:lnTo>
                    <a:pt x="40176" y="4639"/>
                  </a:lnTo>
                  <a:lnTo>
                    <a:pt x="41216" y="4911"/>
                  </a:lnTo>
                  <a:lnTo>
                    <a:pt x="42256" y="5180"/>
                  </a:lnTo>
                  <a:lnTo>
                    <a:pt x="43294" y="5446"/>
                  </a:lnTo>
                  <a:lnTo>
                    <a:pt x="44332" y="5710"/>
                  </a:lnTo>
                  <a:lnTo>
                    <a:pt x="45369" y="5970"/>
                  </a:lnTo>
                  <a:lnTo>
                    <a:pt x="46406" y="6226"/>
                  </a:lnTo>
                  <a:lnTo>
                    <a:pt x="47442" y="6478"/>
                  </a:lnTo>
                  <a:lnTo>
                    <a:pt x="48479" y="6726"/>
                  </a:lnTo>
                  <a:lnTo>
                    <a:pt x="49515" y="6969"/>
                  </a:lnTo>
                  <a:lnTo>
                    <a:pt x="50552" y="7208"/>
                  </a:lnTo>
                  <a:lnTo>
                    <a:pt x="51590" y="7441"/>
                  </a:lnTo>
                  <a:lnTo>
                    <a:pt x="52628" y="7668"/>
                  </a:lnTo>
                  <a:lnTo>
                    <a:pt x="53666" y="7890"/>
                  </a:lnTo>
                  <a:lnTo>
                    <a:pt x="54706" y="8106"/>
                  </a:lnTo>
                  <a:lnTo>
                    <a:pt x="55747" y="8315"/>
                  </a:lnTo>
                  <a:lnTo>
                    <a:pt x="56789" y="8518"/>
                  </a:lnTo>
                  <a:lnTo>
                    <a:pt x="57833" y="8713"/>
                  </a:lnTo>
                  <a:lnTo>
                    <a:pt x="58878" y="8902"/>
                  </a:lnTo>
                  <a:lnTo>
                    <a:pt x="59925" y="9082"/>
                  </a:lnTo>
                  <a:lnTo>
                    <a:pt x="60974" y="9255"/>
                  </a:lnTo>
                  <a:lnTo>
                    <a:pt x="62025" y="9420"/>
                  </a:lnTo>
                  <a:lnTo>
                    <a:pt x="63079" y="9576"/>
                  </a:lnTo>
                  <a:lnTo>
                    <a:pt x="64135" y="9724"/>
                  </a:lnTo>
                  <a:lnTo>
                    <a:pt x="65193" y="9862"/>
                  </a:lnTo>
                  <a:lnTo>
                    <a:pt x="66255" y="9991"/>
                  </a:lnTo>
                  <a:lnTo>
                    <a:pt x="67319" y="10110"/>
                  </a:lnTo>
                  <a:lnTo>
                    <a:pt x="68387" y="10220"/>
                  </a:lnTo>
                  <a:lnTo>
                    <a:pt x="69458" y="10319"/>
                  </a:lnTo>
                  <a:lnTo>
                    <a:pt x="70529" y="10478"/>
                  </a:lnTo>
                  <a:lnTo>
                    <a:pt x="71596" y="10658"/>
                  </a:lnTo>
                  <a:lnTo>
                    <a:pt x="72659" y="10855"/>
                  </a:lnTo>
                  <a:lnTo>
                    <a:pt x="73719" y="11069"/>
                  </a:lnTo>
                  <a:lnTo>
                    <a:pt x="74775" y="11299"/>
                  </a:lnTo>
                  <a:lnTo>
                    <a:pt x="75829" y="11544"/>
                  </a:lnTo>
                  <a:lnTo>
                    <a:pt x="76879" y="11801"/>
                  </a:lnTo>
                  <a:lnTo>
                    <a:pt x="77927" y="12069"/>
                  </a:lnTo>
                  <a:lnTo>
                    <a:pt x="78972" y="12348"/>
                  </a:lnTo>
                  <a:lnTo>
                    <a:pt x="80016" y="12635"/>
                  </a:lnTo>
                  <a:lnTo>
                    <a:pt x="81058" y="12929"/>
                  </a:lnTo>
                  <a:lnTo>
                    <a:pt x="82098" y="13230"/>
                  </a:lnTo>
                  <a:lnTo>
                    <a:pt x="83137" y="13535"/>
                  </a:lnTo>
                  <a:lnTo>
                    <a:pt x="84175" y="13843"/>
                  </a:lnTo>
                  <a:lnTo>
                    <a:pt x="85213" y="14153"/>
                  </a:lnTo>
                  <a:lnTo>
                    <a:pt x="86250" y="14463"/>
                  </a:lnTo>
                  <a:lnTo>
                    <a:pt x="87287" y="14772"/>
                  </a:lnTo>
                  <a:lnTo>
                    <a:pt x="87287" y="15438"/>
                  </a:lnTo>
                  <a:lnTo>
                    <a:pt x="87287" y="16115"/>
                  </a:lnTo>
                  <a:lnTo>
                    <a:pt x="86213" y="16182"/>
                  </a:lnTo>
                  <a:lnTo>
                    <a:pt x="85142" y="16238"/>
                  </a:lnTo>
                  <a:lnTo>
                    <a:pt x="84074" y="16283"/>
                  </a:lnTo>
                  <a:lnTo>
                    <a:pt x="83009" y="16318"/>
                  </a:lnTo>
                  <a:lnTo>
                    <a:pt x="81946" y="16343"/>
                  </a:lnTo>
                  <a:lnTo>
                    <a:pt x="80886" y="16358"/>
                  </a:lnTo>
                  <a:lnTo>
                    <a:pt x="79828" y="16363"/>
                  </a:lnTo>
                  <a:lnTo>
                    <a:pt x="78773" y="16359"/>
                  </a:lnTo>
                  <a:lnTo>
                    <a:pt x="77720" y="16346"/>
                  </a:lnTo>
                  <a:lnTo>
                    <a:pt x="76668" y="16323"/>
                  </a:lnTo>
                  <a:lnTo>
                    <a:pt x="75620" y="16291"/>
                  </a:lnTo>
                  <a:lnTo>
                    <a:pt x="74573" y="16250"/>
                  </a:lnTo>
                  <a:lnTo>
                    <a:pt x="73528" y="16201"/>
                  </a:lnTo>
                  <a:lnTo>
                    <a:pt x="72484" y="16143"/>
                  </a:lnTo>
                  <a:lnTo>
                    <a:pt x="71443" y="16078"/>
                  </a:lnTo>
                  <a:lnTo>
                    <a:pt x="70403" y="16004"/>
                  </a:lnTo>
                  <a:lnTo>
                    <a:pt x="69364" y="15922"/>
                  </a:lnTo>
                  <a:lnTo>
                    <a:pt x="68327" y="15833"/>
                  </a:lnTo>
                  <a:lnTo>
                    <a:pt x="67292" y="15736"/>
                  </a:lnTo>
                  <a:lnTo>
                    <a:pt x="66257" y="15632"/>
                  </a:lnTo>
                  <a:lnTo>
                    <a:pt x="65224" y="15521"/>
                  </a:lnTo>
                  <a:lnTo>
                    <a:pt x="64192" y="15403"/>
                  </a:lnTo>
                  <a:lnTo>
                    <a:pt x="63161" y="15278"/>
                  </a:lnTo>
                  <a:lnTo>
                    <a:pt x="62130" y="15147"/>
                  </a:lnTo>
                  <a:lnTo>
                    <a:pt x="61101" y="15010"/>
                  </a:lnTo>
                  <a:lnTo>
                    <a:pt x="60072" y="14867"/>
                  </a:lnTo>
                  <a:lnTo>
                    <a:pt x="59044" y="14717"/>
                  </a:lnTo>
                  <a:lnTo>
                    <a:pt x="58016" y="14562"/>
                  </a:lnTo>
                  <a:lnTo>
                    <a:pt x="56989" y="14402"/>
                  </a:lnTo>
                  <a:lnTo>
                    <a:pt x="55962" y="14236"/>
                  </a:lnTo>
                  <a:lnTo>
                    <a:pt x="54936" y="14065"/>
                  </a:lnTo>
                  <a:lnTo>
                    <a:pt x="53909" y="13889"/>
                  </a:lnTo>
                  <a:lnTo>
                    <a:pt x="52883" y="13709"/>
                  </a:lnTo>
                  <a:lnTo>
                    <a:pt x="51856" y="13523"/>
                  </a:lnTo>
                  <a:lnTo>
                    <a:pt x="50830" y="13334"/>
                  </a:lnTo>
                  <a:lnTo>
                    <a:pt x="49803" y="13140"/>
                  </a:lnTo>
                  <a:lnTo>
                    <a:pt x="48776" y="12943"/>
                  </a:lnTo>
                  <a:lnTo>
                    <a:pt x="47749" y="12741"/>
                  </a:lnTo>
                  <a:lnTo>
                    <a:pt x="46721" y="12536"/>
                  </a:lnTo>
                  <a:lnTo>
                    <a:pt x="45692" y="12328"/>
                  </a:lnTo>
                  <a:lnTo>
                    <a:pt x="44663" y="12117"/>
                  </a:lnTo>
                  <a:lnTo>
                    <a:pt x="43633" y="11902"/>
                  </a:lnTo>
                  <a:lnTo>
                    <a:pt x="42603" y="11685"/>
                  </a:lnTo>
                  <a:lnTo>
                    <a:pt x="41571" y="11465"/>
                  </a:lnTo>
                  <a:lnTo>
                    <a:pt x="40538" y="11243"/>
                  </a:lnTo>
                  <a:lnTo>
                    <a:pt x="39504" y="11018"/>
                  </a:lnTo>
                  <a:lnTo>
                    <a:pt x="38469" y="10792"/>
                  </a:lnTo>
                  <a:lnTo>
                    <a:pt x="37433" y="10563"/>
                  </a:lnTo>
                  <a:lnTo>
                    <a:pt x="36395" y="10333"/>
                  </a:lnTo>
                  <a:lnTo>
                    <a:pt x="35356" y="10102"/>
                  </a:lnTo>
                  <a:lnTo>
                    <a:pt x="34315" y="9869"/>
                  </a:lnTo>
                  <a:lnTo>
                    <a:pt x="33273" y="9635"/>
                  </a:lnTo>
                  <a:lnTo>
                    <a:pt x="32229" y="9401"/>
                  </a:lnTo>
                  <a:lnTo>
                    <a:pt x="32229" y="8068"/>
                  </a:lnTo>
                  <a:lnTo>
                    <a:pt x="32229" y="6715"/>
                  </a:lnTo>
                  <a:lnTo>
                    <a:pt x="31139" y="6649"/>
                  </a:lnTo>
                  <a:lnTo>
                    <a:pt x="30041" y="6583"/>
                  </a:lnTo>
                  <a:lnTo>
                    <a:pt x="28929" y="6516"/>
                  </a:lnTo>
                  <a:lnTo>
                    <a:pt x="27880" y="6443"/>
                  </a:lnTo>
                  <a:lnTo>
                    <a:pt x="26832" y="6366"/>
                  </a:lnTo>
                  <a:lnTo>
                    <a:pt x="25787" y="6285"/>
                  </a:lnTo>
                  <a:lnTo>
                    <a:pt x="24744" y="6199"/>
                  </a:lnTo>
                  <a:lnTo>
                    <a:pt x="23703" y="6110"/>
                  </a:lnTo>
                  <a:lnTo>
                    <a:pt x="22663" y="6016"/>
                  </a:lnTo>
                  <a:lnTo>
                    <a:pt x="21625" y="5917"/>
                  </a:lnTo>
                  <a:lnTo>
                    <a:pt x="20589" y="5814"/>
                  </a:lnTo>
                  <a:lnTo>
                    <a:pt x="19554" y="5707"/>
                  </a:lnTo>
                  <a:lnTo>
                    <a:pt x="18521" y="5595"/>
                  </a:lnTo>
                  <a:lnTo>
                    <a:pt x="17488" y="5478"/>
                  </a:lnTo>
                  <a:lnTo>
                    <a:pt x="16457" y="5356"/>
                  </a:lnTo>
                  <a:lnTo>
                    <a:pt x="15427" y="5229"/>
                  </a:lnTo>
                  <a:lnTo>
                    <a:pt x="14397" y="5098"/>
                  </a:lnTo>
                  <a:lnTo>
                    <a:pt x="13368" y="4961"/>
                  </a:lnTo>
                  <a:lnTo>
                    <a:pt x="12340" y="4819"/>
                  </a:lnTo>
                  <a:lnTo>
                    <a:pt x="11312" y="4672"/>
                  </a:lnTo>
                  <a:lnTo>
                    <a:pt x="10285" y="4520"/>
                  </a:lnTo>
                  <a:lnTo>
                    <a:pt x="9257" y="4362"/>
                  </a:lnTo>
                  <a:lnTo>
                    <a:pt x="8230" y="4199"/>
                  </a:lnTo>
                  <a:lnTo>
                    <a:pt x="7203" y="4030"/>
                  </a:lnTo>
                  <a:lnTo>
                    <a:pt x="6175" y="3855"/>
                  </a:lnTo>
                  <a:lnTo>
                    <a:pt x="5147" y="3675"/>
                  </a:lnTo>
                  <a:lnTo>
                    <a:pt x="4119" y="3489"/>
                  </a:lnTo>
                  <a:lnTo>
                    <a:pt x="3090" y="3297"/>
                  </a:lnTo>
                  <a:lnTo>
                    <a:pt x="2061" y="3100"/>
                  </a:lnTo>
                  <a:lnTo>
                    <a:pt x="1031" y="2896"/>
                  </a:lnTo>
                  <a:lnTo>
                    <a:pt x="0" y="2686"/>
                  </a:lnTo>
                  <a:lnTo>
                    <a:pt x="0" y="13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56E7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6" name="region 144 #363636"/>
            <p:cNvSpPr/>
            <p:nvPr/>
          </p:nvSpPr>
          <p:spPr>
            <a:xfrm>
              <a:off x="2834825" y="735899"/>
              <a:ext cx="8396" cy="95345"/>
            </a:xfrm>
            <a:custGeom>
              <a:avLst/>
              <a:gdLst/>
              <a:ahLst/>
              <a:cxnLst/>
              <a:rect l="l" t="t" r="r" b="b"/>
              <a:pathLst>
                <a:path w="8396" h="95345">
                  <a:moveTo>
                    <a:pt x="1343" y="0"/>
                  </a:moveTo>
                  <a:lnTo>
                    <a:pt x="2676" y="0"/>
                  </a:lnTo>
                  <a:lnTo>
                    <a:pt x="4029" y="0"/>
                  </a:lnTo>
                  <a:lnTo>
                    <a:pt x="4523" y="936"/>
                  </a:lnTo>
                  <a:lnTo>
                    <a:pt x="4978" y="1883"/>
                  </a:lnTo>
                  <a:lnTo>
                    <a:pt x="5395" y="2842"/>
                  </a:lnTo>
                  <a:lnTo>
                    <a:pt x="5776" y="3812"/>
                  </a:lnTo>
                  <a:lnTo>
                    <a:pt x="6123" y="4792"/>
                  </a:lnTo>
                  <a:lnTo>
                    <a:pt x="6438" y="5781"/>
                  </a:lnTo>
                  <a:lnTo>
                    <a:pt x="6721" y="6780"/>
                  </a:lnTo>
                  <a:lnTo>
                    <a:pt x="6975" y="7786"/>
                  </a:lnTo>
                  <a:lnTo>
                    <a:pt x="7201" y="8801"/>
                  </a:lnTo>
                  <a:lnTo>
                    <a:pt x="7400" y="9822"/>
                  </a:lnTo>
                  <a:lnTo>
                    <a:pt x="7575" y="10850"/>
                  </a:lnTo>
                  <a:lnTo>
                    <a:pt x="7726" y="11884"/>
                  </a:lnTo>
                  <a:lnTo>
                    <a:pt x="7856" y="12923"/>
                  </a:lnTo>
                  <a:lnTo>
                    <a:pt x="7966" y="13967"/>
                  </a:lnTo>
                  <a:lnTo>
                    <a:pt x="8057" y="15014"/>
                  </a:lnTo>
                  <a:lnTo>
                    <a:pt x="8131" y="16065"/>
                  </a:lnTo>
                  <a:lnTo>
                    <a:pt x="8190" y="17119"/>
                  </a:lnTo>
                  <a:lnTo>
                    <a:pt x="8236" y="18176"/>
                  </a:lnTo>
                  <a:lnTo>
                    <a:pt x="8269" y="19233"/>
                  </a:lnTo>
                  <a:lnTo>
                    <a:pt x="8292" y="20292"/>
                  </a:lnTo>
                  <a:lnTo>
                    <a:pt x="8306" y="21351"/>
                  </a:lnTo>
                  <a:lnTo>
                    <a:pt x="8312" y="22410"/>
                  </a:lnTo>
                  <a:lnTo>
                    <a:pt x="8313" y="23468"/>
                  </a:lnTo>
                  <a:lnTo>
                    <a:pt x="8309" y="24525"/>
                  </a:lnTo>
                  <a:lnTo>
                    <a:pt x="8303" y="25579"/>
                  </a:lnTo>
                  <a:lnTo>
                    <a:pt x="8295" y="26631"/>
                  </a:lnTo>
                  <a:lnTo>
                    <a:pt x="8289" y="27679"/>
                  </a:lnTo>
                  <a:lnTo>
                    <a:pt x="8284" y="28724"/>
                  </a:lnTo>
                  <a:lnTo>
                    <a:pt x="8283" y="29764"/>
                  </a:lnTo>
                  <a:lnTo>
                    <a:pt x="8288" y="30888"/>
                  </a:lnTo>
                  <a:lnTo>
                    <a:pt x="8292" y="32020"/>
                  </a:lnTo>
                  <a:lnTo>
                    <a:pt x="8297" y="33167"/>
                  </a:lnTo>
                  <a:lnTo>
                    <a:pt x="8300" y="34344"/>
                  </a:lnTo>
                  <a:lnTo>
                    <a:pt x="8302" y="35521"/>
                  </a:lnTo>
                  <a:lnTo>
                    <a:pt x="8304" y="36698"/>
                  </a:lnTo>
                  <a:lnTo>
                    <a:pt x="8305" y="37875"/>
                  </a:lnTo>
                  <a:lnTo>
                    <a:pt x="8306" y="39052"/>
                  </a:lnTo>
                  <a:lnTo>
                    <a:pt x="8306" y="40229"/>
                  </a:lnTo>
                  <a:lnTo>
                    <a:pt x="8308" y="41304"/>
                  </a:lnTo>
                  <a:lnTo>
                    <a:pt x="8311" y="42379"/>
                  </a:lnTo>
                  <a:lnTo>
                    <a:pt x="8315" y="43454"/>
                  </a:lnTo>
                  <a:lnTo>
                    <a:pt x="8319" y="44528"/>
                  </a:lnTo>
                  <a:lnTo>
                    <a:pt x="8325" y="45603"/>
                  </a:lnTo>
                  <a:lnTo>
                    <a:pt x="8331" y="46678"/>
                  </a:lnTo>
                  <a:lnTo>
                    <a:pt x="8338" y="47753"/>
                  </a:lnTo>
                  <a:lnTo>
                    <a:pt x="8345" y="48828"/>
                  </a:lnTo>
                  <a:lnTo>
                    <a:pt x="8352" y="49903"/>
                  </a:lnTo>
                  <a:lnTo>
                    <a:pt x="8360" y="50978"/>
                  </a:lnTo>
                  <a:lnTo>
                    <a:pt x="8362" y="52128"/>
                  </a:lnTo>
                  <a:lnTo>
                    <a:pt x="8363" y="53278"/>
                  </a:lnTo>
                  <a:lnTo>
                    <a:pt x="8365" y="54429"/>
                  </a:lnTo>
                  <a:lnTo>
                    <a:pt x="8366" y="55580"/>
                  </a:lnTo>
                  <a:lnTo>
                    <a:pt x="8366" y="56730"/>
                  </a:lnTo>
                  <a:lnTo>
                    <a:pt x="8367" y="57881"/>
                  </a:lnTo>
                  <a:lnTo>
                    <a:pt x="8377" y="58941"/>
                  </a:lnTo>
                  <a:lnTo>
                    <a:pt x="8387" y="60009"/>
                  </a:lnTo>
                  <a:lnTo>
                    <a:pt x="8396" y="61091"/>
                  </a:lnTo>
                  <a:lnTo>
                    <a:pt x="8382" y="62238"/>
                  </a:lnTo>
                  <a:lnTo>
                    <a:pt x="8347" y="63361"/>
                  </a:lnTo>
                  <a:lnTo>
                    <a:pt x="8293" y="64464"/>
                  </a:lnTo>
                  <a:lnTo>
                    <a:pt x="8219" y="65549"/>
                  </a:lnTo>
                  <a:lnTo>
                    <a:pt x="8124" y="66619"/>
                  </a:lnTo>
                  <a:lnTo>
                    <a:pt x="8009" y="67676"/>
                  </a:lnTo>
                  <a:lnTo>
                    <a:pt x="7874" y="68723"/>
                  </a:lnTo>
                  <a:lnTo>
                    <a:pt x="7718" y="69763"/>
                  </a:lnTo>
                  <a:lnTo>
                    <a:pt x="7542" y="70798"/>
                  </a:lnTo>
                  <a:lnTo>
                    <a:pt x="7345" y="71831"/>
                  </a:lnTo>
                  <a:lnTo>
                    <a:pt x="7127" y="72865"/>
                  </a:lnTo>
                  <a:lnTo>
                    <a:pt x="6888" y="73902"/>
                  </a:lnTo>
                  <a:lnTo>
                    <a:pt x="6627" y="74945"/>
                  </a:lnTo>
                  <a:lnTo>
                    <a:pt x="6346" y="75997"/>
                  </a:lnTo>
                  <a:lnTo>
                    <a:pt x="6043" y="77060"/>
                  </a:lnTo>
                  <a:lnTo>
                    <a:pt x="5718" y="78137"/>
                  </a:lnTo>
                  <a:lnTo>
                    <a:pt x="5372" y="79230"/>
                  </a:lnTo>
                  <a:lnTo>
                    <a:pt x="5252" y="80274"/>
                  </a:lnTo>
                  <a:lnTo>
                    <a:pt x="5144" y="81315"/>
                  </a:lnTo>
                  <a:lnTo>
                    <a:pt x="5047" y="82355"/>
                  </a:lnTo>
                  <a:lnTo>
                    <a:pt x="4959" y="83394"/>
                  </a:lnTo>
                  <a:lnTo>
                    <a:pt x="4880" y="84433"/>
                  </a:lnTo>
                  <a:lnTo>
                    <a:pt x="4808" y="85474"/>
                  </a:lnTo>
                  <a:lnTo>
                    <a:pt x="4742" y="86516"/>
                  </a:lnTo>
                  <a:lnTo>
                    <a:pt x="4680" y="87561"/>
                  </a:lnTo>
                  <a:lnTo>
                    <a:pt x="4621" y="88609"/>
                  </a:lnTo>
                  <a:lnTo>
                    <a:pt x="4319" y="89765"/>
                  </a:lnTo>
                  <a:lnTo>
                    <a:pt x="3953" y="90761"/>
                  </a:lnTo>
                  <a:lnTo>
                    <a:pt x="3516" y="91632"/>
                  </a:lnTo>
                  <a:lnTo>
                    <a:pt x="3000" y="92414"/>
                  </a:lnTo>
                  <a:lnTo>
                    <a:pt x="2398" y="93141"/>
                  </a:lnTo>
                  <a:lnTo>
                    <a:pt x="1702" y="93849"/>
                  </a:lnTo>
                  <a:lnTo>
                    <a:pt x="906" y="94572"/>
                  </a:lnTo>
                  <a:lnTo>
                    <a:pt x="0" y="95345"/>
                  </a:lnTo>
                  <a:lnTo>
                    <a:pt x="72" y="94201"/>
                  </a:lnTo>
                  <a:lnTo>
                    <a:pt x="144" y="93058"/>
                  </a:lnTo>
                  <a:lnTo>
                    <a:pt x="217" y="91914"/>
                  </a:lnTo>
                  <a:lnTo>
                    <a:pt x="290" y="90771"/>
                  </a:lnTo>
                  <a:lnTo>
                    <a:pt x="364" y="89627"/>
                  </a:lnTo>
                  <a:lnTo>
                    <a:pt x="438" y="88484"/>
                  </a:lnTo>
                  <a:lnTo>
                    <a:pt x="513" y="87341"/>
                  </a:lnTo>
                  <a:lnTo>
                    <a:pt x="589" y="86197"/>
                  </a:lnTo>
                  <a:lnTo>
                    <a:pt x="670" y="84922"/>
                  </a:lnTo>
                  <a:lnTo>
                    <a:pt x="752" y="83643"/>
                  </a:lnTo>
                  <a:lnTo>
                    <a:pt x="835" y="82354"/>
                  </a:lnTo>
                  <a:lnTo>
                    <a:pt x="919" y="81050"/>
                  </a:lnTo>
                  <a:lnTo>
                    <a:pt x="1062" y="79555"/>
                  </a:lnTo>
                  <a:lnTo>
                    <a:pt x="1185" y="78382"/>
                  </a:lnTo>
                  <a:lnTo>
                    <a:pt x="1311" y="77432"/>
                  </a:lnTo>
                  <a:lnTo>
                    <a:pt x="1458" y="76604"/>
                  </a:lnTo>
                  <a:lnTo>
                    <a:pt x="1649" y="75799"/>
                  </a:lnTo>
                  <a:lnTo>
                    <a:pt x="1903" y="74916"/>
                  </a:lnTo>
                  <a:lnTo>
                    <a:pt x="2242" y="73855"/>
                  </a:lnTo>
                  <a:lnTo>
                    <a:pt x="2686" y="72516"/>
                  </a:lnTo>
                  <a:lnTo>
                    <a:pt x="2804" y="71499"/>
                  </a:lnTo>
                  <a:lnTo>
                    <a:pt x="2920" y="70478"/>
                  </a:lnTo>
                  <a:lnTo>
                    <a:pt x="3034" y="69453"/>
                  </a:lnTo>
                  <a:lnTo>
                    <a:pt x="3144" y="68424"/>
                  </a:lnTo>
                  <a:lnTo>
                    <a:pt x="3252" y="67391"/>
                  </a:lnTo>
                  <a:lnTo>
                    <a:pt x="3357" y="66354"/>
                  </a:lnTo>
                  <a:lnTo>
                    <a:pt x="3460" y="65314"/>
                  </a:lnTo>
                  <a:lnTo>
                    <a:pt x="3559" y="64270"/>
                  </a:lnTo>
                  <a:lnTo>
                    <a:pt x="3655" y="63223"/>
                  </a:lnTo>
                  <a:lnTo>
                    <a:pt x="3747" y="62173"/>
                  </a:lnTo>
                  <a:lnTo>
                    <a:pt x="3837" y="61121"/>
                  </a:lnTo>
                  <a:lnTo>
                    <a:pt x="3923" y="60065"/>
                  </a:lnTo>
                  <a:lnTo>
                    <a:pt x="4005" y="59007"/>
                  </a:lnTo>
                  <a:lnTo>
                    <a:pt x="4084" y="57947"/>
                  </a:lnTo>
                  <a:lnTo>
                    <a:pt x="4159" y="56884"/>
                  </a:lnTo>
                  <a:lnTo>
                    <a:pt x="4230" y="55819"/>
                  </a:lnTo>
                  <a:lnTo>
                    <a:pt x="4297" y="54753"/>
                  </a:lnTo>
                  <a:lnTo>
                    <a:pt x="4359" y="53684"/>
                  </a:lnTo>
                  <a:lnTo>
                    <a:pt x="4418" y="52615"/>
                  </a:lnTo>
                  <a:lnTo>
                    <a:pt x="4473" y="51543"/>
                  </a:lnTo>
                  <a:lnTo>
                    <a:pt x="4523" y="50471"/>
                  </a:lnTo>
                  <a:lnTo>
                    <a:pt x="4568" y="49397"/>
                  </a:lnTo>
                  <a:lnTo>
                    <a:pt x="4609" y="48323"/>
                  </a:lnTo>
                  <a:lnTo>
                    <a:pt x="4645" y="47247"/>
                  </a:lnTo>
                  <a:lnTo>
                    <a:pt x="4677" y="46172"/>
                  </a:lnTo>
                  <a:lnTo>
                    <a:pt x="4703" y="45095"/>
                  </a:lnTo>
                  <a:lnTo>
                    <a:pt x="4725" y="44019"/>
                  </a:lnTo>
                  <a:lnTo>
                    <a:pt x="4741" y="42942"/>
                  </a:lnTo>
                  <a:lnTo>
                    <a:pt x="4752" y="41866"/>
                  </a:lnTo>
                  <a:lnTo>
                    <a:pt x="4758" y="40790"/>
                  </a:lnTo>
                  <a:lnTo>
                    <a:pt x="4758" y="39714"/>
                  </a:lnTo>
                  <a:lnTo>
                    <a:pt x="4752" y="38639"/>
                  </a:lnTo>
                  <a:lnTo>
                    <a:pt x="4741" y="37564"/>
                  </a:lnTo>
                  <a:lnTo>
                    <a:pt x="4725" y="36490"/>
                  </a:lnTo>
                  <a:lnTo>
                    <a:pt x="4702" y="35418"/>
                  </a:lnTo>
                  <a:lnTo>
                    <a:pt x="4674" y="34346"/>
                  </a:lnTo>
                  <a:lnTo>
                    <a:pt x="4639" y="33277"/>
                  </a:lnTo>
                  <a:lnTo>
                    <a:pt x="4598" y="32208"/>
                  </a:lnTo>
                  <a:lnTo>
                    <a:pt x="4551" y="31141"/>
                  </a:lnTo>
                  <a:lnTo>
                    <a:pt x="4497" y="30077"/>
                  </a:lnTo>
                  <a:lnTo>
                    <a:pt x="4437" y="29014"/>
                  </a:lnTo>
                  <a:lnTo>
                    <a:pt x="4371" y="27953"/>
                  </a:lnTo>
                  <a:lnTo>
                    <a:pt x="4297" y="26895"/>
                  </a:lnTo>
                  <a:lnTo>
                    <a:pt x="4217" y="25839"/>
                  </a:lnTo>
                  <a:lnTo>
                    <a:pt x="4130" y="24786"/>
                  </a:lnTo>
                  <a:lnTo>
                    <a:pt x="4036" y="23736"/>
                  </a:lnTo>
                  <a:lnTo>
                    <a:pt x="3935" y="22689"/>
                  </a:lnTo>
                  <a:lnTo>
                    <a:pt x="3826" y="21645"/>
                  </a:lnTo>
                  <a:lnTo>
                    <a:pt x="3711" y="20605"/>
                  </a:lnTo>
                  <a:lnTo>
                    <a:pt x="3587" y="19568"/>
                  </a:lnTo>
                  <a:lnTo>
                    <a:pt x="3457" y="18535"/>
                  </a:lnTo>
                  <a:lnTo>
                    <a:pt x="3318" y="17505"/>
                  </a:lnTo>
                  <a:lnTo>
                    <a:pt x="3172" y="16480"/>
                  </a:lnTo>
                  <a:lnTo>
                    <a:pt x="3018" y="15459"/>
                  </a:lnTo>
                  <a:lnTo>
                    <a:pt x="2856" y="14442"/>
                  </a:lnTo>
                  <a:lnTo>
                    <a:pt x="2686" y="13429"/>
                  </a:lnTo>
                  <a:lnTo>
                    <a:pt x="2020" y="12763"/>
                  </a:lnTo>
                  <a:lnTo>
                    <a:pt x="1343" y="12086"/>
                  </a:lnTo>
                  <a:lnTo>
                    <a:pt x="1295" y="10862"/>
                  </a:lnTo>
                  <a:lnTo>
                    <a:pt x="1264" y="9637"/>
                  </a:lnTo>
                  <a:lnTo>
                    <a:pt x="1249" y="8411"/>
                  </a:lnTo>
                  <a:lnTo>
                    <a:pt x="1248" y="7185"/>
                  </a:lnTo>
                  <a:lnTo>
                    <a:pt x="1260" y="5960"/>
                  </a:lnTo>
                  <a:lnTo>
                    <a:pt x="1272" y="4849"/>
                  </a:lnTo>
                  <a:lnTo>
                    <a:pt x="1284" y="3730"/>
                  </a:lnTo>
                  <a:lnTo>
                    <a:pt x="1296" y="2598"/>
                  </a:lnTo>
                  <a:lnTo>
                    <a:pt x="1319" y="1309"/>
                  </a:lnTo>
                  <a:lnTo>
                    <a:pt x="1343" y="0"/>
                  </a:lnTo>
                  <a:close/>
                </a:path>
              </a:pathLst>
            </a:custGeom>
            <a:solidFill>
              <a:srgbClr val="36363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7" name="region 145 #445157"/>
            <p:cNvSpPr/>
            <p:nvPr/>
          </p:nvSpPr>
          <p:spPr>
            <a:xfrm>
              <a:off x="632497" y="452551"/>
              <a:ext cx="79230" cy="17589"/>
            </a:xfrm>
            <a:custGeom>
              <a:avLst/>
              <a:gdLst/>
              <a:ahLst/>
              <a:cxnLst/>
              <a:rect l="l" t="t" r="r" b="b"/>
              <a:pathLst>
                <a:path w="79230" h="17589">
                  <a:moveTo>
                    <a:pt x="0" y="0"/>
                  </a:moveTo>
                  <a:lnTo>
                    <a:pt x="1092" y="47"/>
                  </a:lnTo>
                  <a:lnTo>
                    <a:pt x="2183" y="94"/>
                  </a:lnTo>
                  <a:lnTo>
                    <a:pt x="3274" y="143"/>
                  </a:lnTo>
                  <a:lnTo>
                    <a:pt x="4365" y="192"/>
                  </a:lnTo>
                  <a:lnTo>
                    <a:pt x="5456" y="242"/>
                  </a:lnTo>
                  <a:lnTo>
                    <a:pt x="6547" y="293"/>
                  </a:lnTo>
                  <a:lnTo>
                    <a:pt x="7638" y="345"/>
                  </a:lnTo>
                  <a:lnTo>
                    <a:pt x="8729" y="397"/>
                  </a:lnTo>
                  <a:lnTo>
                    <a:pt x="9820" y="450"/>
                  </a:lnTo>
                  <a:lnTo>
                    <a:pt x="10911" y="504"/>
                  </a:lnTo>
                  <a:lnTo>
                    <a:pt x="12447" y="566"/>
                  </a:lnTo>
                  <a:lnTo>
                    <a:pt x="14007" y="630"/>
                  </a:lnTo>
                  <a:lnTo>
                    <a:pt x="15140" y="697"/>
                  </a:lnTo>
                  <a:lnTo>
                    <a:pt x="16249" y="780"/>
                  </a:lnTo>
                  <a:lnTo>
                    <a:pt x="17337" y="880"/>
                  </a:lnTo>
                  <a:lnTo>
                    <a:pt x="18408" y="997"/>
                  </a:lnTo>
                  <a:lnTo>
                    <a:pt x="19463" y="1133"/>
                  </a:lnTo>
                  <a:lnTo>
                    <a:pt x="20506" y="1287"/>
                  </a:lnTo>
                  <a:lnTo>
                    <a:pt x="21539" y="1461"/>
                  </a:lnTo>
                  <a:lnTo>
                    <a:pt x="22566" y="1655"/>
                  </a:lnTo>
                  <a:lnTo>
                    <a:pt x="23589" y="1871"/>
                  </a:lnTo>
                  <a:lnTo>
                    <a:pt x="24611" y="2108"/>
                  </a:lnTo>
                  <a:lnTo>
                    <a:pt x="25636" y="2368"/>
                  </a:lnTo>
                  <a:lnTo>
                    <a:pt x="26665" y="2651"/>
                  </a:lnTo>
                  <a:lnTo>
                    <a:pt x="27701" y="2958"/>
                  </a:lnTo>
                  <a:lnTo>
                    <a:pt x="28749" y="3289"/>
                  </a:lnTo>
                  <a:lnTo>
                    <a:pt x="29810" y="3646"/>
                  </a:lnTo>
                  <a:lnTo>
                    <a:pt x="30887" y="4029"/>
                  </a:lnTo>
                  <a:lnTo>
                    <a:pt x="31944" y="4266"/>
                  </a:lnTo>
                  <a:lnTo>
                    <a:pt x="33002" y="4500"/>
                  </a:lnTo>
                  <a:lnTo>
                    <a:pt x="34060" y="4730"/>
                  </a:lnTo>
                  <a:lnTo>
                    <a:pt x="35119" y="4958"/>
                  </a:lnTo>
                  <a:lnTo>
                    <a:pt x="36178" y="5183"/>
                  </a:lnTo>
                  <a:lnTo>
                    <a:pt x="37238" y="5406"/>
                  </a:lnTo>
                  <a:lnTo>
                    <a:pt x="38298" y="5627"/>
                  </a:lnTo>
                  <a:lnTo>
                    <a:pt x="39358" y="5846"/>
                  </a:lnTo>
                  <a:lnTo>
                    <a:pt x="40419" y="6064"/>
                  </a:lnTo>
                  <a:lnTo>
                    <a:pt x="41480" y="6280"/>
                  </a:lnTo>
                  <a:lnTo>
                    <a:pt x="42541" y="6496"/>
                  </a:lnTo>
                  <a:lnTo>
                    <a:pt x="43603" y="6710"/>
                  </a:lnTo>
                  <a:lnTo>
                    <a:pt x="44665" y="6925"/>
                  </a:lnTo>
                  <a:lnTo>
                    <a:pt x="45727" y="7139"/>
                  </a:lnTo>
                  <a:lnTo>
                    <a:pt x="47670" y="7598"/>
                  </a:lnTo>
                  <a:lnTo>
                    <a:pt x="48918" y="7945"/>
                  </a:lnTo>
                  <a:lnTo>
                    <a:pt x="49724" y="8289"/>
                  </a:lnTo>
                  <a:lnTo>
                    <a:pt x="50343" y="8738"/>
                  </a:lnTo>
                  <a:lnTo>
                    <a:pt x="51030" y="9400"/>
                  </a:lnTo>
                  <a:lnTo>
                    <a:pt x="52095" y="9530"/>
                  </a:lnTo>
                  <a:lnTo>
                    <a:pt x="53160" y="9652"/>
                  </a:lnTo>
                  <a:lnTo>
                    <a:pt x="54227" y="9766"/>
                  </a:lnTo>
                  <a:lnTo>
                    <a:pt x="55294" y="9873"/>
                  </a:lnTo>
                  <a:lnTo>
                    <a:pt x="56362" y="9973"/>
                  </a:lnTo>
                  <a:lnTo>
                    <a:pt x="57430" y="10067"/>
                  </a:lnTo>
                  <a:lnTo>
                    <a:pt x="58499" y="10155"/>
                  </a:lnTo>
                  <a:lnTo>
                    <a:pt x="59105" y="10205"/>
                  </a:lnTo>
                  <a:lnTo>
                    <a:pt x="60172" y="10294"/>
                  </a:lnTo>
                  <a:lnTo>
                    <a:pt x="62618" y="10496"/>
                  </a:lnTo>
                  <a:lnTo>
                    <a:pt x="63086" y="10533"/>
                  </a:lnTo>
                  <a:lnTo>
                    <a:pt x="63911" y="10597"/>
                  </a:lnTo>
                  <a:lnTo>
                    <a:pt x="65802" y="10743"/>
                  </a:lnTo>
                  <a:lnTo>
                    <a:pt x="65802" y="12076"/>
                  </a:lnTo>
                  <a:lnTo>
                    <a:pt x="65802" y="13429"/>
                  </a:lnTo>
                  <a:lnTo>
                    <a:pt x="67022" y="13596"/>
                  </a:lnTo>
                  <a:lnTo>
                    <a:pt x="68250" y="13763"/>
                  </a:lnTo>
                  <a:lnTo>
                    <a:pt x="69495" y="13932"/>
                  </a:lnTo>
                  <a:lnTo>
                    <a:pt x="70733" y="14189"/>
                  </a:lnTo>
                  <a:lnTo>
                    <a:pt x="71887" y="14467"/>
                  </a:lnTo>
                  <a:lnTo>
                    <a:pt x="72977" y="14772"/>
                  </a:lnTo>
                  <a:lnTo>
                    <a:pt x="74022" y="15109"/>
                  </a:lnTo>
                  <a:lnTo>
                    <a:pt x="75040" y="15483"/>
                  </a:lnTo>
                  <a:lnTo>
                    <a:pt x="76051" y="15900"/>
                  </a:lnTo>
                  <a:lnTo>
                    <a:pt x="77074" y="16364"/>
                  </a:lnTo>
                  <a:lnTo>
                    <a:pt x="78127" y="16882"/>
                  </a:lnTo>
                  <a:lnTo>
                    <a:pt x="79230" y="17458"/>
                  </a:lnTo>
                  <a:lnTo>
                    <a:pt x="78087" y="17471"/>
                  </a:lnTo>
                  <a:lnTo>
                    <a:pt x="76943" y="17483"/>
                  </a:lnTo>
                  <a:lnTo>
                    <a:pt x="75800" y="17494"/>
                  </a:lnTo>
                  <a:lnTo>
                    <a:pt x="74656" y="17505"/>
                  </a:lnTo>
                  <a:lnTo>
                    <a:pt x="73513" y="17515"/>
                  </a:lnTo>
                  <a:lnTo>
                    <a:pt x="72369" y="17524"/>
                  </a:lnTo>
                  <a:lnTo>
                    <a:pt x="71226" y="17533"/>
                  </a:lnTo>
                  <a:lnTo>
                    <a:pt x="70083" y="17541"/>
                  </a:lnTo>
                  <a:lnTo>
                    <a:pt x="69524" y="17546"/>
                  </a:lnTo>
                  <a:lnTo>
                    <a:pt x="68802" y="17553"/>
                  </a:lnTo>
                  <a:lnTo>
                    <a:pt x="67433" y="17566"/>
                  </a:lnTo>
                  <a:lnTo>
                    <a:pt x="64935" y="17589"/>
                  </a:lnTo>
                  <a:lnTo>
                    <a:pt x="63440" y="17543"/>
                  </a:lnTo>
                  <a:lnTo>
                    <a:pt x="62268" y="17492"/>
                  </a:lnTo>
                  <a:lnTo>
                    <a:pt x="61318" y="17419"/>
                  </a:lnTo>
                  <a:lnTo>
                    <a:pt x="60490" y="17306"/>
                  </a:lnTo>
                  <a:lnTo>
                    <a:pt x="59684" y="17137"/>
                  </a:lnTo>
                  <a:lnTo>
                    <a:pt x="58801" y="16893"/>
                  </a:lnTo>
                  <a:lnTo>
                    <a:pt x="57740" y="16558"/>
                  </a:lnTo>
                  <a:lnTo>
                    <a:pt x="56401" y="16115"/>
                  </a:lnTo>
                  <a:lnTo>
                    <a:pt x="56401" y="14782"/>
                  </a:lnTo>
                  <a:lnTo>
                    <a:pt x="56401" y="13429"/>
                  </a:lnTo>
                  <a:lnTo>
                    <a:pt x="55248" y="13523"/>
                  </a:lnTo>
                  <a:lnTo>
                    <a:pt x="54078" y="13618"/>
                  </a:lnTo>
                  <a:lnTo>
                    <a:pt x="52929" y="13657"/>
                  </a:lnTo>
                  <a:lnTo>
                    <a:pt x="51798" y="13671"/>
                  </a:lnTo>
                  <a:lnTo>
                    <a:pt x="50686" y="13661"/>
                  </a:lnTo>
                  <a:lnTo>
                    <a:pt x="49589" y="13627"/>
                  </a:lnTo>
                  <a:lnTo>
                    <a:pt x="48507" y="13570"/>
                  </a:lnTo>
                  <a:lnTo>
                    <a:pt x="47438" y="13491"/>
                  </a:lnTo>
                  <a:lnTo>
                    <a:pt x="46380" y="13390"/>
                  </a:lnTo>
                  <a:lnTo>
                    <a:pt x="45333" y="13268"/>
                  </a:lnTo>
                  <a:lnTo>
                    <a:pt x="44293" y="13126"/>
                  </a:lnTo>
                  <a:lnTo>
                    <a:pt x="43260" y="12963"/>
                  </a:lnTo>
                  <a:lnTo>
                    <a:pt x="42233" y="12782"/>
                  </a:lnTo>
                  <a:lnTo>
                    <a:pt x="41209" y="12582"/>
                  </a:lnTo>
                  <a:lnTo>
                    <a:pt x="40187" y="12364"/>
                  </a:lnTo>
                  <a:lnTo>
                    <a:pt x="39165" y="12129"/>
                  </a:lnTo>
                  <a:lnTo>
                    <a:pt x="38142" y="11878"/>
                  </a:lnTo>
                  <a:lnTo>
                    <a:pt x="37117" y="11610"/>
                  </a:lnTo>
                  <a:lnTo>
                    <a:pt x="36087" y="11327"/>
                  </a:lnTo>
                  <a:lnTo>
                    <a:pt x="35052" y="11029"/>
                  </a:lnTo>
                  <a:lnTo>
                    <a:pt x="34009" y="10718"/>
                  </a:lnTo>
                  <a:lnTo>
                    <a:pt x="32958" y="10392"/>
                  </a:lnTo>
                  <a:lnTo>
                    <a:pt x="31895" y="10054"/>
                  </a:lnTo>
                  <a:lnTo>
                    <a:pt x="30821" y="9704"/>
                  </a:lnTo>
                  <a:lnTo>
                    <a:pt x="29733" y="9342"/>
                  </a:lnTo>
                  <a:lnTo>
                    <a:pt x="28641" y="9023"/>
                  </a:lnTo>
                  <a:lnTo>
                    <a:pt x="27558" y="8731"/>
                  </a:lnTo>
                  <a:lnTo>
                    <a:pt x="26480" y="8465"/>
                  </a:lnTo>
                  <a:lnTo>
                    <a:pt x="25407" y="8223"/>
                  </a:lnTo>
                  <a:lnTo>
                    <a:pt x="24337" y="8005"/>
                  </a:lnTo>
                  <a:lnTo>
                    <a:pt x="23269" y="7807"/>
                  </a:lnTo>
                  <a:lnTo>
                    <a:pt x="22200" y="7629"/>
                  </a:lnTo>
                  <a:lnTo>
                    <a:pt x="21128" y="7469"/>
                  </a:lnTo>
                  <a:lnTo>
                    <a:pt x="20053" y="7325"/>
                  </a:lnTo>
                  <a:lnTo>
                    <a:pt x="18973" y="7196"/>
                  </a:lnTo>
                  <a:lnTo>
                    <a:pt x="17885" y="7080"/>
                  </a:lnTo>
                  <a:lnTo>
                    <a:pt x="16789" y="6976"/>
                  </a:lnTo>
                  <a:lnTo>
                    <a:pt x="15682" y="6881"/>
                  </a:lnTo>
                  <a:lnTo>
                    <a:pt x="14562" y="6795"/>
                  </a:lnTo>
                  <a:lnTo>
                    <a:pt x="13429" y="6714"/>
                  </a:lnTo>
                  <a:lnTo>
                    <a:pt x="13429" y="5382"/>
                  </a:lnTo>
                  <a:lnTo>
                    <a:pt x="13429" y="4029"/>
                  </a:lnTo>
                  <a:lnTo>
                    <a:pt x="12976" y="3985"/>
                  </a:lnTo>
                  <a:lnTo>
                    <a:pt x="12478" y="3937"/>
                  </a:lnTo>
                  <a:lnTo>
                    <a:pt x="11687" y="3860"/>
                  </a:lnTo>
                  <a:lnTo>
                    <a:pt x="10353" y="3731"/>
                  </a:lnTo>
                  <a:lnTo>
                    <a:pt x="8226" y="3525"/>
                  </a:lnTo>
                  <a:lnTo>
                    <a:pt x="6502" y="3353"/>
                  </a:lnTo>
                  <a:lnTo>
                    <a:pt x="5170" y="3187"/>
                  </a:lnTo>
                  <a:lnTo>
                    <a:pt x="4133" y="2985"/>
                  </a:lnTo>
                  <a:lnTo>
                    <a:pt x="3295" y="2707"/>
                  </a:lnTo>
                  <a:lnTo>
                    <a:pt x="2559" y="2310"/>
                  </a:lnTo>
                  <a:lnTo>
                    <a:pt x="1828" y="1755"/>
                  </a:lnTo>
                  <a:lnTo>
                    <a:pt x="1008" y="9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515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8" name="region 146 #91B9DA"/>
            <p:cNvSpPr/>
            <p:nvPr/>
          </p:nvSpPr>
          <p:spPr>
            <a:xfrm>
              <a:off x="2231871" y="427036"/>
              <a:ext cx="216204" cy="6715"/>
            </a:xfrm>
            <a:custGeom>
              <a:avLst/>
              <a:gdLst/>
              <a:ahLst/>
              <a:cxnLst/>
              <a:rect l="l" t="t" r="r" b="b"/>
              <a:pathLst>
                <a:path w="216204" h="6715">
                  <a:moveTo>
                    <a:pt x="1343" y="0"/>
                  </a:moveTo>
                  <a:lnTo>
                    <a:pt x="4625" y="0"/>
                  </a:lnTo>
                  <a:lnTo>
                    <a:pt x="7907" y="0"/>
                  </a:lnTo>
                  <a:lnTo>
                    <a:pt x="11189" y="0"/>
                  </a:lnTo>
                  <a:lnTo>
                    <a:pt x="14472" y="0"/>
                  </a:lnTo>
                  <a:lnTo>
                    <a:pt x="17754" y="0"/>
                  </a:lnTo>
                  <a:lnTo>
                    <a:pt x="21037" y="0"/>
                  </a:lnTo>
                  <a:lnTo>
                    <a:pt x="24320" y="0"/>
                  </a:lnTo>
                  <a:lnTo>
                    <a:pt x="27604" y="0"/>
                  </a:lnTo>
                  <a:lnTo>
                    <a:pt x="30888" y="0"/>
                  </a:lnTo>
                  <a:lnTo>
                    <a:pt x="34172" y="0"/>
                  </a:lnTo>
                  <a:lnTo>
                    <a:pt x="37457" y="0"/>
                  </a:lnTo>
                  <a:lnTo>
                    <a:pt x="40742" y="0"/>
                  </a:lnTo>
                  <a:lnTo>
                    <a:pt x="44028" y="0"/>
                  </a:lnTo>
                  <a:lnTo>
                    <a:pt x="47314" y="0"/>
                  </a:lnTo>
                  <a:lnTo>
                    <a:pt x="50602" y="0"/>
                  </a:lnTo>
                  <a:lnTo>
                    <a:pt x="53889" y="0"/>
                  </a:lnTo>
                  <a:lnTo>
                    <a:pt x="57178" y="0"/>
                  </a:lnTo>
                  <a:lnTo>
                    <a:pt x="60468" y="0"/>
                  </a:lnTo>
                  <a:lnTo>
                    <a:pt x="63758" y="0"/>
                  </a:lnTo>
                  <a:lnTo>
                    <a:pt x="67049" y="0"/>
                  </a:lnTo>
                  <a:lnTo>
                    <a:pt x="70342" y="0"/>
                  </a:lnTo>
                  <a:lnTo>
                    <a:pt x="73635" y="0"/>
                  </a:lnTo>
                  <a:lnTo>
                    <a:pt x="76929" y="0"/>
                  </a:lnTo>
                  <a:lnTo>
                    <a:pt x="80225" y="0"/>
                  </a:lnTo>
                  <a:lnTo>
                    <a:pt x="83522" y="0"/>
                  </a:lnTo>
                  <a:lnTo>
                    <a:pt x="86819" y="0"/>
                  </a:lnTo>
                  <a:lnTo>
                    <a:pt x="90119" y="0"/>
                  </a:lnTo>
                  <a:lnTo>
                    <a:pt x="93419" y="0"/>
                  </a:lnTo>
                  <a:lnTo>
                    <a:pt x="96721" y="0"/>
                  </a:lnTo>
                  <a:lnTo>
                    <a:pt x="100024" y="0"/>
                  </a:lnTo>
                  <a:lnTo>
                    <a:pt x="103329" y="0"/>
                  </a:lnTo>
                  <a:lnTo>
                    <a:pt x="106635" y="0"/>
                  </a:lnTo>
                  <a:lnTo>
                    <a:pt x="109943" y="0"/>
                  </a:lnTo>
                  <a:lnTo>
                    <a:pt x="113252" y="0"/>
                  </a:lnTo>
                  <a:lnTo>
                    <a:pt x="116563" y="0"/>
                  </a:lnTo>
                  <a:lnTo>
                    <a:pt x="119876" y="0"/>
                  </a:lnTo>
                  <a:lnTo>
                    <a:pt x="123190" y="0"/>
                  </a:lnTo>
                  <a:lnTo>
                    <a:pt x="126506" y="0"/>
                  </a:lnTo>
                  <a:lnTo>
                    <a:pt x="129824" y="0"/>
                  </a:lnTo>
                  <a:lnTo>
                    <a:pt x="133144" y="0"/>
                  </a:lnTo>
                  <a:lnTo>
                    <a:pt x="136466" y="0"/>
                  </a:lnTo>
                  <a:lnTo>
                    <a:pt x="139790" y="0"/>
                  </a:lnTo>
                  <a:lnTo>
                    <a:pt x="143116" y="0"/>
                  </a:lnTo>
                  <a:lnTo>
                    <a:pt x="146444" y="0"/>
                  </a:lnTo>
                  <a:lnTo>
                    <a:pt x="149774" y="0"/>
                  </a:lnTo>
                  <a:lnTo>
                    <a:pt x="153107" y="0"/>
                  </a:lnTo>
                  <a:lnTo>
                    <a:pt x="156441" y="0"/>
                  </a:lnTo>
                  <a:lnTo>
                    <a:pt x="159778" y="0"/>
                  </a:lnTo>
                  <a:lnTo>
                    <a:pt x="163118" y="0"/>
                  </a:lnTo>
                  <a:lnTo>
                    <a:pt x="166459" y="0"/>
                  </a:lnTo>
                  <a:lnTo>
                    <a:pt x="169803" y="0"/>
                  </a:lnTo>
                  <a:lnTo>
                    <a:pt x="173150" y="0"/>
                  </a:lnTo>
                  <a:lnTo>
                    <a:pt x="176499" y="0"/>
                  </a:lnTo>
                  <a:lnTo>
                    <a:pt x="179850" y="0"/>
                  </a:lnTo>
                  <a:lnTo>
                    <a:pt x="183204" y="0"/>
                  </a:lnTo>
                  <a:lnTo>
                    <a:pt x="186561" y="0"/>
                  </a:lnTo>
                  <a:lnTo>
                    <a:pt x="189921" y="0"/>
                  </a:lnTo>
                  <a:lnTo>
                    <a:pt x="193283" y="0"/>
                  </a:lnTo>
                  <a:lnTo>
                    <a:pt x="196648" y="0"/>
                  </a:lnTo>
                  <a:lnTo>
                    <a:pt x="200017" y="0"/>
                  </a:lnTo>
                  <a:lnTo>
                    <a:pt x="203388" y="0"/>
                  </a:lnTo>
                  <a:lnTo>
                    <a:pt x="206761" y="0"/>
                  </a:lnTo>
                  <a:lnTo>
                    <a:pt x="210138" y="0"/>
                  </a:lnTo>
                  <a:lnTo>
                    <a:pt x="213518" y="0"/>
                  </a:lnTo>
                  <a:lnTo>
                    <a:pt x="213715" y="493"/>
                  </a:lnTo>
                  <a:lnTo>
                    <a:pt x="213913" y="988"/>
                  </a:lnTo>
                  <a:lnTo>
                    <a:pt x="214186" y="1670"/>
                  </a:lnTo>
                  <a:lnTo>
                    <a:pt x="214610" y="2728"/>
                  </a:lnTo>
                  <a:lnTo>
                    <a:pt x="215257" y="4348"/>
                  </a:lnTo>
                  <a:lnTo>
                    <a:pt x="216204" y="6715"/>
                  </a:lnTo>
                  <a:lnTo>
                    <a:pt x="215276" y="6059"/>
                  </a:lnTo>
                  <a:lnTo>
                    <a:pt x="214342" y="5399"/>
                  </a:lnTo>
                  <a:lnTo>
                    <a:pt x="213395" y="4731"/>
                  </a:lnTo>
                  <a:lnTo>
                    <a:pt x="212277" y="4174"/>
                  </a:lnTo>
                  <a:lnTo>
                    <a:pt x="211216" y="3705"/>
                  </a:lnTo>
                  <a:lnTo>
                    <a:pt x="210200" y="3316"/>
                  </a:lnTo>
                  <a:lnTo>
                    <a:pt x="209214" y="3000"/>
                  </a:lnTo>
                  <a:lnTo>
                    <a:pt x="208244" y="2749"/>
                  </a:lnTo>
                  <a:lnTo>
                    <a:pt x="207276" y="2557"/>
                  </a:lnTo>
                  <a:lnTo>
                    <a:pt x="206296" y="2415"/>
                  </a:lnTo>
                  <a:lnTo>
                    <a:pt x="205291" y="2316"/>
                  </a:lnTo>
                  <a:lnTo>
                    <a:pt x="204245" y="2252"/>
                  </a:lnTo>
                  <a:lnTo>
                    <a:pt x="203145" y="2217"/>
                  </a:lnTo>
                  <a:lnTo>
                    <a:pt x="201978" y="2202"/>
                  </a:lnTo>
                  <a:lnTo>
                    <a:pt x="200729" y="2201"/>
                  </a:lnTo>
                  <a:lnTo>
                    <a:pt x="199665" y="2198"/>
                  </a:lnTo>
                  <a:lnTo>
                    <a:pt x="198599" y="2195"/>
                  </a:lnTo>
                  <a:lnTo>
                    <a:pt x="197528" y="2192"/>
                  </a:lnTo>
                  <a:lnTo>
                    <a:pt x="196449" y="2188"/>
                  </a:lnTo>
                  <a:lnTo>
                    <a:pt x="195360" y="2185"/>
                  </a:lnTo>
                  <a:lnTo>
                    <a:pt x="194187" y="2193"/>
                  </a:lnTo>
                  <a:lnTo>
                    <a:pt x="193015" y="2202"/>
                  </a:lnTo>
                  <a:lnTo>
                    <a:pt x="191842" y="2210"/>
                  </a:lnTo>
                  <a:lnTo>
                    <a:pt x="190669" y="2219"/>
                  </a:lnTo>
                  <a:lnTo>
                    <a:pt x="189497" y="2228"/>
                  </a:lnTo>
                  <a:lnTo>
                    <a:pt x="188258" y="2229"/>
                  </a:lnTo>
                  <a:lnTo>
                    <a:pt x="187019" y="2229"/>
                  </a:lnTo>
                  <a:lnTo>
                    <a:pt x="185780" y="2229"/>
                  </a:lnTo>
                  <a:lnTo>
                    <a:pt x="184541" y="2228"/>
                  </a:lnTo>
                  <a:lnTo>
                    <a:pt x="183302" y="2227"/>
                  </a:lnTo>
                  <a:lnTo>
                    <a:pt x="182252" y="2227"/>
                  </a:lnTo>
                  <a:lnTo>
                    <a:pt x="181203" y="2227"/>
                  </a:lnTo>
                  <a:lnTo>
                    <a:pt x="180153" y="2229"/>
                  </a:lnTo>
                  <a:lnTo>
                    <a:pt x="179103" y="2230"/>
                  </a:lnTo>
                  <a:lnTo>
                    <a:pt x="178054" y="2232"/>
                  </a:lnTo>
                  <a:lnTo>
                    <a:pt x="177004" y="2235"/>
                  </a:lnTo>
                  <a:lnTo>
                    <a:pt x="175954" y="2238"/>
                  </a:lnTo>
                  <a:lnTo>
                    <a:pt x="174904" y="2241"/>
                  </a:lnTo>
                  <a:lnTo>
                    <a:pt x="173855" y="2245"/>
                  </a:lnTo>
                  <a:lnTo>
                    <a:pt x="172805" y="2249"/>
                  </a:lnTo>
                  <a:lnTo>
                    <a:pt x="171755" y="2253"/>
                  </a:lnTo>
                  <a:lnTo>
                    <a:pt x="170706" y="2258"/>
                  </a:lnTo>
                  <a:lnTo>
                    <a:pt x="169656" y="2263"/>
                  </a:lnTo>
                  <a:lnTo>
                    <a:pt x="168606" y="2267"/>
                  </a:lnTo>
                  <a:lnTo>
                    <a:pt x="167556" y="2273"/>
                  </a:lnTo>
                  <a:lnTo>
                    <a:pt x="166507" y="2278"/>
                  </a:lnTo>
                  <a:lnTo>
                    <a:pt x="165409" y="2282"/>
                  </a:lnTo>
                  <a:lnTo>
                    <a:pt x="164312" y="2286"/>
                  </a:lnTo>
                  <a:lnTo>
                    <a:pt x="163214" y="2290"/>
                  </a:lnTo>
                  <a:lnTo>
                    <a:pt x="162117" y="2293"/>
                  </a:lnTo>
                  <a:lnTo>
                    <a:pt x="161019" y="2296"/>
                  </a:lnTo>
                  <a:lnTo>
                    <a:pt x="159921" y="2298"/>
                  </a:lnTo>
                  <a:lnTo>
                    <a:pt x="158824" y="2300"/>
                  </a:lnTo>
                  <a:lnTo>
                    <a:pt x="157726" y="2301"/>
                  </a:lnTo>
                  <a:lnTo>
                    <a:pt x="156629" y="2303"/>
                  </a:lnTo>
                  <a:lnTo>
                    <a:pt x="155531" y="2304"/>
                  </a:lnTo>
                  <a:lnTo>
                    <a:pt x="154434" y="2305"/>
                  </a:lnTo>
                  <a:lnTo>
                    <a:pt x="153336" y="2306"/>
                  </a:lnTo>
                  <a:lnTo>
                    <a:pt x="152239" y="2307"/>
                  </a:lnTo>
                  <a:lnTo>
                    <a:pt x="151141" y="2308"/>
                  </a:lnTo>
                  <a:lnTo>
                    <a:pt x="150043" y="2309"/>
                  </a:lnTo>
                  <a:lnTo>
                    <a:pt x="148946" y="2310"/>
                  </a:lnTo>
                  <a:lnTo>
                    <a:pt x="147874" y="2311"/>
                  </a:lnTo>
                  <a:lnTo>
                    <a:pt x="146801" y="2313"/>
                  </a:lnTo>
                  <a:lnTo>
                    <a:pt x="145729" y="2314"/>
                  </a:lnTo>
                  <a:lnTo>
                    <a:pt x="144657" y="2316"/>
                  </a:lnTo>
                  <a:lnTo>
                    <a:pt x="143584" y="2318"/>
                  </a:lnTo>
                  <a:lnTo>
                    <a:pt x="142512" y="2319"/>
                  </a:lnTo>
                  <a:lnTo>
                    <a:pt x="141440" y="2321"/>
                  </a:lnTo>
                  <a:lnTo>
                    <a:pt x="140367" y="2323"/>
                  </a:lnTo>
                  <a:lnTo>
                    <a:pt x="139295" y="2326"/>
                  </a:lnTo>
                  <a:lnTo>
                    <a:pt x="138223" y="2328"/>
                  </a:lnTo>
                  <a:lnTo>
                    <a:pt x="137150" y="2330"/>
                  </a:lnTo>
                  <a:lnTo>
                    <a:pt x="136078" y="2333"/>
                  </a:lnTo>
                  <a:lnTo>
                    <a:pt x="135006" y="2335"/>
                  </a:lnTo>
                  <a:lnTo>
                    <a:pt x="133933" y="2338"/>
                  </a:lnTo>
                  <a:lnTo>
                    <a:pt x="132861" y="2341"/>
                  </a:lnTo>
                  <a:lnTo>
                    <a:pt x="131789" y="2344"/>
                  </a:lnTo>
                  <a:lnTo>
                    <a:pt x="130716" y="2347"/>
                  </a:lnTo>
                  <a:lnTo>
                    <a:pt x="129644" y="2350"/>
                  </a:lnTo>
                  <a:lnTo>
                    <a:pt x="128572" y="2353"/>
                  </a:lnTo>
                  <a:lnTo>
                    <a:pt x="127499" y="2356"/>
                  </a:lnTo>
                  <a:lnTo>
                    <a:pt x="126427" y="2360"/>
                  </a:lnTo>
                  <a:lnTo>
                    <a:pt x="125354" y="2363"/>
                  </a:lnTo>
                  <a:lnTo>
                    <a:pt x="124282" y="2366"/>
                  </a:lnTo>
                  <a:lnTo>
                    <a:pt x="123210" y="2370"/>
                  </a:lnTo>
                  <a:lnTo>
                    <a:pt x="122137" y="2373"/>
                  </a:lnTo>
                  <a:lnTo>
                    <a:pt x="121065" y="2377"/>
                  </a:lnTo>
                  <a:lnTo>
                    <a:pt x="119992" y="2381"/>
                  </a:lnTo>
                  <a:lnTo>
                    <a:pt x="118920" y="2384"/>
                  </a:lnTo>
                  <a:lnTo>
                    <a:pt x="117848" y="2388"/>
                  </a:lnTo>
                  <a:lnTo>
                    <a:pt x="116775" y="2392"/>
                  </a:lnTo>
                  <a:lnTo>
                    <a:pt x="115703" y="2396"/>
                  </a:lnTo>
                  <a:lnTo>
                    <a:pt x="114651" y="2400"/>
                  </a:lnTo>
                  <a:lnTo>
                    <a:pt x="113600" y="2403"/>
                  </a:lnTo>
                  <a:lnTo>
                    <a:pt x="112549" y="2407"/>
                  </a:lnTo>
                  <a:lnTo>
                    <a:pt x="111497" y="2410"/>
                  </a:lnTo>
                  <a:lnTo>
                    <a:pt x="110446" y="2413"/>
                  </a:lnTo>
                  <a:lnTo>
                    <a:pt x="109395" y="2416"/>
                  </a:lnTo>
                  <a:lnTo>
                    <a:pt x="108343" y="2420"/>
                  </a:lnTo>
                  <a:lnTo>
                    <a:pt x="107292" y="2423"/>
                  </a:lnTo>
                  <a:lnTo>
                    <a:pt x="106240" y="2425"/>
                  </a:lnTo>
                  <a:lnTo>
                    <a:pt x="105189" y="2428"/>
                  </a:lnTo>
                  <a:lnTo>
                    <a:pt x="104138" y="2431"/>
                  </a:lnTo>
                  <a:lnTo>
                    <a:pt x="103086" y="2434"/>
                  </a:lnTo>
                  <a:lnTo>
                    <a:pt x="102035" y="2436"/>
                  </a:lnTo>
                  <a:lnTo>
                    <a:pt x="100984" y="2439"/>
                  </a:lnTo>
                  <a:lnTo>
                    <a:pt x="99932" y="2442"/>
                  </a:lnTo>
                  <a:lnTo>
                    <a:pt x="98881" y="2444"/>
                  </a:lnTo>
                  <a:lnTo>
                    <a:pt x="97829" y="2446"/>
                  </a:lnTo>
                  <a:lnTo>
                    <a:pt x="96778" y="2449"/>
                  </a:lnTo>
                  <a:lnTo>
                    <a:pt x="95727" y="2451"/>
                  </a:lnTo>
                  <a:lnTo>
                    <a:pt x="94675" y="2453"/>
                  </a:lnTo>
                  <a:lnTo>
                    <a:pt x="93624" y="2455"/>
                  </a:lnTo>
                  <a:lnTo>
                    <a:pt x="92572" y="2457"/>
                  </a:lnTo>
                  <a:lnTo>
                    <a:pt x="91521" y="2460"/>
                  </a:lnTo>
                  <a:lnTo>
                    <a:pt x="90470" y="2462"/>
                  </a:lnTo>
                  <a:lnTo>
                    <a:pt x="89418" y="2464"/>
                  </a:lnTo>
                  <a:lnTo>
                    <a:pt x="88367" y="2465"/>
                  </a:lnTo>
                  <a:lnTo>
                    <a:pt x="87315" y="2467"/>
                  </a:lnTo>
                  <a:lnTo>
                    <a:pt x="86264" y="2469"/>
                  </a:lnTo>
                  <a:lnTo>
                    <a:pt x="85212" y="2471"/>
                  </a:lnTo>
                  <a:lnTo>
                    <a:pt x="84161" y="2473"/>
                  </a:lnTo>
                  <a:lnTo>
                    <a:pt x="83110" y="2475"/>
                  </a:lnTo>
                  <a:lnTo>
                    <a:pt x="82058" y="2476"/>
                  </a:lnTo>
                  <a:lnTo>
                    <a:pt x="81007" y="2478"/>
                  </a:lnTo>
                  <a:lnTo>
                    <a:pt x="79955" y="2480"/>
                  </a:lnTo>
                  <a:lnTo>
                    <a:pt x="78904" y="2482"/>
                  </a:lnTo>
                  <a:lnTo>
                    <a:pt x="77852" y="2483"/>
                  </a:lnTo>
                  <a:lnTo>
                    <a:pt x="76636" y="2485"/>
                  </a:lnTo>
                  <a:lnTo>
                    <a:pt x="75419" y="2487"/>
                  </a:lnTo>
                  <a:lnTo>
                    <a:pt x="74203" y="2489"/>
                  </a:lnTo>
                  <a:lnTo>
                    <a:pt x="72986" y="2491"/>
                  </a:lnTo>
                  <a:lnTo>
                    <a:pt x="71770" y="2494"/>
                  </a:lnTo>
                  <a:lnTo>
                    <a:pt x="70554" y="2496"/>
                  </a:lnTo>
                  <a:lnTo>
                    <a:pt x="69337" y="2498"/>
                  </a:lnTo>
                  <a:lnTo>
                    <a:pt x="68121" y="2500"/>
                  </a:lnTo>
                  <a:lnTo>
                    <a:pt x="66904" y="2503"/>
                  </a:lnTo>
                  <a:lnTo>
                    <a:pt x="65688" y="2505"/>
                  </a:lnTo>
                  <a:lnTo>
                    <a:pt x="64471" y="2507"/>
                  </a:lnTo>
                  <a:lnTo>
                    <a:pt x="63255" y="2510"/>
                  </a:lnTo>
                  <a:lnTo>
                    <a:pt x="62038" y="2512"/>
                  </a:lnTo>
                  <a:lnTo>
                    <a:pt x="60822" y="2515"/>
                  </a:lnTo>
                  <a:lnTo>
                    <a:pt x="59606" y="2517"/>
                  </a:lnTo>
                  <a:lnTo>
                    <a:pt x="58389" y="2520"/>
                  </a:lnTo>
                  <a:lnTo>
                    <a:pt x="57173" y="2522"/>
                  </a:lnTo>
                  <a:lnTo>
                    <a:pt x="55956" y="2525"/>
                  </a:lnTo>
                  <a:lnTo>
                    <a:pt x="54740" y="2528"/>
                  </a:lnTo>
                  <a:lnTo>
                    <a:pt x="53523" y="2531"/>
                  </a:lnTo>
                  <a:lnTo>
                    <a:pt x="52307" y="2533"/>
                  </a:lnTo>
                  <a:lnTo>
                    <a:pt x="51090" y="2536"/>
                  </a:lnTo>
                  <a:lnTo>
                    <a:pt x="49874" y="2539"/>
                  </a:lnTo>
                  <a:lnTo>
                    <a:pt x="48658" y="2542"/>
                  </a:lnTo>
                  <a:lnTo>
                    <a:pt x="47441" y="2545"/>
                  </a:lnTo>
                  <a:lnTo>
                    <a:pt x="46225" y="2548"/>
                  </a:lnTo>
                  <a:lnTo>
                    <a:pt x="45008" y="2551"/>
                  </a:lnTo>
                  <a:lnTo>
                    <a:pt x="43792" y="2554"/>
                  </a:lnTo>
                  <a:lnTo>
                    <a:pt x="42575" y="2557"/>
                  </a:lnTo>
                  <a:lnTo>
                    <a:pt x="41359" y="2560"/>
                  </a:lnTo>
                  <a:lnTo>
                    <a:pt x="40143" y="2563"/>
                  </a:lnTo>
                  <a:lnTo>
                    <a:pt x="38926" y="2567"/>
                  </a:lnTo>
                  <a:lnTo>
                    <a:pt x="37710" y="2570"/>
                  </a:lnTo>
                  <a:lnTo>
                    <a:pt x="36493" y="2573"/>
                  </a:lnTo>
                  <a:lnTo>
                    <a:pt x="35277" y="2576"/>
                  </a:lnTo>
                  <a:lnTo>
                    <a:pt x="34060" y="2580"/>
                  </a:lnTo>
                  <a:lnTo>
                    <a:pt x="32844" y="2583"/>
                  </a:lnTo>
                  <a:lnTo>
                    <a:pt x="31628" y="2586"/>
                  </a:lnTo>
                  <a:lnTo>
                    <a:pt x="30411" y="2590"/>
                  </a:lnTo>
                  <a:lnTo>
                    <a:pt x="29195" y="2593"/>
                  </a:lnTo>
                  <a:lnTo>
                    <a:pt x="27978" y="2597"/>
                  </a:lnTo>
                  <a:lnTo>
                    <a:pt x="26762" y="2600"/>
                  </a:lnTo>
                  <a:lnTo>
                    <a:pt x="25545" y="2604"/>
                  </a:lnTo>
                  <a:lnTo>
                    <a:pt x="24329" y="2608"/>
                  </a:lnTo>
                  <a:lnTo>
                    <a:pt x="23113" y="2611"/>
                  </a:lnTo>
                  <a:lnTo>
                    <a:pt x="21896" y="2615"/>
                  </a:lnTo>
                  <a:lnTo>
                    <a:pt x="20680" y="2619"/>
                  </a:lnTo>
                  <a:lnTo>
                    <a:pt x="19463" y="2622"/>
                  </a:lnTo>
                  <a:lnTo>
                    <a:pt x="18247" y="2626"/>
                  </a:lnTo>
                  <a:lnTo>
                    <a:pt x="17030" y="2630"/>
                  </a:lnTo>
                  <a:lnTo>
                    <a:pt x="15814" y="2634"/>
                  </a:lnTo>
                  <a:lnTo>
                    <a:pt x="14597" y="2637"/>
                  </a:lnTo>
                  <a:lnTo>
                    <a:pt x="13381" y="2641"/>
                  </a:lnTo>
                  <a:lnTo>
                    <a:pt x="12165" y="2645"/>
                  </a:lnTo>
                  <a:lnTo>
                    <a:pt x="10948" y="2649"/>
                  </a:lnTo>
                  <a:lnTo>
                    <a:pt x="9732" y="2653"/>
                  </a:lnTo>
                  <a:lnTo>
                    <a:pt x="8515" y="2657"/>
                  </a:lnTo>
                  <a:lnTo>
                    <a:pt x="7299" y="2661"/>
                  </a:lnTo>
                  <a:lnTo>
                    <a:pt x="6082" y="2665"/>
                  </a:lnTo>
                  <a:lnTo>
                    <a:pt x="4866" y="2669"/>
                  </a:lnTo>
                  <a:lnTo>
                    <a:pt x="3649" y="2674"/>
                  </a:lnTo>
                  <a:lnTo>
                    <a:pt x="2433" y="2678"/>
                  </a:lnTo>
                  <a:lnTo>
                    <a:pt x="1216" y="2682"/>
                  </a:lnTo>
                  <a:lnTo>
                    <a:pt x="0" y="2686"/>
                  </a:lnTo>
                  <a:lnTo>
                    <a:pt x="666" y="1353"/>
                  </a:lnTo>
                  <a:lnTo>
                    <a:pt x="1343" y="0"/>
                  </a:lnTo>
                  <a:close/>
                </a:path>
              </a:pathLst>
            </a:custGeom>
            <a:solidFill>
              <a:srgbClr val="91B9D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9" name="region 147 #5E1A26"/>
            <p:cNvSpPr/>
            <p:nvPr/>
          </p:nvSpPr>
          <p:spPr>
            <a:xfrm>
              <a:off x="1455685" y="816472"/>
              <a:ext cx="36257" cy="53716"/>
            </a:xfrm>
            <a:custGeom>
              <a:avLst/>
              <a:gdLst/>
              <a:ahLst/>
              <a:cxnLst/>
              <a:rect l="l" t="t" r="r" b="b"/>
              <a:pathLst>
                <a:path w="36257" h="53716">
                  <a:moveTo>
                    <a:pt x="22829" y="0"/>
                  </a:moveTo>
                  <a:lnTo>
                    <a:pt x="23928" y="401"/>
                  </a:lnTo>
                  <a:lnTo>
                    <a:pt x="24939" y="838"/>
                  </a:lnTo>
                  <a:lnTo>
                    <a:pt x="25873" y="1312"/>
                  </a:lnTo>
                  <a:lnTo>
                    <a:pt x="26742" y="1822"/>
                  </a:lnTo>
                  <a:lnTo>
                    <a:pt x="27558" y="2369"/>
                  </a:lnTo>
                  <a:lnTo>
                    <a:pt x="28332" y="2952"/>
                  </a:lnTo>
                  <a:lnTo>
                    <a:pt x="29076" y="3571"/>
                  </a:lnTo>
                  <a:lnTo>
                    <a:pt x="29802" y="4228"/>
                  </a:lnTo>
                  <a:lnTo>
                    <a:pt x="30522" y="4921"/>
                  </a:lnTo>
                  <a:lnTo>
                    <a:pt x="31247" y="5650"/>
                  </a:lnTo>
                  <a:lnTo>
                    <a:pt x="31989" y="6416"/>
                  </a:lnTo>
                  <a:lnTo>
                    <a:pt x="32760" y="7218"/>
                  </a:lnTo>
                  <a:lnTo>
                    <a:pt x="33572" y="8058"/>
                  </a:lnTo>
                  <a:lnTo>
                    <a:pt x="34905" y="8724"/>
                  </a:lnTo>
                  <a:lnTo>
                    <a:pt x="36257" y="9401"/>
                  </a:lnTo>
                  <a:lnTo>
                    <a:pt x="36257" y="10731"/>
                  </a:lnTo>
                  <a:lnTo>
                    <a:pt x="36257" y="12071"/>
                  </a:lnTo>
                  <a:lnTo>
                    <a:pt x="36257" y="13429"/>
                  </a:lnTo>
                  <a:lnTo>
                    <a:pt x="35066" y="13567"/>
                  </a:lnTo>
                  <a:lnTo>
                    <a:pt x="33875" y="13703"/>
                  </a:lnTo>
                  <a:lnTo>
                    <a:pt x="32683" y="13837"/>
                  </a:lnTo>
                  <a:lnTo>
                    <a:pt x="31490" y="13970"/>
                  </a:lnTo>
                  <a:lnTo>
                    <a:pt x="30298" y="14101"/>
                  </a:lnTo>
                  <a:lnTo>
                    <a:pt x="29191" y="14226"/>
                  </a:lnTo>
                  <a:lnTo>
                    <a:pt x="28076" y="14351"/>
                  </a:lnTo>
                  <a:lnTo>
                    <a:pt x="26946" y="14478"/>
                  </a:lnTo>
                  <a:lnTo>
                    <a:pt x="25865" y="14550"/>
                  </a:lnTo>
                  <a:lnTo>
                    <a:pt x="24785" y="14611"/>
                  </a:lnTo>
                  <a:lnTo>
                    <a:pt x="23705" y="14662"/>
                  </a:lnTo>
                  <a:lnTo>
                    <a:pt x="22625" y="14704"/>
                  </a:lnTo>
                  <a:lnTo>
                    <a:pt x="21546" y="14737"/>
                  </a:lnTo>
                  <a:lnTo>
                    <a:pt x="20467" y="14763"/>
                  </a:lnTo>
                  <a:lnTo>
                    <a:pt x="19388" y="14783"/>
                  </a:lnTo>
                  <a:lnTo>
                    <a:pt x="18309" y="14795"/>
                  </a:lnTo>
                  <a:lnTo>
                    <a:pt x="17229" y="14803"/>
                  </a:lnTo>
                  <a:lnTo>
                    <a:pt x="16150" y="14805"/>
                  </a:lnTo>
                  <a:lnTo>
                    <a:pt x="15070" y="14804"/>
                  </a:lnTo>
                  <a:lnTo>
                    <a:pt x="13989" y="14799"/>
                  </a:lnTo>
                  <a:lnTo>
                    <a:pt x="12908" y="14792"/>
                  </a:lnTo>
                  <a:lnTo>
                    <a:pt x="11826" y="14782"/>
                  </a:lnTo>
                  <a:lnTo>
                    <a:pt x="10743" y="14772"/>
                  </a:lnTo>
                  <a:lnTo>
                    <a:pt x="10865" y="15900"/>
                  </a:lnTo>
                  <a:lnTo>
                    <a:pt x="10990" y="17046"/>
                  </a:lnTo>
                  <a:lnTo>
                    <a:pt x="11101" y="18085"/>
                  </a:lnTo>
                  <a:lnTo>
                    <a:pt x="11212" y="19125"/>
                  </a:lnTo>
                  <a:lnTo>
                    <a:pt x="11322" y="20165"/>
                  </a:lnTo>
                  <a:lnTo>
                    <a:pt x="11432" y="21205"/>
                  </a:lnTo>
                  <a:lnTo>
                    <a:pt x="11541" y="22245"/>
                  </a:lnTo>
                  <a:lnTo>
                    <a:pt x="11650" y="23285"/>
                  </a:lnTo>
                  <a:lnTo>
                    <a:pt x="11759" y="24326"/>
                  </a:lnTo>
                  <a:lnTo>
                    <a:pt x="11868" y="25366"/>
                  </a:lnTo>
                  <a:lnTo>
                    <a:pt x="11977" y="26406"/>
                  </a:lnTo>
                  <a:lnTo>
                    <a:pt x="12086" y="27446"/>
                  </a:lnTo>
                  <a:lnTo>
                    <a:pt x="12214" y="28627"/>
                  </a:lnTo>
                  <a:lnTo>
                    <a:pt x="12343" y="29815"/>
                  </a:lnTo>
                  <a:lnTo>
                    <a:pt x="12474" y="31021"/>
                  </a:lnTo>
                  <a:lnTo>
                    <a:pt x="12583" y="32107"/>
                  </a:lnTo>
                  <a:lnTo>
                    <a:pt x="12685" y="33191"/>
                  </a:lnTo>
                  <a:lnTo>
                    <a:pt x="12781" y="34273"/>
                  </a:lnTo>
                  <a:lnTo>
                    <a:pt x="12870" y="35354"/>
                  </a:lnTo>
                  <a:lnTo>
                    <a:pt x="12953" y="36432"/>
                  </a:lnTo>
                  <a:lnTo>
                    <a:pt x="13029" y="37510"/>
                  </a:lnTo>
                  <a:lnTo>
                    <a:pt x="13099" y="38587"/>
                  </a:lnTo>
                  <a:lnTo>
                    <a:pt x="13162" y="39664"/>
                  </a:lnTo>
                  <a:lnTo>
                    <a:pt x="13219" y="40739"/>
                  </a:lnTo>
                  <a:lnTo>
                    <a:pt x="13270" y="41815"/>
                  </a:lnTo>
                  <a:lnTo>
                    <a:pt x="13315" y="42891"/>
                  </a:lnTo>
                  <a:lnTo>
                    <a:pt x="13353" y="43968"/>
                  </a:lnTo>
                  <a:lnTo>
                    <a:pt x="13385" y="45045"/>
                  </a:lnTo>
                  <a:lnTo>
                    <a:pt x="13411" y="46123"/>
                  </a:lnTo>
                  <a:lnTo>
                    <a:pt x="13431" y="47202"/>
                  </a:lnTo>
                  <a:lnTo>
                    <a:pt x="13446" y="48282"/>
                  </a:lnTo>
                  <a:lnTo>
                    <a:pt x="13454" y="49364"/>
                  </a:lnTo>
                  <a:lnTo>
                    <a:pt x="13456" y="50449"/>
                  </a:lnTo>
                  <a:lnTo>
                    <a:pt x="13453" y="51535"/>
                  </a:lnTo>
                  <a:lnTo>
                    <a:pt x="13443" y="52624"/>
                  </a:lnTo>
                  <a:lnTo>
                    <a:pt x="13428" y="53716"/>
                  </a:lnTo>
                  <a:lnTo>
                    <a:pt x="12431" y="53051"/>
                  </a:lnTo>
                  <a:lnTo>
                    <a:pt x="11429" y="52383"/>
                  </a:lnTo>
                  <a:lnTo>
                    <a:pt x="10420" y="51710"/>
                  </a:lnTo>
                  <a:lnTo>
                    <a:pt x="9400" y="51030"/>
                  </a:lnTo>
                  <a:lnTo>
                    <a:pt x="9400" y="49697"/>
                  </a:lnTo>
                  <a:lnTo>
                    <a:pt x="9400" y="48344"/>
                  </a:lnTo>
                  <a:lnTo>
                    <a:pt x="8402" y="48012"/>
                  </a:lnTo>
                  <a:lnTo>
                    <a:pt x="7401" y="47678"/>
                  </a:lnTo>
                  <a:lnTo>
                    <a:pt x="6392" y="47341"/>
                  </a:lnTo>
                  <a:lnTo>
                    <a:pt x="5371" y="47001"/>
                  </a:lnTo>
                  <a:lnTo>
                    <a:pt x="4917" y="45629"/>
                  </a:lnTo>
                  <a:lnTo>
                    <a:pt x="4620" y="44664"/>
                  </a:lnTo>
                  <a:lnTo>
                    <a:pt x="4416" y="43847"/>
                  </a:lnTo>
                  <a:lnTo>
                    <a:pt x="4240" y="42922"/>
                  </a:lnTo>
                  <a:lnTo>
                    <a:pt x="4028" y="41630"/>
                  </a:lnTo>
                  <a:lnTo>
                    <a:pt x="5361" y="41630"/>
                  </a:lnTo>
                  <a:lnTo>
                    <a:pt x="6714" y="41630"/>
                  </a:lnTo>
                  <a:lnTo>
                    <a:pt x="6714" y="42963"/>
                  </a:lnTo>
                  <a:lnTo>
                    <a:pt x="6714" y="44315"/>
                  </a:lnTo>
                  <a:lnTo>
                    <a:pt x="7382" y="43981"/>
                  </a:lnTo>
                  <a:lnTo>
                    <a:pt x="9400" y="42973"/>
                  </a:lnTo>
                  <a:lnTo>
                    <a:pt x="9400" y="41928"/>
                  </a:lnTo>
                  <a:lnTo>
                    <a:pt x="9400" y="40883"/>
                  </a:lnTo>
                  <a:lnTo>
                    <a:pt x="9400" y="39839"/>
                  </a:lnTo>
                  <a:lnTo>
                    <a:pt x="9400" y="38793"/>
                  </a:lnTo>
                  <a:lnTo>
                    <a:pt x="9400" y="37748"/>
                  </a:lnTo>
                  <a:lnTo>
                    <a:pt x="9400" y="36702"/>
                  </a:lnTo>
                  <a:lnTo>
                    <a:pt x="9400" y="35656"/>
                  </a:lnTo>
                  <a:lnTo>
                    <a:pt x="9400" y="34609"/>
                  </a:lnTo>
                  <a:lnTo>
                    <a:pt x="9400" y="33562"/>
                  </a:lnTo>
                  <a:lnTo>
                    <a:pt x="9400" y="32513"/>
                  </a:lnTo>
                  <a:lnTo>
                    <a:pt x="9400" y="31464"/>
                  </a:lnTo>
                  <a:lnTo>
                    <a:pt x="9400" y="30414"/>
                  </a:lnTo>
                  <a:lnTo>
                    <a:pt x="9400" y="29364"/>
                  </a:lnTo>
                  <a:lnTo>
                    <a:pt x="9400" y="28312"/>
                  </a:lnTo>
                  <a:lnTo>
                    <a:pt x="9400" y="27259"/>
                  </a:lnTo>
                  <a:lnTo>
                    <a:pt x="9400" y="26204"/>
                  </a:lnTo>
                  <a:lnTo>
                    <a:pt x="9400" y="25149"/>
                  </a:lnTo>
                  <a:lnTo>
                    <a:pt x="9400" y="24092"/>
                  </a:lnTo>
                  <a:lnTo>
                    <a:pt x="9400" y="23033"/>
                  </a:lnTo>
                  <a:lnTo>
                    <a:pt x="9400" y="21974"/>
                  </a:lnTo>
                  <a:lnTo>
                    <a:pt x="9400" y="20912"/>
                  </a:lnTo>
                  <a:lnTo>
                    <a:pt x="9400" y="19849"/>
                  </a:lnTo>
                  <a:lnTo>
                    <a:pt x="9400" y="18784"/>
                  </a:lnTo>
                  <a:lnTo>
                    <a:pt x="9400" y="17717"/>
                  </a:lnTo>
                  <a:lnTo>
                    <a:pt x="9400" y="16648"/>
                  </a:lnTo>
                  <a:lnTo>
                    <a:pt x="9400" y="15577"/>
                  </a:lnTo>
                  <a:lnTo>
                    <a:pt x="9400" y="14504"/>
                  </a:lnTo>
                  <a:lnTo>
                    <a:pt x="9400" y="13429"/>
                  </a:lnTo>
                  <a:lnTo>
                    <a:pt x="10463" y="13296"/>
                  </a:lnTo>
                  <a:lnTo>
                    <a:pt x="11527" y="13163"/>
                  </a:lnTo>
                  <a:lnTo>
                    <a:pt x="12591" y="13030"/>
                  </a:lnTo>
                  <a:lnTo>
                    <a:pt x="13656" y="12897"/>
                  </a:lnTo>
                  <a:lnTo>
                    <a:pt x="14721" y="12764"/>
                  </a:lnTo>
                  <a:lnTo>
                    <a:pt x="15787" y="12631"/>
                  </a:lnTo>
                  <a:lnTo>
                    <a:pt x="16854" y="12497"/>
                  </a:lnTo>
                  <a:lnTo>
                    <a:pt x="17922" y="12364"/>
                  </a:lnTo>
                  <a:lnTo>
                    <a:pt x="18991" y="12230"/>
                  </a:lnTo>
                  <a:lnTo>
                    <a:pt x="20062" y="12096"/>
                  </a:lnTo>
                  <a:lnTo>
                    <a:pt x="21135" y="11962"/>
                  </a:lnTo>
                  <a:lnTo>
                    <a:pt x="22209" y="11828"/>
                  </a:lnTo>
                  <a:lnTo>
                    <a:pt x="23285" y="11694"/>
                  </a:lnTo>
                  <a:lnTo>
                    <a:pt x="24363" y="11559"/>
                  </a:lnTo>
                  <a:lnTo>
                    <a:pt x="25444" y="11424"/>
                  </a:lnTo>
                  <a:lnTo>
                    <a:pt x="26527" y="11288"/>
                  </a:lnTo>
                  <a:lnTo>
                    <a:pt x="27612" y="11153"/>
                  </a:lnTo>
                  <a:lnTo>
                    <a:pt x="28701" y="11017"/>
                  </a:lnTo>
                  <a:lnTo>
                    <a:pt x="29792" y="10880"/>
                  </a:lnTo>
                  <a:lnTo>
                    <a:pt x="30886" y="10743"/>
                  </a:lnTo>
                  <a:lnTo>
                    <a:pt x="29555" y="9430"/>
                  </a:lnTo>
                  <a:lnTo>
                    <a:pt x="28619" y="8618"/>
                  </a:lnTo>
                  <a:lnTo>
                    <a:pt x="27827" y="8164"/>
                  </a:lnTo>
                  <a:lnTo>
                    <a:pt x="26930" y="7923"/>
                  </a:lnTo>
                  <a:lnTo>
                    <a:pt x="25677" y="7753"/>
                  </a:lnTo>
                  <a:lnTo>
                    <a:pt x="24175" y="7774"/>
                  </a:lnTo>
                  <a:lnTo>
                    <a:pt x="22650" y="7796"/>
                  </a:lnTo>
                  <a:lnTo>
                    <a:pt x="21567" y="7804"/>
                  </a:lnTo>
                  <a:lnTo>
                    <a:pt x="20477" y="7813"/>
                  </a:lnTo>
                  <a:lnTo>
                    <a:pt x="19372" y="7821"/>
                  </a:lnTo>
                  <a:lnTo>
                    <a:pt x="18868" y="7832"/>
                  </a:lnTo>
                  <a:lnTo>
                    <a:pt x="17980" y="7850"/>
                  </a:lnTo>
                  <a:lnTo>
                    <a:pt x="15946" y="7890"/>
                  </a:lnTo>
                  <a:lnTo>
                    <a:pt x="14805" y="7902"/>
                  </a:lnTo>
                  <a:lnTo>
                    <a:pt x="13655" y="7914"/>
                  </a:lnTo>
                  <a:lnTo>
                    <a:pt x="12490" y="7926"/>
                  </a:lnTo>
                  <a:lnTo>
                    <a:pt x="11432" y="7939"/>
                  </a:lnTo>
                  <a:lnTo>
                    <a:pt x="10374" y="7953"/>
                  </a:lnTo>
                  <a:lnTo>
                    <a:pt x="9316" y="7968"/>
                  </a:lnTo>
                  <a:lnTo>
                    <a:pt x="8259" y="7985"/>
                  </a:lnTo>
                  <a:lnTo>
                    <a:pt x="7201" y="8002"/>
                  </a:lnTo>
                  <a:lnTo>
                    <a:pt x="6143" y="8020"/>
                  </a:lnTo>
                  <a:lnTo>
                    <a:pt x="5086" y="8039"/>
                  </a:lnTo>
                  <a:lnTo>
                    <a:pt x="4028" y="8058"/>
                  </a:lnTo>
                  <a:lnTo>
                    <a:pt x="4361" y="9055"/>
                  </a:lnTo>
                  <a:lnTo>
                    <a:pt x="4695" y="10057"/>
                  </a:lnTo>
                  <a:lnTo>
                    <a:pt x="5031" y="11066"/>
                  </a:lnTo>
                  <a:lnTo>
                    <a:pt x="5371" y="12086"/>
                  </a:lnTo>
                  <a:lnTo>
                    <a:pt x="5482" y="13176"/>
                  </a:lnTo>
                  <a:lnTo>
                    <a:pt x="5588" y="14266"/>
                  </a:lnTo>
                  <a:lnTo>
                    <a:pt x="5689" y="15357"/>
                  </a:lnTo>
                  <a:lnTo>
                    <a:pt x="5785" y="16448"/>
                  </a:lnTo>
                  <a:lnTo>
                    <a:pt x="5877" y="17539"/>
                  </a:lnTo>
                  <a:lnTo>
                    <a:pt x="5964" y="18631"/>
                  </a:lnTo>
                  <a:lnTo>
                    <a:pt x="6047" y="19723"/>
                  </a:lnTo>
                  <a:lnTo>
                    <a:pt x="6126" y="20815"/>
                  </a:lnTo>
                  <a:lnTo>
                    <a:pt x="6211" y="21969"/>
                  </a:lnTo>
                  <a:lnTo>
                    <a:pt x="6295" y="23127"/>
                  </a:lnTo>
                  <a:lnTo>
                    <a:pt x="6381" y="24293"/>
                  </a:lnTo>
                  <a:lnTo>
                    <a:pt x="6467" y="25473"/>
                  </a:lnTo>
                  <a:lnTo>
                    <a:pt x="6532" y="26629"/>
                  </a:lnTo>
                  <a:lnTo>
                    <a:pt x="6588" y="27785"/>
                  </a:lnTo>
                  <a:lnTo>
                    <a:pt x="6633" y="28942"/>
                  </a:lnTo>
                  <a:lnTo>
                    <a:pt x="6668" y="30100"/>
                  </a:lnTo>
                  <a:lnTo>
                    <a:pt x="6694" y="31257"/>
                  </a:lnTo>
                  <a:lnTo>
                    <a:pt x="6709" y="32415"/>
                  </a:lnTo>
                  <a:lnTo>
                    <a:pt x="6714" y="33572"/>
                  </a:lnTo>
                  <a:lnTo>
                    <a:pt x="5381" y="34239"/>
                  </a:lnTo>
                  <a:lnTo>
                    <a:pt x="4028" y="34915"/>
                  </a:lnTo>
                  <a:lnTo>
                    <a:pt x="3495" y="33923"/>
                  </a:lnTo>
                  <a:lnTo>
                    <a:pt x="2970" y="32927"/>
                  </a:lnTo>
                  <a:lnTo>
                    <a:pt x="2454" y="31925"/>
                  </a:lnTo>
                  <a:lnTo>
                    <a:pt x="1946" y="30920"/>
                  </a:lnTo>
                  <a:lnTo>
                    <a:pt x="1447" y="29910"/>
                  </a:lnTo>
                  <a:lnTo>
                    <a:pt x="957" y="28896"/>
                  </a:lnTo>
                  <a:lnTo>
                    <a:pt x="474" y="27879"/>
                  </a:lnTo>
                  <a:lnTo>
                    <a:pt x="0" y="26858"/>
                  </a:lnTo>
                  <a:lnTo>
                    <a:pt x="797" y="25284"/>
                  </a:lnTo>
                  <a:lnTo>
                    <a:pt x="1343" y="24340"/>
                  </a:lnTo>
                  <a:lnTo>
                    <a:pt x="1888" y="23648"/>
                  </a:lnTo>
                  <a:lnTo>
                    <a:pt x="2685" y="22829"/>
                  </a:lnTo>
                  <a:lnTo>
                    <a:pt x="2614" y="21772"/>
                  </a:lnTo>
                  <a:lnTo>
                    <a:pt x="2533" y="20716"/>
                  </a:lnTo>
                  <a:lnTo>
                    <a:pt x="2443" y="19660"/>
                  </a:lnTo>
                  <a:lnTo>
                    <a:pt x="2346" y="18605"/>
                  </a:lnTo>
                  <a:lnTo>
                    <a:pt x="2241" y="17550"/>
                  </a:lnTo>
                  <a:lnTo>
                    <a:pt x="2131" y="16497"/>
                  </a:lnTo>
                  <a:lnTo>
                    <a:pt x="2014" y="15443"/>
                  </a:lnTo>
                  <a:lnTo>
                    <a:pt x="1897" y="14390"/>
                  </a:lnTo>
                  <a:lnTo>
                    <a:pt x="1787" y="13337"/>
                  </a:lnTo>
                  <a:lnTo>
                    <a:pt x="1682" y="12282"/>
                  </a:lnTo>
                  <a:lnTo>
                    <a:pt x="1585" y="11227"/>
                  </a:lnTo>
                  <a:lnTo>
                    <a:pt x="1495" y="10171"/>
                  </a:lnTo>
                  <a:lnTo>
                    <a:pt x="1414" y="9115"/>
                  </a:lnTo>
                  <a:lnTo>
                    <a:pt x="1343" y="8058"/>
                  </a:lnTo>
                  <a:lnTo>
                    <a:pt x="2131" y="7409"/>
                  </a:lnTo>
                  <a:lnTo>
                    <a:pt x="3024" y="6913"/>
                  </a:lnTo>
                  <a:lnTo>
                    <a:pt x="4003" y="6548"/>
                  </a:lnTo>
                  <a:lnTo>
                    <a:pt x="5051" y="6295"/>
                  </a:lnTo>
                  <a:lnTo>
                    <a:pt x="6151" y="6133"/>
                  </a:lnTo>
                  <a:lnTo>
                    <a:pt x="7284" y="6043"/>
                  </a:lnTo>
                  <a:lnTo>
                    <a:pt x="8433" y="6004"/>
                  </a:lnTo>
                  <a:lnTo>
                    <a:pt x="9581" y="5996"/>
                  </a:lnTo>
                  <a:lnTo>
                    <a:pt x="10710" y="6000"/>
                  </a:lnTo>
                  <a:lnTo>
                    <a:pt x="11802" y="5995"/>
                  </a:lnTo>
                  <a:lnTo>
                    <a:pt x="12840" y="5960"/>
                  </a:lnTo>
                  <a:lnTo>
                    <a:pt x="13561" y="5916"/>
                  </a:lnTo>
                  <a:lnTo>
                    <a:pt x="15734" y="5784"/>
                  </a:lnTo>
                  <a:lnTo>
                    <a:pt x="16917" y="5713"/>
                  </a:lnTo>
                  <a:lnTo>
                    <a:pt x="18099" y="5643"/>
                  </a:lnTo>
                  <a:lnTo>
                    <a:pt x="19281" y="5574"/>
                  </a:lnTo>
                  <a:lnTo>
                    <a:pt x="20464" y="5507"/>
                  </a:lnTo>
                  <a:lnTo>
                    <a:pt x="21646" y="5439"/>
                  </a:lnTo>
                  <a:lnTo>
                    <a:pt x="22829" y="5372"/>
                  </a:lnTo>
                  <a:lnTo>
                    <a:pt x="22829" y="4308"/>
                  </a:lnTo>
                  <a:lnTo>
                    <a:pt x="22829" y="3241"/>
                  </a:lnTo>
                  <a:lnTo>
                    <a:pt x="22829" y="2170"/>
                  </a:lnTo>
                  <a:lnTo>
                    <a:pt x="22829" y="1090"/>
                  </a:lnTo>
                  <a:lnTo>
                    <a:pt x="22829" y="0"/>
                  </a:lnTo>
                  <a:close/>
                </a:path>
              </a:pathLst>
            </a:custGeom>
            <a:solidFill>
              <a:srgbClr val="5E1A2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0" name="region 148 #464646"/>
            <p:cNvSpPr/>
            <p:nvPr/>
          </p:nvSpPr>
          <p:spPr>
            <a:xfrm>
              <a:off x="750671" y="919675"/>
              <a:ext cx="92659" cy="7304"/>
            </a:xfrm>
            <a:custGeom>
              <a:avLst/>
              <a:gdLst/>
              <a:ahLst/>
              <a:cxnLst/>
              <a:rect l="l" t="t" r="r" b="b"/>
              <a:pathLst>
                <a:path w="92659" h="7304">
                  <a:moveTo>
                    <a:pt x="84434" y="31"/>
                  </a:moveTo>
                  <a:lnTo>
                    <a:pt x="84952" y="39"/>
                  </a:lnTo>
                  <a:lnTo>
                    <a:pt x="85622" y="50"/>
                  </a:lnTo>
                  <a:lnTo>
                    <a:pt x="86891" y="69"/>
                  </a:lnTo>
                  <a:lnTo>
                    <a:pt x="89208" y="105"/>
                  </a:lnTo>
                  <a:lnTo>
                    <a:pt x="89715" y="119"/>
                  </a:lnTo>
                  <a:lnTo>
                    <a:pt x="90610" y="143"/>
                  </a:lnTo>
                  <a:lnTo>
                    <a:pt x="92659" y="199"/>
                  </a:lnTo>
                  <a:lnTo>
                    <a:pt x="91917" y="902"/>
                  </a:lnTo>
                  <a:lnTo>
                    <a:pt x="91145" y="1558"/>
                  </a:lnTo>
                  <a:lnTo>
                    <a:pt x="90345" y="2169"/>
                  </a:lnTo>
                  <a:lnTo>
                    <a:pt x="89517" y="2737"/>
                  </a:lnTo>
                  <a:lnTo>
                    <a:pt x="88663" y="3262"/>
                  </a:lnTo>
                  <a:lnTo>
                    <a:pt x="87785" y="3747"/>
                  </a:lnTo>
                  <a:lnTo>
                    <a:pt x="86883" y="4193"/>
                  </a:lnTo>
                  <a:lnTo>
                    <a:pt x="85959" y="4602"/>
                  </a:lnTo>
                  <a:lnTo>
                    <a:pt x="85015" y="4974"/>
                  </a:lnTo>
                  <a:lnTo>
                    <a:pt x="84052" y="5313"/>
                  </a:lnTo>
                  <a:lnTo>
                    <a:pt x="83071" y="5618"/>
                  </a:lnTo>
                  <a:lnTo>
                    <a:pt x="82073" y="5892"/>
                  </a:lnTo>
                  <a:lnTo>
                    <a:pt x="81060" y="6137"/>
                  </a:lnTo>
                  <a:lnTo>
                    <a:pt x="80033" y="6353"/>
                  </a:lnTo>
                  <a:lnTo>
                    <a:pt x="78993" y="6542"/>
                  </a:lnTo>
                  <a:lnTo>
                    <a:pt x="77943" y="6706"/>
                  </a:lnTo>
                  <a:lnTo>
                    <a:pt x="76882" y="6847"/>
                  </a:lnTo>
                  <a:lnTo>
                    <a:pt x="75813" y="6965"/>
                  </a:lnTo>
                  <a:lnTo>
                    <a:pt x="74737" y="7063"/>
                  </a:lnTo>
                  <a:lnTo>
                    <a:pt x="73655" y="7142"/>
                  </a:lnTo>
                  <a:lnTo>
                    <a:pt x="72568" y="7203"/>
                  </a:lnTo>
                  <a:lnTo>
                    <a:pt x="71478" y="7249"/>
                  </a:lnTo>
                  <a:lnTo>
                    <a:pt x="70387" y="7279"/>
                  </a:lnTo>
                  <a:lnTo>
                    <a:pt x="69295" y="7297"/>
                  </a:lnTo>
                  <a:lnTo>
                    <a:pt x="68204" y="7304"/>
                  </a:lnTo>
                  <a:lnTo>
                    <a:pt x="67115" y="7300"/>
                  </a:lnTo>
                  <a:lnTo>
                    <a:pt x="66029" y="7288"/>
                  </a:lnTo>
                  <a:lnTo>
                    <a:pt x="64949" y="7270"/>
                  </a:lnTo>
                  <a:lnTo>
                    <a:pt x="63874" y="7246"/>
                  </a:lnTo>
                  <a:lnTo>
                    <a:pt x="62807" y="7218"/>
                  </a:lnTo>
                  <a:lnTo>
                    <a:pt x="61750" y="7188"/>
                  </a:lnTo>
                  <a:lnTo>
                    <a:pt x="60702" y="7158"/>
                  </a:lnTo>
                  <a:lnTo>
                    <a:pt x="59666" y="7128"/>
                  </a:lnTo>
                  <a:lnTo>
                    <a:pt x="58643" y="7101"/>
                  </a:lnTo>
                  <a:lnTo>
                    <a:pt x="57634" y="7077"/>
                  </a:lnTo>
                  <a:lnTo>
                    <a:pt x="56641" y="7059"/>
                  </a:lnTo>
                  <a:lnTo>
                    <a:pt x="55664" y="7048"/>
                  </a:lnTo>
                  <a:lnTo>
                    <a:pt x="54706" y="7045"/>
                  </a:lnTo>
                  <a:lnTo>
                    <a:pt x="53611" y="7044"/>
                  </a:lnTo>
                  <a:lnTo>
                    <a:pt x="52515" y="7043"/>
                  </a:lnTo>
                  <a:lnTo>
                    <a:pt x="51419" y="7041"/>
                  </a:lnTo>
                  <a:lnTo>
                    <a:pt x="50323" y="7038"/>
                  </a:lnTo>
                  <a:lnTo>
                    <a:pt x="49227" y="7035"/>
                  </a:lnTo>
                  <a:lnTo>
                    <a:pt x="48131" y="7032"/>
                  </a:lnTo>
                  <a:lnTo>
                    <a:pt x="47035" y="7028"/>
                  </a:lnTo>
                  <a:lnTo>
                    <a:pt x="45939" y="7025"/>
                  </a:lnTo>
                  <a:lnTo>
                    <a:pt x="44843" y="7021"/>
                  </a:lnTo>
                  <a:lnTo>
                    <a:pt x="43747" y="7016"/>
                  </a:lnTo>
                  <a:lnTo>
                    <a:pt x="42652" y="7012"/>
                  </a:lnTo>
                  <a:lnTo>
                    <a:pt x="41556" y="7008"/>
                  </a:lnTo>
                  <a:lnTo>
                    <a:pt x="40460" y="7003"/>
                  </a:lnTo>
                  <a:lnTo>
                    <a:pt x="39364" y="6998"/>
                  </a:lnTo>
                  <a:lnTo>
                    <a:pt x="38228" y="6995"/>
                  </a:lnTo>
                  <a:lnTo>
                    <a:pt x="37092" y="6992"/>
                  </a:lnTo>
                  <a:lnTo>
                    <a:pt x="35956" y="6989"/>
                  </a:lnTo>
                  <a:lnTo>
                    <a:pt x="34821" y="6987"/>
                  </a:lnTo>
                  <a:lnTo>
                    <a:pt x="33685" y="6984"/>
                  </a:lnTo>
                  <a:lnTo>
                    <a:pt x="32550" y="6982"/>
                  </a:lnTo>
                  <a:lnTo>
                    <a:pt x="31414" y="6980"/>
                  </a:lnTo>
                  <a:lnTo>
                    <a:pt x="30340" y="6977"/>
                  </a:lnTo>
                  <a:lnTo>
                    <a:pt x="29266" y="6974"/>
                  </a:lnTo>
                  <a:lnTo>
                    <a:pt x="28193" y="6972"/>
                  </a:lnTo>
                  <a:lnTo>
                    <a:pt x="27119" y="6969"/>
                  </a:lnTo>
                  <a:lnTo>
                    <a:pt x="26045" y="6965"/>
                  </a:lnTo>
                  <a:lnTo>
                    <a:pt x="24971" y="6962"/>
                  </a:lnTo>
                  <a:lnTo>
                    <a:pt x="23898" y="6959"/>
                  </a:lnTo>
                  <a:lnTo>
                    <a:pt x="22824" y="6955"/>
                  </a:lnTo>
                  <a:lnTo>
                    <a:pt x="21750" y="6952"/>
                  </a:lnTo>
                  <a:lnTo>
                    <a:pt x="20676" y="6948"/>
                  </a:lnTo>
                  <a:lnTo>
                    <a:pt x="19603" y="6944"/>
                  </a:lnTo>
                  <a:lnTo>
                    <a:pt x="18529" y="6940"/>
                  </a:lnTo>
                  <a:lnTo>
                    <a:pt x="17455" y="6936"/>
                  </a:lnTo>
                  <a:lnTo>
                    <a:pt x="16381" y="6932"/>
                  </a:lnTo>
                  <a:lnTo>
                    <a:pt x="15308" y="6927"/>
                  </a:lnTo>
                  <a:lnTo>
                    <a:pt x="14234" y="6923"/>
                  </a:lnTo>
                  <a:lnTo>
                    <a:pt x="13160" y="6918"/>
                  </a:lnTo>
                  <a:lnTo>
                    <a:pt x="12086" y="6914"/>
                  </a:lnTo>
                  <a:lnTo>
                    <a:pt x="12086" y="5581"/>
                  </a:lnTo>
                  <a:lnTo>
                    <a:pt x="12086" y="4228"/>
                  </a:lnTo>
                  <a:lnTo>
                    <a:pt x="10998" y="4228"/>
                  </a:lnTo>
                  <a:lnTo>
                    <a:pt x="9910" y="4228"/>
                  </a:lnTo>
                  <a:lnTo>
                    <a:pt x="8820" y="4228"/>
                  </a:lnTo>
                  <a:lnTo>
                    <a:pt x="7729" y="4228"/>
                  </a:lnTo>
                  <a:lnTo>
                    <a:pt x="6636" y="4228"/>
                  </a:lnTo>
                  <a:lnTo>
                    <a:pt x="5540" y="4228"/>
                  </a:lnTo>
                  <a:lnTo>
                    <a:pt x="4441" y="4228"/>
                  </a:lnTo>
                  <a:lnTo>
                    <a:pt x="3338" y="4228"/>
                  </a:lnTo>
                  <a:lnTo>
                    <a:pt x="2230" y="4228"/>
                  </a:lnTo>
                  <a:lnTo>
                    <a:pt x="1118" y="4228"/>
                  </a:lnTo>
                  <a:lnTo>
                    <a:pt x="0" y="4228"/>
                  </a:lnTo>
                  <a:lnTo>
                    <a:pt x="0" y="3562"/>
                  </a:lnTo>
                  <a:lnTo>
                    <a:pt x="0" y="2885"/>
                  </a:lnTo>
                  <a:lnTo>
                    <a:pt x="516" y="2890"/>
                  </a:lnTo>
                  <a:lnTo>
                    <a:pt x="1183" y="2896"/>
                  </a:lnTo>
                  <a:lnTo>
                    <a:pt x="2448" y="2907"/>
                  </a:lnTo>
                  <a:lnTo>
                    <a:pt x="4757" y="2928"/>
                  </a:lnTo>
                  <a:lnTo>
                    <a:pt x="5800" y="2936"/>
                  </a:lnTo>
                  <a:lnTo>
                    <a:pt x="6843" y="2944"/>
                  </a:lnTo>
                  <a:lnTo>
                    <a:pt x="7886" y="2952"/>
                  </a:lnTo>
                  <a:lnTo>
                    <a:pt x="8929" y="2959"/>
                  </a:lnTo>
                  <a:lnTo>
                    <a:pt x="9972" y="2967"/>
                  </a:lnTo>
                  <a:lnTo>
                    <a:pt x="11016" y="2973"/>
                  </a:lnTo>
                  <a:lnTo>
                    <a:pt x="12059" y="2980"/>
                  </a:lnTo>
                  <a:lnTo>
                    <a:pt x="13102" y="2986"/>
                  </a:lnTo>
                  <a:lnTo>
                    <a:pt x="14145" y="2992"/>
                  </a:lnTo>
                  <a:lnTo>
                    <a:pt x="15188" y="2998"/>
                  </a:lnTo>
                  <a:lnTo>
                    <a:pt x="16232" y="3003"/>
                  </a:lnTo>
                  <a:lnTo>
                    <a:pt x="17275" y="3009"/>
                  </a:lnTo>
                  <a:lnTo>
                    <a:pt x="18318" y="3014"/>
                  </a:lnTo>
                  <a:lnTo>
                    <a:pt x="19361" y="3019"/>
                  </a:lnTo>
                  <a:lnTo>
                    <a:pt x="20404" y="3024"/>
                  </a:lnTo>
                  <a:lnTo>
                    <a:pt x="21447" y="3028"/>
                  </a:lnTo>
                  <a:lnTo>
                    <a:pt x="22491" y="3033"/>
                  </a:lnTo>
                  <a:lnTo>
                    <a:pt x="23580" y="3039"/>
                  </a:lnTo>
                  <a:lnTo>
                    <a:pt x="24670" y="3045"/>
                  </a:lnTo>
                  <a:lnTo>
                    <a:pt x="25759" y="3053"/>
                  </a:lnTo>
                  <a:lnTo>
                    <a:pt x="26849" y="3060"/>
                  </a:lnTo>
                  <a:lnTo>
                    <a:pt x="27938" y="3069"/>
                  </a:lnTo>
                  <a:lnTo>
                    <a:pt x="29027" y="3078"/>
                  </a:lnTo>
                  <a:lnTo>
                    <a:pt x="30117" y="3088"/>
                  </a:lnTo>
                  <a:lnTo>
                    <a:pt x="31184" y="3097"/>
                  </a:lnTo>
                  <a:lnTo>
                    <a:pt x="32249" y="3104"/>
                  </a:lnTo>
                  <a:lnTo>
                    <a:pt x="33311" y="3110"/>
                  </a:lnTo>
                  <a:lnTo>
                    <a:pt x="34372" y="3114"/>
                  </a:lnTo>
                  <a:lnTo>
                    <a:pt x="35431" y="3116"/>
                  </a:lnTo>
                  <a:lnTo>
                    <a:pt x="36489" y="3116"/>
                  </a:lnTo>
                  <a:lnTo>
                    <a:pt x="37545" y="3114"/>
                  </a:lnTo>
                  <a:lnTo>
                    <a:pt x="38599" y="3109"/>
                  </a:lnTo>
                  <a:lnTo>
                    <a:pt x="39652" y="3101"/>
                  </a:lnTo>
                  <a:lnTo>
                    <a:pt x="40703" y="3090"/>
                  </a:lnTo>
                  <a:lnTo>
                    <a:pt x="41753" y="3077"/>
                  </a:lnTo>
                  <a:lnTo>
                    <a:pt x="42803" y="3059"/>
                  </a:lnTo>
                  <a:lnTo>
                    <a:pt x="43851" y="3039"/>
                  </a:lnTo>
                  <a:lnTo>
                    <a:pt x="44898" y="3014"/>
                  </a:lnTo>
                  <a:lnTo>
                    <a:pt x="45944" y="2986"/>
                  </a:lnTo>
                  <a:lnTo>
                    <a:pt x="46990" y="2953"/>
                  </a:lnTo>
                  <a:lnTo>
                    <a:pt x="48035" y="2916"/>
                  </a:lnTo>
                  <a:lnTo>
                    <a:pt x="49079" y="2875"/>
                  </a:lnTo>
                  <a:lnTo>
                    <a:pt x="50124" y="2829"/>
                  </a:lnTo>
                  <a:lnTo>
                    <a:pt x="51167" y="2778"/>
                  </a:lnTo>
                  <a:lnTo>
                    <a:pt x="52211" y="2722"/>
                  </a:lnTo>
                  <a:lnTo>
                    <a:pt x="53254" y="2661"/>
                  </a:lnTo>
                  <a:lnTo>
                    <a:pt x="54298" y="2594"/>
                  </a:lnTo>
                  <a:lnTo>
                    <a:pt x="55341" y="2522"/>
                  </a:lnTo>
                  <a:lnTo>
                    <a:pt x="56385" y="2443"/>
                  </a:lnTo>
                  <a:lnTo>
                    <a:pt x="57428" y="2359"/>
                  </a:lnTo>
                  <a:lnTo>
                    <a:pt x="58473" y="2268"/>
                  </a:lnTo>
                  <a:lnTo>
                    <a:pt x="59517" y="2171"/>
                  </a:lnTo>
                  <a:lnTo>
                    <a:pt x="60563" y="2068"/>
                  </a:lnTo>
                  <a:lnTo>
                    <a:pt x="61608" y="1957"/>
                  </a:lnTo>
                  <a:lnTo>
                    <a:pt x="62655" y="1839"/>
                  </a:lnTo>
                  <a:lnTo>
                    <a:pt x="63703" y="1715"/>
                  </a:lnTo>
                  <a:lnTo>
                    <a:pt x="64751" y="1583"/>
                  </a:lnTo>
                  <a:lnTo>
                    <a:pt x="65801" y="1443"/>
                  </a:lnTo>
                  <a:lnTo>
                    <a:pt x="66851" y="1295"/>
                  </a:lnTo>
                  <a:lnTo>
                    <a:pt x="67903" y="1140"/>
                  </a:lnTo>
                  <a:lnTo>
                    <a:pt x="68957" y="976"/>
                  </a:lnTo>
                  <a:lnTo>
                    <a:pt x="70011" y="804"/>
                  </a:lnTo>
                  <a:lnTo>
                    <a:pt x="71136" y="638"/>
                  </a:lnTo>
                  <a:lnTo>
                    <a:pt x="72251" y="494"/>
                  </a:lnTo>
                  <a:lnTo>
                    <a:pt x="73358" y="372"/>
                  </a:lnTo>
                  <a:lnTo>
                    <a:pt x="74460" y="269"/>
                  </a:lnTo>
                  <a:lnTo>
                    <a:pt x="75558" y="185"/>
                  </a:lnTo>
                  <a:lnTo>
                    <a:pt x="76654" y="118"/>
                  </a:lnTo>
                  <a:lnTo>
                    <a:pt x="77751" y="68"/>
                  </a:lnTo>
                  <a:lnTo>
                    <a:pt x="78849" y="32"/>
                  </a:lnTo>
                  <a:lnTo>
                    <a:pt x="79951" y="10"/>
                  </a:lnTo>
                  <a:lnTo>
                    <a:pt x="81058" y="0"/>
                  </a:lnTo>
                  <a:lnTo>
                    <a:pt x="82173" y="1"/>
                  </a:lnTo>
                  <a:lnTo>
                    <a:pt x="83298" y="12"/>
                  </a:lnTo>
                  <a:lnTo>
                    <a:pt x="84434" y="31"/>
                  </a:lnTo>
                  <a:close/>
                </a:path>
              </a:pathLst>
            </a:custGeom>
            <a:solidFill>
              <a:srgbClr val="46464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1" name="region 149 #606060"/>
            <p:cNvSpPr/>
            <p:nvPr/>
          </p:nvSpPr>
          <p:spPr>
            <a:xfrm>
              <a:off x="2562220" y="935989"/>
              <a:ext cx="57744" cy="26321"/>
            </a:xfrm>
            <a:custGeom>
              <a:avLst/>
              <a:gdLst/>
              <a:ahLst/>
              <a:cxnLst/>
              <a:rect l="l" t="t" r="r" b="b"/>
              <a:pathLst>
                <a:path w="57744" h="26321">
                  <a:moveTo>
                    <a:pt x="2686" y="0"/>
                  </a:moveTo>
                  <a:lnTo>
                    <a:pt x="3750" y="532"/>
                  </a:lnTo>
                  <a:lnTo>
                    <a:pt x="4817" y="1065"/>
                  </a:lnTo>
                  <a:lnTo>
                    <a:pt x="5888" y="1601"/>
                  </a:lnTo>
                  <a:lnTo>
                    <a:pt x="6968" y="2141"/>
                  </a:lnTo>
                  <a:lnTo>
                    <a:pt x="8057" y="2686"/>
                  </a:lnTo>
                  <a:lnTo>
                    <a:pt x="8057" y="4019"/>
                  </a:lnTo>
                  <a:lnTo>
                    <a:pt x="8057" y="5371"/>
                  </a:lnTo>
                  <a:lnTo>
                    <a:pt x="9121" y="5504"/>
                  </a:lnTo>
                  <a:lnTo>
                    <a:pt x="10185" y="5637"/>
                  </a:lnTo>
                  <a:lnTo>
                    <a:pt x="11251" y="5771"/>
                  </a:lnTo>
                  <a:lnTo>
                    <a:pt x="12319" y="5904"/>
                  </a:lnTo>
                  <a:lnTo>
                    <a:pt x="13389" y="6038"/>
                  </a:lnTo>
                  <a:lnTo>
                    <a:pt x="14462" y="6172"/>
                  </a:lnTo>
                  <a:lnTo>
                    <a:pt x="15539" y="6307"/>
                  </a:lnTo>
                  <a:lnTo>
                    <a:pt x="16621" y="6442"/>
                  </a:lnTo>
                  <a:lnTo>
                    <a:pt x="17708" y="6578"/>
                  </a:lnTo>
                  <a:lnTo>
                    <a:pt x="18801" y="6714"/>
                  </a:lnTo>
                  <a:lnTo>
                    <a:pt x="19133" y="7712"/>
                  </a:lnTo>
                  <a:lnTo>
                    <a:pt x="19467" y="8714"/>
                  </a:lnTo>
                  <a:lnTo>
                    <a:pt x="19803" y="9723"/>
                  </a:lnTo>
                  <a:lnTo>
                    <a:pt x="20143" y="10743"/>
                  </a:lnTo>
                  <a:lnTo>
                    <a:pt x="21182" y="10868"/>
                  </a:lnTo>
                  <a:lnTo>
                    <a:pt x="22226" y="10993"/>
                  </a:lnTo>
                  <a:lnTo>
                    <a:pt x="23277" y="11119"/>
                  </a:lnTo>
                  <a:lnTo>
                    <a:pt x="24340" y="11247"/>
                  </a:lnTo>
                  <a:lnTo>
                    <a:pt x="25438" y="11433"/>
                  </a:lnTo>
                  <a:lnTo>
                    <a:pt x="26520" y="11635"/>
                  </a:lnTo>
                  <a:lnTo>
                    <a:pt x="27588" y="11853"/>
                  </a:lnTo>
                  <a:lnTo>
                    <a:pt x="28644" y="12087"/>
                  </a:lnTo>
                  <a:lnTo>
                    <a:pt x="29688" y="12337"/>
                  </a:lnTo>
                  <a:lnTo>
                    <a:pt x="30723" y="12603"/>
                  </a:lnTo>
                  <a:lnTo>
                    <a:pt x="31750" y="12886"/>
                  </a:lnTo>
                  <a:lnTo>
                    <a:pt x="32770" y="13186"/>
                  </a:lnTo>
                  <a:lnTo>
                    <a:pt x="33785" y="13502"/>
                  </a:lnTo>
                  <a:lnTo>
                    <a:pt x="34796" y="13835"/>
                  </a:lnTo>
                  <a:lnTo>
                    <a:pt x="35805" y="14186"/>
                  </a:lnTo>
                  <a:lnTo>
                    <a:pt x="36814" y="14553"/>
                  </a:lnTo>
                  <a:lnTo>
                    <a:pt x="37824" y="14938"/>
                  </a:lnTo>
                  <a:lnTo>
                    <a:pt x="38836" y="15340"/>
                  </a:lnTo>
                  <a:lnTo>
                    <a:pt x="39853" y="15760"/>
                  </a:lnTo>
                  <a:lnTo>
                    <a:pt x="40875" y="16198"/>
                  </a:lnTo>
                  <a:lnTo>
                    <a:pt x="42020" y="16615"/>
                  </a:lnTo>
                  <a:lnTo>
                    <a:pt x="42943" y="16936"/>
                  </a:lnTo>
                  <a:lnTo>
                    <a:pt x="43741" y="17185"/>
                  </a:lnTo>
                  <a:lnTo>
                    <a:pt x="44515" y="17384"/>
                  </a:lnTo>
                  <a:lnTo>
                    <a:pt x="45363" y="17555"/>
                  </a:lnTo>
                  <a:lnTo>
                    <a:pt x="46386" y="17721"/>
                  </a:lnTo>
                  <a:lnTo>
                    <a:pt x="47682" y="17905"/>
                  </a:lnTo>
                  <a:lnTo>
                    <a:pt x="49351" y="18129"/>
                  </a:lnTo>
                  <a:lnTo>
                    <a:pt x="50432" y="18295"/>
                  </a:lnTo>
                  <a:lnTo>
                    <a:pt x="51517" y="18462"/>
                  </a:lnTo>
                  <a:lnTo>
                    <a:pt x="52610" y="18630"/>
                  </a:lnTo>
                  <a:lnTo>
                    <a:pt x="53716" y="18800"/>
                  </a:lnTo>
                  <a:lnTo>
                    <a:pt x="54050" y="19468"/>
                  </a:lnTo>
                  <a:lnTo>
                    <a:pt x="55058" y="21486"/>
                  </a:lnTo>
                  <a:lnTo>
                    <a:pt x="54061" y="21819"/>
                  </a:lnTo>
                  <a:lnTo>
                    <a:pt x="53059" y="22152"/>
                  </a:lnTo>
                  <a:lnTo>
                    <a:pt x="52050" y="22489"/>
                  </a:lnTo>
                  <a:lnTo>
                    <a:pt x="51030" y="22829"/>
                  </a:lnTo>
                  <a:lnTo>
                    <a:pt x="51522" y="23026"/>
                  </a:lnTo>
                  <a:lnTo>
                    <a:pt x="52017" y="23224"/>
                  </a:lnTo>
                  <a:lnTo>
                    <a:pt x="52700" y="23497"/>
                  </a:lnTo>
                  <a:lnTo>
                    <a:pt x="53758" y="23920"/>
                  </a:lnTo>
                  <a:lnTo>
                    <a:pt x="55377" y="24568"/>
                  </a:lnTo>
                  <a:lnTo>
                    <a:pt x="57744" y="25515"/>
                  </a:lnTo>
                  <a:lnTo>
                    <a:pt x="56519" y="25883"/>
                  </a:lnTo>
                  <a:lnTo>
                    <a:pt x="55410" y="26135"/>
                  </a:lnTo>
                  <a:lnTo>
                    <a:pt x="54393" y="26278"/>
                  </a:lnTo>
                  <a:lnTo>
                    <a:pt x="53445" y="26321"/>
                  </a:lnTo>
                  <a:lnTo>
                    <a:pt x="52545" y="26275"/>
                  </a:lnTo>
                  <a:lnTo>
                    <a:pt x="51669" y="26147"/>
                  </a:lnTo>
                  <a:lnTo>
                    <a:pt x="50795" y="25947"/>
                  </a:lnTo>
                  <a:lnTo>
                    <a:pt x="49901" y="25683"/>
                  </a:lnTo>
                  <a:lnTo>
                    <a:pt x="48962" y="25365"/>
                  </a:lnTo>
                  <a:lnTo>
                    <a:pt x="47957" y="25001"/>
                  </a:lnTo>
                  <a:lnTo>
                    <a:pt x="46864" y="24600"/>
                  </a:lnTo>
                  <a:lnTo>
                    <a:pt x="45658" y="24172"/>
                  </a:lnTo>
                  <a:lnTo>
                    <a:pt x="45185" y="24117"/>
                  </a:lnTo>
                  <a:lnTo>
                    <a:pt x="44573" y="24046"/>
                  </a:lnTo>
                  <a:lnTo>
                    <a:pt x="43412" y="23913"/>
                  </a:lnTo>
                  <a:lnTo>
                    <a:pt x="41294" y="23668"/>
                  </a:lnTo>
                  <a:lnTo>
                    <a:pt x="40202" y="23472"/>
                  </a:lnTo>
                  <a:lnTo>
                    <a:pt x="39124" y="23253"/>
                  </a:lnTo>
                  <a:lnTo>
                    <a:pt x="38059" y="23010"/>
                  </a:lnTo>
                  <a:lnTo>
                    <a:pt x="37007" y="22746"/>
                  </a:lnTo>
                  <a:lnTo>
                    <a:pt x="35965" y="22461"/>
                  </a:lnTo>
                  <a:lnTo>
                    <a:pt x="34933" y="22157"/>
                  </a:lnTo>
                  <a:lnTo>
                    <a:pt x="33909" y="21835"/>
                  </a:lnTo>
                  <a:lnTo>
                    <a:pt x="32892" y="21497"/>
                  </a:lnTo>
                  <a:lnTo>
                    <a:pt x="31880" y="21142"/>
                  </a:lnTo>
                  <a:lnTo>
                    <a:pt x="30873" y="20774"/>
                  </a:lnTo>
                  <a:lnTo>
                    <a:pt x="29870" y="20392"/>
                  </a:lnTo>
                  <a:lnTo>
                    <a:pt x="28868" y="19999"/>
                  </a:lnTo>
                  <a:lnTo>
                    <a:pt x="27867" y="19595"/>
                  </a:lnTo>
                  <a:lnTo>
                    <a:pt x="26865" y="19181"/>
                  </a:lnTo>
                  <a:lnTo>
                    <a:pt x="25862" y="18760"/>
                  </a:lnTo>
                  <a:lnTo>
                    <a:pt x="24856" y="18331"/>
                  </a:lnTo>
                  <a:lnTo>
                    <a:pt x="23845" y="17896"/>
                  </a:lnTo>
                  <a:lnTo>
                    <a:pt x="22829" y="17457"/>
                  </a:lnTo>
                  <a:lnTo>
                    <a:pt x="22829" y="16125"/>
                  </a:lnTo>
                  <a:lnTo>
                    <a:pt x="22829" y="14772"/>
                  </a:lnTo>
                  <a:lnTo>
                    <a:pt x="21788" y="14522"/>
                  </a:lnTo>
                  <a:lnTo>
                    <a:pt x="20732" y="14268"/>
                  </a:lnTo>
                  <a:lnTo>
                    <a:pt x="19670" y="13993"/>
                  </a:lnTo>
                  <a:lnTo>
                    <a:pt x="18610" y="13713"/>
                  </a:lnTo>
                  <a:lnTo>
                    <a:pt x="17551" y="13429"/>
                  </a:lnTo>
                  <a:lnTo>
                    <a:pt x="16493" y="13140"/>
                  </a:lnTo>
                  <a:lnTo>
                    <a:pt x="15437" y="12848"/>
                  </a:lnTo>
                  <a:lnTo>
                    <a:pt x="14381" y="12553"/>
                  </a:lnTo>
                  <a:lnTo>
                    <a:pt x="13327" y="12255"/>
                  </a:lnTo>
                  <a:lnTo>
                    <a:pt x="12272" y="11955"/>
                  </a:lnTo>
                  <a:lnTo>
                    <a:pt x="11218" y="11653"/>
                  </a:lnTo>
                  <a:lnTo>
                    <a:pt x="10165" y="11350"/>
                  </a:lnTo>
                  <a:lnTo>
                    <a:pt x="9111" y="11047"/>
                  </a:lnTo>
                  <a:lnTo>
                    <a:pt x="8057" y="10743"/>
                  </a:lnTo>
                  <a:lnTo>
                    <a:pt x="8057" y="9410"/>
                  </a:lnTo>
                  <a:lnTo>
                    <a:pt x="8057" y="8057"/>
                  </a:lnTo>
                  <a:lnTo>
                    <a:pt x="7576" y="7983"/>
                  </a:lnTo>
                  <a:lnTo>
                    <a:pt x="6728" y="7853"/>
                  </a:lnTo>
                  <a:lnTo>
                    <a:pt x="4784" y="7554"/>
                  </a:lnTo>
                  <a:lnTo>
                    <a:pt x="3647" y="7276"/>
                  </a:lnTo>
                  <a:lnTo>
                    <a:pt x="2503" y="6997"/>
                  </a:lnTo>
                  <a:lnTo>
                    <a:pt x="1343" y="6714"/>
                  </a:lnTo>
                  <a:lnTo>
                    <a:pt x="677" y="5382"/>
                  </a:lnTo>
                  <a:lnTo>
                    <a:pt x="0" y="4029"/>
                  </a:lnTo>
                  <a:lnTo>
                    <a:pt x="1064" y="4029"/>
                  </a:lnTo>
                  <a:lnTo>
                    <a:pt x="2131" y="4029"/>
                  </a:lnTo>
                  <a:lnTo>
                    <a:pt x="3202" y="4029"/>
                  </a:lnTo>
                  <a:lnTo>
                    <a:pt x="4282" y="4029"/>
                  </a:lnTo>
                  <a:lnTo>
                    <a:pt x="5372" y="4029"/>
                  </a:lnTo>
                  <a:lnTo>
                    <a:pt x="4707" y="3031"/>
                  </a:lnTo>
                  <a:lnTo>
                    <a:pt x="4039" y="2029"/>
                  </a:lnTo>
                  <a:lnTo>
                    <a:pt x="3366" y="1020"/>
                  </a:lnTo>
                  <a:lnTo>
                    <a:pt x="2686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2" name="region 150 #430E13"/>
            <p:cNvSpPr/>
            <p:nvPr/>
          </p:nvSpPr>
          <p:spPr>
            <a:xfrm>
              <a:off x="1467771" y="796329"/>
              <a:ext cx="36257" cy="26858"/>
            </a:xfrm>
            <a:custGeom>
              <a:avLst/>
              <a:gdLst/>
              <a:ahLst/>
              <a:cxnLst/>
              <a:rect l="l" t="t" r="r" b="b"/>
              <a:pathLst>
                <a:path w="36257" h="26858">
                  <a:moveTo>
                    <a:pt x="18800" y="0"/>
                  </a:moveTo>
                  <a:lnTo>
                    <a:pt x="19942" y="367"/>
                  </a:lnTo>
                  <a:lnTo>
                    <a:pt x="21084" y="735"/>
                  </a:lnTo>
                  <a:lnTo>
                    <a:pt x="22225" y="1105"/>
                  </a:lnTo>
                  <a:lnTo>
                    <a:pt x="23366" y="1475"/>
                  </a:lnTo>
                  <a:lnTo>
                    <a:pt x="24507" y="1847"/>
                  </a:lnTo>
                  <a:lnTo>
                    <a:pt x="24979" y="2000"/>
                  </a:lnTo>
                  <a:lnTo>
                    <a:pt x="25811" y="2269"/>
                  </a:lnTo>
                  <a:lnTo>
                    <a:pt x="27718" y="2885"/>
                  </a:lnTo>
                  <a:lnTo>
                    <a:pt x="28705" y="3252"/>
                  </a:lnTo>
                  <a:lnTo>
                    <a:pt x="29677" y="3633"/>
                  </a:lnTo>
                  <a:lnTo>
                    <a:pt x="30636" y="4028"/>
                  </a:lnTo>
                  <a:lnTo>
                    <a:pt x="31584" y="4438"/>
                  </a:lnTo>
                  <a:lnTo>
                    <a:pt x="32525" y="4863"/>
                  </a:lnTo>
                  <a:lnTo>
                    <a:pt x="33459" y="5303"/>
                  </a:lnTo>
                  <a:lnTo>
                    <a:pt x="34392" y="5758"/>
                  </a:lnTo>
                  <a:lnTo>
                    <a:pt x="35323" y="6229"/>
                  </a:lnTo>
                  <a:lnTo>
                    <a:pt x="36257" y="6715"/>
                  </a:lnTo>
                  <a:lnTo>
                    <a:pt x="36257" y="8047"/>
                  </a:lnTo>
                  <a:lnTo>
                    <a:pt x="36257" y="9400"/>
                  </a:lnTo>
                  <a:lnTo>
                    <a:pt x="35285" y="9918"/>
                  </a:lnTo>
                  <a:lnTo>
                    <a:pt x="34325" y="10395"/>
                  </a:lnTo>
                  <a:lnTo>
                    <a:pt x="33372" y="10835"/>
                  </a:lnTo>
                  <a:lnTo>
                    <a:pt x="32423" y="11240"/>
                  </a:lnTo>
                  <a:lnTo>
                    <a:pt x="31472" y="11613"/>
                  </a:lnTo>
                  <a:lnTo>
                    <a:pt x="30516" y="11955"/>
                  </a:lnTo>
                  <a:lnTo>
                    <a:pt x="29551" y="12270"/>
                  </a:lnTo>
                  <a:lnTo>
                    <a:pt x="28571" y="12559"/>
                  </a:lnTo>
                  <a:lnTo>
                    <a:pt x="27573" y="12826"/>
                  </a:lnTo>
                  <a:lnTo>
                    <a:pt x="26552" y="13072"/>
                  </a:lnTo>
                  <a:lnTo>
                    <a:pt x="25504" y="13300"/>
                  </a:lnTo>
                  <a:lnTo>
                    <a:pt x="24424" y="13512"/>
                  </a:lnTo>
                  <a:lnTo>
                    <a:pt x="23253" y="13733"/>
                  </a:lnTo>
                  <a:lnTo>
                    <a:pt x="22076" y="13955"/>
                  </a:lnTo>
                  <a:lnTo>
                    <a:pt x="20883" y="14180"/>
                  </a:lnTo>
                  <a:lnTo>
                    <a:pt x="19816" y="14362"/>
                  </a:lnTo>
                  <a:lnTo>
                    <a:pt x="18749" y="14540"/>
                  </a:lnTo>
                  <a:lnTo>
                    <a:pt x="17682" y="14714"/>
                  </a:lnTo>
                  <a:lnTo>
                    <a:pt x="16615" y="14885"/>
                  </a:lnTo>
                  <a:lnTo>
                    <a:pt x="15548" y="15051"/>
                  </a:lnTo>
                  <a:lnTo>
                    <a:pt x="14480" y="15214"/>
                  </a:lnTo>
                  <a:lnTo>
                    <a:pt x="13411" y="15373"/>
                  </a:lnTo>
                  <a:lnTo>
                    <a:pt x="12342" y="15528"/>
                  </a:lnTo>
                  <a:lnTo>
                    <a:pt x="11273" y="15680"/>
                  </a:lnTo>
                  <a:lnTo>
                    <a:pt x="10202" y="15828"/>
                  </a:lnTo>
                  <a:lnTo>
                    <a:pt x="9130" y="15973"/>
                  </a:lnTo>
                  <a:lnTo>
                    <a:pt x="8057" y="16115"/>
                  </a:lnTo>
                  <a:lnTo>
                    <a:pt x="8750" y="16891"/>
                  </a:lnTo>
                  <a:lnTo>
                    <a:pt x="9448" y="17673"/>
                  </a:lnTo>
                  <a:lnTo>
                    <a:pt x="10154" y="18465"/>
                  </a:lnTo>
                  <a:lnTo>
                    <a:pt x="10966" y="19752"/>
                  </a:lnTo>
                  <a:lnTo>
                    <a:pt x="11498" y="20703"/>
                  </a:lnTo>
                  <a:lnTo>
                    <a:pt x="11792" y="21486"/>
                  </a:lnTo>
                  <a:lnTo>
                    <a:pt x="11890" y="22270"/>
                  </a:lnTo>
                  <a:lnTo>
                    <a:pt x="11834" y="23221"/>
                  </a:lnTo>
                  <a:lnTo>
                    <a:pt x="11667" y="24508"/>
                  </a:lnTo>
                  <a:lnTo>
                    <a:pt x="11208" y="25674"/>
                  </a:lnTo>
                  <a:lnTo>
                    <a:pt x="10743" y="26858"/>
                  </a:lnTo>
                  <a:lnTo>
                    <a:pt x="9966" y="25832"/>
                  </a:lnTo>
                  <a:lnTo>
                    <a:pt x="9185" y="24799"/>
                  </a:lnTo>
                  <a:lnTo>
                    <a:pt x="8393" y="23753"/>
                  </a:lnTo>
                  <a:lnTo>
                    <a:pt x="7389" y="22557"/>
                  </a:lnTo>
                  <a:lnTo>
                    <a:pt x="6599" y="21632"/>
                  </a:lnTo>
                  <a:lnTo>
                    <a:pt x="5949" y="20910"/>
                  </a:lnTo>
                  <a:lnTo>
                    <a:pt x="5371" y="20322"/>
                  </a:lnTo>
                  <a:lnTo>
                    <a:pt x="4793" y="19801"/>
                  </a:lnTo>
                  <a:lnTo>
                    <a:pt x="4144" y="19279"/>
                  </a:lnTo>
                  <a:lnTo>
                    <a:pt x="3353" y="18688"/>
                  </a:lnTo>
                  <a:lnTo>
                    <a:pt x="2350" y="17961"/>
                  </a:lnTo>
                  <a:lnTo>
                    <a:pt x="1183" y="17044"/>
                  </a:lnTo>
                  <a:lnTo>
                    <a:pt x="0" y="16115"/>
                  </a:lnTo>
                  <a:lnTo>
                    <a:pt x="0" y="14784"/>
                  </a:lnTo>
                  <a:lnTo>
                    <a:pt x="0" y="13444"/>
                  </a:lnTo>
                  <a:lnTo>
                    <a:pt x="0" y="12086"/>
                  </a:lnTo>
                  <a:lnTo>
                    <a:pt x="1015" y="11691"/>
                  </a:lnTo>
                  <a:lnTo>
                    <a:pt x="2028" y="11304"/>
                  </a:lnTo>
                  <a:lnTo>
                    <a:pt x="3039" y="10925"/>
                  </a:lnTo>
                  <a:lnTo>
                    <a:pt x="4049" y="10554"/>
                  </a:lnTo>
                  <a:lnTo>
                    <a:pt x="5059" y="10191"/>
                  </a:lnTo>
                  <a:lnTo>
                    <a:pt x="6068" y="9835"/>
                  </a:lnTo>
                  <a:lnTo>
                    <a:pt x="7078" y="9487"/>
                  </a:lnTo>
                  <a:lnTo>
                    <a:pt x="8088" y="9147"/>
                  </a:lnTo>
                  <a:lnTo>
                    <a:pt x="9099" y="8814"/>
                  </a:lnTo>
                  <a:lnTo>
                    <a:pt x="10112" y="8489"/>
                  </a:lnTo>
                  <a:lnTo>
                    <a:pt x="11126" y="8171"/>
                  </a:lnTo>
                  <a:lnTo>
                    <a:pt x="12144" y="7860"/>
                  </a:lnTo>
                  <a:lnTo>
                    <a:pt x="13164" y="7556"/>
                  </a:lnTo>
                  <a:lnTo>
                    <a:pt x="14187" y="7260"/>
                  </a:lnTo>
                  <a:lnTo>
                    <a:pt x="15215" y="6970"/>
                  </a:lnTo>
                  <a:lnTo>
                    <a:pt x="16247" y="6687"/>
                  </a:lnTo>
                  <a:lnTo>
                    <a:pt x="17283" y="6411"/>
                  </a:lnTo>
                  <a:lnTo>
                    <a:pt x="18325" y="6141"/>
                  </a:lnTo>
                  <a:lnTo>
                    <a:pt x="19372" y="5878"/>
                  </a:lnTo>
                  <a:lnTo>
                    <a:pt x="20426" y="5622"/>
                  </a:lnTo>
                  <a:lnTo>
                    <a:pt x="21486" y="5372"/>
                  </a:lnTo>
                  <a:lnTo>
                    <a:pt x="20954" y="4308"/>
                  </a:lnTo>
                  <a:lnTo>
                    <a:pt x="20420" y="3241"/>
                  </a:lnTo>
                  <a:lnTo>
                    <a:pt x="19885" y="2169"/>
                  </a:lnTo>
                  <a:lnTo>
                    <a:pt x="19345" y="1090"/>
                  </a:lnTo>
                  <a:lnTo>
                    <a:pt x="18800" y="0"/>
                  </a:lnTo>
                  <a:close/>
                </a:path>
              </a:pathLst>
            </a:custGeom>
            <a:solidFill>
              <a:srgbClr val="430E13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3" name="region 151 #707674"/>
            <p:cNvSpPr/>
            <p:nvPr/>
          </p:nvSpPr>
          <p:spPr>
            <a:xfrm>
              <a:off x="1790062" y="739500"/>
              <a:ext cx="76544" cy="7215"/>
            </a:xfrm>
            <a:custGeom>
              <a:avLst/>
              <a:gdLst/>
              <a:ahLst/>
              <a:cxnLst/>
              <a:rect l="l" t="t" r="r" b="b"/>
              <a:pathLst>
                <a:path w="76544" h="7215">
                  <a:moveTo>
                    <a:pt x="22174" y="155"/>
                  </a:moveTo>
                  <a:lnTo>
                    <a:pt x="22657" y="152"/>
                  </a:lnTo>
                  <a:lnTo>
                    <a:pt x="23511" y="146"/>
                  </a:lnTo>
                  <a:lnTo>
                    <a:pt x="25465" y="132"/>
                  </a:lnTo>
                  <a:lnTo>
                    <a:pt x="26611" y="126"/>
                  </a:lnTo>
                  <a:lnTo>
                    <a:pt x="27758" y="121"/>
                  </a:lnTo>
                  <a:lnTo>
                    <a:pt x="28904" y="116"/>
                  </a:lnTo>
                  <a:lnTo>
                    <a:pt x="30050" y="112"/>
                  </a:lnTo>
                  <a:lnTo>
                    <a:pt x="31196" y="108"/>
                  </a:lnTo>
                  <a:lnTo>
                    <a:pt x="32342" y="106"/>
                  </a:lnTo>
                  <a:lnTo>
                    <a:pt x="33496" y="100"/>
                  </a:lnTo>
                  <a:lnTo>
                    <a:pt x="34651" y="93"/>
                  </a:lnTo>
                  <a:lnTo>
                    <a:pt x="35805" y="84"/>
                  </a:lnTo>
                  <a:lnTo>
                    <a:pt x="36959" y="73"/>
                  </a:lnTo>
                  <a:lnTo>
                    <a:pt x="38113" y="62"/>
                  </a:lnTo>
                  <a:lnTo>
                    <a:pt x="39267" y="49"/>
                  </a:lnTo>
                  <a:lnTo>
                    <a:pt x="40421" y="36"/>
                  </a:lnTo>
                  <a:lnTo>
                    <a:pt x="41575" y="23"/>
                  </a:lnTo>
                  <a:lnTo>
                    <a:pt x="42729" y="9"/>
                  </a:lnTo>
                  <a:lnTo>
                    <a:pt x="43836" y="3"/>
                  </a:lnTo>
                  <a:lnTo>
                    <a:pt x="44937" y="0"/>
                  </a:lnTo>
                  <a:lnTo>
                    <a:pt x="46032" y="1"/>
                  </a:lnTo>
                  <a:lnTo>
                    <a:pt x="47121" y="6"/>
                  </a:lnTo>
                  <a:lnTo>
                    <a:pt x="48204" y="15"/>
                  </a:lnTo>
                  <a:lnTo>
                    <a:pt x="49283" y="30"/>
                  </a:lnTo>
                  <a:lnTo>
                    <a:pt x="50357" y="52"/>
                  </a:lnTo>
                  <a:lnTo>
                    <a:pt x="51426" y="79"/>
                  </a:lnTo>
                  <a:lnTo>
                    <a:pt x="52491" y="115"/>
                  </a:lnTo>
                  <a:lnTo>
                    <a:pt x="53553" y="158"/>
                  </a:lnTo>
                  <a:lnTo>
                    <a:pt x="54611" y="210"/>
                  </a:lnTo>
                  <a:lnTo>
                    <a:pt x="55665" y="271"/>
                  </a:lnTo>
                  <a:lnTo>
                    <a:pt x="56717" y="343"/>
                  </a:lnTo>
                  <a:lnTo>
                    <a:pt x="57766" y="425"/>
                  </a:lnTo>
                  <a:lnTo>
                    <a:pt x="58813" y="518"/>
                  </a:lnTo>
                  <a:lnTo>
                    <a:pt x="59857" y="623"/>
                  </a:lnTo>
                  <a:lnTo>
                    <a:pt x="60900" y="741"/>
                  </a:lnTo>
                  <a:lnTo>
                    <a:pt x="61942" y="872"/>
                  </a:lnTo>
                  <a:lnTo>
                    <a:pt x="62982" y="1017"/>
                  </a:lnTo>
                  <a:lnTo>
                    <a:pt x="64022" y="1176"/>
                  </a:lnTo>
                  <a:lnTo>
                    <a:pt x="65061" y="1351"/>
                  </a:lnTo>
                  <a:lnTo>
                    <a:pt x="66100" y="1541"/>
                  </a:lnTo>
                  <a:lnTo>
                    <a:pt x="67139" y="1748"/>
                  </a:lnTo>
                  <a:lnTo>
                    <a:pt x="68179" y="1972"/>
                  </a:lnTo>
                  <a:lnTo>
                    <a:pt x="69219" y="2213"/>
                  </a:lnTo>
                  <a:lnTo>
                    <a:pt x="70260" y="2473"/>
                  </a:lnTo>
                  <a:lnTo>
                    <a:pt x="71302" y="2753"/>
                  </a:lnTo>
                  <a:lnTo>
                    <a:pt x="72346" y="3051"/>
                  </a:lnTo>
                  <a:lnTo>
                    <a:pt x="73392" y="3370"/>
                  </a:lnTo>
                  <a:lnTo>
                    <a:pt x="74440" y="3711"/>
                  </a:lnTo>
                  <a:lnTo>
                    <a:pt x="75491" y="4072"/>
                  </a:lnTo>
                  <a:lnTo>
                    <a:pt x="76544" y="4456"/>
                  </a:lnTo>
                  <a:lnTo>
                    <a:pt x="76544" y="5789"/>
                  </a:lnTo>
                  <a:lnTo>
                    <a:pt x="76544" y="7142"/>
                  </a:lnTo>
                  <a:lnTo>
                    <a:pt x="74288" y="7183"/>
                  </a:lnTo>
                  <a:lnTo>
                    <a:pt x="72427" y="7209"/>
                  </a:lnTo>
                  <a:lnTo>
                    <a:pt x="70906" y="7215"/>
                  </a:lnTo>
                  <a:lnTo>
                    <a:pt x="69671" y="7194"/>
                  </a:lnTo>
                  <a:lnTo>
                    <a:pt x="68667" y="7141"/>
                  </a:lnTo>
                  <a:lnTo>
                    <a:pt x="67841" y="7049"/>
                  </a:lnTo>
                  <a:lnTo>
                    <a:pt x="67137" y="6913"/>
                  </a:lnTo>
                  <a:lnTo>
                    <a:pt x="66502" y="6726"/>
                  </a:lnTo>
                  <a:lnTo>
                    <a:pt x="65880" y="6482"/>
                  </a:lnTo>
                  <a:lnTo>
                    <a:pt x="65217" y="6175"/>
                  </a:lnTo>
                  <a:lnTo>
                    <a:pt x="64458" y="5799"/>
                  </a:lnTo>
                  <a:lnTo>
                    <a:pt x="63215" y="5737"/>
                  </a:lnTo>
                  <a:lnTo>
                    <a:pt x="61971" y="5692"/>
                  </a:lnTo>
                  <a:lnTo>
                    <a:pt x="60727" y="5664"/>
                  </a:lnTo>
                  <a:lnTo>
                    <a:pt x="59482" y="5650"/>
                  </a:lnTo>
                  <a:lnTo>
                    <a:pt x="58237" y="5648"/>
                  </a:lnTo>
                  <a:lnTo>
                    <a:pt x="56945" y="5648"/>
                  </a:lnTo>
                  <a:lnTo>
                    <a:pt x="55644" y="5648"/>
                  </a:lnTo>
                  <a:lnTo>
                    <a:pt x="54326" y="5648"/>
                  </a:lnTo>
                  <a:lnTo>
                    <a:pt x="53868" y="5649"/>
                  </a:lnTo>
                  <a:lnTo>
                    <a:pt x="53275" y="5652"/>
                  </a:lnTo>
                  <a:lnTo>
                    <a:pt x="52150" y="5658"/>
                  </a:lnTo>
                  <a:lnTo>
                    <a:pt x="50096" y="5668"/>
                  </a:lnTo>
                  <a:lnTo>
                    <a:pt x="49025" y="5670"/>
                  </a:lnTo>
                  <a:lnTo>
                    <a:pt x="47950" y="5671"/>
                  </a:lnTo>
                  <a:lnTo>
                    <a:pt x="46868" y="5673"/>
                  </a:lnTo>
                  <a:lnTo>
                    <a:pt x="45772" y="5674"/>
                  </a:lnTo>
                  <a:lnTo>
                    <a:pt x="44718" y="5676"/>
                  </a:lnTo>
                  <a:lnTo>
                    <a:pt x="43663" y="5678"/>
                  </a:lnTo>
                  <a:lnTo>
                    <a:pt x="42609" y="5681"/>
                  </a:lnTo>
                  <a:lnTo>
                    <a:pt x="41554" y="5683"/>
                  </a:lnTo>
                  <a:lnTo>
                    <a:pt x="40499" y="5686"/>
                  </a:lnTo>
                  <a:lnTo>
                    <a:pt x="39445" y="5690"/>
                  </a:lnTo>
                  <a:lnTo>
                    <a:pt x="38390" y="5693"/>
                  </a:lnTo>
                  <a:lnTo>
                    <a:pt x="37335" y="5697"/>
                  </a:lnTo>
                  <a:lnTo>
                    <a:pt x="36281" y="5700"/>
                  </a:lnTo>
                  <a:lnTo>
                    <a:pt x="35226" y="5704"/>
                  </a:lnTo>
                  <a:lnTo>
                    <a:pt x="34171" y="5708"/>
                  </a:lnTo>
                  <a:lnTo>
                    <a:pt x="33116" y="5712"/>
                  </a:lnTo>
                  <a:lnTo>
                    <a:pt x="32061" y="5716"/>
                  </a:lnTo>
                  <a:lnTo>
                    <a:pt x="30902" y="5719"/>
                  </a:lnTo>
                  <a:lnTo>
                    <a:pt x="29742" y="5721"/>
                  </a:lnTo>
                  <a:lnTo>
                    <a:pt x="28582" y="5723"/>
                  </a:lnTo>
                  <a:lnTo>
                    <a:pt x="27422" y="5725"/>
                  </a:lnTo>
                  <a:lnTo>
                    <a:pt x="26262" y="5727"/>
                  </a:lnTo>
                  <a:lnTo>
                    <a:pt x="25102" y="5730"/>
                  </a:lnTo>
                  <a:lnTo>
                    <a:pt x="23942" y="5732"/>
                  </a:lnTo>
                  <a:lnTo>
                    <a:pt x="22782" y="5734"/>
                  </a:lnTo>
                  <a:lnTo>
                    <a:pt x="21697" y="5736"/>
                  </a:lnTo>
                  <a:lnTo>
                    <a:pt x="20612" y="5738"/>
                  </a:lnTo>
                  <a:lnTo>
                    <a:pt x="19528" y="5740"/>
                  </a:lnTo>
                  <a:lnTo>
                    <a:pt x="18443" y="5743"/>
                  </a:lnTo>
                  <a:lnTo>
                    <a:pt x="17358" y="5745"/>
                  </a:lnTo>
                  <a:lnTo>
                    <a:pt x="16273" y="5748"/>
                  </a:lnTo>
                  <a:lnTo>
                    <a:pt x="15188" y="5751"/>
                  </a:lnTo>
                  <a:lnTo>
                    <a:pt x="14103" y="5754"/>
                  </a:lnTo>
                  <a:lnTo>
                    <a:pt x="13018" y="5757"/>
                  </a:lnTo>
                  <a:lnTo>
                    <a:pt x="11934" y="5760"/>
                  </a:lnTo>
                  <a:lnTo>
                    <a:pt x="10849" y="5763"/>
                  </a:lnTo>
                  <a:lnTo>
                    <a:pt x="9764" y="5766"/>
                  </a:lnTo>
                  <a:lnTo>
                    <a:pt x="8679" y="5770"/>
                  </a:lnTo>
                  <a:lnTo>
                    <a:pt x="7594" y="5773"/>
                  </a:lnTo>
                  <a:lnTo>
                    <a:pt x="6509" y="5777"/>
                  </a:lnTo>
                  <a:lnTo>
                    <a:pt x="5424" y="5780"/>
                  </a:lnTo>
                  <a:lnTo>
                    <a:pt x="4340" y="5784"/>
                  </a:lnTo>
                  <a:lnTo>
                    <a:pt x="3255" y="5788"/>
                  </a:lnTo>
                  <a:lnTo>
                    <a:pt x="2170" y="5791"/>
                  </a:lnTo>
                  <a:lnTo>
                    <a:pt x="1085" y="5795"/>
                  </a:lnTo>
                  <a:lnTo>
                    <a:pt x="0" y="5799"/>
                  </a:lnTo>
                  <a:lnTo>
                    <a:pt x="1333" y="5133"/>
                  </a:lnTo>
                  <a:lnTo>
                    <a:pt x="2686" y="4456"/>
                  </a:lnTo>
                  <a:lnTo>
                    <a:pt x="2686" y="3124"/>
                  </a:lnTo>
                  <a:lnTo>
                    <a:pt x="2686" y="1771"/>
                  </a:lnTo>
                  <a:lnTo>
                    <a:pt x="3770" y="1566"/>
                  </a:lnTo>
                  <a:lnTo>
                    <a:pt x="4851" y="1378"/>
                  </a:lnTo>
                  <a:lnTo>
                    <a:pt x="5931" y="1207"/>
                  </a:lnTo>
                  <a:lnTo>
                    <a:pt x="7009" y="1053"/>
                  </a:lnTo>
                  <a:lnTo>
                    <a:pt x="8086" y="913"/>
                  </a:lnTo>
                  <a:lnTo>
                    <a:pt x="9162" y="789"/>
                  </a:lnTo>
                  <a:lnTo>
                    <a:pt x="10238" y="678"/>
                  </a:lnTo>
                  <a:lnTo>
                    <a:pt x="11314" y="580"/>
                  </a:lnTo>
                  <a:lnTo>
                    <a:pt x="12391" y="495"/>
                  </a:lnTo>
                  <a:lnTo>
                    <a:pt x="13469" y="421"/>
                  </a:lnTo>
                  <a:lnTo>
                    <a:pt x="14548" y="358"/>
                  </a:lnTo>
                  <a:lnTo>
                    <a:pt x="15628" y="305"/>
                  </a:lnTo>
                  <a:lnTo>
                    <a:pt x="16711" y="261"/>
                  </a:lnTo>
                  <a:lnTo>
                    <a:pt x="17797" y="226"/>
                  </a:lnTo>
                  <a:lnTo>
                    <a:pt x="18886" y="198"/>
                  </a:lnTo>
                  <a:lnTo>
                    <a:pt x="19978" y="178"/>
                  </a:lnTo>
                  <a:lnTo>
                    <a:pt x="21074" y="164"/>
                  </a:lnTo>
                  <a:lnTo>
                    <a:pt x="22174" y="155"/>
                  </a:lnTo>
                  <a:close/>
                </a:path>
              </a:pathLst>
            </a:custGeom>
            <a:solidFill>
              <a:srgbClr val="70767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4" name="region 152 #58747C"/>
            <p:cNvSpPr/>
            <p:nvPr/>
          </p:nvSpPr>
          <p:spPr>
            <a:xfrm>
              <a:off x="683919" y="703408"/>
              <a:ext cx="26755" cy="26021"/>
            </a:xfrm>
            <a:custGeom>
              <a:avLst/>
              <a:gdLst/>
              <a:ahLst/>
              <a:cxnLst/>
              <a:rect l="l" t="t" r="r" b="b"/>
              <a:pathLst>
                <a:path w="26755" h="26021">
                  <a:moveTo>
                    <a:pt x="4979" y="262"/>
                  </a:moveTo>
                  <a:lnTo>
                    <a:pt x="6094" y="232"/>
                  </a:lnTo>
                  <a:lnTo>
                    <a:pt x="7209" y="205"/>
                  </a:lnTo>
                  <a:lnTo>
                    <a:pt x="8324" y="179"/>
                  </a:lnTo>
                  <a:lnTo>
                    <a:pt x="9439" y="156"/>
                  </a:lnTo>
                  <a:lnTo>
                    <a:pt x="10554" y="134"/>
                  </a:lnTo>
                  <a:lnTo>
                    <a:pt x="11669" y="113"/>
                  </a:lnTo>
                  <a:lnTo>
                    <a:pt x="12784" y="94"/>
                  </a:lnTo>
                  <a:lnTo>
                    <a:pt x="13872" y="71"/>
                  </a:lnTo>
                  <a:lnTo>
                    <a:pt x="14963" y="48"/>
                  </a:lnTo>
                  <a:lnTo>
                    <a:pt x="16063" y="24"/>
                  </a:lnTo>
                  <a:lnTo>
                    <a:pt x="17176" y="0"/>
                  </a:lnTo>
                  <a:lnTo>
                    <a:pt x="18477" y="92"/>
                  </a:lnTo>
                  <a:lnTo>
                    <a:pt x="19504" y="194"/>
                  </a:lnTo>
                  <a:lnTo>
                    <a:pt x="20350" y="340"/>
                  </a:lnTo>
                  <a:lnTo>
                    <a:pt x="21108" y="565"/>
                  </a:lnTo>
                  <a:lnTo>
                    <a:pt x="21871" y="904"/>
                  </a:lnTo>
                  <a:lnTo>
                    <a:pt x="22732" y="1391"/>
                  </a:lnTo>
                  <a:lnTo>
                    <a:pt x="23785" y="2061"/>
                  </a:lnTo>
                  <a:lnTo>
                    <a:pt x="25123" y="2948"/>
                  </a:lnTo>
                  <a:lnTo>
                    <a:pt x="25516" y="3966"/>
                  </a:lnTo>
                  <a:lnTo>
                    <a:pt x="25845" y="4999"/>
                  </a:lnTo>
                  <a:lnTo>
                    <a:pt x="26115" y="6047"/>
                  </a:lnTo>
                  <a:lnTo>
                    <a:pt x="26330" y="7108"/>
                  </a:lnTo>
                  <a:lnTo>
                    <a:pt x="26495" y="8178"/>
                  </a:lnTo>
                  <a:lnTo>
                    <a:pt x="26616" y="9258"/>
                  </a:lnTo>
                  <a:lnTo>
                    <a:pt x="26696" y="10344"/>
                  </a:lnTo>
                  <a:lnTo>
                    <a:pt x="26740" y="11436"/>
                  </a:lnTo>
                  <a:lnTo>
                    <a:pt x="26755" y="12530"/>
                  </a:lnTo>
                  <a:lnTo>
                    <a:pt x="26743" y="13626"/>
                  </a:lnTo>
                  <a:lnTo>
                    <a:pt x="26710" y="14722"/>
                  </a:lnTo>
                  <a:lnTo>
                    <a:pt x="26661" y="15815"/>
                  </a:lnTo>
                  <a:lnTo>
                    <a:pt x="26601" y="16904"/>
                  </a:lnTo>
                  <a:lnTo>
                    <a:pt x="26534" y="17987"/>
                  </a:lnTo>
                  <a:lnTo>
                    <a:pt x="26466" y="19063"/>
                  </a:lnTo>
                  <a:lnTo>
                    <a:pt x="25628" y="20303"/>
                  </a:lnTo>
                  <a:lnTo>
                    <a:pt x="24999" y="21133"/>
                  </a:lnTo>
                  <a:lnTo>
                    <a:pt x="24387" y="21746"/>
                  </a:lnTo>
                  <a:lnTo>
                    <a:pt x="23597" y="22334"/>
                  </a:lnTo>
                  <a:lnTo>
                    <a:pt x="22437" y="23091"/>
                  </a:lnTo>
                  <a:lnTo>
                    <a:pt x="21271" y="23883"/>
                  </a:lnTo>
                  <a:lnTo>
                    <a:pt x="20087" y="24687"/>
                  </a:lnTo>
                  <a:lnTo>
                    <a:pt x="19042" y="25037"/>
                  </a:lnTo>
                  <a:lnTo>
                    <a:pt x="18003" y="25331"/>
                  </a:lnTo>
                  <a:lnTo>
                    <a:pt x="16969" y="25572"/>
                  </a:lnTo>
                  <a:lnTo>
                    <a:pt x="15940" y="25760"/>
                  </a:lnTo>
                  <a:lnTo>
                    <a:pt x="14915" y="25896"/>
                  </a:lnTo>
                  <a:lnTo>
                    <a:pt x="13892" y="25983"/>
                  </a:lnTo>
                  <a:lnTo>
                    <a:pt x="12872" y="26021"/>
                  </a:lnTo>
                  <a:lnTo>
                    <a:pt x="11852" y="26013"/>
                  </a:lnTo>
                  <a:lnTo>
                    <a:pt x="10833" y="25959"/>
                  </a:lnTo>
                  <a:lnTo>
                    <a:pt x="9813" y="25862"/>
                  </a:lnTo>
                  <a:lnTo>
                    <a:pt x="8792" y="25722"/>
                  </a:lnTo>
                  <a:lnTo>
                    <a:pt x="7769" y="25540"/>
                  </a:lnTo>
                  <a:lnTo>
                    <a:pt x="6742" y="25319"/>
                  </a:lnTo>
                  <a:lnTo>
                    <a:pt x="5712" y="25061"/>
                  </a:lnTo>
                  <a:lnTo>
                    <a:pt x="4677" y="24765"/>
                  </a:lnTo>
                  <a:lnTo>
                    <a:pt x="3637" y="24434"/>
                  </a:lnTo>
                  <a:lnTo>
                    <a:pt x="3023" y="23311"/>
                  </a:lnTo>
                  <a:lnTo>
                    <a:pt x="2470" y="22235"/>
                  </a:lnTo>
                  <a:lnTo>
                    <a:pt x="1974" y="21198"/>
                  </a:lnTo>
                  <a:lnTo>
                    <a:pt x="1537" y="20193"/>
                  </a:lnTo>
                  <a:lnTo>
                    <a:pt x="1156" y="19214"/>
                  </a:lnTo>
                  <a:lnTo>
                    <a:pt x="830" y="18254"/>
                  </a:lnTo>
                  <a:lnTo>
                    <a:pt x="560" y="17305"/>
                  </a:lnTo>
                  <a:lnTo>
                    <a:pt x="344" y="16361"/>
                  </a:lnTo>
                  <a:lnTo>
                    <a:pt x="181" y="15414"/>
                  </a:lnTo>
                  <a:lnTo>
                    <a:pt x="70" y="14458"/>
                  </a:lnTo>
                  <a:lnTo>
                    <a:pt x="10" y="13486"/>
                  </a:lnTo>
                  <a:lnTo>
                    <a:pt x="0" y="12490"/>
                  </a:lnTo>
                  <a:lnTo>
                    <a:pt x="40" y="11464"/>
                  </a:lnTo>
                  <a:lnTo>
                    <a:pt x="129" y="10400"/>
                  </a:lnTo>
                  <a:lnTo>
                    <a:pt x="265" y="9293"/>
                  </a:lnTo>
                  <a:lnTo>
                    <a:pt x="448" y="8134"/>
                  </a:lnTo>
                  <a:lnTo>
                    <a:pt x="677" y="6916"/>
                  </a:lnTo>
                  <a:lnTo>
                    <a:pt x="951" y="5634"/>
                  </a:lnTo>
                  <a:lnTo>
                    <a:pt x="1617" y="5634"/>
                  </a:lnTo>
                  <a:lnTo>
                    <a:pt x="2294" y="5634"/>
                  </a:lnTo>
                  <a:lnTo>
                    <a:pt x="2294" y="6773"/>
                  </a:lnTo>
                  <a:lnTo>
                    <a:pt x="2294" y="7915"/>
                  </a:lnTo>
                  <a:lnTo>
                    <a:pt x="2294" y="9059"/>
                  </a:lnTo>
                  <a:lnTo>
                    <a:pt x="2294" y="10207"/>
                  </a:lnTo>
                  <a:lnTo>
                    <a:pt x="2294" y="11361"/>
                  </a:lnTo>
                  <a:lnTo>
                    <a:pt x="2294" y="12522"/>
                  </a:lnTo>
                  <a:lnTo>
                    <a:pt x="2294" y="13691"/>
                  </a:lnTo>
                  <a:lnTo>
                    <a:pt x="3627" y="13691"/>
                  </a:lnTo>
                  <a:lnTo>
                    <a:pt x="4979" y="13691"/>
                  </a:lnTo>
                  <a:lnTo>
                    <a:pt x="5312" y="14688"/>
                  </a:lnTo>
                  <a:lnTo>
                    <a:pt x="5645" y="15686"/>
                  </a:lnTo>
                  <a:lnTo>
                    <a:pt x="5978" y="16687"/>
                  </a:lnTo>
                  <a:lnTo>
                    <a:pt x="6312" y="17689"/>
                  </a:lnTo>
                  <a:lnTo>
                    <a:pt x="6648" y="18696"/>
                  </a:lnTo>
                  <a:lnTo>
                    <a:pt x="6985" y="19708"/>
                  </a:lnTo>
                  <a:lnTo>
                    <a:pt x="7324" y="20725"/>
                  </a:lnTo>
                  <a:lnTo>
                    <a:pt x="7665" y="21748"/>
                  </a:lnTo>
                  <a:lnTo>
                    <a:pt x="8805" y="21748"/>
                  </a:lnTo>
                  <a:lnTo>
                    <a:pt x="9946" y="21748"/>
                  </a:lnTo>
                  <a:lnTo>
                    <a:pt x="11090" y="21748"/>
                  </a:lnTo>
                  <a:lnTo>
                    <a:pt x="12238" y="21748"/>
                  </a:lnTo>
                  <a:lnTo>
                    <a:pt x="13392" y="21748"/>
                  </a:lnTo>
                  <a:lnTo>
                    <a:pt x="14553" y="21748"/>
                  </a:lnTo>
                  <a:lnTo>
                    <a:pt x="15723" y="21748"/>
                  </a:lnTo>
                  <a:lnTo>
                    <a:pt x="15723" y="20415"/>
                  </a:lnTo>
                  <a:lnTo>
                    <a:pt x="15723" y="19063"/>
                  </a:lnTo>
                  <a:lnTo>
                    <a:pt x="17053" y="19063"/>
                  </a:lnTo>
                  <a:lnTo>
                    <a:pt x="18393" y="19063"/>
                  </a:lnTo>
                  <a:lnTo>
                    <a:pt x="19751" y="19063"/>
                  </a:lnTo>
                  <a:lnTo>
                    <a:pt x="19792" y="17888"/>
                  </a:lnTo>
                  <a:lnTo>
                    <a:pt x="19829" y="16713"/>
                  </a:lnTo>
                  <a:lnTo>
                    <a:pt x="19862" y="15538"/>
                  </a:lnTo>
                  <a:lnTo>
                    <a:pt x="19892" y="14363"/>
                  </a:lnTo>
                  <a:lnTo>
                    <a:pt x="19919" y="13187"/>
                  </a:lnTo>
                  <a:lnTo>
                    <a:pt x="19933" y="12702"/>
                  </a:lnTo>
                  <a:lnTo>
                    <a:pt x="19958" y="11845"/>
                  </a:lnTo>
                  <a:lnTo>
                    <a:pt x="20013" y="9883"/>
                  </a:lnTo>
                  <a:lnTo>
                    <a:pt x="19890" y="8646"/>
                  </a:lnTo>
                  <a:lnTo>
                    <a:pt x="19729" y="7738"/>
                  </a:lnTo>
                  <a:lnTo>
                    <a:pt x="19448" y="7004"/>
                  </a:lnTo>
                  <a:lnTo>
                    <a:pt x="18965" y="6288"/>
                  </a:lnTo>
                  <a:lnTo>
                    <a:pt x="18198" y="5436"/>
                  </a:lnTo>
                  <a:lnTo>
                    <a:pt x="17065" y="4291"/>
                  </a:lnTo>
                  <a:lnTo>
                    <a:pt x="15941" y="4235"/>
                  </a:lnTo>
                  <a:lnTo>
                    <a:pt x="14855" y="4192"/>
                  </a:lnTo>
                  <a:lnTo>
                    <a:pt x="13799" y="4168"/>
                  </a:lnTo>
                  <a:lnTo>
                    <a:pt x="12769" y="4165"/>
                  </a:lnTo>
                  <a:lnTo>
                    <a:pt x="11758" y="4185"/>
                  </a:lnTo>
                  <a:lnTo>
                    <a:pt x="10760" y="4234"/>
                  </a:lnTo>
                  <a:lnTo>
                    <a:pt x="9769" y="4314"/>
                  </a:lnTo>
                  <a:lnTo>
                    <a:pt x="8779" y="4428"/>
                  </a:lnTo>
                  <a:lnTo>
                    <a:pt x="7785" y="4580"/>
                  </a:lnTo>
                  <a:lnTo>
                    <a:pt x="6779" y="4773"/>
                  </a:lnTo>
                  <a:lnTo>
                    <a:pt x="5757" y="5011"/>
                  </a:lnTo>
                  <a:lnTo>
                    <a:pt x="4711" y="5297"/>
                  </a:lnTo>
                  <a:lnTo>
                    <a:pt x="3637" y="5634"/>
                  </a:lnTo>
                  <a:lnTo>
                    <a:pt x="3903" y="4570"/>
                  </a:lnTo>
                  <a:lnTo>
                    <a:pt x="4169" y="3503"/>
                  </a:lnTo>
                  <a:lnTo>
                    <a:pt x="4437" y="2431"/>
                  </a:lnTo>
                  <a:lnTo>
                    <a:pt x="4707" y="1352"/>
                  </a:lnTo>
                  <a:lnTo>
                    <a:pt x="4979" y="262"/>
                  </a:lnTo>
                  <a:close/>
                </a:path>
              </a:pathLst>
            </a:custGeom>
            <a:solidFill>
              <a:srgbClr val="58747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5" name="region 153 #B5C3CE"/>
            <p:cNvSpPr/>
            <p:nvPr/>
          </p:nvSpPr>
          <p:spPr>
            <a:xfrm>
              <a:off x="576096" y="372781"/>
              <a:ext cx="69830" cy="18052"/>
            </a:xfrm>
            <a:custGeom>
              <a:avLst/>
              <a:gdLst/>
              <a:ahLst/>
              <a:cxnLst/>
              <a:rect l="l" t="t" r="r" b="b"/>
              <a:pathLst>
                <a:path w="69830" h="18052">
                  <a:moveTo>
                    <a:pt x="69830" y="1883"/>
                  </a:moveTo>
                  <a:lnTo>
                    <a:pt x="69152" y="2842"/>
                  </a:lnTo>
                  <a:lnTo>
                    <a:pt x="68451" y="3721"/>
                  </a:lnTo>
                  <a:lnTo>
                    <a:pt x="67726" y="4526"/>
                  </a:lnTo>
                  <a:lnTo>
                    <a:pt x="66977" y="5261"/>
                  </a:lnTo>
                  <a:lnTo>
                    <a:pt x="66203" y="5931"/>
                  </a:lnTo>
                  <a:lnTo>
                    <a:pt x="65404" y="6540"/>
                  </a:lnTo>
                  <a:lnTo>
                    <a:pt x="64578" y="7094"/>
                  </a:lnTo>
                  <a:lnTo>
                    <a:pt x="63726" y="7596"/>
                  </a:lnTo>
                  <a:lnTo>
                    <a:pt x="62847" y="8053"/>
                  </a:lnTo>
                  <a:lnTo>
                    <a:pt x="61939" y="8468"/>
                  </a:lnTo>
                  <a:lnTo>
                    <a:pt x="61004" y="8846"/>
                  </a:lnTo>
                  <a:lnTo>
                    <a:pt x="60039" y="9193"/>
                  </a:lnTo>
                  <a:lnTo>
                    <a:pt x="59044" y="9512"/>
                  </a:lnTo>
                  <a:lnTo>
                    <a:pt x="58019" y="9809"/>
                  </a:lnTo>
                  <a:lnTo>
                    <a:pt x="56963" y="10088"/>
                  </a:lnTo>
                  <a:lnTo>
                    <a:pt x="55876" y="10355"/>
                  </a:lnTo>
                  <a:lnTo>
                    <a:pt x="54756" y="10613"/>
                  </a:lnTo>
                  <a:lnTo>
                    <a:pt x="53701" y="10798"/>
                  </a:lnTo>
                  <a:lnTo>
                    <a:pt x="52645" y="10978"/>
                  </a:lnTo>
                  <a:lnTo>
                    <a:pt x="51589" y="11153"/>
                  </a:lnTo>
                  <a:lnTo>
                    <a:pt x="50532" y="11324"/>
                  </a:lnTo>
                  <a:lnTo>
                    <a:pt x="49475" y="11490"/>
                  </a:lnTo>
                  <a:lnTo>
                    <a:pt x="48418" y="11653"/>
                  </a:lnTo>
                  <a:lnTo>
                    <a:pt x="47359" y="11813"/>
                  </a:lnTo>
                  <a:lnTo>
                    <a:pt x="46300" y="11969"/>
                  </a:lnTo>
                  <a:lnTo>
                    <a:pt x="45239" y="12122"/>
                  </a:lnTo>
                  <a:lnTo>
                    <a:pt x="42970" y="12462"/>
                  </a:lnTo>
                  <a:lnTo>
                    <a:pt x="41018" y="12757"/>
                  </a:lnTo>
                  <a:lnTo>
                    <a:pt x="39352" y="13013"/>
                  </a:lnTo>
                  <a:lnTo>
                    <a:pt x="37939" y="13238"/>
                  </a:lnTo>
                  <a:lnTo>
                    <a:pt x="36749" y="13440"/>
                  </a:lnTo>
                  <a:lnTo>
                    <a:pt x="35751" y="13623"/>
                  </a:lnTo>
                  <a:lnTo>
                    <a:pt x="34913" y="13797"/>
                  </a:lnTo>
                  <a:lnTo>
                    <a:pt x="34203" y="13967"/>
                  </a:lnTo>
                  <a:lnTo>
                    <a:pt x="33590" y="14142"/>
                  </a:lnTo>
                  <a:lnTo>
                    <a:pt x="33043" y="14326"/>
                  </a:lnTo>
                  <a:lnTo>
                    <a:pt x="32531" y="14529"/>
                  </a:lnTo>
                  <a:lnTo>
                    <a:pt x="32022" y="14756"/>
                  </a:lnTo>
                  <a:lnTo>
                    <a:pt x="31484" y="15014"/>
                  </a:lnTo>
                  <a:lnTo>
                    <a:pt x="30887" y="15312"/>
                  </a:lnTo>
                  <a:lnTo>
                    <a:pt x="29740" y="15353"/>
                  </a:lnTo>
                  <a:lnTo>
                    <a:pt x="28593" y="15382"/>
                  </a:lnTo>
                  <a:lnTo>
                    <a:pt x="27446" y="15400"/>
                  </a:lnTo>
                  <a:lnTo>
                    <a:pt x="26299" y="15407"/>
                  </a:lnTo>
                  <a:lnTo>
                    <a:pt x="25151" y="15406"/>
                  </a:lnTo>
                  <a:lnTo>
                    <a:pt x="24004" y="15395"/>
                  </a:lnTo>
                  <a:lnTo>
                    <a:pt x="22781" y="15383"/>
                  </a:lnTo>
                  <a:lnTo>
                    <a:pt x="21549" y="15371"/>
                  </a:lnTo>
                  <a:lnTo>
                    <a:pt x="20301" y="15359"/>
                  </a:lnTo>
                  <a:lnTo>
                    <a:pt x="18890" y="15336"/>
                  </a:lnTo>
                  <a:lnTo>
                    <a:pt x="17458" y="15312"/>
                  </a:lnTo>
                  <a:lnTo>
                    <a:pt x="17458" y="16644"/>
                  </a:lnTo>
                  <a:lnTo>
                    <a:pt x="17458" y="17997"/>
                  </a:lnTo>
                  <a:lnTo>
                    <a:pt x="16330" y="18034"/>
                  </a:lnTo>
                  <a:lnTo>
                    <a:pt x="15231" y="18052"/>
                  </a:lnTo>
                  <a:lnTo>
                    <a:pt x="14158" y="18051"/>
                  </a:lnTo>
                  <a:lnTo>
                    <a:pt x="13107" y="18028"/>
                  </a:lnTo>
                  <a:lnTo>
                    <a:pt x="12076" y="17983"/>
                  </a:lnTo>
                  <a:lnTo>
                    <a:pt x="11060" y="17915"/>
                  </a:lnTo>
                  <a:lnTo>
                    <a:pt x="10056" y="17823"/>
                  </a:lnTo>
                  <a:lnTo>
                    <a:pt x="9062" y="17705"/>
                  </a:lnTo>
                  <a:lnTo>
                    <a:pt x="8075" y="17561"/>
                  </a:lnTo>
                  <a:lnTo>
                    <a:pt x="7089" y="17389"/>
                  </a:lnTo>
                  <a:lnTo>
                    <a:pt x="6104" y="17188"/>
                  </a:lnTo>
                  <a:lnTo>
                    <a:pt x="5115" y="16957"/>
                  </a:lnTo>
                  <a:lnTo>
                    <a:pt x="4119" y="16695"/>
                  </a:lnTo>
                  <a:lnTo>
                    <a:pt x="3113" y="16400"/>
                  </a:lnTo>
                  <a:lnTo>
                    <a:pt x="2093" y="16072"/>
                  </a:lnTo>
                  <a:lnTo>
                    <a:pt x="1057" y="15710"/>
                  </a:lnTo>
                  <a:lnTo>
                    <a:pt x="0" y="15312"/>
                  </a:lnTo>
                  <a:lnTo>
                    <a:pt x="0" y="14645"/>
                  </a:lnTo>
                  <a:lnTo>
                    <a:pt x="0" y="13969"/>
                  </a:lnTo>
                  <a:lnTo>
                    <a:pt x="1195" y="13846"/>
                  </a:lnTo>
                  <a:lnTo>
                    <a:pt x="2408" y="13722"/>
                  </a:lnTo>
                  <a:lnTo>
                    <a:pt x="3470" y="13610"/>
                  </a:lnTo>
                  <a:lnTo>
                    <a:pt x="4540" y="13496"/>
                  </a:lnTo>
                  <a:lnTo>
                    <a:pt x="5624" y="13381"/>
                  </a:lnTo>
                  <a:lnTo>
                    <a:pt x="6669" y="13272"/>
                  </a:lnTo>
                  <a:lnTo>
                    <a:pt x="7721" y="13162"/>
                  </a:lnTo>
                  <a:lnTo>
                    <a:pt x="8787" y="13050"/>
                  </a:lnTo>
                  <a:lnTo>
                    <a:pt x="10192" y="12869"/>
                  </a:lnTo>
                  <a:lnTo>
                    <a:pt x="11227" y="12728"/>
                  </a:lnTo>
                  <a:lnTo>
                    <a:pt x="12072" y="12598"/>
                  </a:lnTo>
                  <a:lnTo>
                    <a:pt x="12909" y="12451"/>
                  </a:lnTo>
                  <a:lnTo>
                    <a:pt x="13917" y="12255"/>
                  </a:lnTo>
                  <a:lnTo>
                    <a:pt x="15276" y="11981"/>
                  </a:lnTo>
                  <a:lnTo>
                    <a:pt x="16327" y="11780"/>
                  </a:lnTo>
                  <a:lnTo>
                    <a:pt x="17379" y="11591"/>
                  </a:lnTo>
                  <a:lnTo>
                    <a:pt x="18432" y="11413"/>
                  </a:lnTo>
                  <a:lnTo>
                    <a:pt x="19485" y="11244"/>
                  </a:lnTo>
                  <a:lnTo>
                    <a:pt x="20539" y="11085"/>
                  </a:lnTo>
                  <a:lnTo>
                    <a:pt x="21594" y="10933"/>
                  </a:lnTo>
                  <a:lnTo>
                    <a:pt x="22650" y="10787"/>
                  </a:lnTo>
                  <a:lnTo>
                    <a:pt x="23707" y="10646"/>
                  </a:lnTo>
                  <a:lnTo>
                    <a:pt x="24766" y="10509"/>
                  </a:lnTo>
                  <a:lnTo>
                    <a:pt x="25825" y="10375"/>
                  </a:lnTo>
                  <a:lnTo>
                    <a:pt x="26886" y="10241"/>
                  </a:lnTo>
                  <a:lnTo>
                    <a:pt x="27948" y="10108"/>
                  </a:lnTo>
                  <a:lnTo>
                    <a:pt x="29044" y="9951"/>
                  </a:lnTo>
                  <a:lnTo>
                    <a:pt x="30124" y="9787"/>
                  </a:lnTo>
                  <a:lnTo>
                    <a:pt x="31188" y="9615"/>
                  </a:lnTo>
                  <a:lnTo>
                    <a:pt x="32238" y="9434"/>
                  </a:lnTo>
                  <a:lnTo>
                    <a:pt x="33277" y="9243"/>
                  </a:lnTo>
                  <a:lnTo>
                    <a:pt x="34305" y="9040"/>
                  </a:lnTo>
                  <a:lnTo>
                    <a:pt x="35324" y="8824"/>
                  </a:lnTo>
                  <a:lnTo>
                    <a:pt x="36336" y="8593"/>
                  </a:lnTo>
                  <a:lnTo>
                    <a:pt x="37342" y="8347"/>
                  </a:lnTo>
                  <a:lnTo>
                    <a:pt x="38344" y="8083"/>
                  </a:lnTo>
                  <a:lnTo>
                    <a:pt x="39343" y="7801"/>
                  </a:lnTo>
                  <a:lnTo>
                    <a:pt x="40342" y="7499"/>
                  </a:lnTo>
                  <a:lnTo>
                    <a:pt x="41341" y="7175"/>
                  </a:lnTo>
                  <a:lnTo>
                    <a:pt x="42342" y="6830"/>
                  </a:lnTo>
                  <a:lnTo>
                    <a:pt x="43347" y="6460"/>
                  </a:lnTo>
                  <a:lnTo>
                    <a:pt x="44358" y="6065"/>
                  </a:lnTo>
                  <a:lnTo>
                    <a:pt x="45375" y="5644"/>
                  </a:lnTo>
                  <a:lnTo>
                    <a:pt x="47598" y="4839"/>
                  </a:lnTo>
                  <a:lnTo>
                    <a:pt x="49639" y="4103"/>
                  </a:lnTo>
                  <a:lnTo>
                    <a:pt x="51507" y="3433"/>
                  </a:lnTo>
                  <a:lnTo>
                    <a:pt x="53215" y="2828"/>
                  </a:lnTo>
                  <a:lnTo>
                    <a:pt x="54771" y="2287"/>
                  </a:lnTo>
                  <a:lnTo>
                    <a:pt x="56188" y="1807"/>
                  </a:lnTo>
                  <a:lnTo>
                    <a:pt x="57475" y="1388"/>
                  </a:lnTo>
                  <a:lnTo>
                    <a:pt x="58643" y="1027"/>
                  </a:lnTo>
                  <a:lnTo>
                    <a:pt x="59703" y="723"/>
                  </a:lnTo>
                  <a:lnTo>
                    <a:pt x="60666" y="474"/>
                  </a:lnTo>
                  <a:lnTo>
                    <a:pt x="61541" y="279"/>
                  </a:lnTo>
                  <a:lnTo>
                    <a:pt x="62340" y="136"/>
                  </a:lnTo>
                  <a:lnTo>
                    <a:pt x="63073" y="44"/>
                  </a:lnTo>
                  <a:lnTo>
                    <a:pt x="63751" y="0"/>
                  </a:lnTo>
                  <a:lnTo>
                    <a:pt x="64384" y="3"/>
                  </a:lnTo>
                  <a:lnTo>
                    <a:pt x="64984" y="52"/>
                  </a:lnTo>
                  <a:lnTo>
                    <a:pt x="65560" y="144"/>
                  </a:lnTo>
                  <a:lnTo>
                    <a:pt x="66123" y="279"/>
                  </a:lnTo>
                  <a:lnTo>
                    <a:pt x="66684" y="454"/>
                  </a:lnTo>
                  <a:lnTo>
                    <a:pt x="67254" y="669"/>
                  </a:lnTo>
                  <a:lnTo>
                    <a:pt x="67843" y="920"/>
                  </a:lnTo>
                  <a:lnTo>
                    <a:pt x="68461" y="1208"/>
                  </a:lnTo>
                  <a:lnTo>
                    <a:pt x="69120" y="1529"/>
                  </a:lnTo>
                  <a:lnTo>
                    <a:pt x="69830" y="1883"/>
                  </a:lnTo>
                  <a:close/>
                </a:path>
              </a:pathLst>
            </a:custGeom>
            <a:solidFill>
              <a:srgbClr val="B5C3C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6" name="region 154 #494942"/>
            <p:cNvSpPr/>
            <p:nvPr/>
          </p:nvSpPr>
          <p:spPr>
            <a:xfrm>
              <a:off x="1812892" y="592211"/>
              <a:ext cx="59086" cy="59087"/>
            </a:xfrm>
            <a:custGeom>
              <a:avLst/>
              <a:gdLst/>
              <a:ahLst/>
              <a:cxnLst/>
              <a:rect l="l" t="t" r="r" b="b"/>
              <a:pathLst>
                <a:path w="59086" h="59087">
                  <a:moveTo>
                    <a:pt x="53715" y="0"/>
                  </a:moveTo>
                  <a:lnTo>
                    <a:pt x="55048" y="0"/>
                  </a:lnTo>
                  <a:lnTo>
                    <a:pt x="56401" y="0"/>
                  </a:lnTo>
                  <a:lnTo>
                    <a:pt x="56844" y="1108"/>
                  </a:lnTo>
                  <a:lnTo>
                    <a:pt x="57288" y="2218"/>
                  </a:lnTo>
                  <a:lnTo>
                    <a:pt x="57733" y="3332"/>
                  </a:lnTo>
                  <a:lnTo>
                    <a:pt x="58181" y="4451"/>
                  </a:lnTo>
                  <a:lnTo>
                    <a:pt x="58632" y="5578"/>
                  </a:lnTo>
                  <a:lnTo>
                    <a:pt x="59086" y="6714"/>
                  </a:lnTo>
                  <a:lnTo>
                    <a:pt x="57979" y="6949"/>
                  </a:lnTo>
                  <a:lnTo>
                    <a:pt x="56877" y="7169"/>
                  </a:lnTo>
                  <a:lnTo>
                    <a:pt x="55780" y="7372"/>
                  </a:lnTo>
                  <a:lnTo>
                    <a:pt x="54687" y="7559"/>
                  </a:lnTo>
                  <a:lnTo>
                    <a:pt x="53594" y="7731"/>
                  </a:lnTo>
                  <a:lnTo>
                    <a:pt x="52501" y="7886"/>
                  </a:lnTo>
                  <a:lnTo>
                    <a:pt x="51406" y="8025"/>
                  </a:lnTo>
                  <a:lnTo>
                    <a:pt x="50308" y="8149"/>
                  </a:lnTo>
                  <a:lnTo>
                    <a:pt x="49203" y="8256"/>
                  </a:lnTo>
                  <a:lnTo>
                    <a:pt x="48092" y="8347"/>
                  </a:lnTo>
                  <a:lnTo>
                    <a:pt x="46972" y="8422"/>
                  </a:lnTo>
                  <a:lnTo>
                    <a:pt x="45841" y="8482"/>
                  </a:lnTo>
                  <a:lnTo>
                    <a:pt x="45311" y="8507"/>
                  </a:lnTo>
                  <a:lnTo>
                    <a:pt x="44376" y="8551"/>
                  </a:lnTo>
                  <a:lnTo>
                    <a:pt x="42235" y="8652"/>
                  </a:lnTo>
                  <a:lnTo>
                    <a:pt x="41689" y="8676"/>
                  </a:lnTo>
                  <a:lnTo>
                    <a:pt x="40727" y="8717"/>
                  </a:lnTo>
                  <a:lnTo>
                    <a:pt x="38524" y="8812"/>
                  </a:lnTo>
                  <a:lnTo>
                    <a:pt x="37272" y="8871"/>
                  </a:lnTo>
                  <a:lnTo>
                    <a:pt x="36011" y="8929"/>
                  </a:lnTo>
                  <a:lnTo>
                    <a:pt x="34733" y="8988"/>
                  </a:lnTo>
                  <a:lnTo>
                    <a:pt x="33581" y="9041"/>
                  </a:lnTo>
                  <a:lnTo>
                    <a:pt x="32429" y="9093"/>
                  </a:lnTo>
                  <a:lnTo>
                    <a:pt x="31277" y="9145"/>
                  </a:lnTo>
                  <a:lnTo>
                    <a:pt x="30124" y="9197"/>
                  </a:lnTo>
                  <a:lnTo>
                    <a:pt x="28972" y="9248"/>
                  </a:lnTo>
                  <a:lnTo>
                    <a:pt x="27819" y="9299"/>
                  </a:lnTo>
                  <a:lnTo>
                    <a:pt x="26667" y="9350"/>
                  </a:lnTo>
                  <a:lnTo>
                    <a:pt x="25514" y="9400"/>
                  </a:lnTo>
                  <a:lnTo>
                    <a:pt x="25635" y="10488"/>
                  </a:lnTo>
                  <a:lnTo>
                    <a:pt x="25756" y="11576"/>
                  </a:lnTo>
                  <a:lnTo>
                    <a:pt x="25877" y="12666"/>
                  </a:lnTo>
                  <a:lnTo>
                    <a:pt x="25998" y="13757"/>
                  </a:lnTo>
                  <a:lnTo>
                    <a:pt x="26120" y="14850"/>
                  </a:lnTo>
                  <a:lnTo>
                    <a:pt x="26242" y="15946"/>
                  </a:lnTo>
                  <a:lnTo>
                    <a:pt x="26364" y="17045"/>
                  </a:lnTo>
                  <a:lnTo>
                    <a:pt x="26486" y="18148"/>
                  </a:lnTo>
                  <a:lnTo>
                    <a:pt x="26609" y="19256"/>
                  </a:lnTo>
                  <a:lnTo>
                    <a:pt x="26733" y="20368"/>
                  </a:lnTo>
                  <a:lnTo>
                    <a:pt x="26857" y="21486"/>
                  </a:lnTo>
                  <a:lnTo>
                    <a:pt x="25794" y="21486"/>
                  </a:lnTo>
                  <a:lnTo>
                    <a:pt x="24730" y="21486"/>
                  </a:lnTo>
                  <a:lnTo>
                    <a:pt x="23666" y="21486"/>
                  </a:lnTo>
                  <a:lnTo>
                    <a:pt x="22601" y="21486"/>
                  </a:lnTo>
                  <a:lnTo>
                    <a:pt x="21536" y="21486"/>
                  </a:lnTo>
                  <a:lnTo>
                    <a:pt x="20470" y="21486"/>
                  </a:lnTo>
                  <a:lnTo>
                    <a:pt x="19403" y="21486"/>
                  </a:lnTo>
                  <a:lnTo>
                    <a:pt x="18335" y="21486"/>
                  </a:lnTo>
                  <a:lnTo>
                    <a:pt x="17266" y="21486"/>
                  </a:lnTo>
                  <a:lnTo>
                    <a:pt x="16195" y="21486"/>
                  </a:lnTo>
                  <a:lnTo>
                    <a:pt x="15122" y="21486"/>
                  </a:lnTo>
                  <a:lnTo>
                    <a:pt x="14048" y="21486"/>
                  </a:lnTo>
                  <a:lnTo>
                    <a:pt x="12972" y="21486"/>
                  </a:lnTo>
                  <a:lnTo>
                    <a:pt x="11894" y="21486"/>
                  </a:lnTo>
                  <a:lnTo>
                    <a:pt x="10813" y="21486"/>
                  </a:lnTo>
                  <a:lnTo>
                    <a:pt x="9730" y="21486"/>
                  </a:lnTo>
                  <a:lnTo>
                    <a:pt x="8645" y="21486"/>
                  </a:lnTo>
                  <a:lnTo>
                    <a:pt x="7556" y="21486"/>
                  </a:lnTo>
                  <a:lnTo>
                    <a:pt x="6465" y="21486"/>
                  </a:lnTo>
                  <a:lnTo>
                    <a:pt x="5371" y="21486"/>
                  </a:lnTo>
                  <a:lnTo>
                    <a:pt x="5379" y="22525"/>
                  </a:lnTo>
                  <a:lnTo>
                    <a:pt x="5388" y="23564"/>
                  </a:lnTo>
                  <a:lnTo>
                    <a:pt x="5396" y="24605"/>
                  </a:lnTo>
                  <a:lnTo>
                    <a:pt x="5404" y="25647"/>
                  </a:lnTo>
                  <a:lnTo>
                    <a:pt x="5413" y="26692"/>
                  </a:lnTo>
                  <a:lnTo>
                    <a:pt x="5421" y="27740"/>
                  </a:lnTo>
                  <a:lnTo>
                    <a:pt x="5429" y="28792"/>
                  </a:lnTo>
                  <a:lnTo>
                    <a:pt x="5438" y="29848"/>
                  </a:lnTo>
                  <a:lnTo>
                    <a:pt x="5446" y="30910"/>
                  </a:lnTo>
                  <a:lnTo>
                    <a:pt x="5454" y="31977"/>
                  </a:lnTo>
                  <a:lnTo>
                    <a:pt x="5457" y="33027"/>
                  </a:lnTo>
                  <a:lnTo>
                    <a:pt x="5455" y="34075"/>
                  </a:lnTo>
                  <a:lnTo>
                    <a:pt x="5450" y="35123"/>
                  </a:lnTo>
                  <a:lnTo>
                    <a:pt x="5441" y="36170"/>
                  </a:lnTo>
                  <a:lnTo>
                    <a:pt x="5428" y="37215"/>
                  </a:lnTo>
                  <a:lnTo>
                    <a:pt x="5411" y="38260"/>
                  </a:lnTo>
                  <a:lnTo>
                    <a:pt x="5389" y="39303"/>
                  </a:lnTo>
                  <a:lnTo>
                    <a:pt x="5364" y="40346"/>
                  </a:lnTo>
                  <a:lnTo>
                    <a:pt x="5333" y="41389"/>
                  </a:lnTo>
                  <a:lnTo>
                    <a:pt x="5298" y="42430"/>
                  </a:lnTo>
                  <a:lnTo>
                    <a:pt x="5259" y="43472"/>
                  </a:lnTo>
                  <a:lnTo>
                    <a:pt x="5214" y="44512"/>
                  </a:lnTo>
                  <a:lnTo>
                    <a:pt x="5165" y="45553"/>
                  </a:lnTo>
                  <a:lnTo>
                    <a:pt x="5111" y="46593"/>
                  </a:lnTo>
                  <a:lnTo>
                    <a:pt x="5052" y="47633"/>
                  </a:lnTo>
                  <a:lnTo>
                    <a:pt x="4987" y="48673"/>
                  </a:lnTo>
                  <a:lnTo>
                    <a:pt x="4917" y="49713"/>
                  </a:lnTo>
                  <a:lnTo>
                    <a:pt x="4841" y="50753"/>
                  </a:lnTo>
                  <a:lnTo>
                    <a:pt x="4760" y="51793"/>
                  </a:lnTo>
                  <a:lnTo>
                    <a:pt x="4674" y="52834"/>
                  </a:lnTo>
                  <a:lnTo>
                    <a:pt x="4581" y="53875"/>
                  </a:lnTo>
                  <a:lnTo>
                    <a:pt x="4483" y="54916"/>
                  </a:lnTo>
                  <a:lnTo>
                    <a:pt x="4378" y="55958"/>
                  </a:lnTo>
                  <a:lnTo>
                    <a:pt x="4268" y="57000"/>
                  </a:lnTo>
                  <a:lnTo>
                    <a:pt x="4151" y="58043"/>
                  </a:lnTo>
                  <a:lnTo>
                    <a:pt x="4028" y="59087"/>
                  </a:lnTo>
                  <a:lnTo>
                    <a:pt x="2697" y="59087"/>
                  </a:lnTo>
                  <a:lnTo>
                    <a:pt x="1357" y="59087"/>
                  </a:lnTo>
                  <a:lnTo>
                    <a:pt x="0" y="59087"/>
                  </a:lnTo>
                  <a:lnTo>
                    <a:pt x="332" y="58089"/>
                  </a:lnTo>
                  <a:lnTo>
                    <a:pt x="666" y="57088"/>
                  </a:lnTo>
                  <a:lnTo>
                    <a:pt x="1002" y="56078"/>
                  </a:lnTo>
                  <a:lnTo>
                    <a:pt x="1342" y="55058"/>
                  </a:lnTo>
                  <a:lnTo>
                    <a:pt x="1421" y="53956"/>
                  </a:lnTo>
                  <a:lnTo>
                    <a:pt x="1489" y="52853"/>
                  </a:lnTo>
                  <a:lnTo>
                    <a:pt x="1548" y="51750"/>
                  </a:lnTo>
                  <a:lnTo>
                    <a:pt x="1598" y="50646"/>
                  </a:lnTo>
                  <a:lnTo>
                    <a:pt x="1639" y="49542"/>
                  </a:lnTo>
                  <a:lnTo>
                    <a:pt x="1673" y="48438"/>
                  </a:lnTo>
                  <a:lnTo>
                    <a:pt x="1717" y="47147"/>
                  </a:lnTo>
                  <a:lnTo>
                    <a:pt x="1762" y="45847"/>
                  </a:lnTo>
                  <a:lnTo>
                    <a:pt x="1807" y="44530"/>
                  </a:lnTo>
                  <a:lnTo>
                    <a:pt x="1842" y="43370"/>
                  </a:lnTo>
                  <a:lnTo>
                    <a:pt x="1876" y="42210"/>
                  </a:lnTo>
                  <a:lnTo>
                    <a:pt x="1909" y="41050"/>
                  </a:lnTo>
                  <a:lnTo>
                    <a:pt x="1942" y="39890"/>
                  </a:lnTo>
                  <a:lnTo>
                    <a:pt x="1975" y="38730"/>
                  </a:lnTo>
                  <a:lnTo>
                    <a:pt x="2007" y="37570"/>
                  </a:lnTo>
                  <a:lnTo>
                    <a:pt x="2038" y="36409"/>
                  </a:lnTo>
                  <a:lnTo>
                    <a:pt x="2084" y="35115"/>
                  </a:lnTo>
                  <a:lnTo>
                    <a:pt x="2130" y="33812"/>
                  </a:lnTo>
                  <a:lnTo>
                    <a:pt x="2176" y="32491"/>
                  </a:lnTo>
                  <a:lnTo>
                    <a:pt x="2210" y="31313"/>
                  </a:lnTo>
                  <a:lnTo>
                    <a:pt x="2244" y="30127"/>
                  </a:lnTo>
                  <a:lnTo>
                    <a:pt x="2278" y="28926"/>
                  </a:lnTo>
                  <a:lnTo>
                    <a:pt x="2429" y="27805"/>
                  </a:lnTo>
                  <a:lnTo>
                    <a:pt x="2609" y="26734"/>
                  </a:lnTo>
                  <a:lnTo>
                    <a:pt x="2819" y="25701"/>
                  </a:lnTo>
                  <a:lnTo>
                    <a:pt x="3064" y="24699"/>
                  </a:lnTo>
                  <a:lnTo>
                    <a:pt x="3344" y="23717"/>
                  </a:lnTo>
                  <a:lnTo>
                    <a:pt x="3663" y="22747"/>
                  </a:lnTo>
                  <a:lnTo>
                    <a:pt x="4023" y="21779"/>
                  </a:lnTo>
                  <a:lnTo>
                    <a:pt x="4426" y="20805"/>
                  </a:lnTo>
                  <a:lnTo>
                    <a:pt x="4875" y="19815"/>
                  </a:lnTo>
                  <a:lnTo>
                    <a:pt x="5371" y="18800"/>
                  </a:lnTo>
                  <a:lnTo>
                    <a:pt x="6524" y="18052"/>
                  </a:lnTo>
                  <a:lnTo>
                    <a:pt x="7559" y="17429"/>
                  </a:lnTo>
                  <a:lnTo>
                    <a:pt x="8512" y="16917"/>
                  </a:lnTo>
                  <a:lnTo>
                    <a:pt x="9414" y="16503"/>
                  </a:lnTo>
                  <a:lnTo>
                    <a:pt x="10302" y="16172"/>
                  </a:lnTo>
                  <a:lnTo>
                    <a:pt x="11208" y="15910"/>
                  </a:lnTo>
                  <a:lnTo>
                    <a:pt x="12166" y="15703"/>
                  </a:lnTo>
                  <a:lnTo>
                    <a:pt x="13211" y="15538"/>
                  </a:lnTo>
                  <a:lnTo>
                    <a:pt x="14376" y="15400"/>
                  </a:lnTo>
                  <a:lnTo>
                    <a:pt x="15695" y="15275"/>
                  </a:lnTo>
                  <a:lnTo>
                    <a:pt x="16781" y="15174"/>
                  </a:lnTo>
                  <a:lnTo>
                    <a:pt x="17875" y="15073"/>
                  </a:lnTo>
                  <a:lnTo>
                    <a:pt x="18984" y="14970"/>
                  </a:lnTo>
                  <a:lnTo>
                    <a:pt x="19606" y="14921"/>
                  </a:lnTo>
                  <a:lnTo>
                    <a:pt x="21486" y="14772"/>
                  </a:lnTo>
                  <a:lnTo>
                    <a:pt x="21901" y="13690"/>
                  </a:lnTo>
                  <a:lnTo>
                    <a:pt x="22321" y="12601"/>
                  </a:lnTo>
                  <a:lnTo>
                    <a:pt x="22745" y="11498"/>
                  </a:lnTo>
                  <a:lnTo>
                    <a:pt x="23452" y="9808"/>
                  </a:lnTo>
                  <a:lnTo>
                    <a:pt x="23949" y="8714"/>
                  </a:lnTo>
                  <a:lnTo>
                    <a:pt x="24370" y="7987"/>
                  </a:lnTo>
                  <a:lnTo>
                    <a:pt x="24848" y="7397"/>
                  </a:lnTo>
                  <a:lnTo>
                    <a:pt x="25514" y="6714"/>
                  </a:lnTo>
                  <a:lnTo>
                    <a:pt x="26611" y="6616"/>
                  </a:lnTo>
                  <a:lnTo>
                    <a:pt x="27709" y="6530"/>
                  </a:lnTo>
                  <a:lnTo>
                    <a:pt x="28808" y="6456"/>
                  </a:lnTo>
                  <a:lnTo>
                    <a:pt x="29907" y="6392"/>
                  </a:lnTo>
                  <a:lnTo>
                    <a:pt x="31007" y="6337"/>
                  </a:lnTo>
                  <a:lnTo>
                    <a:pt x="32108" y="6290"/>
                  </a:lnTo>
                  <a:lnTo>
                    <a:pt x="32700" y="6265"/>
                  </a:lnTo>
                  <a:lnTo>
                    <a:pt x="33744" y="6221"/>
                  </a:lnTo>
                  <a:lnTo>
                    <a:pt x="36134" y="6119"/>
                  </a:lnTo>
                  <a:lnTo>
                    <a:pt x="36594" y="6102"/>
                  </a:lnTo>
                  <a:lnTo>
                    <a:pt x="37188" y="6079"/>
                  </a:lnTo>
                  <a:lnTo>
                    <a:pt x="38314" y="6037"/>
                  </a:lnTo>
                  <a:lnTo>
                    <a:pt x="40369" y="5960"/>
                  </a:lnTo>
                  <a:lnTo>
                    <a:pt x="41422" y="5915"/>
                  </a:lnTo>
                  <a:lnTo>
                    <a:pt x="42480" y="5872"/>
                  </a:lnTo>
                  <a:lnTo>
                    <a:pt x="43545" y="5828"/>
                  </a:lnTo>
                  <a:lnTo>
                    <a:pt x="44622" y="5784"/>
                  </a:lnTo>
                  <a:lnTo>
                    <a:pt x="45666" y="5741"/>
                  </a:lnTo>
                  <a:lnTo>
                    <a:pt x="46709" y="5698"/>
                  </a:lnTo>
                  <a:lnTo>
                    <a:pt x="47752" y="5656"/>
                  </a:lnTo>
                  <a:lnTo>
                    <a:pt x="48796" y="5614"/>
                  </a:lnTo>
                  <a:lnTo>
                    <a:pt x="49839" y="5573"/>
                  </a:lnTo>
                  <a:lnTo>
                    <a:pt x="50883" y="5532"/>
                  </a:lnTo>
                  <a:lnTo>
                    <a:pt x="51927" y="5491"/>
                  </a:lnTo>
                  <a:lnTo>
                    <a:pt x="52970" y="5451"/>
                  </a:lnTo>
                  <a:lnTo>
                    <a:pt x="54014" y="5411"/>
                  </a:lnTo>
                  <a:lnTo>
                    <a:pt x="55058" y="5371"/>
                  </a:lnTo>
                  <a:lnTo>
                    <a:pt x="54941" y="4903"/>
                  </a:lnTo>
                  <a:lnTo>
                    <a:pt x="54812" y="4390"/>
                  </a:lnTo>
                  <a:lnTo>
                    <a:pt x="54608" y="3573"/>
                  </a:lnTo>
                  <a:lnTo>
                    <a:pt x="54264" y="2196"/>
                  </a:lnTo>
                  <a:lnTo>
                    <a:pt x="53715" y="0"/>
                  </a:lnTo>
                  <a:close/>
                </a:path>
              </a:pathLst>
            </a:custGeom>
            <a:solidFill>
              <a:srgbClr val="49494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7" name="region 155 #3A8ABC"/>
            <p:cNvSpPr/>
            <p:nvPr/>
          </p:nvSpPr>
          <p:spPr>
            <a:xfrm>
              <a:off x="953447" y="681817"/>
              <a:ext cx="37601" cy="15139"/>
            </a:xfrm>
            <a:custGeom>
              <a:avLst/>
              <a:gdLst/>
              <a:ahLst/>
              <a:cxnLst/>
              <a:rect l="l" t="t" r="r" b="b"/>
              <a:pathLst>
                <a:path w="37601" h="15139">
                  <a:moveTo>
                    <a:pt x="26270" y="2381"/>
                  </a:moveTo>
                  <a:lnTo>
                    <a:pt x="27413" y="2880"/>
                  </a:lnTo>
                  <a:lnTo>
                    <a:pt x="28560" y="3381"/>
                  </a:lnTo>
                  <a:lnTo>
                    <a:pt x="29717" y="3886"/>
                  </a:lnTo>
                  <a:lnTo>
                    <a:pt x="30886" y="4396"/>
                  </a:lnTo>
                  <a:lnTo>
                    <a:pt x="30886" y="5729"/>
                  </a:lnTo>
                  <a:lnTo>
                    <a:pt x="30886" y="7081"/>
                  </a:lnTo>
                  <a:lnTo>
                    <a:pt x="31379" y="7180"/>
                  </a:lnTo>
                  <a:lnTo>
                    <a:pt x="31874" y="7279"/>
                  </a:lnTo>
                  <a:lnTo>
                    <a:pt x="32557" y="7416"/>
                  </a:lnTo>
                  <a:lnTo>
                    <a:pt x="33614" y="7627"/>
                  </a:lnTo>
                  <a:lnTo>
                    <a:pt x="35234" y="7951"/>
                  </a:lnTo>
                  <a:lnTo>
                    <a:pt x="37601" y="8424"/>
                  </a:lnTo>
                  <a:lnTo>
                    <a:pt x="37601" y="9755"/>
                  </a:lnTo>
                  <a:lnTo>
                    <a:pt x="37601" y="11095"/>
                  </a:lnTo>
                  <a:lnTo>
                    <a:pt x="37601" y="12453"/>
                  </a:lnTo>
                  <a:lnTo>
                    <a:pt x="36267" y="12453"/>
                  </a:lnTo>
                  <a:lnTo>
                    <a:pt x="34915" y="12453"/>
                  </a:lnTo>
                  <a:lnTo>
                    <a:pt x="34915" y="13786"/>
                  </a:lnTo>
                  <a:lnTo>
                    <a:pt x="34915" y="15139"/>
                  </a:lnTo>
                  <a:lnTo>
                    <a:pt x="33775" y="15139"/>
                  </a:lnTo>
                  <a:lnTo>
                    <a:pt x="32633" y="15139"/>
                  </a:lnTo>
                  <a:lnTo>
                    <a:pt x="31489" y="15139"/>
                  </a:lnTo>
                  <a:lnTo>
                    <a:pt x="30341" y="15139"/>
                  </a:lnTo>
                  <a:lnTo>
                    <a:pt x="29187" y="15139"/>
                  </a:lnTo>
                  <a:lnTo>
                    <a:pt x="28027" y="15139"/>
                  </a:lnTo>
                  <a:lnTo>
                    <a:pt x="26858" y="15139"/>
                  </a:lnTo>
                  <a:lnTo>
                    <a:pt x="26858" y="13806"/>
                  </a:lnTo>
                  <a:lnTo>
                    <a:pt x="26858" y="12453"/>
                  </a:lnTo>
                  <a:lnTo>
                    <a:pt x="25778" y="12109"/>
                  </a:lnTo>
                  <a:lnTo>
                    <a:pt x="24719" y="11789"/>
                  </a:lnTo>
                  <a:lnTo>
                    <a:pt x="23677" y="11492"/>
                  </a:lnTo>
                  <a:lnTo>
                    <a:pt x="22649" y="11220"/>
                  </a:lnTo>
                  <a:lnTo>
                    <a:pt x="21632" y="10970"/>
                  </a:lnTo>
                  <a:lnTo>
                    <a:pt x="20624" y="10744"/>
                  </a:lnTo>
                  <a:lnTo>
                    <a:pt x="19621" y="10541"/>
                  </a:lnTo>
                  <a:lnTo>
                    <a:pt x="18620" y="10360"/>
                  </a:lnTo>
                  <a:lnTo>
                    <a:pt x="17618" y="10202"/>
                  </a:lnTo>
                  <a:lnTo>
                    <a:pt x="16612" y="10067"/>
                  </a:lnTo>
                  <a:lnTo>
                    <a:pt x="15599" y="9953"/>
                  </a:lnTo>
                  <a:lnTo>
                    <a:pt x="14576" y="9862"/>
                  </a:lnTo>
                  <a:lnTo>
                    <a:pt x="13540" y="9793"/>
                  </a:lnTo>
                  <a:lnTo>
                    <a:pt x="12488" y="9745"/>
                  </a:lnTo>
                  <a:lnTo>
                    <a:pt x="11416" y="9719"/>
                  </a:lnTo>
                  <a:lnTo>
                    <a:pt x="10323" y="9714"/>
                  </a:lnTo>
                  <a:lnTo>
                    <a:pt x="9204" y="9730"/>
                  </a:lnTo>
                  <a:lnTo>
                    <a:pt x="8057" y="9767"/>
                  </a:lnTo>
                  <a:lnTo>
                    <a:pt x="7390" y="8434"/>
                  </a:lnTo>
                  <a:lnTo>
                    <a:pt x="6714" y="7081"/>
                  </a:lnTo>
                  <a:lnTo>
                    <a:pt x="5606" y="7081"/>
                  </a:lnTo>
                  <a:lnTo>
                    <a:pt x="4496" y="7081"/>
                  </a:lnTo>
                  <a:lnTo>
                    <a:pt x="3382" y="7081"/>
                  </a:lnTo>
                  <a:lnTo>
                    <a:pt x="2263" y="7081"/>
                  </a:lnTo>
                  <a:lnTo>
                    <a:pt x="1136" y="7081"/>
                  </a:lnTo>
                  <a:lnTo>
                    <a:pt x="0" y="7081"/>
                  </a:lnTo>
                  <a:lnTo>
                    <a:pt x="0" y="5749"/>
                  </a:lnTo>
                  <a:lnTo>
                    <a:pt x="0" y="4396"/>
                  </a:lnTo>
                  <a:lnTo>
                    <a:pt x="1007" y="3797"/>
                  </a:lnTo>
                  <a:lnTo>
                    <a:pt x="2008" y="3245"/>
                  </a:lnTo>
                  <a:lnTo>
                    <a:pt x="3004" y="2738"/>
                  </a:lnTo>
                  <a:lnTo>
                    <a:pt x="3997" y="2276"/>
                  </a:lnTo>
                  <a:lnTo>
                    <a:pt x="4985" y="1858"/>
                  </a:lnTo>
                  <a:lnTo>
                    <a:pt x="5971" y="1484"/>
                  </a:lnTo>
                  <a:lnTo>
                    <a:pt x="6955" y="1153"/>
                  </a:lnTo>
                  <a:lnTo>
                    <a:pt x="7938" y="865"/>
                  </a:lnTo>
                  <a:lnTo>
                    <a:pt x="8920" y="619"/>
                  </a:lnTo>
                  <a:lnTo>
                    <a:pt x="9903" y="414"/>
                  </a:lnTo>
                  <a:lnTo>
                    <a:pt x="10887" y="251"/>
                  </a:lnTo>
                  <a:lnTo>
                    <a:pt x="11872" y="129"/>
                  </a:lnTo>
                  <a:lnTo>
                    <a:pt x="12860" y="46"/>
                  </a:lnTo>
                  <a:lnTo>
                    <a:pt x="13851" y="3"/>
                  </a:lnTo>
                  <a:lnTo>
                    <a:pt x="14846" y="0"/>
                  </a:lnTo>
                  <a:lnTo>
                    <a:pt x="15846" y="34"/>
                  </a:lnTo>
                  <a:lnTo>
                    <a:pt x="16852" y="107"/>
                  </a:lnTo>
                  <a:lnTo>
                    <a:pt x="17863" y="217"/>
                  </a:lnTo>
                  <a:lnTo>
                    <a:pt x="18882" y="364"/>
                  </a:lnTo>
                  <a:lnTo>
                    <a:pt x="19908" y="547"/>
                  </a:lnTo>
                  <a:lnTo>
                    <a:pt x="20943" y="766"/>
                  </a:lnTo>
                  <a:lnTo>
                    <a:pt x="21987" y="1021"/>
                  </a:lnTo>
                  <a:lnTo>
                    <a:pt x="23041" y="1310"/>
                  </a:lnTo>
                  <a:lnTo>
                    <a:pt x="24105" y="1634"/>
                  </a:lnTo>
                  <a:lnTo>
                    <a:pt x="25181" y="1991"/>
                  </a:lnTo>
                  <a:lnTo>
                    <a:pt x="26270" y="2381"/>
                  </a:lnTo>
                  <a:close/>
                </a:path>
              </a:pathLst>
            </a:custGeom>
            <a:solidFill>
              <a:srgbClr val="3A8AB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8" name="region 156 #5F94BE"/>
            <p:cNvSpPr/>
            <p:nvPr/>
          </p:nvSpPr>
          <p:spPr>
            <a:xfrm>
              <a:off x="2521934" y="412265"/>
              <a:ext cx="52372" cy="39488"/>
            </a:xfrm>
            <a:custGeom>
              <a:avLst/>
              <a:gdLst/>
              <a:ahLst/>
              <a:cxnLst/>
              <a:rect l="l" t="t" r="r" b="b"/>
              <a:pathLst>
                <a:path w="52372" h="39488">
                  <a:moveTo>
                    <a:pt x="49686" y="0"/>
                  </a:moveTo>
                  <a:lnTo>
                    <a:pt x="51019" y="666"/>
                  </a:lnTo>
                  <a:lnTo>
                    <a:pt x="52372" y="1342"/>
                  </a:lnTo>
                  <a:lnTo>
                    <a:pt x="52021" y="2481"/>
                  </a:lnTo>
                  <a:lnTo>
                    <a:pt x="51643" y="3535"/>
                  </a:lnTo>
                  <a:lnTo>
                    <a:pt x="51235" y="4513"/>
                  </a:lnTo>
                  <a:lnTo>
                    <a:pt x="50793" y="5426"/>
                  </a:lnTo>
                  <a:lnTo>
                    <a:pt x="50316" y="6280"/>
                  </a:lnTo>
                  <a:lnTo>
                    <a:pt x="49800" y="7086"/>
                  </a:lnTo>
                  <a:lnTo>
                    <a:pt x="49242" y="7851"/>
                  </a:lnTo>
                  <a:lnTo>
                    <a:pt x="48640" y="8585"/>
                  </a:lnTo>
                  <a:lnTo>
                    <a:pt x="47991" y="9297"/>
                  </a:lnTo>
                  <a:lnTo>
                    <a:pt x="47291" y="9994"/>
                  </a:lnTo>
                  <a:lnTo>
                    <a:pt x="46538" y="10687"/>
                  </a:lnTo>
                  <a:lnTo>
                    <a:pt x="45729" y="11384"/>
                  </a:lnTo>
                  <a:lnTo>
                    <a:pt x="44861" y="12094"/>
                  </a:lnTo>
                  <a:lnTo>
                    <a:pt x="43932" y="12825"/>
                  </a:lnTo>
                  <a:lnTo>
                    <a:pt x="43129" y="13519"/>
                  </a:lnTo>
                  <a:lnTo>
                    <a:pt x="42339" y="14229"/>
                  </a:lnTo>
                  <a:lnTo>
                    <a:pt x="41562" y="14954"/>
                  </a:lnTo>
                  <a:lnTo>
                    <a:pt x="40798" y="15693"/>
                  </a:lnTo>
                  <a:lnTo>
                    <a:pt x="40046" y="16446"/>
                  </a:lnTo>
                  <a:lnTo>
                    <a:pt x="39305" y="17211"/>
                  </a:lnTo>
                  <a:lnTo>
                    <a:pt x="38575" y="17988"/>
                  </a:lnTo>
                  <a:lnTo>
                    <a:pt x="37855" y="18775"/>
                  </a:lnTo>
                  <a:lnTo>
                    <a:pt x="37145" y="19572"/>
                  </a:lnTo>
                  <a:lnTo>
                    <a:pt x="36443" y="20378"/>
                  </a:lnTo>
                  <a:lnTo>
                    <a:pt x="35749" y="21191"/>
                  </a:lnTo>
                  <a:lnTo>
                    <a:pt x="35063" y="22011"/>
                  </a:lnTo>
                  <a:lnTo>
                    <a:pt x="34384" y="22837"/>
                  </a:lnTo>
                  <a:lnTo>
                    <a:pt x="33711" y="23668"/>
                  </a:lnTo>
                  <a:lnTo>
                    <a:pt x="33044" y="24503"/>
                  </a:lnTo>
                  <a:lnTo>
                    <a:pt x="32382" y="25341"/>
                  </a:lnTo>
                  <a:lnTo>
                    <a:pt x="31724" y="26181"/>
                  </a:lnTo>
                  <a:lnTo>
                    <a:pt x="31070" y="27022"/>
                  </a:lnTo>
                  <a:lnTo>
                    <a:pt x="30419" y="27863"/>
                  </a:lnTo>
                  <a:lnTo>
                    <a:pt x="29771" y="28704"/>
                  </a:lnTo>
                  <a:lnTo>
                    <a:pt x="29124" y="29543"/>
                  </a:lnTo>
                  <a:lnTo>
                    <a:pt x="28375" y="30430"/>
                  </a:lnTo>
                  <a:lnTo>
                    <a:pt x="27621" y="31324"/>
                  </a:lnTo>
                  <a:lnTo>
                    <a:pt x="26857" y="32229"/>
                  </a:lnTo>
                  <a:lnTo>
                    <a:pt x="25525" y="32229"/>
                  </a:lnTo>
                  <a:lnTo>
                    <a:pt x="24172" y="32229"/>
                  </a:lnTo>
                  <a:lnTo>
                    <a:pt x="23403" y="33060"/>
                  </a:lnTo>
                  <a:lnTo>
                    <a:pt x="22631" y="33895"/>
                  </a:lnTo>
                  <a:lnTo>
                    <a:pt x="21853" y="34736"/>
                  </a:lnTo>
                  <a:lnTo>
                    <a:pt x="21067" y="35586"/>
                  </a:lnTo>
                  <a:lnTo>
                    <a:pt x="19721" y="36831"/>
                  </a:lnTo>
                  <a:lnTo>
                    <a:pt x="18698" y="37732"/>
                  </a:lnTo>
                  <a:lnTo>
                    <a:pt x="17877" y="38360"/>
                  </a:lnTo>
                  <a:lnTo>
                    <a:pt x="17140" y="38781"/>
                  </a:lnTo>
                  <a:lnTo>
                    <a:pt x="16368" y="39064"/>
                  </a:lnTo>
                  <a:lnTo>
                    <a:pt x="15440" y="39277"/>
                  </a:lnTo>
                  <a:lnTo>
                    <a:pt x="14237" y="39488"/>
                  </a:lnTo>
                  <a:lnTo>
                    <a:pt x="12938" y="39239"/>
                  </a:lnTo>
                  <a:lnTo>
                    <a:pt x="11798" y="38923"/>
                  </a:lnTo>
                  <a:lnTo>
                    <a:pt x="10786" y="38535"/>
                  </a:lnTo>
                  <a:lnTo>
                    <a:pt x="9875" y="38074"/>
                  </a:lnTo>
                  <a:lnTo>
                    <a:pt x="9038" y="37536"/>
                  </a:lnTo>
                  <a:lnTo>
                    <a:pt x="8244" y="36917"/>
                  </a:lnTo>
                  <a:lnTo>
                    <a:pt x="7468" y="36214"/>
                  </a:lnTo>
                  <a:lnTo>
                    <a:pt x="6679" y="35424"/>
                  </a:lnTo>
                  <a:lnTo>
                    <a:pt x="5850" y="34545"/>
                  </a:lnTo>
                  <a:lnTo>
                    <a:pt x="4952" y="33572"/>
                  </a:lnTo>
                  <a:lnTo>
                    <a:pt x="4014" y="32573"/>
                  </a:lnTo>
                  <a:lnTo>
                    <a:pt x="3070" y="31568"/>
                  </a:lnTo>
                  <a:lnTo>
                    <a:pt x="2113" y="30550"/>
                  </a:lnTo>
                  <a:lnTo>
                    <a:pt x="1415" y="29774"/>
                  </a:lnTo>
                  <a:lnTo>
                    <a:pt x="712" y="28992"/>
                  </a:lnTo>
                  <a:lnTo>
                    <a:pt x="0" y="28200"/>
                  </a:lnTo>
                  <a:lnTo>
                    <a:pt x="666" y="26867"/>
                  </a:lnTo>
                  <a:lnTo>
                    <a:pt x="1343" y="25514"/>
                  </a:lnTo>
                  <a:lnTo>
                    <a:pt x="2036" y="26374"/>
                  </a:lnTo>
                  <a:lnTo>
                    <a:pt x="2733" y="27240"/>
                  </a:lnTo>
                  <a:lnTo>
                    <a:pt x="3440" y="28117"/>
                  </a:lnTo>
                  <a:lnTo>
                    <a:pt x="4436" y="28934"/>
                  </a:lnTo>
                  <a:lnTo>
                    <a:pt x="5372" y="29646"/>
                  </a:lnTo>
                  <a:lnTo>
                    <a:pt x="6264" y="30257"/>
                  </a:lnTo>
                  <a:lnTo>
                    <a:pt x="7126" y="30775"/>
                  </a:lnTo>
                  <a:lnTo>
                    <a:pt x="7974" y="31206"/>
                  </a:lnTo>
                  <a:lnTo>
                    <a:pt x="8824" y="31554"/>
                  </a:lnTo>
                  <a:lnTo>
                    <a:pt x="9691" y="31828"/>
                  </a:lnTo>
                  <a:lnTo>
                    <a:pt x="10591" y="32032"/>
                  </a:lnTo>
                  <a:lnTo>
                    <a:pt x="11538" y="32173"/>
                  </a:lnTo>
                  <a:lnTo>
                    <a:pt x="12548" y="32257"/>
                  </a:lnTo>
                  <a:lnTo>
                    <a:pt x="13638" y="32291"/>
                  </a:lnTo>
                  <a:lnTo>
                    <a:pt x="14821" y="32279"/>
                  </a:lnTo>
                  <a:lnTo>
                    <a:pt x="16114" y="32229"/>
                  </a:lnTo>
                  <a:lnTo>
                    <a:pt x="17042" y="31565"/>
                  </a:lnTo>
                  <a:lnTo>
                    <a:pt x="17941" y="30888"/>
                  </a:lnTo>
                  <a:lnTo>
                    <a:pt x="18817" y="30198"/>
                  </a:lnTo>
                  <a:lnTo>
                    <a:pt x="19672" y="29494"/>
                  </a:lnTo>
                  <a:lnTo>
                    <a:pt x="20510" y="28776"/>
                  </a:lnTo>
                  <a:lnTo>
                    <a:pt x="21335" y="28041"/>
                  </a:lnTo>
                  <a:lnTo>
                    <a:pt x="22150" y="27290"/>
                  </a:lnTo>
                  <a:lnTo>
                    <a:pt x="22959" y="26522"/>
                  </a:lnTo>
                  <a:lnTo>
                    <a:pt x="23767" y="25736"/>
                  </a:lnTo>
                  <a:lnTo>
                    <a:pt x="24576" y="24932"/>
                  </a:lnTo>
                  <a:lnTo>
                    <a:pt x="25711" y="23905"/>
                  </a:lnTo>
                  <a:lnTo>
                    <a:pt x="26536" y="23283"/>
                  </a:lnTo>
                  <a:lnTo>
                    <a:pt x="27291" y="22963"/>
                  </a:lnTo>
                  <a:lnTo>
                    <a:pt x="28214" y="22845"/>
                  </a:lnTo>
                  <a:lnTo>
                    <a:pt x="29543" y="22829"/>
                  </a:lnTo>
                  <a:lnTo>
                    <a:pt x="29835" y="22223"/>
                  </a:lnTo>
                  <a:lnTo>
                    <a:pt x="30718" y="20395"/>
                  </a:lnTo>
                  <a:lnTo>
                    <a:pt x="31285" y="19296"/>
                  </a:lnTo>
                  <a:lnTo>
                    <a:pt x="31741" y="18434"/>
                  </a:lnTo>
                  <a:lnTo>
                    <a:pt x="32158" y="17688"/>
                  </a:lnTo>
                  <a:lnTo>
                    <a:pt x="32611" y="16937"/>
                  </a:lnTo>
                  <a:lnTo>
                    <a:pt x="33172" y="16057"/>
                  </a:lnTo>
                  <a:lnTo>
                    <a:pt x="33916" y="14929"/>
                  </a:lnTo>
                  <a:lnTo>
                    <a:pt x="34915" y="13428"/>
                  </a:lnTo>
                  <a:lnTo>
                    <a:pt x="36247" y="13428"/>
                  </a:lnTo>
                  <a:lnTo>
                    <a:pt x="37600" y="13428"/>
                  </a:lnTo>
                  <a:lnTo>
                    <a:pt x="37600" y="12096"/>
                  </a:lnTo>
                  <a:lnTo>
                    <a:pt x="37600" y="10743"/>
                  </a:lnTo>
                  <a:lnTo>
                    <a:pt x="38931" y="10743"/>
                  </a:lnTo>
                  <a:lnTo>
                    <a:pt x="40271" y="10743"/>
                  </a:lnTo>
                  <a:lnTo>
                    <a:pt x="41629" y="10743"/>
                  </a:lnTo>
                  <a:lnTo>
                    <a:pt x="41629" y="9410"/>
                  </a:lnTo>
                  <a:lnTo>
                    <a:pt x="41629" y="8057"/>
                  </a:lnTo>
                  <a:lnTo>
                    <a:pt x="42358" y="7294"/>
                  </a:lnTo>
                  <a:lnTo>
                    <a:pt x="43092" y="6536"/>
                  </a:lnTo>
                  <a:lnTo>
                    <a:pt x="43829" y="5781"/>
                  </a:lnTo>
                  <a:lnTo>
                    <a:pt x="44571" y="5031"/>
                  </a:lnTo>
                  <a:lnTo>
                    <a:pt x="45318" y="4285"/>
                  </a:lnTo>
                  <a:lnTo>
                    <a:pt x="46068" y="3543"/>
                  </a:lnTo>
                  <a:lnTo>
                    <a:pt x="46822" y="2805"/>
                  </a:lnTo>
                  <a:lnTo>
                    <a:pt x="47581" y="2072"/>
                  </a:lnTo>
                  <a:lnTo>
                    <a:pt x="48343" y="1342"/>
                  </a:lnTo>
                  <a:lnTo>
                    <a:pt x="49010" y="676"/>
                  </a:lnTo>
                  <a:lnTo>
                    <a:pt x="49686" y="0"/>
                  </a:lnTo>
                  <a:close/>
                </a:path>
              </a:pathLst>
            </a:custGeom>
            <a:solidFill>
              <a:srgbClr val="5F94B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9" name="region 157 #5B8C9C"/>
            <p:cNvSpPr/>
            <p:nvPr/>
          </p:nvSpPr>
          <p:spPr>
            <a:xfrm>
              <a:off x="871741" y="632235"/>
              <a:ext cx="23086" cy="21748"/>
            </a:xfrm>
            <a:custGeom>
              <a:avLst/>
              <a:gdLst/>
              <a:ahLst/>
              <a:cxnLst/>
              <a:rect l="l" t="t" r="r" b="b"/>
              <a:pathLst>
                <a:path w="23086" h="21748">
                  <a:moveTo>
                    <a:pt x="6431" y="0"/>
                  </a:moveTo>
                  <a:lnTo>
                    <a:pt x="7592" y="38"/>
                  </a:lnTo>
                  <a:lnTo>
                    <a:pt x="8753" y="75"/>
                  </a:lnTo>
                  <a:lnTo>
                    <a:pt x="9915" y="112"/>
                  </a:lnTo>
                  <a:lnTo>
                    <a:pt x="11076" y="150"/>
                  </a:lnTo>
                  <a:lnTo>
                    <a:pt x="12238" y="187"/>
                  </a:lnTo>
                  <a:lnTo>
                    <a:pt x="13400" y="225"/>
                  </a:lnTo>
                  <a:lnTo>
                    <a:pt x="14562" y="262"/>
                  </a:lnTo>
                  <a:lnTo>
                    <a:pt x="13895" y="1595"/>
                  </a:lnTo>
                  <a:lnTo>
                    <a:pt x="13219" y="2948"/>
                  </a:lnTo>
                  <a:lnTo>
                    <a:pt x="13385" y="4112"/>
                  </a:lnTo>
                  <a:lnTo>
                    <a:pt x="13552" y="5280"/>
                  </a:lnTo>
                  <a:lnTo>
                    <a:pt x="13720" y="6457"/>
                  </a:lnTo>
                  <a:lnTo>
                    <a:pt x="13890" y="7648"/>
                  </a:lnTo>
                  <a:lnTo>
                    <a:pt x="14135" y="9396"/>
                  </a:lnTo>
                  <a:lnTo>
                    <a:pt x="14286" y="10698"/>
                  </a:lnTo>
                  <a:lnTo>
                    <a:pt x="14331" y="11682"/>
                  </a:lnTo>
                  <a:lnTo>
                    <a:pt x="14258" y="12479"/>
                  </a:lnTo>
                  <a:lnTo>
                    <a:pt x="14057" y="13217"/>
                  </a:lnTo>
                  <a:lnTo>
                    <a:pt x="13714" y="14026"/>
                  </a:lnTo>
                  <a:lnTo>
                    <a:pt x="13219" y="15034"/>
                  </a:lnTo>
                  <a:lnTo>
                    <a:pt x="14509" y="14659"/>
                  </a:lnTo>
                  <a:lnTo>
                    <a:pt x="15820" y="14279"/>
                  </a:lnTo>
                  <a:lnTo>
                    <a:pt x="17195" y="13987"/>
                  </a:lnTo>
                  <a:lnTo>
                    <a:pt x="18590" y="13691"/>
                  </a:lnTo>
                  <a:lnTo>
                    <a:pt x="19257" y="14357"/>
                  </a:lnTo>
                  <a:lnTo>
                    <a:pt x="19933" y="15034"/>
                  </a:lnTo>
                  <a:lnTo>
                    <a:pt x="20066" y="13970"/>
                  </a:lnTo>
                  <a:lnTo>
                    <a:pt x="20199" y="12906"/>
                  </a:lnTo>
                  <a:lnTo>
                    <a:pt x="20332" y="11840"/>
                  </a:lnTo>
                  <a:lnTo>
                    <a:pt x="20466" y="10773"/>
                  </a:lnTo>
                  <a:lnTo>
                    <a:pt x="20600" y="9702"/>
                  </a:lnTo>
                  <a:lnTo>
                    <a:pt x="20734" y="8629"/>
                  </a:lnTo>
                  <a:lnTo>
                    <a:pt x="20868" y="7552"/>
                  </a:lnTo>
                  <a:lnTo>
                    <a:pt x="21004" y="6470"/>
                  </a:lnTo>
                  <a:lnTo>
                    <a:pt x="21140" y="5383"/>
                  </a:lnTo>
                  <a:lnTo>
                    <a:pt x="21276" y="4291"/>
                  </a:lnTo>
                  <a:lnTo>
                    <a:pt x="21942" y="4291"/>
                  </a:lnTo>
                  <a:lnTo>
                    <a:pt x="22619" y="4291"/>
                  </a:lnTo>
                  <a:lnTo>
                    <a:pt x="22775" y="6337"/>
                  </a:lnTo>
                  <a:lnTo>
                    <a:pt x="22904" y="8119"/>
                  </a:lnTo>
                  <a:lnTo>
                    <a:pt x="23002" y="9664"/>
                  </a:lnTo>
                  <a:lnTo>
                    <a:pt x="23064" y="11001"/>
                  </a:lnTo>
                  <a:lnTo>
                    <a:pt x="23086" y="12157"/>
                  </a:lnTo>
                  <a:lnTo>
                    <a:pt x="23063" y="13159"/>
                  </a:lnTo>
                  <a:lnTo>
                    <a:pt x="22991" y="14035"/>
                  </a:lnTo>
                  <a:lnTo>
                    <a:pt x="22865" y="14812"/>
                  </a:lnTo>
                  <a:lnTo>
                    <a:pt x="22680" y="15519"/>
                  </a:lnTo>
                  <a:lnTo>
                    <a:pt x="22433" y="16182"/>
                  </a:lnTo>
                  <a:lnTo>
                    <a:pt x="22119" y="16830"/>
                  </a:lnTo>
                  <a:lnTo>
                    <a:pt x="21733" y="17490"/>
                  </a:lnTo>
                  <a:lnTo>
                    <a:pt x="21271" y="18190"/>
                  </a:lnTo>
                  <a:lnTo>
                    <a:pt x="20729" y="18957"/>
                  </a:lnTo>
                  <a:lnTo>
                    <a:pt x="20101" y="19818"/>
                  </a:lnTo>
                  <a:lnTo>
                    <a:pt x="18687" y="20760"/>
                  </a:lnTo>
                  <a:lnTo>
                    <a:pt x="17692" y="21331"/>
                  </a:lnTo>
                  <a:lnTo>
                    <a:pt x="16850" y="21625"/>
                  </a:lnTo>
                  <a:lnTo>
                    <a:pt x="15895" y="21733"/>
                  </a:lnTo>
                  <a:lnTo>
                    <a:pt x="14562" y="21748"/>
                  </a:lnTo>
                  <a:lnTo>
                    <a:pt x="14562" y="20415"/>
                  </a:lnTo>
                  <a:lnTo>
                    <a:pt x="14562" y="19062"/>
                  </a:lnTo>
                  <a:lnTo>
                    <a:pt x="13498" y="19062"/>
                  </a:lnTo>
                  <a:lnTo>
                    <a:pt x="12434" y="19062"/>
                  </a:lnTo>
                  <a:lnTo>
                    <a:pt x="11368" y="19062"/>
                  </a:lnTo>
                  <a:lnTo>
                    <a:pt x="10301" y="19062"/>
                  </a:lnTo>
                  <a:lnTo>
                    <a:pt x="9230" y="19062"/>
                  </a:lnTo>
                  <a:lnTo>
                    <a:pt x="8157" y="19062"/>
                  </a:lnTo>
                  <a:lnTo>
                    <a:pt x="7080" y="19062"/>
                  </a:lnTo>
                  <a:lnTo>
                    <a:pt x="5998" y="19062"/>
                  </a:lnTo>
                  <a:lnTo>
                    <a:pt x="4911" y="19062"/>
                  </a:lnTo>
                  <a:lnTo>
                    <a:pt x="3819" y="19062"/>
                  </a:lnTo>
                  <a:lnTo>
                    <a:pt x="3178" y="17977"/>
                  </a:lnTo>
                  <a:lnTo>
                    <a:pt x="2591" y="16952"/>
                  </a:lnTo>
                  <a:lnTo>
                    <a:pt x="2060" y="15973"/>
                  </a:lnTo>
                  <a:lnTo>
                    <a:pt x="1586" y="15022"/>
                  </a:lnTo>
                  <a:lnTo>
                    <a:pt x="1170" y="14087"/>
                  </a:lnTo>
                  <a:lnTo>
                    <a:pt x="815" y="13150"/>
                  </a:lnTo>
                  <a:lnTo>
                    <a:pt x="522" y="12196"/>
                  </a:lnTo>
                  <a:lnTo>
                    <a:pt x="292" y="11211"/>
                  </a:lnTo>
                  <a:lnTo>
                    <a:pt x="127" y="10178"/>
                  </a:lnTo>
                  <a:lnTo>
                    <a:pt x="30" y="9082"/>
                  </a:lnTo>
                  <a:lnTo>
                    <a:pt x="0" y="7908"/>
                  </a:lnTo>
                  <a:lnTo>
                    <a:pt x="41" y="6641"/>
                  </a:lnTo>
                  <a:lnTo>
                    <a:pt x="429" y="5362"/>
                  </a:lnTo>
                  <a:lnTo>
                    <a:pt x="818" y="4222"/>
                  </a:lnTo>
                  <a:lnTo>
                    <a:pt x="1243" y="3219"/>
                  </a:lnTo>
                  <a:lnTo>
                    <a:pt x="1736" y="2353"/>
                  </a:lnTo>
                  <a:lnTo>
                    <a:pt x="2332" y="1620"/>
                  </a:lnTo>
                  <a:lnTo>
                    <a:pt x="3066" y="1020"/>
                  </a:lnTo>
                  <a:lnTo>
                    <a:pt x="3971" y="552"/>
                  </a:lnTo>
                  <a:lnTo>
                    <a:pt x="5081" y="212"/>
                  </a:lnTo>
                  <a:lnTo>
                    <a:pt x="6431" y="0"/>
                  </a:lnTo>
                  <a:close/>
                </a:path>
              </a:pathLst>
            </a:custGeom>
            <a:solidFill>
              <a:srgbClr val="5B8C9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0" name="region 158 #463A3C"/>
            <p:cNvSpPr/>
            <p:nvPr/>
          </p:nvSpPr>
          <p:spPr>
            <a:xfrm>
              <a:off x="1787377" y="488809"/>
              <a:ext cx="28200" cy="32229"/>
            </a:xfrm>
            <a:custGeom>
              <a:avLst/>
              <a:gdLst/>
              <a:ahLst/>
              <a:cxnLst/>
              <a:rect l="l" t="t" r="r" b="b"/>
              <a:pathLst>
                <a:path w="28200" h="32229">
                  <a:moveTo>
                    <a:pt x="14771" y="0"/>
                  </a:moveTo>
                  <a:lnTo>
                    <a:pt x="16104" y="0"/>
                  </a:lnTo>
                  <a:lnTo>
                    <a:pt x="17457" y="0"/>
                  </a:lnTo>
                  <a:lnTo>
                    <a:pt x="18362" y="2240"/>
                  </a:lnTo>
                  <a:lnTo>
                    <a:pt x="19208" y="4338"/>
                  </a:lnTo>
                  <a:lnTo>
                    <a:pt x="19998" y="6298"/>
                  </a:lnTo>
                  <a:lnTo>
                    <a:pt x="20735" y="8128"/>
                  </a:lnTo>
                  <a:lnTo>
                    <a:pt x="21420" y="9834"/>
                  </a:lnTo>
                  <a:lnTo>
                    <a:pt x="22056" y="11421"/>
                  </a:lnTo>
                  <a:lnTo>
                    <a:pt x="22644" y="12897"/>
                  </a:lnTo>
                  <a:lnTo>
                    <a:pt x="23187" y="14266"/>
                  </a:lnTo>
                  <a:lnTo>
                    <a:pt x="23687" y="15536"/>
                  </a:lnTo>
                  <a:lnTo>
                    <a:pt x="24147" y="16713"/>
                  </a:lnTo>
                  <a:lnTo>
                    <a:pt x="24567" y="17803"/>
                  </a:lnTo>
                  <a:lnTo>
                    <a:pt x="24952" y="18812"/>
                  </a:lnTo>
                  <a:lnTo>
                    <a:pt x="25302" y="19746"/>
                  </a:lnTo>
                  <a:lnTo>
                    <a:pt x="25619" y="20611"/>
                  </a:lnTo>
                  <a:lnTo>
                    <a:pt x="25907" y="21415"/>
                  </a:lnTo>
                  <a:lnTo>
                    <a:pt x="26167" y="22162"/>
                  </a:lnTo>
                  <a:lnTo>
                    <a:pt x="26402" y="22860"/>
                  </a:lnTo>
                  <a:lnTo>
                    <a:pt x="26612" y="23514"/>
                  </a:lnTo>
                  <a:lnTo>
                    <a:pt x="26802" y="24131"/>
                  </a:lnTo>
                  <a:lnTo>
                    <a:pt x="26972" y="24717"/>
                  </a:lnTo>
                  <a:lnTo>
                    <a:pt x="27126" y="25278"/>
                  </a:lnTo>
                  <a:lnTo>
                    <a:pt x="27264" y="25820"/>
                  </a:lnTo>
                  <a:lnTo>
                    <a:pt x="27390" y="26350"/>
                  </a:lnTo>
                  <a:lnTo>
                    <a:pt x="27505" y="26873"/>
                  </a:lnTo>
                  <a:lnTo>
                    <a:pt x="27612" y="27397"/>
                  </a:lnTo>
                  <a:lnTo>
                    <a:pt x="27713" y="27927"/>
                  </a:lnTo>
                  <a:lnTo>
                    <a:pt x="27810" y="28469"/>
                  </a:lnTo>
                  <a:lnTo>
                    <a:pt x="27905" y="29030"/>
                  </a:lnTo>
                  <a:lnTo>
                    <a:pt x="28000" y="29615"/>
                  </a:lnTo>
                  <a:lnTo>
                    <a:pt x="28098" y="30232"/>
                  </a:lnTo>
                  <a:lnTo>
                    <a:pt x="28200" y="30886"/>
                  </a:lnTo>
                  <a:lnTo>
                    <a:pt x="26866" y="30610"/>
                  </a:lnTo>
                  <a:lnTo>
                    <a:pt x="25721" y="30336"/>
                  </a:lnTo>
                  <a:lnTo>
                    <a:pt x="24716" y="30031"/>
                  </a:lnTo>
                  <a:lnTo>
                    <a:pt x="23805" y="29660"/>
                  </a:lnTo>
                  <a:lnTo>
                    <a:pt x="22939" y="29192"/>
                  </a:lnTo>
                  <a:lnTo>
                    <a:pt x="22072" y="28591"/>
                  </a:lnTo>
                  <a:lnTo>
                    <a:pt x="21156" y="27824"/>
                  </a:lnTo>
                  <a:lnTo>
                    <a:pt x="20143" y="26858"/>
                  </a:lnTo>
                  <a:lnTo>
                    <a:pt x="18810" y="26191"/>
                  </a:lnTo>
                  <a:lnTo>
                    <a:pt x="17457" y="25515"/>
                  </a:lnTo>
                  <a:lnTo>
                    <a:pt x="17457" y="24481"/>
                  </a:lnTo>
                  <a:lnTo>
                    <a:pt x="17457" y="23446"/>
                  </a:lnTo>
                  <a:lnTo>
                    <a:pt x="17457" y="22409"/>
                  </a:lnTo>
                  <a:lnTo>
                    <a:pt x="17457" y="21370"/>
                  </a:lnTo>
                  <a:lnTo>
                    <a:pt x="17457" y="20328"/>
                  </a:lnTo>
                  <a:lnTo>
                    <a:pt x="17457" y="19283"/>
                  </a:lnTo>
                  <a:lnTo>
                    <a:pt x="17457" y="18232"/>
                  </a:lnTo>
                  <a:lnTo>
                    <a:pt x="17457" y="17176"/>
                  </a:lnTo>
                  <a:lnTo>
                    <a:pt x="17457" y="16114"/>
                  </a:lnTo>
                  <a:lnTo>
                    <a:pt x="16393" y="16114"/>
                  </a:lnTo>
                  <a:lnTo>
                    <a:pt x="15327" y="16114"/>
                  </a:lnTo>
                  <a:lnTo>
                    <a:pt x="14255" y="16114"/>
                  </a:lnTo>
                  <a:lnTo>
                    <a:pt x="13175" y="16114"/>
                  </a:lnTo>
                  <a:lnTo>
                    <a:pt x="12086" y="16114"/>
                  </a:lnTo>
                  <a:lnTo>
                    <a:pt x="11987" y="17525"/>
                  </a:lnTo>
                  <a:lnTo>
                    <a:pt x="11887" y="18957"/>
                  </a:lnTo>
                  <a:lnTo>
                    <a:pt x="11786" y="20181"/>
                  </a:lnTo>
                  <a:lnTo>
                    <a:pt x="11685" y="21413"/>
                  </a:lnTo>
                  <a:lnTo>
                    <a:pt x="11582" y="22661"/>
                  </a:lnTo>
                  <a:lnTo>
                    <a:pt x="11488" y="23878"/>
                  </a:lnTo>
                  <a:lnTo>
                    <a:pt x="11394" y="25102"/>
                  </a:lnTo>
                  <a:lnTo>
                    <a:pt x="11299" y="26343"/>
                  </a:lnTo>
                  <a:lnTo>
                    <a:pt x="11052" y="27704"/>
                  </a:lnTo>
                  <a:lnTo>
                    <a:pt x="10808" y="28695"/>
                  </a:lnTo>
                  <a:lnTo>
                    <a:pt x="10477" y="29479"/>
                  </a:lnTo>
                  <a:lnTo>
                    <a:pt x="9968" y="30221"/>
                  </a:lnTo>
                  <a:lnTo>
                    <a:pt x="9191" y="31083"/>
                  </a:lnTo>
                  <a:lnTo>
                    <a:pt x="8057" y="32229"/>
                  </a:lnTo>
                  <a:lnTo>
                    <a:pt x="6993" y="32229"/>
                  </a:lnTo>
                  <a:lnTo>
                    <a:pt x="5926" y="32229"/>
                  </a:lnTo>
                  <a:lnTo>
                    <a:pt x="4855" y="32229"/>
                  </a:lnTo>
                  <a:lnTo>
                    <a:pt x="3775" y="32229"/>
                  </a:lnTo>
                  <a:lnTo>
                    <a:pt x="2685" y="32229"/>
                  </a:lnTo>
                  <a:lnTo>
                    <a:pt x="2242" y="31121"/>
                  </a:lnTo>
                  <a:lnTo>
                    <a:pt x="1798" y="30011"/>
                  </a:lnTo>
                  <a:lnTo>
                    <a:pt x="1353" y="28897"/>
                  </a:lnTo>
                  <a:lnTo>
                    <a:pt x="905" y="27778"/>
                  </a:lnTo>
                  <a:lnTo>
                    <a:pt x="454" y="26651"/>
                  </a:lnTo>
                  <a:lnTo>
                    <a:pt x="0" y="25515"/>
                  </a:lnTo>
                  <a:lnTo>
                    <a:pt x="468" y="25749"/>
                  </a:lnTo>
                  <a:lnTo>
                    <a:pt x="982" y="26006"/>
                  </a:lnTo>
                  <a:lnTo>
                    <a:pt x="1798" y="26414"/>
                  </a:lnTo>
                  <a:lnTo>
                    <a:pt x="3175" y="27103"/>
                  </a:lnTo>
                  <a:lnTo>
                    <a:pt x="5371" y="28200"/>
                  </a:lnTo>
                  <a:lnTo>
                    <a:pt x="5715" y="27000"/>
                  </a:lnTo>
                  <a:lnTo>
                    <a:pt x="6064" y="25782"/>
                  </a:lnTo>
                  <a:lnTo>
                    <a:pt x="6361" y="24775"/>
                  </a:lnTo>
                  <a:lnTo>
                    <a:pt x="6661" y="23770"/>
                  </a:lnTo>
                  <a:lnTo>
                    <a:pt x="6964" y="22767"/>
                  </a:lnTo>
                  <a:lnTo>
                    <a:pt x="7271" y="21765"/>
                  </a:lnTo>
                  <a:lnTo>
                    <a:pt x="7581" y="20765"/>
                  </a:lnTo>
                  <a:lnTo>
                    <a:pt x="7895" y="19766"/>
                  </a:lnTo>
                  <a:lnTo>
                    <a:pt x="8212" y="18769"/>
                  </a:lnTo>
                  <a:lnTo>
                    <a:pt x="8532" y="17773"/>
                  </a:lnTo>
                  <a:lnTo>
                    <a:pt x="8855" y="16778"/>
                  </a:lnTo>
                  <a:lnTo>
                    <a:pt x="9182" y="15785"/>
                  </a:lnTo>
                  <a:lnTo>
                    <a:pt x="9511" y="14792"/>
                  </a:lnTo>
                  <a:lnTo>
                    <a:pt x="9843" y="13801"/>
                  </a:lnTo>
                  <a:lnTo>
                    <a:pt x="10179" y="12811"/>
                  </a:lnTo>
                  <a:lnTo>
                    <a:pt x="10517" y="11822"/>
                  </a:lnTo>
                  <a:lnTo>
                    <a:pt x="10858" y="10833"/>
                  </a:lnTo>
                  <a:lnTo>
                    <a:pt x="11201" y="9845"/>
                  </a:lnTo>
                  <a:lnTo>
                    <a:pt x="11547" y="8859"/>
                  </a:lnTo>
                  <a:lnTo>
                    <a:pt x="11896" y="7872"/>
                  </a:lnTo>
                  <a:lnTo>
                    <a:pt x="12247" y="6887"/>
                  </a:lnTo>
                  <a:lnTo>
                    <a:pt x="12601" y="5902"/>
                  </a:lnTo>
                  <a:lnTo>
                    <a:pt x="12957" y="4917"/>
                  </a:lnTo>
                  <a:lnTo>
                    <a:pt x="13316" y="3933"/>
                  </a:lnTo>
                  <a:lnTo>
                    <a:pt x="13676" y="2950"/>
                  </a:lnTo>
                  <a:lnTo>
                    <a:pt x="14039" y="1966"/>
                  </a:lnTo>
                  <a:lnTo>
                    <a:pt x="14404" y="983"/>
                  </a:lnTo>
                  <a:lnTo>
                    <a:pt x="14771" y="0"/>
                  </a:lnTo>
                  <a:close/>
                </a:path>
              </a:pathLst>
            </a:custGeom>
            <a:solidFill>
              <a:srgbClr val="463A3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1" name="region 159 #4A292F"/>
            <p:cNvSpPr/>
            <p:nvPr/>
          </p:nvSpPr>
          <p:spPr>
            <a:xfrm>
              <a:off x="1340197" y="292503"/>
              <a:ext cx="67144" cy="39189"/>
            </a:xfrm>
            <a:custGeom>
              <a:avLst/>
              <a:gdLst/>
              <a:ahLst/>
              <a:cxnLst/>
              <a:rect l="l" t="t" r="r" b="b"/>
              <a:pathLst>
                <a:path w="67144" h="39189">
                  <a:moveTo>
                    <a:pt x="2685" y="245"/>
                  </a:moveTo>
                  <a:lnTo>
                    <a:pt x="3812" y="175"/>
                  </a:lnTo>
                  <a:lnTo>
                    <a:pt x="4927" y="117"/>
                  </a:lnTo>
                  <a:lnTo>
                    <a:pt x="6032" y="71"/>
                  </a:lnTo>
                  <a:lnTo>
                    <a:pt x="7131" y="37"/>
                  </a:lnTo>
                  <a:lnTo>
                    <a:pt x="8225" y="13"/>
                  </a:lnTo>
                  <a:lnTo>
                    <a:pt x="9319" y="1"/>
                  </a:lnTo>
                  <a:lnTo>
                    <a:pt x="10413" y="0"/>
                  </a:lnTo>
                  <a:lnTo>
                    <a:pt x="11511" y="10"/>
                  </a:lnTo>
                  <a:lnTo>
                    <a:pt x="12614" y="29"/>
                  </a:lnTo>
                  <a:lnTo>
                    <a:pt x="13727" y="59"/>
                  </a:lnTo>
                  <a:lnTo>
                    <a:pt x="14851" y="99"/>
                  </a:lnTo>
                  <a:lnTo>
                    <a:pt x="16061" y="131"/>
                  </a:lnTo>
                  <a:lnTo>
                    <a:pt x="17279" y="163"/>
                  </a:lnTo>
                  <a:lnTo>
                    <a:pt x="18513" y="197"/>
                  </a:lnTo>
                  <a:lnTo>
                    <a:pt x="19610" y="228"/>
                  </a:lnTo>
                  <a:lnTo>
                    <a:pt x="20707" y="260"/>
                  </a:lnTo>
                  <a:lnTo>
                    <a:pt x="21803" y="294"/>
                  </a:lnTo>
                  <a:lnTo>
                    <a:pt x="22900" y="329"/>
                  </a:lnTo>
                  <a:lnTo>
                    <a:pt x="23997" y="365"/>
                  </a:lnTo>
                  <a:lnTo>
                    <a:pt x="25093" y="402"/>
                  </a:lnTo>
                  <a:lnTo>
                    <a:pt x="26190" y="441"/>
                  </a:lnTo>
                  <a:lnTo>
                    <a:pt x="27259" y="478"/>
                  </a:lnTo>
                  <a:lnTo>
                    <a:pt x="28328" y="514"/>
                  </a:lnTo>
                  <a:lnTo>
                    <a:pt x="29397" y="549"/>
                  </a:lnTo>
                  <a:lnTo>
                    <a:pt x="30466" y="582"/>
                  </a:lnTo>
                  <a:lnTo>
                    <a:pt x="31535" y="615"/>
                  </a:lnTo>
                  <a:lnTo>
                    <a:pt x="32604" y="647"/>
                  </a:lnTo>
                  <a:lnTo>
                    <a:pt x="33673" y="678"/>
                  </a:lnTo>
                  <a:lnTo>
                    <a:pt x="34742" y="708"/>
                  </a:lnTo>
                  <a:lnTo>
                    <a:pt x="35811" y="738"/>
                  </a:lnTo>
                  <a:lnTo>
                    <a:pt x="36880" y="767"/>
                  </a:lnTo>
                  <a:lnTo>
                    <a:pt x="37950" y="796"/>
                  </a:lnTo>
                  <a:lnTo>
                    <a:pt x="39014" y="827"/>
                  </a:lnTo>
                  <a:lnTo>
                    <a:pt x="40078" y="859"/>
                  </a:lnTo>
                  <a:lnTo>
                    <a:pt x="41143" y="891"/>
                  </a:lnTo>
                  <a:lnTo>
                    <a:pt x="42207" y="923"/>
                  </a:lnTo>
                  <a:lnTo>
                    <a:pt x="43272" y="956"/>
                  </a:lnTo>
                  <a:lnTo>
                    <a:pt x="44337" y="988"/>
                  </a:lnTo>
                  <a:lnTo>
                    <a:pt x="45401" y="1021"/>
                  </a:lnTo>
                  <a:lnTo>
                    <a:pt x="45924" y="1037"/>
                  </a:lnTo>
                  <a:lnTo>
                    <a:pt x="46847" y="1064"/>
                  </a:lnTo>
                  <a:lnTo>
                    <a:pt x="48961" y="1127"/>
                  </a:lnTo>
                  <a:lnTo>
                    <a:pt x="50056" y="1168"/>
                  </a:lnTo>
                  <a:lnTo>
                    <a:pt x="51158" y="1208"/>
                  </a:lnTo>
                  <a:lnTo>
                    <a:pt x="52274" y="1248"/>
                  </a:lnTo>
                  <a:lnTo>
                    <a:pt x="53720" y="1298"/>
                  </a:lnTo>
                  <a:lnTo>
                    <a:pt x="55187" y="1349"/>
                  </a:lnTo>
                  <a:lnTo>
                    <a:pt x="56283" y="1456"/>
                  </a:lnTo>
                  <a:lnTo>
                    <a:pt x="57135" y="1567"/>
                  </a:lnTo>
                  <a:lnTo>
                    <a:pt x="57928" y="1726"/>
                  </a:lnTo>
                  <a:lnTo>
                    <a:pt x="58843" y="1977"/>
                  </a:lnTo>
                  <a:lnTo>
                    <a:pt x="60063" y="2364"/>
                  </a:lnTo>
                  <a:lnTo>
                    <a:pt x="61772" y="2931"/>
                  </a:lnTo>
                  <a:lnTo>
                    <a:pt x="61772" y="3994"/>
                  </a:lnTo>
                  <a:lnTo>
                    <a:pt x="61772" y="5058"/>
                  </a:lnTo>
                  <a:lnTo>
                    <a:pt x="61772" y="6123"/>
                  </a:lnTo>
                  <a:lnTo>
                    <a:pt x="61772" y="7188"/>
                  </a:lnTo>
                  <a:lnTo>
                    <a:pt x="61772" y="8255"/>
                  </a:lnTo>
                  <a:lnTo>
                    <a:pt x="61772" y="9322"/>
                  </a:lnTo>
                  <a:lnTo>
                    <a:pt x="61772" y="10392"/>
                  </a:lnTo>
                  <a:lnTo>
                    <a:pt x="61772" y="11464"/>
                  </a:lnTo>
                  <a:lnTo>
                    <a:pt x="61772" y="12538"/>
                  </a:lnTo>
                  <a:lnTo>
                    <a:pt x="61772" y="13614"/>
                  </a:lnTo>
                  <a:lnTo>
                    <a:pt x="61772" y="14693"/>
                  </a:lnTo>
                  <a:lnTo>
                    <a:pt x="61772" y="15776"/>
                  </a:lnTo>
                  <a:lnTo>
                    <a:pt x="61772" y="16862"/>
                  </a:lnTo>
                  <a:lnTo>
                    <a:pt x="61772" y="17952"/>
                  </a:lnTo>
                  <a:lnTo>
                    <a:pt x="61772" y="19045"/>
                  </a:lnTo>
                  <a:lnTo>
                    <a:pt x="62836" y="18779"/>
                  </a:lnTo>
                  <a:lnTo>
                    <a:pt x="63903" y="18513"/>
                  </a:lnTo>
                  <a:lnTo>
                    <a:pt x="64975" y="18245"/>
                  </a:lnTo>
                  <a:lnTo>
                    <a:pt x="66054" y="17975"/>
                  </a:lnTo>
                  <a:lnTo>
                    <a:pt x="67144" y="17702"/>
                  </a:lnTo>
                  <a:lnTo>
                    <a:pt x="66932" y="18995"/>
                  </a:lnTo>
                  <a:lnTo>
                    <a:pt x="66756" y="19920"/>
                  </a:lnTo>
                  <a:lnTo>
                    <a:pt x="66552" y="20737"/>
                  </a:lnTo>
                  <a:lnTo>
                    <a:pt x="66255" y="21702"/>
                  </a:lnTo>
                  <a:lnTo>
                    <a:pt x="65801" y="23074"/>
                  </a:lnTo>
                  <a:lnTo>
                    <a:pt x="64803" y="23407"/>
                  </a:lnTo>
                  <a:lnTo>
                    <a:pt x="63802" y="23740"/>
                  </a:lnTo>
                  <a:lnTo>
                    <a:pt x="62793" y="24077"/>
                  </a:lnTo>
                  <a:lnTo>
                    <a:pt x="61772" y="24417"/>
                  </a:lnTo>
                  <a:lnTo>
                    <a:pt x="61582" y="25557"/>
                  </a:lnTo>
                  <a:lnTo>
                    <a:pt x="61392" y="26698"/>
                  </a:lnTo>
                  <a:lnTo>
                    <a:pt x="61201" y="27842"/>
                  </a:lnTo>
                  <a:lnTo>
                    <a:pt x="61010" y="28990"/>
                  </a:lnTo>
                  <a:lnTo>
                    <a:pt x="60818" y="30144"/>
                  </a:lnTo>
                  <a:lnTo>
                    <a:pt x="60624" y="31305"/>
                  </a:lnTo>
                  <a:lnTo>
                    <a:pt x="60429" y="32474"/>
                  </a:lnTo>
                  <a:lnTo>
                    <a:pt x="61427" y="32807"/>
                  </a:lnTo>
                  <a:lnTo>
                    <a:pt x="62429" y="33141"/>
                  </a:lnTo>
                  <a:lnTo>
                    <a:pt x="63438" y="33477"/>
                  </a:lnTo>
                  <a:lnTo>
                    <a:pt x="64458" y="33817"/>
                  </a:lnTo>
                  <a:lnTo>
                    <a:pt x="63670" y="34961"/>
                  </a:lnTo>
                  <a:lnTo>
                    <a:pt x="63078" y="35807"/>
                  </a:lnTo>
                  <a:lnTo>
                    <a:pt x="62570" y="36503"/>
                  </a:lnTo>
                  <a:lnTo>
                    <a:pt x="62033" y="37199"/>
                  </a:lnTo>
                  <a:lnTo>
                    <a:pt x="61357" y="38045"/>
                  </a:lnTo>
                  <a:lnTo>
                    <a:pt x="60429" y="39189"/>
                  </a:lnTo>
                  <a:lnTo>
                    <a:pt x="59097" y="39189"/>
                  </a:lnTo>
                  <a:lnTo>
                    <a:pt x="57744" y="39189"/>
                  </a:lnTo>
                  <a:lnTo>
                    <a:pt x="57705" y="38133"/>
                  </a:lnTo>
                  <a:lnTo>
                    <a:pt x="57665" y="37077"/>
                  </a:lnTo>
                  <a:lnTo>
                    <a:pt x="57626" y="36021"/>
                  </a:lnTo>
                  <a:lnTo>
                    <a:pt x="57587" y="34965"/>
                  </a:lnTo>
                  <a:lnTo>
                    <a:pt x="57548" y="33909"/>
                  </a:lnTo>
                  <a:lnTo>
                    <a:pt x="57509" y="32852"/>
                  </a:lnTo>
                  <a:lnTo>
                    <a:pt x="57470" y="31795"/>
                  </a:lnTo>
                  <a:lnTo>
                    <a:pt x="57431" y="30738"/>
                  </a:lnTo>
                  <a:lnTo>
                    <a:pt x="57392" y="29680"/>
                  </a:lnTo>
                  <a:lnTo>
                    <a:pt x="57352" y="28622"/>
                  </a:lnTo>
                  <a:lnTo>
                    <a:pt x="57313" y="27563"/>
                  </a:lnTo>
                  <a:lnTo>
                    <a:pt x="57274" y="26504"/>
                  </a:lnTo>
                  <a:lnTo>
                    <a:pt x="57235" y="25444"/>
                  </a:lnTo>
                  <a:lnTo>
                    <a:pt x="57195" y="24383"/>
                  </a:lnTo>
                  <a:lnTo>
                    <a:pt x="57156" y="23321"/>
                  </a:lnTo>
                  <a:lnTo>
                    <a:pt x="57117" y="22259"/>
                  </a:lnTo>
                  <a:lnTo>
                    <a:pt x="57077" y="21196"/>
                  </a:lnTo>
                  <a:lnTo>
                    <a:pt x="57038" y="20131"/>
                  </a:lnTo>
                  <a:lnTo>
                    <a:pt x="56998" y="19066"/>
                  </a:lnTo>
                  <a:lnTo>
                    <a:pt x="56959" y="18000"/>
                  </a:lnTo>
                  <a:lnTo>
                    <a:pt x="56919" y="16933"/>
                  </a:lnTo>
                  <a:lnTo>
                    <a:pt x="56880" y="15864"/>
                  </a:lnTo>
                  <a:lnTo>
                    <a:pt x="56840" y="14794"/>
                  </a:lnTo>
                  <a:lnTo>
                    <a:pt x="56801" y="13723"/>
                  </a:lnTo>
                  <a:lnTo>
                    <a:pt x="56761" y="12651"/>
                  </a:lnTo>
                  <a:lnTo>
                    <a:pt x="56721" y="11577"/>
                  </a:lnTo>
                  <a:lnTo>
                    <a:pt x="56681" y="10502"/>
                  </a:lnTo>
                  <a:lnTo>
                    <a:pt x="56641" y="9425"/>
                  </a:lnTo>
                  <a:lnTo>
                    <a:pt x="56601" y="8347"/>
                  </a:lnTo>
                  <a:lnTo>
                    <a:pt x="56561" y="7267"/>
                  </a:lnTo>
                  <a:lnTo>
                    <a:pt x="56521" y="6186"/>
                  </a:lnTo>
                  <a:lnTo>
                    <a:pt x="56481" y="5103"/>
                  </a:lnTo>
                  <a:lnTo>
                    <a:pt x="56441" y="4018"/>
                  </a:lnTo>
                  <a:lnTo>
                    <a:pt x="56401" y="2931"/>
                  </a:lnTo>
                  <a:lnTo>
                    <a:pt x="55329" y="2997"/>
                  </a:lnTo>
                  <a:lnTo>
                    <a:pt x="54256" y="3064"/>
                  </a:lnTo>
                  <a:lnTo>
                    <a:pt x="53182" y="3130"/>
                  </a:lnTo>
                  <a:lnTo>
                    <a:pt x="52106" y="3197"/>
                  </a:lnTo>
                  <a:lnTo>
                    <a:pt x="51028" y="3264"/>
                  </a:lnTo>
                  <a:lnTo>
                    <a:pt x="49946" y="3331"/>
                  </a:lnTo>
                  <a:lnTo>
                    <a:pt x="48861" y="3398"/>
                  </a:lnTo>
                  <a:lnTo>
                    <a:pt x="47771" y="3466"/>
                  </a:lnTo>
                  <a:lnTo>
                    <a:pt x="46676" y="3534"/>
                  </a:lnTo>
                  <a:lnTo>
                    <a:pt x="45574" y="3602"/>
                  </a:lnTo>
                  <a:lnTo>
                    <a:pt x="44515" y="3661"/>
                  </a:lnTo>
                  <a:lnTo>
                    <a:pt x="43455" y="3717"/>
                  </a:lnTo>
                  <a:lnTo>
                    <a:pt x="42395" y="3770"/>
                  </a:lnTo>
                  <a:lnTo>
                    <a:pt x="41336" y="3821"/>
                  </a:lnTo>
                  <a:lnTo>
                    <a:pt x="40276" y="3868"/>
                  </a:lnTo>
                  <a:lnTo>
                    <a:pt x="39217" y="3913"/>
                  </a:lnTo>
                  <a:lnTo>
                    <a:pt x="38157" y="3955"/>
                  </a:lnTo>
                  <a:lnTo>
                    <a:pt x="37098" y="3995"/>
                  </a:lnTo>
                  <a:lnTo>
                    <a:pt x="36038" y="4032"/>
                  </a:lnTo>
                  <a:lnTo>
                    <a:pt x="34979" y="4067"/>
                  </a:lnTo>
                  <a:lnTo>
                    <a:pt x="33919" y="4099"/>
                  </a:lnTo>
                  <a:lnTo>
                    <a:pt x="32860" y="4129"/>
                  </a:lnTo>
                  <a:lnTo>
                    <a:pt x="31800" y="4157"/>
                  </a:lnTo>
                  <a:lnTo>
                    <a:pt x="30741" y="4183"/>
                  </a:lnTo>
                  <a:lnTo>
                    <a:pt x="29681" y="4206"/>
                  </a:lnTo>
                  <a:lnTo>
                    <a:pt x="28622" y="4228"/>
                  </a:lnTo>
                  <a:lnTo>
                    <a:pt x="27562" y="4247"/>
                  </a:lnTo>
                  <a:lnTo>
                    <a:pt x="26503" y="4265"/>
                  </a:lnTo>
                  <a:lnTo>
                    <a:pt x="25443" y="4281"/>
                  </a:lnTo>
                  <a:lnTo>
                    <a:pt x="24384" y="4295"/>
                  </a:lnTo>
                  <a:lnTo>
                    <a:pt x="23324" y="4307"/>
                  </a:lnTo>
                  <a:lnTo>
                    <a:pt x="22264" y="4318"/>
                  </a:lnTo>
                  <a:lnTo>
                    <a:pt x="21205" y="4327"/>
                  </a:lnTo>
                  <a:lnTo>
                    <a:pt x="20145" y="4334"/>
                  </a:lnTo>
                  <a:lnTo>
                    <a:pt x="19085" y="4340"/>
                  </a:lnTo>
                  <a:lnTo>
                    <a:pt x="18025" y="4345"/>
                  </a:lnTo>
                  <a:lnTo>
                    <a:pt x="16966" y="4348"/>
                  </a:lnTo>
                  <a:lnTo>
                    <a:pt x="15906" y="4350"/>
                  </a:lnTo>
                  <a:lnTo>
                    <a:pt x="14846" y="4351"/>
                  </a:lnTo>
                  <a:lnTo>
                    <a:pt x="13786" y="4351"/>
                  </a:lnTo>
                  <a:lnTo>
                    <a:pt x="12726" y="4350"/>
                  </a:lnTo>
                  <a:lnTo>
                    <a:pt x="11666" y="4347"/>
                  </a:lnTo>
                  <a:lnTo>
                    <a:pt x="10606" y="4344"/>
                  </a:lnTo>
                  <a:lnTo>
                    <a:pt x="9545" y="4340"/>
                  </a:lnTo>
                  <a:lnTo>
                    <a:pt x="8485" y="4335"/>
                  </a:lnTo>
                  <a:lnTo>
                    <a:pt x="7425" y="4329"/>
                  </a:lnTo>
                  <a:lnTo>
                    <a:pt x="6364" y="4323"/>
                  </a:lnTo>
                  <a:lnTo>
                    <a:pt x="5304" y="4316"/>
                  </a:lnTo>
                  <a:lnTo>
                    <a:pt x="4243" y="4308"/>
                  </a:lnTo>
                  <a:lnTo>
                    <a:pt x="3182" y="4300"/>
                  </a:lnTo>
                  <a:lnTo>
                    <a:pt x="2122" y="4292"/>
                  </a:lnTo>
                  <a:lnTo>
                    <a:pt x="1061" y="4283"/>
                  </a:lnTo>
                  <a:lnTo>
                    <a:pt x="0" y="4274"/>
                  </a:lnTo>
                  <a:lnTo>
                    <a:pt x="665" y="3276"/>
                  </a:lnTo>
                  <a:lnTo>
                    <a:pt x="1333" y="2274"/>
                  </a:lnTo>
                  <a:lnTo>
                    <a:pt x="2005" y="1265"/>
                  </a:lnTo>
                  <a:lnTo>
                    <a:pt x="2685" y="245"/>
                  </a:lnTo>
                  <a:close/>
                </a:path>
              </a:pathLst>
            </a:custGeom>
            <a:solidFill>
              <a:srgbClr val="4A292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2" name="region 160 #372C2F"/>
            <p:cNvSpPr/>
            <p:nvPr/>
          </p:nvSpPr>
          <p:spPr>
            <a:xfrm>
              <a:off x="1486571" y="251119"/>
              <a:ext cx="32229" cy="33572"/>
            </a:xfrm>
            <a:custGeom>
              <a:avLst/>
              <a:gdLst/>
              <a:ahLst/>
              <a:cxnLst/>
              <a:rect l="l" t="t" r="r" b="b"/>
              <a:pathLst>
                <a:path w="32229" h="33572">
                  <a:moveTo>
                    <a:pt x="4029" y="0"/>
                  </a:moveTo>
                  <a:lnTo>
                    <a:pt x="5361" y="666"/>
                  </a:lnTo>
                  <a:lnTo>
                    <a:pt x="6714" y="1342"/>
                  </a:lnTo>
                  <a:lnTo>
                    <a:pt x="5827" y="2230"/>
                  </a:lnTo>
                  <a:lnTo>
                    <a:pt x="4934" y="3123"/>
                  </a:lnTo>
                  <a:lnTo>
                    <a:pt x="4029" y="4028"/>
                  </a:lnTo>
                  <a:lnTo>
                    <a:pt x="5092" y="4243"/>
                  </a:lnTo>
                  <a:lnTo>
                    <a:pt x="6155" y="4458"/>
                  </a:lnTo>
                  <a:lnTo>
                    <a:pt x="7218" y="4672"/>
                  </a:lnTo>
                  <a:lnTo>
                    <a:pt x="8281" y="4887"/>
                  </a:lnTo>
                  <a:lnTo>
                    <a:pt x="9344" y="5102"/>
                  </a:lnTo>
                  <a:lnTo>
                    <a:pt x="10407" y="5316"/>
                  </a:lnTo>
                  <a:lnTo>
                    <a:pt x="11470" y="5530"/>
                  </a:lnTo>
                  <a:lnTo>
                    <a:pt x="12534" y="5745"/>
                  </a:lnTo>
                  <a:lnTo>
                    <a:pt x="13597" y="5959"/>
                  </a:lnTo>
                  <a:lnTo>
                    <a:pt x="14940" y="6231"/>
                  </a:lnTo>
                  <a:lnTo>
                    <a:pt x="16304" y="6507"/>
                  </a:lnTo>
                  <a:lnTo>
                    <a:pt x="17363" y="6719"/>
                  </a:lnTo>
                  <a:lnTo>
                    <a:pt x="18422" y="6928"/>
                  </a:lnTo>
                  <a:lnTo>
                    <a:pt x="19481" y="7134"/>
                  </a:lnTo>
                  <a:lnTo>
                    <a:pt x="20540" y="7338"/>
                  </a:lnTo>
                  <a:lnTo>
                    <a:pt x="21600" y="7540"/>
                  </a:lnTo>
                  <a:lnTo>
                    <a:pt x="22661" y="7739"/>
                  </a:lnTo>
                  <a:lnTo>
                    <a:pt x="23721" y="7935"/>
                  </a:lnTo>
                  <a:lnTo>
                    <a:pt x="24783" y="8128"/>
                  </a:lnTo>
                  <a:lnTo>
                    <a:pt x="25844" y="8318"/>
                  </a:lnTo>
                  <a:lnTo>
                    <a:pt x="26907" y="8506"/>
                  </a:lnTo>
                  <a:lnTo>
                    <a:pt x="27970" y="8691"/>
                  </a:lnTo>
                  <a:lnTo>
                    <a:pt x="29033" y="8873"/>
                  </a:lnTo>
                  <a:lnTo>
                    <a:pt x="30098" y="9051"/>
                  </a:lnTo>
                  <a:lnTo>
                    <a:pt x="31163" y="9227"/>
                  </a:lnTo>
                  <a:lnTo>
                    <a:pt x="32229" y="9400"/>
                  </a:lnTo>
                  <a:lnTo>
                    <a:pt x="32229" y="10733"/>
                  </a:lnTo>
                  <a:lnTo>
                    <a:pt x="32229" y="12086"/>
                  </a:lnTo>
                  <a:lnTo>
                    <a:pt x="30538" y="13628"/>
                  </a:lnTo>
                  <a:lnTo>
                    <a:pt x="29115" y="14914"/>
                  </a:lnTo>
                  <a:lnTo>
                    <a:pt x="27925" y="15967"/>
                  </a:lnTo>
                  <a:lnTo>
                    <a:pt x="26929" y="16811"/>
                  </a:lnTo>
                  <a:lnTo>
                    <a:pt x="26090" y="17467"/>
                  </a:lnTo>
                  <a:lnTo>
                    <a:pt x="25371" y="17961"/>
                  </a:lnTo>
                  <a:lnTo>
                    <a:pt x="24735" y="18314"/>
                  </a:lnTo>
                  <a:lnTo>
                    <a:pt x="24144" y="18551"/>
                  </a:lnTo>
                  <a:lnTo>
                    <a:pt x="23560" y="18695"/>
                  </a:lnTo>
                  <a:lnTo>
                    <a:pt x="22948" y="18769"/>
                  </a:lnTo>
                  <a:lnTo>
                    <a:pt x="22269" y="18796"/>
                  </a:lnTo>
                  <a:lnTo>
                    <a:pt x="21486" y="18800"/>
                  </a:lnTo>
                  <a:lnTo>
                    <a:pt x="21486" y="20133"/>
                  </a:lnTo>
                  <a:lnTo>
                    <a:pt x="21486" y="21486"/>
                  </a:lnTo>
                  <a:lnTo>
                    <a:pt x="20617" y="22275"/>
                  </a:lnTo>
                  <a:lnTo>
                    <a:pt x="19736" y="22991"/>
                  </a:lnTo>
                  <a:lnTo>
                    <a:pt x="18841" y="23638"/>
                  </a:lnTo>
                  <a:lnTo>
                    <a:pt x="17932" y="24223"/>
                  </a:lnTo>
                  <a:lnTo>
                    <a:pt x="17007" y="24751"/>
                  </a:lnTo>
                  <a:lnTo>
                    <a:pt x="16066" y="25228"/>
                  </a:lnTo>
                  <a:lnTo>
                    <a:pt x="15108" y="25661"/>
                  </a:lnTo>
                  <a:lnTo>
                    <a:pt x="14132" y="26054"/>
                  </a:lnTo>
                  <a:lnTo>
                    <a:pt x="13137" y="26414"/>
                  </a:lnTo>
                  <a:lnTo>
                    <a:pt x="12122" y="26746"/>
                  </a:lnTo>
                  <a:lnTo>
                    <a:pt x="11086" y="27057"/>
                  </a:lnTo>
                  <a:lnTo>
                    <a:pt x="10028" y="27352"/>
                  </a:lnTo>
                  <a:lnTo>
                    <a:pt x="8947" y="27637"/>
                  </a:lnTo>
                  <a:lnTo>
                    <a:pt x="7843" y="27918"/>
                  </a:lnTo>
                  <a:lnTo>
                    <a:pt x="6714" y="28200"/>
                  </a:lnTo>
                  <a:lnTo>
                    <a:pt x="6714" y="29264"/>
                  </a:lnTo>
                  <a:lnTo>
                    <a:pt x="6714" y="30331"/>
                  </a:lnTo>
                  <a:lnTo>
                    <a:pt x="6714" y="31402"/>
                  </a:lnTo>
                  <a:lnTo>
                    <a:pt x="6714" y="32482"/>
                  </a:lnTo>
                  <a:lnTo>
                    <a:pt x="6714" y="33572"/>
                  </a:lnTo>
                  <a:lnTo>
                    <a:pt x="5382" y="33572"/>
                  </a:lnTo>
                  <a:lnTo>
                    <a:pt x="4029" y="33572"/>
                  </a:lnTo>
                  <a:lnTo>
                    <a:pt x="4029" y="32463"/>
                  </a:lnTo>
                  <a:lnTo>
                    <a:pt x="4029" y="31353"/>
                  </a:lnTo>
                  <a:lnTo>
                    <a:pt x="4029" y="30240"/>
                  </a:lnTo>
                  <a:lnTo>
                    <a:pt x="4029" y="29120"/>
                  </a:lnTo>
                  <a:lnTo>
                    <a:pt x="4029" y="27993"/>
                  </a:lnTo>
                  <a:lnTo>
                    <a:pt x="4029" y="26857"/>
                  </a:lnTo>
                  <a:lnTo>
                    <a:pt x="5360" y="26857"/>
                  </a:lnTo>
                  <a:lnTo>
                    <a:pt x="6699" y="26857"/>
                  </a:lnTo>
                  <a:lnTo>
                    <a:pt x="8057" y="26857"/>
                  </a:lnTo>
                  <a:lnTo>
                    <a:pt x="8057" y="25524"/>
                  </a:lnTo>
                  <a:lnTo>
                    <a:pt x="8057" y="24172"/>
                  </a:lnTo>
                  <a:lnTo>
                    <a:pt x="9054" y="23839"/>
                  </a:lnTo>
                  <a:lnTo>
                    <a:pt x="10053" y="23506"/>
                  </a:lnTo>
                  <a:lnTo>
                    <a:pt x="11053" y="23173"/>
                  </a:lnTo>
                  <a:lnTo>
                    <a:pt x="12056" y="22839"/>
                  </a:lnTo>
                  <a:lnTo>
                    <a:pt x="13062" y="22503"/>
                  </a:lnTo>
                  <a:lnTo>
                    <a:pt x="14074" y="22166"/>
                  </a:lnTo>
                  <a:lnTo>
                    <a:pt x="15091" y="21827"/>
                  </a:lnTo>
                  <a:lnTo>
                    <a:pt x="16115" y="21486"/>
                  </a:lnTo>
                  <a:lnTo>
                    <a:pt x="15782" y="20488"/>
                  </a:lnTo>
                  <a:lnTo>
                    <a:pt x="15448" y="19487"/>
                  </a:lnTo>
                  <a:lnTo>
                    <a:pt x="15112" y="18477"/>
                  </a:lnTo>
                  <a:lnTo>
                    <a:pt x="14772" y="17457"/>
                  </a:lnTo>
                  <a:lnTo>
                    <a:pt x="13632" y="17647"/>
                  </a:lnTo>
                  <a:lnTo>
                    <a:pt x="12491" y="17837"/>
                  </a:lnTo>
                  <a:lnTo>
                    <a:pt x="11347" y="18028"/>
                  </a:lnTo>
                  <a:lnTo>
                    <a:pt x="10198" y="18219"/>
                  </a:lnTo>
                  <a:lnTo>
                    <a:pt x="9045" y="18412"/>
                  </a:lnTo>
                  <a:lnTo>
                    <a:pt x="7884" y="18605"/>
                  </a:lnTo>
                  <a:lnTo>
                    <a:pt x="6714" y="18800"/>
                  </a:lnTo>
                  <a:lnTo>
                    <a:pt x="7545" y="18135"/>
                  </a:lnTo>
                  <a:lnTo>
                    <a:pt x="8377" y="17470"/>
                  </a:lnTo>
                  <a:lnTo>
                    <a:pt x="9211" y="16803"/>
                  </a:lnTo>
                  <a:lnTo>
                    <a:pt x="10046" y="16134"/>
                  </a:lnTo>
                  <a:lnTo>
                    <a:pt x="10885" y="15463"/>
                  </a:lnTo>
                  <a:lnTo>
                    <a:pt x="11728" y="14789"/>
                  </a:lnTo>
                  <a:lnTo>
                    <a:pt x="12576" y="14111"/>
                  </a:lnTo>
                  <a:lnTo>
                    <a:pt x="13429" y="13428"/>
                  </a:lnTo>
                  <a:lnTo>
                    <a:pt x="12496" y="12850"/>
                  </a:lnTo>
                  <a:lnTo>
                    <a:pt x="11566" y="12288"/>
                  </a:lnTo>
                  <a:lnTo>
                    <a:pt x="10636" y="11742"/>
                  </a:lnTo>
                  <a:lnTo>
                    <a:pt x="9705" y="11213"/>
                  </a:lnTo>
                  <a:lnTo>
                    <a:pt x="8771" y="10699"/>
                  </a:lnTo>
                  <a:lnTo>
                    <a:pt x="7834" y="10200"/>
                  </a:lnTo>
                  <a:lnTo>
                    <a:pt x="6890" y="9716"/>
                  </a:lnTo>
                  <a:lnTo>
                    <a:pt x="5939" y="9247"/>
                  </a:lnTo>
                  <a:lnTo>
                    <a:pt x="4980" y="8791"/>
                  </a:lnTo>
                  <a:lnTo>
                    <a:pt x="4011" y="8350"/>
                  </a:lnTo>
                  <a:lnTo>
                    <a:pt x="3029" y="7922"/>
                  </a:lnTo>
                  <a:lnTo>
                    <a:pt x="2035" y="7507"/>
                  </a:lnTo>
                  <a:lnTo>
                    <a:pt x="1026" y="7104"/>
                  </a:lnTo>
                  <a:lnTo>
                    <a:pt x="0" y="6714"/>
                  </a:lnTo>
                  <a:lnTo>
                    <a:pt x="937" y="4783"/>
                  </a:lnTo>
                  <a:lnTo>
                    <a:pt x="1635" y="3372"/>
                  </a:lnTo>
                  <a:lnTo>
                    <a:pt x="2167" y="2362"/>
                  </a:lnTo>
                  <a:lnTo>
                    <a:pt x="2602" y="1638"/>
                  </a:lnTo>
                  <a:lnTo>
                    <a:pt x="3010" y="1081"/>
                  </a:lnTo>
                  <a:lnTo>
                    <a:pt x="3462" y="574"/>
                  </a:lnTo>
                  <a:lnTo>
                    <a:pt x="4029" y="0"/>
                  </a:lnTo>
                  <a:close/>
                </a:path>
              </a:pathLst>
            </a:custGeom>
            <a:solidFill>
              <a:srgbClr val="372C2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3" name="region 161 #0C447B"/>
            <p:cNvSpPr/>
            <p:nvPr/>
          </p:nvSpPr>
          <p:spPr>
            <a:xfrm>
              <a:off x="766995" y="656669"/>
              <a:ext cx="19934" cy="18801"/>
            </a:xfrm>
            <a:custGeom>
              <a:avLst/>
              <a:gdLst/>
              <a:ahLst/>
              <a:cxnLst/>
              <a:rect l="l" t="t" r="r" b="b"/>
              <a:pathLst>
                <a:path w="19934" h="18801">
                  <a:moveTo>
                    <a:pt x="15905" y="0"/>
                  </a:moveTo>
                  <a:lnTo>
                    <a:pt x="16903" y="333"/>
                  </a:lnTo>
                  <a:lnTo>
                    <a:pt x="17904" y="667"/>
                  </a:lnTo>
                  <a:lnTo>
                    <a:pt x="18914" y="1003"/>
                  </a:lnTo>
                  <a:lnTo>
                    <a:pt x="19934" y="1343"/>
                  </a:lnTo>
                  <a:lnTo>
                    <a:pt x="19763" y="3386"/>
                  </a:lnTo>
                  <a:lnTo>
                    <a:pt x="19613" y="5128"/>
                  </a:lnTo>
                  <a:lnTo>
                    <a:pt x="19475" y="6607"/>
                  </a:lnTo>
                  <a:lnTo>
                    <a:pt x="19342" y="7861"/>
                  </a:lnTo>
                  <a:lnTo>
                    <a:pt x="19206" y="8929"/>
                  </a:lnTo>
                  <a:lnTo>
                    <a:pt x="19060" y="9849"/>
                  </a:lnTo>
                  <a:lnTo>
                    <a:pt x="18895" y="10659"/>
                  </a:lnTo>
                  <a:lnTo>
                    <a:pt x="18703" y="11398"/>
                  </a:lnTo>
                  <a:lnTo>
                    <a:pt x="18478" y="12104"/>
                  </a:lnTo>
                  <a:lnTo>
                    <a:pt x="18211" y="12814"/>
                  </a:lnTo>
                  <a:lnTo>
                    <a:pt x="17894" y="13569"/>
                  </a:lnTo>
                  <a:lnTo>
                    <a:pt x="17520" y="14404"/>
                  </a:lnTo>
                  <a:lnTo>
                    <a:pt x="17080" y="15360"/>
                  </a:lnTo>
                  <a:lnTo>
                    <a:pt x="16149" y="16080"/>
                  </a:lnTo>
                  <a:lnTo>
                    <a:pt x="15227" y="16683"/>
                  </a:lnTo>
                  <a:lnTo>
                    <a:pt x="14308" y="17181"/>
                  </a:lnTo>
                  <a:lnTo>
                    <a:pt x="13386" y="17585"/>
                  </a:lnTo>
                  <a:lnTo>
                    <a:pt x="12456" y="17906"/>
                  </a:lnTo>
                  <a:lnTo>
                    <a:pt x="11510" y="18157"/>
                  </a:lnTo>
                  <a:lnTo>
                    <a:pt x="10542" y="18347"/>
                  </a:lnTo>
                  <a:lnTo>
                    <a:pt x="9546" y="18489"/>
                  </a:lnTo>
                  <a:lnTo>
                    <a:pt x="8517" y="18594"/>
                  </a:lnTo>
                  <a:lnTo>
                    <a:pt x="7447" y="18674"/>
                  </a:lnTo>
                  <a:lnTo>
                    <a:pt x="6331" y="18739"/>
                  </a:lnTo>
                  <a:lnTo>
                    <a:pt x="5162" y="18801"/>
                  </a:lnTo>
                  <a:lnTo>
                    <a:pt x="4164" y="18468"/>
                  </a:lnTo>
                  <a:lnTo>
                    <a:pt x="3163" y="18134"/>
                  </a:lnTo>
                  <a:lnTo>
                    <a:pt x="2154" y="17798"/>
                  </a:lnTo>
                  <a:lnTo>
                    <a:pt x="1134" y="17458"/>
                  </a:lnTo>
                  <a:lnTo>
                    <a:pt x="833" y="15415"/>
                  </a:lnTo>
                  <a:lnTo>
                    <a:pt x="579" y="13653"/>
                  </a:lnTo>
                  <a:lnTo>
                    <a:pt x="370" y="12140"/>
                  </a:lnTo>
                  <a:lnTo>
                    <a:pt x="209" y="10844"/>
                  </a:lnTo>
                  <a:lnTo>
                    <a:pt x="93" y="9732"/>
                  </a:lnTo>
                  <a:lnTo>
                    <a:pt x="24" y="8772"/>
                  </a:lnTo>
                  <a:lnTo>
                    <a:pt x="0" y="7932"/>
                  </a:lnTo>
                  <a:lnTo>
                    <a:pt x="24" y="7179"/>
                  </a:lnTo>
                  <a:lnTo>
                    <a:pt x="93" y="6481"/>
                  </a:lnTo>
                  <a:lnTo>
                    <a:pt x="209" y="5805"/>
                  </a:lnTo>
                  <a:lnTo>
                    <a:pt x="370" y="5121"/>
                  </a:lnTo>
                  <a:lnTo>
                    <a:pt x="579" y="4394"/>
                  </a:lnTo>
                  <a:lnTo>
                    <a:pt x="833" y="3593"/>
                  </a:lnTo>
                  <a:lnTo>
                    <a:pt x="1134" y="2686"/>
                  </a:lnTo>
                  <a:lnTo>
                    <a:pt x="2296" y="2159"/>
                  </a:lnTo>
                  <a:lnTo>
                    <a:pt x="3381" y="1774"/>
                  </a:lnTo>
                  <a:lnTo>
                    <a:pt x="4421" y="1511"/>
                  </a:lnTo>
                  <a:lnTo>
                    <a:pt x="5446" y="1348"/>
                  </a:lnTo>
                  <a:lnTo>
                    <a:pt x="6488" y="1262"/>
                  </a:lnTo>
                  <a:lnTo>
                    <a:pt x="7579" y="1233"/>
                  </a:lnTo>
                  <a:lnTo>
                    <a:pt x="8749" y="1240"/>
                  </a:lnTo>
                  <a:lnTo>
                    <a:pt x="10030" y="1260"/>
                  </a:lnTo>
                  <a:lnTo>
                    <a:pt x="10520" y="1265"/>
                  </a:lnTo>
                  <a:lnTo>
                    <a:pt x="11382" y="1274"/>
                  </a:lnTo>
                  <a:lnTo>
                    <a:pt x="13356" y="1296"/>
                  </a:lnTo>
                  <a:lnTo>
                    <a:pt x="13990" y="1308"/>
                  </a:lnTo>
                  <a:lnTo>
                    <a:pt x="15905" y="1343"/>
                  </a:lnTo>
                  <a:lnTo>
                    <a:pt x="15905" y="677"/>
                  </a:lnTo>
                  <a:lnTo>
                    <a:pt x="15905" y="0"/>
                  </a:lnTo>
                  <a:close/>
                </a:path>
              </a:pathLst>
            </a:custGeom>
            <a:solidFill>
              <a:srgbClr val="0C447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4" name="region 162 #C5ABA2"/>
            <p:cNvSpPr/>
            <p:nvPr/>
          </p:nvSpPr>
          <p:spPr>
            <a:xfrm>
              <a:off x="1345568" y="770814"/>
              <a:ext cx="61773" cy="10865"/>
            </a:xfrm>
            <a:custGeom>
              <a:avLst/>
              <a:gdLst/>
              <a:ahLst/>
              <a:cxnLst/>
              <a:rect l="l" t="t" r="r" b="b"/>
              <a:pathLst>
                <a:path w="61773" h="10865">
                  <a:moveTo>
                    <a:pt x="0" y="0"/>
                  </a:moveTo>
                  <a:lnTo>
                    <a:pt x="1096" y="99"/>
                  </a:lnTo>
                  <a:lnTo>
                    <a:pt x="2185" y="205"/>
                  </a:lnTo>
                  <a:lnTo>
                    <a:pt x="3270" y="319"/>
                  </a:lnTo>
                  <a:lnTo>
                    <a:pt x="4350" y="441"/>
                  </a:lnTo>
                  <a:lnTo>
                    <a:pt x="5426" y="571"/>
                  </a:lnTo>
                  <a:lnTo>
                    <a:pt x="6498" y="708"/>
                  </a:lnTo>
                  <a:lnTo>
                    <a:pt x="7567" y="853"/>
                  </a:lnTo>
                  <a:lnTo>
                    <a:pt x="8634" y="1006"/>
                  </a:lnTo>
                  <a:lnTo>
                    <a:pt x="9698" y="1167"/>
                  </a:lnTo>
                  <a:lnTo>
                    <a:pt x="10761" y="1335"/>
                  </a:lnTo>
                  <a:lnTo>
                    <a:pt x="11822" y="1511"/>
                  </a:lnTo>
                  <a:lnTo>
                    <a:pt x="12883" y="1694"/>
                  </a:lnTo>
                  <a:lnTo>
                    <a:pt x="13943" y="1886"/>
                  </a:lnTo>
                  <a:lnTo>
                    <a:pt x="15004" y="2085"/>
                  </a:lnTo>
                  <a:lnTo>
                    <a:pt x="16066" y="2292"/>
                  </a:lnTo>
                  <a:lnTo>
                    <a:pt x="17129" y="2506"/>
                  </a:lnTo>
                  <a:lnTo>
                    <a:pt x="18193" y="2728"/>
                  </a:lnTo>
                  <a:lnTo>
                    <a:pt x="19260" y="2958"/>
                  </a:lnTo>
                  <a:lnTo>
                    <a:pt x="20330" y="3196"/>
                  </a:lnTo>
                  <a:lnTo>
                    <a:pt x="21403" y="3441"/>
                  </a:lnTo>
                  <a:lnTo>
                    <a:pt x="22504" y="3682"/>
                  </a:lnTo>
                  <a:lnTo>
                    <a:pt x="23595" y="3909"/>
                  </a:lnTo>
                  <a:lnTo>
                    <a:pt x="24677" y="4121"/>
                  </a:lnTo>
                  <a:lnTo>
                    <a:pt x="25752" y="4319"/>
                  </a:lnTo>
                  <a:lnTo>
                    <a:pt x="26822" y="4502"/>
                  </a:lnTo>
                  <a:lnTo>
                    <a:pt x="27886" y="4669"/>
                  </a:lnTo>
                  <a:lnTo>
                    <a:pt x="28948" y="4821"/>
                  </a:lnTo>
                  <a:lnTo>
                    <a:pt x="30007" y="4958"/>
                  </a:lnTo>
                  <a:lnTo>
                    <a:pt x="31066" y="5079"/>
                  </a:lnTo>
                  <a:lnTo>
                    <a:pt x="32126" y="5184"/>
                  </a:lnTo>
                  <a:lnTo>
                    <a:pt x="33187" y="5273"/>
                  </a:lnTo>
                  <a:lnTo>
                    <a:pt x="34252" y="5345"/>
                  </a:lnTo>
                  <a:lnTo>
                    <a:pt x="35322" y="5402"/>
                  </a:lnTo>
                  <a:lnTo>
                    <a:pt x="36397" y="5441"/>
                  </a:lnTo>
                  <a:lnTo>
                    <a:pt x="37479" y="5464"/>
                  </a:lnTo>
                  <a:lnTo>
                    <a:pt x="38570" y="5470"/>
                  </a:lnTo>
                  <a:lnTo>
                    <a:pt x="39671" y="5458"/>
                  </a:lnTo>
                  <a:lnTo>
                    <a:pt x="40783" y="5429"/>
                  </a:lnTo>
                  <a:lnTo>
                    <a:pt x="41908" y="5383"/>
                  </a:lnTo>
                  <a:lnTo>
                    <a:pt x="43102" y="5377"/>
                  </a:lnTo>
                  <a:lnTo>
                    <a:pt x="44315" y="5372"/>
                  </a:lnTo>
                  <a:lnTo>
                    <a:pt x="44649" y="5706"/>
                  </a:lnTo>
                  <a:lnTo>
                    <a:pt x="45658" y="6715"/>
                  </a:lnTo>
                  <a:lnTo>
                    <a:pt x="46819" y="6845"/>
                  </a:lnTo>
                  <a:lnTo>
                    <a:pt x="47981" y="6967"/>
                  </a:lnTo>
                  <a:lnTo>
                    <a:pt x="49143" y="7081"/>
                  </a:lnTo>
                  <a:lnTo>
                    <a:pt x="50306" y="7187"/>
                  </a:lnTo>
                  <a:lnTo>
                    <a:pt x="51470" y="7287"/>
                  </a:lnTo>
                  <a:lnTo>
                    <a:pt x="52634" y="7381"/>
                  </a:lnTo>
                  <a:lnTo>
                    <a:pt x="53799" y="7469"/>
                  </a:lnTo>
                  <a:lnTo>
                    <a:pt x="54287" y="7506"/>
                  </a:lnTo>
                  <a:lnTo>
                    <a:pt x="54918" y="7554"/>
                  </a:lnTo>
                  <a:lnTo>
                    <a:pt x="56113" y="7645"/>
                  </a:lnTo>
                  <a:lnTo>
                    <a:pt x="58295" y="7811"/>
                  </a:lnTo>
                  <a:lnTo>
                    <a:pt x="59444" y="7892"/>
                  </a:lnTo>
                  <a:lnTo>
                    <a:pt x="60600" y="7975"/>
                  </a:lnTo>
                  <a:lnTo>
                    <a:pt x="61773" y="8058"/>
                  </a:lnTo>
                  <a:lnTo>
                    <a:pt x="61773" y="9390"/>
                  </a:lnTo>
                  <a:lnTo>
                    <a:pt x="61773" y="10743"/>
                  </a:lnTo>
                  <a:lnTo>
                    <a:pt x="60677" y="10751"/>
                  </a:lnTo>
                  <a:lnTo>
                    <a:pt x="59580" y="10757"/>
                  </a:lnTo>
                  <a:lnTo>
                    <a:pt x="58484" y="10764"/>
                  </a:lnTo>
                  <a:lnTo>
                    <a:pt x="57388" y="10770"/>
                  </a:lnTo>
                  <a:lnTo>
                    <a:pt x="56291" y="10776"/>
                  </a:lnTo>
                  <a:lnTo>
                    <a:pt x="55195" y="10782"/>
                  </a:lnTo>
                  <a:lnTo>
                    <a:pt x="54099" y="10787"/>
                  </a:lnTo>
                  <a:lnTo>
                    <a:pt x="53002" y="10792"/>
                  </a:lnTo>
                  <a:lnTo>
                    <a:pt x="51906" y="10797"/>
                  </a:lnTo>
                  <a:lnTo>
                    <a:pt x="50810" y="10802"/>
                  </a:lnTo>
                  <a:lnTo>
                    <a:pt x="49714" y="10806"/>
                  </a:lnTo>
                  <a:lnTo>
                    <a:pt x="48617" y="10811"/>
                  </a:lnTo>
                  <a:lnTo>
                    <a:pt x="47521" y="10815"/>
                  </a:lnTo>
                  <a:lnTo>
                    <a:pt x="46425" y="10819"/>
                  </a:lnTo>
                  <a:lnTo>
                    <a:pt x="45328" y="10823"/>
                  </a:lnTo>
                  <a:lnTo>
                    <a:pt x="44232" y="10827"/>
                  </a:lnTo>
                  <a:lnTo>
                    <a:pt x="42993" y="10835"/>
                  </a:lnTo>
                  <a:lnTo>
                    <a:pt x="41749" y="10844"/>
                  </a:lnTo>
                  <a:lnTo>
                    <a:pt x="40496" y="10853"/>
                  </a:lnTo>
                  <a:lnTo>
                    <a:pt x="39230" y="10862"/>
                  </a:lnTo>
                  <a:lnTo>
                    <a:pt x="38162" y="10864"/>
                  </a:lnTo>
                  <a:lnTo>
                    <a:pt x="37098" y="10865"/>
                  </a:lnTo>
                  <a:lnTo>
                    <a:pt x="36036" y="10864"/>
                  </a:lnTo>
                  <a:lnTo>
                    <a:pt x="34978" y="10860"/>
                  </a:lnTo>
                  <a:lnTo>
                    <a:pt x="33922" y="10853"/>
                  </a:lnTo>
                  <a:lnTo>
                    <a:pt x="32868" y="10841"/>
                  </a:lnTo>
                  <a:lnTo>
                    <a:pt x="31816" y="10823"/>
                  </a:lnTo>
                  <a:lnTo>
                    <a:pt x="30767" y="10800"/>
                  </a:lnTo>
                  <a:lnTo>
                    <a:pt x="29718" y="10770"/>
                  </a:lnTo>
                  <a:lnTo>
                    <a:pt x="28671" y="10732"/>
                  </a:lnTo>
                  <a:lnTo>
                    <a:pt x="27626" y="10685"/>
                  </a:lnTo>
                  <a:lnTo>
                    <a:pt x="26580" y="10630"/>
                  </a:lnTo>
                  <a:lnTo>
                    <a:pt x="25536" y="10565"/>
                  </a:lnTo>
                  <a:lnTo>
                    <a:pt x="24491" y="10489"/>
                  </a:lnTo>
                  <a:lnTo>
                    <a:pt x="23447" y="10401"/>
                  </a:lnTo>
                  <a:lnTo>
                    <a:pt x="22402" y="10301"/>
                  </a:lnTo>
                  <a:lnTo>
                    <a:pt x="21357" y="10188"/>
                  </a:lnTo>
                  <a:lnTo>
                    <a:pt x="20311" y="10062"/>
                  </a:lnTo>
                  <a:lnTo>
                    <a:pt x="19264" y="9920"/>
                  </a:lnTo>
                  <a:lnTo>
                    <a:pt x="18216" y="9763"/>
                  </a:lnTo>
                  <a:lnTo>
                    <a:pt x="17166" y="9590"/>
                  </a:lnTo>
                  <a:lnTo>
                    <a:pt x="16115" y="9401"/>
                  </a:lnTo>
                  <a:lnTo>
                    <a:pt x="16115" y="8068"/>
                  </a:lnTo>
                  <a:lnTo>
                    <a:pt x="16115" y="6715"/>
                  </a:lnTo>
                  <a:lnTo>
                    <a:pt x="15055" y="6756"/>
                  </a:lnTo>
                  <a:lnTo>
                    <a:pt x="13990" y="6798"/>
                  </a:lnTo>
                  <a:lnTo>
                    <a:pt x="12918" y="6840"/>
                  </a:lnTo>
                  <a:lnTo>
                    <a:pt x="11834" y="6883"/>
                  </a:lnTo>
                  <a:lnTo>
                    <a:pt x="10578" y="6827"/>
                  </a:lnTo>
                  <a:lnTo>
                    <a:pt x="9404" y="6744"/>
                  </a:lnTo>
                  <a:lnTo>
                    <a:pt x="8296" y="6627"/>
                  </a:lnTo>
                  <a:lnTo>
                    <a:pt x="7238" y="6474"/>
                  </a:lnTo>
                  <a:lnTo>
                    <a:pt x="6217" y="6280"/>
                  </a:lnTo>
                  <a:lnTo>
                    <a:pt x="5216" y="6042"/>
                  </a:lnTo>
                  <a:lnTo>
                    <a:pt x="4222" y="5754"/>
                  </a:lnTo>
                  <a:lnTo>
                    <a:pt x="3218" y="5413"/>
                  </a:lnTo>
                  <a:lnTo>
                    <a:pt x="2190" y="5014"/>
                  </a:lnTo>
                  <a:lnTo>
                    <a:pt x="1122" y="4554"/>
                  </a:lnTo>
                  <a:lnTo>
                    <a:pt x="0" y="4029"/>
                  </a:lnTo>
                  <a:lnTo>
                    <a:pt x="0" y="2698"/>
                  </a:lnTo>
                  <a:lnTo>
                    <a:pt x="0" y="13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ABA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5" name="region 163 #392D2E"/>
            <p:cNvSpPr/>
            <p:nvPr/>
          </p:nvSpPr>
          <p:spPr>
            <a:xfrm>
              <a:off x="1755148" y="475380"/>
              <a:ext cx="20143" cy="32229"/>
            </a:xfrm>
            <a:custGeom>
              <a:avLst/>
              <a:gdLst/>
              <a:ahLst/>
              <a:cxnLst/>
              <a:rect l="l" t="t" r="r" b="b"/>
              <a:pathLst>
                <a:path w="20143" h="32229">
                  <a:moveTo>
                    <a:pt x="0" y="0"/>
                  </a:moveTo>
                  <a:lnTo>
                    <a:pt x="997" y="333"/>
                  </a:lnTo>
                  <a:lnTo>
                    <a:pt x="1999" y="666"/>
                  </a:lnTo>
                  <a:lnTo>
                    <a:pt x="3008" y="1003"/>
                  </a:lnTo>
                  <a:lnTo>
                    <a:pt x="4028" y="1343"/>
                  </a:lnTo>
                  <a:lnTo>
                    <a:pt x="4028" y="2674"/>
                  </a:lnTo>
                  <a:lnTo>
                    <a:pt x="4028" y="4014"/>
                  </a:lnTo>
                  <a:lnTo>
                    <a:pt x="4028" y="5372"/>
                  </a:lnTo>
                  <a:lnTo>
                    <a:pt x="5361" y="5372"/>
                  </a:lnTo>
                  <a:lnTo>
                    <a:pt x="6714" y="5372"/>
                  </a:lnTo>
                  <a:lnTo>
                    <a:pt x="8044" y="6913"/>
                  </a:lnTo>
                  <a:lnTo>
                    <a:pt x="9043" y="8113"/>
                  </a:lnTo>
                  <a:lnTo>
                    <a:pt x="9759" y="9065"/>
                  </a:lnTo>
                  <a:lnTo>
                    <a:pt x="10239" y="9866"/>
                  </a:lnTo>
                  <a:lnTo>
                    <a:pt x="10530" y="10608"/>
                  </a:lnTo>
                  <a:lnTo>
                    <a:pt x="10680" y="11386"/>
                  </a:lnTo>
                  <a:lnTo>
                    <a:pt x="10735" y="12295"/>
                  </a:lnTo>
                  <a:lnTo>
                    <a:pt x="10743" y="13429"/>
                  </a:lnTo>
                  <a:lnTo>
                    <a:pt x="12075" y="13429"/>
                  </a:lnTo>
                  <a:lnTo>
                    <a:pt x="13428" y="13429"/>
                  </a:lnTo>
                  <a:lnTo>
                    <a:pt x="14324" y="14312"/>
                  </a:lnTo>
                  <a:lnTo>
                    <a:pt x="15133" y="15195"/>
                  </a:lnTo>
                  <a:lnTo>
                    <a:pt x="15859" y="16079"/>
                  </a:lnTo>
                  <a:lnTo>
                    <a:pt x="16507" y="16968"/>
                  </a:lnTo>
                  <a:lnTo>
                    <a:pt x="17082" y="17862"/>
                  </a:lnTo>
                  <a:lnTo>
                    <a:pt x="17589" y="18764"/>
                  </a:lnTo>
                  <a:lnTo>
                    <a:pt x="18032" y="19677"/>
                  </a:lnTo>
                  <a:lnTo>
                    <a:pt x="18417" y="20603"/>
                  </a:lnTo>
                  <a:lnTo>
                    <a:pt x="18747" y="21543"/>
                  </a:lnTo>
                  <a:lnTo>
                    <a:pt x="19029" y="22500"/>
                  </a:lnTo>
                  <a:lnTo>
                    <a:pt x="19266" y="23476"/>
                  </a:lnTo>
                  <a:lnTo>
                    <a:pt x="19464" y="24473"/>
                  </a:lnTo>
                  <a:lnTo>
                    <a:pt x="19627" y="25493"/>
                  </a:lnTo>
                  <a:lnTo>
                    <a:pt x="19760" y="26539"/>
                  </a:lnTo>
                  <a:lnTo>
                    <a:pt x="19868" y="27613"/>
                  </a:lnTo>
                  <a:lnTo>
                    <a:pt x="19955" y="28717"/>
                  </a:lnTo>
                  <a:lnTo>
                    <a:pt x="20027" y="29853"/>
                  </a:lnTo>
                  <a:lnTo>
                    <a:pt x="20088" y="31023"/>
                  </a:lnTo>
                  <a:lnTo>
                    <a:pt x="20143" y="32229"/>
                  </a:lnTo>
                  <a:lnTo>
                    <a:pt x="19079" y="31963"/>
                  </a:lnTo>
                  <a:lnTo>
                    <a:pt x="18012" y="31697"/>
                  </a:lnTo>
                  <a:lnTo>
                    <a:pt x="16940" y="31429"/>
                  </a:lnTo>
                  <a:lnTo>
                    <a:pt x="15861" y="31159"/>
                  </a:lnTo>
                  <a:lnTo>
                    <a:pt x="14771" y="30886"/>
                  </a:lnTo>
                  <a:lnTo>
                    <a:pt x="14505" y="29822"/>
                  </a:lnTo>
                  <a:lnTo>
                    <a:pt x="14239" y="28756"/>
                  </a:lnTo>
                  <a:lnTo>
                    <a:pt x="13971" y="27684"/>
                  </a:lnTo>
                  <a:lnTo>
                    <a:pt x="13701" y="26605"/>
                  </a:lnTo>
                  <a:lnTo>
                    <a:pt x="13428" y="25515"/>
                  </a:lnTo>
                  <a:lnTo>
                    <a:pt x="12097" y="25515"/>
                  </a:lnTo>
                  <a:lnTo>
                    <a:pt x="10758" y="25515"/>
                  </a:lnTo>
                  <a:lnTo>
                    <a:pt x="9400" y="25515"/>
                  </a:lnTo>
                  <a:lnTo>
                    <a:pt x="8512" y="26402"/>
                  </a:lnTo>
                  <a:lnTo>
                    <a:pt x="7619" y="27295"/>
                  </a:lnTo>
                  <a:lnTo>
                    <a:pt x="6714" y="28201"/>
                  </a:lnTo>
                  <a:lnTo>
                    <a:pt x="5784" y="27206"/>
                  </a:lnTo>
                  <a:lnTo>
                    <a:pt x="5037" y="26266"/>
                  </a:lnTo>
                  <a:lnTo>
                    <a:pt x="4447" y="25356"/>
                  </a:lnTo>
                  <a:lnTo>
                    <a:pt x="3989" y="24454"/>
                  </a:lnTo>
                  <a:lnTo>
                    <a:pt x="3637" y="23536"/>
                  </a:lnTo>
                  <a:lnTo>
                    <a:pt x="3368" y="22577"/>
                  </a:lnTo>
                  <a:lnTo>
                    <a:pt x="3154" y="21556"/>
                  </a:lnTo>
                  <a:lnTo>
                    <a:pt x="2973" y="20447"/>
                  </a:lnTo>
                  <a:lnTo>
                    <a:pt x="2797" y="19229"/>
                  </a:lnTo>
                  <a:lnTo>
                    <a:pt x="2602" y="17877"/>
                  </a:lnTo>
                  <a:lnTo>
                    <a:pt x="2437" y="16797"/>
                  </a:lnTo>
                  <a:lnTo>
                    <a:pt x="2271" y="15714"/>
                  </a:lnTo>
                  <a:lnTo>
                    <a:pt x="2104" y="14622"/>
                  </a:lnTo>
                  <a:lnTo>
                    <a:pt x="1935" y="13518"/>
                  </a:lnTo>
                  <a:lnTo>
                    <a:pt x="1739" y="12157"/>
                  </a:lnTo>
                  <a:lnTo>
                    <a:pt x="1542" y="10788"/>
                  </a:lnTo>
                  <a:lnTo>
                    <a:pt x="1342" y="9400"/>
                  </a:lnTo>
                  <a:lnTo>
                    <a:pt x="1188" y="8359"/>
                  </a:lnTo>
                  <a:lnTo>
                    <a:pt x="1033" y="7310"/>
                  </a:lnTo>
                  <a:lnTo>
                    <a:pt x="875" y="6247"/>
                  </a:lnTo>
                  <a:lnTo>
                    <a:pt x="725" y="5207"/>
                  </a:lnTo>
                  <a:lnTo>
                    <a:pt x="576" y="4166"/>
                  </a:lnTo>
                  <a:lnTo>
                    <a:pt x="430" y="3125"/>
                  </a:lnTo>
                  <a:lnTo>
                    <a:pt x="286" y="2084"/>
                  </a:lnTo>
                  <a:lnTo>
                    <a:pt x="142" y="10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2D2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6" name="region 164 #361F1D"/>
            <p:cNvSpPr/>
            <p:nvPr/>
          </p:nvSpPr>
          <p:spPr>
            <a:xfrm>
              <a:off x="1462399" y="194718"/>
              <a:ext cx="16157" cy="36257"/>
            </a:xfrm>
            <a:custGeom>
              <a:avLst/>
              <a:gdLst/>
              <a:ahLst/>
              <a:cxnLst/>
              <a:rect l="l" t="t" r="r" b="b"/>
              <a:pathLst>
                <a:path w="16157" h="36257">
                  <a:moveTo>
                    <a:pt x="10743" y="0"/>
                  </a:moveTo>
                  <a:lnTo>
                    <a:pt x="11807" y="0"/>
                  </a:lnTo>
                  <a:lnTo>
                    <a:pt x="12874" y="0"/>
                  </a:lnTo>
                  <a:lnTo>
                    <a:pt x="13945" y="0"/>
                  </a:lnTo>
                  <a:lnTo>
                    <a:pt x="15025" y="0"/>
                  </a:lnTo>
                  <a:lnTo>
                    <a:pt x="16115" y="0"/>
                  </a:lnTo>
                  <a:lnTo>
                    <a:pt x="16139" y="1118"/>
                  </a:lnTo>
                  <a:lnTo>
                    <a:pt x="16153" y="2237"/>
                  </a:lnTo>
                  <a:lnTo>
                    <a:pt x="16157" y="3357"/>
                  </a:lnTo>
                  <a:lnTo>
                    <a:pt x="16152" y="4476"/>
                  </a:lnTo>
                  <a:lnTo>
                    <a:pt x="16138" y="5595"/>
                  </a:lnTo>
                  <a:lnTo>
                    <a:pt x="16115" y="6714"/>
                  </a:lnTo>
                  <a:lnTo>
                    <a:pt x="15448" y="7380"/>
                  </a:lnTo>
                  <a:lnTo>
                    <a:pt x="14772" y="8057"/>
                  </a:lnTo>
                  <a:lnTo>
                    <a:pt x="14635" y="9099"/>
                  </a:lnTo>
                  <a:lnTo>
                    <a:pt x="14501" y="10141"/>
                  </a:lnTo>
                  <a:lnTo>
                    <a:pt x="14371" y="11182"/>
                  </a:lnTo>
                  <a:lnTo>
                    <a:pt x="14243" y="12225"/>
                  </a:lnTo>
                  <a:lnTo>
                    <a:pt x="14119" y="13267"/>
                  </a:lnTo>
                  <a:lnTo>
                    <a:pt x="13997" y="14309"/>
                  </a:lnTo>
                  <a:lnTo>
                    <a:pt x="13879" y="15352"/>
                  </a:lnTo>
                  <a:lnTo>
                    <a:pt x="13762" y="16395"/>
                  </a:lnTo>
                  <a:lnTo>
                    <a:pt x="13648" y="17438"/>
                  </a:lnTo>
                  <a:lnTo>
                    <a:pt x="13536" y="18482"/>
                  </a:lnTo>
                  <a:lnTo>
                    <a:pt x="13426" y="19527"/>
                  </a:lnTo>
                  <a:lnTo>
                    <a:pt x="13318" y="20572"/>
                  </a:lnTo>
                  <a:lnTo>
                    <a:pt x="13211" y="21617"/>
                  </a:lnTo>
                  <a:lnTo>
                    <a:pt x="13074" y="22806"/>
                  </a:lnTo>
                  <a:lnTo>
                    <a:pt x="12931" y="23921"/>
                  </a:lnTo>
                  <a:lnTo>
                    <a:pt x="12776" y="24972"/>
                  </a:lnTo>
                  <a:lnTo>
                    <a:pt x="12599" y="25973"/>
                  </a:lnTo>
                  <a:lnTo>
                    <a:pt x="12392" y="26934"/>
                  </a:lnTo>
                  <a:lnTo>
                    <a:pt x="12147" y="27868"/>
                  </a:lnTo>
                  <a:lnTo>
                    <a:pt x="11855" y="28787"/>
                  </a:lnTo>
                  <a:lnTo>
                    <a:pt x="11508" y="29703"/>
                  </a:lnTo>
                  <a:lnTo>
                    <a:pt x="11097" y="30628"/>
                  </a:lnTo>
                  <a:lnTo>
                    <a:pt x="10615" y="31573"/>
                  </a:lnTo>
                  <a:lnTo>
                    <a:pt x="10052" y="32550"/>
                  </a:lnTo>
                  <a:lnTo>
                    <a:pt x="9400" y="33572"/>
                  </a:lnTo>
                  <a:lnTo>
                    <a:pt x="8067" y="33572"/>
                  </a:lnTo>
                  <a:lnTo>
                    <a:pt x="6714" y="33572"/>
                  </a:lnTo>
                  <a:lnTo>
                    <a:pt x="6382" y="32574"/>
                  </a:lnTo>
                  <a:lnTo>
                    <a:pt x="6048" y="31572"/>
                  </a:lnTo>
                  <a:lnTo>
                    <a:pt x="5712" y="30563"/>
                  </a:lnTo>
                  <a:lnTo>
                    <a:pt x="5372" y="29543"/>
                  </a:lnTo>
                  <a:lnTo>
                    <a:pt x="5150" y="30651"/>
                  </a:lnTo>
                  <a:lnTo>
                    <a:pt x="4928" y="31761"/>
                  </a:lnTo>
                  <a:lnTo>
                    <a:pt x="4705" y="32875"/>
                  </a:lnTo>
                  <a:lnTo>
                    <a:pt x="4481" y="33994"/>
                  </a:lnTo>
                  <a:lnTo>
                    <a:pt x="4256" y="35121"/>
                  </a:lnTo>
                  <a:lnTo>
                    <a:pt x="4029" y="36257"/>
                  </a:lnTo>
                  <a:lnTo>
                    <a:pt x="3031" y="35925"/>
                  </a:lnTo>
                  <a:lnTo>
                    <a:pt x="2029" y="35591"/>
                  </a:lnTo>
                  <a:lnTo>
                    <a:pt x="1020" y="35255"/>
                  </a:lnTo>
                  <a:lnTo>
                    <a:pt x="0" y="34914"/>
                  </a:lnTo>
                  <a:lnTo>
                    <a:pt x="241" y="33865"/>
                  </a:lnTo>
                  <a:lnTo>
                    <a:pt x="482" y="32816"/>
                  </a:lnTo>
                  <a:lnTo>
                    <a:pt x="724" y="31767"/>
                  </a:lnTo>
                  <a:lnTo>
                    <a:pt x="965" y="30718"/>
                  </a:lnTo>
                  <a:lnTo>
                    <a:pt x="1206" y="29669"/>
                  </a:lnTo>
                  <a:lnTo>
                    <a:pt x="1448" y="28620"/>
                  </a:lnTo>
                  <a:lnTo>
                    <a:pt x="1689" y="27570"/>
                  </a:lnTo>
                  <a:lnTo>
                    <a:pt x="1931" y="26521"/>
                  </a:lnTo>
                  <a:lnTo>
                    <a:pt x="2199" y="25352"/>
                  </a:lnTo>
                  <a:lnTo>
                    <a:pt x="2469" y="24179"/>
                  </a:lnTo>
                  <a:lnTo>
                    <a:pt x="2741" y="22996"/>
                  </a:lnTo>
                  <a:lnTo>
                    <a:pt x="3016" y="21800"/>
                  </a:lnTo>
                  <a:lnTo>
                    <a:pt x="3269" y="20718"/>
                  </a:lnTo>
                  <a:lnTo>
                    <a:pt x="3524" y="19637"/>
                  </a:lnTo>
                  <a:lnTo>
                    <a:pt x="3781" y="18557"/>
                  </a:lnTo>
                  <a:lnTo>
                    <a:pt x="4039" y="17477"/>
                  </a:lnTo>
                  <a:lnTo>
                    <a:pt x="4300" y="16398"/>
                  </a:lnTo>
                  <a:lnTo>
                    <a:pt x="4563" y="15319"/>
                  </a:lnTo>
                  <a:lnTo>
                    <a:pt x="4830" y="14240"/>
                  </a:lnTo>
                  <a:lnTo>
                    <a:pt x="5099" y="13163"/>
                  </a:lnTo>
                  <a:lnTo>
                    <a:pt x="5372" y="12085"/>
                  </a:lnTo>
                  <a:lnTo>
                    <a:pt x="4039" y="11419"/>
                  </a:lnTo>
                  <a:lnTo>
                    <a:pt x="2686" y="10743"/>
                  </a:lnTo>
                  <a:lnTo>
                    <a:pt x="3845" y="8967"/>
                  </a:lnTo>
                  <a:lnTo>
                    <a:pt x="4821" y="7476"/>
                  </a:lnTo>
                  <a:lnTo>
                    <a:pt x="5644" y="6231"/>
                  </a:lnTo>
                  <a:lnTo>
                    <a:pt x="6341" y="5197"/>
                  </a:lnTo>
                  <a:lnTo>
                    <a:pt x="6941" y="4335"/>
                  </a:lnTo>
                  <a:lnTo>
                    <a:pt x="7470" y="3609"/>
                  </a:lnTo>
                  <a:lnTo>
                    <a:pt x="7957" y="2980"/>
                  </a:lnTo>
                  <a:lnTo>
                    <a:pt x="8430" y="2412"/>
                  </a:lnTo>
                  <a:lnTo>
                    <a:pt x="8918" y="1867"/>
                  </a:lnTo>
                  <a:lnTo>
                    <a:pt x="9447" y="1308"/>
                  </a:lnTo>
                  <a:lnTo>
                    <a:pt x="10046" y="698"/>
                  </a:lnTo>
                  <a:lnTo>
                    <a:pt x="10743" y="0"/>
                  </a:lnTo>
                  <a:close/>
                </a:path>
              </a:pathLst>
            </a:custGeom>
            <a:solidFill>
              <a:srgbClr val="361F1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7" name="region 165 #A7D8EE"/>
            <p:cNvSpPr/>
            <p:nvPr/>
          </p:nvSpPr>
          <p:spPr>
            <a:xfrm>
              <a:off x="631154" y="804777"/>
              <a:ext cx="42973" cy="40156"/>
            </a:xfrm>
            <a:custGeom>
              <a:avLst/>
              <a:gdLst/>
              <a:ahLst/>
              <a:cxnLst/>
              <a:rect l="l" t="t" r="r" b="b"/>
              <a:pathLst>
                <a:path w="42973" h="40156">
                  <a:moveTo>
                    <a:pt x="42973" y="952"/>
                  </a:moveTo>
                  <a:lnTo>
                    <a:pt x="41974" y="1451"/>
                  </a:lnTo>
                  <a:lnTo>
                    <a:pt x="40969" y="1953"/>
                  </a:lnTo>
                  <a:lnTo>
                    <a:pt x="39951" y="2463"/>
                  </a:lnTo>
                  <a:lnTo>
                    <a:pt x="38934" y="3178"/>
                  </a:lnTo>
                  <a:lnTo>
                    <a:pt x="38004" y="3877"/>
                  </a:lnTo>
                  <a:lnTo>
                    <a:pt x="37153" y="4569"/>
                  </a:lnTo>
                  <a:lnTo>
                    <a:pt x="36371" y="5263"/>
                  </a:lnTo>
                  <a:lnTo>
                    <a:pt x="35648" y="5967"/>
                  </a:lnTo>
                  <a:lnTo>
                    <a:pt x="34976" y="6690"/>
                  </a:lnTo>
                  <a:lnTo>
                    <a:pt x="34345" y="7442"/>
                  </a:lnTo>
                  <a:lnTo>
                    <a:pt x="33745" y="8231"/>
                  </a:lnTo>
                  <a:lnTo>
                    <a:pt x="33167" y="9065"/>
                  </a:lnTo>
                  <a:lnTo>
                    <a:pt x="32602" y="9954"/>
                  </a:lnTo>
                  <a:lnTo>
                    <a:pt x="32040" y="10907"/>
                  </a:lnTo>
                  <a:lnTo>
                    <a:pt x="31471" y="11932"/>
                  </a:lnTo>
                  <a:lnTo>
                    <a:pt x="30887" y="13038"/>
                  </a:lnTo>
                  <a:lnTo>
                    <a:pt x="30699" y="14126"/>
                  </a:lnTo>
                  <a:lnTo>
                    <a:pt x="30519" y="15215"/>
                  </a:lnTo>
                  <a:lnTo>
                    <a:pt x="30345" y="16305"/>
                  </a:lnTo>
                  <a:lnTo>
                    <a:pt x="30177" y="17397"/>
                  </a:lnTo>
                  <a:lnTo>
                    <a:pt x="30016" y="18489"/>
                  </a:lnTo>
                  <a:lnTo>
                    <a:pt x="29861" y="19582"/>
                  </a:lnTo>
                  <a:lnTo>
                    <a:pt x="29712" y="20677"/>
                  </a:lnTo>
                  <a:lnTo>
                    <a:pt x="29446" y="22361"/>
                  </a:lnTo>
                  <a:lnTo>
                    <a:pt x="29209" y="23756"/>
                  </a:lnTo>
                  <a:lnTo>
                    <a:pt x="28979" y="24906"/>
                  </a:lnTo>
                  <a:lnTo>
                    <a:pt x="28732" y="25857"/>
                  </a:lnTo>
                  <a:lnTo>
                    <a:pt x="28445" y="26654"/>
                  </a:lnTo>
                  <a:lnTo>
                    <a:pt x="28095" y="27342"/>
                  </a:lnTo>
                  <a:lnTo>
                    <a:pt x="27659" y="27968"/>
                  </a:lnTo>
                  <a:lnTo>
                    <a:pt x="27113" y="28576"/>
                  </a:lnTo>
                  <a:lnTo>
                    <a:pt x="26436" y="29212"/>
                  </a:lnTo>
                  <a:lnTo>
                    <a:pt x="25603" y="29921"/>
                  </a:lnTo>
                  <a:lnTo>
                    <a:pt x="24591" y="30748"/>
                  </a:lnTo>
                  <a:lnTo>
                    <a:pt x="23451" y="31014"/>
                  </a:lnTo>
                  <a:lnTo>
                    <a:pt x="22335" y="31245"/>
                  </a:lnTo>
                  <a:lnTo>
                    <a:pt x="21241" y="31441"/>
                  </a:lnTo>
                  <a:lnTo>
                    <a:pt x="20167" y="31603"/>
                  </a:lnTo>
                  <a:lnTo>
                    <a:pt x="19110" y="31731"/>
                  </a:lnTo>
                  <a:lnTo>
                    <a:pt x="18069" y="31825"/>
                  </a:lnTo>
                  <a:lnTo>
                    <a:pt x="17040" y="31884"/>
                  </a:lnTo>
                  <a:lnTo>
                    <a:pt x="16022" y="31909"/>
                  </a:lnTo>
                  <a:lnTo>
                    <a:pt x="15012" y="31901"/>
                  </a:lnTo>
                  <a:lnTo>
                    <a:pt x="14008" y="31858"/>
                  </a:lnTo>
                  <a:lnTo>
                    <a:pt x="13007" y="31781"/>
                  </a:lnTo>
                  <a:lnTo>
                    <a:pt x="12008" y="31670"/>
                  </a:lnTo>
                  <a:lnTo>
                    <a:pt x="11008" y="31525"/>
                  </a:lnTo>
                  <a:lnTo>
                    <a:pt x="10004" y="31346"/>
                  </a:lnTo>
                  <a:lnTo>
                    <a:pt x="8994" y="31134"/>
                  </a:lnTo>
                  <a:lnTo>
                    <a:pt x="7977" y="30888"/>
                  </a:lnTo>
                  <a:lnTo>
                    <a:pt x="6949" y="30608"/>
                  </a:lnTo>
                  <a:lnTo>
                    <a:pt x="5908" y="30294"/>
                  </a:lnTo>
                  <a:lnTo>
                    <a:pt x="4852" y="29947"/>
                  </a:lnTo>
                  <a:lnTo>
                    <a:pt x="3779" y="29567"/>
                  </a:lnTo>
                  <a:lnTo>
                    <a:pt x="2686" y="29153"/>
                  </a:lnTo>
                  <a:lnTo>
                    <a:pt x="2465" y="30261"/>
                  </a:lnTo>
                  <a:lnTo>
                    <a:pt x="2243" y="31371"/>
                  </a:lnTo>
                  <a:lnTo>
                    <a:pt x="2020" y="32485"/>
                  </a:lnTo>
                  <a:lnTo>
                    <a:pt x="1796" y="33604"/>
                  </a:lnTo>
                  <a:lnTo>
                    <a:pt x="1571" y="34731"/>
                  </a:lnTo>
                  <a:lnTo>
                    <a:pt x="1343" y="35867"/>
                  </a:lnTo>
                  <a:lnTo>
                    <a:pt x="2391" y="35850"/>
                  </a:lnTo>
                  <a:lnTo>
                    <a:pt x="3441" y="35834"/>
                  </a:lnTo>
                  <a:lnTo>
                    <a:pt x="4496" y="35817"/>
                  </a:lnTo>
                  <a:lnTo>
                    <a:pt x="5559" y="35801"/>
                  </a:lnTo>
                  <a:lnTo>
                    <a:pt x="6632" y="35784"/>
                  </a:lnTo>
                  <a:lnTo>
                    <a:pt x="7723" y="35772"/>
                  </a:lnTo>
                  <a:lnTo>
                    <a:pt x="8814" y="35773"/>
                  </a:lnTo>
                  <a:lnTo>
                    <a:pt x="9906" y="35788"/>
                  </a:lnTo>
                  <a:lnTo>
                    <a:pt x="10997" y="35819"/>
                  </a:lnTo>
                  <a:lnTo>
                    <a:pt x="12086" y="35867"/>
                  </a:lnTo>
                  <a:lnTo>
                    <a:pt x="12753" y="36534"/>
                  </a:lnTo>
                  <a:lnTo>
                    <a:pt x="13429" y="37210"/>
                  </a:lnTo>
                  <a:lnTo>
                    <a:pt x="14612" y="37303"/>
                  </a:lnTo>
                  <a:lnTo>
                    <a:pt x="15758" y="37347"/>
                  </a:lnTo>
                  <a:lnTo>
                    <a:pt x="16872" y="37344"/>
                  </a:lnTo>
                  <a:lnTo>
                    <a:pt x="17956" y="37298"/>
                  </a:lnTo>
                  <a:lnTo>
                    <a:pt x="19016" y="37209"/>
                  </a:lnTo>
                  <a:lnTo>
                    <a:pt x="20054" y="37081"/>
                  </a:lnTo>
                  <a:lnTo>
                    <a:pt x="21074" y="36915"/>
                  </a:lnTo>
                  <a:lnTo>
                    <a:pt x="22081" y="36712"/>
                  </a:lnTo>
                  <a:lnTo>
                    <a:pt x="23078" y="36476"/>
                  </a:lnTo>
                  <a:lnTo>
                    <a:pt x="24068" y="36209"/>
                  </a:lnTo>
                  <a:lnTo>
                    <a:pt x="25057" y="35912"/>
                  </a:lnTo>
                  <a:lnTo>
                    <a:pt x="26047" y="35587"/>
                  </a:lnTo>
                  <a:lnTo>
                    <a:pt x="27042" y="35237"/>
                  </a:lnTo>
                  <a:lnTo>
                    <a:pt x="28046" y="34864"/>
                  </a:lnTo>
                  <a:lnTo>
                    <a:pt x="29063" y="34470"/>
                  </a:lnTo>
                  <a:lnTo>
                    <a:pt x="30097" y="34057"/>
                  </a:lnTo>
                  <a:lnTo>
                    <a:pt x="31151" y="33627"/>
                  </a:lnTo>
                  <a:lnTo>
                    <a:pt x="32230" y="33181"/>
                  </a:lnTo>
                  <a:lnTo>
                    <a:pt x="31897" y="34179"/>
                  </a:lnTo>
                  <a:lnTo>
                    <a:pt x="31563" y="35181"/>
                  </a:lnTo>
                  <a:lnTo>
                    <a:pt x="31227" y="36190"/>
                  </a:lnTo>
                  <a:lnTo>
                    <a:pt x="30887" y="37210"/>
                  </a:lnTo>
                  <a:lnTo>
                    <a:pt x="29821" y="37663"/>
                  </a:lnTo>
                  <a:lnTo>
                    <a:pt x="28769" y="38069"/>
                  </a:lnTo>
                  <a:lnTo>
                    <a:pt x="27728" y="38432"/>
                  </a:lnTo>
                  <a:lnTo>
                    <a:pt x="26696" y="38753"/>
                  </a:lnTo>
                  <a:lnTo>
                    <a:pt x="25669" y="39034"/>
                  </a:lnTo>
                  <a:lnTo>
                    <a:pt x="24645" y="39278"/>
                  </a:lnTo>
                  <a:lnTo>
                    <a:pt x="23620" y="39486"/>
                  </a:lnTo>
                  <a:lnTo>
                    <a:pt x="22593" y="39662"/>
                  </a:lnTo>
                  <a:lnTo>
                    <a:pt x="21560" y="39807"/>
                  </a:lnTo>
                  <a:lnTo>
                    <a:pt x="20519" y="39924"/>
                  </a:lnTo>
                  <a:lnTo>
                    <a:pt x="19466" y="40014"/>
                  </a:lnTo>
                  <a:lnTo>
                    <a:pt x="18399" y="40080"/>
                  </a:lnTo>
                  <a:lnTo>
                    <a:pt x="17315" y="40124"/>
                  </a:lnTo>
                  <a:lnTo>
                    <a:pt x="16211" y="40149"/>
                  </a:lnTo>
                  <a:lnTo>
                    <a:pt x="15085" y="40156"/>
                  </a:lnTo>
                  <a:lnTo>
                    <a:pt x="13933" y="40148"/>
                  </a:lnTo>
                  <a:lnTo>
                    <a:pt x="13445" y="40145"/>
                  </a:lnTo>
                  <a:lnTo>
                    <a:pt x="12813" y="40141"/>
                  </a:lnTo>
                  <a:lnTo>
                    <a:pt x="11616" y="40134"/>
                  </a:lnTo>
                  <a:lnTo>
                    <a:pt x="9432" y="40121"/>
                  </a:lnTo>
                  <a:lnTo>
                    <a:pt x="8323" y="40051"/>
                  </a:lnTo>
                  <a:lnTo>
                    <a:pt x="7248" y="39961"/>
                  </a:lnTo>
                  <a:lnTo>
                    <a:pt x="6199" y="39850"/>
                  </a:lnTo>
                  <a:lnTo>
                    <a:pt x="5168" y="39714"/>
                  </a:lnTo>
                  <a:lnTo>
                    <a:pt x="4146" y="39550"/>
                  </a:lnTo>
                  <a:lnTo>
                    <a:pt x="3126" y="39355"/>
                  </a:lnTo>
                  <a:lnTo>
                    <a:pt x="2101" y="39126"/>
                  </a:lnTo>
                  <a:lnTo>
                    <a:pt x="1061" y="38859"/>
                  </a:lnTo>
                  <a:lnTo>
                    <a:pt x="0" y="38553"/>
                  </a:lnTo>
                  <a:lnTo>
                    <a:pt x="0" y="37489"/>
                  </a:lnTo>
                  <a:lnTo>
                    <a:pt x="0" y="36425"/>
                  </a:lnTo>
                  <a:lnTo>
                    <a:pt x="0" y="35359"/>
                  </a:lnTo>
                  <a:lnTo>
                    <a:pt x="0" y="34292"/>
                  </a:lnTo>
                  <a:lnTo>
                    <a:pt x="0" y="33222"/>
                  </a:lnTo>
                  <a:lnTo>
                    <a:pt x="0" y="32148"/>
                  </a:lnTo>
                  <a:lnTo>
                    <a:pt x="0" y="31071"/>
                  </a:lnTo>
                  <a:lnTo>
                    <a:pt x="0" y="29989"/>
                  </a:lnTo>
                  <a:lnTo>
                    <a:pt x="0" y="28903"/>
                  </a:lnTo>
                  <a:lnTo>
                    <a:pt x="0" y="27810"/>
                  </a:lnTo>
                  <a:lnTo>
                    <a:pt x="1313" y="27760"/>
                  </a:lnTo>
                  <a:lnTo>
                    <a:pt x="2633" y="27709"/>
                  </a:lnTo>
                  <a:lnTo>
                    <a:pt x="3971" y="27658"/>
                  </a:lnTo>
                  <a:lnTo>
                    <a:pt x="4533" y="27629"/>
                  </a:lnTo>
                  <a:lnTo>
                    <a:pt x="5259" y="27592"/>
                  </a:lnTo>
                  <a:lnTo>
                    <a:pt x="6636" y="27521"/>
                  </a:lnTo>
                  <a:lnTo>
                    <a:pt x="9148" y="27391"/>
                  </a:lnTo>
                  <a:lnTo>
                    <a:pt x="9707" y="27365"/>
                  </a:lnTo>
                  <a:lnTo>
                    <a:pt x="10429" y="27331"/>
                  </a:lnTo>
                  <a:lnTo>
                    <a:pt x="11798" y="27269"/>
                  </a:lnTo>
                  <a:lnTo>
                    <a:pt x="14295" y="27155"/>
                  </a:lnTo>
                  <a:lnTo>
                    <a:pt x="15971" y="26895"/>
                  </a:lnTo>
                  <a:lnTo>
                    <a:pt x="17216" y="26677"/>
                  </a:lnTo>
                  <a:lnTo>
                    <a:pt x="18152" y="26458"/>
                  </a:lnTo>
                  <a:lnTo>
                    <a:pt x="18901" y="26196"/>
                  </a:lnTo>
                  <a:lnTo>
                    <a:pt x="19585" y="25848"/>
                  </a:lnTo>
                  <a:lnTo>
                    <a:pt x="20323" y="25372"/>
                  </a:lnTo>
                  <a:lnTo>
                    <a:pt x="21240" y="24725"/>
                  </a:lnTo>
                  <a:lnTo>
                    <a:pt x="21867" y="23804"/>
                  </a:lnTo>
                  <a:lnTo>
                    <a:pt x="22470" y="22883"/>
                  </a:lnTo>
                  <a:lnTo>
                    <a:pt x="23050" y="21958"/>
                  </a:lnTo>
                  <a:lnTo>
                    <a:pt x="23610" y="21026"/>
                  </a:lnTo>
                  <a:lnTo>
                    <a:pt x="24151" y="20082"/>
                  </a:lnTo>
                  <a:lnTo>
                    <a:pt x="24675" y="19124"/>
                  </a:lnTo>
                  <a:lnTo>
                    <a:pt x="25185" y="18148"/>
                  </a:lnTo>
                  <a:lnTo>
                    <a:pt x="25683" y="17150"/>
                  </a:lnTo>
                  <a:lnTo>
                    <a:pt x="26355" y="15799"/>
                  </a:lnTo>
                  <a:lnTo>
                    <a:pt x="27037" y="14428"/>
                  </a:lnTo>
                  <a:lnTo>
                    <a:pt x="27447" y="13427"/>
                  </a:lnTo>
                  <a:lnTo>
                    <a:pt x="27823" y="12430"/>
                  </a:lnTo>
                  <a:lnTo>
                    <a:pt x="28168" y="11435"/>
                  </a:lnTo>
                  <a:lnTo>
                    <a:pt x="28485" y="10437"/>
                  </a:lnTo>
                  <a:lnTo>
                    <a:pt x="28778" y="9431"/>
                  </a:lnTo>
                  <a:lnTo>
                    <a:pt x="29050" y="8413"/>
                  </a:lnTo>
                  <a:lnTo>
                    <a:pt x="29304" y="7379"/>
                  </a:lnTo>
                  <a:lnTo>
                    <a:pt x="29544" y="6324"/>
                  </a:lnTo>
                  <a:lnTo>
                    <a:pt x="30877" y="6324"/>
                  </a:lnTo>
                  <a:lnTo>
                    <a:pt x="32230" y="6324"/>
                  </a:lnTo>
                  <a:lnTo>
                    <a:pt x="32230" y="4993"/>
                  </a:lnTo>
                  <a:lnTo>
                    <a:pt x="32230" y="3653"/>
                  </a:lnTo>
                  <a:lnTo>
                    <a:pt x="32230" y="2295"/>
                  </a:lnTo>
                  <a:lnTo>
                    <a:pt x="33408" y="1606"/>
                  </a:lnTo>
                  <a:lnTo>
                    <a:pt x="34490" y="1039"/>
                  </a:lnTo>
                  <a:lnTo>
                    <a:pt x="35503" y="594"/>
                  </a:lnTo>
                  <a:lnTo>
                    <a:pt x="36474" y="272"/>
                  </a:lnTo>
                  <a:lnTo>
                    <a:pt x="37432" y="74"/>
                  </a:lnTo>
                  <a:lnTo>
                    <a:pt x="38403" y="0"/>
                  </a:lnTo>
                  <a:lnTo>
                    <a:pt x="39415" y="50"/>
                  </a:lnTo>
                  <a:lnTo>
                    <a:pt x="40496" y="225"/>
                  </a:lnTo>
                  <a:lnTo>
                    <a:pt x="41673" y="526"/>
                  </a:lnTo>
                  <a:lnTo>
                    <a:pt x="42973" y="952"/>
                  </a:lnTo>
                  <a:close/>
                </a:path>
              </a:pathLst>
            </a:custGeom>
            <a:solidFill>
              <a:srgbClr val="A7D8E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8" name="region 166 #4F4F4F"/>
            <p:cNvSpPr/>
            <p:nvPr/>
          </p:nvSpPr>
          <p:spPr>
            <a:xfrm>
              <a:off x="578116" y="750671"/>
              <a:ext cx="23495" cy="63116"/>
            </a:xfrm>
            <a:custGeom>
              <a:avLst/>
              <a:gdLst/>
              <a:ahLst/>
              <a:cxnLst/>
              <a:rect l="l" t="t" r="r" b="b"/>
              <a:pathLst>
                <a:path w="23495" h="63116">
                  <a:moveTo>
                    <a:pt x="2009" y="0"/>
                  </a:moveTo>
                  <a:lnTo>
                    <a:pt x="2547" y="1063"/>
                  </a:lnTo>
                  <a:lnTo>
                    <a:pt x="3043" y="2102"/>
                  </a:lnTo>
                  <a:lnTo>
                    <a:pt x="3498" y="3125"/>
                  </a:lnTo>
                  <a:lnTo>
                    <a:pt x="3914" y="4140"/>
                  </a:lnTo>
                  <a:lnTo>
                    <a:pt x="4295" y="5155"/>
                  </a:lnTo>
                  <a:lnTo>
                    <a:pt x="4643" y="6177"/>
                  </a:lnTo>
                  <a:lnTo>
                    <a:pt x="4959" y="7215"/>
                  </a:lnTo>
                  <a:lnTo>
                    <a:pt x="5246" y="8274"/>
                  </a:lnTo>
                  <a:lnTo>
                    <a:pt x="5506" y="9365"/>
                  </a:lnTo>
                  <a:lnTo>
                    <a:pt x="5741" y="10493"/>
                  </a:lnTo>
                  <a:lnTo>
                    <a:pt x="5954" y="11667"/>
                  </a:lnTo>
                  <a:lnTo>
                    <a:pt x="6159" y="12748"/>
                  </a:lnTo>
                  <a:lnTo>
                    <a:pt x="6374" y="13819"/>
                  </a:lnTo>
                  <a:lnTo>
                    <a:pt x="6600" y="14880"/>
                  </a:lnTo>
                  <a:lnTo>
                    <a:pt x="6837" y="15933"/>
                  </a:lnTo>
                  <a:lnTo>
                    <a:pt x="7085" y="16979"/>
                  </a:lnTo>
                  <a:lnTo>
                    <a:pt x="7346" y="18020"/>
                  </a:lnTo>
                  <a:lnTo>
                    <a:pt x="7619" y="19057"/>
                  </a:lnTo>
                  <a:lnTo>
                    <a:pt x="7906" y="20091"/>
                  </a:lnTo>
                  <a:lnTo>
                    <a:pt x="8207" y="21123"/>
                  </a:lnTo>
                  <a:lnTo>
                    <a:pt x="8523" y="22155"/>
                  </a:lnTo>
                  <a:lnTo>
                    <a:pt x="8854" y="23188"/>
                  </a:lnTo>
                  <a:lnTo>
                    <a:pt x="9200" y="24224"/>
                  </a:lnTo>
                  <a:lnTo>
                    <a:pt x="9563" y="25262"/>
                  </a:lnTo>
                  <a:lnTo>
                    <a:pt x="9924" y="26316"/>
                  </a:lnTo>
                  <a:lnTo>
                    <a:pt x="10254" y="27342"/>
                  </a:lnTo>
                  <a:lnTo>
                    <a:pt x="10550" y="28349"/>
                  </a:lnTo>
                  <a:lnTo>
                    <a:pt x="10810" y="29342"/>
                  </a:lnTo>
                  <a:lnTo>
                    <a:pt x="11034" y="30328"/>
                  </a:lnTo>
                  <a:lnTo>
                    <a:pt x="11218" y="31314"/>
                  </a:lnTo>
                  <a:lnTo>
                    <a:pt x="11362" y="32307"/>
                  </a:lnTo>
                  <a:lnTo>
                    <a:pt x="11463" y="33313"/>
                  </a:lnTo>
                  <a:lnTo>
                    <a:pt x="11520" y="34338"/>
                  </a:lnTo>
                  <a:lnTo>
                    <a:pt x="11531" y="35390"/>
                  </a:lnTo>
                  <a:lnTo>
                    <a:pt x="11495" y="36476"/>
                  </a:lnTo>
                  <a:lnTo>
                    <a:pt x="11409" y="37601"/>
                  </a:lnTo>
                  <a:lnTo>
                    <a:pt x="12742" y="37601"/>
                  </a:lnTo>
                  <a:lnTo>
                    <a:pt x="14095" y="37601"/>
                  </a:lnTo>
                  <a:lnTo>
                    <a:pt x="14549" y="38606"/>
                  </a:lnTo>
                  <a:lnTo>
                    <a:pt x="15006" y="39618"/>
                  </a:lnTo>
                  <a:lnTo>
                    <a:pt x="15469" y="40644"/>
                  </a:lnTo>
                  <a:lnTo>
                    <a:pt x="15918" y="41636"/>
                  </a:lnTo>
                  <a:lnTo>
                    <a:pt x="16369" y="42632"/>
                  </a:lnTo>
                  <a:lnTo>
                    <a:pt x="16824" y="43636"/>
                  </a:lnTo>
                  <a:lnTo>
                    <a:pt x="17284" y="44651"/>
                  </a:lnTo>
                  <a:lnTo>
                    <a:pt x="17729" y="45633"/>
                  </a:lnTo>
                  <a:lnTo>
                    <a:pt x="18175" y="46619"/>
                  </a:lnTo>
                  <a:lnTo>
                    <a:pt x="18624" y="47612"/>
                  </a:lnTo>
                  <a:lnTo>
                    <a:pt x="19078" y="48616"/>
                  </a:lnTo>
                  <a:lnTo>
                    <a:pt x="19522" y="49571"/>
                  </a:lnTo>
                  <a:lnTo>
                    <a:pt x="19973" y="50522"/>
                  </a:lnTo>
                  <a:lnTo>
                    <a:pt x="20433" y="51469"/>
                  </a:lnTo>
                  <a:lnTo>
                    <a:pt x="20902" y="52412"/>
                  </a:lnTo>
                  <a:lnTo>
                    <a:pt x="21381" y="53349"/>
                  </a:lnTo>
                  <a:lnTo>
                    <a:pt x="21870" y="54280"/>
                  </a:lnTo>
                  <a:lnTo>
                    <a:pt x="22372" y="55205"/>
                  </a:lnTo>
                  <a:lnTo>
                    <a:pt x="22788" y="56161"/>
                  </a:lnTo>
                  <a:lnTo>
                    <a:pt x="23086" y="56944"/>
                  </a:lnTo>
                  <a:lnTo>
                    <a:pt x="23286" y="57693"/>
                  </a:lnTo>
                  <a:lnTo>
                    <a:pt x="23407" y="58546"/>
                  </a:lnTo>
                  <a:lnTo>
                    <a:pt x="23469" y="59642"/>
                  </a:lnTo>
                  <a:lnTo>
                    <a:pt x="23492" y="61119"/>
                  </a:lnTo>
                  <a:lnTo>
                    <a:pt x="23495" y="63116"/>
                  </a:lnTo>
                  <a:lnTo>
                    <a:pt x="22233" y="62939"/>
                  </a:lnTo>
                  <a:lnTo>
                    <a:pt x="21323" y="62780"/>
                  </a:lnTo>
                  <a:lnTo>
                    <a:pt x="20506" y="62576"/>
                  </a:lnTo>
                  <a:lnTo>
                    <a:pt x="19526" y="62262"/>
                  </a:lnTo>
                  <a:lnTo>
                    <a:pt x="18124" y="61773"/>
                  </a:lnTo>
                  <a:lnTo>
                    <a:pt x="17430" y="60608"/>
                  </a:lnTo>
                  <a:lnTo>
                    <a:pt x="16961" y="59755"/>
                  </a:lnTo>
                  <a:lnTo>
                    <a:pt x="16604" y="58964"/>
                  </a:lnTo>
                  <a:lnTo>
                    <a:pt x="16245" y="57986"/>
                  </a:lnTo>
                  <a:lnTo>
                    <a:pt x="15773" y="56569"/>
                  </a:lnTo>
                  <a:lnTo>
                    <a:pt x="15284" y="55158"/>
                  </a:lnTo>
                  <a:lnTo>
                    <a:pt x="14788" y="53726"/>
                  </a:lnTo>
                  <a:lnTo>
                    <a:pt x="14496" y="52571"/>
                  </a:lnTo>
                  <a:lnTo>
                    <a:pt x="14300" y="51679"/>
                  </a:lnTo>
                  <a:lnTo>
                    <a:pt x="14182" y="50863"/>
                  </a:lnTo>
                  <a:lnTo>
                    <a:pt x="14121" y="49936"/>
                  </a:lnTo>
                  <a:lnTo>
                    <a:pt x="14098" y="48711"/>
                  </a:lnTo>
                  <a:lnTo>
                    <a:pt x="14095" y="47001"/>
                  </a:lnTo>
                  <a:lnTo>
                    <a:pt x="12762" y="47001"/>
                  </a:lnTo>
                  <a:lnTo>
                    <a:pt x="11409" y="47001"/>
                  </a:lnTo>
                  <a:lnTo>
                    <a:pt x="11035" y="46022"/>
                  </a:lnTo>
                  <a:lnTo>
                    <a:pt x="10663" y="45042"/>
                  </a:lnTo>
                  <a:lnTo>
                    <a:pt x="10292" y="44061"/>
                  </a:lnTo>
                  <a:lnTo>
                    <a:pt x="9922" y="43080"/>
                  </a:lnTo>
                  <a:lnTo>
                    <a:pt x="9554" y="42099"/>
                  </a:lnTo>
                  <a:lnTo>
                    <a:pt x="9187" y="41117"/>
                  </a:lnTo>
                  <a:lnTo>
                    <a:pt x="8820" y="40135"/>
                  </a:lnTo>
                  <a:lnTo>
                    <a:pt x="8455" y="39153"/>
                  </a:lnTo>
                  <a:lnTo>
                    <a:pt x="8090" y="38170"/>
                  </a:lnTo>
                  <a:lnTo>
                    <a:pt x="7727" y="37187"/>
                  </a:lnTo>
                  <a:lnTo>
                    <a:pt x="7364" y="36204"/>
                  </a:lnTo>
                  <a:lnTo>
                    <a:pt x="7002" y="35220"/>
                  </a:lnTo>
                  <a:lnTo>
                    <a:pt x="6640" y="34236"/>
                  </a:lnTo>
                  <a:lnTo>
                    <a:pt x="6279" y="33252"/>
                  </a:lnTo>
                  <a:lnTo>
                    <a:pt x="5918" y="32268"/>
                  </a:lnTo>
                  <a:lnTo>
                    <a:pt x="5558" y="31283"/>
                  </a:lnTo>
                  <a:lnTo>
                    <a:pt x="5198" y="30298"/>
                  </a:lnTo>
                  <a:lnTo>
                    <a:pt x="4749" y="29125"/>
                  </a:lnTo>
                  <a:lnTo>
                    <a:pt x="4298" y="27947"/>
                  </a:lnTo>
                  <a:lnTo>
                    <a:pt x="3843" y="26760"/>
                  </a:lnTo>
                  <a:lnTo>
                    <a:pt x="3383" y="25559"/>
                  </a:lnTo>
                  <a:lnTo>
                    <a:pt x="2973" y="24411"/>
                  </a:lnTo>
                  <a:lnTo>
                    <a:pt x="2586" y="23295"/>
                  </a:lnTo>
                  <a:lnTo>
                    <a:pt x="2221" y="22209"/>
                  </a:lnTo>
                  <a:lnTo>
                    <a:pt x="1881" y="21150"/>
                  </a:lnTo>
                  <a:lnTo>
                    <a:pt x="1565" y="20116"/>
                  </a:lnTo>
                  <a:lnTo>
                    <a:pt x="1276" y="19102"/>
                  </a:lnTo>
                  <a:lnTo>
                    <a:pt x="1013" y="18107"/>
                  </a:lnTo>
                  <a:lnTo>
                    <a:pt x="779" y="17127"/>
                  </a:lnTo>
                  <a:lnTo>
                    <a:pt x="573" y="16159"/>
                  </a:lnTo>
                  <a:lnTo>
                    <a:pt x="397" y="15202"/>
                  </a:lnTo>
                  <a:lnTo>
                    <a:pt x="252" y="14250"/>
                  </a:lnTo>
                  <a:lnTo>
                    <a:pt x="139" y="13303"/>
                  </a:lnTo>
                  <a:lnTo>
                    <a:pt x="59" y="12356"/>
                  </a:lnTo>
                  <a:lnTo>
                    <a:pt x="12" y="11407"/>
                  </a:lnTo>
                  <a:lnTo>
                    <a:pt x="0" y="10453"/>
                  </a:lnTo>
                  <a:lnTo>
                    <a:pt x="24" y="9492"/>
                  </a:lnTo>
                  <a:lnTo>
                    <a:pt x="85" y="8519"/>
                  </a:lnTo>
                  <a:lnTo>
                    <a:pt x="183" y="7533"/>
                  </a:lnTo>
                  <a:lnTo>
                    <a:pt x="320" y="6530"/>
                  </a:lnTo>
                  <a:lnTo>
                    <a:pt x="497" y="5507"/>
                  </a:lnTo>
                  <a:lnTo>
                    <a:pt x="714" y="4462"/>
                  </a:lnTo>
                  <a:lnTo>
                    <a:pt x="973" y="3392"/>
                  </a:lnTo>
                  <a:lnTo>
                    <a:pt x="1275" y="2294"/>
                  </a:lnTo>
                  <a:lnTo>
                    <a:pt x="1619" y="1164"/>
                  </a:lnTo>
                  <a:lnTo>
                    <a:pt x="2009" y="0"/>
                  </a:lnTo>
                  <a:close/>
                </a:path>
              </a:pathLst>
            </a:custGeom>
            <a:solidFill>
              <a:srgbClr val="4F4F4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9" name="region 167 #A4C9E4"/>
            <p:cNvSpPr/>
            <p:nvPr/>
          </p:nvSpPr>
          <p:spPr>
            <a:xfrm>
              <a:off x="2491047" y="531781"/>
              <a:ext cx="85945" cy="17924"/>
            </a:xfrm>
            <a:custGeom>
              <a:avLst/>
              <a:gdLst/>
              <a:ahLst/>
              <a:cxnLst/>
              <a:rect l="l" t="t" r="r" b="b"/>
              <a:pathLst>
                <a:path w="85945" h="17924">
                  <a:moveTo>
                    <a:pt x="83259" y="0"/>
                  </a:moveTo>
                  <a:lnTo>
                    <a:pt x="84592" y="0"/>
                  </a:lnTo>
                  <a:lnTo>
                    <a:pt x="85945" y="0"/>
                  </a:lnTo>
                  <a:lnTo>
                    <a:pt x="85723" y="1108"/>
                  </a:lnTo>
                  <a:lnTo>
                    <a:pt x="85501" y="2218"/>
                  </a:lnTo>
                  <a:lnTo>
                    <a:pt x="85279" y="3332"/>
                  </a:lnTo>
                  <a:lnTo>
                    <a:pt x="85055" y="4452"/>
                  </a:lnTo>
                  <a:lnTo>
                    <a:pt x="84829" y="5578"/>
                  </a:lnTo>
                  <a:lnTo>
                    <a:pt x="84602" y="6715"/>
                  </a:lnTo>
                  <a:lnTo>
                    <a:pt x="83269" y="6715"/>
                  </a:lnTo>
                  <a:lnTo>
                    <a:pt x="81916" y="6715"/>
                  </a:lnTo>
                  <a:lnTo>
                    <a:pt x="81806" y="7740"/>
                  </a:lnTo>
                  <a:lnTo>
                    <a:pt x="81694" y="8773"/>
                  </a:lnTo>
                  <a:lnTo>
                    <a:pt x="81581" y="9819"/>
                  </a:lnTo>
                  <a:lnTo>
                    <a:pt x="81163" y="11184"/>
                  </a:lnTo>
                  <a:lnTo>
                    <a:pt x="80728" y="12320"/>
                  </a:lnTo>
                  <a:lnTo>
                    <a:pt x="80251" y="13272"/>
                  </a:lnTo>
                  <a:lnTo>
                    <a:pt x="79709" y="14081"/>
                  </a:lnTo>
                  <a:lnTo>
                    <a:pt x="79079" y="14789"/>
                  </a:lnTo>
                  <a:lnTo>
                    <a:pt x="78336" y="15439"/>
                  </a:lnTo>
                  <a:lnTo>
                    <a:pt x="77458" y="16072"/>
                  </a:lnTo>
                  <a:lnTo>
                    <a:pt x="76421" y="16731"/>
                  </a:lnTo>
                  <a:lnTo>
                    <a:pt x="75202" y="17458"/>
                  </a:lnTo>
                  <a:lnTo>
                    <a:pt x="73894" y="17637"/>
                  </a:lnTo>
                  <a:lnTo>
                    <a:pt x="72883" y="17765"/>
                  </a:lnTo>
                  <a:lnTo>
                    <a:pt x="72038" y="17850"/>
                  </a:lnTo>
                  <a:lnTo>
                    <a:pt x="71228" y="17899"/>
                  </a:lnTo>
                  <a:lnTo>
                    <a:pt x="70320" y="17921"/>
                  </a:lnTo>
                  <a:lnTo>
                    <a:pt x="69184" y="17924"/>
                  </a:lnTo>
                  <a:lnTo>
                    <a:pt x="67688" y="17916"/>
                  </a:lnTo>
                  <a:lnTo>
                    <a:pt x="66559" y="17915"/>
                  </a:lnTo>
                  <a:lnTo>
                    <a:pt x="65425" y="17914"/>
                  </a:lnTo>
                  <a:lnTo>
                    <a:pt x="64283" y="17914"/>
                  </a:lnTo>
                  <a:lnTo>
                    <a:pt x="63128" y="17914"/>
                  </a:lnTo>
                  <a:lnTo>
                    <a:pt x="61914" y="17898"/>
                  </a:lnTo>
                  <a:lnTo>
                    <a:pt x="60695" y="17883"/>
                  </a:lnTo>
                  <a:lnTo>
                    <a:pt x="59468" y="17867"/>
                  </a:lnTo>
                  <a:lnTo>
                    <a:pt x="58226" y="17851"/>
                  </a:lnTo>
                  <a:lnTo>
                    <a:pt x="56980" y="17847"/>
                  </a:lnTo>
                  <a:lnTo>
                    <a:pt x="55728" y="17842"/>
                  </a:lnTo>
                  <a:lnTo>
                    <a:pt x="54467" y="17838"/>
                  </a:lnTo>
                  <a:lnTo>
                    <a:pt x="53192" y="17834"/>
                  </a:lnTo>
                  <a:lnTo>
                    <a:pt x="52090" y="17829"/>
                  </a:lnTo>
                  <a:lnTo>
                    <a:pt x="50988" y="17823"/>
                  </a:lnTo>
                  <a:lnTo>
                    <a:pt x="49887" y="17816"/>
                  </a:lnTo>
                  <a:lnTo>
                    <a:pt x="48785" y="17809"/>
                  </a:lnTo>
                  <a:lnTo>
                    <a:pt x="47683" y="17802"/>
                  </a:lnTo>
                  <a:lnTo>
                    <a:pt x="46582" y="17794"/>
                  </a:lnTo>
                  <a:lnTo>
                    <a:pt x="45480" y="17785"/>
                  </a:lnTo>
                  <a:lnTo>
                    <a:pt x="44379" y="17776"/>
                  </a:lnTo>
                  <a:lnTo>
                    <a:pt x="43277" y="17766"/>
                  </a:lnTo>
                  <a:lnTo>
                    <a:pt x="42176" y="17756"/>
                  </a:lnTo>
                  <a:lnTo>
                    <a:pt x="41074" y="17745"/>
                  </a:lnTo>
                  <a:lnTo>
                    <a:pt x="39973" y="17734"/>
                  </a:lnTo>
                  <a:lnTo>
                    <a:pt x="38847" y="17724"/>
                  </a:lnTo>
                  <a:lnTo>
                    <a:pt x="37722" y="17715"/>
                  </a:lnTo>
                  <a:lnTo>
                    <a:pt x="36597" y="17707"/>
                  </a:lnTo>
                  <a:lnTo>
                    <a:pt x="35472" y="17700"/>
                  </a:lnTo>
                  <a:lnTo>
                    <a:pt x="34346" y="17693"/>
                  </a:lnTo>
                  <a:lnTo>
                    <a:pt x="33221" y="17686"/>
                  </a:lnTo>
                  <a:lnTo>
                    <a:pt x="32096" y="17680"/>
                  </a:lnTo>
                  <a:lnTo>
                    <a:pt x="30971" y="17675"/>
                  </a:lnTo>
                  <a:lnTo>
                    <a:pt x="29846" y="17669"/>
                  </a:lnTo>
                  <a:lnTo>
                    <a:pt x="28721" y="17664"/>
                  </a:lnTo>
                  <a:lnTo>
                    <a:pt x="27595" y="17659"/>
                  </a:lnTo>
                  <a:lnTo>
                    <a:pt x="26470" y="17654"/>
                  </a:lnTo>
                  <a:lnTo>
                    <a:pt x="25411" y="17648"/>
                  </a:lnTo>
                  <a:lnTo>
                    <a:pt x="24352" y="17643"/>
                  </a:lnTo>
                  <a:lnTo>
                    <a:pt x="23293" y="17637"/>
                  </a:lnTo>
                  <a:lnTo>
                    <a:pt x="22235" y="17631"/>
                  </a:lnTo>
                  <a:lnTo>
                    <a:pt x="21176" y="17624"/>
                  </a:lnTo>
                  <a:lnTo>
                    <a:pt x="20117" y="17618"/>
                  </a:lnTo>
                  <a:lnTo>
                    <a:pt x="19058" y="17611"/>
                  </a:lnTo>
                  <a:lnTo>
                    <a:pt x="17999" y="17604"/>
                  </a:lnTo>
                  <a:lnTo>
                    <a:pt x="16940" y="17597"/>
                  </a:lnTo>
                  <a:lnTo>
                    <a:pt x="15882" y="17590"/>
                  </a:lnTo>
                  <a:lnTo>
                    <a:pt x="14823" y="17582"/>
                  </a:lnTo>
                  <a:lnTo>
                    <a:pt x="13764" y="17575"/>
                  </a:lnTo>
                  <a:lnTo>
                    <a:pt x="12705" y="17567"/>
                  </a:lnTo>
                  <a:lnTo>
                    <a:pt x="11647" y="17559"/>
                  </a:lnTo>
                  <a:lnTo>
                    <a:pt x="10588" y="17550"/>
                  </a:lnTo>
                  <a:lnTo>
                    <a:pt x="9529" y="17542"/>
                  </a:lnTo>
                  <a:lnTo>
                    <a:pt x="8470" y="17533"/>
                  </a:lnTo>
                  <a:lnTo>
                    <a:pt x="7412" y="17524"/>
                  </a:lnTo>
                  <a:lnTo>
                    <a:pt x="6353" y="17515"/>
                  </a:lnTo>
                  <a:lnTo>
                    <a:pt x="5294" y="17506"/>
                  </a:lnTo>
                  <a:lnTo>
                    <a:pt x="4235" y="17497"/>
                  </a:lnTo>
                  <a:lnTo>
                    <a:pt x="3177" y="17487"/>
                  </a:lnTo>
                  <a:lnTo>
                    <a:pt x="2118" y="17478"/>
                  </a:lnTo>
                  <a:lnTo>
                    <a:pt x="1059" y="17468"/>
                  </a:lnTo>
                  <a:lnTo>
                    <a:pt x="0" y="17458"/>
                  </a:lnTo>
                  <a:lnTo>
                    <a:pt x="667" y="16125"/>
                  </a:lnTo>
                  <a:lnTo>
                    <a:pt x="1343" y="14772"/>
                  </a:lnTo>
                  <a:lnTo>
                    <a:pt x="2687" y="14774"/>
                  </a:lnTo>
                  <a:lnTo>
                    <a:pt x="4051" y="14775"/>
                  </a:lnTo>
                  <a:lnTo>
                    <a:pt x="5124" y="14775"/>
                  </a:lnTo>
                  <a:lnTo>
                    <a:pt x="6197" y="14774"/>
                  </a:lnTo>
                  <a:lnTo>
                    <a:pt x="7271" y="14774"/>
                  </a:lnTo>
                  <a:lnTo>
                    <a:pt x="8344" y="14772"/>
                  </a:lnTo>
                  <a:lnTo>
                    <a:pt x="9418" y="14771"/>
                  </a:lnTo>
                  <a:lnTo>
                    <a:pt x="10491" y="14769"/>
                  </a:lnTo>
                  <a:lnTo>
                    <a:pt x="11564" y="14766"/>
                  </a:lnTo>
                  <a:lnTo>
                    <a:pt x="12638" y="14763"/>
                  </a:lnTo>
                  <a:lnTo>
                    <a:pt x="13711" y="14759"/>
                  </a:lnTo>
                  <a:lnTo>
                    <a:pt x="14784" y="14755"/>
                  </a:lnTo>
                  <a:lnTo>
                    <a:pt x="15858" y="14751"/>
                  </a:lnTo>
                  <a:lnTo>
                    <a:pt x="16931" y="14746"/>
                  </a:lnTo>
                  <a:lnTo>
                    <a:pt x="18004" y="14741"/>
                  </a:lnTo>
                  <a:lnTo>
                    <a:pt x="19078" y="14736"/>
                  </a:lnTo>
                  <a:lnTo>
                    <a:pt x="20151" y="14730"/>
                  </a:lnTo>
                  <a:lnTo>
                    <a:pt x="21224" y="14723"/>
                  </a:lnTo>
                  <a:lnTo>
                    <a:pt x="22297" y="14716"/>
                  </a:lnTo>
                  <a:lnTo>
                    <a:pt x="23371" y="14709"/>
                  </a:lnTo>
                  <a:lnTo>
                    <a:pt x="24444" y="14702"/>
                  </a:lnTo>
                  <a:lnTo>
                    <a:pt x="25517" y="14694"/>
                  </a:lnTo>
                  <a:lnTo>
                    <a:pt x="26590" y="14686"/>
                  </a:lnTo>
                  <a:lnTo>
                    <a:pt x="27664" y="14677"/>
                  </a:lnTo>
                  <a:lnTo>
                    <a:pt x="28737" y="14669"/>
                  </a:lnTo>
                  <a:lnTo>
                    <a:pt x="29810" y="14659"/>
                  </a:lnTo>
                  <a:lnTo>
                    <a:pt x="30884" y="14650"/>
                  </a:lnTo>
                  <a:lnTo>
                    <a:pt x="31957" y="14640"/>
                  </a:lnTo>
                  <a:lnTo>
                    <a:pt x="32998" y="14633"/>
                  </a:lnTo>
                  <a:lnTo>
                    <a:pt x="34040" y="14628"/>
                  </a:lnTo>
                  <a:lnTo>
                    <a:pt x="35081" y="14622"/>
                  </a:lnTo>
                  <a:lnTo>
                    <a:pt x="36123" y="14618"/>
                  </a:lnTo>
                  <a:lnTo>
                    <a:pt x="37164" y="14615"/>
                  </a:lnTo>
                  <a:lnTo>
                    <a:pt x="38205" y="14612"/>
                  </a:lnTo>
                  <a:lnTo>
                    <a:pt x="39247" y="14611"/>
                  </a:lnTo>
                  <a:lnTo>
                    <a:pt x="40288" y="14610"/>
                  </a:lnTo>
                  <a:lnTo>
                    <a:pt x="41330" y="14610"/>
                  </a:lnTo>
                  <a:lnTo>
                    <a:pt x="42371" y="14611"/>
                  </a:lnTo>
                  <a:lnTo>
                    <a:pt x="43440" y="14611"/>
                  </a:lnTo>
                  <a:lnTo>
                    <a:pt x="44510" y="14609"/>
                  </a:lnTo>
                  <a:lnTo>
                    <a:pt x="45579" y="14607"/>
                  </a:lnTo>
                  <a:lnTo>
                    <a:pt x="46648" y="14602"/>
                  </a:lnTo>
                  <a:lnTo>
                    <a:pt x="47717" y="14597"/>
                  </a:lnTo>
                  <a:lnTo>
                    <a:pt x="48786" y="14591"/>
                  </a:lnTo>
                  <a:lnTo>
                    <a:pt x="49856" y="14583"/>
                  </a:lnTo>
                  <a:lnTo>
                    <a:pt x="50925" y="14575"/>
                  </a:lnTo>
                  <a:lnTo>
                    <a:pt x="51994" y="14565"/>
                  </a:lnTo>
                  <a:lnTo>
                    <a:pt x="53063" y="14555"/>
                  </a:lnTo>
                  <a:lnTo>
                    <a:pt x="54132" y="14545"/>
                  </a:lnTo>
                  <a:lnTo>
                    <a:pt x="55202" y="14534"/>
                  </a:lnTo>
                  <a:lnTo>
                    <a:pt x="56271" y="14522"/>
                  </a:lnTo>
                  <a:lnTo>
                    <a:pt x="57340" y="14510"/>
                  </a:lnTo>
                  <a:lnTo>
                    <a:pt x="58505" y="14519"/>
                  </a:lnTo>
                  <a:lnTo>
                    <a:pt x="59674" y="14528"/>
                  </a:lnTo>
                  <a:lnTo>
                    <a:pt x="60851" y="14537"/>
                  </a:lnTo>
                  <a:lnTo>
                    <a:pt x="62042" y="14546"/>
                  </a:lnTo>
                  <a:lnTo>
                    <a:pt x="64153" y="14507"/>
                  </a:lnTo>
                  <a:lnTo>
                    <a:pt x="65972" y="14468"/>
                  </a:lnTo>
                  <a:lnTo>
                    <a:pt x="67529" y="14421"/>
                  </a:lnTo>
                  <a:lnTo>
                    <a:pt x="68855" y="14361"/>
                  </a:lnTo>
                  <a:lnTo>
                    <a:pt x="69981" y="14281"/>
                  </a:lnTo>
                  <a:lnTo>
                    <a:pt x="70940" y="14175"/>
                  </a:lnTo>
                  <a:lnTo>
                    <a:pt x="71761" y="14036"/>
                  </a:lnTo>
                  <a:lnTo>
                    <a:pt x="72475" y="13858"/>
                  </a:lnTo>
                  <a:lnTo>
                    <a:pt x="73115" y="13635"/>
                  </a:lnTo>
                  <a:lnTo>
                    <a:pt x="73711" y="13360"/>
                  </a:lnTo>
                  <a:lnTo>
                    <a:pt x="74294" y="13026"/>
                  </a:lnTo>
                  <a:lnTo>
                    <a:pt x="74895" y="12628"/>
                  </a:lnTo>
                  <a:lnTo>
                    <a:pt x="75546" y="12158"/>
                  </a:lnTo>
                  <a:lnTo>
                    <a:pt x="76277" y="11611"/>
                  </a:lnTo>
                  <a:lnTo>
                    <a:pt x="76953" y="10786"/>
                  </a:lnTo>
                  <a:lnTo>
                    <a:pt x="77482" y="10122"/>
                  </a:lnTo>
                  <a:lnTo>
                    <a:pt x="77941" y="9507"/>
                  </a:lnTo>
                  <a:lnTo>
                    <a:pt x="78404" y="8834"/>
                  </a:lnTo>
                  <a:lnTo>
                    <a:pt x="78947" y="7994"/>
                  </a:lnTo>
                  <a:lnTo>
                    <a:pt x="79645" y="6876"/>
                  </a:lnTo>
                  <a:lnTo>
                    <a:pt x="80573" y="5372"/>
                  </a:lnTo>
                  <a:lnTo>
                    <a:pt x="81906" y="4705"/>
                  </a:lnTo>
                  <a:lnTo>
                    <a:pt x="83259" y="4029"/>
                  </a:lnTo>
                  <a:lnTo>
                    <a:pt x="83259" y="2698"/>
                  </a:lnTo>
                  <a:lnTo>
                    <a:pt x="83259" y="1358"/>
                  </a:lnTo>
                  <a:lnTo>
                    <a:pt x="83259" y="0"/>
                  </a:lnTo>
                  <a:close/>
                </a:path>
              </a:pathLst>
            </a:custGeom>
            <a:solidFill>
              <a:srgbClr val="A4C9E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0" name="region 168 #3D0F11"/>
            <p:cNvSpPr/>
            <p:nvPr/>
          </p:nvSpPr>
          <p:spPr>
            <a:xfrm>
              <a:off x="1383169" y="785586"/>
              <a:ext cx="29543" cy="21486"/>
            </a:xfrm>
            <a:custGeom>
              <a:avLst/>
              <a:gdLst/>
              <a:ahLst/>
              <a:cxnLst/>
              <a:rect l="l" t="t" r="r" b="b"/>
              <a:pathLst>
                <a:path w="29543" h="21486">
                  <a:moveTo>
                    <a:pt x="0" y="0"/>
                  </a:moveTo>
                  <a:lnTo>
                    <a:pt x="1040" y="0"/>
                  </a:lnTo>
                  <a:lnTo>
                    <a:pt x="2081" y="0"/>
                  </a:lnTo>
                  <a:lnTo>
                    <a:pt x="3122" y="0"/>
                  </a:lnTo>
                  <a:lnTo>
                    <a:pt x="4163" y="0"/>
                  </a:lnTo>
                  <a:lnTo>
                    <a:pt x="5205" y="0"/>
                  </a:lnTo>
                  <a:lnTo>
                    <a:pt x="6247" y="0"/>
                  </a:lnTo>
                  <a:lnTo>
                    <a:pt x="7290" y="0"/>
                  </a:lnTo>
                  <a:lnTo>
                    <a:pt x="8334" y="0"/>
                  </a:lnTo>
                  <a:lnTo>
                    <a:pt x="9378" y="0"/>
                  </a:lnTo>
                  <a:lnTo>
                    <a:pt x="10424" y="0"/>
                  </a:lnTo>
                  <a:lnTo>
                    <a:pt x="11471" y="0"/>
                  </a:lnTo>
                  <a:lnTo>
                    <a:pt x="12520" y="0"/>
                  </a:lnTo>
                  <a:lnTo>
                    <a:pt x="13569" y="0"/>
                  </a:lnTo>
                  <a:lnTo>
                    <a:pt x="14621" y="0"/>
                  </a:lnTo>
                  <a:lnTo>
                    <a:pt x="15674" y="0"/>
                  </a:lnTo>
                  <a:lnTo>
                    <a:pt x="16728" y="0"/>
                  </a:lnTo>
                  <a:lnTo>
                    <a:pt x="17785" y="0"/>
                  </a:lnTo>
                  <a:lnTo>
                    <a:pt x="18844" y="0"/>
                  </a:lnTo>
                  <a:lnTo>
                    <a:pt x="19905" y="0"/>
                  </a:lnTo>
                  <a:lnTo>
                    <a:pt x="20968" y="0"/>
                  </a:lnTo>
                  <a:lnTo>
                    <a:pt x="22033" y="0"/>
                  </a:lnTo>
                  <a:lnTo>
                    <a:pt x="23101" y="0"/>
                  </a:lnTo>
                  <a:lnTo>
                    <a:pt x="24172" y="0"/>
                  </a:lnTo>
                  <a:lnTo>
                    <a:pt x="24172" y="666"/>
                  </a:lnTo>
                  <a:lnTo>
                    <a:pt x="24172" y="1343"/>
                  </a:lnTo>
                  <a:lnTo>
                    <a:pt x="23032" y="1533"/>
                  </a:lnTo>
                  <a:lnTo>
                    <a:pt x="21891" y="1723"/>
                  </a:lnTo>
                  <a:lnTo>
                    <a:pt x="20747" y="1914"/>
                  </a:lnTo>
                  <a:lnTo>
                    <a:pt x="19599" y="2105"/>
                  </a:lnTo>
                  <a:lnTo>
                    <a:pt x="18445" y="2297"/>
                  </a:lnTo>
                  <a:lnTo>
                    <a:pt x="17284" y="2491"/>
                  </a:lnTo>
                  <a:lnTo>
                    <a:pt x="16115" y="2686"/>
                  </a:lnTo>
                  <a:lnTo>
                    <a:pt x="16115" y="4019"/>
                  </a:lnTo>
                  <a:lnTo>
                    <a:pt x="16115" y="5372"/>
                  </a:lnTo>
                  <a:lnTo>
                    <a:pt x="17064" y="5846"/>
                  </a:lnTo>
                  <a:lnTo>
                    <a:pt x="18014" y="6321"/>
                  </a:lnTo>
                  <a:lnTo>
                    <a:pt x="18965" y="6797"/>
                  </a:lnTo>
                  <a:lnTo>
                    <a:pt x="19916" y="7272"/>
                  </a:lnTo>
                  <a:lnTo>
                    <a:pt x="20869" y="7749"/>
                  </a:lnTo>
                  <a:lnTo>
                    <a:pt x="21823" y="8226"/>
                  </a:lnTo>
                  <a:lnTo>
                    <a:pt x="22779" y="8704"/>
                  </a:lnTo>
                  <a:lnTo>
                    <a:pt x="23736" y="9183"/>
                  </a:lnTo>
                  <a:lnTo>
                    <a:pt x="24697" y="9663"/>
                  </a:lnTo>
                  <a:lnTo>
                    <a:pt x="25660" y="10144"/>
                  </a:lnTo>
                  <a:lnTo>
                    <a:pt x="26625" y="10627"/>
                  </a:lnTo>
                  <a:lnTo>
                    <a:pt x="27594" y="11112"/>
                  </a:lnTo>
                  <a:lnTo>
                    <a:pt x="28567" y="11598"/>
                  </a:lnTo>
                  <a:lnTo>
                    <a:pt x="29543" y="12086"/>
                  </a:lnTo>
                  <a:lnTo>
                    <a:pt x="29180" y="13514"/>
                  </a:lnTo>
                  <a:lnTo>
                    <a:pt x="28847" y="14732"/>
                  </a:lnTo>
                  <a:lnTo>
                    <a:pt x="28517" y="15779"/>
                  </a:lnTo>
                  <a:lnTo>
                    <a:pt x="28165" y="16691"/>
                  </a:lnTo>
                  <a:lnTo>
                    <a:pt x="27767" y="17508"/>
                  </a:lnTo>
                  <a:lnTo>
                    <a:pt x="27295" y="18267"/>
                  </a:lnTo>
                  <a:lnTo>
                    <a:pt x="26726" y="19006"/>
                  </a:lnTo>
                  <a:lnTo>
                    <a:pt x="26032" y="19764"/>
                  </a:lnTo>
                  <a:lnTo>
                    <a:pt x="25189" y="20578"/>
                  </a:lnTo>
                  <a:lnTo>
                    <a:pt x="24172" y="21486"/>
                  </a:lnTo>
                  <a:lnTo>
                    <a:pt x="24172" y="20422"/>
                  </a:lnTo>
                  <a:lnTo>
                    <a:pt x="24172" y="19356"/>
                  </a:lnTo>
                  <a:lnTo>
                    <a:pt x="24172" y="18284"/>
                  </a:lnTo>
                  <a:lnTo>
                    <a:pt x="24172" y="17204"/>
                  </a:lnTo>
                  <a:lnTo>
                    <a:pt x="24172" y="16115"/>
                  </a:lnTo>
                  <a:lnTo>
                    <a:pt x="22743" y="16271"/>
                  </a:lnTo>
                  <a:lnTo>
                    <a:pt x="21291" y="16429"/>
                  </a:lnTo>
                  <a:lnTo>
                    <a:pt x="20080" y="16294"/>
                  </a:lnTo>
                  <a:lnTo>
                    <a:pt x="18966" y="16098"/>
                  </a:lnTo>
                  <a:lnTo>
                    <a:pt x="17934" y="15843"/>
                  </a:lnTo>
                  <a:lnTo>
                    <a:pt x="16967" y="15529"/>
                  </a:lnTo>
                  <a:lnTo>
                    <a:pt x="16053" y="15157"/>
                  </a:lnTo>
                  <a:lnTo>
                    <a:pt x="15174" y="14731"/>
                  </a:lnTo>
                  <a:lnTo>
                    <a:pt x="14317" y="14250"/>
                  </a:lnTo>
                  <a:lnTo>
                    <a:pt x="13465" y="13716"/>
                  </a:lnTo>
                  <a:lnTo>
                    <a:pt x="12605" y="13131"/>
                  </a:lnTo>
                  <a:lnTo>
                    <a:pt x="11721" y="12495"/>
                  </a:lnTo>
                  <a:lnTo>
                    <a:pt x="10797" y="11811"/>
                  </a:lnTo>
                  <a:lnTo>
                    <a:pt x="9819" y="11079"/>
                  </a:lnTo>
                  <a:lnTo>
                    <a:pt x="8859" y="10377"/>
                  </a:lnTo>
                  <a:lnTo>
                    <a:pt x="7896" y="9673"/>
                  </a:lnTo>
                  <a:lnTo>
                    <a:pt x="6925" y="8964"/>
                  </a:lnTo>
                  <a:lnTo>
                    <a:pt x="5944" y="8247"/>
                  </a:lnTo>
                  <a:lnTo>
                    <a:pt x="4970" y="7383"/>
                  </a:lnTo>
                  <a:lnTo>
                    <a:pt x="4189" y="6665"/>
                  </a:lnTo>
                  <a:lnTo>
                    <a:pt x="3552" y="6025"/>
                  </a:lnTo>
                  <a:lnTo>
                    <a:pt x="3009" y="5393"/>
                  </a:lnTo>
                  <a:lnTo>
                    <a:pt x="2511" y="4703"/>
                  </a:lnTo>
                  <a:lnTo>
                    <a:pt x="2011" y="3886"/>
                  </a:lnTo>
                  <a:lnTo>
                    <a:pt x="1458" y="2876"/>
                  </a:lnTo>
                  <a:lnTo>
                    <a:pt x="804" y="16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0F1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1" name="region 169 #538DBB"/>
            <p:cNvSpPr/>
            <p:nvPr/>
          </p:nvSpPr>
          <p:spPr>
            <a:xfrm>
              <a:off x="2764669" y="182632"/>
              <a:ext cx="78580" cy="39282"/>
            </a:xfrm>
            <a:custGeom>
              <a:avLst/>
              <a:gdLst/>
              <a:ahLst/>
              <a:cxnLst/>
              <a:rect l="l" t="t" r="r" b="b"/>
              <a:pathLst>
                <a:path w="78580" h="39282">
                  <a:moveTo>
                    <a:pt x="72842" y="0"/>
                  </a:moveTo>
                  <a:lnTo>
                    <a:pt x="73981" y="584"/>
                  </a:lnTo>
                  <a:lnTo>
                    <a:pt x="74787" y="1091"/>
                  </a:lnTo>
                  <a:lnTo>
                    <a:pt x="75378" y="1670"/>
                  </a:lnTo>
                  <a:lnTo>
                    <a:pt x="75870" y="2466"/>
                  </a:lnTo>
                  <a:lnTo>
                    <a:pt x="76377" y="3628"/>
                  </a:lnTo>
                  <a:lnTo>
                    <a:pt x="77017" y="5303"/>
                  </a:lnTo>
                  <a:lnTo>
                    <a:pt x="77271" y="6332"/>
                  </a:lnTo>
                  <a:lnTo>
                    <a:pt x="77496" y="7360"/>
                  </a:lnTo>
                  <a:lnTo>
                    <a:pt x="77694" y="8386"/>
                  </a:lnTo>
                  <a:lnTo>
                    <a:pt x="77867" y="9413"/>
                  </a:lnTo>
                  <a:lnTo>
                    <a:pt x="78016" y="10439"/>
                  </a:lnTo>
                  <a:lnTo>
                    <a:pt x="78143" y="11465"/>
                  </a:lnTo>
                  <a:lnTo>
                    <a:pt x="78250" y="12491"/>
                  </a:lnTo>
                  <a:lnTo>
                    <a:pt x="78338" y="13518"/>
                  </a:lnTo>
                  <a:lnTo>
                    <a:pt x="78409" y="14547"/>
                  </a:lnTo>
                  <a:lnTo>
                    <a:pt x="78465" y="15577"/>
                  </a:lnTo>
                  <a:lnTo>
                    <a:pt x="78507" y="16609"/>
                  </a:lnTo>
                  <a:lnTo>
                    <a:pt x="78536" y="17643"/>
                  </a:lnTo>
                  <a:lnTo>
                    <a:pt x="78555" y="18680"/>
                  </a:lnTo>
                  <a:lnTo>
                    <a:pt x="78565" y="19721"/>
                  </a:lnTo>
                  <a:lnTo>
                    <a:pt x="78568" y="20764"/>
                  </a:lnTo>
                  <a:lnTo>
                    <a:pt x="78565" y="21811"/>
                  </a:lnTo>
                  <a:lnTo>
                    <a:pt x="78559" y="22863"/>
                  </a:lnTo>
                  <a:lnTo>
                    <a:pt x="78549" y="23919"/>
                  </a:lnTo>
                  <a:lnTo>
                    <a:pt x="78554" y="24432"/>
                  </a:lnTo>
                  <a:lnTo>
                    <a:pt x="78562" y="25338"/>
                  </a:lnTo>
                  <a:lnTo>
                    <a:pt x="78580" y="27411"/>
                  </a:lnTo>
                  <a:lnTo>
                    <a:pt x="78577" y="28512"/>
                  </a:lnTo>
                  <a:lnTo>
                    <a:pt x="78574" y="29621"/>
                  </a:lnTo>
                  <a:lnTo>
                    <a:pt x="78571" y="30745"/>
                  </a:lnTo>
                  <a:lnTo>
                    <a:pt x="78566" y="32241"/>
                  </a:lnTo>
                  <a:lnTo>
                    <a:pt x="78562" y="33760"/>
                  </a:lnTo>
                  <a:lnTo>
                    <a:pt x="78370" y="35000"/>
                  </a:lnTo>
                  <a:lnTo>
                    <a:pt x="78117" y="35890"/>
                  </a:lnTo>
                  <a:lnTo>
                    <a:pt x="77656" y="36678"/>
                  </a:lnTo>
                  <a:lnTo>
                    <a:pt x="76841" y="37613"/>
                  </a:lnTo>
                  <a:lnTo>
                    <a:pt x="75528" y="38943"/>
                  </a:lnTo>
                  <a:lnTo>
                    <a:pt x="74196" y="39083"/>
                  </a:lnTo>
                  <a:lnTo>
                    <a:pt x="73188" y="39176"/>
                  </a:lnTo>
                  <a:lnTo>
                    <a:pt x="72306" y="39233"/>
                  </a:lnTo>
                  <a:lnTo>
                    <a:pt x="71356" y="39261"/>
                  </a:lnTo>
                  <a:lnTo>
                    <a:pt x="70141" y="39270"/>
                  </a:lnTo>
                  <a:lnTo>
                    <a:pt x="68464" y="39270"/>
                  </a:lnTo>
                  <a:lnTo>
                    <a:pt x="67358" y="39273"/>
                  </a:lnTo>
                  <a:lnTo>
                    <a:pt x="66247" y="39276"/>
                  </a:lnTo>
                  <a:lnTo>
                    <a:pt x="65128" y="39279"/>
                  </a:lnTo>
                  <a:lnTo>
                    <a:pt x="63997" y="39282"/>
                  </a:lnTo>
                  <a:lnTo>
                    <a:pt x="62798" y="39275"/>
                  </a:lnTo>
                  <a:lnTo>
                    <a:pt x="61595" y="39267"/>
                  </a:lnTo>
                  <a:lnTo>
                    <a:pt x="60383" y="39260"/>
                  </a:lnTo>
                  <a:lnTo>
                    <a:pt x="59157" y="39252"/>
                  </a:lnTo>
                  <a:lnTo>
                    <a:pt x="57931" y="39252"/>
                  </a:lnTo>
                  <a:lnTo>
                    <a:pt x="56701" y="39252"/>
                  </a:lnTo>
                  <a:lnTo>
                    <a:pt x="55462" y="39251"/>
                  </a:lnTo>
                  <a:lnTo>
                    <a:pt x="54210" y="39251"/>
                  </a:lnTo>
                  <a:lnTo>
                    <a:pt x="53058" y="39249"/>
                  </a:lnTo>
                  <a:lnTo>
                    <a:pt x="51906" y="39247"/>
                  </a:lnTo>
                  <a:lnTo>
                    <a:pt x="50754" y="39244"/>
                  </a:lnTo>
                  <a:lnTo>
                    <a:pt x="49603" y="39241"/>
                  </a:lnTo>
                  <a:lnTo>
                    <a:pt x="48451" y="39238"/>
                  </a:lnTo>
                  <a:lnTo>
                    <a:pt x="47299" y="39234"/>
                  </a:lnTo>
                  <a:lnTo>
                    <a:pt x="46147" y="39230"/>
                  </a:lnTo>
                  <a:lnTo>
                    <a:pt x="44996" y="39225"/>
                  </a:lnTo>
                  <a:lnTo>
                    <a:pt x="43844" y="39220"/>
                  </a:lnTo>
                  <a:lnTo>
                    <a:pt x="42782" y="39215"/>
                  </a:lnTo>
                  <a:lnTo>
                    <a:pt x="41720" y="39211"/>
                  </a:lnTo>
                  <a:lnTo>
                    <a:pt x="40657" y="39208"/>
                  </a:lnTo>
                  <a:lnTo>
                    <a:pt x="39595" y="39205"/>
                  </a:lnTo>
                  <a:lnTo>
                    <a:pt x="38533" y="39202"/>
                  </a:lnTo>
                  <a:lnTo>
                    <a:pt x="37471" y="39200"/>
                  </a:lnTo>
                  <a:lnTo>
                    <a:pt x="36408" y="39198"/>
                  </a:lnTo>
                  <a:lnTo>
                    <a:pt x="35346" y="39196"/>
                  </a:lnTo>
                  <a:lnTo>
                    <a:pt x="34284" y="39195"/>
                  </a:lnTo>
                  <a:lnTo>
                    <a:pt x="33222" y="39194"/>
                  </a:lnTo>
                  <a:lnTo>
                    <a:pt x="32160" y="39193"/>
                  </a:lnTo>
                  <a:lnTo>
                    <a:pt x="31097" y="39193"/>
                  </a:lnTo>
                  <a:lnTo>
                    <a:pt x="30035" y="39193"/>
                  </a:lnTo>
                  <a:lnTo>
                    <a:pt x="28973" y="39193"/>
                  </a:lnTo>
                  <a:lnTo>
                    <a:pt x="27911" y="39193"/>
                  </a:lnTo>
                  <a:lnTo>
                    <a:pt x="26794" y="39191"/>
                  </a:lnTo>
                  <a:lnTo>
                    <a:pt x="25678" y="39188"/>
                  </a:lnTo>
                  <a:lnTo>
                    <a:pt x="24562" y="39186"/>
                  </a:lnTo>
                  <a:lnTo>
                    <a:pt x="23445" y="39183"/>
                  </a:lnTo>
                  <a:lnTo>
                    <a:pt x="22329" y="39181"/>
                  </a:lnTo>
                  <a:lnTo>
                    <a:pt x="21212" y="39178"/>
                  </a:lnTo>
                  <a:lnTo>
                    <a:pt x="20096" y="39175"/>
                  </a:lnTo>
                  <a:lnTo>
                    <a:pt x="18980" y="39172"/>
                  </a:lnTo>
                  <a:lnTo>
                    <a:pt x="17863" y="39169"/>
                  </a:lnTo>
                  <a:lnTo>
                    <a:pt x="16662" y="39168"/>
                  </a:lnTo>
                  <a:lnTo>
                    <a:pt x="15456" y="39167"/>
                  </a:lnTo>
                  <a:lnTo>
                    <a:pt x="14242" y="39166"/>
                  </a:lnTo>
                  <a:lnTo>
                    <a:pt x="13014" y="39165"/>
                  </a:lnTo>
                  <a:lnTo>
                    <a:pt x="11911" y="39158"/>
                  </a:lnTo>
                  <a:lnTo>
                    <a:pt x="10803" y="39151"/>
                  </a:lnTo>
                  <a:lnTo>
                    <a:pt x="9687" y="39145"/>
                  </a:lnTo>
                  <a:lnTo>
                    <a:pt x="8560" y="39138"/>
                  </a:lnTo>
                  <a:lnTo>
                    <a:pt x="7257" y="39133"/>
                  </a:lnTo>
                  <a:lnTo>
                    <a:pt x="5946" y="39128"/>
                  </a:lnTo>
                  <a:lnTo>
                    <a:pt x="4617" y="39123"/>
                  </a:lnTo>
                  <a:lnTo>
                    <a:pt x="2892" y="38998"/>
                  </a:lnTo>
                  <a:lnTo>
                    <a:pt x="1870" y="38798"/>
                  </a:lnTo>
                  <a:lnTo>
                    <a:pt x="1149" y="38379"/>
                  </a:lnTo>
                  <a:lnTo>
                    <a:pt x="327" y="37600"/>
                  </a:lnTo>
                  <a:lnTo>
                    <a:pt x="256" y="36524"/>
                  </a:lnTo>
                  <a:lnTo>
                    <a:pt x="199" y="35447"/>
                  </a:lnTo>
                  <a:lnTo>
                    <a:pt x="155" y="34370"/>
                  </a:lnTo>
                  <a:lnTo>
                    <a:pt x="121" y="33292"/>
                  </a:lnTo>
                  <a:lnTo>
                    <a:pt x="97" y="32214"/>
                  </a:lnTo>
                  <a:lnTo>
                    <a:pt x="81" y="31136"/>
                  </a:lnTo>
                  <a:lnTo>
                    <a:pt x="71" y="30057"/>
                  </a:lnTo>
                  <a:lnTo>
                    <a:pt x="67" y="28978"/>
                  </a:lnTo>
                  <a:lnTo>
                    <a:pt x="67" y="27899"/>
                  </a:lnTo>
                  <a:lnTo>
                    <a:pt x="68" y="26820"/>
                  </a:lnTo>
                  <a:lnTo>
                    <a:pt x="71" y="25741"/>
                  </a:lnTo>
                  <a:lnTo>
                    <a:pt x="74" y="24662"/>
                  </a:lnTo>
                  <a:lnTo>
                    <a:pt x="74" y="23583"/>
                  </a:lnTo>
                  <a:lnTo>
                    <a:pt x="58" y="22266"/>
                  </a:lnTo>
                  <a:lnTo>
                    <a:pt x="41" y="20939"/>
                  </a:lnTo>
                  <a:lnTo>
                    <a:pt x="24" y="19595"/>
                  </a:lnTo>
                  <a:lnTo>
                    <a:pt x="23" y="19035"/>
                  </a:lnTo>
                  <a:lnTo>
                    <a:pt x="21" y="18047"/>
                  </a:lnTo>
                  <a:lnTo>
                    <a:pt x="18" y="15784"/>
                  </a:lnTo>
                  <a:lnTo>
                    <a:pt x="11" y="14624"/>
                  </a:lnTo>
                  <a:lnTo>
                    <a:pt x="6" y="13456"/>
                  </a:lnTo>
                  <a:lnTo>
                    <a:pt x="0" y="12272"/>
                  </a:lnTo>
                  <a:lnTo>
                    <a:pt x="150" y="11050"/>
                  </a:lnTo>
                  <a:lnTo>
                    <a:pt x="329" y="10151"/>
                  </a:lnTo>
                  <a:lnTo>
                    <a:pt x="621" y="9423"/>
                  </a:lnTo>
                  <a:lnTo>
                    <a:pt x="1110" y="8710"/>
                  </a:lnTo>
                  <a:lnTo>
                    <a:pt x="1879" y="7859"/>
                  </a:lnTo>
                  <a:lnTo>
                    <a:pt x="3012" y="6714"/>
                  </a:lnTo>
                  <a:lnTo>
                    <a:pt x="3012" y="7759"/>
                  </a:lnTo>
                  <a:lnTo>
                    <a:pt x="3012" y="8803"/>
                  </a:lnTo>
                  <a:lnTo>
                    <a:pt x="3012" y="9848"/>
                  </a:lnTo>
                  <a:lnTo>
                    <a:pt x="3012" y="10893"/>
                  </a:lnTo>
                  <a:lnTo>
                    <a:pt x="3012" y="11939"/>
                  </a:lnTo>
                  <a:lnTo>
                    <a:pt x="3012" y="12984"/>
                  </a:lnTo>
                  <a:lnTo>
                    <a:pt x="3012" y="14031"/>
                  </a:lnTo>
                  <a:lnTo>
                    <a:pt x="3012" y="15077"/>
                  </a:lnTo>
                  <a:lnTo>
                    <a:pt x="3012" y="16125"/>
                  </a:lnTo>
                  <a:lnTo>
                    <a:pt x="3012" y="17173"/>
                  </a:lnTo>
                  <a:lnTo>
                    <a:pt x="3012" y="18222"/>
                  </a:lnTo>
                  <a:lnTo>
                    <a:pt x="3012" y="19272"/>
                  </a:lnTo>
                  <a:lnTo>
                    <a:pt x="3012" y="20323"/>
                  </a:lnTo>
                  <a:lnTo>
                    <a:pt x="3012" y="21375"/>
                  </a:lnTo>
                  <a:lnTo>
                    <a:pt x="3012" y="22428"/>
                  </a:lnTo>
                  <a:lnTo>
                    <a:pt x="3012" y="23482"/>
                  </a:lnTo>
                  <a:lnTo>
                    <a:pt x="3012" y="24538"/>
                  </a:lnTo>
                  <a:lnTo>
                    <a:pt x="3012" y="25595"/>
                  </a:lnTo>
                  <a:lnTo>
                    <a:pt x="3012" y="26653"/>
                  </a:lnTo>
                  <a:lnTo>
                    <a:pt x="3012" y="27713"/>
                  </a:lnTo>
                  <a:lnTo>
                    <a:pt x="3012" y="28775"/>
                  </a:lnTo>
                  <a:lnTo>
                    <a:pt x="3012" y="29838"/>
                  </a:lnTo>
                  <a:lnTo>
                    <a:pt x="3012" y="30903"/>
                  </a:lnTo>
                  <a:lnTo>
                    <a:pt x="3012" y="31970"/>
                  </a:lnTo>
                  <a:lnTo>
                    <a:pt x="3012" y="33039"/>
                  </a:lnTo>
                  <a:lnTo>
                    <a:pt x="3012" y="34109"/>
                  </a:lnTo>
                  <a:lnTo>
                    <a:pt x="3012" y="35182"/>
                  </a:lnTo>
                  <a:lnTo>
                    <a:pt x="3012" y="36257"/>
                  </a:lnTo>
                  <a:lnTo>
                    <a:pt x="4091" y="36268"/>
                  </a:lnTo>
                  <a:lnTo>
                    <a:pt x="5169" y="36279"/>
                  </a:lnTo>
                  <a:lnTo>
                    <a:pt x="6247" y="36290"/>
                  </a:lnTo>
                  <a:lnTo>
                    <a:pt x="7326" y="36300"/>
                  </a:lnTo>
                  <a:lnTo>
                    <a:pt x="8404" y="36310"/>
                  </a:lnTo>
                  <a:lnTo>
                    <a:pt x="9482" y="36320"/>
                  </a:lnTo>
                  <a:lnTo>
                    <a:pt x="10560" y="36330"/>
                  </a:lnTo>
                  <a:lnTo>
                    <a:pt x="11639" y="36339"/>
                  </a:lnTo>
                  <a:lnTo>
                    <a:pt x="12717" y="36348"/>
                  </a:lnTo>
                  <a:lnTo>
                    <a:pt x="13795" y="36357"/>
                  </a:lnTo>
                  <a:lnTo>
                    <a:pt x="14873" y="36366"/>
                  </a:lnTo>
                  <a:lnTo>
                    <a:pt x="15952" y="36375"/>
                  </a:lnTo>
                  <a:lnTo>
                    <a:pt x="17030" y="36383"/>
                  </a:lnTo>
                  <a:lnTo>
                    <a:pt x="18108" y="36391"/>
                  </a:lnTo>
                  <a:lnTo>
                    <a:pt x="19187" y="36399"/>
                  </a:lnTo>
                  <a:lnTo>
                    <a:pt x="20265" y="36407"/>
                  </a:lnTo>
                  <a:lnTo>
                    <a:pt x="21343" y="36415"/>
                  </a:lnTo>
                  <a:lnTo>
                    <a:pt x="22421" y="36422"/>
                  </a:lnTo>
                  <a:lnTo>
                    <a:pt x="23500" y="36429"/>
                  </a:lnTo>
                  <a:lnTo>
                    <a:pt x="24578" y="36436"/>
                  </a:lnTo>
                  <a:lnTo>
                    <a:pt x="25656" y="36443"/>
                  </a:lnTo>
                  <a:lnTo>
                    <a:pt x="26734" y="36450"/>
                  </a:lnTo>
                  <a:lnTo>
                    <a:pt x="27813" y="36456"/>
                  </a:lnTo>
                  <a:lnTo>
                    <a:pt x="28891" y="36462"/>
                  </a:lnTo>
                  <a:lnTo>
                    <a:pt x="29969" y="36468"/>
                  </a:lnTo>
                  <a:lnTo>
                    <a:pt x="31048" y="36474"/>
                  </a:lnTo>
                  <a:lnTo>
                    <a:pt x="32126" y="36479"/>
                  </a:lnTo>
                  <a:lnTo>
                    <a:pt x="33227" y="36486"/>
                  </a:lnTo>
                  <a:lnTo>
                    <a:pt x="34328" y="36493"/>
                  </a:lnTo>
                  <a:lnTo>
                    <a:pt x="35429" y="36501"/>
                  </a:lnTo>
                  <a:lnTo>
                    <a:pt x="36531" y="36510"/>
                  </a:lnTo>
                  <a:lnTo>
                    <a:pt x="37632" y="36519"/>
                  </a:lnTo>
                  <a:lnTo>
                    <a:pt x="38733" y="36529"/>
                  </a:lnTo>
                  <a:lnTo>
                    <a:pt x="39834" y="36539"/>
                  </a:lnTo>
                  <a:lnTo>
                    <a:pt x="40935" y="36550"/>
                  </a:lnTo>
                  <a:lnTo>
                    <a:pt x="42036" y="36561"/>
                  </a:lnTo>
                  <a:lnTo>
                    <a:pt x="43130" y="36572"/>
                  </a:lnTo>
                  <a:lnTo>
                    <a:pt x="44224" y="36582"/>
                  </a:lnTo>
                  <a:lnTo>
                    <a:pt x="45318" y="36591"/>
                  </a:lnTo>
                  <a:lnTo>
                    <a:pt x="46411" y="36600"/>
                  </a:lnTo>
                  <a:lnTo>
                    <a:pt x="47505" y="36608"/>
                  </a:lnTo>
                  <a:lnTo>
                    <a:pt x="48599" y="36615"/>
                  </a:lnTo>
                  <a:lnTo>
                    <a:pt x="49693" y="36621"/>
                  </a:lnTo>
                  <a:lnTo>
                    <a:pt x="50786" y="36627"/>
                  </a:lnTo>
                  <a:lnTo>
                    <a:pt x="51880" y="36633"/>
                  </a:lnTo>
                  <a:lnTo>
                    <a:pt x="52974" y="36638"/>
                  </a:lnTo>
                  <a:lnTo>
                    <a:pt x="54068" y="36642"/>
                  </a:lnTo>
                  <a:lnTo>
                    <a:pt x="55161" y="36647"/>
                  </a:lnTo>
                  <a:lnTo>
                    <a:pt x="56255" y="36651"/>
                  </a:lnTo>
                  <a:lnTo>
                    <a:pt x="57369" y="36666"/>
                  </a:lnTo>
                  <a:lnTo>
                    <a:pt x="58488" y="36682"/>
                  </a:lnTo>
                  <a:lnTo>
                    <a:pt x="59614" y="36698"/>
                  </a:lnTo>
                  <a:lnTo>
                    <a:pt x="60754" y="36714"/>
                  </a:lnTo>
                  <a:lnTo>
                    <a:pt x="61364" y="36714"/>
                  </a:lnTo>
                  <a:lnTo>
                    <a:pt x="62441" y="36714"/>
                  </a:lnTo>
                  <a:lnTo>
                    <a:pt x="64907" y="36715"/>
                  </a:lnTo>
                  <a:lnTo>
                    <a:pt x="66119" y="36724"/>
                  </a:lnTo>
                  <a:lnTo>
                    <a:pt x="67339" y="36733"/>
                  </a:lnTo>
                  <a:lnTo>
                    <a:pt x="68576" y="36742"/>
                  </a:lnTo>
                  <a:lnTo>
                    <a:pt x="69303" y="36621"/>
                  </a:lnTo>
                  <a:lnTo>
                    <a:pt x="71499" y="36257"/>
                  </a:lnTo>
                  <a:lnTo>
                    <a:pt x="72258" y="35099"/>
                  </a:lnTo>
                  <a:lnTo>
                    <a:pt x="72879" y="34095"/>
                  </a:lnTo>
                  <a:lnTo>
                    <a:pt x="73375" y="33202"/>
                  </a:lnTo>
                  <a:lnTo>
                    <a:pt x="73760" y="32378"/>
                  </a:lnTo>
                  <a:lnTo>
                    <a:pt x="74048" y="31579"/>
                  </a:lnTo>
                  <a:lnTo>
                    <a:pt x="74251" y="30765"/>
                  </a:lnTo>
                  <a:lnTo>
                    <a:pt x="74384" y="29891"/>
                  </a:lnTo>
                  <a:lnTo>
                    <a:pt x="74459" y="28916"/>
                  </a:lnTo>
                  <a:lnTo>
                    <a:pt x="74492" y="27797"/>
                  </a:lnTo>
                  <a:lnTo>
                    <a:pt x="74494" y="26491"/>
                  </a:lnTo>
                  <a:lnTo>
                    <a:pt x="74492" y="25382"/>
                  </a:lnTo>
                  <a:lnTo>
                    <a:pt x="74490" y="24265"/>
                  </a:lnTo>
                  <a:lnTo>
                    <a:pt x="74487" y="23133"/>
                  </a:lnTo>
                  <a:lnTo>
                    <a:pt x="74470" y="21979"/>
                  </a:lnTo>
                  <a:lnTo>
                    <a:pt x="74454" y="20817"/>
                  </a:lnTo>
                  <a:lnTo>
                    <a:pt x="74438" y="19639"/>
                  </a:lnTo>
                  <a:lnTo>
                    <a:pt x="74436" y="18495"/>
                  </a:lnTo>
                  <a:lnTo>
                    <a:pt x="74435" y="17344"/>
                  </a:lnTo>
                  <a:lnTo>
                    <a:pt x="74435" y="16177"/>
                  </a:lnTo>
                  <a:lnTo>
                    <a:pt x="74425" y="15071"/>
                  </a:lnTo>
                  <a:lnTo>
                    <a:pt x="74410" y="13973"/>
                  </a:lnTo>
                  <a:lnTo>
                    <a:pt x="74388" y="12882"/>
                  </a:lnTo>
                  <a:lnTo>
                    <a:pt x="74357" y="11797"/>
                  </a:lnTo>
                  <a:lnTo>
                    <a:pt x="74314" y="10718"/>
                  </a:lnTo>
                  <a:lnTo>
                    <a:pt x="74258" y="9643"/>
                  </a:lnTo>
                  <a:lnTo>
                    <a:pt x="74188" y="8571"/>
                  </a:lnTo>
                  <a:lnTo>
                    <a:pt x="74100" y="7502"/>
                  </a:lnTo>
                  <a:lnTo>
                    <a:pt x="73993" y="6434"/>
                  </a:lnTo>
                  <a:lnTo>
                    <a:pt x="73865" y="5366"/>
                  </a:lnTo>
                  <a:lnTo>
                    <a:pt x="73715" y="4298"/>
                  </a:lnTo>
                  <a:lnTo>
                    <a:pt x="73539" y="3228"/>
                  </a:lnTo>
                  <a:lnTo>
                    <a:pt x="73336" y="2156"/>
                  </a:lnTo>
                  <a:lnTo>
                    <a:pt x="73105" y="1080"/>
                  </a:lnTo>
                  <a:lnTo>
                    <a:pt x="72842" y="0"/>
                  </a:lnTo>
                  <a:close/>
                </a:path>
              </a:pathLst>
            </a:custGeom>
            <a:solidFill>
              <a:srgbClr val="538DB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2" name="region 170 #B7C2D1"/>
            <p:cNvSpPr/>
            <p:nvPr/>
          </p:nvSpPr>
          <p:spPr>
            <a:xfrm>
              <a:off x="224261" y="374664"/>
              <a:ext cx="56401" cy="13429"/>
            </a:xfrm>
            <a:custGeom>
              <a:avLst/>
              <a:gdLst/>
              <a:ahLst/>
              <a:cxnLst/>
              <a:rect l="l" t="t" r="r" b="b"/>
              <a:pathLst>
                <a:path w="56401" h="13429">
                  <a:moveTo>
                    <a:pt x="0" y="0"/>
                  </a:moveTo>
                  <a:lnTo>
                    <a:pt x="1052" y="108"/>
                  </a:lnTo>
                  <a:lnTo>
                    <a:pt x="2103" y="220"/>
                  </a:lnTo>
                  <a:lnTo>
                    <a:pt x="3153" y="335"/>
                  </a:lnTo>
                  <a:lnTo>
                    <a:pt x="4202" y="454"/>
                  </a:lnTo>
                  <a:lnTo>
                    <a:pt x="5250" y="576"/>
                  </a:lnTo>
                  <a:lnTo>
                    <a:pt x="6297" y="701"/>
                  </a:lnTo>
                  <a:lnTo>
                    <a:pt x="7344" y="830"/>
                  </a:lnTo>
                  <a:lnTo>
                    <a:pt x="8390" y="962"/>
                  </a:lnTo>
                  <a:lnTo>
                    <a:pt x="9435" y="1096"/>
                  </a:lnTo>
                  <a:lnTo>
                    <a:pt x="10480" y="1234"/>
                  </a:lnTo>
                  <a:lnTo>
                    <a:pt x="11524" y="1375"/>
                  </a:lnTo>
                  <a:lnTo>
                    <a:pt x="12568" y="1518"/>
                  </a:lnTo>
                  <a:lnTo>
                    <a:pt x="13611" y="1664"/>
                  </a:lnTo>
                  <a:lnTo>
                    <a:pt x="14654" y="1812"/>
                  </a:lnTo>
                  <a:lnTo>
                    <a:pt x="15696" y="1964"/>
                  </a:lnTo>
                  <a:lnTo>
                    <a:pt x="16739" y="2117"/>
                  </a:lnTo>
                  <a:lnTo>
                    <a:pt x="17781" y="2273"/>
                  </a:lnTo>
                  <a:lnTo>
                    <a:pt x="18823" y="2431"/>
                  </a:lnTo>
                  <a:lnTo>
                    <a:pt x="19864" y="2592"/>
                  </a:lnTo>
                  <a:lnTo>
                    <a:pt x="20906" y="2755"/>
                  </a:lnTo>
                  <a:lnTo>
                    <a:pt x="21948" y="2919"/>
                  </a:lnTo>
                  <a:lnTo>
                    <a:pt x="22990" y="3086"/>
                  </a:lnTo>
                  <a:lnTo>
                    <a:pt x="24031" y="3254"/>
                  </a:lnTo>
                  <a:lnTo>
                    <a:pt x="25073" y="3424"/>
                  </a:lnTo>
                  <a:lnTo>
                    <a:pt x="26115" y="3596"/>
                  </a:lnTo>
                  <a:lnTo>
                    <a:pt x="27158" y="3770"/>
                  </a:lnTo>
                  <a:lnTo>
                    <a:pt x="28200" y="3945"/>
                  </a:lnTo>
                  <a:lnTo>
                    <a:pt x="29237" y="4116"/>
                  </a:lnTo>
                  <a:lnTo>
                    <a:pt x="30278" y="4287"/>
                  </a:lnTo>
                  <a:lnTo>
                    <a:pt x="31326" y="4460"/>
                  </a:lnTo>
                  <a:lnTo>
                    <a:pt x="32386" y="4634"/>
                  </a:lnTo>
                  <a:lnTo>
                    <a:pt x="33439" y="4812"/>
                  </a:lnTo>
                  <a:lnTo>
                    <a:pt x="34490" y="4991"/>
                  </a:lnTo>
                  <a:lnTo>
                    <a:pt x="35540" y="5174"/>
                  </a:lnTo>
                  <a:lnTo>
                    <a:pt x="36589" y="5359"/>
                  </a:lnTo>
                  <a:lnTo>
                    <a:pt x="37637" y="5546"/>
                  </a:lnTo>
                  <a:lnTo>
                    <a:pt x="38685" y="5736"/>
                  </a:lnTo>
                  <a:lnTo>
                    <a:pt x="39731" y="5929"/>
                  </a:lnTo>
                  <a:lnTo>
                    <a:pt x="40777" y="6124"/>
                  </a:lnTo>
                  <a:lnTo>
                    <a:pt x="41822" y="6322"/>
                  </a:lnTo>
                  <a:lnTo>
                    <a:pt x="42866" y="6523"/>
                  </a:lnTo>
                  <a:lnTo>
                    <a:pt x="43910" y="6726"/>
                  </a:lnTo>
                  <a:lnTo>
                    <a:pt x="44953" y="6933"/>
                  </a:lnTo>
                  <a:lnTo>
                    <a:pt x="45995" y="7142"/>
                  </a:lnTo>
                  <a:lnTo>
                    <a:pt x="47037" y="7354"/>
                  </a:lnTo>
                  <a:lnTo>
                    <a:pt x="48079" y="7569"/>
                  </a:lnTo>
                  <a:lnTo>
                    <a:pt x="49120" y="7787"/>
                  </a:lnTo>
                  <a:lnTo>
                    <a:pt x="50161" y="8008"/>
                  </a:lnTo>
                  <a:lnTo>
                    <a:pt x="51201" y="8232"/>
                  </a:lnTo>
                  <a:lnTo>
                    <a:pt x="52242" y="8460"/>
                  </a:lnTo>
                  <a:lnTo>
                    <a:pt x="53282" y="8690"/>
                  </a:lnTo>
                  <a:lnTo>
                    <a:pt x="54321" y="8923"/>
                  </a:lnTo>
                  <a:lnTo>
                    <a:pt x="55361" y="9160"/>
                  </a:lnTo>
                  <a:lnTo>
                    <a:pt x="56401" y="9400"/>
                  </a:lnTo>
                  <a:lnTo>
                    <a:pt x="55068" y="10066"/>
                  </a:lnTo>
                  <a:lnTo>
                    <a:pt x="53715" y="10743"/>
                  </a:lnTo>
                  <a:lnTo>
                    <a:pt x="53715" y="12076"/>
                  </a:lnTo>
                  <a:lnTo>
                    <a:pt x="53715" y="13429"/>
                  </a:lnTo>
                  <a:lnTo>
                    <a:pt x="52667" y="13343"/>
                  </a:lnTo>
                  <a:lnTo>
                    <a:pt x="51619" y="13253"/>
                  </a:lnTo>
                  <a:lnTo>
                    <a:pt x="50573" y="13158"/>
                  </a:lnTo>
                  <a:lnTo>
                    <a:pt x="49527" y="13058"/>
                  </a:lnTo>
                  <a:lnTo>
                    <a:pt x="48481" y="12954"/>
                  </a:lnTo>
                  <a:lnTo>
                    <a:pt x="47436" y="12845"/>
                  </a:lnTo>
                  <a:lnTo>
                    <a:pt x="46392" y="12731"/>
                  </a:lnTo>
                  <a:lnTo>
                    <a:pt x="45349" y="12614"/>
                  </a:lnTo>
                  <a:lnTo>
                    <a:pt x="44306" y="12492"/>
                  </a:lnTo>
                  <a:lnTo>
                    <a:pt x="43264" y="12365"/>
                  </a:lnTo>
                  <a:lnTo>
                    <a:pt x="42223" y="12235"/>
                  </a:lnTo>
                  <a:lnTo>
                    <a:pt x="41182" y="12100"/>
                  </a:lnTo>
                  <a:lnTo>
                    <a:pt x="40142" y="11961"/>
                  </a:lnTo>
                  <a:lnTo>
                    <a:pt x="39102" y="11819"/>
                  </a:lnTo>
                  <a:lnTo>
                    <a:pt x="38063" y="11672"/>
                  </a:lnTo>
                  <a:lnTo>
                    <a:pt x="37025" y="11521"/>
                  </a:lnTo>
                  <a:lnTo>
                    <a:pt x="35987" y="11367"/>
                  </a:lnTo>
                  <a:lnTo>
                    <a:pt x="34950" y="11209"/>
                  </a:lnTo>
                  <a:lnTo>
                    <a:pt x="33914" y="11047"/>
                  </a:lnTo>
                  <a:lnTo>
                    <a:pt x="32878" y="10881"/>
                  </a:lnTo>
                  <a:lnTo>
                    <a:pt x="31843" y="10712"/>
                  </a:lnTo>
                  <a:lnTo>
                    <a:pt x="30808" y="10539"/>
                  </a:lnTo>
                  <a:lnTo>
                    <a:pt x="29774" y="10363"/>
                  </a:lnTo>
                  <a:lnTo>
                    <a:pt x="28740" y="10183"/>
                  </a:lnTo>
                  <a:lnTo>
                    <a:pt x="27707" y="10000"/>
                  </a:lnTo>
                  <a:lnTo>
                    <a:pt x="26675" y="9814"/>
                  </a:lnTo>
                  <a:lnTo>
                    <a:pt x="25643" y="9625"/>
                  </a:lnTo>
                  <a:lnTo>
                    <a:pt x="24611" y="9432"/>
                  </a:lnTo>
                  <a:lnTo>
                    <a:pt x="23581" y="9237"/>
                  </a:lnTo>
                  <a:lnTo>
                    <a:pt x="22550" y="9038"/>
                  </a:lnTo>
                  <a:lnTo>
                    <a:pt x="21520" y="8836"/>
                  </a:lnTo>
                  <a:lnTo>
                    <a:pt x="20491" y="8632"/>
                  </a:lnTo>
                  <a:lnTo>
                    <a:pt x="19462" y="8425"/>
                  </a:lnTo>
                  <a:lnTo>
                    <a:pt x="18434" y="8214"/>
                  </a:lnTo>
                  <a:lnTo>
                    <a:pt x="17406" y="8002"/>
                  </a:lnTo>
                  <a:lnTo>
                    <a:pt x="16379" y="7786"/>
                  </a:lnTo>
                  <a:lnTo>
                    <a:pt x="15352" y="7568"/>
                  </a:lnTo>
                  <a:lnTo>
                    <a:pt x="14325" y="7347"/>
                  </a:lnTo>
                  <a:lnTo>
                    <a:pt x="13299" y="7124"/>
                  </a:lnTo>
                  <a:lnTo>
                    <a:pt x="12274" y="6899"/>
                  </a:lnTo>
                  <a:lnTo>
                    <a:pt x="11249" y="6671"/>
                  </a:lnTo>
                  <a:lnTo>
                    <a:pt x="10224" y="6441"/>
                  </a:lnTo>
                  <a:lnTo>
                    <a:pt x="9200" y="6209"/>
                  </a:lnTo>
                  <a:lnTo>
                    <a:pt x="8176" y="5974"/>
                  </a:lnTo>
                  <a:lnTo>
                    <a:pt x="7153" y="5738"/>
                  </a:lnTo>
                  <a:lnTo>
                    <a:pt x="6130" y="5499"/>
                  </a:lnTo>
                  <a:lnTo>
                    <a:pt x="5107" y="5259"/>
                  </a:lnTo>
                  <a:lnTo>
                    <a:pt x="4085" y="5016"/>
                  </a:lnTo>
                  <a:lnTo>
                    <a:pt x="3063" y="4772"/>
                  </a:lnTo>
                  <a:lnTo>
                    <a:pt x="2042" y="4526"/>
                  </a:lnTo>
                  <a:lnTo>
                    <a:pt x="1021" y="4278"/>
                  </a:lnTo>
                  <a:lnTo>
                    <a:pt x="0" y="4028"/>
                  </a:lnTo>
                  <a:lnTo>
                    <a:pt x="0" y="2698"/>
                  </a:lnTo>
                  <a:lnTo>
                    <a:pt x="0" y="13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7C2D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3" name="region 171 #2E313E"/>
            <p:cNvSpPr/>
            <p:nvPr/>
          </p:nvSpPr>
          <p:spPr>
            <a:xfrm>
              <a:off x="2474732" y="808415"/>
              <a:ext cx="19001" cy="56401"/>
            </a:xfrm>
            <a:custGeom>
              <a:avLst/>
              <a:gdLst/>
              <a:ahLst/>
              <a:cxnLst/>
              <a:rect l="l" t="t" r="r" b="b"/>
              <a:pathLst>
                <a:path w="19001" h="56401">
                  <a:moveTo>
                    <a:pt x="201" y="0"/>
                  </a:moveTo>
                  <a:lnTo>
                    <a:pt x="723" y="1007"/>
                  </a:lnTo>
                  <a:lnTo>
                    <a:pt x="1219" y="2010"/>
                  </a:lnTo>
                  <a:lnTo>
                    <a:pt x="1690" y="3012"/>
                  </a:lnTo>
                  <a:lnTo>
                    <a:pt x="2137" y="4015"/>
                  </a:lnTo>
                  <a:lnTo>
                    <a:pt x="2562" y="5022"/>
                  </a:lnTo>
                  <a:lnTo>
                    <a:pt x="2966" y="6036"/>
                  </a:lnTo>
                  <a:lnTo>
                    <a:pt x="3350" y="7059"/>
                  </a:lnTo>
                  <a:lnTo>
                    <a:pt x="3717" y="8094"/>
                  </a:lnTo>
                  <a:lnTo>
                    <a:pt x="4067" y="9144"/>
                  </a:lnTo>
                  <a:lnTo>
                    <a:pt x="4402" y="10212"/>
                  </a:lnTo>
                  <a:lnTo>
                    <a:pt x="4722" y="11299"/>
                  </a:lnTo>
                  <a:lnTo>
                    <a:pt x="5050" y="12427"/>
                  </a:lnTo>
                  <a:lnTo>
                    <a:pt x="5381" y="13563"/>
                  </a:lnTo>
                  <a:lnTo>
                    <a:pt x="5716" y="14714"/>
                  </a:lnTo>
                  <a:lnTo>
                    <a:pt x="6057" y="15898"/>
                  </a:lnTo>
                  <a:lnTo>
                    <a:pt x="6400" y="17090"/>
                  </a:lnTo>
                  <a:lnTo>
                    <a:pt x="6747" y="18297"/>
                  </a:lnTo>
                  <a:lnTo>
                    <a:pt x="7047" y="19319"/>
                  </a:lnTo>
                  <a:lnTo>
                    <a:pt x="7347" y="20338"/>
                  </a:lnTo>
                  <a:lnTo>
                    <a:pt x="7649" y="21356"/>
                  </a:lnTo>
                  <a:lnTo>
                    <a:pt x="7953" y="22372"/>
                  </a:lnTo>
                  <a:lnTo>
                    <a:pt x="8259" y="23386"/>
                  </a:lnTo>
                  <a:lnTo>
                    <a:pt x="8568" y="24399"/>
                  </a:lnTo>
                  <a:lnTo>
                    <a:pt x="8880" y="25409"/>
                  </a:lnTo>
                  <a:lnTo>
                    <a:pt x="9195" y="26417"/>
                  </a:lnTo>
                  <a:lnTo>
                    <a:pt x="9514" y="27424"/>
                  </a:lnTo>
                  <a:lnTo>
                    <a:pt x="9836" y="28428"/>
                  </a:lnTo>
                  <a:lnTo>
                    <a:pt x="10164" y="29431"/>
                  </a:lnTo>
                  <a:lnTo>
                    <a:pt x="10496" y="30432"/>
                  </a:lnTo>
                  <a:lnTo>
                    <a:pt x="10833" y="31431"/>
                  </a:lnTo>
                  <a:lnTo>
                    <a:pt x="11176" y="32428"/>
                  </a:lnTo>
                  <a:lnTo>
                    <a:pt x="11525" y="33423"/>
                  </a:lnTo>
                  <a:lnTo>
                    <a:pt x="11881" y="34417"/>
                  </a:lnTo>
                  <a:lnTo>
                    <a:pt x="12243" y="35408"/>
                  </a:lnTo>
                  <a:lnTo>
                    <a:pt x="12612" y="36398"/>
                  </a:lnTo>
                  <a:lnTo>
                    <a:pt x="12988" y="37385"/>
                  </a:lnTo>
                  <a:lnTo>
                    <a:pt x="13372" y="38371"/>
                  </a:lnTo>
                  <a:lnTo>
                    <a:pt x="13765" y="39355"/>
                  </a:lnTo>
                  <a:lnTo>
                    <a:pt x="14166" y="40337"/>
                  </a:lnTo>
                  <a:lnTo>
                    <a:pt x="14576" y="41317"/>
                  </a:lnTo>
                  <a:lnTo>
                    <a:pt x="14995" y="42295"/>
                  </a:lnTo>
                  <a:lnTo>
                    <a:pt x="15424" y="43272"/>
                  </a:lnTo>
                  <a:lnTo>
                    <a:pt x="15799" y="44296"/>
                  </a:lnTo>
                  <a:lnTo>
                    <a:pt x="16051" y="45100"/>
                  </a:lnTo>
                  <a:lnTo>
                    <a:pt x="16204" y="45863"/>
                  </a:lnTo>
                  <a:lnTo>
                    <a:pt x="16282" y="46763"/>
                  </a:lnTo>
                  <a:lnTo>
                    <a:pt x="16311" y="47978"/>
                  </a:lnTo>
                  <a:lnTo>
                    <a:pt x="16315" y="49687"/>
                  </a:lnTo>
                  <a:lnTo>
                    <a:pt x="17648" y="49687"/>
                  </a:lnTo>
                  <a:lnTo>
                    <a:pt x="19001" y="49687"/>
                  </a:lnTo>
                  <a:lnTo>
                    <a:pt x="19001" y="50795"/>
                  </a:lnTo>
                  <a:lnTo>
                    <a:pt x="19001" y="51905"/>
                  </a:lnTo>
                  <a:lnTo>
                    <a:pt x="19001" y="53019"/>
                  </a:lnTo>
                  <a:lnTo>
                    <a:pt x="19001" y="54138"/>
                  </a:lnTo>
                  <a:lnTo>
                    <a:pt x="19001" y="55265"/>
                  </a:lnTo>
                  <a:lnTo>
                    <a:pt x="19001" y="56401"/>
                  </a:lnTo>
                  <a:lnTo>
                    <a:pt x="17752" y="56277"/>
                  </a:lnTo>
                  <a:lnTo>
                    <a:pt x="16848" y="56145"/>
                  </a:lnTo>
                  <a:lnTo>
                    <a:pt x="16032" y="55941"/>
                  </a:lnTo>
                  <a:lnTo>
                    <a:pt x="15045" y="55600"/>
                  </a:lnTo>
                  <a:lnTo>
                    <a:pt x="13630" y="55058"/>
                  </a:lnTo>
                  <a:lnTo>
                    <a:pt x="13049" y="53907"/>
                  </a:lnTo>
                  <a:lnTo>
                    <a:pt x="12611" y="53011"/>
                  </a:lnTo>
                  <a:lnTo>
                    <a:pt x="12267" y="52248"/>
                  </a:lnTo>
                  <a:lnTo>
                    <a:pt x="11968" y="51496"/>
                  </a:lnTo>
                  <a:lnTo>
                    <a:pt x="11667" y="50634"/>
                  </a:lnTo>
                  <a:lnTo>
                    <a:pt x="11314" y="49540"/>
                  </a:lnTo>
                  <a:lnTo>
                    <a:pt x="10861" y="48091"/>
                  </a:lnTo>
                  <a:lnTo>
                    <a:pt x="10507" y="47022"/>
                  </a:lnTo>
                  <a:lnTo>
                    <a:pt x="10154" y="45971"/>
                  </a:lnTo>
                  <a:lnTo>
                    <a:pt x="9798" y="44937"/>
                  </a:lnTo>
                  <a:lnTo>
                    <a:pt x="9436" y="43916"/>
                  </a:lnTo>
                  <a:lnTo>
                    <a:pt x="9065" y="42906"/>
                  </a:lnTo>
                  <a:lnTo>
                    <a:pt x="8683" y="41905"/>
                  </a:lnTo>
                  <a:lnTo>
                    <a:pt x="8287" y="40909"/>
                  </a:lnTo>
                  <a:lnTo>
                    <a:pt x="7874" y="39916"/>
                  </a:lnTo>
                  <a:lnTo>
                    <a:pt x="7440" y="38924"/>
                  </a:lnTo>
                  <a:lnTo>
                    <a:pt x="6984" y="37929"/>
                  </a:lnTo>
                  <a:lnTo>
                    <a:pt x="6502" y="36929"/>
                  </a:lnTo>
                  <a:lnTo>
                    <a:pt x="5991" y="35922"/>
                  </a:lnTo>
                  <a:lnTo>
                    <a:pt x="5539" y="34920"/>
                  </a:lnTo>
                  <a:lnTo>
                    <a:pt x="5141" y="33930"/>
                  </a:lnTo>
                  <a:lnTo>
                    <a:pt x="4792" y="32949"/>
                  </a:lnTo>
                  <a:lnTo>
                    <a:pt x="4487" y="31973"/>
                  </a:lnTo>
                  <a:lnTo>
                    <a:pt x="4221" y="30998"/>
                  </a:lnTo>
                  <a:lnTo>
                    <a:pt x="3990" y="30021"/>
                  </a:lnTo>
                  <a:lnTo>
                    <a:pt x="3787" y="29039"/>
                  </a:lnTo>
                  <a:lnTo>
                    <a:pt x="3608" y="28047"/>
                  </a:lnTo>
                  <a:lnTo>
                    <a:pt x="3447" y="27043"/>
                  </a:lnTo>
                  <a:lnTo>
                    <a:pt x="3300" y="26023"/>
                  </a:lnTo>
                  <a:lnTo>
                    <a:pt x="3160" y="24983"/>
                  </a:lnTo>
                  <a:lnTo>
                    <a:pt x="3025" y="23919"/>
                  </a:lnTo>
                  <a:lnTo>
                    <a:pt x="2887" y="22829"/>
                  </a:lnTo>
                  <a:lnTo>
                    <a:pt x="2434" y="21800"/>
                  </a:lnTo>
                  <a:lnTo>
                    <a:pt x="1979" y="20764"/>
                  </a:lnTo>
                  <a:lnTo>
                    <a:pt x="1517" y="19714"/>
                  </a:lnTo>
                  <a:lnTo>
                    <a:pt x="1130" y="18578"/>
                  </a:lnTo>
                  <a:lnTo>
                    <a:pt x="813" y="17478"/>
                  </a:lnTo>
                  <a:lnTo>
                    <a:pt x="559" y="16404"/>
                  </a:lnTo>
                  <a:lnTo>
                    <a:pt x="361" y="15347"/>
                  </a:lnTo>
                  <a:lnTo>
                    <a:pt x="213" y="14298"/>
                  </a:lnTo>
                  <a:lnTo>
                    <a:pt x="109" y="13247"/>
                  </a:lnTo>
                  <a:lnTo>
                    <a:pt x="43" y="12185"/>
                  </a:lnTo>
                  <a:lnTo>
                    <a:pt x="9" y="11102"/>
                  </a:lnTo>
                  <a:lnTo>
                    <a:pt x="0" y="9990"/>
                  </a:lnTo>
                  <a:lnTo>
                    <a:pt x="10" y="8838"/>
                  </a:lnTo>
                  <a:lnTo>
                    <a:pt x="33" y="7638"/>
                  </a:lnTo>
                  <a:lnTo>
                    <a:pt x="51" y="6561"/>
                  </a:lnTo>
                  <a:lnTo>
                    <a:pt x="69" y="5480"/>
                  </a:lnTo>
                  <a:lnTo>
                    <a:pt x="88" y="4390"/>
                  </a:lnTo>
                  <a:lnTo>
                    <a:pt x="107" y="3289"/>
                  </a:lnTo>
                  <a:lnTo>
                    <a:pt x="138" y="2202"/>
                  </a:lnTo>
                  <a:lnTo>
                    <a:pt x="169" y="1109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rgbClr val="2E313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4" name="region 172 #672B37"/>
            <p:cNvSpPr/>
            <p:nvPr/>
          </p:nvSpPr>
          <p:spPr>
            <a:xfrm>
              <a:off x="1432856" y="290062"/>
              <a:ext cx="41629" cy="25515"/>
            </a:xfrm>
            <a:custGeom>
              <a:avLst/>
              <a:gdLst/>
              <a:ahLst/>
              <a:cxnLst/>
              <a:rect l="l" t="t" r="r" b="b"/>
              <a:pathLst>
                <a:path w="41629" h="25515">
                  <a:moveTo>
                    <a:pt x="9400" y="0"/>
                  </a:moveTo>
                  <a:lnTo>
                    <a:pt x="10066" y="1333"/>
                  </a:lnTo>
                  <a:lnTo>
                    <a:pt x="10743" y="2686"/>
                  </a:lnTo>
                  <a:lnTo>
                    <a:pt x="11855" y="2942"/>
                  </a:lnTo>
                  <a:lnTo>
                    <a:pt x="12970" y="3185"/>
                  </a:lnTo>
                  <a:lnTo>
                    <a:pt x="14088" y="3414"/>
                  </a:lnTo>
                  <a:lnTo>
                    <a:pt x="15209" y="3631"/>
                  </a:lnTo>
                  <a:lnTo>
                    <a:pt x="16332" y="3836"/>
                  </a:lnTo>
                  <a:lnTo>
                    <a:pt x="17457" y="4029"/>
                  </a:lnTo>
                  <a:lnTo>
                    <a:pt x="18455" y="4361"/>
                  </a:lnTo>
                  <a:lnTo>
                    <a:pt x="19456" y="4695"/>
                  </a:lnTo>
                  <a:lnTo>
                    <a:pt x="20465" y="5032"/>
                  </a:lnTo>
                  <a:lnTo>
                    <a:pt x="21486" y="5372"/>
                  </a:lnTo>
                  <a:lnTo>
                    <a:pt x="21940" y="6744"/>
                  </a:lnTo>
                  <a:lnTo>
                    <a:pt x="22237" y="7709"/>
                  </a:lnTo>
                  <a:lnTo>
                    <a:pt x="22441" y="8526"/>
                  </a:lnTo>
                  <a:lnTo>
                    <a:pt x="22617" y="9451"/>
                  </a:lnTo>
                  <a:lnTo>
                    <a:pt x="22829" y="10743"/>
                  </a:lnTo>
                  <a:lnTo>
                    <a:pt x="23937" y="10743"/>
                  </a:lnTo>
                  <a:lnTo>
                    <a:pt x="25047" y="10743"/>
                  </a:lnTo>
                  <a:lnTo>
                    <a:pt x="26161" y="10743"/>
                  </a:lnTo>
                  <a:lnTo>
                    <a:pt x="27280" y="10743"/>
                  </a:lnTo>
                  <a:lnTo>
                    <a:pt x="28407" y="10743"/>
                  </a:lnTo>
                  <a:lnTo>
                    <a:pt x="29543" y="10743"/>
                  </a:lnTo>
                  <a:lnTo>
                    <a:pt x="29676" y="9680"/>
                  </a:lnTo>
                  <a:lnTo>
                    <a:pt x="29809" y="8615"/>
                  </a:lnTo>
                  <a:lnTo>
                    <a:pt x="29942" y="7550"/>
                  </a:lnTo>
                  <a:lnTo>
                    <a:pt x="30076" y="6482"/>
                  </a:lnTo>
                  <a:lnTo>
                    <a:pt x="30209" y="5412"/>
                  </a:lnTo>
                  <a:lnTo>
                    <a:pt x="30344" y="4339"/>
                  </a:lnTo>
                  <a:lnTo>
                    <a:pt x="30478" y="3261"/>
                  </a:lnTo>
                  <a:lnTo>
                    <a:pt x="30613" y="2180"/>
                  </a:lnTo>
                  <a:lnTo>
                    <a:pt x="30749" y="1093"/>
                  </a:lnTo>
                  <a:lnTo>
                    <a:pt x="30886" y="0"/>
                  </a:lnTo>
                  <a:lnTo>
                    <a:pt x="32808" y="253"/>
                  </a:lnTo>
                  <a:lnTo>
                    <a:pt x="34396" y="474"/>
                  </a:lnTo>
                  <a:lnTo>
                    <a:pt x="35699" y="681"/>
                  </a:lnTo>
                  <a:lnTo>
                    <a:pt x="36763" y="893"/>
                  </a:lnTo>
                  <a:lnTo>
                    <a:pt x="37638" y="1128"/>
                  </a:lnTo>
                  <a:lnTo>
                    <a:pt x="38373" y="1403"/>
                  </a:lnTo>
                  <a:lnTo>
                    <a:pt x="39015" y="1738"/>
                  </a:lnTo>
                  <a:lnTo>
                    <a:pt x="39613" y="2149"/>
                  </a:lnTo>
                  <a:lnTo>
                    <a:pt x="40216" y="2656"/>
                  </a:lnTo>
                  <a:lnTo>
                    <a:pt x="40872" y="3277"/>
                  </a:lnTo>
                  <a:lnTo>
                    <a:pt x="41629" y="4029"/>
                  </a:lnTo>
                  <a:lnTo>
                    <a:pt x="40595" y="3881"/>
                  </a:lnTo>
                  <a:lnTo>
                    <a:pt x="39560" y="3733"/>
                  </a:lnTo>
                  <a:lnTo>
                    <a:pt x="38523" y="3585"/>
                  </a:lnTo>
                  <a:lnTo>
                    <a:pt x="37485" y="3437"/>
                  </a:lnTo>
                  <a:lnTo>
                    <a:pt x="36443" y="3288"/>
                  </a:lnTo>
                  <a:lnTo>
                    <a:pt x="35397" y="3139"/>
                  </a:lnTo>
                  <a:lnTo>
                    <a:pt x="34347" y="2989"/>
                  </a:lnTo>
                  <a:lnTo>
                    <a:pt x="33291" y="2838"/>
                  </a:lnTo>
                  <a:lnTo>
                    <a:pt x="32229" y="2686"/>
                  </a:lnTo>
                  <a:lnTo>
                    <a:pt x="32362" y="3750"/>
                  </a:lnTo>
                  <a:lnTo>
                    <a:pt x="32495" y="4814"/>
                  </a:lnTo>
                  <a:lnTo>
                    <a:pt x="32628" y="5880"/>
                  </a:lnTo>
                  <a:lnTo>
                    <a:pt x="32761" y="6947"/>
                  </a:lnTo>
                  <a:lnTo>
                    <a:pt x="32895" y="8017"/>
                  </a:lnTo>
                  <a:lnTo>
                    <a:pt x="33029" y="9091"/>
                  </a:lnTo>
                  <a:lnTo>
                    <a:pt x="33164" y="10168"/>
                  </a:lnTo>
                  <a:lnTo>
                    <a:pt x="33299" y="11249"/>
                  </a:lnTo>
                  <a:lnTo>
                    <a:pt x="33435" y="12336"/>
                  </a:lnTo>
                  <a:lnTo>
                    <a:pt x="33572" y="13429"/>
                  </a:lnTo>
                  <a:lnTo>
                    <a:pt x="32358" y="13753"/>
                  </a:lnTo>
                  <a:lnTo>
                    <a:pt x="31222" y="14006"/>
                  </a:lnTo>
                  <a:lnTo>
                    <a:pt x="30150" y="14188"/>
                  </a:lnTo>
                  <a:lnTo>
                    <a:pt x="29130" y="14299"/>
                  </a:lnTo>
                  <a:lnTo>
                    <a:pt x="28148" y="14339"/>
                  </a:lnTo>
                  <a:lnTo>
                    <a:pt x="27193" y="14308"/>
                  </a:lnTo>
                  <a:lnTo>
                    <a:pt x="26250" y="14206"/>
                  </a:lnTo>
                  <a:lnTo>
                    <a:pt x="25307" y="14032"/>
                  </a:lnTo>
                  <a:lnTo>
                    <a:pt x="24351" y="13787"/>
                  </a:lnTo>
                  <a:lnTo>
                    <a:pt x="23370" y="13469"/>
                  </a:lnTo>
                  <a:lnTo>
                    <a:pt x="22350" y="13080"/>
                  </a:lnTo>
                  <a:lnTo>
                    <a:pt x="21278" y="12619"/>
                  </a:lnTo>
                  <a:lnTo>
                    <a:pt x="20143" y="12086"/>
                  </a:lnTo>
                  <a:lnTo>
                    <a:pt x="20143" y="10753"/>
                  </a:lnTo>
                  <a:lnTo>
                    <a:pt x="20143" y="9400"/>
                  </a:lnTo>
                  <a:lnTo>
                    <a:pt x="19156" y="8896"/>
                  </a:lnTo>
                  <a:lnTo>
                    <a:pt x="18166" y="8404"/>
                  </a:lnTo>
                  <a:lnTo>
                    <a:pt x="17173" y="7925"/>
                  </a:lnTo>
                  <a:lnTo>
                    <a:pt x="16177" y="7457"/>
                  </a:lnTo>
                  <a:lnTo>
                    <a:pt x="15177" y="6999"/>
                  </a:lnTo>
                  <a:lnTo>
                    <a:pt x="14173" y="6551"/>
                  </a:lnTo>
                  <a:lnTo>
                    <a:pt x="13166" y="6113"/>
                  </a:lnTo>
                  <a:lnTo>
                    <a:pt x="12154" y="5683"/>
                  </a:lnTo>
                  <a:lnTo>
                    <a:pt x="11137" y="5260"/>
                  </a:lnTo>
                  <a:lnTo>
                    <a:pt x="10116" y="4844"/>
                  </a:lnTo>
                  <a:lnTo>
                    <a:pt x="9089" y="4434"/>
                  </a:lnTo>
                  <a:lnTo>
                    <a:pt x="8057" y="4029"/>
                  </a:lnTo>
                  <a:lnTo>
                    <a:pt x="7924" y="5093"/>
                  </a:lnTo>
                  <a:lnTo>
                    <a:pt x="7791" y="6157"/>
                  </a:lnTo>
                  <a:lnTo>
                    <a:pt x="7658" y="7222"/>
                  </a:lnTo>
                  <a:lnTo>
                    <a:pt x="7524" y="8290"/>
                  </a:lnTo>
                  <a:lnTo>
                    <a:pt x="7391" y="9360"/>
                  </a:lnTo>
                  <a:lnTo>
                    <a:pt x="7256" y="10433"/>
                  </a:lnTo>
                  <a:lnTo>
                    <a:pt x="7122" y="11511"/>
                  </a:lnTo>
                  <a:lnTo>
                    <a:pt x="6986" y="12592"/>
                  </a:lnTo>
                  <a:lnTo>
                    <a:pt x="6851" y="13679"/>
                  </a:lnTo>
                  <a:lnTo>
                    <a:pt x="6714" y="14772"/>
                  </a:lnTo>
                  <a:lnTo>
                    <a:pt x="7990" y="14522"/>
                  </a:lnTo>
                  <a:lnTo>
                    <a:pt x="9274" y="14271"/>
                  </a:lnTo>
                  <a:lnTo>
                    <a:pt x="10575" y="14017"/>
                  </a:lnTo>
                  <a:lnTo>
                    <a:pt x="12355" y="13776"/>
                  </a:lnTo>
                  <a:lnTo>
                    <a:pt x="13627" y="13653"/>
                  </a:lnTo>
                  <a:lnTo>
                    <a:pt x="14582" y="13670"/>
                  </a:lnTo>
                  <a:lnTo>
                    <a:pt x="15412" y="13849"/>
                  </a:lnTo>
                  <a:lnTo>
                    <a:pt x="16306" y="14209"/>
                  </a:lnTo>
                  <a:lnTo>
                    <a:pt x="17457" y="14772"/>
                  </a:lnTo>
                  <a:lnTo>
                    <a:pt x="17457" y="16105"/>
                  </a:lnTo>
                  <a:lnTo>
                    <a:pt x="17457" y="17458"/>
                  </a:lnTo>
                  <a:lnTo>
                    <a:pt x="16393" y="17458"/>
                  </a:lnTo>
                  <a:lnTo>
                    <a:pt x="15327" y="17458"/>
                  </a:lnTo>
                  <a:lnTo>
                    <a:pt x="14255" y="17458"/>
                  </a:lnTo>
                  <a:lnTo>
                    <a:pt x="13175" y="17458"/>
                  </a:lnTo>
                  <a:lnTo>
                    <a:pt x="12086" y="17458"/>
                  </a:lnTo>
                  <a:lnTo>
                    <a:pt x="11753" y="18455"/>
                  </a:lnTo>
                  <a:lnTo>
                    <a:pt x="11420" y="19453"/>
                  </a:lnTo>
                  <a:lnTo>
                    <a:pt x="11087" y="20453"/>
                  </a:lnTo>
                  <a:lnTo>
                    <a:pt x="10753" y="21456"/>
                  </a:lnTo>
                  <a:lnTo>
                    <a:pt x="10417" y="22463"/>
                  </a:lnTo>
                  <a:lnTo>
                    <a:pt x="10080" y="23474"/>
                  </a:lnTo>
                  <a:lnTo>
                    <a:pt x="9741" y="24491"/>
                  </a:lnTo>
                  <a:lnTo>
                    <a:pt x="9400" y="25515"/>
                  </a:lnTo>
                  <a:lnTo>
                    <a:pt x="8260" y="25515"/>
                  </a:lnTo>
                  <a:lnTo>
                    <a:pt x="7119" y="25515"/>
                  </a:lnTo>
                  <a:lnTo>
                    <a:pt x="5975" y="25515"/>
                  </a:lnTo>
                  <a:lnTo>
                    <a:pt x="4827" y="25515"/>
                  </a:lnTo>
                  <a:lnTo>
                    <a:pt x="3673" y="25515"/>
                  </a:lnTo>
                  <a:lnTo>
                    <a:pt x="2512" y="25515"/>
                  </a:lnTo>
                  <a:lnTo>
                    <a:pt x="1343" y="25515"/>
                  </a:lnTo>
                  <a:lnTo>
                    <a:pt x="1010" y="24517"/>
                  </a:lnTo>
                  <a:lnTo>
                    <a:pt x="676" y="23516"/>
                  </a:lnTo>
                  <a:lnTo>
                    <a:pt x="340" y="22507"/>
                  </a:lnTo>
                  <a:lnTo>
                    <a:pt x="0" y="21486"/>
                  </a:lnTo>
                  <a:lnTo>
                    <a:pt x="492" y="21683"/>
                  </a:lnTo>
                  <a:lnTo>
                    <a:pt x="987" y="21881"/>
                  </a:lnTo>
                  <a:lnTo>
                    <a:pt x="1670" y="22154"/>
                  </a:lnTo>
                  <a:lnTo>
                    <a:pt x="2728" y="22578"/>
                  </a:lnTo>
                  <a:lnTo>
                    <a:pt x="4347" y="23225"/>
                  </a:lnTo>
                  <a:lnTo>
                    <a:pt x="6714" y="24172"/>
                  </a:lnTo>
                  <a:lnTo>
                    <a:pt x="6714" y="23108"/>
                  </a:lnTo>
                  <a:lnTo>
                    <a:pt x="6714" y="22042"/>
                  </a:lnTo>
                  <a:lnTo>
                    <a:pt x="6714" y="20970"/>
                  </a:lnTo>
                  <a:lnTo>
                    <a:pt x="6714" y="19890"/>
                  </a:lnTo>
                  <a:lnTo>
                    <a:pt x="6714" y="18801"/>
                  </a:lnTo>
                  <a:lnTo>
                    <a:pt x="5716" y="18468"/>
                  </a:lnTo>
                  <a:lnTo>
                    <a:pt x="4715" y="18134"/>
                  </a:lnTo>
                  <a:lnTo>
                    <a:pt x="3706" y="17798"/>
                  </a:lnTo>
                  <a:lnTo>
                    <a:pt x="2685" y="17458"/>
                  </a:lnTo>
                  <a:lnTo>
                    <a:pt x="2685" y="16127"/>
                  </a:lnTo>
                  <a:lnTo>
                    <a:pt x="2685" y="14787"/>
                  </a:lnTo>
                  <a:lnTo>
                    <a:pt x="2685" y="13429"/>
                  </a:lnTo>
                  <a:lnTo>
                    <a:pt x="1353" y="12763"/>
                  </a:lnTo>
                  <a:lnTo>
                    <a:pt x="0" y="12086"/>
                  </a:lnTo>
                  <a:lnTo>
                    <a:pt x="1331" y="12086"/>
                  </a:lnTo>
                  <a:lnTo>
                    <a:pt x="2670" y="12086"/>
                  </a:lnTo>
                  <a:lnTo>
                    <a:pt x="4028" y="12086"/>
                  </a:lnTo>
                  <a:lnTo>
                    <a:pt x="4167" y="10839"/>
                  </a:lnTo>
                  <a:lnTo>
                    <a:pt x="4306" y="9583"/>
                  </a:lnTo>
                  <a:lnTo>
                    <a:pt x="4447" y="8310"/>
                  </a:lnTo>
                  <a:lnTo>
                    <a:pt x="4751" y="6973"/>
                  </a:lnTo>
                  <a:lnTo>
                    <a:pt x="5058" y="5822"/>
                  </a:lnTo>
                  <a:lnTo>
                    <a:pt x="5393" y="4822"/>
                  </a:lnTo>
                  <a:lnTo>
                    <a:pt x="5781" y="3937"/>
                  </a:lnTo>
                  <a:lnTo>
                    <a:pt x="6248" y="3132"/>
                  </a:lnTo>
                  <a:lnTo>
                    <a:pt x="6817" y="2372"/>
                  </a:lnTo>
                  <a:lnTo>
                    <a:pt x="7516" y="1620"/>
                  </a:lnTo>
                  <a:lnTo>
                    <a:pt x="8368" y="841"/>
                  </a:lnTo>
                  <a:lnTo>
                    <a:pt x="9400" y="0"/>
                  </a:lnTo>
                  <a:close/>
                </a:path>
              </a:pathLst>
            </a:custGeom>
            <a:solidFill>
              <a:srgbClr val="672B3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5" name="region 173 #AE5B6F"/>
            <p:cNvSpPr/>
            <p:nvPr/>
          </p:nvSpPr>
          <p:spPr>
            <a:xfrm>
              <a:off x="2623676" y="772157"/>
              <a:ext cx="16431" cy="73859"/>
            </a:xfrm>
            <a:custGeom>
              <a:avLst/>
              <a:gdLst/>
              <a:ahLst/>
              <a:cxnLst/>
              <a:rect l="l" t="t" r="r" b="b"/>
              <a:pathLst>
                <a:path w="16431" h="73859">
                  <a:moveTo>
                    <a:pt x="13746" y="0"/>
                  </a:moveTo>
                  <a:lnTo>
                    <a:pt x="15078" y="667"/>
                  </a:lnTo>
                  <a:lnTo>
                    <a:pt x="16431" y="1343"/>
                  </a:lnTo>
                  <a:lnTo>
                    <a:pt x="15104" y="2741"/>
                  </a:lnTo>
                  <a:lnTo>
                    <a:pt x="13967" y="3929"/>
                  </a:lnTo>
                  <a:lnTo>
                    <a:pt x="12992" y="4928"/>
                  </a:lnTo>
                  <a:lnTo>
                    <a:pt x="12149" y="5761"/>
                  </a:lnTo>
                  <a:lnTo>
                    <a:pt x="11410" y="6450"/>
                  </a:lnTo>
                  <a:lnTo>
                    <a:pt x="10745" y="7016"/>
                  </a:lnTo>
                  <a:lnTo>
                    <a:pt x="10124" y="7482"/>
                  </a:lnTo>
                  <a:lnTo>
                    <a:pt x="9518" y="7869"/>
                  </a:lnTo>
                  <a:lnTo>
                    <a:pt x="8898" y="8200"/>
                  </a:lnTo>
                  <a:lnTo>
                    <a:pt x="8234" y="8497"/>
                  </a:lnTo>
                  <a:lnTo>
                    <a:pt x="7497" y="8781"/>
                  </a:lnTo>
                  <a:lnTo>
                    <a:pt x="6659" y="9075"/>
                  </a:lnTo>
                  <a:lnTo>
                    <a:pt x="5688" y="9400"/>
                  </a:lnTo>
                  <a:lnTo>
                    <a:pt x="5549" y="10458"/>
                  </a:lnTo>
                  <a:lnTo>
                    <a:pt x="5418" y="11516"/>
                  </a:lnTo>
                  <a:lnTo>
                    <a:pt x="5295" y="12573"/>
                  </a:lnTo>
                  <a:lnTo>
                    <a:pt x="5179" y="13629"/>
                  </a:lnTo>
                  <a:lnTo>
                    <a:pt x="5070" y="14684"/>
                  </a:lnTo>
                  <a:lnTo>
                    <a:pt x="4969" y="15740"/>
                  </a:lnTo>
                  <a:lnTo>
                    <a:pt x="4874" y="16795"/>
                  </a:lnTo>
                  <a:lnTo>
                    <a:pt x="4785" y="17849"/>
                  </a:lnTo>
                  <a:lnTo>
                    <a:pt x="4703" y="18904"/>
                  </a:lnTo>
                  <a:lnTo>
                    <a:pt x="4627" y="19958"/>
                  </a:lnTo>
                  <a:lnTo>
                    <a:pt x="4557" y="21012"/>
                  </a:lnTo>
                  <a:lnTo>
                    <a:pt x="4492" y="22066"/>
                  </a:lnTo>
                  <a:lnTo>
                    <a:pt x="4433" y="23121"/>
                  </a:lnTo>
                  <a:lnTo>
                    <a:pt x="4378" y="24175"/>
                  </a:lnTo>
                  <a:lnTo>
                    <a:pt x="4329" y="25230"/>
                  </a:lnTo>
                  <a:lnTo>
                    <a:pt x="4284" y="26285"/>
                  </a:lnTo>
                  <a:lnTo>
                    <a:pt x="4244" y="27340"/>
                  </a:lnTo>
                  <a:lnTo>
                    <a:pt x="4207" y="28396"/>
                  </a:lnTo>
                  <a:lnTo>
                    <a:pt x="4175" y="29452"/>
                  </a:lnTo>
                  <a:lnTo>
                    <a:pt x="4146" y="30509"/>
                  </a:lnTo>
                  <a:lnTo>
                    <a:pt x="4121" y="31567"/>
                  </a:lnTo>
                  <a:lnTo>
                    <a:pt x="4099" y="32625"/>
                  </a:lnTo>
                  <a:lnTo>
                    <a:pt x="4080" y="33684"/>
                  </a:lnTo>
                  <a:lnTo>
                    <a:pt x="4064" y="34744"/>
                  </a:lnTo>
                  <a:lnTo>
                    <a:pt x="4050" y="35805"/>
                  </a:lnTo>
                  <a:lnTo>
                    <a:pt x="4038" y="36867"/>
                  </a:lnTo>
                  <a:lnTo>
                    <a:pt x="4029" y="37930"/>
                  </a:lnTo>
                  <a:lnTo>
                    <a:pt x="4021" y="38994"/>
                  </a:lnTo>
                  <a:lnTo>
                    <a:pt x="4015" y="40059"/>
                  </a:lnTo>
                  <a:lnTo>
                    <a:pt x="4010" y="41126"/>
                  </a:lnTo>
                  <a:lnTo>
                    <a:pt x="3993" y="42161"/>
                  </a:lnTo>
                  <a:lnTo>
                    <a:pt x="3976" y="43198"/>
                  </a:lnTo>
                  <a:lnTo>
                    <a:pt x="3960" y="44241"/>
                  </a:lnTo>
                  <a:lnTo>
                    <a:pt x="3943" y="45291"/>
                  </a:lnTo>
                  <a:lnTo>
                    <a:pt x="3926" y="46351"/>
                  </a:lnTo>
                  <a:lnTo>
                    <a:pt x="3924" y="47507"/>
                  </a:lnTo>
                  <a:lnTo>
                    <a:pt x="3926" y="48637"/>
                  </a:lnTo>
                  <a:lnTo>
                    <a:pt x="3935" y="49744"/>
                  </a:lnTo>
                  <a:lnTo>
                    <a:pt x="3953" y="50830"/>
                  </a:lnTo>
                  <a:lnTo>
                    <a:pt x="3982" y="51896"/>
                  </a:lnTo>
                  <a:lnTo>
                    <a:pt x="4023" y="52944"/>
                  </a:lnTo>
                  <a:lnTo>
                    <a:pt x="4079" y="53977"/>
                  </a:lnTo>
                  <a:lnTo>
                    <a:pt x="4150" y="54995"/>
                  </a:lnTo>
                  <a:lnTo>
                    <a:pt x="4240" y="56002"/>
                  </a:lnTo>
                  <a:lnTo>
                    <a:pt x="4349" y="56997"/>
                  </a:lnTo>
                  <a:lnTo>
                    <a:pt x="4479" y="57984"/>
                  </a:lnTo>
                  <a:lnTo>
                    <a:pt x="4633" y="58965"/>
                  </a:lnTo>
                  <a:lnTo>
                    <a:pt x="4812" y="59940"/>
                  </a:lnTo>
                  <a:lnTo>
                    <a:pt x="5017" y="60913"/>
                  </a:lnTo>
                  <a:lnTo>
                    <a:pt x="5251" y="61884"/>
                  </a:lnTo>
                  <a:lnTo>
                    <a:pt x="5516" y="62856"/>
                  </a:lnTo>
                  <a:lnTo>
                    <a:pt x="5813" y="63830"/>
                  </a:lnTo>
                  <a:lnTo>
                    <a:pt x="6144" y="64809"/>
                  </a:lnTo>
                  <a:lnTo>
                    <a:pt x="6511" y="65794"/>
                  </a:lnTo>
                  <a:lnTo>
                    <a:pt x="6916" y="66786"/>
                  </a:lnTo>
                  <a:lnTo>
                    <a:pt x="7360" y="67789"/>
                  </a:lnTo>
                  <a:lnTo>
                    <a:pt x="7846" y="68803"/>
                  </a:lnTo>
                  <a:lnTo>
                    <a:pt x="8374" y="69830"/>
                  </a:lnTo>
                  <a:lnTo>
                    <a:pt x="8374" y="71161"/>
                  </a:lnTo>
                  <a:lnTo>
                    <a:pt x="8374" y="72501"/>
                  </a:lnTo>
                  <a:lnTo>
                    <a:pt x="8374" y="73859"/>
                  </a:lnTo>
                  <a:lnTo>
                    <a:pt x="7123" y="73727"/>
                  </a:lnTo>
                  <a:lnTo>
                    <a:pt x="6217" y="73591"/>
                  </a:lnTo>
                  <a:lnTo>
                    <a:pt x="5401" y="73387"/>
                  </a:lnTo>
                  <a:lnTo>
                    <a:pt x="4415" y="73050"/>
                  </a:lnTo>
                  <a:lnTo>
                    <a:pt x="3003" y="72516"/>
                  </a:lnTo>
                  <a:lnTo>
                    <a:pt x="2468" y="71508"/>
                  </a:lnTo>
                  <a:lnTo>
                    <a:pt x="2000" y="70499"/>
                  </a:lnTo>
                  <a:lnTo>
                    <a:pt x="1594" y="69489"/>
                  </a:lnTo>
                  <a:lnTo>
                    <a:pt x="1245" y="68477"/>
                  </a:lnTo>
                  <a:lnTo>
                    <a:pt x="950" y="67462"/>
                  </a:lnTo>
                  <a:lnTo>
                    <a:pt x="704" y="66443"/>
                  </a:lnTo>
                  <a:lnTo>
                    <a:pt x="502" y="65420"/>
                  </a:lnTo>
                  <a:lnTo>
                    <a:pt x="342" y="64393"/>
                  </a:lnTo>
                  <a:lnTo>
                    <a:pt x="218" y="63360"/>
                  </a:lnTo>
                  <a:lnTo>
                    <a:pt x="126" y="62320"/>
                  </a:lnTo>
                  <a:lnTo>
                    <a:pt x="63" y="61273"/>
                  </a:lnTo>
                  <a:lnTo>
                    <a:pt x="24" y="60219"/>
                  </a:lnTo>
                  <a:lnTo>
                    <a:pt x="4" y="59156"/>
                  </a:lnTo>
                  <a:lnTo>
                    <a:pt x="0" y="58084"/>
                  </a:lnTo>
                  <a:lnTo>
                    <a:pt x="7" y="57002"/>
                  </a:lnTo>
                  <a:lnTo>
                    <a:pt x="21" y="55909"/>
                  </a:lnTo>
                  <a:lnTo>
                    <a:pt x="39" y="54805"/>
                  </a:lnTo>
                  <a:lnTo>
                    <a:pt x="55" y="53689"/>
                  </a:lnTo>
                  <a:lnTo>
                    <a:pt x="59" y="52535"/>
                  </a:lnTo>
                  <a:lnTo>
                    <a:pt x="62" y="51373"/>
                  </a:lnTo>
                  <a:lnTo>
                    <a:pt x="66" y="50196"/>
                  </a:lnTo>
                  <a:lnTo>
                    <a:pt x="71" y="49096"/>
                  </a:lnTo>
                  <a:lnTo>
                    <a:pt x="77" y="47996"/>
                  </a:lnTo>
                  <a:lnTo>
                    <a:pt x="84" y="46895"/>
                  </a:lnTo>
                  <a:lnTo>
                    <a:pt x="92" y="45795"/>
                  </a:lnTo>
                  <a:lnTo>
                    <a:pt x="100" y="44696"/>
                  </a:lnTo>
                  <a:lnTo>
                    <a:pt x="109" y="43596"/>
                  </a:lnTo>
                  <a:lnTo>
                    <a:pt x="119" y="42496"/>
                  </a:lnTo>
                  <a:lnTo>
                    <a:pt x="129" y="41396"/>
                  </a:lnTo>
                  <a:lnTo>
                    <a:pt x="139" y="40296"/>
                  </a:lnTo>
                  <a:lnTo>
                    <a:pt x="149" y="39196"/>
                  </a:lnTo>
                  <a:lnTo>
                    <a:pt x="155" y="38128"/>
                  </a:lnTo>
                  <a:lnTo>
                    <a:pt x="160" y="37059"/>
                  </a:lnTo>
                  <a:lnTo>
                    <a:pt x="165" y="35991"/>
                  </a:lnTo>
                  <a:lnTo>
                    <a:pt x="171" y="34922"/>
                  </a:lnTo>
                  <a:lnTo>
                    <a:pt x="176" y="33854"/>
                  </a:lnTo>
                  <a:lnTo>
                    <a:pt x="181" y="32786"/>
                  </a:lnTo>
                  <a:lnTo>
                    <a:pt x="185" y="31718"/>
                  </a:lnTo>
                  <a:lnTo>
                    <a:pt x="191" y="30642"/>
                  </a:lnTo>
                  <a:lnTo>
                    <a:pt x="196" y="29566"/>
                  </a:lnTo>
                  <a:lnTo>
                    <a:pt x="202" y="28490"/>
                  </a:lnTo>
                  <a:lnTo>
                    <a:pt x="209" y="27414"/>
                  </a:lnTo>
                  <a:lnTo>
                    <a:pt x="216" y="26339"/>
                  </a:lnTo>
                  <a:lnTo>
                    <a:pt x="223" y="25263"/>
                  </a:lnTo>
                  <a:lnTo>
                    <a:pt x="230" y="24187"/>
                  </a:lnTo>
                  <a:lnTo>
                    <a:pt x="238" y="23111"/>
                  </a:lnTo>
                  <a:lnTo>
                    <a:pt x="245" y="22036"/>
                  </a:lnTo>
                  <a:lnTo>
                    <a:pt x="254" y="20960"/>
                  </a:lnTo>
                  <a:lnTo>
                    <a:pt x="262" y="19884"/>
                  </a:lnTo>
                  <a:lnTo>
                    <a:pt x="271" y="18808"/>
                  </a:lnTo>
                  <a:lnTo>
                    <a:pt x="279" y="17732"/>
                  </a:lnTo>
                  <a:lnTo>
                    <a:pt x="288" y="16657"/>
                  </a:lnTo>
                  <a:lnTo>
                    <a:pt x="298" y="15581"/>
                  </a:lnTo>
                  <a:lnTo>
                    <a:pt x="307" y="14505"/>
                  </a:lnTo>
                  <a:lnTo>
                    <a:pt x="317" y="13429"/>
                  </a:lnTo>
                  <a:lnTo>
                    <a:pt x="1650" y="13429"/>
                  </a:lnTo>
                  <a:lnTo>
                    <a:pt x="3003" y="13429"/>
                  </a:lnTo>
                  <a:lnTo>
                    <a:pt x="3188" y="12232"/>
                  </a:lnTo>
                  <a:lnTo>
                    <a:pt x="3375" y="11016"/>
                  </a:lnTo>
                  <a:lnTo>
                    <a:pt x="3790" y="9879"/>
                  </a:lnTo>
                  <a:lnTo>
                    <a:pt x="4241" y="8890"/>
                  </a:lnTo>
                  <a:lnTo>
                    <a:pt x="4737" y="8020"/>
                  </a:lnTo>
                  <a:lnTo>
                    <a:pt x="5286" y="7241"/>
                  </a:lnTo>
                  <a:lnTo>
                    <a:pt x="5896" y="6524"/>
                  </a:lnTo>
                  <a:lnTo>
                    <a:pt x="6577" y="5839"/>
                  </a:lnTo>
                  <a:lnTo>
                    <a:pt x="7337" y="5159"/>
                  </a:lnTo>
                  <a:lnTo>
                    <a:pt x="8185" y="4453"/>
                  </a:lnTo>
                  <a:lnTo>
                    <a:pt x="9129" y="3693"/>
                  </a:lnTo>
                  <a:lnTo>
                    <a:pt x="9991" y="2993"/>
                  </a:lnTo>
                  <a:lnTo>
                    <a:pt x="10858" y="2288"/>
                  </a:lnTo>
                  <a:lnTo>
                    <a:pt x="11737" y="1574"/>
                  </a:lnTo>
                  <a:lnTo>
                    <a:pt x="12734" y="793"/>
                  </a:lnTo>
                  <a:lnTo>
                    <a:pt x="13746" y="0"/>
                  </a:lnTo>
                  <a:close/>
                </a:path>
              </a:pathLst>
            </a:custGeom>
            <a:solidFill>
              <a:srgbClr val="AE5B6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6" name="region 174 #3A546F"/>
            <p:cNvSpPr/>
            <p:nvPr/>
          </p:nvSpPr>
          <p:spPr>
            <a:xfrm>
              <a:off x="675242" y="598587"/>
              <a:ext cx="16779" cy="17796"/>
            </a:xfrm>
            <a:custGeom>
              <a:avLst/>
              <a:gdLst/>
              <a:ahLst/>
              <a:cxnLst/>
              <a:rect l="l" t="t" r="r" b="b"/>
              <a:pathLst>
                <a:path w="16779" h="17796">
                  <a:moveTo>
                    <a:pt x="2913" y="338"/>
                  </a:moveTo>
                  <a:lnTo>
                    <a:pt x="4358" y="147"/>
                  </a:lnTo>
                  <a:lnTo>
                    <a:pt x="5403" y="39"/>
                  </a:lnTo>
                  <a:lnTo>
                    <a:pt x="6347" y="0"/>
                  </a:lnTo>
                  <a:lnTo>
                    <a:pt x="7488" y="20"/>
                  </a:lnTo>
                  <a:lnTo>
                    <a:pt x="9124" y="86"/>
                  </a:lnTo>
                  <a:lnTo>
                    <a:pt x="10223" y="123"/>
                  </a:lnTo>
                  <a:lnTo>
                    <a:pt x="11329" y="160"/>
                  </a:lnTo>
                  <a:lnTo>
                    <a:pt x="12451" y="197"/>
                  </a:lnTo>
                  <a:lnTo>
                    <a:pt x="13084" y="232"/>
                  </a:lnTo>
                  <a:lnTo>
                    <a:pt x="14999" y="338"/>
                  </a:lnTo>
                  <a:lnTo>
                    <a:pt x="15455" y="1332"/>
                  </a:lnTo>
                  <a:lnTo>
                    <a:pt x="15834" y="2332"/>
                  </a:lnTo>
                  <a:lnTo>
                    <a:pt x="16142" y="3339"/>
                  </a:lnTo>
                  <a:lnTo>
                    <a:pt x="16384" y="4353"/>
                  </a:lnTo>
                  <a:lnTo>
                    <a:pt x="16564" y="5373"/>
                  </a:lnTo>
                  <a:lnTo>
                    <a:pt x="16686" y="6399"/>
                  </a:lnTo>
                  <a:lnTo>
                    <a:pt x="16757" y="7433"/>
                  </a:lnTo>
                  <a:lnTo>
                    <a:pt x="16779" y="8472"/>
                  </a:lnTo>
                  <a:lnTo>
                    <a:pt x="16759" y="9519"/>
                  </a:lnTo>
                  <a:lnTo>
                    <a:pt x="16700" y="10571"/>
                  </a:lnTo>
                  <a:lnTo>
                    <a:pt x="16608" y="11630"/>
                  </a:lnTo>
                  <a:lnTo>
                    <a:pt x="16487" y="12696"/>
                  </a:lnTo>
                  <a:lnTo>
                    <a:pt x="16342" y="13767"/>
                  </a:lnTo>
                  <a:lnTo>
                    <a:pt x="15408" y="14940"/>
                  </a:lnTo>
                  <a:lnTo>
                    <a:pt x="14688" y="15762"/>
                  </a:lnTo>
                  <a:lnTo>
                    <a:pt x="14034" y="16347"/>
                  </a:lnTo>
                  <a:lnTo>
                    <a:pt x="13296" y="16807"/>
                  </a:lnTo>
                  <a:lnTo>
                    <a:pt x="12324" y="17252"/>
                  </a:lnTo>
                  <a:lnTo>
                    <a:pt x="10971" y="17796"/>
                  </a:lnTo>
                  <a:lnTo>
                    <a:pt x="9688" y="17715"/>
                  </a:lnTo>
                  <a:lnTo>
                    <a:pt x="8520" y="17623"/>
                  </a:lnTo>
                  <a:lnTo>
                    <a:pt x="7448" y="17506"/>
                  </a:lnTo>
                  <a:lnTo>
                    <a:pt x="6455" y="17346"/>
                  </a:lnTo>
                  <a:lnTo>
                    <a:pt x="5523" y="17130"/>
                  </a:lnTo>
                  <a:lnTo>
                    <a:pt x="4634" y="16841"/>
                  </a:lnTo>
                  <a:lnTo>
                    <a:pt x="3771" y="16464"/>
                  </a:lnTo>
                  <a:lnTo>
                    <a:pt x="2917" y="15983"/>
                  </a:lnTo>
                  <a:lnTo>
                    <a:pt x="2053" y="15384"/>
                  </a:lnTo>
                  <a:lnTo>
                    <a:pt x="1163" y="14650"/>
                  </a:lnTo>
                  <a:lnTo>
                    <a:pt x="228" y="13767"/>
                  </a:lnTo>
                  <a:lnTo>
                    <a:pt x="136" y="12477"/>
                  </a:lnTo>
                  <a:lnTo>
                    <a:pt x="61" y="11284"/>
                  </a:lnTo>
                  <a:lnTo>
                    <a:pt x="13" y="10173"/>
                  </a:lnTo>
                  <a:lnTo>
                    <a:pt x="0" y="9129"/>
                  </a:lnTo>
                  <a:lnTo>
                    <a:pt x="31" y="8138"/>
                  </a:lnTo>
                  <a:lnTo>
                    <a:pt x="114" y="7186"/>
                  </a:lnTo>
                  <a:lnTo>
                    <a:pt x="259" y="6256"/>
                  </a:lnTo>
                  <a:lnTo>
                    <a:pt x="475" y="5335"/>
                  </a:lnTo>
                  <a:lnTo>
                    <a:pt x="769" y="4407"/>
                  </a:lnTo>
                  <a:lnTo>
                    <a:pt x="1151" y="3459"/>
                  </a:lnTo>
                  <a:lnTo>
                    <a:pt x="1630" y="2474"/>
                  </a:lnTo>
                  <a:lnTo>
                    <a:pt x="2215" y="1439"/>
                  </a:lnTo>
                  <a:lnTo>
                    <a:pt x="2913" y="338"/>
                  </a:lnTo>
                  <a:close/>
                </a:path>
              </a:pathLst>
            </a:custGeom>
            <a:solidFill>
              <a:srgbClr val="3A546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7" name="region 175 #8D98A7"/>
            <p:cNvSpPr/>
            <p:nvPr/>
          </p:nvSpPr>
          <p:spPr>
            <a:xfrm>
              <a:off x="2576992" y="164869"/>
              <a:ext cx="88630" cy="11048"/>
            </a:xfrm>
            <a:custGeom>
              <a:avLst/>
              <a:gdLst/>
              <a:ahLst/>
              <a:cxnLst/>
              <a:rect l="l" t="t" r="r" b="b"/>
              <a:pathLst>
                <a:path w="88630" h="11048">
                  <a:moveTo>
                    <a:pt x="0" y="305"/>
                  </a:moveTo>
                  <a:lnTo>
                    <a:pt x="1046" y="297"/>
                  </a:lnTo>
                  <a:lnTo>
                    <a:pt x="2092" y="289"/>
                  </a:lnTo>
                  <a:lnTo>
                    <a:pt x="3138" y="281"/>
                  </a:lnTo>
                  <a:lnTo>
                    <a:pt x="4185" y="274"/>
                  </a:lnTo>
                  <a:lnTo>
                    <a:pt x="5231" y="267"/>
                  </a:lnTo>
                  <a:lnTo>
                    <a:pt x="6277" y="259"/>
                  </a:lnTo>
                  <a:lnTo>
                    <a:pt x="7323" y="252"/>
                  </a:lnTo>
                  <a:lnTo>
                    <a:pt x="8369" y="246"/>
                  </a:lnTo>
                  <a:lnTo>
                    <a:pt x="9415" y="239"/>
                  </a:lnTo>
                  <a:lnTo>
                    <a:pt x="10462" y="233"/>
                  </a:lnTo>
                  <a:lnTo>
                    <a:pt x="11508" y="227"/>
                  </a:lnTo>
                  <a:lnTo>
                    <a:pt x="12554" y="221"/>
                  </a:lnTo>
                  <a:lnTo>
                    <a:pt x="13600" y="215"/>
                  </a:lnTo>
                  <a:lnTo>
                    <a:pt x="14646" y="209"/>
                  </a:lnTo>
                  <a:lnTo>
                    <a:pt x="15692" y="204"/>
                  </a:lnTo>
                  <a:lnTo>
                    <a:pt x="16738" y="198"/>
                  </a:lnTo>
                  <a:lnTo>
                    <a:pt x="17785" y="193"/>
                  </a:lnTo>
                  <a:lnTo>
                    <a:pt x="18831" y="188"/>
                  </a:lnTo>
                  <a:lnTo>
                    <a:pt x="19877" y="183"/>
                  </a:lnTo>
                  <a:lnTo>
                    <a:pt x="20923" y="179"/>
                  </a:lnTo>
                  <a:lnTo>
                    <a:pt x="21969" y="174"/>
                  </a:lnTo>
                  <a:lnTo>
                    <a:pt x="23015" y="170"/>
                  </a:lnTo>
                  <a:lnTo>
                    <a:pt x="24062" y="165"/>
                  </a:lnTo>
                  <a:lnTo>
                    <a:pt x="25108" y="161"/>
                  </a:lnTo>
                  <a:lnTo>
                    <a:pt x="26154" y="157"/>
                  </a:lnTo>
                  <a:lnTo>
                    <a:pt x="27264" y="152"/>
                  </a:lnTo>
                  <a:lnTo>
                    <a:pt x="28374" y="147"/>
                  </a:lnTo>
                  <a:lnTo>
                    <a:pt x="29485" y="140"/>
                  </a:lnTo>
                  <a:lnTo>
                    <a:pt x="30595" y="134"/>
                  </a:lnTo>
                  <a:lnTo>
                    <a:pt x="31705" y="127"/>
                  </a:lnTo>
                  <a:lnTo>
                    <a:pt x="32815" y="119"/>
                  </a:lnTo>
                  <a:lnTo>
                    <a:pt x="33925" y="111"/>
                  </a:lnTo>
                  <a:lnTo>
                    <a:pt x="35036" y="102"/>
                  </a:lnTo>
                  <a:lnTo>
                    <a:pt x="36105" y="95"/>
                  </a:lnTo>
                  <a:lnTo>
                    <a:pt x="37174" y="88"/>
                  </a:lnTo>
                  <a:lnTo>
                    <a:pt x="38243" y="81"/>
                  </a:lnTo>
                  <a:lnTo>
                    <a:pt x="39313" y="75"/>
                  </a:lnTo>
                  <a:lnTo>
                    <a:pt x="40382" y="70"/>
                  </a:lnTo>
                  <a:lnTo>
                    <a:pt x="41451" y="65"/>
                  </a:lnTo>
                  <a:lnTo>
                    <a:pt x="42520" y="60"/>
                  </a:lnTo>
                  <a:lnTo>
                    <a:pt x="43589" y="56"/>
                  </a:lnTo>
                  <a:lnTo>
                    <a:pt x="44659" y="52"/>
                  </a:lnTo>
                  <a:lnTo>
                    <a:pt x="45728" y="49"/>
                  </a:lnTo>
                  <a:lnTo>
                    <a:pt x="46797" y="46"/>
                  </a:lnTo>
                  <a:lnTo>
                    <a:pt x="47867" y="43"/>
                  </a:lnTo>
                  <a:lnTo>
                    <a:pt x="49172" y="29"/>
                  </a:lnTo>
                  <a:lnTo>
                    <a:pt x="50487" y="15"/>
                  </a:lnTo>
                  <a:lnTo>
                    <a:pt x="51819" y="0"/>
                  </a:lnTo>
                  <a:lnTo>
                    <a:pt x="53943" y="0"/>
                  </a:lnTo>
                  <a:lnTo>
                    <a:pt x="55939" y="1"/>
                  </a:lnTo>
                  <a:lnTo>
                    <a:pt x="57813" y="5"/>
                  </a:lnTo>
                  <a:lnTo>
                    <a:pt x="59571" y="12"/>
                  </a:lnTo>
                  <a:lnTo>
                    <a:pt x="61218" y="24"/>
                  </a:lnTo>
                  <a:lnTo>
                    <a:pt x="62759" y="42"/>
                  </a:lnTo>
                  <a:lnTo>
                    <a:pt x="64200" y="68"/>
                  </a:lnTo>
                  <a:lnTo>
                    <a:pt x="65546" y="101"/>
                  </a:lnTo>
                  <a:lnTo>
                    <a:pt x="66803" y="144"/>
                  </a:lnTo>
                  <a:lnTo>
                    <a:pt x="67976" y="199"/>
                  </a:lnTo>
                  <a:lnTo>
                    <a:pt x="69070" y="265"/>
                  </a:lnTo>
                  <a:lnTo>
                    <a:pt x="70090" y="344"/>
                  </a:lnTo>
                  <a:lnTo>
                    <a:pt x="71043" y="438"/>
                  </a:lnTo>
                  <a:lnTo>
                    <a:pt x="71934" y="547"/>
                  </a:lnTo>
                  <a:lnTo>
                    <a:pt x="72768" y="673"/>
                  </a:lnTo>
                  <a:lnTo>
                    <a:pt x="73550" y="817"/>
                  </a:lnTo>
                  <a:lnTo>
                    <a:pt x="74285" y="981"/>
                  </a:lnTo>
                  <a:lnTo>
                    <a:pt x="74980" y="1165"/>
                  </a:lnTo>
                  <a:lnTo>
                    <a:pt x="75640" y="1370"/>
                  </a:lnTo>
                  <a:lnTo>
                    <a:pt x="76269" y="1598"/>
                  </a:lnTo>
                  <a:lnTo>
                    <a:pt x="76874" y="1851"/>
                  </a:lnTo>
                  <a:lnTo>
                    <a:pt x="77460" y="2128"/>
                  </a:lnTo>
                  <a:lnTo>
                    <a:pt x="78032" y="2432"/>
                  </a:lnTo>
                  <a:lnTo>
                    <a:pt x="78596" y="2763"/>
                  </a:lnTo>
                  <a:lnTo>
                    <a:pt x="79156" y="3124"/>
                  </a:lnTo>
                  <a:lnTo>
                    <a:pt x="79719" y="3514"/>
                  </a:lnTo>
                  <a:lnTo>
                    <a:pt x="80290" y="3936"/>
                  </a:lnTo>
                  <a:lnTo>
                    <a:pt x="80874" y="4389"/>
                  </a:lnTo>
                  <a:lnTo>
                    <a:pt x="81477" y="4877"/>
                  </a:lnTo>
                  <a:lnTo>
                    <a:pt x="82104" y="5399"/>
                  </a:lnTo>
                  <a:lnTo>
                    <a:pt x="82760" y="5958"/>
                  </a:lnTo>
                  <a:lnTo>
                    <a:pt x="83451" y="6553"/>
                  </a:lnTo>
                  <a:lnTo>
                    <a:pt x="84183" y="7187"/>
                  </a:lnTo>
                  <a:lnTo>
                    <a:pt x="85047" y="7912"/>
                  </a:lnTo>
                  <a:lnTo>
                    <a:pt x="85917" y="8641"/>
                  </a:lnTo>
                  <a:lnTo>
                    <a:pt x="86800" y="9380"/>
                  </a:lnTo>
                  <a:lnTo>
                    <a:pt x="87708" y="10208"/>
                  </a:lnTo>
                  <a:lnTo>
                    <a:pt x="88630" y="11048"/>
                  </a:lnTo>
                  <a:lnTo>
                    <a:pt x="87127" y="11044"/>
                  </a:lnTo>
                  <a:lnTo>
                    <a:pt x="85976" y="11017"/>
                  </a:lnTo>
                  <a:lnTo>
                    <a:pt x="85036" y="10942"/>
                  </a:lnTo>
                  <a:lnTo>
                    <a:pt x="84167" y="10798"/>
                  </a:lnTo>
                  <a:lnTo>
                    <a:pt x="83227" y="10559"/>
                  </a:lnTo>
                  <a:lnTo>
                    <a:pt x="82076" y="10203"/>
                  </a:lnTo>
                  <a:lnTo>
                    <a:pt x="80573" y="9705"/>
                  </a:lnTo>
                  <a:lnTo>
                    <a:pt x="80573" y="8372"/>
                  </a:lnTo>
                  <a:lnTo>
                    <a:pt x="80573" y="7020"/>
                  </a:lnTo>
                  <a:lnTo>
                    <a:pt x="79455" y="6791"/>
                  </a:lnTo>
                  <a:lnTo>
                    <a:pt x="78336" y="6564"/>
                  </a:lnTo>
                  <a:lnTo>
                    <a:pt x="77217" y="6340"/>
                  </a:lnTo>
                  <a:lnTo>
                    <a:pt x="76098" y="6117"/>
                  </a:lnTo>
                  <a:lnTo>
                    <a:pt x="74978" y="5896"/>
                  </a:lnTo>
                  <a:lnTo>
                    <a:pt x="73858" y="5677"/>
                  </a:lnTo>
                  <a:lnTo>
                    <a:pt x="72755" y="5448"/>
                  </a:lnTo>
                  <a:lnTo>
                    <a:pt x="71645" y="5218"/>
                  </a:lnTo>
                  <a:lnTo>
                    <a:pt x="70519" y="4985"/>
                  </a:lnTo>
                  <a:lnTo>
                    <a:pt x="69430" y="4842"/>
                  </a:lnTo>
                  <a:lnTo>
                    <a:pt x="68342" y="4714"/>
                  </a:lnTo>
                  <a:lnTo>
                    <a:pt x="67255" y="4599"/>
                  </a:lnTo>
                  <a:lnTo>
                    <a:pt x="66169" y="4498"/>
                  </a:lnTo>
                  <a:lnTo>
                    <a:pt x="65082" y="4408"/>
                  </a:lnTo>
                  <a:lnTo>
                    <a:pt x="63996" y="4329"/>
                  </a:lnTo>
                  <a:lnTo>
                    <a:pt x="62910" y="4260"/>
                  </a:lnTo>
                  <a:lnTo>
                    <a:pt x="61824" y="4200"/>
                  </a:lnTo>
                  <a:lnTo>
                    <a:pt x="60737" y="4149"/>
                  </a:lnTo>
                  <a:lnTo>
                    <a:pt x="59650" y="4105"/>
                  </a:lnTo>
                  <a:lnTo>
                    <a:pt x="58562" y="4068"/>
                  </a:lnTo>
                  <a:lnTo>
                    <a:pt x="57473" y="4035"/>
                  </a:lnTo>
                  <a:lnTo>
                    <a:pt x="56384" y="4008"/>
                  </a:lnTo>
                  <a:lnTo>
                    <a:pt x="55293" y="3984"/>
                  </a:lnTo>
                  <a:lnTo>
                    <a:pt x="54200" y="3964"/>
                  </a:lnTo>
                  <a:lnTo>
                    <a:pt x="53107" y="3945"/>
                  </a:lnTo>
                  <a:lnTo>
                    <a:pt x="52011" y="3927"/>
                  </a:lnTo>
                  <a:lnTo>
                    <a:pt x="50914" y="3909"/>
                  </a:lnTo>
                  <a:lnTo>
                    <a:pt x="49849" y="3888"/>
                  </a:lnTo>
                  <a:lnTo>
                    <a:pt x="48779" y="3867"/>
                  </a:lnTo>
                  <a:lnTo>
                    <a:pt x="47702" y="3846"/>
                  </a:lnTo>
                  <a:lnTo>
                    <a:pt x="46613" y="3825"/>
                  </a:lnTo>
                  <a:lnTo>
                    <a:pt x="45571" y="3805"/>
                  </a:lnTo>
                  <a:lnTo>
                    <a:pt x="44529" y="3785"/>
                  </a:lnTo>
                  <a:lnTo>
                    <a:pt x="43487" y="3765"/>
                  </a:lnTo>
                  <a:lnTo>
                    <a:pt x="42445" y="3745"/>
                  </a:lnTo>
                  <a:lnTo>
                    <a:pt x="41403" y="3726"/>
                  </a:lnTo>
                  <a:lnTo>
                    <a:pt x="40361" y="3707"/>
                  </a:lnTo>
                  <a:lnTo>
                    <a:pt x="39320" y="3689"/>
                  </a:lnTo>
                  <a:lnTo>
                    <a:pt x="38278" y="3670"/>
                  </a:lnTo>
                  <a:lnTo>
                    <a:pt x="37236" y="3652"/>
                  </a:lnTo>
                  <a:lnTo>
                    <a:pt x="36194" y="3633"/>
                  </a:lnTo>
                  <a:lnTo>
                    <a:pt x="35152" y="3615"/>
                  </a:lnTo>
                  <a:lnTo>
                    <a:pt x="34110" y="3597"/>
                  </a:lnTo>
                  <a:lnTo>
                    <a:pt x="33068" y="3579"/>
                  </a:lnTo>
                  <a:lnTo>
                    <a:pt x="31918" y="3557"/>
                  </a:lnTo>
                  <a:lnTo>
                    <a:pt x="30767" y="3535"/>
                  </a:lnTo>
                  <a:lnTo>
                    <a:pt x="29616" y="3513"/>
                  </a:lnTo>
                  <a:lnTo>
                    <a:pt x="28466" y="3491"/>
                  </a:lnTo>
                  <a:lnTo>
                    <a:pt x="27315" y="3469"/>
                  </a:lnTo>
                  <a:lnTo>
                    <a:pt x="26164" y="3447"/>
                  </a:lnTo>
                  <a:lnTo>
                    <a:pt x="25014" y="3425"/>
                  </a:lnTo>
                  <a:lnTo>
                    <a:pt x="23863" y="3403"/>
                  </a:lnTo>
                  <a:lnTo>
                    <a:pt x="22791" y="3383"/>
                  </a:lnTo>
                  <a:lnTo>
                    <a:pt x="21718" y="3362"/>
                  </a:lnTo>
                  <a:lnTo>
                    <a:pt x="20646" y="3342"/>
                  </a:lnTo>
                  <a:lnTo>
                    <a:pt x="19573" y="3322"/>
                  </a:lnTo>
                  <a:lnTo>
                    <a:pt x="18501" y="3302"/>
                  </a:lnTo>
                  <a:lnTo>
                    <a:pt x="17429" y="3282"/>
                  </a:lnTo>
                  <a:lnTo>
                    <a:pt x="16356" y="3262"/>
                  </a:lnTo>
                  <a:lnTo>
                    <a:pt x="15284" y="3242"/>
                  </a:lnTo>
                  <a:lnTo>
                    <a:pt x="14211" y="3222"/>
                  </a:lnTo>
                  <a:lnTo>
                    <a:pt x="13139" y="3202"/>
                  </a:lnTo>
                  <a:lnTo>
                    <a:pt x="12067" y="3183"/>
                  </a:lnTo>
                  <a:lnTo>
                    <a:pt x="10994" y="3163"/>
                  </a:lnTo>
                  <a:lnTo>
                    <a:pt x="9922" y="3144"/>
                  </a:lnTo>
                  <a:lnTo>
                    <a:pt x="8850" y="3124"/>
                  </a:lnTo>
                  <a:lnTo>
                    <a:pt x="7777" y="3105"/>
                  </a:lnTo>
                  <a:lnTo>
                    <a:pt x="6705" y="3086"/>
                  </a:lnTo>
                  <a:lnTo>
                    <a:pt x="5632" y="3067"/>
                  </a:lnTo>
                  <a:lnTo>
                    <a:pt x="4560" y="3048"/>
                  </a:lnTo>
                  <a:lnTo>
                    <a:pt x="3488" y="3029"/>
                  </a:lnTo>
                  <a:lnTo>
                    <a:pt x="2415" y="3010"/>
                  </a:lnTo>
                  <a:lnTo>
                    <a:pt x="1343" y="2991"/>
                  </a:lnTo>
                  <a:lnTo>
                    <a:pt x="1010" y="3989"/>
                  </a:lnTo>
                  <a:lnTo>
                    <a:pt x="676" y="4990"/>
                  </a:lnTo>
                  <a:lnTo>
                    <a:pt x="340" y="5999"/>
                  </a:lnTo>
                  <a:lnTo>
                    <a:pt x="0" y="7020"/>
                  </a:lnTo>
                  <a:lnTo>
                    <a:pt x="0" y="5911"/>
                  </a:lnTo>
                  <a:lnTo>
                    <a:pt x="0" y="4801"/>
                  </a:lnTo>
                  <a:lnTo>
                    <a:pt x="0" y="3687"/>
                  </a:lnTo>
                  <a:lnTo>
                    <a:pt x="0" y="2568"/>
                  </a:lnTo>
                  <a:lnTo>
                    <a:pt x="0" y="1441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8D98A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8" name="region 176 #651B26"/>
            <p:cNvSpPr/>
            <p:nvPr/>
          </p:nvSpPr>
          <p:spPr>
            <a:xfrm>
              <a:off x="1807520" y="508952"/>
              <a:ext cx="36258" cy="28201"/>
            </a:xfrm>
            <a:custGeom>
              <a:avLst/>
              <a:gdLst/>
              <a:ahLst/>
              <a:cxnLst/>
              <a:rect l="l" t="t" r="r" b="b"/>
              <a:pathLst>
                <a:path w="36258" h="28201">
                  <a:moveTo>
                    <a:pt x="34915" y="0"/>
                  </a:moveTo>
                  <a:lnTo>
                    <a:pt x="35248" y="998"/>
                  </a:lnTo>
                  <a:lnTo>
                    <a:pt x="35581" y="1999"/>
                  </a:lnTo>
                  <a:lnTo>
                    <a:pt x="35918" y="3008"/>
                  </a:lnTo>
                  <a:lnTo>
                    <a:pt x="36258" y="4029"/>
                  </a:lnTo>
                  <a:lnTo>
                    <a:pt x="35513" y="4767"/>
                  </a:lnTo>
                  <a:lnTo>
                    <a:pt x="34763" y="5496"/>
                  </a:lnTo>
                  <a:lnTo>
                    <a:pt x="34008" y="6218"/>
                  </a:lnTo>
                  <a:lnTo>
                    <a:pt x="33247" y="6931"/>
                  </a:lnTo>
                  <a:lnTo>
                    <a:pt x="32481" y="7637"/>
                  </a:lnTo>
                  <a:lnTo>
                    <a:pt x="31710" y="8335"/>
                  </a:lnTo>
                  <a:lnTo>
                    <a:pt x="30933" y="9025"/>
                  </a:lnTo>
                  <a:lnTo>
                    <a:pt x="30152" y="9709"/>
                  </a:lnTo>
                  <a:lnTo>
                    <a:pt x="29365" y="10386"/>
                  </a:lnTo>
                  <a:lnTo>
                    <a:pt x="28573" y="11055"/>
                  </a:lnTo>
                  <a:lnTo>
                    <a:pt x="27776" y="11718"/>
                  </a:lnTo>
                  <a:lnTo>
                    <a:pt x="26973" y="12375"/>
                  </a:lnTo>
                  <a:lnTo>
                    <a:pt x="26166" y="13025"/>
                  </a:lnTo>
                  <a:lnTo>
                    <a:pt x="25354" y="13670"/>
                  </a:lnTo>
                  <a:lnTo>
                    <a:pt x="24536" y="14308"/>
                  </a:lnTo>
                  <a:lnTo>
                    <a:pt x="23714" y="14941"/>
                  </a:lnTo>
                  <a:lnTo>
                    <a:pt x="22886" y="15569"/>
                  </a:lnTo>
                  <a:lnTo>
                    <a:pt x="22053" y="16191"/>
                  </a:lnTo>
                  <a:lnTo>
                    <a:pt x="21216" y="16808"/>
                  </a:lnTo>
                  <a:lnTo>
                    <a:pt x="20373" y="17420"/>
                  </a:lnTo>
                  <a:lnTo>
                    <a:pt x="19526" y="18028"/>
                  </a:lnTo>
                  <a:lnTo>
                    <a:pt x="18673" y="18631"/>
                  </a:lnTo>
                  <a:lnTo>
                    <a:pt x="17816" y="19229"/>
                  </a:lnTo>
                  <a:lnTo>
                    <a:pt x="16954" y="19824"/>
                  </a:lnTo>
                  <a:lnTo>
                    <a:pt x="16136" y="20451"/>
                  </a:lnTo>
                  <a:lnTo>
                    <a:pt x="15485" y="20970"/>
                  </a:lnTo>
                  <a:lnTo>
                    <a:pt x="14901" y="21480"/>
                  </a:lnTo>
                  <a:lnTo>
                    <a:pt x="14286" y="22076"/>
                  </a:lnTo>
                  <a:lnTo>
                    <a:pt x="13538" y="22854"/>
                  </a:lnTo>
                  <a:lnTo>
                    <a:pt x="12558" y="23913"/>
                  </a:lnTo>
                  <a:lnTo>
                    <a:pt x="11247" y="25347"/>
                  </a:lnTo>
                  <a:lnTo>
                    <a:pt x="10457" y="26054"/>
                  </a:lnTo>
                  <a:lnTo>
                    <a:pt x="9664" y="26763"/>
                  </a:lnTo>
                  <a:lnTo>
                    <a:pt x="8865" y="27478"/>
                  </a:lnTo>
                  <a:lnTo>
                    <a:pt x="8057" y="28201"/>
                  </a:lnTo>
                  <a:lnTo>
                    <a:pt x="6453" y="28089"/>
                  </a:lnTo>
                  <a:lnTo>
                    <a:pt x="5291" y="27983"/>
                  </a:lnTo>
                  <a:lnTo>
                    <a:pt x="4386" y="27843"/>
                  </a:lnTo>
                  <a:lnTo>
                    <a:pt x="3550" y="27634"/>
                  </a:lnTo>
                  <a:lnTo>
                    <a:pt x="2598" y="27318"/>
                  </a:lnTo>
                  <a:lnTo>
                    <a:pt x="1343" y="26858"/>
                  </a:lnTo>
                  <a:lnTo>
                    <a:pt x="1195" y="25824"/>
                  </a:lnTo>
                  <a:lnTo>
                    <a:pt x="1047" y="24789"/>
                  </a:lnTo>
                  <a:lnTo>
                    <a:pt x="899" y="23752"/>
                  </a:lnTo>
                  <a:lnTo>
                    <a:pt x="751" y="22713"/>
                  </a:lnTo>
                  <a:lnTo>
                    <a:pt x="602" y="21672"/>
                  </a:lnTo>
                  <a:lnTo>
                    <a:pt x="453" y="20626"/>
                  </a:lnTo>
                  <a:lnTo>
                    <a:pt x="303" y="19575"/>
                  </a:lnTo>
                  <a:lnTo>
                    <a:pt x="152" y="18520"/>
                  </a:lnTo>
                  <a:lnTo>
                    <a:pt x="0" y="17458"/>
                  </a:lnTo>
                  <a:lnTo>
                    <a:pt x="966" y="18471"/>
                  </a:lnTo>
                  <a:lnTo>
                    <a:pt x="1733" y="19387"/>
                  </a:lnTo>
                  <a:lnTo>
                    <a:pt x="2334" y="20254"/>
                  </a:lnTo>
                  <a:lnTo>
                    <a:pt x="2803" y="21120"/>
                  </a:lnTo>
                  <a:lnTo>
                    <a:pt x="3173" y="22031"/>
                  </a:lnTo>
                  <a:lnTo>
                    <a:pt x="3478" y="23036"/>
                  </a:lnTo>
                  <a:lnTo>
                    <a:pt x="3752" y="24181"/>
                  </a:lnTo>
                  <a:lnTo>
                    <a:pt x="4029" y="25515"/>
                  </a:lnTo>
                  <a:lnTo>
                    <a:pt x="5137" y="25072"/>
                  </a:lnTo>
                  <a:lnTo>
                    <a:pt x="6247" y="24628"/>
                  </a:lnTo>
                  <a:lnTo>
                    <a:pt x="7361" y="24182"/>
                  </a:lnTo>
                  <a:lnTo>
                    <a:pt x="8480" y="23734"/>
                  </a:lnTo>
                  <a:lnTo>
                    <a:pt x="9607" y="23284"/>
                  </a:lnTo>
                  <a:lnTo>
                    <a:pt x="10743" y="22829"/>
                  </a:lnTo>
                  <a:lnTo>
                    <a:pt x="10743" y="21498"/>
                  </a:lnTo>
                  <a:lnTo>
                    <a:pt x="10743" y="20158"/>
                  </a:lnTo>
                  <a:lnTo>
                    <a:pt x="10743" y="18801"/>
                  </a:lnTo>
                  <a:lnTo>
                    <a:pt x="9856" y="17913"/>
                  </a:lnTo>
                  <a:lnTo>
                    <a:pt x="8962" y="17020"/>
                  </a:lnTo>
                  <a:lnTo>
                    <a:pt x="8057" y="16115"/>
                  </a:lnTo>
                  <a:lnTo>
                    <a:pt x="8310" y="14702"/>
                  </a:lnTo>
                  <a:lnTo>
                    <a:pt x="8506" y="13716"/>
                  </a:lnTo>
                  <a:lnTo>
                    <a:pt x="8710" y="12900"/>
                  </a:lnTo>
                  <a:lnTo>
                    <a:pt x="8987" y="11995"/>
                  </a:lnTo>
                  <a:lnTo>
                    <a:pt x="9400" y="10743"/>
                  </a:lnTo>
                  <a:lnTo>
                    <a:pt x="9400" y="12074"/>
                  </a:lnTo>
                  <a:lnTo>
                    <a:pt x="9400" y="13414"/>
                  </a:lnTo>
                  <a:lnTo>
                    <a:pt x="9400" y="14772"/>
                  </a:lnTo>
                  <a:lnTo>
                    <a:pt x="10608" y="14105"/>
                  </a:lnTo>
                  <a:lnTo>
                    <a:pt x="11833" y="13429"/>
                  </a:lnTo>
                  <a:lnTo>
                    <a:pt x="13090" y="12863"/>
                  </a:lnTo>
                  <a:lnTo>
                    <a:pt x="14050" y="12484"/>
                  </a:lnTo>
                  <a:lnTo>
                    <a:pt x="14908" y="12254"/>
                  </a:lnTo>
                  <a:lnTo>
                    <a:pt x="15857" y="12136"/>
                  </a:lnTo>
                  <a:lnTo>
                    <a:pt x="17089" y="12092"/>
                  </a:lnTo>
                  <a:lnTo>
                    <a:pt x="18800" y="12086"/>
                  </a:lnTo>
                  <a:lnTo>
                    <a:pt x="19066" y="11022"/>
                  </a:lnTo>
                  <a:lnTo>
                    <a:pt x="19333" y="9956"/>
                  </a:lnTo>
                  <a:lnTo>
                    <a:pt x="19601" y="8884"/>
                  </a:lnTo>
                  <a:lnTo>
                    <a:pt x="19871" y="7804"/>
                  </a:lnTo>
                  <a:lnTo>
                    <a:pt x="20143" y="6715"/>
                  </a:lnTo>
                  <a:lnTo>
                    <a:pt x="21476" y="6715"/>
                  </a:lnTo>
                  <a:lnTo>
                    <a:pt x="22829" y="6715"/>
                  </a:lnTo>
                  <a:lnTo>
                    <a:pt x="22829" y="5382"/>
                  </a:lnTo>
                  <a:lnTo>
                    <a:pt x="22829" y="4029"/>
                  </a:lnTo>
                  <a:lnTo>
                    <a:pt x="24160" y="4029"/>
                  </a:lnTo>
                  <a:lnTo>
                    <a:pt x="25500" y="4029"/>
                  </a:lnTo>
                  <a:lnTo>
                    <a:pt x="26858" y="4029"/>
                  </a:lnTo>
                  <a:lnTo>
                    <a:pt x="26858" y="2696"/>
                  </a:lnTo>
                  <a:lnTo>
                    <a:pt x="26858" y="1343"/>
                  </a:lnTo>
                  <a:lnTo>
                    <a:pt x="27997" y="1153"/>
                  </a:lnTo>
                  <a:lnTo>
                    <a:pt x="29139" y="963"/>
                  </a:lnTo>
                  <a:lnTo>
                    <a:pt x="30283" y="772"/>
                  </a:lnTo>
                  <a:lnTo>
                    <a:pt x="31431" y="581"/>
                  </a:lnTo>
                  <a:lnTo>
                    <a:pt x="32585" y="389"/>
                  </a:lnTo>
                  <a:lnTo>
                    <a:pt x="33746" y="195"/>
                  </a:lnTo>
                  <a:lnTo>
                    <a:pt x="34915" y="0"/>
                  </a:lnTo>
                  <a:close/>
                </a:path>
              </a:pathLst>
            </a:custGeom>
            <a:solidFill>
              <a:srgbClr val="651B2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9" name="region 177 #6D6D6D"/>
            <p:cNvSpPr/>
            <p:nvPr/>
          </p:nvSpPr>
          <p:spPr>
            <a:xfrm>
              <a:off x="534425" y="624440"/>
              <a:ext cx="18968" cy="63116"/>
            </a:xfrm>
            <a:custGeom>
              <a:avLst/>
              <a:gdLst/>
              <a:ahLst/>
              <a:cxnLst/>
              <a:rect l="l" t="t" r="r" b="b"/>
              <a:pathLst>
                <a:path w="18968" h="63116">
                  <a:moveTo>
                    <a:pt x="42" y="0"/>
                  </a:moveTo>
                  <a:lnTo>
                    <a:pt x="308" y="1064"/>
                  </a:lnTo>
                  <a:lnTo>
                    <a:pt x="575" y="2131"/>
                  </a:lnTo>
                  <a:lnTo>
                    <a:pt x="842" y="3202"/>
                  </a:lnTo>
                  <a:lnTo>
                    <a:pt x="1112" y="4282"/>
                  </a:lnTo>
                  <a:lnTo>
                    <a:pt x="1385" y="5372"/>
                  </a:lnTo>
                  <a:lnTo>
                    <a:pt x="2718" y="5372"/>
                  </a:lnTo>
                  <a:lnTo>
                    <a:pt x="4071" y="5372"/>
                  </a:lnTo>
                  <a:lnTo>
                    <a:pt x="4268" y="6572"/>
                  </a:lnTo>
                  <a:lnTo>
                    <a:pt x="4469" y="7790"/>
                  </a:lnTo>
                  <a:lnTo>
                    <a:pt x="4664" y="8848"/>
                  </a:lnTo>
                  <a:lnTo>
                    <a:pt x="4865" y="9906"/>
                  </a:lnTo>
                  <a:lnTo>
                    <a:pt x="5073" y="10961"/>
                  </a:lnTo>
                  <a:lnTo>
                    <a:pt x="5289" y="12016"/>
                  </a:lnTo>
                  <a:lnTo>
                    <a:pt x="5513" y="13068"/>
                  </a:lnTo>
                  <a:lnTo>
                    <a:pt x="5745" y="14119"/>
                  </a:lnTo>
                  <a:lnTo>
                    <a:pt x="5986" y="15167"/>
                  </a:lnTo>
                  <a:lnTo>
                    <a:pt x="6235" y="16213"/>
                  </a:lnTo>
                  <a:lnTo>
                    <a:pt x="6494" y="17257"/>
                  </a:lnTo>
                  <a:lnTo>
                    <a:pt x="6762" y="18298"/>
                  </a:lnTo>
                  <a:lnTo>
                    <a:pt x="7040" y="19336"/>
                  </a:lnTo>
                  <a:lnTo>
                    <a:pt x="7328" y="20371"/>
                  </a:lnTo>
                  <a:lnTo>
                    <a:pt x="7627" y="21403"/>
                  </a:lnTo>
                  <a:lnTo>
                    <a:pt x="7936" y="22431"/>
                  </a:lnTo>
                  <a:lnTo>
                    <a:pt x="8257" y="23456"/>
                  </a:lnTo>
                  <a:lnTo>
                    <a:pt x="8589" y="24477"/>
                  </a:lnTo>
                  <a:lnTo>
                    <a:pt x="8934" y="25494"/>
                  </a:lnTo>
                  <a:lnTo>
                    <a:pt x="9290" y="26506"/>
                  </a:lnTo>
                  <a:lnTo>
                    <a:pt x="9659" y="27514"/>
                  </a:lnTo>
                  <a:lnTo>
                    <a:pt x="10040" y="28518"/>
                  </a:lnTo>
                  <a:lnTo>
                    <a:pt x="10435" y="29517"/>
                  </a:lnTo>
                  <a:lnTo>
                    <a:pt x="10844" y="30510"/>
                  </a:lnTo>
                  <a:lnTo>
                    <a:pt x="11266" y="31499"/>
                  </a:lnTo>
                  <a:lnTo>
                    <a:pt x="11703" y="32482"/>
                  </a:lnTo>
                  <a:lnTo>
                    <a:pt x="12154" y="33460"/>
                  </a:lnTo>
                  <a:lnTo>
                    <a:pt x="12619" y="34432"/>
                  </a:lnTo>
                  <a:lnTo>
                    <a:pt x="13100" y="35397"/>
                  </a:lnTo>
                  <a:lnTo>
                    <a:pt x="13597" y="36357"/>
                  </a:lnTo>
                  <a:lnTo>
                    <a:pt x="14044" y="37397"/>
                  </a:lnTo>
                  <a:lnTo>
                    <a:pt x="14413" y="38439"/>
                  </a:lnTo>
                  <a:lnTo>
                    <a:pt x="14714" y="39485"/>
                  </a:lnTo>
                  <a:lnTo>
                    <a:pt x="14957" y="40536"/>
                  </a:lnTo>
                  <a:lnTo>
                    <a:pt x="15153" y="41595"/>
                  </a:lnTo>
                  <a:lnTo>
                    <a:pt x="15311" y="42663"/>
                  </a:lnTo>
                  <a:lnTo>
                    <a:pt x="15442" y="43742"/>
                  </a:lnTo>
                  <a:lnTo>
                    <a:pt x="15556" y="44834"/>
                  </a:lnTo>
                  <a:lnTo>
                    <a:pt x="15664" y="45941"/>
                  </a:lnTo>
                  <a:lnTo>
                    <a:pt x="15774" y="47064"/>
                  </a:lnTo>
                  <a:lnTo>
                    <a:pt x="15966" y="48165"/>
                  </a:lnTo>
                  <a:lnTo>
                    <a:pt x="16212" y="49235"/>
                  </a:lnTo>
                  <a:lnTo>
                    <a:pt x="16505" y="50280"/>
                  </a:lnTo>
                  <a:lnTo>
                    <a:pt x="16837" y="51308"/>
                  </a:lnTo>
                  <a:lnTo>
                    <a:pt x="17202" y="52324"/>
                  </a:lnTo>
                  <a:lnTo>
                    <a:pt x="17592" y="53335"/>
                  </a:lnTo>
                  <a:lnTo>
                    <a:pt x="18000" y="54347"/>
                  </a:lnTo>
                  <a:lnTo>
                    <a:pt x="18419" y="55367"/>
                  </a:lnTo>
                  <a:lnTo>
                    <a:pt x="18842" y="56401"/>
                  </a:lnTo>
                  <a:lnTo>
                    <a:pt x="18912" y="58006"/>
                  </a:lnTo>
                  <a:lnTo>
                    <a:pt x="18954" y="59167"/>
                  </a:lnTo>
                  <a:lnTo>
                    <a:pt x="18968" y="60073"/>
                  </a:lnTo>
                  <a:lnTo>
                    <a:pt x="18954" y="60908"/>
                  </a:lnTo>
                  <a:lnTo>
                    <a:pt x="18912" y="61860"/>
                  </a:lnTo>
                  <a:lnTo>
                    <a:pt x="18842" y="63116"/>
                  </a:lnTo>
                  <a:lnTo>
                    <a:pt x="18135" y="62295"/>
                  </a:lnTo>
                  <a:lnTo>
                    <a:pt x="17471" y="61458"/>
                  </a:lnTo>
                  <a:lnTo>
                    <a:pt x="16848" y="60605"/>
                  </a:lnTo>
                  <a:lnTo>
                    <a:pt x="16263" y="59738"/>
                  </a:lnTo>
                  <a:lnTo>
                    <a:pt x="15713" y="58856"/>
                  </a:lnTo>
                  <a:lnTo>
                    <a:pt x="15195" y="57962"/>
                  </a:lnTo>
                  <a:lnTo>
                    <a:pt x="14707" y="57054"/>
                  </a:lnTo>
                  <a:lnTo>
                    <a:pt x="14245" y="56134"/>
                  </a:lnTo>
                  <a:lnTo>
                    <a:pt x="13807" y="55203"/>
                  </a:lnTo>
                  <a:lnTo>
                    <a:pt x="13390" y="54261"/>
                  </a:lnTo>
                  <a:lnTo>
                    <a:pt x="12991" y="53309"/>
                  </a:lnTo>
                  <a:lnTo>
                    <a:pt x="12608" y="52347"/>
                  </a:lnTo>
                  <a:lnTo>
                    <a:pt x="12237" y="51377"/>
                  </a:lnTo>
                  <a:lnTo>
                    <a:pt x="11875" y="50398"/>
                  </a:lnTo>
                  <a:lnTo>
                    <a:pt x="11521" y="49412"/>
                  </a:lnTo>
                  <a:lnTo>
                    <a:pt x="11170" y="48419"/>
                  </a:lnTo>
                  <a:lnTo>
                    <a:pt x="10821" y="47420"/>
                  </a:lnTo>
                  <a:lnTo>
                    <a:pt x="10469" y="46415"/>
                  </a:lnTo>
                  <a:lnTo>
                    <a:pt x="10114" y="45406"/>
                  </a:lnTo>
                  <a:lnTo>
                    <a:pt x="9717" y="44314"/>
                  </a:lnTo>
                  <a:lnTo>
                    <a:pt x="9317" y="43214"/>
                  </a:lnTo>
                  <a:lnTo>
                    <a:pt x="8912" y="42099"/>
                  </a:lnTo>
                  <a:lnTo>
                    <a:pt x="8059" y="39739"/>
                  </a:lnTo>
                  <a:lnTo>
                    <a:pt x="7261" y="37525"/>
                  </a:lnTo>
                  <a:lnTo>
                    <a:pt x="6514" y="35451"/>
                  </a:lnTo>
                  <a:lnTo>
                    <a:pt x="5819" y="33512"/>
                  </a:lnTo>
                  <a:lnTo>
                    <a:pt x="5173" y="31701"/>
                  </a:lnTo>
                  <a:lnTo>
                    <a:pt x="4574" y="30012"/>
                  </a:lnTo>
                  <a:lnTo>
                    <a:pt x="4023" y="28439"/>
                  </a:lnTo>
                  <a:lnTo>
                    <a:pt x="3517" y="26977"/>
                  </a:lnTo>
                  <a:lnTo>
                    <a:pt x="3055" y="25619"/>
                  </a:lnTo>
                  <a:lnTo>
                    <a:pt x="2635" y="24359"/>
                  </a:lnTo>
                  <a:lnTo>
                    <a:pt x="2257" y="23191"/>
                  </a:lnTo>
                  <a:lnTo>
                    <a:pt x="1918" y="22110"/>
                  </a:lnTo>
                  <a:lnTo>
                    <a:pt x="1618" y="21109"/>
                  </a:lnTo>
                  <a:lnTo>
                    <a:pt x="1355" y="20183"/>
                  </a:lnTo>
                  <a:lnTo>
                    <a:pt x="1128" y="19325"/>
                  </a:lnTo>
                  <a:lnTo>
                    <a:pt x="935" y="18530"/>
                  </a:lnTo>
                  <a:lnTo>
                    <a:pt x="775" y="17790"/>
                  </a:lnTo>
                  <a:lnTo>
                    <a:pt x="646" y="17102"/>
                  </a:lnTo>
                  <a:lnTo>
                    <a:pt x="547" y="16457"/>
                  </a:lnTo>
                  <a:lnTo>
                    <a:pt x="478" y="15851"/>
                  </a:lnTo>
                  <a:lnTo>
                    <a:pt x="435" y="15278"/>
                  </a:lnTo>
                  <a:lnTo>
                    <a:pt x="419" y="14731"/>
                  </a:lnTo>
                  <a:lnTo>
                    <a:pt x="428" y="14205"/>
                  </a:lnTo>
                  <a:lnTo>
                    <a:pt x="459" y="13693"/>
                  </a:lnTo>
                  <a:lnTo>
                    <a:pt x="513" y="13189"/>
                  </a:lnTo>
                  <a:lnTo>
                    <a:pt x="587" y="12688"/>
                  </a:lnTo>
                  <a:lnTo>
                    <a:pt x="680" y="12184"/>
                  </a:lnTo>
                  <a:lnTo>
                    <a:pt x="791" y="11670"/>
                  </a:lnTo>
                  <a:lnTo>
                    <a:pt x="918" y="11141"/>
                  </a:lnTo>
                  <a:lnTo>
                    <a:pt x="1061" y="10590"/>
                  </a:lnTo>
                  <a:lnTo>
                    <a:pt x="1217" y="10012"/>
                  </a:lnTo>
                  <a:lnTo>
                    <a:pt x="1385" y="9400"/>
                  </a:lnTo>
                  <a:lnTo>
                    <a:pt x="718" y="8734"/>
                  </a:lnTo>
                  <a:lnTo>
                    <a:pt x="42" y="8057"/>
                  </a:lnTo>
                  <a:lnTo>
                    <a:pt x="22" y="6906"/>
                  </a:lnTo>
                  <a:lnTo>
                    <a:pt x="8" y="5755"/>
                  </a:lnTo>
                  <a:lnTo>
                    <a:pt x="1" y="4604"/>
                  </a:lnTo>
                  <a:lnTo>
                    <a:pt x="0" y="3453"/>
                  </a:lnTo>
                  <a:lnTo>
                    <a:pt x="7" y="2302"/>
                  </a:lnTo>
                  <a:lnTo>
                    <a:pt x="21" y="1151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6D6D6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0" name="region 178 #91658C"/>
            <p:cNvSpPr/>
            <p:nvPr/>
          </p:nvSpPr>
          <p:spPr>
            <a:xfrm>
              <a:off x="746642" y="832476"/>
              <a:ext cx="21487" cy="18665"/>
            </a:xfrm>
            <a:custGeom>
              <a:avLst/>
              <a:gdLst/>
              <a:ahLst/>
              <a:cxnLst/>
              <a:rect l="l" t="t" r="r" b="b"/>
              <a:pathLst>
                <a:path w="21487" h="18665">
                  <a:moveTo>
                    <a:pt x="13429" y="111"/>
                  </a:moveTo>
                  <a:lnTo>
                    <a:pt x="14562" y="1255"/>
                  </a:lnTo>
                  <a:lnTo>
                    <a:pt x="15329" y="2098"/>
                  </a:lnTo>
                  <a:lnTo>
                    <a:pt x="15812" y="2787"/>
                  </a:lnTo>
                  <a:lnTo>
                    <a:pt x="16093" y="3471"/>
                  </a:lnTo>
                  <a:lnTo>
                    <a:pt x="16254" y="4296"/>
                  </a:lnTo>
                  <a:lnTo>
                    <a:pt x="16377" y="5409"/>
                  </a:lnTo>
                  <a:lnTo>
                    <a:pt x="16339" y="6571"/>
                  </a:lnTo>
                  <a:lnTo>
                    <a:pt x="16302" y="7732"/>
                  </a:lnTo>
                  <a:lnTo>
                    <a:pt x="16265" y="8894"/>
                  </a:lnTo>
                  <a:lnTo>
                    <a:pt x="16227" y="10055"/>
                  </a:lnTo>
                  <a:lnTo>
                    <a:pt x="16190" y="11217"/>
                  </a:lnTo>
                  <a:lnTo>
                    <a:pt x="16152" y="12378"/>
                  </a:lnTo>
                  <a:lnTo>
                    <a:pt x="16115" y="13540"/>
                  </a:lnTo>
                  <a:lnTo>
                    <a:pt x="17448" y="14206"/>
                  </a:lnTo>
                  <a:lnTo>
                    <a:pt x="18801" y="14883"/>
                  </a:lnTo>
                  <a:lnTo>
                    <a:pt x="18801" y="13819"/>
                  </a:lnTo>
                  <a:lnTo>
                    <a:pt x="18801" y="12752"/>
                  </a:lnTo>
                  <a:lnTo>
                    <a:pt x="18801" y="11680"/>
                  </a:lnTo>
                  <a:lnTo>
                    <a:pt x="18801" y="10601"/>
                  </a:lnTo>
                  <a:lnTo>
                    <a:pt x="18801" y="9511"/>
                  </a:lnTo>
                  <a:lnTo>
                    <a:pt x="20134" y="9511"/>
                  </a:lnTo>
                  <a:lnTo>
                    <a:pt x="21487" y="9511"/>
                  </a:lnTo>
                  <a:lnTo>
                    <a:pt x="21306" y="10871"/>
                  </a:lnTo>
                  <a:lnTo>
                    <a:pt x="21157" y="11886"/>
                  </a:lnTo>
                  <a:lnTo>
                    <a:pt x="21004" y="12742"/>
                  </a:lnTo>
                  <a:lnTo>
                    <a:pt x="20809" y="13627"/>
                  </a:lnTo>
                  <a:lnTo>
                    <a:pt x="20535" y="14726"/>
                  </a:lnTo>
                  <a:lnTo>
                    <a:pt x="20144" y="16226"/>
                  </a:lnTo>
                  <a:lnTo>
                    <a:pt x="18643" y="17219"/>
                  </a:lnTo>
                  <a:lnTo>
                    <a:pt x="17515" y="17921"/>
                  </a:lnTo>
                  <a:lnTo>
                    <a:pt x="16635" y="18371"/>
                  </a:lnTo>
                  <a:lnTo>
                    <a:pt x="15884" y="18606"/>
                  </a:lnTo>
                  <a:lnTo>
                    <a:pt x="15138" y="18665"/>
                  </a:lnTo>
                  <a:lnTo>
                    <a:pt x="14276" y="18586"/>
                  </a:lnTo>
                  <a:lnTo>
                    <a:pt x="13177" y="18408"/>
                  </a:lnTo>
                  <a:lnTo>
                    <a:pt x="11969" y="17991"/>
                  </a:lnTo>
                  <a:lnTo>
                    <a:pt x="10743" y="17568"/>
                  </a:lnTo>
                  <a:lnTo>
                    <a:pt x="11410" y="16236"/>
                  </a:lnTo>
                  <a:lnTo>
                    <a:pt x="12086" y="14883"/>
                  </a:lnTo>
                  <a:lnTo>
                    <a:pt x="10978" y="14883"/>
                  </a:lnTo>
                  <a:lnTo>
                    <a:pt x="9868" y="14883"/>
                  </a:lnTo>
                  <a:lnTo>
                    <a:pt x="8754" y="14883"/>
                  </a:lnTo>
                  <a:lnTo>
                    <a:pt x="7635" y="14883"/>
                  </a:lnTo>
                  <a:lnTo>
                    <a:pt x="6508" y="14883"/>
                  </a:lnTo>
                  <a:lnTo>
                    <a:pt x="5372" y="14883"/>
                  </a:lnTo>
                  <a:lnTo>
                    <a:pt x="4840" y="13819"/>
                  </a:lnTo>
                  <a:lnTo>
                    <a:pt x="4307" y="12752"/>
                  </a:lnTo>
                  <a:lnTo>
                    <a:pt x="3771" y="11680"/>
                  </a:lnTo>
                  <a:lnTo>
                    <a:pt x="3231" y="10601"/>
                  </a:lnTo>
                  <a:lnTo>
                    <a:pt x="2686" y="9511"/>
                  </a:lnTo>
                  <a:lnTo>
                    <a:pt x="1353" y="9511"/>
                  </a:lnTo>
                  <a:lnTo>
                    <a:pt x="0" y="9511"/>
                  </a:lnTo>
                  <a:lnTo>
                    <a:pt x="0" y="8178"/>
                  </a:lnTo>
                  <a:lnTo>
                    <a:pt x="0" y="6825"/>
                  </a:lnTo>
                  <a:lnTo>
                    <a:pt x="1333" y="6825"/>
                  </a:lnTo>
                  <a:lnTo>
                    <a:pt x="2686" y="6825"/>
                  </a:lnTo>
                  <a:lnTo>
                    <a:pt x="2686" y="5761"/>
                  </a:lnTo>
                  <a:lnTo>
                    <a:pt x="2686" y="4695"/>
                  </a:lnTo>
                  <a:lnTo>
                    <a:pt x="2686" y="3623"/>
                  </a:lnTo>
                  <a:lnTo>
                    <a:pt x="2686" y="2544"/>
                  </a:lnTo>
                  <a:lnTo>
                    <a:pt x="2686" y="1454"/>
                  </a:lnTo>
                  <a:lnTo>
                    <a:pt x="3844" y="1085"/>
                  </a:lnTo>
                  <a:lnTo>
                    <a:pt x="4936" y="773"/>
                  </a:lnTo>
                  <a:lnTo>
                    <a:pt x="5980" y="517"/>
                  </a:lnTo>
                  <a:lnTo>
                    <a:pt x="6995" y="315"/>
                  </a:lnTo>
                  <a:lnTo>
                    <a:pt x="7996" y="164"/>
                  </a:lnTo>
                  <a:lnTo>
                    <a:pt x="9003" y="63"/>
                  </a:lnTo>
                  <a:lnTo>
                    <a:pt x="10032" y="9"/>
                  </a:lnTo>
                  <a:lnTo>
                    <a:pt x="11101" y="0"/>
                  </a:lnTo>
                  <a:lnTo>
                    <a:pt x="12227" y="35"/>
                  </a:lnTo>
                  <a:lnTo>
                    <a:pt x="13429" y="111"/>
                  </a:lnTo>
                  <a:close/>
                </a:path>
              </a:pathLst>
            </a:custGeom>
            <a:solidFill>
              <a:srgbClr val="91658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1" name="region 179 #796C6C"/>
            <p:cNvSpPr/>
            <p:nvPr/>
          </p:nvSpPr>
          <p:spPr>
            <a:xfrm>
              <a:off x="1471799" y="735899"/>
              <a:ext cx="25515" cy="37601"/>
            </a:xfrm>
            <a:custGeom>
              <a:avLst/>
              <a:gdLst/>
              <a:ahLst/>
              <a:cxnLst/>
              <a:rect l="l" t="t" r="r" b="b"/>
              <a:pathLst>
                <a:path w="25515" h="37601">
                  <a:moveTo>
                    <a:pt x="21486" y="0"/>
                  </a:moveTo>
                  <a:lnTo>
                    <a:pt x="21236" y="1054"/>
                  </a:lnTo>
                  <a:lnTo>
                    <a:pt x="20971" y="2102"/>
                  </a:lnTo>
                  <a:lnTo>
                    <a:pt x="20695" y="3145"/>
                  </a:lnTo>
                  <a:lnTo>
                    <a:pt x="20407" y="4184"/>
                  </a:lnTo>
                  <a:lnTo>
                    <a:pt x="20109" y="5218"/>
                  </a:lnTo>
                  <a:lnTo>
                    <a:pt x="19801" y="6250"/>
                  </a:lnTo>
                  <a:lnTo>
                    <a:pt x="19485" y="7279"/>
                  </a:lnTo>
                  <a:lnTo>
                    <a:pt x="19161" y="8305"/>
                  </a:lnTo>
                  <a:lnTo>
                    <a:pt x="18830" y="9331"/>
                  </a:lnTo>
                  <a:lnTo>
                    <a:pt x="18494" y="10355"/>
                  </a:lnTo>
                  <a:lnTo>
                    <a:pt x="18152" y="11379"/>
                  </a:lnTo>
                  <a:lnTo>
                    <a:pt x="17806" y="12404"/>
                  </a:lnTo>
                  <a:lnTo>
                    <a:pt x="17458" y="13429"/>
                  </a:lnTo>
                  <a:lnTo>
                    <a:pt x="16125" y="13429"/>
                  </a:lnTo>
                  <a:lnTo>
                    <a:pt x="14772" y="13429"/>
                  </a:lnTo>
                  <a:lnTo>
                    <a:pt x="14525" y="14543"/>
                  </a:lnTo>
                  <a:lnTo>
                    <a:pt x="14274" y="15674"/>
                  </a:lnTo>
                  <a:lnTo>
                    <a:pt x="13978" y="16724"/>
                  </a:lnTo>
                  <a:lnTo>
                    <a:pt x="13665" y="17762"/>
                  </a:lnTo>
                  <a:lnTo>
                    <a:pt x="13334" y="18788"/>
                  </a:lnTo>
                  <a:lnTo>
                    <a:pt x="12987" y="19806"/>
                  </a:lnTo>
                  <a:lnTo>
                    <a:pt x="12627" y="20817"/>
                  </a:lnTo>
                  <a:lnTo>
                    <a:pt x="12253" y="21824"/>
                  </a:lnTo>
                  <a:lnTo>
                    <a:pt x="11868" y="22829"/>
                  </a:lnTo>
                  <a:lnTo>
                    <a:pt x="11474" y="23833"/>
                  </a:lnTo>
                  <a:lnTo>
                    <a:pt x="11070" y="24840"/>
                  </a:lnTo>
                  <a:lnTo>
                    <a:pt x="10660" y="25851"/>
                  </a:lnTo>
                  <a:lnTo>
                    <a:pt x="10172" y="27050"/>
                  </a:lnTo>
                  <a:lnTo>
                    <a:pt x="9682" y="28257"/>
                  </a:lnTo>
                  <a:lnTo>
                    <a:pt x="9186" y="29481"/>
                  </a:lnTo>
                  <a:lnTo>
                    <a:pt x="8626" y="30845"/>
                  </a:lnTo>
                  <a:lnTo>
                    <a:pt x="8058" y="32230"/>
                  </a:lnTo>
                  <a:lnTo>
                    <a:pt x="6725" y="32230"/>
                  </a:lnTo>
                  <a:lnTo>
                    <a:pt x="5372" y="32230"/>
                  </a:lnTo>
                  <a:lnTo>
                    <a:pt x="5372" y="33562"/>
                  </a:lnTo>
                  <a:lnTo>
                    <a:pt x="5372" y="34915"/>
                  </a:lnTo>
                  <a:lnTo>
                    <a:pt x="6369" y="34583"/>
                  </a:lnTo>
                  <a:lnTo>
                    <a:pt x="7371" y="34249"/>
                  </a:lnTo>
                  <a:lnTo>
                    <a:pt x="8380" y="33913"/>
                  </a:lnTo>
                  <a:lnTo>
                    <a:pt x="9400" y="33572"/>
                  </a:lnTo>
                  <a:lnTo>
                    <a:pt x="10587" y="33537"/>
                  </a:lnTo>
                  <a:lnTo>
                    <a:pt x="11774" y="33510"/>
                  </a:lnTo>
                  <a:lnTo>
                    <a:pt x="12961" y="33491"/>
                  </a:lnTo>
                  <a:lnTo>
                    <a:pt x="14148" y="33480"/>
                  </a:lnTo>
                  <a:lnTo>
                    <a:pt x="15335" y="33476"/>
                  </a:lnTo>
                  <a:lnTo>
                    <a:pt x="16523" y="33479"/>
                  </a:lnTo>
                  <a:lnTo>
                    <a:pt x="17710" y="33489"/>
                  </a:lnTo>
                  <a:lnTo>
                    <a:pt x="18189" y="33493"/>
                  </a:lnTo>
                  <a:lnTo>
                    <a:pt x="18810" y="33498"/>
                  </a:lnTo>
                  <a:lnTo>
                    <a:pt x="19985" y="33507"/>
                  </a:lnTo>
                  <a:lnTo>
                    <a:pt x="22131" y="33525"/>
                  </a:lnTo>
                  <a:lnTo>
                    <a:pt x="23249" y="33541"/>
                  </a:lnTo>
                  <a:lnTo>
                    <a:pt x="24374" y="33556"/>
                  </a:lnTo>
                  <a:lnTo>
                    <a:pt x="25515" y="33572"/>
                  </a:lnTo>
                  <a:lnTo>
                    <a:pt x="25182" y="34570"/>
                  </a:lnTo>
                  <a:lnTo>
                    <a:pt x="24849" y="35572"/>
                  </a:lnTo>
                  <a:lnTo>
                    <a:pt x="24512" y="36581"/>
                  </a:lnTo>
                  <a:lnTo>
                    <a:pt x="24172" y="37601"/>
                  </a:lnTo>
                  <a:lnTo>
                    <a:pt x="22839" y="36935"/>
                  </a:lnTo>
                  <a:lnTo>
                    <a:pt x="21486" y="36258"/>
                  </a:lnTo>
                  <a:lnTo>
                    <a:pt x="20424" y="36229"/>
                  </a:lnTo>
                  <a:lnTo>
                    <a:pt x="19361" y="36206"/>
                  </a:lnTo>
                  <a:lnTo>
                    <a:pt x="18298" y="36188"/>
                  </a:lnTo>
                  <a:lnTo>
                    <a:pt x="17234" y="36175"/>
                  </a:lnTo>
                  <a:lnTo>
                    <a:pt x="16171" y="36166"/>
                  </a:lnTo>
                  <a:lnTo>
                    <a:pt x="15108" y="36162"/>
                  </a:lnTo>
                  <a:lnTo>
                    <a:pt x="14045" y="36163"/>
                  </a:lnTo>
                  <a:lnTo>
                    <a:pt x="12981" y="36167"/>
                  </a:lnTo>
                  <a:lnTo>
                    <a:pt x="11918" y="36175"/>
                  </a:lnTo>
                  <a:lnTo>
                    <a:pt x="10886" y="36182"/>
                  </a:lnTo>
                  <a:lnTo>
                    <a:pt x="9850" y="36189"/>
                  </a:lnTo>
                  <a:lnTo>
                    <a:pt x="8810" y="36197"/>
                  </a:lnTo>
                  <a:lnTo>
                    <a:pt x="7762" y="36204"/>
                  </a:lnTo>
                  <a:lnTo>
                    <a:pt x="6704" y="36211"/>
                  </a:lnTo>
                  <a:lnTo>
                    <a:pt x="5377" y="36226"/>
                  </a:lnTo>
                  <a:lnTo>
                    <a:pt x="4040" y="36242"/>
                  </a:lnTo>
                  <a:lnTo>
                    <a:pt x="2686" y="36258"/>
                  </a:lnTo>
                  <a:lnTo>
                    <a:pt x="2853" y="35799"/>
                  </a:lnTo>
                  <a:lnTo>
                    <a:pt x="3006" y="35378"/>
                  </a:lnTo>
                  <a:lnTo>
                    <a:pt x="3154" y="34970"/>
                  </a:lnTo>
                  <a:lnTo>
                    <a:pt x="3308" y="34548"/>
                  </a:lnTo>
                  <a:lnTo>
                    <a:pt x="3476" y="34086"/>
                  </a:lnTo>
                  <a:lnTo>
                    <a:pt x="3668" y="33558"/>
                  </a:lnTo>
                  <a:lnTo>
                    <a:pt x="3894" y="32937"/>
                  </a:lnTo>
                  <a:lnTo>
                    <a:pt x="4163" y="32197"/>
                  </a:lnTo>
                  <a:lnTo>
                    <a:pt x="4484" y="31313"/>
                  </a:lnTo>
                  <a:lnTo>
                    <a:pt x="4868" y="30257"/>
                  </a:lnTo>
                  <a:lnTo>
                    <a:pt x="5324" y="29003"/>
                  </a:lnTo>
                  <a:lnTo>
                    <a:pt x="5862" y="27525"/>
                  </a:lnTo>
                  <a:lnTo>
                    <a:pt x="6490" y="25797"/>
                  </a:lnTo>
                  <a:lnTo>
                    <a:pt x="7219" y="23793"/>
                  </a:lnTo>
                  <a:lnTo>
                    <a:pt x="8058" y="21486"/>
                  </a:lnTo>
                  <a:lnTo>
                    <a:pt x="9390" y="21486"/>
                  </a:lnTo>
                  <a:lnTo>
                    <a:pt x="10743" y="21486"/>
                  </a:lnTo>
                  <a:lnTo>
                    <a:pt x="10553" y="20347"/>
                  </a:lnTo>
                  <a:lnTo>
                    <a:pt x="10363" y="19206"/>
                  </a:lnTo>
                  <a:lnTo>
                    <a:pt x="10172" y="18062"/>
                  </a:lnTo>
                  <a:lnTo>
                    <a:pt x="9981" y="16913"/>
                  </a:lnTo>
                  <a:lnTo>
                    <a:pt x="9789" y="15759"/>
                  </a:lnTo>
                  <a:lnTo>
                    <a:pt x="9595" y="14599"/>
                  </a:lnTo>
                  <a:lnTo>
                    <a:pt x="9400" y="13429"/>
                  </a:lnTo>
                  <a:lnTo>
                    <a:pt x="8366" y="13577"/>
                  </a:lnTo>
                  <a:lnTo>
                    <a:pt x="7331" y="13725"/>
                  </a:lnTo>
                  <a:lnTo>
                    <a:pt x="6295" y="13873"/>
                  </a:lnTo>
                  <a:lnTo>
                    <a:pt x="5256" y="14021"/>
                  </a:lnTo>
                  <a:lnTo>
                    <a:pt x="4214" y="14170"/>
                  </a:lnTo>
                  <a:lnTo>
                    <a:pt x="3168" y="14319"/>
                  </a:lnTo>
                  <a:lnTo>
                    <a:pt x="2118" y="14470"/>
                  </a:lnTo>
                  <a:lnTo>
                    <a:pt x="1062" y="14620"/>
                  </a:lnTo>
                  <a:lnTo>
                    <a:pt x="0" y="14772"/>
                  </a:lnTo>
                  <a:lnTo>
                    <a:pt x="919" y="13773"/>
                  </a:lnTo>
                  <a:lnTo>
                    <a:pt x="1588" y="13064"/>
                  </a:lnTo>
                  <a:lnTo>
                    <a:pt x="2200" y="12452"/>
                  </a:lnTo>
                  <a:lnTo>
                    <a:pt x="2949" y="11743"/>
                  </a:lnTo>
                  <a:lnTo>
                    <a:pt x="4029" y="10743"/>
                  </a:lnTo>
                  <a:lnTo>
                    <a:pt x="5362" y="10743"/>
                  </a:lnTo>
                  <a:lnTo>
                    <a:pt x="6715" y="10743"/>
                  </a:lnTo>
                  <a:lnTo>
                    <a:pt x="6715" y="9411"/>
                  </a:lnTo>
                  <a:lnTo>
                    <a:pt x="6715" y="8058"/>
                  </a:lnTo>
                  <a:lnTo>
                    <a:pt x="7823" y="7614"/>
                  </a:lnTo>
                  <a:lnTo>
                    <a:pt x="8933" y="7170"/>
                  </a:lnTo>
                  <a:lnTo>
                    <a:pt x="10047" y="6725"/>
                  </a:lnTo>
                  <a:lnTo>
                    <a:pt x="11166" y="6277"/>
                  </a:lnTo>
                  <a:lnTo>
                    <a:pt x="12293" y="5826"/>
                  </a:lnTo>
                  <a:lnTo>
                    <a:pt x="13429" y="5372"/>
                  </a:lnTo>
                  <a:lnTo>
                    <a:pt x="13429" y="4039"/>
                  </a:lnTo>
                  <a:lnTo>
                    <a:pt x="13429" y="2686"/>
                  </a:lnTo>
                  <a:lnTo>
                    <a:pt x="15097" y="1800"/>
                  </a:lnTo>
                  <a:lnTo>
                    <a:pt x="16388" y="1133"/>
                  </a:lnTo>
                  <a:lnTo>
                    <a:pt x="17395" y="656"/>
                  </a:lnTo>
                  <a:lnTo>
                    <a:pt x="18213" y="336"/>
                  </a:lnTo>
                  <a:lnTo>
                    <a:pt x="18937" y="142"/>
                  </a:lnTo>
                  <a:lnTo>
                    <a:pt x="19661" y="42"/>
                  </a:lnTo>
                  <a:lnTo>
                    <a:pt x="20479" y="6"/>
                  </a:lnTo>
                  <a:lnTo>
                    <a:pt x="21486" y="0"/>
                  </a:lnTo>
                  <a:close/>
                </a:path>
              </a:pathLst>
            </a:custGeom>
            <a:solidFill>
              <a:srgbClr val="796C6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2" name="region 180 #A3AFBC"/>
            <p:cNvSpPr/>
            <p:nvPr/>
          </p:nvSpPr>
          <p:spPr>
            <a:xfrm>
              <a:off x="225604" y="179925"/>
              <a:ext cx="53715" cy="18346"/>
            </a:xfrm>
            <a:custGeom>
              <a:avLst/>
              <a:gdLst/>
              <a:ahLst/>
              <a:cxnLst/>
              <a:rect l="l" t="t" r="r" b="b"/>
              <a:pathLst>
                <a:path w="53715" h="18346">
                  <a:moveTo>
                    <a:pt x="49687" y="21"/>
                  </a:moveTo>
                  <a:lnTo>
                    <a:pt x="48799" y="908"/>
                  </a:lnTo>
                  <a:lnTo>
                    <a:pt x="47906" y="1801"/>
                  </a:lnTo>
                  <a:lnTo>
                    <a:pt x="47001" y="2707"/>
                  </a:lnTo>
                  <a:lnTo>
                    <a:pt x="47493" y="2805"/>
                  </a:lnTo>
                  <a:lnTo>
                    <a:pt x="47988" y="2904"/>
                  </a:lnTo>
                  <a:lnTo>
                    <a:pt x="48671" y="3041"/>
                  </a:lnTo>
                  <a:lnTo>
                    <a:pt x="49729" y="3252"/>
                  </a:lnTo>
                  <a:lnTo>
                    <a:pt x="51348" y="3576"/>
                  </a:lnTo>
                  <a:lnTo>
                    <a:pt x="53715" y="4049"/>
                  </a:lnTo>
                  <a:lnTo>
                    <a:pt x="52886" y="4817"/>
                  </a:lnTo>
                  <a:lnTo>
                    <a:pt x="52036" y="5488"/>
                  </a:lnTo>
                  <a:lnTo>
                    <a:pt x="51167" y="6072"/>
                  </a:lnTo>
                  <a:lnTo>
                    <a:pt x="50277" y="6577"/>
                  </a:lnTo>
                  <a:lnTo>
                    <a:pt x="49367" y="7013"/>
                  </a:lnTo>
                  <a:lnTo>
                    <a:pt x="48438" y="7389"/>
                  </a:lnTo>
                  <a:lnTo>
                    <a:pt x="47488" y="7714"/>
                  </a:lnTo>
                  <a:lnTo>
                    <a:pt x="46519" y="7997"/>
                  </a:lnTo>
                  <a:lnTo>
                    <a:pt x="45529" y="8248"/>
                  </a:lnTo>
                  <a:lnTo>
                    <a:pt x="44520" y="8476"/>
                  </a:lnTo>
                  <a:lnTo>
                    <a:pt x="43491" y="8690"/>
                  </a:lnTo>
                  <a:lnTo>
                    <a:pt x="42443" y="8898"/>
                  </a:lnTo>
                  <a:lnTo>
                    <a:pt x="41374" y="9111"/>
                  </a:lnTo>
                  <a:lnTo>
                    <a:pt x="40286" y="9338"/>
                  </a:lnTo>
                  <a:lnTo>
                    <a:pt x="39263" y="9569"/>
                  </a:lnTo>
                  <a:lnTo>
                    <a:pt x="38241" y="9803"/>
                  </a:lnTo>
                  <a:lnTo>
                    <a:pt x="37220" y="10039"/>
                  </a:lnTo>
                  <a:lnTo>
                    <a:pt x="36201" y="10278"/>
                  </a:lnTo>
                  <a:lnTo>
                    <a:pt x="35184" y="10520"/>
                  </a:lnTo>
                  <a:lnTo>
                    <a:pt x="34168" y="10765"/>
                  </a:lnTo>
                  <a:lnTo>
                    <a:pt x="33153" y="11013"/>
                  </a:lnTo>
                  <a:lnTo>
                    <a:pt x="32139" y="11264"/>
                  </a:lnTo>
                  <a:lnTo>
                    <a:pt x="31127" y="11518"/>
                  </a:lnTo>
                  <a:lnTo>
                    <a:pt x="30116" y="11775"/>
                  </a:lnTo>
                  <a:lnTo>
                    <a:pt x="29105" y="12036"/>
                  </a:lnTo>
                  <a:lnTo>
                    <a:pt x="28097" y="12299"/>
                  </a:lnTo>
                  <a:lnTo>
                    <a:pt x="27089" y="12566"/>
                  </a:lnTo>
                  <a:lnTo>
                    <a:pt x="26082" y="12837"/>
                  </a:lnTo>
                  <a:lnTo>
                    <a:pt x="25076" y="13111"/>
                  </a:lnTo>
                  <a:lnTo>
                    <a:pt x="24071" y="13389"/>
                  </a:lnTo>
                  <a:lnTo>
                    <a:pt x="23066" y="13670"/>
                  </a:lnTo>
                  <a:lnTo>
                    <a:pt x="22063" y="13955"/>
                  </a:lnTo>
                  <a:lnTo>
                    <a:pt x="21060" y="14244"/>
                  </a:lnTo>
                  <a:lnTo>
                    <a:pt x="20059" y="14537"/>
                  </a:lnTo>
                  <a:lnTo>
                    <a:pt x="19057" y="14833"/>
                  </a:lnTo>
                  <a:lnTo>
                    <a:pt x="18057" y="15134"/>
                  </a:lnTo>
                  <a:lnTo>
                    <a:pt x="17057" y="15439"/>
                  </a:lnTo>
                  <a:lnTo>
                    <a:pt x="16057" y="15748"/>
                  </a:lnTo>
                  <a:lnTo>
                    <a:pt x="15059" y="16061"/>
                  </a:lnTo>
                  <a:lnTo>
                    <a:pt x="14060" y="16379"/>
                  </a:lnTo>
                  <a:lnTo>
                    <a:pt x="13062" y="16701"/>
                  </a:lnTo>
                  <a:lnTo>
                    <a:pt x="12064" y="17027"/>
                  </a:lnTo>
                  <a:lnTo>
                    <a:pt x="10783" y="17420"/>
                  </a:lnTo>
                  <a:lnTo>
                    <a:pt x="9627" y="17744"/>
                  </a:lnTo>
                  <a:lnTo>
                    <a:pt x="8568" y="18000"/>
                  </a:lnTo>
                  <a:lnTo>
                    <a:pt x="7575" y="18186"/>
                  </a:lnTo>
                  <a:lnTo>
                    <a:pt x="6618" y="18302"/>
                  </a:lnTo>
                  <a:lnTo>
                    <a:pt x="5669" y="18346"/>
                  </a:lnTo>
                  <a:lnTo>
                    <a:pt x="4698" y="18319"/>
                  </a:lnTo>
                  <a:lnTo>
                    <a:pt x="3675" y="18219"/>
                  </a:lnTo>
                  <a:lnTo>
                    <a:pt x="2571" y="18046"/>
                  </a:lnTo>
                  <a:lnTo>
                    <a:pt x="1356" y="17800"/>
                  </a:lnTo>
                  <a:lnTo>
                    <a:pt x="0" y="17478"/>
                  </a:lnTo>
                  <a:lnTo>
                    <a:pt x="1010" y="17159"/>
                  </a:lnTo>
                  <a:lnTo>
                    <a:pt x="2021" y="16840"/>
                  </a:lnTo>
                  <a:lnTo>
                    <a:pt x="3031" y="16521"/>
                  </a:lnTo>
                  <a:lnTo>
                    <a:pt x="4042" y="16202"/>
                  </a:lnTo>
                  <a:lnTo>
                    <a:pt x="5054" y="15882"/>
                  </a:lnTo>
                  <a:lnTo>
                    <a:pt x="6066" y="15563"/>
                  </a:lnTo>
                  <a:lnTo>
                    <a:pt x="7078" y="15243"/>
                  </a:lnTo>
                  <a:lnTo>
                    <a:pt x="8091" y="14923"/>
                  </a:lnTo>
                  <a:lnTo>
                    <a:pt x="9105" y="14603"/>
                  </a:lnTo>
                  <a:lnTo>
                    <a:pt x="10120" y="14282"/>
                  </a:lnTo>
                  <a:lnTo>
                    <a:pt x="11136" y="13962"/>
                  </a:lnTo>
                  <a:lnTo>
                    <a:pt x="12153" y="13641"/>
                  </a:lnTo>
                  <a:lnTo>
                    <a:pt x="13171" y="13319"/>
                  </a:lnTo>
                  <a:lnTo>
                    <a:pt x="14190" y="12997"/>
                  </a:lnTo>
                  <a:lnTo>
                    <a:pt x="15211" y="12675"/>
                  </a:lnTo>
                  <a:lnTo>
                    <a:pt x="16233" y="12352"/>
                  </a:lnTo>
                  <a:lnTo>
                    <a:pt x="17257" y="12029"/>
                  </a:lnTo>
                  <a:lnTo>
                    <a:pt x="18282" y="11705"/>
                  </a:lnTo>
                  <a:lnTo>
                    <a:pt x="19309" y="11381"/>
                  </a:lnTo>
                  <a:lnTo>
                    <a:pt x="20338" y="11056"/>
                  </a:lnTo>
                  <a:lnTo>
                    <a:pt x="21369" y="10730"/>
                  </a:lnTo>
                  <a:lnTo>
                    <a:pt x="22402" y="10404"/>
                  </a:lnTo>
                  <a:lnTo>
                    <a:pt x="23437" y="10077"/>
                  </a:lnTo>
                  <a:lnTo>
                    <a:pt x="24475" y="9749"/>
                  </a:lnTo>
                  <a:lnTo>
                    <a:pt x="25515" y="9421"/>
                  </a:lnTo>
                  <a:lnTo>
                    <a:pt x="24427" y="9421"/>
                  </a:lnTo>
                  <a:lnTo>
                    <a:pt x="23338" y="9421"/>
                  </a:lnTo>
                  <a:lnTo>
                    <a:pt x="22249" y="9421"/>
                  </a:lnTo>
                  <a:lnTo>
                    <a:pt x="21158" y="9421"/>
                  </a:lnTo>
                  <a:lnTo>
                    <a:pt x="20065" y="9421"/>
                  </a:lnTo>
                  <a:lnTo>
                    <a:pt x="18969" y="9421"/>
                  </a:lnTo>
                  <a:lnTo>
                    <a:pt x="17869" y="9421"/>
                  </a:lnTo>
                  <a:lnTo>
                    <a:pt x="16766" y="9421"/>
                  </a:lnTo>
                  <a:lnTo>
                    <a:pt x="15659" y="9421"/>
                  </a:lnTo>
                  <a:lnTo>
                    <a:pt x="14546" y="9421"/>
                  </a:lnTo>
                  <a:lnTo>
                    <a:pt x="13429" y="9421"/>
                  </a:lnTo>
                  <a:lnTo>
                    <a:pt x="13429" y="8755"/>
                  </a:lnTo>
                  <a:lnTo>
                    <a:pt x="13429" y="8078"/>
                  </a:lnTo>
                  <a:lnTo>
                    <a:pt x="13992" y="7969"/>
                  </a:lnTo>
                  <a:lnTo>
                    <a:pt x="14985" y="7777"/>
                  </a:lnTo>
                  <a:lnTo>
                    <a:pt x="17259" y="7338"/>
                  </a:lnTo>
                  <a:lnTo>
                    <a:pt x="18513" y="7085"/>
                  </a:lnTo>
                  <a:lnTo>
                    <a:pt x="19773" y="6831"/>
                  </a:lnTo>
                  <a:lnTo>
                    <a:pt x="21042" y="6575"/>
                  </a:lnTo>
                  <a:lnTo>
                    <a:pt x="22325" y="6316"/>
                  </a:lnTo>
                  <a:lnTo>
                    <a:pt x="23565" y="6070"/>
                  </a:lnTo>
                  <a:lnTo>
                    <a:pt x="24809" y="5824"/>
                  </a:lnTo>
                  <a:lnTo>
                    <a:pt x="26063" y="5575"/>
                  </a:lnTo>
                  <a:lnTo>
                    <a:pt x="27330" y="5324"/>
                  </a:lnTo>
                  <a:lnTo>
                    <a:pt x="30034" y="4621"/>
                  </a:lnTo>
                  <a:lnTo>
                    <a:pt x="32492" y="3981"/>
                  </a:lnTo>
                  <a:lnTo>
                    <a:pt x="34719" y="3403"/>
                  </a:lnTo>
                  <a:lnTo>
                    <a:pt x="36726" y="2882"/>
                  </a:lnTo>
                  <a:lnTo>
                    <a:pt x="38527" y="2417"/>
                  </a:lnTo>
                  <a:lnTo>
                    <a:pt x="40133" y="2003"/>
                  </a:lnTo>
                  <a:lnTo>
                    <a:pt x="41557" y="1639"/>
                  </a:lnTo>
                  <a:lnTo>
                    <a:pt x="42812" y="1320"/>
                  </a:lnTo>
                  <a:lnTo>
                    <a:pt x="43911" y="1045"/>
                  </a:lnTo>
                  <a:lnTo>
                    <a:pt x="44866" y="810"/>
                  </a:lnTo>
                  <a:lnTo>
                    <a:pt x="45689" y="611"/>
                  </a:lnTo>
                  <a:lnTo>
                    <a:pt x="46394" y="447"/>
                  </a:lnTo>
                  <a:lnTo>
                    <a:pt x="46993" y="314"/>
                  </a:lnTo>
                  <a:lnTo>
                    <a:pt x="47498" y="209"/>
                  </a:lnTo>
                  <a:lnTo>
                    <a:pt x="47923" y="129"/>
                  </a:lnTo>
                  <a:lnTo>
                    <a:pt x="48279" y="71"/>
                  </a:lnTo>
                  <a:lnTo>
                    <a:pt x="48579" y="32"/>
                  </a:lnTo>
                  <a:lnTo>
                    <a:pt x="48837" y="10"/>
                  </a:lnTo>
                  <a:lnTo>
                    <a:pt x="49063" y="0"/>
                  </a:lnTo>
                  <a:lnTo>
                    <a:pt x="49272" y="1"/>
                  </a:lnTo>
                  <a:lnTo>
                    <a:pt x="49476" y="9"/>
                  </a:lnTo>
                  <a:lnTo>
                    <a:pt x="49687" y="21"/>
                  </a:lnTo>
                  <a:close/>
                </a:path>
              </a:pathLst>
            </a:custGeom>
            <a:solidFill>
              <a:srgbClr val="A3AFB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3" name="region 181 #5C666F"/>
            <p:cNvSpPr/>
            <p:nvPr/>
          </p:nvSpPr>
          <p:spPr>
            <a:xfrm>
              <a:off x="463294" y="435094"/>
              <a:ext cx="20143" cy="48343"/>
            </a:xfrm>
            <a:custGeom>
              <a:avLst/>
              <a:gdLst/>
              <a:ahLst/>
              <a:cxnLst/>
              <a:rect l="l" t="t" r="r" b="b"/>
              <a:pathLst>
                <a:path w="20143" h="48343">
                  <a:moveTo>
                    <a:pt x="2686" y="0"/>
                  </a:moveTo>
                  <a:lnTo>
                    <a:pt x="3849" y="638"/>
                  </a:lnTo>
                  <a:lnTo>
                    <a:pt x="4782" y="1279"/>
                  </a:lnTo>
                  <a:lnTo>
                    <a:pt x="5529" y="1949"/>
                  </a:lnTo>
                  <a:lnTo>
                    <a:pt x="6135" y="2677"/>
                  </a:lnTo>
                  <a:lnTo>
                    <a:pt x="6646" y="3490"/>
                  </a:lnTo>
                  <a:lnTo>
                    <a:pt x="7107" y="4415"/>
                  </a:lnTo>
                  <a:lnTo>
                    <a:pt x="7562" y="5481"/>
                  </a:lnTo>
                  <a:lnTo>
                    <a:pt x="8057" y="6714"/>
                  </a:lnTo>
                  <a:lnTo>
                    <a:pt x="8057" y="7778"/>
                  </a:lnTo>
                  <a:lnTo>
                    <a:pt x="8057" y="8845"/>
                  </a:lnTo>
                  <a:lnTo>
                    <a:pt x="8057" y="9916"/>
                  </a:lnTo>
                  <a:lnTo>
                    <a:pt x="8057" y="10996"/>
                  </a:lnTo>
                  <a:lnTo>
                    <a:pt x="8057" y="12086"/>
                  </a:lnTo>
                  <a:lnTo>
                    <a:pt x="9390" y="12086"/>
                  </a:lnTo>
                  <a:lnTo>
                    <a:pt x="10743" y="12086"/>
                  </a:lnTo>
                  <a:lnTo>
                    <a:pt x="10965" y="13233"/>
                  </a:lnTo>
                  <a:lnTo>
                    <a:pt x="11189" y="14399"/>
                  </a:lnTo>
                  <a:lnTo>
                    <a:pt x="11416" y="15486"/>
                  </a:lnTo>
                  <a:lnTo>
                    <a:pt x="11647" y="16558"/>
                  </a:lnTo>
                  <a:lnTo>
                    <a:pt x="11885" y="17615"/>
                  </a:lnTo>
                  <a:lnTo>
                    <a:pt x="12130" y="18661"/>
                  </a:lnTo>
                  <a:lnTo>
                    <a:pt x="12386" y="19697"/>
                  </a:lnTo>
                  <a:lnTo>
                    <a:pt x="12654" y="20724"/>
                  </a:lnTo>
                  <a:lnTo>
                    <a:pt x="12935" y="21745"/>
                  </a:lnTo>
                  <a:lnTo>
                    <a:pt x="13232" y="22762"/>
                  </a:lnTo>
                  <a:lnTo>
                    <a:pt x="13547" y="23776"/>
                  </a:lnTo>
                  <a:lnTo>
                    <a:pt x="13880" y="24789"/>
                  </a:lnTo>
                  <a:lnTo>
                    <a:pt x="14235" y="25803"/>
                  </a:lnTo>
                  <a:lnTo>
                    <a:pt x="14612" y="26821"/>
                  </a:lnTo>
                  <a:lnTo>
                    <a:pt x="15015" y="27843"/>
                  </a:lnTo>
                  <a:lnTo>
                    <a:pt x="15443" y="28872"/>
                  </a:lnTo>
                  <a:lnTo>
                    <a:pt x="15873" y="29903"/>
                  </a:lnTo>
                  <a:lnTo>
                    <a:pt x="16277" y="30934"/>
                  </a:lnTo>
                  <a:lnTo>
                    <a:pt x="16657" y="31963"/>
                  </a:lnTo>
                  <a:lnTo>
                    <a:pt x="17015" y="32993"/>
                  </a:lnTo>
                  <a:lnTo>
                    <a:pt x="17352" y="34024"/>
                  </a:lnTo>
                  <a:lnTo>
                    <a:pt x="17670" y="35057"/>
                  </a:lnTo>
                  <a:lnTo>
                    <a:pt x="17971" y="36093"/>
                  </a:lnTo>
                  <a:lnTo>
                    <a:pt x="18255" y="37132"/>
                  </a:lnTo>
                  <a:lnTo>
                    <a:pt x="18525" y="38175"/>
                  </a:lnTo>
                  <a:lnTo>
                    <a:pt x="18782" y="39223"/>
                  </a:lnTo>
                  <a:lnTo>
                    <a:pt x="19028" y="40276"/>
                  </a:lnTo>
                  <a:lnTo>
                    <a:pt x="19265" y="41336"/>
                  </a:lnTo>
                  <a:lnTo>
                    <a:pt x="19493" y="42404"/>
                  </a:lnTo>
                  <a:lnTo>
                    <a:pt x="19714" y="43479"/>
                  </a:lnTo>
                  <a:lnTo>
                    <a:pt x="19930" y="44564"/>
                  </a:lnTo>
                  <a:lnTo>
                    <a:pt x="20143" y="45658"/>
                  </a:lnTo>
                  <a:lnTo>
                    <a:pt x="19146" y="46323"/>
                  </a:lnTo>
                  <a:lnTo>
                    <a:pt x="18144" y="46990"/>
                  </a:lnTo>
                  <a:lnTo>
                    <a:pt x="17135" y="47663"/>
                  </a:lnTo>
                  <a:lnTo>
                    <a:pt x="16115" y="48343"/>
                  </a:lnTo>
                  <a:lnTo>
                    <a:pt x="15755" y="47344"/>
                  </a:lnTo>
                  <a:lnTo>
                    <a:pt x="15395" y="46345"/>
                  </a:lnTo>
                  <a:lnTo>
                    <a:pt x="15036" y="45346"/>
                  </a:lnTo>
                  <a:lnTo>
                    <a:pt x="14677" y="44346"/>
                  </a:lnTo>
                  <a:lnTo>
                    <a:pt x="14318" y="43347"/>
                  </a:lnTo>
                  <a:lnTo>
                    <a:pt x="13959" y="42347"/>
                  </a:lnTo>
                  <a:lnTo>
                    <a:pt x="13601" y="41348"/>
                  </a:lnTo>
                  <a:lnTo>
                    <a:pt x="13243" y="40348"/>
                  </a:lnTo>
                  <a:lnTo>
                    <a:pt x="12885" y="39348"/>
                  </a:lnTo>
                  <a:lnTo>
                    <a:pt x="12527" y="38348"/>
                  </a:lnTo>
                  <a:lnTo>
                    <a:pt x="12169" y="37348"/>
                  </a:lnTo>
                  <a:lnTo>
                    <a:pt x="11797" y="36315"/>
                  </a:lnTo>
                  <a:lnTo>
                    <a:pt x="11421" y="35274"/>
                  </a:lnTo>
                  <a:lnTo>
                    <a:pt x="11040" y="34219"/>
                  </a:lnTo>
                  <a:lnTo>
                    <a:pt x="10678" y="33199"/>
                  </a:lnTo>
                  <a:lnTo>
                    <a:pt x="10322" y="32183"/>
                  </a:lnTo>
                  <a:lnTo>
                    <a:pt x="9973" y="31170"/>
                  </a:lnTo>
                  <a:lnTo>
                    <a:pt x="9631" y="30158"/>
                  </a:lnTo>
                  <a:lnTo>
                    <a:pt x="9298" y="29146"/>
                  </a:lnTo>
                  <a:lnTo>
                    <a:pt x="8976" y="28134"/>
                  </a:lnTo>
                  <a:lnTo>
                    <a:pt x="8665" y="27119"/>
                  </a:lnTo>
                  <a:lnTo>
                    <a:pt x="8366" y="26102"/>
                  </a:lnTo>
                  <a:lnTo>
                    <a:pt x="8080" y="25080"/>
                  </a:lnTo>
                  <a:lnTo>
                    <a:pt x="7810" y="24053"/>
                  </a:lnTo>
                  <a:lnTo>
                    <a:pt x="7555" y="23020"/>
                  </a:lnTo>
                  <a:lnTo>
                    <a:pt x="7317" y="21979"/>
                  </a:lnTo>
                  <a:lnTo>
                    <a:pt x="7096" y="20930"/>
                  </a:lnTo>
                  <a:lnTo>
                    <a:pt x="6895" y="19870"/>
                  </a:lnTo>
                  <a:lnTo>
                    <a:pt x="6715" y="18800"/>
                  </a:lnTo>
                  <a:lnTo>
                    <a:pt x="5382" y="18800"/>
                  </a:lnTo>
                  <a:lnTo>
                    <a:pt x="4029" y="18800"/>
                  </a:lnTo>
                  <a:lnTo>
                    <a:pt x="3760" y="17413"/>
                  </a:lnTo>
                  <a:lnTo>
                    <a:pt x="3489" y="16004"/>
                  </a:lnTo>
                  <a:lnTo>
                    <a:pt x="3251" y="14793"/>
                  </a:lnTo>
                  <a:lnTo>
                    <a:pt x="3012" y="13573"/>
                  </a:lnTo>
                  <a:lnTo>
                    <a:pt x="2769" y="12338"/>
                  </a:lnTo>
                  <a:lnTo>
                    <a:pt x="2535" y="11136"/>
                  </a:lnTo>
                  <a:lnTo>
                    <a:pt x="2300" y="9927"/>
                  </a:lnTo>
                  <a:lnTo>
                    <a:pt x="2061" y="8701"/>
                  </a:lnTo>
                  <a:lnTo>
                    <a:pt x="1792" y="7457"/>
                  </a:lnTo>
                  <a:lnTo>
                    <a:pt x="1574" y="6491"/>
                  </a:lnTo>
                  <a:lnTo>
                    <a:pt x="1371" y="5675"/>
                  </a:lnTo>
                  <a:lnTo>
                    <a:pt x="1149" y="4882"/>
                  </a:lnTo>
                  <a:lnTo>
                    <a:pt x="870" y="3981"/>
                  </a:lnTo>
                  <a:lnTo>
                    <a:pt x="499" y="2844"/>
                  </a:lnTo>
                  <a:lnTo>
                    <a:pt x="0" y="1342"/>
                  </a:lnTo>
                  <a:lnTo>
                    <a:pt x="1333" y="676"/>
                  </a:lnTo>
                  <a:lnTo>
                    <a:pt x="2686" y="0"/>
                  </a:lnTo>
                  <a:close/>
                </a:path>
              </a:pathLst>
            </a:custGeom>
            <a:solidFill>
              <a:srgbClr val="5C666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4" name="region 182 #323232"/>
            <p:cNvSpPr/>
            <p:nvPr/>
          </p:nvSpPr>
          <p:spPr>
            <a:xfrm>
              <a:off x="757386" y="490471"/>
              <a:ext cx="67144" cy="6396"/>
            </a:xfrm>
            <a:custGeom>
              <a:avLst/>
              <a:gdLst/>
              <a:ahLst/>
              <a:cxnLst/>
              <a:rect l="l" t="t" r="r" b="b"/>
              <a:pathLst>
                <a:path w="67144" h="6396">
                  <a:moveTo>
                    <a:pt x="49434" y="100"/>
                  </a:moveTo>
                  <a:lnTo>
                    <a:pt x="49965" y="135"/>
                  </a:lnTo>
                  <a:lnTo>
                    <a:pt x="50652" y="180"/>
                  </a:lnTo>
                  <a:lnTo>
                    <a:pt x="51953" y="265"/>
                  </a:lnTo>
                  <a:lnTo>
                    <a:pt x="54329" y="420"/>
                  </a:lnTo>
                  <a:lnTo>
                    <a:pt x="55463" y="576"/>
                  </a:lnTo>
                  <a:lnTo>
                    <a:pt x="56572" y="753"/>
                  </a:lnTo>
                  <a:lnTo>
                    <a:pt x="57661" y="952"/>
                  </a:lnTo>
                  <a:lnTo>
                    <a:pt x="58732" y="1172"/>
                  </a:lnTo>
                  <a:lnTo>
                    <a:pt x="59789" y="1413"/>
                  </a:lnTo>
                  <a:lnTo>
                    <a:pt x="60837" y="1675"/>
                  </a:lnTo>
                  <a:lnTo>
                    <a:pt x="61880" y="1960"/>
                  </a:lnTo>
                  <a:lnTo>
                    <a:pt x="62921" y="2266"/>
                  </a:lnTo>
                  <a:lnTo>
                    <a:pt x="63964" y="2594"/>
                  </a:lnTo>
                  <a:lnTo>
                    <a:pt x="65013" y="2944"/>
                  </a:lnTo>
                  <a:lnTo>
                    <a:pt x="66072" y="3316"/>
                  </a:lnTo>
                  <a:lnTo>
                    <a:pt x="67144" y="3710"/>
                  </a:lnTo>
                  <a:lnTo>
                    <a:pt x="67144" y="5042"/>
                  </a:lnTo>
                  <a:lnTo>
                    <a:pt x="67144" y="6396"/>
                  </a:lnTo>
                  <a:lnTo>
                    <a:pt x="66106" y="6396"/>
                  </a:lnTo>
                  <a:lnTo>
                    <a:pt x="65067" y="6396"/>
                  </a:lnTo>
                  <a:lnTo>
                    <a:pt x="64028" y="6396"/>
                  </a:lnTo>
                  <a:lnTo>
                    <a:pt x="62990" y="6396"/>
                  </a:lnTo>
                  <a:lnTo>
                    <a:pt x="61951" y="6396"/>
                  </a:lnTo>
                  <a:lnTo>
                    <a:pt x="60912" y="6396"/>
                  </a:lnTo>
                  <a:lnTo>
                    <a:pt x="59873" y="6396"/>
                  </a:lnTo>
                  <a:lnTo>
                    <a:pt x="58834" y="6396"/>
                  </a:lnTo>
                  <a:lnTo>
                    <a:pt x="57795" y="6396"/>
                  </a:lnTo>
                  <a:lnTo>
                    <a:pt x="56755" y="6396"/>
                  </a:lnTo>
                  <a:lnTo>
                    <a:pt x="55716" y="6396"/>
                  </a:lnTo>
                  <a:lnTo>
                    <a:pt x="54676" y="6396"/>
                  </a:lnTo>
                  <a:lnTo>
                    <a:pt x="53636" y="6396"/>
                  </a:lnTo>
                  <a:lnTo>
                    <a:pt x="52596" y="6396"/>
                  </a:lnTo>
                  <a:lnTo>
                    <a:pt x="51556" y="6396"/>
                  </a:lnTo>
                  <a:lnTo>
                    <a:pt x="50516" y="6396"/>
                  </a:lnTo>
                  <a:lnTo>
                    <a:pt x="49475" y="6396"/>
                  </a:lnTo>
                  <a:lnTo>
                    <a:pt x="48434" y="6396"/>
                  </a:lnTo>
                  <a:lnTo>
                    <a:pt x="47393" y="6396"/>
                  </a:lnTo>
                  <a:lnTo>
                    <a:pt x="46351" y="6396"/>
                  </a:lnTo>
                  <a:lnTo>
                    <a:pt x="45309" y="6396"/>
                  </a:lnTo>
                  <a:lnTo>
                    <a:pt x="44267" y="6396"/>
                  </a:lnTo>
                  <a:lnTo>
                    <a:pt x="43225" y="6396"/>
                  </a:lnTo>
                  <a:lnTo>
                    <a:pt x="42182" y="6396"/>
                  </a:lnTo>
                  <a:lnTo>
                    <a:pt x="41138" y="6396"/>
                  </a:lnTo>
                  <a:lnTo>
                    <a:pt x="40095" y="6396"/>
                  </a:lnTo>
                  <a:lnTo>
                    <a:pt x="39051" y="6396"/>
                  </a:lnTo>
                  <a:lnTo>
                    <a:pt x="38006" y="6396"/>
                  </a:lnTo>
                  <a:lnTo>
                    <a:pt x="36961" y="6396"/>
                  </a:lnTo>
                  <a:lnTo>
                    <a:pt x="35916" y="6396"/>
                  </a:lnTo>
                  <a:lnTo>
                    <a:pt x="34870" y="6396"/>
                  </a:lnTo>
                  <a:lnTo>
                    <a:pt x="33824" y="6396"/>
                  </a:lnTo>
                  <a:lnTo>
                    <a:pt x="32777" y="6396"/>
                  </a:lnTo>
                  <a:lnTo>
                    <a:pt x="31730" y="6396"/>
                  </a:lnTo>
                  <a:lnTo>
                    <a:pt x="30682" y="6396"/>
                  </a:lnTo>
                  <a:lnTo>
                    <a:pt x="29634" y="6396"/>
                  </a:lnTo>
                  <a:lnTo>
                    <a:pt x="28585" y="6396"/>
                  </a:lnTo>
                  <a:lnTo>
                    <a:pt x="27536" y="6396"/>
                  </a:lnTo>
                  <a:lnTo>
                    <a:pt x="26486" y="6396"/>
                  </a:lnTo>
                  <a:lnTo>
                    <a:pt x="25435" y="6396"/>
                  </a:lnTo>
                  <a:lnTo>
                    <a:pt x="24384" y="6396"/>
                  </a:lnTo>
                  <a:lnTo>
                    <a:pt x="23332" y="6396"/>
                  </a:lnTo>
                  <a:lnTo>
                    <a:pt x="22279" y="6396"/>
                  </a:lnTo>
                  <a:lnTo>
                    <a:pt x="21226" y="6396"/>
                  </a:lnTo>
                  <a:lnTo>
                    <a:pt x="20172" y="6396"/>
                  </a:lnTo>
                  <a:lnTo>
                    <a:pt x="19118" y="6396"/>
                  </a:lnTo>
                  <a:lnTo>
                    <a:pt x="18062" y="6396"/>
                  </a:lnTo>
                  <a:lnTo>
                    <a:pt x="17007" y="6396"/>
                  </a:lnTo>
                  <a:lnTo>
                    <a:pt x="15950" y="6396"/>
                  </a:lnTo>
                  <a:lnTo>
                    <a:pt x="14892" y="6396"/>
                  </a:lnTo>
                  <a:lnTo>
                    <a:pt x="13834" y="6396"/>
                  </a:lnTo>
                  <a:lnTo>
                    <a:pt x="12775" y="6396"/>
                  </a:lnTo>
                  <a:lnTo>
                    <a:pt x="11715" y="6396"/>
                  </a:lnTo>
                  <a:lnTo>
                    <a:pt x="10655" y="6396"/>
                  </a:lnTo>
                  <a:lnTo>
                    <a:pt x="9593" y="6396"/>
                  </a:lnTo>
                  <a:lnTo>
                    <a:pt x="8531" y="6396"/>
                  </a:lnTo>
                  <a:lnTo>
                    <a:pt x="7468" y="6396"/>
                  </a:lnTo>
                  <a:lnTo>
                    <a:pt x="6404" y="6396"/>
                  </a:lnTo>
                  <a:lnTo>
                    <a:pt x="5339" y="6396"/>
                  </a:lnTo>
                  <a:lnTo>
                    <a:pt x="4273" y="6396"/>
                  </a:lnTo>
                  <a:lnTo>
                    <a:pt x="3206" y="6396"/>
                  </a:lnTo>
                  <a:lnTo>
                    <a:pt x="2138" y="6396"/>
                  </a:lnTo>
                  <a:lnTo>
                    <a:pt x="1070" y="6396"/>
                  </a:lnTo>
                  <a:lnTo>
                    <a:pt x="0" y="6396"/>
                  </a:lnTo>
                  <a:lnTo>
                    <a:pt x="1186" y="5814"/>
                  </a:lnTo>
                  <a:lnTo>
                    <a:pt x="2279" y="5303"/>
                  </a:lnTo>
                  <a:lnTo>
                    <a:pt x="3300" y="4859"/>
                  </a:lnTo>
                  <a:lnTo>
                    <a:pt x="4268" y="4475"/>
                  </a:lnTo>
                  <a:lnTo>
                    <a:pt x="5203" y="4146"/>
                  </a:lnTo>
                  <a:lnTo>
                    <a:pt x="6125" y="3866"/>
                  </a:lnTo>
                  <a:lnTo>
                    <a:pt x="7055" y="3630"/>
                  </a:lnTo>
                  <a:lnTo>
                    <a:pt x="8012" y="3431"/>
                  </a:lnTo>
                  <a:lnTo>
                    <a:pt x="9016" y="3266"/>
                  </a:lnTo>
                  <a:lnTo>
                    <a:pt x="10087" y="3127"/>
                  </a:lnTo>
                  <a:lnTo>
                    <a:pt x="11245" y="3009"/>
                  </a:lnTo>
                  <a:lnTo>
                    <a:pt x="12510" y="2907"/>
                  </a:lnTo>
                  <a:lnTo>
                    <a:pt x="13870" y="2801"/>
                  </a:lnTo>
                  <a:lnTo>
                    <a:pt x="15238" y="2693"/>
                  </a:lnTo>
                  <a:lnTo>
                    <a:pt x="16625" y="2585"/>
                  </a:lnTo>
                  <a:lnTo>
                    <a:pt x="17683" y="2509"/>
                  </a:lnTo>
                  <a:lnTo>
                    <a:pt x="18745" y="2434"/>
                  </a:lnTo>
                  <a:lnTo>
                    <a:pt x="19816" y="2359"/>
                  </a:lnTo>
                  <a:lnTo>
                    <a:pt x="20898" y="2283"/>
                  </a:lnTo>
                  <a:lnTo>
                    <a:pt x="21948" y="2205"/>
                  </a:lnTo>
                  <a:lnTo>
                    <a:pt x="22998" y="2127"/>
                  </a:lnTo>
                  <a:lnTo>
                    <a:pt x="24048" y="2048"/>
                  </a:lnTo>
                  <a:lnTo>
                    <a:pt x="25098" y="1969"/>
                  </a:lnTo>
                  <a:lnTo>
                    <a:pt x="26148" y="1889"/>
                  </a:lnTo>
                  <a:lnTo>
                    <a:pt x="27197" y="1809"/>
                  </a:lnTo>
                  <a:lnTo>
                    <a:pt x="28247" y="1728"/>
                  </a:lnTo>
                  <a:lnTo>
                    <a:pt x="29296" y="1647"/>
                  </a:lnTo>
                  <a:lnTo>
                    <a:pt x="29848" y="1608"/>
                  </a:lnTo>
                  <a:lnTo>
                    <a:pt x="30821" y="1539"/>
                  </a:lnTo>
                  <a:lnTo>
                    <a:pt x="33050" y="1380"/>
                  </a:lnTo>
                  <a:lnTo>
                    <a:pt x="35560" y="1101"/>
                  </a:lnTo>
                  <a:lnTo>
                    <a:pt x="37741" y="860"/>
                  </a:lnTo>
                  <a:lnTo>
                    <a:pt x="39623" y="654"/>
                  </a:lnTo>
                  <a:lnTo>
                    <a:pt x="41234" y="481"/>
                  </a:lnTo>
                  <a:lnTo>
                    <a:pt x="42604" y="338"/>
                  </a:lnTo>
                  <a:lnTo>
                    <a:pt x="43761" y="224"/>
                  </a:lnTo>
                  <a:lnTo>
                    <a:pt x="44736" y="136"/>
                  </a:lnTo>
                  <a:lnTo>
                    <a:pt x="45556" y="72"/>
                  </a:lnTo>
                  <a:lnTo>
                    <a:pt x="46252" y="30"/>
                  </a:lnTo>
                  <a:lnTo>
                    <a:pt x="46852" y="6"/>
                  </a:lnTo>
                  <a:lnTo>
                    <a:pt x="47385" y="0"/>
                  </a:lnTo>
                  <a:lnTo>
                    <a:pt x="47881" y="9"/>
                  </a:lnTo>
                  <a:lnTo>
                    <a:pt x="48368" y="30"/>
                  </a:lnTo>
                  <a:lnTo>
                    <a:pt x="48876" y="61"/>
                  </a:lnTo>
                  <a:lnTo>
                    <a:pt x="49434" y="100"/>
                  </a:lnTo>
                  <a:close/>
                </a:path>
              </a:pathLst>
            </a:custGeom>
            <a:solidFill>
              <a:srgbClr val="32323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5" name="region 183 #686868"/>
            <p:cNvSpPr/>
            <p:nvPr/>
          </p:nvSpPr>
          <p:spPr>
            <a:xfrm>
              <a:off x="756043" y="480752"/>
              <a:ext cx="56401" cy="13428"/>
            </a:xfrm>
            <a:custGeom>
              <a:avLst/>
              <a:gdLst/>
              <a:ahLst/>
              <a:cxnLst/>
              <a:rect l="l" t="t" r="r" b="b"/>
              <a:pathLst>
                <a:path w="56401" h="13428">
                  <a:moveTo>
                    <a:pt x="0" y="0"/>
                  </a:moveTo>
                  <a:lnTo>
                    <a:pt x="1045" y="42"/>
                  </a:lnTo>
                  <a:lnTo>
                    <a:pt x="2091" y="85"/>
                  </a:lnTo>
                  <a:lnTo>
                    <a:pt x="3136" y="129"/>
                  </a:lnTo>
                  <a:lnTo>
                    <a:pt x="4181" y="174"/>
                  </a:lnTo>
                  <a:lnTo>
                    <a:pt x="5226" y="219"/>
                  </a:lnTo>
                  <a:lnTo>
                    <a:pt x="6272" y="265"/>
                  </a:lnTo>
                  <a:lnTo>
                    <a:pt x="7317" y="312"/>
                  </a:lnTo>
                  <a:lnTo>
                    <a:pt x="8362" y="359"/>
                  </a:lnTo>
                  <a:lnTo>
                    <a:pt x="9407" y="407"/>
                  </a:lnTo>
                  <a:lnTo>
                    <a:pt x="10452" y="455"/>
                  </a:lnTo>
                  <a:lnTo>
                    <a:pt x="11497" y="503"/>
                  </a:lnTo>
                  <a:lnTo>
                    <a:pt x="11976" y="521"/>
                  </a:lnTo>
                  <a:lnTo>
                    <a:pt x="12820" y="554"/>
                  </a:lnTo>
                  <a:lnTo>
                    <a:pt x="14753" y="629"/>
                  </a:lnTo>
                  <a:lnTo>
                    <a:pt x="15858" y="690"/>
                  </a:lnTo>
                  <a:lnTo>
                    <a:pt x="16949" y="763"/>
                  </a:lnTo>
                  <a:lnTo>
                    <a:pt x="18026" y="849"/>
                  </a:lnTo>
                  <a:lnTo>
                    <a:pt x="19091" y="948"/>
                  </a:lnTo>
                  <a:lnTo>
                    <a:pt x="20145" y="1062"/>
                  </a:lnTo>
                  <a:lnTo>
                    <a:pt x="21189" y="1189"/>
                  </a:lnTo>
                  <a:lnTo>
                    <a:pt x="22226" y="1332"/>
                  </a:lnTo>
                  <a:lnTo>
                    <a:pt x="23257" y="1490"/>
                  </a:lnTo>
                  <a:lnTo>
                    <a:pt x="24284" y="1664"/>
                  </a:lnTo>
                  <a:lnTo>
                    <a:pt x="25307" y="1854"/>
                  </a:lnTo>
                  <a:lnTo>
                    <a:pt x="26329" y="2062"/>
                  </a:lnTo>
                  <a:lnTo>
                    <a:pt x="27352" y="2286"/>
                  </a:lnTo>
                  <a:lnTo>
                    <a:pt x="28375" y="2529"/>
                  </a:lnTo>
                  <a:lnTo>
                    <a:pt x="29402" y="2790"/>
                  </a:lnTo>
                  <a:lnTo>
                    <a:pt x="30434" y="3070"/>
                  </a:lnTo>
                  <a:lnTo>
                    <a:pt x="31471" y="3369"/>
                  </a:lnTo>
                  <a:lnTo>
                    <a:pt x="32517" y="3689"/>
                  </a:lnTo>
                  <a:lnTo>
                    <a:pt x="33572" y="4028"/>
                  </a:lnTo>
                  <a:lnTo>
                    <a:pt x="33572" y="5361"/>
                  </a:lnTo>
                  <a:lnTo>
                    <a:pt x="33572" y="6714"/>
                  </a:lnTo>
                  <a:lnTo>
                    <a:pt x="34076" y="6735"/>
                  </a:lnTo>
                  <a:lnTo>
                    <a:pt x="34729" y="6763"/>
                  </a:lnTo>
                  <a:lnTo>
                    <a:pt x="35967" y="6816"/>
                  </a:lnTo>
                  <a:lnTo>
                    <a:pt x="38225" y="6913"/>
                  </a:lnTo>
                  <a:lnTo>
                    <a:pt x="39426" y="6973"/>
                  </a:lnTo>
                  <a:lnTo>
                    <a:pt x="40627" y="7034"/>
                  </a:lnTo>
                  <a:lnTo>
                    <a:pt x="41829" y="7095"/>
                  </a:lnTo>
                  <a:lnTo>
                    <a:pt x="43030" y="7156"/>
                  </a:lnTo>
                  <a:lnTo>
                    <a:pt x="44231" y="7218"/>
                  </a:lnTo>
                  <a:lnTo>
                    <a:pt x="44995" y="7248"/>
                  </a:lnTo>
                  <a:lnTo>
                    <a:pt x="47303" y="7344"/>
                  </a:lnTo>
                  <a:lnTo>
                    <a:pt x="48413" y="7412"/>
                  </a:lnTo>
                  <a:lnTo>
                    <a:pt x="49522" y="7494"/>
                  </a:lnTo>
                  <a:lnTo>
                    <a:pt x="50631" y="7590"/>
                  </a:lnTo>
                  <a:lnTo>
                    <a:pt x="51739" y="7696"/>
                  </a:lnTo>
                  <a:lnTo>
                    <a:pt x="52846" y="7810"/>
                  </a:lnTo>
                  <a:lnTo>
                    <a:pt x="53952" y="7931"/>
                  </a:lnTo>
                  <a:lnTo>
                    <a:pt x="55058" y="8057"/>
                  </a:lnTo>
                  <a:lnTo>
                    <a:pt x="55392" y="8725"/>
                  </a:lnTo>
                  <a:lnTo>
                    <a:pt x="56401" y="10743"/>
                  </a:lnTo>
                  <a:lnTo>
                    <a:pt x="55632" y="10731"/>
                  </a:lnTo>
                  <a:lnTo>
                    <a:pt x="53311" y="10696"/>
                  </a:lnTo>
                  <a:lnTo>
                    <a:pt x="51974" y="10684"/>
                  </a:lnTo>
                  <a:lnTo>
                    <a:pt x="50630" y="10671"/>
                  </a:lnTo>
                  <a:lnTo>
                    <a:pt x="49267" y="10659"/>
                  </a:lnTo>
                  <a:lnTo>
                    <a:pt x="47941" y="10643"/>
                  </a:lnTo>
                  <a:lnTo>
                    <a:pt x="46606" y="10627"/>
                  </a:lnTo>
                  <a:lnTo>
                    <a:pt x="45253" y="10611"/>
                  </a:lnTo>
                  <a:lnTo>
                    <a:pt x="43900" y="10664"/>
                  </a:lnTo>
                  <a:lnTo>
                    <a:pt x="42856" y="10726"/>
                  </a:lnTo>
                  <a:lnTo>
                    <a:pt x="41988" y="10824"/>
                  </a:lnTo>
                  <a:lnTo>
                    <a:pt x="41163" y="10983"/>
                  </a:lnTo>
                  <a:lnTo>
                    <a:pt x="40245" y="11229"/>
                  </a:lnTo>
                  <a:lnTo>
                    <a:pt x="39103" y="11588"/>
                  </a:lnTo>
                  <a:lnTo>
                    <a:pt x="37600" y="12086"/>
                  </a:lnTo>
                  <a:lnTo>
                    <a:pt x="36557" y="12179"/>
                  </a:lnTo>
                  <a:lnTo>
                    <a:pt x="35513" y="12262"/>
                  </a:lnTo>
                  <a:lnTo>
                    <a:pt x="34469" y="12336"/>
                  </a:lnTo>
                  <a:lnTo>
                    <a:pt x="33423" y="12402"/>
                  </a:lnTo>
                  <a:lnTo>
                    <a:pt x="32378" y="12460"/>
                  </a:lnTo>
                  <a:lnTo>
                    <a:pt x="31332" y="12510"/>
                  </a:lnTo>
                  <a:lnTo>
                    <a:pt x="30798" y="12535"/>
                  </a:lnTo>
                  <a:lnTo>
                    <a:pt x="29856" y="12579"/>
                  </a:lnTo>
                  <a:lnTo>
                    <a:pt x="27699" y="12680"/>
                  </a:lnTo>
                  <a:lnTo>
                    <a:pt x="27144" y="12704"/>
                  </a:lnTo>
                  <a:lnTo>
                    <a:pt x="26164" y="12746"/>
                  </a:lnTo>
                  <a:lnTo>
                    <a:pt x="23919" y="12840"/>
                  </a:lnTo>
                  <a:lnTo>
                    <a:pt x="23357" y="12866"/>
                  </a:lnTo>
                  <a:lnTo>
                    <a:pt x="22365" y="12912"/>
                  </a:lnTo>
                  <a:lnTo>
                    <a:pt x="20093" y="13016"/>
                  </a:lnTo>
                  <a:lnTo>
                    <a:pt x="18924" y="13069"/>
                  </a:lnTo>
                  <a:lnTo>
                    <a:pt x="17756" y="13122"/>
                  </a:lnTo>
                  <a:lnTo>
                    <a:pt x="16587" y="13174"/>
                  </a:lnTo>
                  <a:lnTo>
                    <a:pt x="15418" y="13226"/>
                  </a:lnTo>
                  <a:lnTo>
                    <a:pt x="14249" y="13277"/>
                  </a:lnTo>
                  <a:lnTo>
                    <a:pt x="13080" y="13328"/>
                  </a:lnTo>
                  <a:lnTo>
                    <a:pt x="11911" y="13378"/>
                  </a:lnTo>
                  <a:lnTo>
                    <a:pt x="10743" y="13428"/>
                  </a:lnTo>
                  <a:lnTo>
                    <a:pt x="11765" y="12902"/>
                  </a:lnTo>
                  <a:lnTo>
                    <a:pt x="12759" y="12431"/>
                  </a:lnTo>
                  <a:lnTo>
                    <a:pt x="13730" y="12012"/>
                  </a:lnTo>
                  <a:lnTo>
                    <a:pt x="14686" y="11640"/>
                  </a:lnTo>
                  <a:lnTo>
                    <a:pt x="15634" y="11314"/>
                  </a:lnTo>
                  <a:lnTo>
                    <a:pt x="16583" y="11029"/>
                  </a:lnTo>
                  <a:lnTo>
                    <a:pt x="17538" y="10782"/>
                  </a:lnTo>
                  <a:lnTo>
                    <a:pt x="18508" y="10569"/>
                  </a:lnTo>
                  <a:lnTo>
                    <a:pt x="19501" y="10388"/>
                  </a:lnTo>
                  <a:lnTo>
                    <a:pt x="20522" y="10234"/>
                  </a:lnTo>
                  <a:lnTo>
                    <a:pt x="21580" y="10104"/>
                  </a:lnTo>
                  <a:lnTo>
                    <a:pt x="22682" y="9995"/>
                  </a:lnTo>
                  <a:lnTo>
                    <a:pt x="23836" y="9903"/>
                  </a:lnTo>
                  <a:lnTo>
                    <a:pt x="25160" y="9803"/>
                  </a:lnTo>
                  <a:lnTo>
                    <a:pt x="26493" y="9701"/>
                  </a:lnTo>
                  <a:lnTo>
                    <a:pt x="27843" y="9599"/>
                  </a:lnTo>
                  <a:lnTo>
                    <a:pt x="29353" y="9500"/>
                  </a:lnTo>
                  <a:lnTo>
                    <a:pt x="30886" y="9400"/>
                  </a:lnTo>
                  <a:lnTo>
                    <a:pt x="29804" y="9132"/>
                  </a:lnTo>
                  <a:lnTo>
                    <a:pt x="28717" y="8863"/>
                  </a:lnTo>
                  <a:lnTo>
                    <a:pt x="27623" y="8593"/>
                  </a:lnTo>
                  <a:lnTo>
                    <a:pt x="26516" y="8319"/>
                  </a:lnTo>
                  <a:lnTo>
                    <a:pt x="25359" y="8032"/>
                  </a:lnTo>
                  <a:lnTo>
                    <a:pt x="24202" y="7745"/>
                  </a:lnTo>
                  <a:lnTo>
                    <a:pt x="23045" y="7457"/>
                  </a:lnTo>
                  <a:lnTo>
                    <a:pt x="21888" y="7170"/>
                  </a:lnTo>
                  <a:lnTo>
                    <a:pt x="20731" y="6882"/>
                  </a:lnTo>
                  <a:lnTo>
                    <a:pt x="19308" y="6531"/>
                  </a:lnTo>
                  <a:lnTo>
                    <a:pt x="17864" y="6174"/>
                  </a:lnTo>
                  <a:lnTo>
                    <a:pt x="16807" y="5910"/>
                  </a:lnTo>
                  <a:lnTo>
                    <a:pt x="15751" y="5643"/>
                  </a:lnTo>
                  <a:lnTo>
                    <a:pt x="14696" y="5373"/>
                  </a:lnTo>
                  <a:lnTo>
                    <a:pt x="13641" y="5101"/>
                  </a:lnTo>
                  <a:lnTo>
                    <a:pt x="12588" y="4827"/>
                  </a:lnTo>
                  <a:lnTo>
                    <a:pt x="11536" y="4550"/>
                  </a:lnTo>
                  <a:lnTo>
                    <a:pt x="10484" y="4271"/>
                  </a:lnTo>
                  <a:lnTo>
                    <a:pt x="9433" y="3989"/>
                  </a:lnTo>
                  <a:lnTo>
                    <a:pt x="8383" y="3705"/>
                  </a:lnTo>
                  <a:lnTo>
                    <a:pt x="7333" y="3418"/>
                  </a:lnTo>
                  <a:lnTo>
                    <a:pt x="6284" y="3129"/>
                  </a:lnTo>
                  <a:lnTo>
                    <a:pt x="5235" y="2838"/>
                  </a:lnTo>
                  <a:lnTo>
                    <a:pt x="4187" y="2544"/>
                  </a:lnTo>
                  <a:lnTo>
                    <a:pt x="3140" y="2247"/>
                  </a:lnTo>
                  <a:lnTo>
                    <a:pt x="2093" y="1948"/>
                  </a:lnTo>
                  <a:lnTo>
                    <a:pt x="1046" y="1646"/>
                  </a:lnTo>
                  <a:lnTo>
                    <a:pt x="0" y="1342"/>
                  </a:lnTo>
                  <a:lnTo>
                    <a:pt x="0" y="6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8686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6" name="region 184 #AC9B91"/>
            <p:cNvSpPr/>
            <p:nvPr/>
          </p:nvSpPr>
          <p:spPr>
            <a:xfrm>
              <a:off x="1471799" y="217547"/>
              <a:ext cx="56401" cy="13489"/>
            </a:xfrm>
            <a:custGeom>
              <a:avLst/>
              <a:gdLst/>
              <a:ahLst/>
              <a:cxnLst/>
              <a:rect l="l" t="t" r="r" b="b"/>
              <a:pathLst>
                <a:path w="56401" h="13489">
                  <a:moveTo>
                    <a:pt x="48344" y="0"/>
                  </a:moveTo>
                  <a:lnTo>
                    <a:pt x="48344" y="1332"/>
                  </a:lnTo>
                  <a:lnTo>
                    <a:pt x="48344" y="2685"/>
                  </a:lnTo>
                  <a:lnTo>
                    <a:pt x="49593" y="2269"/>
                  </a:lnTo>
                  <a:lnTo>
                    <a:pt x="50862" y="1846"/>
                  </a:lnTo>
                  <a:lnTo>
                    <a:pt x="52278" y="1596"/>
                  </a:lnTo>
                  <a:lnTo>
                    <a:pt x="53716" y="1342"/>
                  </a:lnTo>
                  <a:lnTo>
                    <a:pt x="54603" y="2230"/>
                  </a:lnTo>
                  <a:lnTo>
                    <a:pt x="55496" y="3123"/>
                  </a:lnTo>
                  <a:lnTo>
                    <a:pt x="56401" y="4028"/>
                  </a:lnTo>
                  <a:lnTo>
                    <a:pt x="55718" y="4684"/>
                  </a:lnTo>
                  <a:lnTo>
                    <a:pt x="55128" y="5086"/>
                  </a:lnTo>
                  <a:lnTo>
                    <a:pt x="54401" y="5303"/>
                  </a:lnTo>
                  <a:lnTo>
                    <a:pt x="53308" y="5403"/>
                  </a:lnTo>
                  <a:lnTo>
                    <a:pt x="51618" y="5454"/>
                  </a:lnTo>
                  <a:lnTo>
                    <a:pt x="51136" y="5442"/>
                  </a:lnTo>
                  <a:lnTo>
                    <a:pt x="50287" y="5421"/>
                  </a:lnTo>
                  <a:lnTo>
                    <a:pt x="48344" y="5371"/>
                  </a:lnTo>
                  <a:lnTo>
                    <a:pt x="48011" y="6369"/>
                  </a:lnTo>
                  <a:lnTo>
                    <a:pt x="47678" y="7370"/>
                  </a:lnTo>
                  <a:lnTo>
                    <a:pt x="47341" y="8379"/>
                  </a:lnTo>
                  <a:lnTo>
                    <a:pt x="47001" y="9400"/>
                  </a:lnTo>
                  <a:lnTo>
                    <a:pt x="46667" y="8732"/>
                  </a:lnTo>
                  <a:lnTo>
                    <a:pt x="45658" y="6714"/>
                  </a:lnTo>
                  <a:lnTo>
                    <a:pt x="44313" y="7104"/>
                  </a:lnTo>
                  <a:lnTo>
                    <a:pt x="42946" y="7501"/>
                  </a:lnTo>
                  <a:lnTo>
                    <a:pt x="41885" y="7798"/>
                  </a:lnTo>
                  <a:lnTo>
                    <a:pt x="40828" y="8088"/>
                  </a:lnTo>
                  <a:lnTo>
                    <a:pt x="39776" y="8372"/>
                  </a:lnTo>
                  <a:lnTo>
                    <a:pt x="38727" y="8650"/>
                  </a:lnTo>
                  <a:lnTo>
                    <a:pt x="37681" y="8920"/>
                  </a:lnTo>
                  <a:lnTo>
                    <a:pt x="36639" y="9184"/>
                  </a:lnTo>
                  <a:lnTo>
                    <a:pt x="35599" y="9440"/>
                  </a:lnTo>
                  <a:lnTo>
                    <a:pt x="34562" y="9690"/>
                  </a:lnTo>
                  <a:lnTo>
                    <a:pt x="33527" y="9932"/>
                  </a:lnTo>
                  <a:lnTo>
                    <a:pt x="32494" y="10168"/>
                  </a:lnTo>
                  <a:lnTo>
                    <a:pt x="31463" y="10396"/>
                  </a:lnTo>
                  <a:lnTo>
                    <a:pt x="30433" y="10616"/>
                  </a:lnTo>
                  <a:lnTo>
                    <a:pt x="29405" y="10829"/>
                  </a:lnTo>
                  <a:lnTo>
                    <a:pt x="28377" y="11035"/>
                  </a:lnTo>
                  <a:lnTo>
                    <a:pt x="27350" y="11233"/>
                  </a:lnTo>
                  <a:lnTo>
                    <a:pt x="26324" y="11423"/>
                  </a:lnTo>
                  <a:lnTo>
                    <a:pt x="25298" y="11606"/>
                  </a:lnTo>
                  <a:lnTo>
                    <a:pt x="24271" y="11780"/>
                  </a:lnTo>
                  <a:lnTo>
                    <a:pt x="23244" y="11947"/>
                  </a:lnTo>
                  <a:lnTo>
                    <a:pt x="22217" y="12106"/>
                  </a:lnTo>
                  <a:lnTo>
                    <a:pt x="21188" y="12256"/>
                  </a:lnTo>
                  <a:lnTo>
                    <a:pt x="20158" y="12398"/>
                  </a:lnTo>
                  <a:lnTo>
                    <a:pt x="19127" y="12532"/>
                  </a:lnTo>
                  <a:lnTo>
                    <a:pt x="18094" y="12658"/>
                  </a:lnTo>
                  <a:lnTo>
                    <a:pt x="17059" y="12775"/>
                  </a:lnTo>
                  <a:lnTo>
                    <a:pt x="16022" y="12884"/>
                  </a:lnTo>
                  <a:lnTo>
                    <a:pt x="14982" y="12983"/>
                  </a:lnTo>
                  <a:lnTo>
                    <a:pt x="13939" y="13075"/>
                  </a:lnTo>
                  <a:lnTo>
                    <a:pt x="12893" y="13157"/>
                  </a:lnTo>
                  <a:lnTo>
                    <a:pt x="11844" y="13231"/>
                  </a:lnTo>
                  <a:lnTo>
                    <a:pt x="10791" y="13295"/>
                  </a:lnTo>
                  <a:lnTo>
                    <a:pt x="9734" y="13351"/>
                  </a:lnTo>
                  <a:lnTo>
                    <a:pt x="8673" y="13397"/>
                  </a:lnTo>
                  <a:lnTo>
                    <a:pt x="7607" y="13434"/>
                  </a:lnTo>
                  <a:lnTo>
                    <a:pt x="6537" y="13462"/>
                  </a:lnTo>
                  <a:lnTo>
                    <a:pt x="5461" y="13480"/>
                  </a:lnTo>
                  <a:lnTo>
                    <a:pt x="4381" y="13489"/>
                  </a:lnTo>
                  <a:lnTo>
                    <a:pt x="3295" y="13489"/>
                  </a:lnTo>
                  <a:lnTo>
                    <a:pt x="2203" y="13478"/>
                  </a:lnTo>
                  <a:lnTo>
                    <a:pt x="1105" y="13458"/>
                  </a:lnTo>
                  <a:lnTo>
                    <a:pt x="0" y="13428"/>
                  </a:lnTo>
                  <a:lnTo>
                    <a:pt x="0" y="12762"/>
                  </a:lnTo>
                  <a:lnTo>
                    <a:pt x="0" y="12085"/>
                  </a:lnTo>
                  <a:lnTo>
                    <a:pt x="1064" y="11953"/>
                  </a:lnTo>
                  <a:lnTo>
                    <a:pt x="2128" y="11819"/>
                  </a:lnTo>
                  <a:lnTo>
                    <a:pt x="3194" y="11686"/>
                  </a:lnTo>
                  <a:lnTo>
                    <a:pt x="4261" y="11553"/>
                  </a:lnTo>
                  <a:lnTo>
                    <a:pt x="5331" y="11419"/>
                  </a:lnTo>
                  <a:lnTo>
                    <a:pt x="6405" y="11285"/>
                  </a:lnTo>
                  <a:lnTo>
                    <a:pt x="7482" y="11150"/>
                  </a:lnTo>
                  <a:lnTo>
                    <a:pt x="8564" y="11015"/>
                  </a:lnTo>
                  <a:lnTo>
                    <a:pt x="9651" y="10879"/>
                  </a:lnTo>
                  <a:lnTo>
                    <a:pt x="10743" y="10743"/>
                  </a:lnTo>
                  <a:lnTo>
                    <a:pt x="10743" y="9412"/>
                  </a:lnTo>
                  <a:lnTo>
                    <a:pt x="10743" y="8072"/>
                  </a:lnTo>
                  <a:lnTo>
                    <a:pt x="10743" y="6714"/>
                  </a:lnTo>
                  <a:lnTo>
                    <a:pt x="11842" y="6464"/>
                  </a:lnTo>
                  <a:lnTo>
                    <a:pt x="12934" y="6242"/>
                  </a:lnTo>
                  <a:lnTo>
                    <a:pt x="14020" y="6047"/>
                  </a:lnTo>
                  <a:lnTo>
                    <a:pt x="15101" y="5877"/>
                  </a:lnTo>
                  <a:lnTo>
                    <a:pt x="16179" y="5731"/>
                  </a:lnTo>
                  <a:lnTo>
                    <a:pt x="17256" y="5607"/>
                  </a:lnTo>
                  <a:lnTo>
                    <a:pt x="18332" y="5503"/>
                  </a:lnTo>
                  <a:lnTo>
                    <a:pt x="19410" y="5417"/>
                  </a:lnTo>
                  <a:lnTo>
                    <a:pt x="20490" y="5348"/>
                  </a:lnTo>
                  <a:lnTo>
                    <a:pt x="21575" y="5295"/>
                  </a:lnTo>
                  <a:lnTo>
                    <a:pt x="22665" y="5256"/>
                  </a:lnTo>
                  <a:lnTo>
                    <a:pt x="23762" y="5229"/>
                  </a:lnTo>
                  <a:lnTo>
                    <a:pt x="24868" y="5212"/>
                  </a:lnTo>
                  <a:lnTo>
                    <a:pt x="25983" y="5204"/>
                  </a:lnTo>
                  <a:lnTo>
                    <a:pt x="27110" y="5203"/>
                  </a:lnTo>
                  <a:lnTo>
                    <a:pt x="28351" y="5200"/>
                  </a:lnTo>
                  <a:lnTo>
                    <a:pt x="29596" y="5198"/>
                  </a:lnTo>
                  <a:lnTo>
                    <a:pt x="30851" y="5195"/>
                  </a:lnTo>
                  <a:lnTo>
                    <a:pt x="32119" y="5192"/>
                  </a:lnTo>
                  <a:lnTo>
                    <a:pt x="33875" y="5274"/>
                  </a:lnTo>
                  <a:lnTo>
                    <a:pt x="35131" y="5368"/>
                  </a:lnTo>
                  <a:lnTo>
                    <a:pt x="36076" y="5517"/>
                  </a:lnTo>
                  <a:lnTo>
                    <a:pt x="36901" y="5762"/>
                  </a:lnTo>
                  <a:lnTo>
                    <a:pt x="37793" y="6147"/>
                  </a:lnTo>
                  <a:lnTo>
                    <a:pt x="38944" y="6714"/>
                  </a:lnTo>
                  <a:lnTo>
                    <a:pt x="38678" y="5650"/>
                  </a:lnTo>
                  <a:lnTo>
                    <a:pt x="38411" y="4583"/>
                  </a:lnTo>
                  <a:lnTo>
                    <a:pt x="38143" y="3512"/>
                  </a:lnTo>
                  <a:lnTo>
                    <a:pt x="37873" y="2432"/>
                  </a:lnTo>
                  <a:lnTo>
                    <a:pt x="37601" y="1342"/>
                  </a:lnTo>
                  <a:lnTo>
                    <a:pt x="38700" y="1110"/>
                  </a:lnTo>
                  <a:lnTo>
                    <a:pt x="39777" y="895"/>
                  </a:lnTo>
                  <a:lnTo>
                    <a:pt x="40837" y="699"/>
                  </a:lnTo>
                  <a:lnTo>
                    <a:pt x="41887" y="523"/>
                  </a:lnTo>
                  <a:lnTo>
                    <a:pt x="42934" y="370"/>
                  </a:lnTo>
                  <a:lnTo>
                    <a:pt x="43983" y="241"/>
                  </a:lnTo>
                  <a:lnTo>
                    <a:pt x="45043" y="138"/>
                  </a:lnTo>
                  <a:lnTo>
                    <a:pt x="46118" y="62"/>
                  </a:lnTo>
                  <a:lnTo>
                    <a:pt x="47217" y="15"/>
                  </a:lnTo>
                  <a:lnTo>
                    <a:pt x="48344" y="0"/>
                  </a:lnTo>
                  <a:close/>
                </a:path>
              </a:pathLst>
            </a:custGeom>
            <a:solidFill>
              <a:srgbClr val="AC9B9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7" name="region 185 #662F33"/>
            <p:cNvSpPr/>
            <p:nvPr/>
          </p:nvSpPr>
          <p:spPr>
            <a:xfrm>
              <a:off x="1450231" y="189346"/>
              <a:ext cx="17540" cy="30886"/>
            </a:xfrm>
            <a:custGeom>
              <a:avLst/>
              <a:gdLst/>
              <a:ahLst/>
              <a:cxnLst/>
              <a:rect l="l" t="t" r="r" b="b"/>
              <a:pathLst>
                <a:path w="17540" h="30886">
                  <a:moveTo>
                    <a:pt x="82" y="0"/>
                  </a:moveTo>
                  <a:lnTo>
                    <a:pt x="1415" y="0"/>
                  </a:lnTo>
                  <a:lnTo>
                    <a:pt x="2768" y="0"/>
                  </a:lnTo>
                  <a:lnTo>
                    <a:pt x="2768" y="1064"/>
                  </a:lnTo>
                  <a:lnTo>
                    <a:pt x="2768" y="2128"/>
                  </a:lnTo>
                  <a:lnTo>
                    <a:pt x="2768" y="3192"/>
                  </a:lnTo>
                  <a:lnTo>
                    <a:pt x="2768" y="4257"/>
                  </a:lnTo>
                  <a:lnTo>
                    <a:pt x="2768" y="5324"/>
                  </a:lnTo>
                  <a:lnTo>
                    <a:pt x="2768" y="6392"/>
                  </a:lnTo>
                  <a:lnTo>
                    <a:pt x="2768" y="7461"/>
                  </a:lnTo>
                  <a:lnTo>
                    <a:pt x="2768" y="8533"/>
                  </a:lnTo>
                  <a:lnTo>
                    <a:pt x="2768" y="9607"/>
                  </a:lnTo>
                  <a:lnTo>
                    <a:pt x="2768" y="10683"/>
                  </a:lnTo>
                  <a:lnTo>
                    <a:pt x="2768" y="11763"/>
                  </a:lnTo>
                  <a:lnTo>
                    <a:pt x="2768" y="12845"/>
                  </a:lnTo>
                  <a:lnTo>
                    <a:pt x="2768" y="13931"/>
                  </a:lnTo>
                  <a:lnTo>
                    <a:pt x="2768" y="15021"/>
                  </a:lnTo>
                  <a:lnTo>
                    <a:pt x="2768" y="16115"/>
                  </a:lnTo>
                  <a:lnTo>
                    <a:pt x="4043" y="16113"/>
                  </a:lnTo>
                  <a:lnTo>
                    <a:pt x="5235" y="16103"/>
                  </a:lnTo>
                  <a:lnTo>
                    <a:pt x="6359" y="16081"/>
                  </a:lnTo>
                  <a:lnTo>
                    <a:pt x="7433" y="16040"/>
                  </a:lnTo>
                  <a:lnTo>
                    <a:pt x="8471" y="15974"/>
                  </a:lnTo>
                  <a:lnTo>
                    <a:pt x="9490" y="15880"/>
                  </a:lnTo>
                  <a:lnTo>
                    <a:pt x="10505" y="15750"/>
                  </a:lnTo>
                  <a:lnTo>
                    <a:pt x="11533" y="15580"/>
                  </a:lnTo>
                  <a:lnTo>
                    <a:pt x="12590" y="15364"/>
                  </a:lnTo>
                  <a:lnTo>
                    <a:pt x="13692" y="15096"/>
                  </a:lnTo>
                  <a:lnTo>
                    <a:pt x="14854" y="14772"/>
                  </a:lnTo>
                  <a:lnTo>
                    <a:pt x="14854" y="13439"/>
                  </a:lnTo>
                  <a:lnTo>
                    <a:pt x="14854" y="12086"/>
                  </a:lnTo>
                  <a:lnTo>
                    <a:pt x="16187" y="12086"/>
                  </a:lnTo>
                  <a:lnTo>
                    <a:pt x="17540" y="12086"/>
                  </a:lnTo>
                  <a:lnTo>
                    <a:pt x="17538" y="13253"/>
                  </a:lnTo>
                  <a:lnTo>
                    <a:pt x="17533" y="14397"/>
                  </a:lnTo>
                  <a:lnTo>
                    <a:pt x="17518" y="15519"/>
                  </a:lnTo>
                  <a:lnTo>
                    <a:pt x="17490" y="16622"/>
                  </a:lnTo>
                  <a:lnTo>
                    <a:pt x="17445" y="17707"/>
                  </a:lnTo>
                  <a:lnTo>
                    <a:pt x="17380" y="18776"/>
                  </a:lnTo>
                  <a:lnTo>
                    <a:pt x="17290" y="19829"/>
                  </a:lnTo>
                  <a:lnTo>
                    <a:pt x="17170" y="20870"/>
                  </a:lnTo>
                  <a:lnTo>
                    <a:pt x="17018" y="21898"/>
                  </a:lnTo>
                  <a:lnTo>
                    <a:pt x="16829" y="22916"/>
                  </a:lnTo>
                  <a:lnTo>
                    <a:pt x="16600" y="23926"/>
                  </a:lnTo>
                  <a:lnTo>
                    <a:pt x="16325" y="24929"/>
                  </a:lnTo>
                  <a:lnTo>
                    <a:pt x="16001" y="25926"/>
                  </a:lnTo>
                  <a:lnTo>
                    <a:pt x="15625" y="26920"/>
                  </a:lnTo>
                  <a:lnTo>
                    <a:pt x="15192" y="27911"/>
                  </a:lnTo>
                  <a:lnTo>
                    <a:pt x="14698" y="28901"/>
                  </a:lnTo>
                  <a:lnTo>
                    <a:pt x="14139" y="29893"/>
                  </a:lnTo>
                  <a:lnTo>
                    <a:pt x="13511" y="30886"/>
                  </a:lnTo>
                  <a:lnTo>
                    <a:pt x="13511" y="29822"/>
                  </a:lnTo>
                  <a:lnTo>
                    <a:pt x="13511" y="28756"/>
                  </a:lnTo>
                  <a:lnTo>
                    <a:pt x="13511" y="27684"/>
                  </a:lnTo>
                  <a:lnTo>
                    <a:pt x="13511" y="26605"/>
                  </a:lnTo>
                  <a:lnTo>
                    <a:pt x="13511" y="25515"/>
                  </a:lnTo>
                  <a:lnTo>
                    <a:pt x="11588" y="26142"/>
                  </a:lnTo>
                  <a:lnTo>
                    <a:pt x="10000" y="26663"/>
                  </a:lnTo>
                  <a:lnTo>
                    <a:pt x="8698" y="27095"/>
                  </a:lnTo>
                  <a:lnTo>
                    <a:pt x="7634" y="27456"/>
                  </a:lnTo>
                  <a:lnTo>
                    <a:pt x="6759" y="27766"/>
                  </a:lnTo>
                  <a:lnTo>
                    <a:pt x="6024" y="28041"/>
                  </a:lnTo>
                  <a:lnTo>
                    <a:pt x="5382" y="28301"/>
                  </a:lnTo>
                  <a:lnTo>
                    <a:pt x="4784" y="28563"/>
                  </a:lnTo>
                  <a:lnTo>
                    <a:pt x="4181" y="28845"/>
                  </a:lnTo>
                  <a:lnTo>
                    <a:pt x="3525" y="29166"/>
                  </a:lnTo>
                  <a:lnTo>
                    <a:pt x="2768" y="29543"/>
                  </a:lnTo>
                  <a:lnTo>
                    <a:pt x="2511" y="28479"/>
                  </a:lnTo>
                  <a:lnTo>
                    <a:pt x="2268" y="27419"/>
                  </a:lnTo>
                  <a:lnTo>
                    <a:pt x="2040" y="26362"/>
                  </a:lnTo>
                  <a:lnTo>
                    <a:pt x="1826" y="25309"/>
                  </a:lnTo>
                  <a:lnTo>
                    <a:pt x="1625" y="24259"/>
                  </a:lnTo>
                  <a:lnTo>
                    <a:pt x="1437" y="23212"/>
                  </a:lnTo>
                  <a:lnTo>
                    <a:pt x="1263" y="22167"/>
                  </a:lnTo>
                  <a:lnTo>
                    <a:pt x="1101" y="21123"/>
                  </a:lnTo>
                  <a:lnTo>
                    <a:pt x="952" y="20081"/>
                  </a:lnTo>
                  <a:lnTo>
                    <a:pt x="815" y="19040"/>
                  </a:lnTo>
                  <a:lnTo>
                    <a:pt x="689" y="17999"/>
                  </a:lnTo>
                  <a:lnTo>
                    <a:pt x="575" y="16959"/>
                  </a:lnTo>
                  <a:lnTo>
                    <a:pt x="473" y="15918"/>
                  </a:lnTo>
                  <a:lnTo>
                    <a:pt x="381" y="14877"/>
                  </a:lnTo>
                  <a:lnTo>
                    <a:pt x="300" y="13835"/>
                  </a:lnTo>
                  <a:lnTo>
                    <a:pt x="229" y="12791"/>
                  </a:lnTo>
                  <a:lnTo>
                    <a:pt x="169" y="11745"/>
                  </a:lnTo>
                  <a:lnTo>
                    <a:pt x="118" y="10697"/>
                  </a:lnTo>
                  <a:lnTo>
                    <a:pt x="77" y="9646"/>
                  </a:lnTo>
                  <a:lnTo>
                    <a:pt x="44" y="8592"/>
                  </a:lnTo>
                  <a:lnTo>
                    <a:pt x="21" y="7535"/>
                  </a:lnTo>
                  <a:lnTo>
                    <a:pt x="6" y="6473"/>
                  </a:lnTo>
                  <a:lnTo>
                    <a:pt x="0" y="5408"/>
                  </a:lnTo>
                  <a:lnTo>
                    <a:pt x="2" y="4337"/>
                  </a:lnTo>
                  <a:lnTo>
                    <a:pt x="11" y="3262"/>
                  </a:lnTo>
                  <a:lnTo>
                    <a:pt x="28" y="2181"/>
                  </a:lnTo>
                  <a:lnTo>
                    <a:pt x="51" y="1093"/>
                  </a:lnTo>
                  <a:lnTo>
                    <a:pt x="82" y="0"/>
                  </a:lnTo>
                  <a:close/>
                  <a:moveTo>
                    <a:pt x="82" y="29543"/>
                  </a:moveTo>
                  <a:lnTo>
                    <a:pt x="2432" y="30718"/>
                  </a:lnTo>
                  <a:lnTo>
                    <a:pt x="2768" y="30886"/>
                  </a:lnTo>
                  <a:lnTo>
                    <a:pt x="82" y="29543"/>
                  </a:lnTo>
                  <a:close/>
                </a:path>
              </a:pathLst>
            </a:custGeom>
            <a:solidFill>
              <a:srgbClr val="662F33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8" name="region 186 #876F5F"/>
            <p:cNvSpPr/>
            <p:nvPr/>
          </p:nvSpPr>
          <p:spPr>
            <a:xfrm>
              <a:off x="1361683" y="192032"/>
              <a:ext cx="37601" cy="36258"/>
            </a:xfrm>
            <a:custGeom>
              <a:avLst/>
              <a:gdLst/>
              <a:ahLst/>
              <a:cxnLst/>
              <a:rect l="l" t="t" r="r" b="b"/>
              <a:pathLst>
                <a:path w="37601" h="36258">
                  <a:moveTo>
                    <a:pt x="33572" y="0"/>
                  </a:moveTo>
                  <a:lnTo>
                    <a:pt x="34903" y="0"/>
                  </a:lnTo>
                  <a:lnTo>
                    <a:pt x="36243" y="0"/>
                  </a:lnTo>
                  <a:lnTo>
                    <a:pt x="37601" y="0"/>
                  </a:lnTo>
                  <a:lnTo>
                    <a:pt x="37601" y="1333"/>
                  </a:lnTo>
                  <a:lnTo>
                    <a:pt x="37601" y="2686"/>
                  </a:lnTo>
                  <a:lnTo>
                    <a:pt x="36268" y="2686"/>
                  </a:lnTo>
                  <a:lnTo>
                    <a:pt x="34915" y="2686"/>
                  </a:lnTo>
                  <a:lnTo>
                    <a:pt x="34915" y="3724"/>
                  </a:lnTo>
                  <a:lnTo>
                    <a:pt x="34915" y="4763"/>
                  </a:lnTo>
                  <a:lnTo>
                    <a:pt x="34915" y="5802"/>
                  </a:lnTo>
                  <a:lnTo>
                    <a:pt x="34915" y="6841"/>
                  </a:lnTo>
                  <a:lnTo>
                    <a:pt x="34915" y="7880"/>
                  </a:lnTo>
                  <a:lnTo>
                    <a:pt x="34915" y="8920"/>
                  </a:lnTo>
                  <a:lnTo>
                    <a:pt x="34915" y="9959"/>
                  </a:lnTo>
                  <a:lnTo>
                    <a:pt x="34915" y="11000"/>
                  </a:lnTo>
                  <a:lnTo>
                    <a:pt x="34915" y="12041"/>
                  </a:lnTo>
                  <a:lnTo>
                    <a:pt x="34915" y="13082"/>
                  </a:lnTo>
                  <a:lnTo>
                    <a:pt x="34915" y="14124"/>
                  </a:lnTo>
                  <a:lnTo>
                    <a:pt x="34915" y="15167"/>
                  </a:lnTo>
                  <a:lnTo>
                    <a:pt x="34915" y="16210"/>
                  </a:lnTo>
                  <a:lnTo>
                    <a:pt x="34915" y="17255"/>
                  </a:lnTo>
                  <a:lnTo>
                    <a:pt x="34915" y="18300"/>
                  </a:lnTo>
                  <a:lnTo>
                    <a:pt x="34915" y="19346"/>
                  </a:lnTo>
                  <a:lnTo>
                    <a:pt x="34915" y="20393"/>
                  </a:lnTo>
                  <a:lnTo>
                    <a:pt x="34915" y="21441"/>
                  </a:lnTo>
                  <a:lnTo>
                    <a:pt x="34915" y="22490"/>
                  </a:lnTo>
                  <a:lnTo>
                    <a:pt x="34915" y="23540"/>
                  </a:lnTo>
                  <a:lnTo>
                    <a:pt x="34915" y="24592"/>
                  </a:lnTo>
                  <a:lnTo>
                    <a:pt x="34915" y="25645"/>
                  </a:lnTo>
                  <a:lnTo>
                    <a:pt x="34915" y="26699"/>
                  </a:lnTo>
                  <a:lnTo>
                    <a:pt x="34915" y="27754"/>
                  </a:lnTo>
                  <a:lnTo>
                    <a:pt x="34915" y="28812"/>
                  </a:lnTo>
                  <a:lnTo>
                    <a:pt x="34915" y="29870"/>
                  </a:lnTo>
                  <a:lnTo>
                    <a:pt x="34915" y="30930"/>
                  </a:lnTo>
                  <a:lnTo>
                    <a:pt x="34915" y="31992"/>
                  </a:lnTo>
                  <a:lnTo>
                    <a:pt x="34915" y="33056"/>
                  </a:lnTo>
                  <a:lnTo>
                    <a:pt x="34915" y="34121"/>
                  </a:lnTo>
                  <a:lnTo>
                    <a:pt x="34915" y="35188"/>
                  </a:lnTo>
                  <a:lnTo>
                    <a:pt x="34915" y="36258"/>
                  </a:lnTo>
                  <a:lnTo>
                    <a:pt x="33775" y="36258"/>
                  </a:lnTo>
                  <a:lnTo>
                    <a:pt x="32634" y="36258"/>
                  </a:lnTo>
                  <a:lnTo>
                    <a:pt x="31490" y="36258"/>
                  </a:lnTo>
                  <a:lnTo>
                    <a:pt x="30342" y="36258"/>
                  </a:lnTo>
                  <a:lnTo>
                    <a:pt x="29188" y="36258"/>
                  </a:lnTo>
                  <a:lnTo>
                    <a:pt x="28027" y="36258"/>
                  </a:lnTo>
                  <a:lnTo>
                    <a:pt x="26857" y="36258"/>
                  </a:lnTo>
                  <a:lnTo>
                    <a:pt x="26857" y="34925"/>
                  </a:lnTo>
                  <a:lnTo>
                    <a:pt x="26857" y="33572"/>
                  </a:lnTo>
                  <a:lnTo>
                    <a:pt x="27966" y="33793"/>
                  </a:lnTo>
                  <a:lnTo>
                    <a:pt x="29076" y="34015"/>
                  </a:lnTo>
                  <a:lnTo>
                    <a:pt x="30190" y="34238"/>
                  </a:lnTo>
                  <a:lnTo>
                    <a:pt x="31309" y="34462"/>
                  </a:lnTo>
                  <a:lnTo>
                    <a:pt x="32436" y="34687"/>
                  </a:lnTo>
                  <a:lnTo>
                    <a:pt x="33572" y="34915"/>
                  </a:lnTo>
                  <a:lnTo>
                    <a:pt x="33572" y="33870"/>
                  </a:lnTo>
                  <a:lnTo>
                    <a:pt x="33572" y="32825"/>
                  </a:lnTo>
                  <a:lnTo>
                    <a:pt x="33572" y="31780"/>
                  </a:lnTo>
                  <a:lnTo>
                    <a:pt x="33572" y="30733"/>
                  </a:lnTo>
                  <a:lnTo>
                    <a:pt x="33572" y="29685"/>
                  </a:lnTo>
                  <a:lnTo>
                    <a:pt x="33572" y="28636"/>
                  </a:lnTo>
                  <a:lnTo>
                    <a:pt x="33572" y="27584"/>
                  </a:lnTo>
                  <a:lnTo>
                    <a:pt x="33572" y="26531"/>
                  </a:lnTo>
                  <a:lnTo>
                    <a:pt x="33572" y="25474"/>
                  </a:lnTo>
                  <a:lnTo>
                    <a:pt x="33572" y="24415"/>
                  </a:lnTo>
                  <a:lnTo>
                    <a:pt x="33572" y="23353"/>
                  </a:lnTo>
                  <a:lnTo>
                    <a:pt x="33572" y="22287"/>
                  </a:lnTo>
                  <a:lnTo>
                    <a:pt x="33572" y="21217"/>
                  </a:lnTo>
                  <a:lnTo>
                    <a:pt x="33572" y="20143"/>
                  </a:lnTo>
                  <a:lnTo>
                    <a:pt x="32529" y="20158"/>
                  </a:lnTo>
                  <a:lnTo>
                    <a:pt x="31484" y="20174"/>
                  </a:lnTo>
                  <a:lnTo>
                    <a:pt x="30435" y="20190"/>
                  </a:lnTo>
                  <a:lnTo>
                    <a:pt x="29381" y="20205"/>
                  </a:lnTo>
                  <a:lnTo>
                    <a:pt x="28320" y="20221"/>
                  </a:lnTo>
                  <a:lnTo>
                    <a:pt x="27251" y="20237"/>
                  </a:lnTo>
                  <a:lnTo>
                    <a:pt x="26080" y="20248"/>
                  </a:lnTo>
                  <a:lnTo>
                    <a:pt x="24909" y="20259"/>
                  </a:lnTo>
                  <a:lnTo>
                    <a:pt x="23737" y="20269"/>
                  </a:lnTo>
                  <a:lnTo>
                    <a:pt x="22566" y="20280"/>
                  </a:lnTo>
                  <a:lnTo>
                    <a:pt x="21395" y="20290"/>
                  </a:lnTo>
                  <a:lnTo>
                    <a:pt x="20224" y="20301"/>
                  </a:lnTo>
                  <a:lnTo>
                    <a:pt x="19053" y="20311"/>
                  </a:lnTo>
                  <a:lnTo>
                    <a:pt x="18600" y="20318"/>
                  </a:lnTo>
                  <a:lnTo>
                    <a:pt x="18015" y="20327"/>
                  </a:lnTo>
                  <a:lnTo>
                    <a:pt x="16907" y="20346"/>
                  </a:lnTo>
                  <a:lnTo>
                    <a:pt x="14884" y="20379"/>
                  </a:lnTo>
                  <a:lnTo>
                    <a:pt x="13563" y="20388"/>
                  </a:lnTo>
                  <a:lnTo>
                    <a:pt x="12232" y="20396"/>
                  </a:lnTo>
                  <a:lnTo>
                    <a:pt x="10884" y="20405"/>
                  </a:lnTo>
                  <a:lnTo>
                    <a:pt x="9666" y="20419"/>
                  </a:lnTo>
                  <a:lnTo>
                    <a:pt x="8440" y="20433"/>
                  </a:lnTo>
                  <a:lnTo>
                    <a:pt x="7198" y="20448"/>
                  </a:lnTo>
                  <a:lnTo>
                    <a:pt x="6012" y="20327"/>
                  </a:lnTo>
                  <a:lnTo>
                    <a:pt x="5089" y="20191"/>
                  </a:lnTo>
                  <a:lnTo>
                    <a:pt x="4303" y="19988"/>
                  </a:lnTo>
                  <a:lnTo>
                    <a:pt x="3526" y="19666"/>
                  </a:lnTo>
                  <a:lnTo>
                    <a:pt x="2634" y="19171"/>
                  </a:lnTo>
                  <a:lnTo>
                    <a:pt x="1501" y="18453"/>
                  </a:lnTo>
                  <a:lnTo>
                    <a:pt x="0" y="17457"/>
                  </a:lnTo>
                  <a:lnTo>
                    <a:pt x="666" y="16124"/>
                  </a:lnTo>
                  <a:lnTo>
                    <a:pt x="1343" y="14771"/>
                  </a:lnTo>
                  <a:lnTo>
                    <a:pt x="2390" y="14755"/>
                  </a:lnTo>
                  <a:lnTo>
                    <a:pt x="3436" y="14744"/>
                  </a:lnTo>
                  <a:lnTo>
                    <a:pt x="4480" y="14737"/>
                  </a:lnTo>
                  <a:lnTo>
                    <a:pt x="5524" y="14735"/>
                  </a:lnTo>
                  <a:lnTo>
                    <a:pt x="6566" y="14738"/>
                  </a:lnTo>
                  <a:lnTo>
                    <a:pt x="7608" y="14745"/>
                  </a:lnTo>
                  <a:lnTo>
                    <a:pt x="8649" y="14757"/>
                  </a:lnTo>
                  <a:lnTo>
                    <a:pt x="9689" y="14773"/>
                  </a:lnTo>
                  <a:lnTo>
                    <a:pt x="10728" y="14793"/>
                  </a:lnTo>
                  <a:lnTo>
                    <a:pt x="11767" y="14818"/>
                  </a:lnTo>
                  <a:lnTo>
                    <a:pt x="12805" y="14846"/>
                  </a:lnTo>
                  <a:lnTo>
                    <a:pt x="13842" y="14879"/>
                  </a:lnTo>
                  <a:lnTo>
                    <a:pt x="14880" y="14915"/>
                  </a:lnTo>
                  <a:lnTo>
                    <a:pt x="15916" y="14955"/>
                  </a:lnTo>
                  <a:lnTo>
                    <a:pt x="16953" y="14999"/>
                  </a:lnTo>
                  <a:lnTo>
                    <a:pt x="17990" y="15046"/>
                  </a:lnTo>
                  <a:lnTo>
                    <a:pt x="19026" y="15097"/>
                  </a:lnTo>
                  <a:lnTo>
                    <a:pt x="20063" y="15151"/>
                  </a:lnTo>
                  <a:lnTo>
                    <a:pt x="21099" y="15208"/>
                  </a:lnTo>
                  <a:lnTo>
                    <a:pt x="22136" y="15268"/>
                  </a:lnTo>
                  <a:lnTo>
                    <a:pt x="23173" y="15332"/>
                  </a:lnTo>
                  <a:lnTo>
                    <a:pt x="24210" y="15399"/>
                  </a:lnTo>
                  <a:lnTo>
                    <a:pt x="25248" y="15468"/>
                  </a:lnTo>
                  <a:lnTo>
                    <a:pt x="26286" y="15540"/>
                  </a:lnTo>
                  <a:lnTo>
                    <a:pt x="27324" y="15615"/>
                  </a:lnTo>
                  <a:lnTo>
                    <a:pt x="28364" y="15692"/>
                  </a:lnTo>
                  <a:lnTo>
                    <a:pt x="29404" y="15772"/>
                  </a:lnTo>
                  <a:lnTo>
                    <a:pt x="30444" y="15854"/>
                  </a:lnTo>
                  <a:lnTo>
                    <a:pt x="31486" y="15939"/>
                  </a:lnTo>
                  <a:lnTo>
                    <a:pt x="32528" y="16026"/>
                  </a:lnTo>
                  <a:lnTo>
                    <a:pt x="33572" y="16114"/>
                  </a:lnTo>
                  <a:lnTo>
                    <a:pt x="33572" y="15051"/>
                  </a:lnTo>
                  <a:lnTo>
                    <a:pt x="33572" y="13987"/>
                  </a:lnTo>
                  <a:lnTo>
                    <a:pt x="33572" y="12922"/>
                  </a:lnTo>
                  <a:lnTo>
                    <a:pt x="33572" y="11857"/>
                  </a:lnTo>
                  <a:lnTo>
                    <a:pt x="33572" y="10791"/>
                  </a:lnTo>
                  <a:lnTo>
                    <a:pt x="33572" y="9723"/>
                  </a:lnTo>
                  <a:lnTo>
                    <a:pt x="33572" y="8653"/>
                  </a:lnTo>
                  <a:lnTo>
                    <a:pt x="33572" y="7581"/>
                  </a:lnTo>
                  <a:lnTo>
                    <a:pt x="33572" y="6507"/>
                  </a:lnTo>
                  <a:lnTo>
                    <a:pt x="33572" y="5431"/>
                  </a:lnTo>
                  <a:lnTo>
                    <a:pt x="33572" y="4352"/>
                  </a:lnTo>
                  <a:lnTo>
                    <a:pt x="33572" y="3269"/>
                  </a:lnTo>
                  <a:lnTo>
                    <a:pt x="33572" y="2183"/>
                  </a:lnTo>
                  <a:lnTo>
                    <a:pt x="33572" y="1093"/>
                  </a:lnTo>
                  <a:lnTo>
                    <a:pt x="33572" y="0"/>
                  </a:lnTo>
                  <a:close/>
                </a:path>
              </a:pathLst>
            </a:custGeom>
            <a:solidFill>
              <a:srgbClr val="876F5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9" name="region 187 #808284"/>
            <p:cNvSpPr/>
            <p:nvPr/>
          </p:nvSpPr>
          <p:spPr>
            <a:xfrm>
              <a:off x="1618173" y="635183"/>
              <a:ext cx="20185" cy="38944"/>
            </a:xfrm>
            <a:custGeom>
              <a:avLst/>
              <a:gdLst/>
              <a:ahLst/>
              <a:cxnLst/>
              <a:rect l="l" t="t" r="r" b="b"/>
              <a:pathLst>
                <a:path w="20185" h="38944">
                  <a:moveTo>
                    <a:pt x="0" y="0"/>
                  </a:moveTo>
                  <a:lnTo>
                    <a:pt x="1331" y="0"/>
                  </a:lnTo>
                  <a:lnTo>
                    <a:pt x="2671" y="0"/>
                  </a:lnTo>
                  <a:lnTo>
                    <a:pt x="4029" y="0"/>
                  </a:lnTo>
                  <a:lnTo>
                    <a:pt x="4593" y="963"/>
                  </a:lnTo>
                  <a:lnTo>
                    <a:pt x="5155" y="1927"/>
                  </a:lnTo>
                  <a:lnTo>
                    <a:pt x="5715" y="2892"/>
                  </a:lnTo>
                  <a:lnTo>
                    <a:pt x="6273" y="3858"/>
                  </a:lnTo>
                  <a:lnTo>
                    <a:pt x="6830" y="4824"/>
                  </a:lnTo>
                  <a:lnTo>
                    <a:pt x="7386" y="5791"/>
                  </a:lnTo>
                  <a:lnTo>
                    <a:pt x="7664" y="6270"/>
                  </a:lnTo>
                  <a:lnTo>
                    <a:pt x="8153" y="7115"/>
                  </a:lnTo>
                  <a:lnTo>
                    <a:pt x="9274" y="9048"/>
                  </a:lnTo>
                  <a:lnTo>
                    <a:pt x="9818" y="10185"/>
                  </a:lnTo>
                  <a:lnTo>
                    <a:pt x="10208" y="11073"/>
                  </a:lnTo>
                  <a:lnTo>
                    <a:pt x="10469" y="11836"/>
                  </a:lnTo>
                  <a:lnTo>
                    <a:pt x="10628" y="12599"/>
                  </a:lnTo>
                  <a:lnTo>
                    <a:pt x="10709" y="13483"/>
                  </a:lnTo>
                  <a:lnTo>
                    <a:pt x="10739" y="14614"/>
                  </a:lnTo>
                  <a:lnTo>
                    <a:pt x="10744" y="16115"/>
                  </a:lnTo>
                  <a:lnTo>
                    <a:pt x="11808" y="16647"/>
                  </a:lnTo>
                  <a:lnTo>
                    <a:pt x="12874" y="17180"/>
                  </a:lnTo>
                  <a:lnTo>
                    <a:pt x="13946" y="17716"/>
                  </a:lnTo>
                  <a:lnTo>
                    <a:pt x="15025" y="18256"/>
                  </a:lnTo>
                  <a:lnTo>
                    <a:pt x="16115" y="18801"/>
                  </a:lnTo>
                  <a:lnTo>
                    <a:pt x="16115" y="20131"/>
                  </a:lnTo>
                  <a:lnTo>
                    <a:pt x="16115" y="21471"/>
                  </a:lnTo>
                  <a:lnTo>
                    <a:pt x="16115" y="22829"/>
                  </a:lnTo>
                  <a:lnTo>
                    <a:pt x="16857" y="24901"/>
                  </a:lnTo>
                  <a:lnTo>
                    <a:pt x="17437" y="26480"/>
                  </a:lnTo>
                  <a:lnTo>
                    <a:pt x="17902" y="27661"/>
                  </a:lnTo>
                  <a:lnTo>
                    <a:pt x="18298" y="28537"/>
                  </a:lnTo>
                  <a:lnTo>
                    <a:pt x="18673" y="29203"/>
                  </a:lnTo>
                  <a:lnTo>
                    <a:pt x="19074" y="29754"/>
                  </a:lnTo>
                  <a:lnTo>
                    <a:pt x="19548" y="30283"/>
                  </a:lnTo>
                  <a:lnTo>
                    <a:pt x="20144" y="30886"/>
                  </a:lnTo>
                  <a:lnTo>
                    <a:pt x="20164" y="32037"/>
                  </a:lnTo>
                  <a:lnTo>
                    <a:pt x="20178" y="33189"/>
                  </a:lnTo>
                  <a:lnTo>
                    <a:pt x="20185" y="34340"/>
                  </a:lnTo>
                  <a:lnTo>
                    <a:pt x="20185" y="35491"/>
                  </a:lnTo>
                  <a:lnTo>
                    <a:pt x="20179" y="36642"/>
                  </a:lnTo>
                  <a:lnTo>
                    <a:pt x="20165" y="37793"/>
                  </a:lnTo>
                  <a:lnTo>
                    <a:pt x="20144" y="38944"/>
                  </a:lnTo>
                  <a:lnTo>
                    <a:pt x="18811" y="38944"/>
                  </a:lnTo>
                  <a:lnTo>
                    <a:pt x="17458" y="38944"/>
                  </a:lnTo>
                  <a:lnTo>
                    <a:pt x="16614" y="38083"/>
                  </a:lnTo>
                  <a:lnTo>
                    <a:pt x="15826" y="37243"/>
                  </a:lnTo>
                  <a:lnTo>
                    <a:pt x="15091" y="36419"/>
                  </a:lnTo>
                  <a:lnTo>
                    <a:pt x="14406" y="35605"/>
                  </a:lnTo>
                  <a:lnTo>
                    <a:pt x="13768" y="34798"/>
                  </a:lnTo>
                  <a:lnTo>
                    <a:pt x="13176" y="33991"/>
                  </a:lnTo>
                  <a:lnTo>
                    <a:pt x="12627" y="33181"/>
                  </a:lnTo>
                  <a:lnTo>
                    <a:pt x="12117" y="32362"/>
                  </a:lnTo>
                  <a:lnTo>
                    <a:pt x="11646" y="31530"/>
                  </a:lnTo>
                  <a:lnTo>
                    <a:pt x="11209" y="30679"/>
                  </a:lnTo>
                  <a:lnTo>
                    <a:pt x="10805" y="29806"/>
                  </a:lnTo>
                  <a:lnTo>
                    <a:pt x="10430" y="28905"/>
                  </a:lnTo>
                  <a:lnTo>
                    <a:pt x="10084" y="27971"/>
                  </a:lnTo>
                  <a:lnTo>
                    <a:pt x="9762" y="27000"/>
                  </a:lnTo>
                  <a:lnTo>
                    <a:pt x="9462" y="25987"/>
                  </a:lnTo>
                  <a:lnTo>
                    <a:pt x="9182" y="24926"/>
                  </a:lnTo>
                  <a:lnTo>
                    <a:pt x="8919" y="23814"/>
                  </a:lnTo>
                  <a:lnTo>
                    <a:pt x="8671" y="22645"/>
                  </a:lnTo>
                  <a:lnTo>
                    <a:pt x="8404" y="21576"/>
                  </a:lnTo>
                  <a:lnTo>
                    <a:pt x="8168" y="20767"/>
                  </a:lnTo>
                  <a:lnTo>
                    <a:pt x="7893" y="20057"/>
                  </a:lnTo>
                  <a:lnTo>
                    <a:pt x="7508" y="19291"/>
                  </a:lnTo>
                  <a:lnTo>
                    <a:pt x="6943" y="18309"/>
                  </a:lnTo>
                  <a:lnTo>
                    <a:pt x="6127" y="16954"/>
                  </a:lnTo>
                  <a:lnTo>
                    <a:pt x="5590" y="16016"/>
                  </a:lnTo>
                  <a:lnTo>
                    <a:pt x="5087" y="15069"/>
                  </a:lnTo>
                  <a:lnTo>
                    <a:pt x="4617" y="14113"/>
                  </a:lnTo>
                  <a:lnTo>
                    <a:pt x="4176" y="13148"/>
                  </a:lnTo>
                  <a:lnTo>
                    <a:pt x="3762" y="12175"/>
                  </a:lnTo>
                  <a:lnTo>
                    <a:pt x="3373" y="11193"/>
                  </a:lnTo>
                  <a:lnTo>
                    <a:pt x="3005" y="10205"/>
                  </a:lnTo>
                  <a:lnTo>
                    <a:pt x="2658" y="9209"/>
                  </a:lnTo>
                  <a:lnTo>
                    <a:pt x="2327" y="8207"/>
                  </a:lnTo>
                  <a:lnTo>
                    <a:pt x="2011" y="7198"/>
                  </a:lnTo>
                  <a:lnTo>
                    <a:pt x="1707" y="6184"/>
                  </a:lnTo>
                  <a:lnTo>
                    <a:pt x="1413" y="5164"/>
                  </a:lnTo>
                  <a:lnTo>
                    <a:pt x="1126" y="4140"/>
                  </a:lnTo>
                  <a:lnTo>
                    <a:pt x="844" y="3111"/>
                  </a:lnTo>
                  <a:lnTo>
                    <a:pt x="564" y="2077"/>
                  </a:lnTo>
                  <a:lnTo>
                    <a:pt x="284" y="1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28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0" name="region 188 #24090B"/>
            <p:cNvSpPr/>
            <p:nvPr/>
          </p:nvSpPr>
          <p:spPr>
            <a:xfrm>
              <a:off x="1764548" y="612538"/>
              <a:ext cx="28200" cy="22645"/>
            </a:xfrm>
            <a:custGeom>
              <a:avLst/>
              <a:gdLst/>
              <a:ahLst/>
              <a:cxnLst/>
              <a:rect l="l" t="t" r="r" b="b"/>
              <a:pathLst>
                <a:path w="28200" h="22645">
                  <a:moveTo>
                    <a:pt x="25913" y="210"/>
                  </a:moveTo>
                  <a:lnTo>
                    <a:pt x="27048" y="681"/>
                  </a:lnTo>
                  <a:lnTo>
                    <a:pt x="28200" y="1159"/>
                  </a:lnTo>
                  <a:lnTo>
                    <a:pt x="27868" y="2156"/>
                  </a:lnTo>
                  <a:lnTo>
                    <a:pt x="27535" y="3154"/>
                  </a:lnTo>
                  <a:lnTo>
                    <a:pt x="27202" y="4154"/>
                  </a:lnTo>
                  <a:lnTo>
                    <a:pt x="26867" y="5157"/>
                  </a:lnTo>
                  <a:lnTo>
                    <a:pt x="26532" y="6164"/>
                  </a:lnTo>
                  <a:lnTo>
                    <a:pt x="26195" y="7176"/>
                  </a:lnTo>
                  <a:lnTo>
                    <a:pt x="25856" y="8193"/>
                  </a:lnTo>
                  <a:lnTo>
                    <a:pt x="25514" y="9216"/>
                  </a:lnTo>
                  <a:lnTo>
                    <a:pt x="24182" y="9216"/>
                  </a:lnTo>
                  <a:lnTo>
                    <a:pt x="22829" y="9216"/>
                  </a:lnTo>
                  <a:lnTo>
                    <a:pt x="22829" y="10549"/>
                  </a:lnTo>
                  <a:lnTo>
                    <a:pt x="22829" y="11902"/>
                  </a:lnTo>
                  <a:lnTo>
                    <a:pt x="21790" y="12484"/>
                  </a:lnTo>
                  <a:lnTo>
                    <a:pt x="20746" y="13068"/>
                  </a:lnTo>
                  <a:lnTo>
                    <a:pt x="19695" y="13657"/>
                  </a:lnTo>
                  <a:lnTo>
                    <a:pt x="18632" y="14252"/>
                  </a:lnTo>
                  <a:lnTo>
                    <a:pt x="17631" y="14825"/>
                  </a:lnTo>
                  <a:lnTo>
                    <a:pt x="16648" y="15403"/>
                  </a:lnTo>
                  <a:lnTo>
                    <a:pt x="15679" y="15988"/>
                  </a:lnTo>
                  <a:lnTo>
                    <a:pt x="14722" y="16581"/>
                  </a:lnTo>
                  <a:lnTo>
                    <a:pt x="13774" y="17183"/>
                  </a:lnTo>
                  <a:lnTo>
                    <a:pt x="12832" y="17796"/>
                  </a:lnTo>
                  <a:lnTo>
                    <a:pt x="11892" y="18420"/>
                  </a:lnTo>
                  <a:lnTo>
                    <a:pt x="10953" y="19058"/>
                  </a:lnTo>
                  <a:lnTo>
                    <a:pt x="10011" y="19711"/>
                  </a:lnTo>
                  <a:lnTo>
                    <a:pt x="9064" y="20380"/>
                  </a:lnTo>
                  <a:lnTo>
                    <a:pt x="8150" y="20940"/>
                  </a:lnTo>
                  <a:lnTo>
                    <a:pt x="7232" y="21503"/>
                  </a:lnTo>
                  <a:lnTo>
                    <a:pt x="6307" y="22071"/>
                  </a:lnTo>
                  <a:lnTo>
                    <a:pt x="5371" y="22645"/>
                  </a:lnTo>
                  <a:lnTo>
                    <a:pt x="4373" y="22313"/>
                  </a:lnTo>
                  <a:lnTo>
                    <a:pt x="3372" y="21979"/>
                  </a:lnTo>
                  <a:lnTo>
                    <a:pt x="2363" y="21642"/>
                  </a:lnTo>
                  <a:lnTo>
                    <a:pt x="1342" y="21302"/>
                  </a:lnTo>
                  <a:lnTo>
                    <a:pt x="676" y="19969"/>
                  </a:lnTo>
                  <a:lnTo>
                    <a:pt x="0" y="18616"/>
                  </a:lnTo>
                  <a:lnTo>
                    <a:pt x="1332" y="18616"/>
                  </a:lnTo>
                  <a:lnTo>
                    <a:pt x="2685" y="18616"/>
                  </a:lnTo>
                  <a:lnTo>
                    <a:pt x="2685" y="17284"/>
                  </a:lnTo>
                  <a:lnTo>
                    <a:pt x="2685" y="15931"/>
                  </a:lnTo>
                  <a:lnTo>
                    <a:pt x="4018" y="15931"/>
                  </a:lnTo>
                  <a:lnTo>
                    <a:pt x="5371" y="15931"/>
                  </a:lnTo>
                  <a:lnTo>
                    <a:pt x="5371" y="14598"/>
                  </a:lnTo>
                  <a:lnTo>
                    <a:pt x="5371" y="13245"/>
                  </a:lnTo>
                  <a:lnTo>
                    <a:pt x="6435" y="12979"/>
                  </a:lnTo>
                  <a:lnTo>
                    <a:pt x="7502" y="12712"/>
                  </a:lnTo>
                  <a:lnTo>
                    <a:pt x="8573" y="12444"/>
                  </a:lnTo>
                  <a:lnTo>
                    <a:pt x="9653" y="12174"/>
                  </a:lnTo>
                  <a:lnTo>
                    <a:pt x="10743" y="11902"/>
                  </a:lnTo>
                  <a:lnTo>
                    <a:pt x="10743" y="10569"/>
                  </a:lnTo>
                  <a:lnTo>
                    <a:pt x="10743" y="9216"/>
                  </a:lnTo>
                  <a:lnTo>
                    <a:pt x="11661" y="8333"/>
                  </a:lnTo>
                  <a:lnTo>
                    <a:pt x="12379" y="7652"/>
                  </a:lnTo>
                  <a:lnTo>
                    <a:pt x="12995" y="7088"/>
                  </a:lnTo>
                  <a:lnTo>
                    <a:pt x="13611" y="6554"/>
                  </a:lnTo>
                  <a:lnTo>
                    <a:pt x="14325" y="5963"/>
                  </a:lnTo>
                  <a:lnTo>
                    <a:pt x="15238" y="5229"/>
                  </a:lnTo>
                  <a:lnTo>
                    <a:pt x="16450" y="4265"/>
                  </a:lnTo>
                  <a:lnTo>
                    <a:pt x="17511" y="3400"/>
                  </a:lnTo>
                  <a:lnTo>
                    <a:pt x="18578" y="2529"/>
                  </a:lnTo>
                  <a:lnTo>
                    <a:pt x="19661" y="1646"/>
                  </a:lnTo>
                  <a:lnTo>
                    <a:pt x="21010" y="877"/>
                  </a:lnTo>
                  <a:lnTo>
                    <a:pt x="22004" y="373"/>
                  </a:lnTo>
                  <a:lnTo>
                    <a:pt x="22818" y="94"/>
                  </a:lnTo>
                  <a:lnTo>
                    <a:pt x="23625" y="0"/>
                  </a:lnTo>
                  <a:lnTo>
                    <a:pt x="24599" y="52"/>
                  </a:lnTo>
                  <a:lnTo>
                    <a:pt x="25913" y="210"/>
                  </a:lnTo>
                  <a:close/>
                </a:path>
              </a:pathLst>
            </a:custGeom>
            <a:solidFill>
              <a:srgbClr val="24090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1" name="region 189 #5A0B1C"/>
            <p:cNvSpPr/>
            <p:nvPr/>
          </p:nvSpPr>
          <p:spPr>
            <a:xfrm>
              <a:off x="1851673" y="553267"/>
              <a:ext cx="35077" cy="21677"/>
            </a:xfrm>
            <a:custGeom>
              <a:avLst/>
              <a:gdLst/>
              <a:ahLst/>
              <a:cxnLst/>
              <a:rect l="l" t="t" r="r" b="b"/>
              <a:pathLst>
                <a:path w="35077" h="21677">
                  <a:moveTo>
                    <a:pt x="1505" y="0"/>
                  </a:moveTo>
                  <a:lnTo>
                    <a:pt x="2171" y="0"/>
                  </a:lnTo>
                  <a:lnTo>
                    <a:pt x="2848" y="0"/>
                  </a:lnTo>
                  <a:lnTo>
                    <a:pt x="2996" y="1034"/>
                  </a:lnTo>
                  <a:lnTo>
                    <a:pt x="3143" y="2069"/>
                  </a:lnTo>
                  <a:lnTo>
                    <a:pt x="3292" y="3106"/>
                  </a:lnTo>
                  <a:lnTo>
                    <a:pt x="3440" y="4145"/>
                  </a:lnTo>
                  <a:lnTo>
                    <a:pt x="3589" y="5186"/>
                  </a:lnTo>
                  <a:lnTo>
                    <a:pt x="3738" y="6232"/>
                  </a:lnTo>
                  <a:lnTo>
                    <a:pt x="3888" y="7283"/>
                  </a:lnTo>
                  <a:lnTo>
                    <a:pt x="4039" y="8338"/>
                  </a:lnTo>
                  <a:lnTo>
                    <a:pt x="4191" y="9400"/>
                  </a:lnTo>
                  <a:lnTo>
                    <a:pt x="5273" y="9511"/>
                  </a:lnTo>
                  <a:lnTo>
                    <a:pt x="6360" y="9622"/>
                  </a:lnTo>
                  <a:lnTo>
                    <a:pt x="7454" y="9733"/>
                  </a:lnTo>
                  <a:lnTo>
                    <a:pt x="8560" y="9846"/>
                  </a:lnTo>
                  <a:lnTo>
                    <a:pt x="9718" y="9975"/>
                  </a:lnTo>
                  <a:lnTo>
                    <a:pt x="10875" y="10104"/>
                  </a:lnTo>
                  <a:lnTo>
                    <a:pt x="12032" y="10233"/>
                  </a:lnTo>
                  <a:lnTo>
                    <a:pt x="13189" y="10362"/>
                  </a:lnTo>
                  <a:lnTo>
                    <a:pt x="14346" y="10491"/>
                  </a:lnTo>
                  <a:lnTo>
                    <a:pt x="15769" y="10633"/>
                  </a:lnTo>
                  <a:lnTo>
                    <a:pt x="17213" y="10777"/>
                  </a:lnTo>
                  <a:lnTo>
                    <a:pt x="18305" y="10913"/>
                  </a:lnTo>
                  <a:lnTo>
                    <a:pt x="19373" y="11066"/>
                  </a:lnTo>
                  <a:lnTo>
                    <a:pt x="20419" y="11237"/>
                  </a:lnTo>
                  <a:lnTo>
                    <a:pt x="21446" y="11426"/>
                  </a:lnTo>
                  <a:lnTo>
                    <a:pt x="22457" y="11633"/>
                  </a:lnTo>
                  <a:lnTo>
                    <a:pt x="23452" y="11859"/>
                  </a:lnTo>
                  <a:lnTo>
                    <a:pt x="24435" y="12104"/>
                  </a:lnTo>
                  <a:lnTo>
                    <a:pt x="25408" y="12367"/>
                  </a:lnTo>
                  <a:lnTo>
                    <a:pt x="26373" y="12650"/>
                  </a:lnTo>
                  <a:lnTo>
                    <a:pt x="27332" y="12953"/>
                  </a:lnTo>
                  <a:lnTo>
                    <a:pt x="28288" y="13275"/>
                  </a:lnTo>
                  <a:lnTo>
                    <a:pt x="29243" y="13618"/>
                  </a:lnTo>
                  <a:lnTo>
                    <a:pt x="30199" y="13981"/>
                  </a:lnTo>
                  <a:lnTo>
                    <a:pt x="31159" y="14365"/>
                  </a:lnTo>
                  <a:lnTo>
                    <a:pt x="32124" y="14771"/>
                  </a:lnTo>
                  <a:lnTo>
                    <a:pt x="33097" y="15197"/>
                  </a:lnTo>
                  <a:lnTo>
                    <a:pt x="34081" y="15645"/>
                  </a:lnTo>
                  <a:lnTo>
                    <a:pt x="35077" y="16115"/>
                  </a:lnTo>
                  <a:lnTo>
                    <a:pt x="34744" y="17113"/>
                  </a:lnTo>
                  <a:lnTo>
                    <a:pt x="34411" y="18114"/>
                  </a:lnTo>
                  <a:lnTo>
                    <a:pt x="34074" y="19123"/>
                  </a:lnTo>
                  <a:lnTo>
                    <a:pt x="33734" y="20144"/>
                  </a:lnTo>
                  <a:lnTo>
                    <a:pt x="32734" y="20540"/>
                  </a:lnTo>
                  <a:lnTo>
                    <a:pt x="31712" y="20865"/>
                  </a:lnTo>
                  <a:lnTo>
                    <a:pt x="30669" y="21125"/>
                  </a:lnTo>
                  <a:lnTo>
                    <a:pt x="29609" y="21327"/>
                  </a:lnTo>
                  <a:lnTo>
                    <a:pt x="28535" y="21476"/>
                  </a:lnTo>
                  <a:lnTo>
                    <a:pt x="27448" y="21579"/>
                  </a:lnTo>
                  <a:lnTo>
                    <a:pt x="26354" y="21643"/>
                  </a:lnTo>
                  <a:lnTo>
                    <a:pt x="25253" y="21673"/>
                  </a:lnTo>
                  <a:lnTo>
                    <a:pt x="24149" y="21677"/>
                  </a:lnTo>
                  <a:lnTo>
                    <a:pt x="23045" y="21660"/>
                  </a:lnTo>
                  <a:lnTo>
                    <a:pt x="21943" y="21628"/>
                  </a:lnTo>
                  <a:lnTo>
                    <a:pt x="20847" y="21589"/>
                  </a:lnTo>
                  <a:lnTo>
                    <a:pt x="19759" y="21548"/>
                  </a:lnTo>
                  <a:lnTo>
                    <a:pt x="18682" y="21512"/>
                  </a:lnTo>
                  <a:lnTo>
                    <a:pt x="17620" y="21486"/>
                  </a:lnTo>
                  <a:lnTo>
                    <a:pt x="17886" y="20422"/>
                  </a:lnTo>
                  <a:lnTo>
                    <a:pt x="18152" y="19356"/>
                  </a:lnTo>
                  <a:lnTo>
                    <a:pt x="18420" y="18284"/>
                  </a:lnTo>
                  <a:lnTo>
                    <a:pt x="18690" y="17205"/>
                  </a:lnTo>
                  <a:lnTo>
                    <a:pt x="18962" y="16115"/>
                  </a:lnTo>
                  <a:lnTo>
                    <a:pt x="17825" y="16198"/>
                  </a:lnTo>
                  <a:lnTo>
                    <a:pt x="16681" y="16282"/>
                  </a:lnTo>
                  <a:lnTo>
                    <a:pt x="15522" y="16367"/>
                  </a:lnTo>
                  <a:lnTo>
                    <a:pt x="14500" y="16299"/>
                  </a:lnTo>
                  <a:lnTo>
                    <a:pt x="13470" y="16205"/>
                  </a:lnTo>
                  <a:lnTo>
                    <a:pt x="12435" y="16082"/>
                  </a:lnTo>
                  <a:lnTo>
                    <a:pt x="11399" y="15927"/>
                  </a:lnTo>
                  <a:lnTo>
                    <a:pt x="10365" y="15739"/>
                  </a:lnTo>
                  <a:lnTo>
                    <a:pt x="9337" y="15515"/>
                  </a:lnTo>
                  <a:lnTo>
                    <a:pt x="8318" y="15252"/>
                  </a:lnTo>
                  <a:lnTo>
                    <a:pt x="7313" y="14948"/>
                  </a:lnTo>
                  <a:lnTo>
                    <a:pt x="6324" y="14600"/>
                  </a:lnTo>
                  <a:lnTo>
                    <a:pt x="5355" y="14207"/>
                  </a:lnTo>
                  <a:lnTo>
                    <a:pt x="4409" y="13765"/>
                  </a:lnTo>
                  <a:lnTo>
                    <a:pt x="3491" y="13272"/>
                  </a:lnTo>
                  <a:lnTo>
                    <a:pt x="2604" y="12726"/>
                  </a:lnTo>
                  <a:lnTo>
                    <a:pt x="1751" y="12124"/>
                  </a:lnTo>
                  <a:lnTo>
                    <a:pt x="936" y="11464"/>
                  </a:lnTo>
                  <a:lnTo>
                    <a:pt x="162" y="10743"/>
                  </a:lnTo>
                  <a:lnTo>
                    <a:pt x="78" y="8728"/>
                  </a:lnTo>
                  <a:lnTo>
                    <a:pt x="21" y="7093"/>
                  </a:lnTo>
                  <a:lnTo>
                    <a:pt x="0" y="5776"/>
                  </a:lnTo>
                  <a:lnTo>
                    <a:pt x="21" y="4710"/>
                  </a:lnTo>
                  <a:lnTo>
                    <a:pt x="93" y="3832"/>
                  </a:lnTo>
                  <a:lnTo>
                    <a:pt x="225" y="3077"/>
                  </a:lnTo>
                  <a:lnTo>
                    <a:pt x="424" y="2381"/>
                  </a:lnTo>
                  <a:lnTo>
                    <a:pt x="698" y="1679"/>
                  </a:lnTo>
                  <a:lnTo>
                    <a:pt x="1056" y="907"/>
                  </a:lnTo>
                  <a:lnTo>
                    <a:pt x="1505" y="0"/>
                  </a:lnTo>
                  <a:close/>
                </a:path>
              </a:pathLst>
            </a:custGeom>
            <a:solidFill>
              <a:srgbClr val="5A0B1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2" name="region 190 #2F0A0E"/>
            <p:cNvSpPr/>
            <p:nvPr/>
          </p:nvSpPr>
          <p:spPr>
            <a:xfrm>
              <a:off x="1459713" y="823135"/>
              <a:ext cx="29544" cy="26909"/>
            </a:xfrm>
            <a:custGeom>
              <a:avLst/>
              <a:gdLst/>
              <a:ahLst/>
              <a:cxnLst/>
              <a:rect l="l" t="t" r="r" b="b"/>
              <a:pathLst>
                <a:path w="29544" h="26909">
                  <a:moveTo>
                    <a:pt x="25515" y="1395"/>
                  </a:moveTo>
                  <a:lnTo>
                    <a:pt x="26313" y="2193"/>
                  </a:lnTo>
                  <a:lnTo>
                    <a:pt x="27113" y="2993"/>
                  </a:lnTo>
                  <a:lnTo>
                    <a:pt x="27917" y="3796"/>
                  </a:lnTo>
                  <a:lnTo>
                    <a:pt x="28726" y="4606"/>
                  </a:lnTo>
                  <a:lnTo>
                    <a:pt x="29544" y="5423"/>
                  </a:lnTo>
                  <a:lnTo>
                    <a:pt x="28503" y="5481"/>
                  </a:lnTo>
                  <a:lnTo>
                    <a:pt x="27463" y="5539"/>
                  </a:lnTo>
                  <a:lnTo>
                    <a:pt x="26422" y="5597"/>
                  </a:lnTo>
                  <a:lnTo>
                    <a:pt x="25381" y="5655"/>
                  </a:lnTo>
                  <a:lnTo>
                    <a:pt x="24339" y="5712"/>
                  </a:lnTo>
                  <a:lnTo>
                    <a:pt x="23297" y="5770"/>
                  </a:lnTo>
                  <a:lnTo>
                    <a:pt x="22254" y="5828"/>
                  </a:lnTo>
                  <a:lnTo>
                    <a:pt x="21210" y="5886"/>
                  </a:lnTo>
                  <a:lnTo>
                    <a:pt x="20165" y="5944"/>
                  </a:lnTo>
                  <a:lnTo>
                    <a:pt x="19119" y="6002"/>
                  </a:lnTo>
                  <a:lnTo>
                    <a:pt x="18072" y="6061"/>
                  </a:lnTo>
                  <a:lnTo>
                    <a:pt x="17024" y="6119"/>
                  </a:lnTo>
                  <a:lnTo>
                    <a:pt x="15974" y="6177"/>
                  </a:lnTo>
                  <a:lnTo>
                    <a:pt x="14923" y="6236"/>
                  </a:lnTo>
                  <a:lnTo>
                    <a:pt x="13870" y="6294"/>
                  </a:lnTo>
                  <a:lnTo>
                    <a:pt x="12815" y="6353"/>
                  </a:lnTo>
                  <a:lnTo>
                    <a:pt x="11759" y="6411"/>
                  </a:lnTo>
                  <a:lnTo>
                    <a:pt x="10700" y="6470"/>
                  </a:lnTo>
                  <a:lnTo>
                    <a:pt x="9639" y="6529"/>
                  </a:lnTo>
                  <a:lnTo>
                    <a:pt x="8576" y="6588"/>
                  </a:lnTo>
                  <a:lnTo>
                    <a:pt x="7510" y="6647"/>
                  </a:lnTo>
                  <a:lnTo>
                    <a:pt x="6442" y="6707"/>
                  </a:lnTo>
                  <a:lnTo>
                    <a:pt x="5372" y="6766"/>
                  </a:lnTo>
                  <a:lnTo>
                    <a:pt x="5372" y="7816"/>
                  </a:lnTo>
                  <a:lnTo>
                    <a:pt x="5372" y="8866"/>
                  </a:lnTo>
                  <a:lnTo>
                    <a:pt x="5372" y="9916"/>
                  </a:lnTo>
                  <a:lnTo>
                    <a:pt x="5372" y="10966"/>
                  </a:lnTo>
                  <a:lnTo>
                    <a:pt x="5372" y="12018"/>
                  </a:lnTo>
                  <a:lnTo>
                    <a:pt x="5372" y="13070"/>
                  </a:lnTo>
                  <a:lnTo>
                    <a:pt x="5372" y="14123"/>
                  </a:lnTo>
                  <a:lnTo>
                    <a:pt x="5372" y="15178"/>
                  </a:lnTo>
                  <a:lnTo>
                    <a:pt x="5372" y="16234"/>
                  </a:lnTo>
                  <a:lnTo>
                    <a:pt x="5372" y="17291"/>
                  </a:lnTo>
                  <a:lnTo>
                    <a:pt x="5372" y="18351"/>
                  </a:lnTo>
                  <a:lnTo>
                    <a:pt x="5372" y="19412"/>
                  </a:lnTo>
                  <a:lnTo>
                    <a:pt x="5372" y="20475"/>
                  </a:lnTo>
                  <a:lnTo>
                    <a:pt x="5372" y="21541"/>
                  </a:lnTo>
                  <a:lnTo>
                    <a:pt x="5372" y="22609"/>
                  </a:lnTo>
                  <a:lnTo>
                    <a:pt x="5372" y="23680"/>
                  </a:lnTo>
                  <a:lnTo>
                    <a:pt x="5372" y="24753"/>
                  </a:lnTo>
                  <a:lnTo>
                    <a:pt x="5372" y="25830"/>
                  </a:lnTo>
                  <a:lnTo>
                    <a:pt x="5372" y="26909"/>
                  </a:lnTo>
                  <a:lnTo>
                    <a:pt x="4447" y="25936"/>
                  </a:lnTo>
                  <a:lnTo>
                    <a:pt x="3650" y="24994"/>
                  </a:lnTo>
                  <a:lnTo>
                    <a:pt x="2971" y="24076"/>
                  </a:lnTo>
                  <a:lnTo>
                    <a:pt x="2400" y="23174"/>
                  </a:lnTo>
                  <a:lnTo>
                    <a:pt x="1928" y="22279"/>
                  </a:lnTo>
                  <a:lnTo>
                    <a:pt x="1543" y="21382"/>
                  </a:lnTo>
                  <a:lnTo>
                    <a:pt x="1237" y="20476"/>
                  </a:lnTo>
                  <a:lnTo>
                    <a:pt x="1000" y="19552"/>
                  </a:lnTo>
                  <a:lnTo>
                    <a:pt x="821" y="18602"/>
                  </a:lnTo>
                  <a:lnTo>
                    <a:pt x="691" y="17617"/>
                  </a:lnTo>
                  <a:lnTo>
                    <a:pt x="599" y="16590"/>
                  </a:lnTo>
                  <a:lnTo>
                    <a:pt x="536" y="15511"/>
                  </a:lnTo>
                  <a:lnTo>
                    <a:pt x="491" y="14373"/>
                  </a:lnTo>
                  <a:lnTo>
                    <a:pt x="456" y="13167"/>
                  </a:lnTo>
                  <a:lnTo>
                    <a:pt x="419" y="11885"/>
                  </a:lnTo>
                  <a:lnTo>
                    <a:pt x="351" y="10372"/>
                  </a:lnTo>
                  <a:lnTo>
                    <a:pt x="281" y="8836"/>
                  </a:lnTo>
                  <a:lnTo>
                    <a:pt x="235" y="7773"/>
                  </a:lnTo>
                  <a:lnTo>
                    <a:pt x="192" y="6710"/>
                  </a:lnTo>
                  <a:lnTo>
                    <a:pt x="150" y="5647"/>
                  </a:lnTo>
                  <a:lnTo>
                    <a:pt x="111" y="4584"/>
                  </a:lnTo>
                  <a:lnTo>
                    <a:pt x="73" y="3521"/>
                  </a:lnTo>
                  <a:lnTo>
                    <a:pt x="36" y="2458"/>
                  </a:lnTo>
                  <a:lnTo>
                    <a:pt x="0" y="1395"/>
                  </a:lnTo>
                  <a:lnTo>
                    <a:pt x="1082" y="1308"/>
                  </a:lnTo>
                  <a:lnTo>
                    <a:pt x="2163" y="1222"/>
                  </a:lnTo>
                  <a:lnTo>
                    <a:pt x="3245" y="1136"/>
                  </a:lnTo>
                  <a:lnTo>
                    <a:pt x="4327" y="1052"/>
                  </a:lnTo>
                  <a:lnTo>
                    <a:pt x="5409" y="968"/>
                  </a:lnTo>
                  <a:lnTo>
                    <a:pt x="6490" y="885"/>
                  </a:lnTo>
                  <a:lnTo>
                    <a:pt x="7572" y="802"/>
                  </a:lnTo>
                  <a:lnTo>
                    <a:pt x="8654" y="721"/>
                  </a:lnTo>
                  <a:lnTo>
                    <a:pt x="9736" y="640"/>
                  </a:lnTo>
                  <a:lnTo>
                    <a:pt x="11113" y="526"/>
                  </a:lnTo>
                  <a:lnTo>
                    <a:pt x="12511" y="412"/>
                  </a:lnTo>
                  <a:lnTo>
                    <a:pt x="14600" y="261"/>
                  </a:lnTo>
                  <a:lnTo>
                    <a:pt x="16356" y="140"/>
                  </a:lnTo>
                  <a:lnTo>
                    <a:pt x="17824" y="55"/>
                  </a:lnTo>
                  <a:lnTo>
                    <a:pt x="19049" y="7"/>
                  </a:lnTo>
                  <a:lnTo>
                    <a:pt x="20075" y="0"/>
                  </a:lnTo>
                  <a:lnTo>
                    <a:pt x="20950" y="38"/>
                  </a:lnTo>
                  <a:lnTo>
                    <a:pt x="21716" y="124"/>
                  </a:lnTo>
                  <a:lnTo>
                    <a:pt x="22420" y="262"/>
                  </a:lnTo>
                  <a:lnTo>
                    <a:pt x="23107" y="454"/>
                  </a:lnTo>
                  <a:lnTo>
                    <a:pt x="23822" y="705"/>
                  </a:lnTo>
                  <a:lnTo>
                    <a:pt x="24609" y="1017"/>
                  </a:lnTo>
                  <a:lnTo>
                    <a:pt x="25515" y="1395"/>
                  </a:lnTo>
                  <a:close/>
                </a:path>
              </a:pathLst>
            </a:custGeom>
            <a:solidFill>
              <a:srgbClr val="2F0A0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3" name="region 191 #B8D8EC"/>
            <p:cNvSpPr/>
            <p:nvPr/>
          </p:nvSpPr>
          <p:spPr>
            <a:xfrm>
              <a:off x="2466115" y="673903"/>
              <a:ext cx="37018" cy="99597"/>
            </a:xfrm>
            <a:custGeom>
              <a:avLst/>
              <a:gdLst/>
              <a:ahLst/>
              <a:cxnLst/>
              <a:rect l="l" t="t" r="r" b="b"/>
              <a:pathLst>
                <a:path w="37018" h="99597">
                  <a:moveTo>
                    <a:pt x="37018" y="224"/>
                  </a:moveTo>
                  <a:lnTo>
                    <a:pt x="37018" y="890"/>
                  </a:lnTo>
                  <a:lnTo>
                    <a:pt x="37018" y="1567"/>
                  </a:lnTo>
                  <a:lnTo>
                    <a:pt x="35890" y="1727"/>
                  </a:lnTo>
                  <a:lnTo>
                    <a:pt x="34756" y="1887"/>
                  </a:lnTo>
                  <a:lnTo>
                    <a:pt x="33614" y="2048"/>
                  </a:lnTo>
                  <a:lnTo>
                    <a:pt x="32459" y="2211"/>
                  </a:lnTo>
                  <a:lnTo>
                    <a:pt x="31273" y="2401"/>
                  </a:lnTo>
                  <a:lnTo>
                    <a:pt x="30087" y="2591"/>
                  </a:lnTo>
                  <a:lnTo>
                    <a:pt x="28900" y="2781"/>
                  </a:lnTo>
                  <a:lnTo>
                    <a:pt x="27714" y="2971"/>
                  </a:lnTo>
                  <a:lnTo>
                    <a:pt x="26528" y="3162"/>
                  </a:lnTo>
                  <a:lnTo>
                    <a:pt x="25781" y="3264"/>
                  </a:lnTo>
                  <a:lnTo>
                    <a:pt x="23524" y="3573"/>
                  </a:lnTo>
                  <a:lnTo>
                    <a:pt x="22206" y="3797"/>
                  </a:lnTo>
                  <a:lnTo>
                    <a:pt x="21006" y="4019"/>
                  </a:lnTo>
                  <a:lnTo>
                    <a:pt x="19908" y="4259"/>
                  </a:lnTo>
                  <a:lnTo>
                    <a:pt x="18898" y="4536"/>
                  </a:lnTo>
                  <a:lnTo>
                    <a:pt x="17960" y="4868"/>
                  </a:lnTo>
                  <a:lnTo>
                    <a:pt x="17079" y="5275"/>
                  </a:lnTo>
                  <a:lnTo>
                    <a:pt x="16240" y="5776"/>
                  </a:lnTo>
                  <a:lnTo>
                    <a:pt x="15428" y="6390"/>
                  </a:lnTo>
                  <a:lnTo>
                    <a:pt x="14627" y="7137"/>
                  </a:lnTo>
                  <a:lnTo>
                    <a:pt x="13822" y="8035"/>
                  </a:lnTo>
                  <a:lnTo>
                    <a:pt x="12998" y="9104"/>
                  </a:lnTo>
                  <a:lnTo>
                    <a:pt x="12505" y="10164"/>
                  </a:lnTo>
                  <a:lnTo>
                    <a:pt x="12008" y="11230"/>
                  </a:lnTo>
                  <a:lnTo>
                    <a:pt x="11504" y="12310"/>
                  </a:lnTo>
                  <a:lnTo>
                    <a:pt x="10171" y="12310"/>
                  </a:lnTo>
                  <a:lnTo>
                    <a:pt x="8818" y="12310"/>
                  </a:lnTo>
                  <a:lnTo>
                    <a:pt x="8645" y="12877"/>
                  </a:lnTo>
                  <a:lnTo>
                    <a:pt x="8341" y="13878"/>
                  </a:lnTo>
                  <a:lnTo>
                    <a:pt x="7643" y="16170"/>
                  </a:lnTo>
                  <a:lnTo>
                    <a:pt x="7076" y="17732"/>
                  </a:lnTo>
                  <a:lnTo>
                    <a:pt x="6620" y="18900"/>
                  </a:lnTo>
                  <a:lnTo>
                    <a:pt x="6203" y="19795"/>
                  </a:lnTo>
                  <a:lnTo>
                    <a:pt x="5750" y="20538"/>
                  </a:lnTo>
                  <a:lnTo>
                    <a:pt x="5188" y="21248"/>
                  </a:lnTo>
                  <a:lnTo>
                    <a:pt x="4445" y="22046"/>
                  </a:lnTo>
                  <a:lnTo>
                    <a:pt x="3446" y="23053"/>
                  </a:lnTo>
                  <a:lnTo>
                    <a:pt x="3326" y="24260"/>
                  </a:lnTo>
                  <a:lnTo>
                    <a:pt x="3241" y="25200"/>
                  </a:lnTo>
                  <a:lnTo>
                    <a:pt x="3185" y="26002"/>
                  </a:lnTo>
                  <a:lnTo>
                    <a:pt x="3152" y="26792"/>
                  </a:lnTo>
                  <a:lnTo>
                    <a:pt x="3137" y="27701"/>
                  </a:lnTo>
                  <a:lnTo>
                    <a:pt x="3135" y="28855"/>
                  </a:lnTo>
                  <a:lnTo>
                    <a:pt x="3141" y="30384"/>
                  </a:lnTo>
                  <a:lnTo>
                    <a:pt x="3141" y="30887"/>
                  </a:lnTo>
                  <a:lnTo>
                    <a:pt x="3141" y="31539"/>
                  </a:lnTo>
                  <a:lnTo>
                    <a:pt x="3141" y="32774"/>
                  </a:lnTo>
                  <a:lnTo>
                    <a:pt x="3141" y="35027"/>
                  </a:lnTo>
                  <a:lnTo>
                    <a:pt x="3152" y="36274"/>
                  </a:lnTo>
                  <a:lnTo>
                    <a:pt x="3163" y="37525"/>
                  </a:lnTo>
                  <a:lnTo>
                    <a:pt x="3174" y="38785"/>
                  </a:lnTo>
                  <a:lnTo>
                    <a:pt x="3184" y="40059"/>
                  </a:lnTo>
                  <a:lnTo>
                    <a:pt x="3187" y="41331"/>
                  </a:lnTo>
                  <a:lnTo>
                    <a:pt x="3190" y="42608"/>
                  </a:lnTo>
                  <a:lnTo>
                    <a:pt x="3192" y="43895"/>
                  </a:lnTo>
                  <a:lnTo>
                    <a:pt x="3195" y="45196"/>
                  </a:lnTo>
                  <a:lnTo>
                    <a:pt x="3198" y="46236"/>
                  </a:lnTo>
                  <a:lnTo>
                    <a:pt x="3202" y="47276"/>
                  </a:lnTo>
                  <a:lnTo>
                    <a:pt x="3206" y="48317"/>
                  </a:lnTo>
                  <a:lnTo>
                    <a:pt x="3210" y="49357"/>
                  </a:lnTo>
                  <a:lnTo>
                    <a:pt x="3215" y="50397"/>
                  </a:lnTo>
                  <a:lnTo>
                    <a:pt x="3220" y="51437"/>
                  </a:lnTo>
                  <a:lnTo>
                    <a:pt x="3225" y="52478"/>
                  </a:lnTo>
                  <a:lnTo>
                    <a:pt x="3231" y="53518"/>
                  </a:lnTo>
                  <a:lnTo>
                    <a:pt x="3237" y="54558"/>
                  </a:lnTo>
                  <a:lnTo>
                    <a:pt x="3243" y="55599"/>
                  </a:lnTo>
                  <a:lnTo>
                    <a:pt x="3249" y="56639"/>
                  </a:lnTo>
                  <a:lnTo>
                    <a:pt x="3256" y="57679"/>
                  </a:lnTo>
                  <a:lnTo>
                    <a:pt x="3262" y="58720"/>
                  </a:lnTo>
                  <a:lnTo>
                    <a:pt x="3268" y="59781"/>
                  </a:lnTo>
                  <a:lnTo>
                    <a:pt x="3274" y="60843"/>
                  </a:lnTo>
                  <a:lnTo>
                    <a:pt x="3279" y="61905"/>
                  </a:lnTo>
                  <a:lnTo>
                    <a:pt x="3283" y="62966"/>
                  </a:lnTo>
                  <a:lnTo>
                    <a:pt x="3288" y="64028"/>
                  </a:lnTo>
                  <a:lnTo>
                    <a:pt x="3292" y="65089"/>
                  </a:lnTo>
                  <a:lnTo>
                    <a:pt x="3295" y="66151"/>
                  </a:lnTo>
                  <a:lnTo>
                    <a:pt x="3299" y="67212"/>
                  </a:lnTo>
                  <a:lnTo>
                    <a:pt x="3302" y="68274"/>
                  </a:lnTo>
                  <a:lnTo>
                    <a:pt x="3305" y="69335"/>
                  </a:lnTo>
                  <a:lnTo>
                    <a:pt x="3309" y="70396"/>
                  </a:lnTo>
                  <a:lnTo>
                    <a:pt x="3312" y="71458"/>
                  </a:lnTo>
                  <a:lnTo>
                    <a:pt x="3315" y="72519"/>
                  </a:lnTo>
                  <a:lnTo>
                    <a:pt x="3318" y="73561"/>
                  </a:lnTo>
                  <a:lnTo>
                    <a:pt x="3322" y="74602"/>
                  </a:lnTo>
                  <a:lnTo>
                    <a:pt x="3326" y="75643"/>
                  </a:lnTo>
                  <a:lnTo>
                    <a:pt x="3329" y="76685"/>
                  </a:lnTo>
                  <a:lnTo>
                    <a:pt x="3333" y="77726"/>
                  </a:lnTo>
                  <a:lnTo>
                    <a:pt x="3338" y="78768"/>
                  </a:lnTo>
                  <a:lnTo>
                    <a:pt x="3342" y="79809"/>
                  </a:lnTo>
                  <a:lnTo>
                    <a:pt x="3346" y="80851"/>
                  </a:lnTo>
                  <a:lnTo>
                    <a:pt x="3351" y="81892"/>
                  </a:lnTo>
                  <a:lnTo>
                    <a:pt x="3356" y="82934"/>
                  </a:lnTo>
                  <a:lnTo>
                    <a:pt x="3360" y="83975"/>
                  </a:lnTo>
                  <a:lnTo>
                    <a:pt x="3365" y="85017"/>
                  </a:lnTo>
                  <a:lnTo>
                    <a:pt x="3370" y="86058"/>
                  </a:lnTo>
                  <a:lnTo>
                    <a:pt x="3376" y="87100"/>
                  </a:lnTo>
                  <a:lnTo>
                    <a:pt x="3381" y="88141"/>
                  </a:lnTo>
                  <a:lnTo>
                    <a:pt x="3386" y="89183"/>
                  </a:lnTo>
                  <a:lnTo>
                    <a:pt x="3392" y="90224"/>
                  </a:lnTo>
                  <a:lnTo>
                    <a:pt x="3397" y="91266"/>
                  </a:lnTo>
                  <a:lnTo>
                    <a:pt x="3403" y="92307"/>
                  </a:lnTo>
                  <a:lnTo>
                    <a:pt x="3409" y="93348"/>
                  </a:lnTo>
                  <a:lnTo>
                    <a:pt x="3415" y="94390"/>
                  </a:lnTo>
                  <a:lnTo>
                    <a:pt x="3421" y="95431"/>
                  </a:lnTo>
                  <a:lnTo>
                    <a:pt x="3427" y="96473"/>
                  </a:lnTo>
                  <a:lnTo>
                    <a:pt x="3433" y="97514"/>
                  </a:lnTo>
                  <a:lnTo>
                    <a:pt x="3440" y="98556"/>
                  </a:lnTo>
                  <a:lnTo>
                    <a:pt x="3446" y="99597"/>
                  </a:lnTo>
                  <a:lnTo>
                    <a:pt x="2113" y="99597"/>
                  </a:lnTo>
                  <a:lnTo>
                    <a:pt x="761" y="99597"/>
                  </a:lnTo>
                  <a:lnTo>
                    <a:pt x="744" y="98531"/>
                  </a:lnTo>
                  <a:lnTo>
                    <a:pt x="728" y="97466"/>
                  </a:lnTo>
                  <a:lnTo>
                    <a:pt x="712" y="96400"/>
                  </a:lnTo>
                  <a:lnTo>
                    <a:pt x="696" y="95334"/>
                  </a:lnTo>
                  <a:lnTo>
                    <a:pt x="681" y="94269"/>
                  </a:lnTo>
                  <a:lnTo>
                    <a:pt x="665" y="93203"/>
                  </a:lnTo>
                  <a:lnTo>
                    <a:pt x="651" y="92137"/>
                  </a:lnTo>
                  <a:lnTo>
                    <a:pt x="636" y="91072"/>
                  </a:lnTo>
                  <a:lnTo>
                    <a:pt x="622" y="90006"/>
                  </a:lnTo>
                  <a:lnTo>
                    <a:pt x="608" y="88940"/>
                  </a:lnTo>
                  <a:lnTo>
                    <a:pt x="594" y="87875"/>
                  </a:lnTo>
                  <a:lnTo>
                    <a:pt x="581" y="86809"/>
                  </a:lnTo>
                  <a:lnTo>
                    <a:pt x="568" y="85743"/>
                  </a:lnTo>
                  <a:lnTo>
                    <a:pt x="555" y="84678"/>
                  </a:lnTo>
                  <a:lnTo>
                    <a:pt x="543" y="83612"/>
                  </a:lnTo>
                  <a:lnTo>
                    <a:pt x="531" y="82546"/>
                  </a:lnTo>
                  <a:lnTo>
                    <a:pt x="519" y="81481"/>
                  </a:lnTo>
                  <a:lnTo>
                    <a:pt x="508" y="80415"/>
                  </a:lnTo>
                  <a:lnTo>
                    <a:pt x="497" y="79349"/>
                  </a:lnTo>
                  <a:lnTo>
                    <a:pt x="486" y="78284"/>
                  </a:lnTo>
                  <a:lnTo>
                    <a:pt x="476" y="77218"/>
                  </a:lnTo>
                  <a:lnTo>
                    <a:pt x="466" y="76152"/>
                  </a:lnTo>
                  <a:lnTo>
                    <a:pt x="456" y="75087"/>
                  </a:lnTo>
                  <a:lnTo>
                    <a:pt x="447" y="74021"/>
                  </a:lnTo>
                  <a:lnTo>
                    <a:pt x="438" y="72955"/>
                  </a:lnTo>
                  <a:lnTo>
                    <a:pt x="429" y="71890"/>
                  </a:lnTo>
                  <a:lnTo>
                    <a:pt x="421" y="70824"/>
                  </a:lnTo>
                  <a:lnTo>
                    <a:pt x="413" y="69758"/>
                  </a:lnTo>
                  <a:lnTo>
                    <a:pt x="404" y="68692"/>
                  </a:lnTo>
                  <a:lnTo>
                    <a:pt x="396" y="67626"/>
                  </a:lnTo>
                  <a:lnTo>
                    <a:pt x="386" y="66559"/>
                  </a:lnTo>
                  <a:lnTo>
                    <a:pt x="377" y="65493"/>
                  </a:lnTo>
                  <a:lnTo>
                    <a:pt x="366" y="64427"/>
                  </a:lnTo>
                  <a:lnTo>
                    <a:pt x="355" y="63361"/>
                  </a:lnTo>
                  <a:lnTo>
                    <a:pt x="343" y="62295"/>
                  </a:lnTo>
                  <a:lnTo>
                    <a:pt x="330" y="61229"/>
                  </a:lnTo>
                  <a:lnTo>
                    <a:pt x="317" y="60163"/>
                  </a:lnTo>
                  <a:lnTo>
                    <a:pt x="303" y="59096"/>
                  </a:lnTo>
                  <a:lnTo>
                    <a:pt x="288" y="58030"/>
                  </a:lnTo>
                  <a:lnTo>
                    <a:pt x="271" y="56964"/>
                  </a:lnTo>
                  <a:lnTo>
                    <a:pt x="254" y="55898"/>
                  </a:lnTo>
                  <a:lnTo>
                    <a:pt x="237" y="54834"/>
                  </a:lnTo>
                  <a:lnTo>
                    <a:pt x="222" y="53769"/>
                  </a:lnTo>
                  <a:lnTo>
                    <a:pt x="208" y="52704"/>
                  </a:lnTo>
                  <a:lnTo>
                    <a:pt x="195" y="51640"/>
                  </a:lnTo>
                  <a:lnTo>
                    <a:pt x="183" y="50575"/>
                  </a:lnTo>
                  <a:lnTo>
                    <a:pt x="173" y="49510"/>
                  </a:lnTo>
                  <a:lnTo>
                    <a:pt x="163" y="48446"/>
                  </a:lnTo>
                  <a:lnTo>
                    <a:pt x="154" y="47381"/>
                  </a:lnTo>
                  <a:lnTo>
                    <a:pt x="145" y="46316"/>
                  </a:lnTo>
                  <a:lnTo>
                    <a:pt x="138" y="45252"/>
                  </a:lnTo>
                  <a:lnTo>
                    <a:pt x="130" y="44187"/>
                  </a:lnTo>
                  <a:lnTo>
                    <a:pt x="124" y="43122"/>
                  </a:lnTo>
                  <a:lnTo>
                    <a:pt x="117" y="42057"/>
                  </a:lnTo>
                  <a:lnTo>
                    <a:pt x="111" y="40992"/>
                  </a:lnTo>
                  <a:lnTo>
                    <a:pt x="105" y="39927"/>
                  </a:lnTo>
                  <a:lnTo>
                    <a:pt x="79" y="38696"/>
                  </a:lnTo>
                  <a:lnTo>
                    <a:pt x="53" y="37460"/>
                  </a:lnTo>
                  <a:lnTo>
                    <a:pt x="27" y="36214"/>
                  </a:lnTo>
                  <a:lnTo>
                    <a:pt x="0" y="34955"/>
                  </a:lnTo>
                  <a:lnTo>
                    <a:pt x="7" y="33750"/>
                  </a:lnTo>
                  <a:lnTo>
                    <a:pt x="29" y="32575"/>
                  </a:lnTo>
                  <a:lnTo>
                    <a:pt x="68" y="31428"/>
                  </a:lnTo>
                  <a:lnTo>
                    <a:pt x="125" y="30307"/>
                  </a:lnTo>
                  <a:lnTo>
                    <a:pt x="200" y="29212"/>
                  </a:lnTo>
                  <a:lnTo>
                    <a:pt x="296" y="28139"/>
                  </a:lnTo>
                  <a:lnTo>
                    <a:pt x="412" y="27087"/>
                  </a:lnTo>
                  <a:lnTo>
                    <a:pt x="552" y="26054"/>
                  </a:lnTo>
                  <a:lnTo>
                    <a:pt x="714" y="25038"/>
                  </a:lnTo>
                  <a:lnTo>
                    <a:pt x="902" y="24038"/>
                  </a:lnTo>
                  <a:lnTo>
                    <a:pt x="1115" y="23051"/>
                  </a:lnTo>
                  <a:lnTo>
                    <a:pt x="1355" y="22076"/>
                  </a:lnTo>
                  <a:lnTo>
                    <a:pt x="1624" y="21110"/>
                  </a:lnTo>
                  <a:lnTo>
                    <a:pt x="1922" y="20153"/>
                  </a:lnTo>
                  <a:lnTo>
                    <a:pt x="2251" y="19202"/>
                  </a:lnTo>
                  <a:lnTo>
                    <a:pt x="2611" y="18255"/>
                  </a:lnTo>
                  <a:lnTo>
                    <a:pt x="3004" y="17311"/>
                  </a:lnTo>
                  <a:lnTo>
                    <a:pt x="3432" y="16367"/>
                  </a:lnTo>
                  <a:lnTo>
                    <a:pt x="3894" y="15422"/>
                  </a:lnTo>
                  <a:lnTo>
                    <a:pt x="4393" y="14474"/>
                  </a:lnTo>
                  <a:lnTo>
                    <a:pt x="4930" y="13521"/>
                  </a:lnTo>
                  <a:lnTo>
                    <a:pt x="5505" y="12562"/>
                  </a:lnTo>
                  <a:lnTo>
                    <a:pt x="6120" y="11593"/>
                  </a:lnTo>
                  <a:lnTo>
                    <a:pt x="6776" y="10615"/>
                  </a:lnTo>
                  <a:lnTo>
                    <a:pt x="7475" y="9624"/>
                  </a:lnTo>
                  <a:lnTo>
                    <a:pt x="8808" y="9624"/>
                  </a:lnTo>
                  <a:lnTo>
                    <a:pt x="10161" y="9624"/>
                  </a:lnTo>
                  <a:lnTo>
                    <a:pt x="10161" y="8293"/>
                  </a:lnTo>
                  <a:lnTo>
                    <a:pt x="10161" y="6953"/>
                  </a:lnTo>
                  <a:lnTo>
                    <a:pt x="10161" y="5595"/>
                  </a:lnTo>
                  <a:lnTo>
                    <a:pt x="11205" y="4971"/>
                  </a:lnTo>
                  <a:lnTo>
                    <a:pt x="12233" y="4391"/>
                  </a:lnTo>
                  <a:lnTo>
                    <a:pt x="13247" y="3854"/>
                  </a:lnTo>
                  <a:lnTo>
                    <a:pt x="14250" y="3360"/>
                  </a:lnTo>
                  <a:lnTo>
                    <a:pt x="15242" y="2906"/>
                  </a:lnTo>
                  <a:lnTo>
                    <a:pt x="16226" y="2492"/>
                  </a:lnTo>
                  <a:lnTo>
                    <a:pt x="17204" y="2115"/>
                  </a:lnTo>
                  <a:lnTo>
                    <a:pt x="18177" y="1774"/>
                  </a:lnTo>
                  <a:lnTo>
                    <a:pt x="19147" y="1469"/>
                  </a:lnTo>
                  <a:lnTo>
                    <a:pt x="20117" y="1196"/>
                  </a:lnTo>
                  <a:lnTo>
                    <a:pt x="21087" y="956"/>
                  </a:lnTo>
                  <a:lnTo>
                    <a:pt x="22061" y="747"/>
                  </a:lnTo>
                  <a:lnTo>
                    <a:pt x="23039" y="566"/>
                  </a:lnTo>
                  <a:lnTo>
                    <a:pt x="24023" y="414"/>
                  </a:lnTo>
                  <a:lnTo>
                    <a:pt x="25016" y="287"/>
                  </a:lnTo>
                  <a:lnTo>
                    <a:pt x="26019" y="186"/>
                  </a:lnTo>
                  <a:lnTo>
                    <a:pt x="27034" y="108"/>
                  </a:lnTo>
                  <a:lnTo>
                    <a:pt x="28063" y="52"/>
                  </a:lnTo>
                  <a:lnTo>
                    <a:pt x="29108" y="16"/>
                  </a:lnTo>
                  <a:lnTo>
                    <a:pt x="30170" y="0"/>
                  </a:lnTo>
                  <a:lnTo>
                    <a:pt x="31252" y="1"/>
                  </a:lnTo>
                  <a:lnTo>
                    <a:pt x="32355" y="19"/>
                  </a:lnTo>
                  <a:lnTo>
                    <a:pt x="33482" y="51"/>
                  </a:lnTo>
                  <a:lnTo>
                    <a:pt x="34633" y="97"/>
                  </a:lnTo>
                  <a:lnTo>
                    <a:pt x="35811" y="155"/>
                  </a:lnTo>
                  <a:lnTo>
                    <a:pt x="37018" y="224"/>
                  </a:lnTo>
                  <a:close/>
                </a:path>
              </a:pathLst>
            </a:custGeom>
            <a:solidFill>
              <a:srgbClr val="B8D8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4" name="region 192 #627283"/>
            <p:cNvSpPr/>
            <p:nvPr/>
          </p:nvSpPr>
          <p:spPr>
            <a:xfrm>
              <a:off x="174574" y="476723"/>
              <a:ext cx="24172" cy="29599"/>
            </a:xfrm>
            <a:custGeom>
              <a:avLst/>
              <a:gdLst/>
              <a:ahLst/>
              <a:cxnLst/>
              <a:rect l="l" t="t" r="r" b="b"/>
              <a:pathLst>
                <a:path w="24172" h="29599">
                  <a:moveTo>
                    <a:pt x="0" y="0"/>
                  </a:moveTo>
                  <a:lnTo>
                    <a:pt x="1083" y="471"/>
                  </a:lnTo>
                  <a:lnTo>
                    <a:pt x="2082" y="957"/>
                  </a:lnTo>
                  <a:lnTo>
                    <a:pt x="3006" y="1464"/>
                  </a:lnTo>
                  <a:lnTo>
                    <a:pt x="3865" y="1998"/>
                  </a:lnTo>
                  <a:lnTo>
                    <a:pt x="4667" y="2566"/>
                  </a:lnTo>
                  <a:lnTo>
                    <a:pt x="5420" y="3176"/>
                  </a:lnTo>
                  <a:lnTo>
                    <a:pt x="6133" y="3832"/>
                  </a:lnTo>
                  <a:lnTo>
                    <a:pt x="6815" y="4543"/>
                  </a:lnTo>
                  <a:lnTo>
                    <a:pt x="7474" y="5314"/>
                  </a:lnTo>
                  <a:lnTo>
                    <a:pt x="8119" y="6152"/>
                  </a:lnTo>
                  <a:lnTo>
                    <a:pt x="8758" y="7065"/>
                  </a:lnTo>
                  <a:lnTo>
                    <a:pt x="9400" y="8057"/>
                  </a:lnTo>
                  <a:lnTo>
                    <a:pt x="9400" y="9390"/>
                  </a:lnTo>
                  <a:lnTo>
                    <a:pt x="9400" y="10743"/>
                  </a:lnTo>
                  <a:lnTo>
                    <a:pt x="10398" y="11076"/>
                  </a:lnTo>
                  <a:lnTo>
                    <a:pt x="11400" y="11409"/>
                  </a:lnTo>
                  <a:lnTo>
                    <a:pt x="12409" y="11746"/>
                  </a:lnTo>
                  <a:lnTo>
                    <a:pt x="13429" y="12086"/>
                  </a:lnTo>
                  <a:lnTo>
                    <a:pt x="13907" y="13063"/>
                  </a:lnTo>
                  <a:lnTo>
                    <a:pt x="14387" y="14043"/>
                  </a:lnTo>
                  <a:lnTo>
                    <a:pt x="14871" y="15032"/>
                  </a:lnTo>
                  <a:lnTo>
                    <a:pt x="15360" y="16031"/>
                  </a:lnTo>
                  <a:lnTo>
                    <a:pt x="16002" y="17248"/>
                  </a:lnTo>
                  <a:lnTo>
                    <a:pt x="16589" y="18260"/>
                  </a:lnTo>
                  <a:lnTo>
                    <a:pt x="17152" y="19099"/>
                  </a:lnTo>
                  <a:lnTo>
                    <a:pt x="17719" y="19798"/>
                  </a:lnTo>
                  <a:lnTo>
                    <a:pt x="18319" y="20388"/>
                  </a:lnTo>
                  <a:lnTo>
                    <a:pt x="18981" y="20902"/>
                  </a:lnTo>
                  <a:lnTo>
                    <a:pt x="19734" y="21371"/>
                  </a:lnTo>
                  <a:lnTo>
                    <a:pt x="20607" y="21827"/>
                  </a:lnTo>
                  <a:lnTo>
                    <a:pt x="21629" y="22302"/>
                  </a:lnTo>
                  <a:lnTo>
                    <a:pt x="22829" y="22829"/>
                  </a:lnTo>
                  <a:lnTo>
                    <a:pt x="23162" y="23827"/>
                  </a:lnTo>
                  <a:lnTo>
                    <a:pt x="23496" y="24828"/>
                  </a:lnTo>
                  <a:lnTo>
                    <a:pt x="23832" y="25837"/>
                  </a:lnTo>
                  <a:lnTo>
                    <a:pt x="24172" y="26858"/>
                  </a:lnTo>
                  <a:lnTo>
                    <a:pt x="23105" y="27331"/>
                  </a:lnTo>
                  <a:lnTo>
                    <a:pt x="22071" y="27758"/>
                  </a:lnTo>
                  <a:lnTo>
                    <a:pt x="21063" y="28139"/>
                  </a:lnTo>
                  <a:lnTo>
                    <a:pt x="20074" y="28475"/>
                  </a:lnTo>
                  <a:lnTo>
                    <a:pt x="19096" y="28766"/>
                  </a:lnTo>
                  <a:lnTo>
                    <a:pt x="18122" y="29012"/>
                  </a:lnTo>
                  <a:lnTo>
                    <a:pt x="17142" y="29215"/>
                  </a:lnTo>
                  <a:lnTo>
                    <a:pt x="16151" y="29374"/>
                  </a:lnTo>
                  <a:lnTo>
                    <a:pt x="15140" y="29491"/>
                  </a:lnTo>
                  <a:lnTo>
                    <a:pt x="14101" y="29566"/>
                  </a:lnTo>
                  <a:lnTo>
                    <a:pt x="13027" y="29599"/>
                  </a:lnTo>
                  <a:lnTo>
                    <a:pt x="11911" y="29592"/>
                  </a:lnTo>
                  <a:lnTo>
                    <a:pt x="10743" y="29543"/>
                  </a:lnTo>
                  <a:lnTo>
                    <a:pt x="10202" y="28336"/>
                  </a:lnTo>
                  <a:lnTo>
                    <a:pt x="9653" y="27110"/>
                  </a:lnTo>
                  <a:lnTo>
                    <a:pt x="9058" y="26068"/>
                  </a:lnTo>
                  <a:lnTo>
                    <a:pt x="8451" y="25108"/>
                  </a:lnTo>
                  <a:lnTo>
                    <a:pt x="7821" y="24212"/>
                  </a:lnTo>
                  <a:lnTo>
                    <a:pt x="7160" y="23366"/>
                  </a:lnTo>
                  <a:lnTo>
                    <a:pt x="6459" y="22552"/>
                  </a:lnTo>
                  <a:lnTo>
                    <a:pt x="5709" y="21754"/>
                  </a:lnTo>
                  <a:lnTo>
                    <a:pt x="4902" y="20957"/>
                  </a:lnTo>
                  <a:lnTo>
                    <a:pt x="4029" y="20143"/>
                  </a:lnTo>
                  <a:lnTo>
                    <a:pt x="5029" y="19352"/>
                  </a:lnTo>
                  <a:lnTo>
                    <a:pt x="6043" y="18548"/>
                  </a:lnTo>
                  <a:lnTo>
                    <a:pt x="6815" y="17530"/>
                  </a:lnTo>
                  <a:lnTo>
                    <a:pt x="7394" y="16576"/>
                  </a:lnTo>
                  <a:lnTo>
                    <a:pt x="7805" y="15657"/>
                  </a:lnTo>
                  <a:lnTo>
                    <a:pt x="8071" y="14747"/>
                  </a:lnTo>
                  <a:lnTo>
                    <a:pt x="8216" y="13820"/>
                  </a:lnTo>
                  <a:lnTo>
                    <a:pt x="8263" y="12849"/>
                  </a:lnTo>
                  <a:lnTo>
                    <a:pt x="8237" y="11806"/>
                  </a:lnTo>
                  <a:lnTo>
                    <a:pt x="8161" y="10665"/>
                  </a:lnTo>
                  <a:lnTo>
                    <a:pt x="8058" y="9400"/>
                  </a:lnTo>
                  <a:lnTo>
                    <a:pt x="6725" y="9400"/>
                  </a:lnTo>
                  <a:lnTo>
                    <a:pt x="5372" y="9400"/>
                  </a:lnTo>
                  <a:lnTo>
                    <a:pt x="5164" y="8109"/>
                  </a:lnTo>
                  <a:lnTo>
                    <a:pt x="4953" y="6798"/>
                  </a:lnTo>
                  <a:lnTo>
                    <a:pt x="4494" y="5424"/>
                  </a:lnTo>
                  <a:lnTo>
                    <a:pt x="4029" y="4029"/>
                  </a:lnTo>
                  <a:lnTo>
                    <a:pt x="3031" y="3696"/>
                  </a:lnTo>
                  <a:lnTo>
                    <a:pt x="2030" y="3362"/>
                  </a:lnTo>
                  <a:lnTo>
                    <a:pt x="1021" y="3026"/>
                  </a:lnTo>
                  <a:lnTo>
                    <a:pt x="0" y="2686"/>
                  </a:lnTo>
                  <a:lnTo>
                    <a:pt x="0" y="13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27283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5" name="region 193 #CDCDCD"/>
            <p:cNvSpPr/>
            <p:nvPr/>
          </p:nvSpPr>
          <p:spPr>
            <a:xfrm>
              <a:off x="1524172" y="410298"/>
              <a:ext cx="40286" cy="30167"/>
            </a:xfrm>
            <a:custGeom>
              <a:avLst/>
              <a:gdLst/>
              <a:ahLst/>
              <a:cxnLst/>
              <a:rect l="l" t="t" r="r" b="b"/>
              <a:pathLst>
                <a:path w="40286" h="30167">
                  <a:moveTo>
                    <a:pt x="40286" y="1967"/>
                  </a:moveTo>
                  <a:lnTo>
                    <a:pt x="39297" y="2390"/>
                  </a:lnTo>
                  <a:lnTo>
                    <a:pt x="38301" y="2815"/>
                  </a:lnTo>
                  <a:lnTo>
                    <a:pt x="37292" y="3246"/>
                  </a:lnTo>
                  <a:lnTo>
                    <a:pt x="36199" y="3727"/>
                  </a:lnTo>
                  <a:lnTo>
                    <a:pt x="35131" y="4200"/>
                  </a:lnTo>
                  <a:lnTo>
                    <a:pt x="34089" y="4667"/>
                  </a:lnTo>
                  <a:lnTo>
                    <a:pt x="33072" y="5132"/>
                  </a:lnTo>
                  <a:lnTo>
                    <a:pt x="32079" y="5596"/>
                  </a:lnTo>
                  <a:lnTo>
                    <a:pt x="31110" y="6061"/>
                  </a:lnTo>
                  <a:lnTo>
                    <a:pt x="30165" y="6530"/>
                  </a:lnTo>
                  <a:lnTo>
                    <a:pt x="29243" y="7005"/>
                  </a:lnTo>
                  <a:lnTo>
                    <a:pt x="28345" y="7488"/>
                  </a:lnTo>
                  <a:lnTo>
                    <a:pt x="27469" y="7981"/>
                  </a:lnTo>
                  <a:lnTo>
                    <a:pt x="26616" y="8486"/>
                  </a:lnTo>
                  <a:lnTo>
                    <a:pt x="25785" y="9006"/>
                  </a:lnTo>
                  <a:lnTo>
                    <a:pt x="24977" y="9543"/>
                  </a:lnTo>
                  <a:lnTo>
                    <a:pt x="24189" y="10100"/>
                  </a:lnTo>
                  <a:lnTo>
                    <a:pt x="23423" y="10677"/>
                  </a:lnTo>
                  <a:lnTo>
                    <a:pt x="22679" y="11278"/>
                  </a:lnTo>
                  <a:lnTo>
                    <a:pt x="21954" y="11905"/>
                  </a:lnTo>
                  <a:lnTo>
                    <a:pt x="21250" y="12560"/>
                  </a:lnTo>
                  <a:lnTo>
                    <a:pt x="20567" y="13245"/>
                  </a:lnTo>
                  <a:lnTo>
                    <a:pt x="19902" y="13962"/>
                  </a:lnTo>
                  <a:lnTo>
                    <a:pt x="19258" y="14714"/>
                  </a:lnTo>
                  <a:lnTo>
                    <a:pt x="18632" y="15503"/>
                  </a:lnTo>
                  <a:lnTo>
                    <a:pt x="18025" y="16331"/>
                  </a:lnTo>
                  <a:lnTo>
                    <a:pt x="17437" y="17200"/>
                  </a:lnTo>
                  <a:lnTo>
                    <a:pt x="16866" y="18112"/>
                  </a:lnTo>
                  <a:lnTo>
                    <a:pt x="16314" y="19071"/>
                  </a:lnTo>
                  <a:lnTo>
                    <a:pt x="15779" y="20077"/>
                  </a:lnTo>
                  <a:lnTo>
                    <a:pt x="15261" y="21133"/>
                  </a:lnTo>
                  <a:lnTo>
                    <a:pt x="14761" y="22241"/>
                  </a:lnTo>
                  <a:lnTo>
                    <a:pt x="14208" y="23257"/>
                  </a:lnTo>
                  <a:lnTo>
                    <a:pt x="13649" y="24185"/>
                  </a:lnTo>
                  <a:lnTo>
                    <a:pt x="13072" y="25043"/>
                  </a:lnTo>
                  <a:lnTo>
                    <a:pt x="12460" y="25845"/>
                  </a:lnTo>
                  <a:lnTo>
                    <a:pt x="11802" y="26608"/>
                  </a:lnTo>
                  <a:lnTo>
                    <a:pt x="11081" y="27349"/>
                  </a:lnTo>
                  <a:lnTo>
                    <a:pt x="10285" y="28082"/>
                  </a:lnTo>
                  <a:lnTo>
                    <a:pt x="9400" y="28824"/>
                  </a:lnTo>
                  <a:lnTo>
                    <a:pt x="7920" y="29100"/>
                  </a:lnTo>
                  <a:lnTo>
                    <a:pt x="6729" y="29318"/>
                  </a:lnTo>
                  <a:lnTo>
                    <a:pt x="5750" y="29490"/>
                  </a:lnTo>
                  <a:lnTo>
                    <a:pt x="4906" y="29626"/>
                  </a:lnTo>
                  <a:lnTo>
                    <a:pt x="4119" y="29739"/>
                  </a:lnTo>
                  <a:lnTo>
                    <a:pt x="3313" y="29838"/>
                  </a:lnTo>
                  <a:lnTo>
                    <a:pt x="2409" y="29935"/>
                  </a:lnTo>
                  <a:lnTo>
                    <a:pt x="1330" y="30041"/>
                  </a:lnTo>
                  <a:lnTo>
                    <a:pt x="0" y="30167"/>
                  </a:lnTo>
                  <a:lnTo>
                    <a:pt x="0" y="29027"/>
                  </a:lnTo>
                  <a:lnTo>
                    <a:pt x="0" y="27886"/>
                  </a:lnTo>
                  <a:lnTo>
                    <a:pt x="0" y="26742"/>
                  </a:lnTo>
                  <a:lnTo>
                    <a:pt x="0" y="25594"/>
                  </a:lnTo>
                  <a:lnTo>
                    <a:pt x="0" y="24440"/>
                  </a:lnTo>
                  <a:lnTo>
                    <a:pt x="0" y="23279"/>
                  </a:lnTo>
                  <a:lnTo>
                    <a:pt x="0" y="22110"/>
                  </a:lnTo>
                  <a:lnTo>
                    <a:pt x="1152" y="21583"/>
                  </a:lnTo>
                  <a:lnTo>
                    <a:pt x="2312" y="21052"/>
                  </a:lnTo>
                  <a:lnTo>
                    <a:pt x="3488" y="20514"/>
                  </a:lnTo>
                  <a:lnTo>
                    <a:pt x="4426" y="20003"/>
                  </a:lnTo>
                  <a:lnTo>
                    <a:pt x="5349" y="19477"/>
                  </a:lnTo>
                  <a:lnTo>
                    <a:pt x="6256" y="18936"/>
                  </a:lnTo>
                  <a:lnTo>
                    <a:pt x="7150" y="18383"/>
                  </a:lnTo>
                  <a:lnTo>
                    <a:pt x="8032" y="17816"/>
                  </a:lnTo>
                  <a:lnTo>
                    <a:pt x="8902" y="17238"/>
                  </a:lnTo>
                  <a:lnTo>
                    <a:pt x="9762" y="16648"/>
                  </a:lnTo>
                  <a:lnTo>
                    <a:pt x="10613" y="16047"/>
                  </a:lnTo>
                  <a:lnTo>
                    <a:pt x="11456" y="15436"/>
                  </a:lnTo>
                  <a:lnTo>
                    <a:pt x="12293" y="14816"/>
                  </a:lnTo>
                  <a:lnTo>
                    <a:pt x="13124" y="14186"/>
                  </a:lnTo>
                  <a:lnTo>
                    <a:pt x="13950" y="13548"/>
                  </a:lnTo>
                  <a:lnTo>
                    <a:pt x="14773" y="12903"/>
                  </a:lnTo>
                  <a:lnTo>
                    <a:pt x="15594" y="12251"/>
                  </a:lnTo>
                  <a:lnTo>
                    <a:pt x="16413" y="11592"/>
                  </a:lnTo>
                  <a:lnTo>
                    <a:pt x="17233" y="10927"/>
                  </a:lnTo>
                  <a:lnTo>
                    <a:pt x="18054" y="10258"/>
                  </a:lnTo>
                  <a:lnTo>
                    <a:pt x="18877" y="9583"/>
                  </a:lnTo>
                  <a:lnTo>
                    <a:pt x="20596" y="8213"/>
                  </a:lnTo>
                  <a:lnTo>
                    <a:pt x="22171" y="6964"/>
                  </a:lnTo>
                  <a:lnTo>
                    <a:pt x="23610" y="5831"/>
                  </a:lnTo>
                  <a:lnTo>
                    <a:pt x="24925" y="4812"/>
                  </a:lnTo>
                  <a:lnTo>
                    <a:pt x="26125" y="3902"/>
                  </a:lnTo>
                  <a:lnTo>
                    <a:pt x="27223" y="3098"/>
                  </a:lnTo>
                  <a:lnTo>
                    <a:pt x="28227" y="2396"/>
                  </a:lnTo>
                  <a:lnTo>
                    <a:pt x="29149" y="1792"/>
                  </a:lnTo>
                  <a:lnTo>
                    <a:pt x="30000" y="1283"/>
                  </a:lnTo>
                  <a:lnTo>
                    <a:pt x="30789" y="864"/>
                  </a:lnTo>
                  <a:lnTo>
                    <a:pt x="31528" y="532"/>
                  </a:lnTo>
                  <a:lnTo>
                    <a:pt x="32226" y="284"/>
                  </a:lnTo>
                  <a:lnTo>
                    <a:pt x="32895" y="115"/>
                  </a:lnTo>
                  <a:lnTo>
                    <a:pt x="33545" y="21"/>
                  </a:lnTo>
                  <a:lnTo>
                    <a:pt x="34187" y="0"/>
                  </a:lnTo>
                  <a:lnTo>
                    <a:pt x="34831" y="46"/>
                  </a:lnTo>
                  <a:lnTo>
                    <a:pt x="35488" y="157"/>
                  </a:lnTo>
                  <a:lnTo>
                    <a:pt x="36168" y="329"/>
                  </a:lnTo>
                  <a:lnTo>
                    <a:pt x="36881" y="558"/>
                  </a:lnTo>
                  <a:lnTo>
                    <a:pt x="37640" y="840"/>
                  </a:lnTo>
                  <a:lnTo>
                    <a:pt x="38453" y="1171"/>
                  </a:lnTo>
                  <a:lnTo>
                    <a:pt x="39331" y="1548"/>
                  </a:lnTo>
                  <a:lnTo>
                    <a:pt x="40286" y="1967"/>
                  </a:lnTo>
                  <a:close/>
                </a:path>
              </a:pathLst>
            </a:custGeom>
            <a:solidFill>
              <a:srgbClr val="CDCDC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6" name="region 194 #B6C2CC"/>
            <p:cNvSpPr/>
            <p:nvPr/>
          </p:nvSpPr>
          <p:spPr>
            <a:xfrm>
              <a:off x="224261" y="290829"/>
              <a:ext cx="52372" cy="10071"/>
            </a:xfrm>
            <a:custGeom>
              <a:avLst/>
              <a:gdLst/>
              <a:ahLst/>
              <a:cxnLst/>
              <a:rect l="l" t="t" r="r" b="b"/>
              <a:pathLst>
                <a:path w="52372" h="10071">
                  <a:moveTo>
                    <a:pt x="51030" y="2590"/>
                  </a:moveTo>
                  <a:lnTo>
                    <a:pt x="51364" y="3092"/>
                  </a:lnTo>
                  <a:lnTo>
                    <a:pt x="52372" y="4605"/>
                  </a:lnTo>
                  <a:lnTo>
                    <a:pt x="51317" y="4767"/>
                  </a:lnTo>
                  <a:lnTo>
                    <a:pt x="50262" y="4927"/>
                  </a:lnTo>
                  <a:lnTo>
                    <a:pt x="49208" y="5084"/>
                  </a:lnTo>
                  <a:lnTo>
                    <a:pt x="48155" y="5239"/>
                  </a:lnTo>
                  <a:lnTo>
                    <a:pt x="47102" y="5392"/>
                  </a:lnTo>
                  <a:lnTo>
                    <a:pt x="46050" y="5543"/>
                  </a:lnTo>
                  <a:lnTo>
                    <a:pt x="44998" y="5691"/>
                  </a:lnTo>
                  <a:lnTo>
                    <a:pt x="43946" y="5836"/>
                  </a:lnTo>
                  <a:lnTo>
                    <a:pt x="42895" y="5979"/>
                  </a:lnTo>
                  <a:lnTo>
                    <a:pt x="41844" y="6119"/>
                  </a:lnTo>
                  <a:lnTo>
                    <a:pt x="40793" y="6256"/>
                  </a:lnTo>
                  <a:lnTo>
                    <a:pt x="39742" y="6390"/>
                  </a:lnTo>
                  <a:lnTo>
                    <a:pt x="38691" y="6521"/>
                  </a:lnTo>
                  <a:lnTo>
                    <a:pt x="37639" y="6649"/>
                  </a:lnTo>
                  <a:lnTo>
                    <a:pt x="36588" y="6775"/>
                  </a:lnTo>
                  <a:lnTo>
                    <a:pt x="35536" y="6897"/>
                  </a:lnTo>
                  <a:lnTo>
                    <a:pt x="34483" y="7016"/>
                  </a:lnTo>
                  <a:lnTo>
                    <a:pt x="33431" y="7131"/>
                  </a:lnTo>
                  <a:lnTo>
                    <a:pt x="32377" y="7243"/>
                  </a:lnTo>
                  <a:lnTo>
                    <a:pt x="31324" y="7352"/>
                  </a:lnTo>
                  <a:lnTo>
                    <a:pt x="30269" y="7457"/>
                  </a:lnTo>
                  <a:lnTo>
                    <a:pt x="29214" y="7559"/>
                  </a:lnTo>
                  <a:lnTo>
                    <a:pt x="28157" y="7657"/>
                  </a:lnTo>
                  <a:lnTo>
                    <a:pt x="27100" y="7752"/>
                  </a:lnTo>
                  <a:lnTo>
                    <a:pt x="26042" y="7842"/>
                  </a:lnTo>
                  <a:lnTo>
                    <a:pt x="24982" y="7929"/>
                  </a:lnTo>
                  <a:lnTo>
                    <a:pt x="23922" y="8012"/>
                  </a:lnTo>
                  <a:lnTo>
                    <a:pt x="22860" y="8091"/>
                  </a:lnTo>
                  <a:lnTo>
                    <a:pt x="21797" y="8166"/>
                  </a:lnTo>
                  <a:lnTo>
                    <a:pt x="20733" y="8236"/>
                  </a:lnTo>
                  <a:lnTo>
                    <a:pt x="19666" y="8303"/>
                  </a:lnTo>
                  <a:lnTo>
                    <a:pt x="18340" y="8429"/>
                  </a:lnTo>
                  <a:lnTo>
                    <a:pt x="17315" y="8544"/>
                  </a:lnTo>
                  <a:lnTo>
                    <a:pt x="16460" y="8677"/>
                  </a:lnTo>
                  <a:lnTo>
                    <a:pt x="15642" y="8858"/>
                  </a:lnTo>
                  <a:lnTo>
                    <a:pt x="14729" y="9115"/>
                  </a:lnTo>
                  <a:lnTo>
                    <a:pt x="13588" y="9478"/>
                  </a:lnTo>
                  <a:lnTo>
                    <a:pt x="12086" y="9976"/>
                  </a:lnTo>
                  <a:lnTo>
                    <a:pt x="10962" y="10022"/>
                  </a:lnTo>
                  <a:lnTo>
                    <a:pt x="9837" y="10053"/>
                  </a:lnTo>
                  <a:lnTo>
                    <a:pt x="8712" y="10069"/>
                  </a:lnTo>
                  <a:lnTo>
                    <a:pt x="7587" y="10071"/>
                  </a:lnTo>
                  <a:lnTo>
                    <a:pt x="6462" y="10060"/>
                  </a:lnTo>
                  <a:lnTo>
                    <a:pt x="5907" y="10051"/>
                  </a:lnTo>
                  <a:lnTo>
                    <a:pt x="5189" y="10039"/>
                  </a:lnTo>
                  <a:lnTo>
                    <a:pt x="3827" y="10017"/>
                  </a:lnTo>
                  <a:lnTo>
                    <a:pt x="1343" y="9976"/>
                  </a:lnTo>
                  <a:lnTo>
                    <a:pt x="1010" y="8979"/>
                  </a:lnTo>
                  <a:lnTo>
                    <a:pt x="676" y="7977"/>
                  </a:lnTo>
                  <a:lnTo>
                    <a:pt x="340" y="6968"/>
                  </a:lnTo>
                  <a:lnTo>
                    <a:pt x="0" y="5948"/>
                  </a:lnTo>
                  <a:lnTo>
                    <a:pt x="634" y="5887"/>
                  </a:lnTo>
                  <a:lnTo>
                    <a:pt x="2549" y="5701"/>
                  </a:lnTo>
                  <a:lnTo>
                    <a:pt x="3038" y="5651"/>
                  </a:lnTo>
                  <a:lnTo>
                    <a:pt x="3900" y="5563"/>
                  </a:lnTo>
                  <a:lnTo>
                    <a:pt x="5875" y="5359"/>
                  </a:lnTo>
                  <a:lnTo>
                    <a:pt x="6967" y="5251"/>
                  </a:lnTo>
                  <a:lnTo>
                    <a:pt x="8066" y="5141"/>
                  </a:lnTo>
                  <a:lnTo>
                    <a:pt x="9180" y="5029"/>
                  </a:lnTo>
                  <a:lnTo>
                    <a:pt x="10620" y="4811"/>
                  </a:lnTo>
                  <a:lnTo>
                    <a:pt x="11630" y="4610"/>
                  </a:lnTo>
                  <a:lnTo>
                    <a:pt x="12480" y="4342"/>
                  </a:lnTo>
                  <a:lnTo>
                    <a:pt x="13438" y="3921"/>
                  </a:lnTo>
                  <a:lnTo>
                    <a:pt x="14772" y="3262"/>
                  </a:lnTo>
                  <a:lnTo>
                    <a:pt x="15863" y="3103"/>
                  </a:lnTo>
                  <a:lnTo>
                    <a:pt x="16953" y="2948"/>
                  </a:lnTo>
                  <a:lnTo>
                    <a:pt x="18043" y="2797"/>
                  </a:lnTo>
                  <a:lnTo>
                    <a:pt x="19132" y="2649"/>
                  </a:lnTo>
                  <a:lnTo>
                    <a:pt x="20222" y="2505"/>
                  </a:lnTo>
                  <a:lnTo>
                    <a:pt x="21312" y="2364"/>
                  </a:lnTo>
                  <a:lnTo>
                    <a:pt x="22403" y="2227"/>
                  </a:lnTo>
                  <a:lnTo>
                    <a:pt x="23495" y="2093"/>
                  </a:lnTo>
                  <a:lnTo>
                    <a:pt x="24588" y="1963"/>
                  </a:lnTo>
                  <a:lnTo>
                    <a:pt x="25683" y="1836"/>
                  </a:lnTo>
                  <a:lnTo>
                    <a:pt x="27167" y="1652"/>
                  </a:lnTo>
                  <a:lnTo>
                    <a:pt x="28673" y="1465"/>
                  </a:lnTo>
                  <a:lnTo>
                    <a:pt x="31024" y="1190"/>
                  </a:lnTo>
                  <a:lnTo>
                    <a:pt x="33163" y="942"/>
                  </a:lnTo>
                  <a:lnTo>
                    <a:pt x="35104" y="722"/>
                  </a:lnTo>
                  <a:lnTo>
                    <a:pt x="36859" y="529"/>
                  </a:lnTo>
                  <a:lnTo>
                    <a:pt x="38440" y="365"/>
                  </a:lnTo>
                  <a:lnTo>
                    <a:pt x="39861" y="231"/>
                  </a:lnTo>
                  <a:lnTo>
                    <a:pt x="41134" y="127"/>
                  </a:lnTo>
                  <a:lnTo>
                    <a:pt x="42272" y="53"/>
                  </a:lnTo>
                  <a:lnTo>
                    <a:pt x="43287" y="10"/>
                  </a:lnTo>
                  <a:lnTo>
                    <a:pt x="44191" y="0"/>
                  </a:lnTo>
                  <a:lnTo>
                    <a:pt x="44998" y="21"/>
                  </a:lnTo>
                  <a:lnTo>
                    <a:pt x="45720" y="77"/>
                  </a:lnTo>
                  <a:lnTo>
                    <a:pt x="46369" y="165"/>
                  </a:lnTo>
                  <a:lnTo>
                    <a:pt x="46958" y="289"/>
                  </a:lnTo>
                  <a:lnTo>
                    <a:pt x="47500" y="447"/>
                  </a:lnTo>
                  <a:lnTo>
                    <a:pt x="48008" y="641"/>
                  </a:lnTo>
                  <a:lnTo>
                    <a:pt x="48493" y="871"/>
                  </a:lnTo>
                  <a:lnTo>
                    <a:pt x="48969" y="1139"/>
                  </a:lnTo>
                  <a:lnTo>
                    <a:pt x="49448" y="1444"/>
                  </a:lnTo>
                  <a:lnTo>
                    <a:pt x="49943" y="1787"/>
                  </a:lnTo>
                  <a:lnTo>
                    <a:pt x="50466" y="2169"/>
                  </a:lnTo>
                  <a:lnTo>
                    <a:pt x="51030" y="2590"/>
                  </a:lnTo>
                  <a:close/>
                </a:path>
              </a:pathLst>
            </a:custGeom>
            <a:solidFill>
              <a:srgbClr val="B6C2C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7" name="region 195 #5A5A5A"/>
            <p:cNvSpPr/>
            <p:nvPr/>
          </p:nvSpPr>
          <p:spPr>
            <a:xfrm>
              <a:off x="2610564" y="957475"/>
              <a:ext cx="76544" cy="8793"/>
            </a:xfrm>
            <a:custGeom>
              <a:avLst/>
              <a:gdLst/>
              <a:ahLst/>
              <a:cxnLst/>
              <a:rect l="l" t="t" r="r" b="b"/>
              <a:pathLst>
                <a:path w="76544" h="8793">
                  <a:moveTo>
                    <a:pt x="0" y="0"/>
                  </a:moveTo>
                  <a:lnTo>
                    <a:pt x="1043" y="75"/>
                  </a:lnTo>
                  <a:lnTo>
                    <a:pt x="2084" y="154"/>
                  </a:lnTo>
                  <a:lnTo>
                    <a:pt x="3126" y="235"/>
                  </a:lnTo>
                  <a:lnTo>
                    <a:pt x="4166" y="318"/>
                  </a:lnTo>
                  <a:lnTo>
                    <a:pt x="5206" y="405"/>
                  </a:lnTo>
                  <a:lnTo>
                    <a:pt x="6245" y="494"/>
                  </a:lnTo>
                  <a:lnTo>
                    <a:pt x="7284" y="586"/>
                  </a:lnTo>
                  <a:lnTo>
                    <a:pt x="8322" y="681"/>
                  </a:lnTo>
                  <a:lnTo>
                    <a:pt x="9360" y="778"/>
                  </a:lnTo>
                  <a:lnTo>
                    <a:pt x="10397" y="878"/>
                  </a:lnTo>
                  <a:lnTo>
                    <a:pt x="11434" y="980"/>
                  </a:lnTo>
                  <a:lnTo>
                    <a:pt x="12470" y="1085"/>
                  </a:lnTo>
                  <a:lnTo>
                    <a:pt x="13506" y="1192"/>
                  </a:lnTo>
                  <a:lnTo>
                    <a:pt x="14542" y="1301"/>
                  </a:lnTo>
                  <a:lnTo>
                    <a:pt x="15577" y="1412"/>
                  </a:lnTo>
                  <a:lnTo>
                    <a:pt x="16612" y="1526"/>
                  </a:lnTo>
                  <a:lnTo>
                    <a:pt x="17647" y="1641"/>
                  </a:lnTo>
                  <a:lnTo>
                    <a:pt x="18681" y="1759"/>
                  </a:lnTo>
                  <a:lnTo>
                    <a:pt x="19716" y="1879"/>
                  </a:lnTo>
                  <a:lnTo>
                    <a:pt x="20750" y="2001"/>
                  </a:lnTo>
                  <a:lnTo>
                    <a:pt x="21783" y="2125"/>
                  </a:lnTo>
                  <a:lnTo>
                    <a:pt x="22817" y="2250"/>
                  </a:lnTo>
                  <a:lnTo>
                    <a:pt x="23851" y="2378"/>
                  </a:lnTo>
                  <a:lnTo>
                    <a:pt x="24885" y="2507"/>
                  </a:lnTo>
                  <a:lnTo>
                    <a:pt x="25918" y="2638"/>
                  </a:lnTo>
                  <a:lnTo>
                    <a:pt x="26952" y="2770"/>
                  </a:lnTo>
                  <a:lnTo>
                    <a:pt x="27985" y="2904"/>
                  </a:lnTo>
                  <a:lnTo>
                    <a:pt x="29019" y="3040"/>
                  </a:lnTo>
                  <a:lnTo>
                    <a:pt x="30052" y="3177"/>
                  </a:lnTo>
                  <a:lnTo>
                    <a:pt x="31086" y="3316"/>
                  </a:lnTo>
                  <a:lnTo>
                    <a:pt x="32120" y="3456"/>
                  </a:lnTo>
                  <a:lnTo>
                    <a:pt x="33154" y="3597"/>
                  </a:lnTo>
                  <a:lnTo>
                    <a:pt x="34189" y="3740"/>
                  </a:lnTo>
                  <a:lnTo>
                    <a:pt x="35223" y="3884"/>
                  </a:lnTo>
                  <a:lnTo>
                    <a:pt x="36258" y="4029"/>
                  </a:lnTo>
                  <a:lnTo>
                    <a:pt x="36258" y="4695"/>
                  </a:lnTo>
                  <a:lnTo>
                    <a:pt x="36258" y="5372"/>
                  </a:lnTo>
                  <a:lnTo>
                    <a:pt x="37307" y="5372"/>
                  </a:lnTo>
                  <a:lnTo>
                    <a:pt x="38357" y="5372"/>
                  </a:lnTo>
                  <a:lnTo>
                    <a:pt x="39407" y="5372"/>
                  </a:lnTo>
                  <a:lnTo>
                    <a:pt x="40457" y="5372"/>
                  </a:lnTo>
                  <a:lnTo>
                    <a:pt x="41507" y="5372"/>
                  </a:lnTo>
                  <a:lnTo>
                    <a:pt x="42557" y="5372"/>
                  </a:lnTo>
                  <a:lnTo>
                    <a:pt x="43607" y="5372"/>
                  </a:lnTo>
                  <a:lnTo>
                    <a:pt x="44658" y="5372"/>
                  </a:lnTo>
                  <a:lnTo>
                    <a:pt x="45709" y="5372"/>
                  </a:lnTo>
                  <a:lnTo>
                    <a:pt x="46761" y="5372"/>
                  </a:lnTo>
                  <a:lnTo>
                    <a:pt x="47813" y="5372"/>
                  </a:lnTo>
                  <a:lnTo>
                    <a:pt x="48865" y="5372"/>
                  </a:lnTo>
                  <a:lnTo>
                    <a:pt x="49918" y="5372"/>
                  </a:lnTo>
                  <a:lnTo>
                    <a:pt x="50972" y="5372"/>
                  </a:lnTo>
                  <a:lnTo>
                    <a:pt x="52026" y="5372"/>
                  </a:lnTo>
                  <a:lnTo>
                    <a:pt x="53081" y="5372"/>
                  </a:lnTo>
                  <a:lnTo>
                    <a:pt x="54137" y="5372"/>
                  </a:lnTo>
                  <a:lnTo>
                    <a:pt x="55193" y="5372"/>
                  </a:lnTo>
                  <a:lnTo>
                    <a:pt x="56250" y="5372"/>
                  </a:lnTo>
                  <a:lnTo>
                    <a:pt x="57308" y="5372"/>
                  </a:lnTo>
                  <a:lnTo>
                    <a:pt x="58367" y="5372"/>
                  </a:lnTo>
                  <a:lnTo>
                    <a:pt x="59427" y="5372"/>
                  </a:lnTo>
                  <a:lnTo>
                    <a:pt x="60487" y="5372"/>
                  </a:lnTo>
                  <a:lnTo>
                    <a:pt x="61549" y="5372"/>
                  </a:lnTo>
                  <a:lnTo>
                    <a:pt x="62612" y="5372"/>
                  </a:lnTo>
                  <a:lnTo>
                    <a:pt x="63676" y="5372"/>
                  </a:lnTo>
                  <a:lnTo>
                    <a:pt x="64741" y="5372"/>
                  </a:lnTo>
                  <a:lnTo>
                    <a:pt x="65807" y="5372"/>
                  </a:lnTo>
                  <a:lnTo>
                    <a:pt x="66874" y="5372"/>
                  </a:lnTo>
                  <a:lnTo>
                    <a:pt x="67943" y="5372"/>
                  </a:lnTo>
                  <a:lnTo>
                    <a:pt x="69013" y="5372"/>
                  </a:lnTo>
                  <a:lnTo>
                    <a:pt x="70085" y="5372"/>
                  </a:lnTo>
                  <a:lnTo>
                    <a:pt x="71157" y="5372"/>
                  </a:lnTo>
                  <a:lnTo>
                    <a:pt x="72232" y="5372"/>
                  </a:lnTo>
                  <a:lnTo>
                    <a:pt x="73308" y="5372"/>
                  </a:lnTo>
                  <a:lnTo>
                    <a:pt x="74385" y="5372"/>
                  </a:lnTo>
                  <a:lnTo>
                    <a:pt x="75464" y="5372"/>
                  </a:lnTo>
                  <a:lnTo>
                    <a:pt x="76544" y="5372"/>
                  </a:lnTo>
                  <a:lnTo>
                    <a:pt x="75305" y="6186"/>
                  </a:lnTo>
                  <a:lnTo>
                    <a:pt x="74248" y="6843"/>
                  </a:lnTo>
                  <a:lnTo>
                    <a:pt x="73316" y="7358"/>
                  </a:lnTo>
                  <a:lnTo>
                    <a:pt x="72450" y="7751"/>
                  </a:lnTo>
                  <a:lnTo>
                    <a:pt x="71595" y="8037"/>
                  </a:lnTo>
                  <a:lnTo>
                    <a:pt x="70693" y="8235"/>
                  </a:lnTo>
                  <a:lnTo>
                    <a:pt x="69688" y="8361"/>
                  </a:lnTo>
                  <a:lnTo>
                    <a:pt x="68521" y="8433"/>
                  </a:lnTo>
                  <a:lnTo>
                    <a:pt x="67136" y="8468"/>
                  </a:lnTo>
                  <a:lnTo>
                    <a:pt x="66058" y="8490"/>
                  </a:lnTo>
                  <a:lnTo>
                    <a:pt x="64973" y="8512"/>
                  </a:lnTo>
                  <a:lnTo>
                    <a:pt x="63873" y="8534"/>
                  </a:lnTo>
                  <a:lnTo>
                    <a:pt x="63356" y="8538"/>
                  </a:lnTo>
                  <a:lnTo>
                    <a:pt x="62442" y="8543"/>
                  </a:lnTo>
                  <a:lnTo>
                    <a:pt x="60350" y="8556"/>
                  </a:lnTo>
                  <a:lnTo>
                    <a:pt x="59142" y="8568"/>
                  </a:lnTo>
                  <a:lnTo>
                    <a:pt x="57924" y="8580"/>
                  </a:lnTo>
                  <a:lnTo>
                    <a:pt x="56691" y="8592"/>
                  </a:lnTo>
                  <a:lnTo>
                    <a:pt x="55592" y="8600"/>
                  </a:lnTo>
                  <a:lnTo>
                    <a:pt x="54494" y="8607"/>
                  </a:lnTo>
                  <a:lnTo>
                    <a:pt x="53395" y="8613"/>
                  </a:lnTo>
                  <a:lnTo>
                    <a:pt x="52296" y="8619"/>
                  </a:lnTo>
                  <a:lnTo>
                    <a:pt x="51198" y="8623"/>
                  </a:lnTo>
                  <a:lnTo>
                    <a:pt x="50099" y="8627"/>
                  </a:lnTo>
                  <a:lnTo>
                    <a:pt x="49000" y="8629"/>
                  </a:lnTo>
                  <a:lnTo>
                    <a:pt x="47944" y="8635"/>
                  </a:lnTo>
                  <a:lnTo>
                    <a:pt x="46888" y="8642"/>
                  </a:lnTo>
                  <a:lnTo>
                    <a:pt x="45831" y="8652"/>
                  </a:lnTo>
                  <a:lnTo>
                    <a:pt x="44775" y="8663"/>
                  </a:lnTo>
                  <a:lnTo>
                    <a:pt x="43719" y="8677"/>
                  </a:lnTo>
                  <a:lnTo>
                    <a:pt x="42663" y="8691"/>
                  </a:lnTo>
                  <a:lnTo>
                    <a:pt x="41607" y="8707"/>
                  </a:lnTo>
                  <a:lnTo>
                    <a:pt x="40551" y="8724"/>
                  </a:lnTo>
                  <a:lnTo>
                    <a:pt x="39495" y="8742"/>
                  </a:lnTo>
                  <a:lnTo>
                    <a:pt x="38439" y="8760"/>
                  </a:lnTo>
                  <a:lnTo>
                    <a:pt x="37383" y="8778"/>
                  </a:lnTo>
                  <a:lnTo>
                    <a:pt x="36262" y="8787"/>
                  </a:lnTo>
                  <a:lnTo>
                    <a:pt x="35152" y="8792"/>
                  </a:lnTo>
                  <a:lnTo>
                    <a:pt x="34054" y="8793"/>
                  </a:lnTo>
                  <a:lnTo>
                    <a:pt x="32966" y="8790"/>
                  </a:lnTo>
                  <a:lnTo>
                    <a:pt x="31888" y="8781"/>
                  </a:lnTo>
                  <a:lnTo>
                    <a:pt x="30820" y="8767"/>
                  </a:lnTo>
                  <a:lnTo>
                    <a:pt x="29761" y="8745"/>
                  </a:lnTo>
                  <a:lnTo>
                    <a:pt x="28711" y="8716"/>
                  </a:lnTo>
                  <a:lnTo>
                    <a:pt x="27669" y="8679"/>
                  </a:lnTo>
                  <a:lnTo>
                    <a:pt x="26635" y="8632"/>
                  </a:lnTo>
                  <a:lnTo>
                    <a:pt x="25609" y="8576"/>
                  </a:lnTo>
                  <a:lnTo>
                    <a:pt x="24589" y="8510"/>
                  </a:lnTo>
                  <a:lnTo>
                    <a:pt x="23576" y="8433"/>
                  </a:lnTo>
                  <a:lnTo>
                    <a:pt x="22569" y="8343"/>
                  </a:lnTo>
                  <a:lnTo>
                    <a:pt x="21568" y="8241"/>
                  </a:lnTo>
                  <a:lnTo>
                    <a:pt x="20571" y="8126"/>
                  </a:lnTo>
                  <a:lnTo>
                    <a:pt x="19579" y="7996"/>
                  </a:lnTo>
                  <a:lnTo>
                    <a:pt x="18592" y="7852"/>
                  </a:lnTo>
                  <a:lnTo>
                    <a:pt x="17608" y="7693"/>
                  </a:lnTo>
                  <a:lnTo>
                    <a:pt x="16627" y="7517"/>
                  </a:lnTo>
                  <a:lnTo>
                    <a:pt x="15649" y="7324"/>
                  </a:lnTo>
                  <a:lnTo>
                    <a:pt x="14673" y="7114"/>
                  </a:lnTo>
                  <a:lnTo>
                    <a:pt x="13700" y="6885"/>
                  </a:lnTo>
                  <a:lnTo>
                    <a:pt x="12727" y="6637"/>
                  </a:lnTo>
                  <a:lnTo>
                    <a:pt x="11755" y="6369"/>
                  </a:lnTo>
                  <a:lnTo>
                    <a:pt x="10784" y="6081"/>
                  </a:lnTo>
                  <a:lnTo>
                    <a:pt x="9813" y="5771"/>
                  </a:lnTo>
                  <a:lnTo>
                    <a:pt x="8842" y="5439"/>
                  </a:lnTo>
                  <a:lnTo>
                    <a:pt x="7869" y="5085"/>
                  </a:lnTo>
                  <a:lnTo>
                    <a:pt x="6895" y="4707"/>
                  </a:lnTo>
                  <a:lnTo>
                    <a:pt x="5920" y="4305"/>
                  </a:lnTo>
                  <a:lnTo>
                    <a:pt x="4941" y="3877"/>
                  </a:lnTo>
                  <a:lnTo>
                    <a:pt x="3961" y="3425"/>
                  </a:lnTo>
                  <a:lnTo>
                    <a:pt x="2976" y="2946"/>
                  </a:lnTo>
                  <a:lnTo>
                    <a:pt x="1989" y="2440"/>
                  </a:lnTo>
                  <a:lnTo>
                    <a:pt x="997" y="1905"/>
                  </a:lnTo>
                  <a:lnTo>
                    <a:pt x="0" y="1343"/>
                  </a:lnTo>
                  <a:lnTo>
                    <a:pt x="0" y="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A5A5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8" name="region 196 #4F0E18"/>
            <p:cNvSpPr/>
            <p:nvPr/>
          </p:nvSpPr>
          <p:spPr>
            <a:xfrm>
              <a:off x="1466428" y="778872"/>
              <a:ext cx="18800" cy="18940"/>
            </a:xfrm>
            <a:custGeom>
              <a:avLst/>
              <a:gdLst/>
              <a:ahLst/>
              <a:cxnLst/>
              <a:rect l="l" t="t" r="r" b="b"/>
              <a:pathLst>
                <a:path w="18800" h="18940">
                  <a:moveTo>
                    <a:pt x="10743" y="0"/>
                  </a:moveTo>
                  <a:lnTo>
                    <a:pt x="12076" y="666"/>
                  </a:lnTo>
                  <a:lnTo>
                    <a:pt x="13429" y="1343"/>
                  </a:lnTo>
                  <a:lnTo>
                    <a:pt x="14841" y="1049"/>
                  </a:lnTo>
                  <a:lnTo>
                    <a:pt x="15827" y="833"/>
                  </a:lnTo>
                  <a:lnTo>
                    <a:pt x="16643" y="629"/>
                  </a:lnTo>
                  <a:lnTo>
                    <a:pt x="17548" y="373"/>
                  </a:lnTo>
                  <a:lnTo>
                    <a:pt x="18800" y="0"/>
                  </a:lnTo>
                  <a:lnTo>
                    <a:pt x="18800" y="1064"/>
                  </a:lnTo>
                  <a:lnTo>
                    <a:pt x="18800" y="2130"/>
                  </a:lnTo>
                  <a:lnTo>
                    <a:pt x="18800" y="3202"/>
                  </a:lnTo>
                  <a:lnTo>
                    <a:pt x="18800" y="4281"/>
                  </a:lnTo>
                  <a:lnTo>
                    <a:pt x="18800" y="5371"/>
                  </a:lnTo>
                  <a:lnTo>
                    <a:pt x="17467" y="5371"/>
                  </a:lnTo>
                  <a:lnTo>
                    <a:pt x="16114" y="5371"/>
                  </a:lnTo>
                  <a:lnTo>
                    <a:pt x="16114" y="6704"/>
                  </a:lnTo>
                  <a:lnTo>
                    <a:pt x="16114" y="8057"/>
                  </a:lnTo>
                  <a:lnTo>
                    <a:pt x="14783" y="8057"/>
                  </a:lnTo>
                  <a:lnTo>
                    <a:pt x="13443" y="8057"/>
                  </a:lnTo>
                  <a:lnTo>
                    <a:pt x="12086" y="8057"/>
                  </a:lnTo>
                  <a:lnTo>
                    <a:pt x="11820" y="9121"/>
                  </a:lnTo>
                  <a:lnTo>
                    <a:pt x="11553" y="10187"/>
                  </a:lnTo>
                  <a:lnTo>
                    <a:pt x="11285" y="11259"/>
                  </a:lnTo>
                  <a:lnTo>
                    <a:pt x="11015" y="12339"/>
                  </a:lnTo>
                  <a:lnTo>
                    <a:pt x="10743" y="13428"/>
                  </a:lnTo>
                  <a:lnTo>
                    <a:pt x="11740" y="13761"/>
                  </a:lnTo>
                  <a:lnTo>
                    <a:pt x="12738" y="14094"/>
                  </a:lnTo>
                  <a:lnTo>
                    <a:pt x="13738" y="14427"/>
                  </a:lnTo>
                  <a:lnTo>
                    <a:pt x="14741" y="14761"/>
                  </a:lnTo>
                  <a:lnTo>
                    <a:pt x="15748" y="15097"/>
                  </a:lnTo>
                  <a:lnTo>
                    <a:pt x="16759" y="15434"/>
                  </a:lnTo>
                  <a:lnTo>
                    <a:pt x="17776" y="15773"/>
                  </a:lnTo>
                  <a:lnTo>
                    <a:pt x="18800" y="16114"/>
                  </a:lnTo>
                  <a:lnTo>
                    <a:pt x="18800" y="17447"/>
                  </a:lnTo>
                  <a:lnTo>
                    <a:pt x="18800" y="18800"/>
                  </a:lnTo>
                  <a:lnTo>
                    <a:pt x="17538" y="18886"/>
                  </a:lnTo>
                  <a:lnTo>
                    <a:pt x="16341" y="18933"/>
                  </a:lnTo>
                  <a:lnTo>
                    <a:pt x="15203" y="18940"/>
                  </a:lnTo>
                  <a:lnTo>
                    <a:pt x="14118" y="18908"/>
                  </a:lnTo>
                  <a:lnTo>
                    <a:pt x="13081" y="18835"/>
                  </a:lnTo>
                  <a:lnTo>
                    <a:pt x="12083" y="18722"/>
                  </a:lnTo>
                  <a:lnTo>
                    <a:pt x="11121" y="18567"/>
                  </a:lnTo>
                  <a:lnTo>
                    <a:pt x="10186" y="18372"/>
                  </a:lnTo>
                  <a:lnTo>
                    <a:pt x="9274" y="18136"/>
                  </a:lnTo>
                  <a:lnTo>
                    <a:pt x="8378" y="17857"/>
                  </a:lnTo>
                  <a:lnTo>
                    <a:pt x="7491" y="17537"/>
                  </a:lnTo>
                  <a:lnTo>
                    <a:pt x="6607" y="17174"/>
                  </a:lnTo>
                  <a:lnTo>
                    <a:pt x="5721" y="16769"/>
                  </a:lnTo>
                  <a:lnTo>
                    <a:pt x="4826" y="16321"/>
                  </a:lnTo>
                  <a:lnTo>
                    <a:pt x="3916" y="15830"/>
                  </a:lnTo>
                  <a:lnTo>
                    <a:pt x="2985" y="15296"/>
                  </a:lnTo>
                  <a:lnTo>
                    <a:pt x="2025" y="14717"/>
                  </a:lnTo>
                  <a:lnTo>
                    <a:pt x="1033" y="14095"/>
                  </a:lnTo>
                  <a:lnTo>
                    <a:pt x="0" y="13428"/>
                  </a:lnTo>
                  <a:lnTo>
                    <a:pt x="226" y="12180"/>
                  </a:lnTo>
                  <a:lnTo>
                    <a:pt x="500" y="11060"/>
                  </a:lnTo>
                  <a:lnTo>
                    <a:pt x="828" y="10050"/>
                  </a:lnTo>
                  <a:lnTo>
                    <a:pt x="1217" y="9131"/>
                  </a:lnTo>
                  <a:lnTo>
                    <a:pt x="1672" y="8284"/>
                  </a:lnTo>
                  <a:lnTo>
                    <a:pt x="2199" y="7491"/>
                  </a:lnTo>
                  <a:lnTo>
                    <a:pt x="2805" y="6734"/>
                  </a:lnTo>
                  <a:lnTo>
                    <a:pt x="3494" y="5994"/>
                  </a:lnTo>
                  <a:lnTo>
                    <a:pt x="4273" y="5253"/>
                  </a:lnTo>
                  <a:lnTo>
                    <a:pt x="5149" y="4492"/>
                  </a:lnTo>
                  <a:lnTo>
                    <a:pt x="6126" y="3693"/>
                  </a:lnTo>
                  <a:lnTo>
                    <a:pt x="6988" y="2992"/>
                  </a:lnTo>
                  <a:lnTo>
                    <a:pt x="7855" y="2287"/>
                  </a:lnTo>
                  <a:lnTo>
                    <a:pt x="8734" y="1573"/>
                  </a:lnTo>
                  <a:lnTo>
                    <a:pt x="9731" y="792"/>
                  </a:lnTo>
                  <a:lnTo>
                    <a:pt x="10743" y="0"/>
                  </a:lnTo>
                  <a:close/>
                </a:path>
              </a:pathLst>
            </a:custGeom>
            <a:solidFill>
              <a:srgbClr val="4F0E1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9" name="region 197 #D5C7B7"/>
            <p:cNvSpPr/>
            <p:nvPr/>
          </p:nvSpPr>
          <p:spPr>
            <a:xfrm>
              <a:off x="1581916" y="146253"/>
              <a:ext cx="102059" cy="5492"/>
            </a:xfrm>
            <a:custGeom>
              <a:avLst/>
              <a:gdLst/>
              <a:ahLst/>
              <a:cxnLst/>
              <a:rect l="l" t="t" r="r" b="b"/>
              <a:pathLst>
                <a:path w="102059" h="5492">
                  <a:moveTo>
                    <a:pt x="0" y="121"/>
                  </a:moveTo>
                  <a:lnTo>
                    <a:pt x="1058" y="100"/>
                  </a:lnTo>
                  <a:lnTo>
                    <a:pt x="2117" y="82"/>
                  </a:lnTo>
                  <a:lnTo>
                    <a:pt x="3175" y="65"/>
                  </a:lnTo>
                  <a:lnTo>
                    <a:pt x="4234" y="50"/>
                  </a:lnTo>
                  <a:lnTo>
                    <a:pt x="5292" y="38"/>
                  </a:lnTo>
                  <a:lnTo>
                    <a:pt x="6350" y="27"/>
                  </a:lnTo>
                  <a:lnTo>
                    <a:pt x="7408" y="18"/>
                  </a:lnTo>
                  <a:lnTo>
                    <a:pt x="8466" y="11"/>
                  </a:lnTo>
                  <a:lnTo>
                    <a:pt x="9523" y="6"/>
                  </a:lnTo>
                  <a:lnTo>
                    <a:pt x="10581" y="2"/>
                  </a:lnTo>
                  <a:lnTo>
                    <a:pt x="11638" y="0"/>
                  </a:lnTo>
                  <a:lnTo>
                    <a:pt x="12696" y="0"/>
                  </a:lnTo>
                  <a:lnTo>
                    <a:pt x="13753" y="2"/>
                  </a:lnTo>
                  <a:lnTo>
                    <a:pt x="14810" y="5"/>
                  </a:lnTo>
                  <a:lnTo>
                    <a:pt x="15867" y="10"/>
                  </a:lnTo>
                  <a:lnTo>
                    <a:pt x="16924" y="16"/>
                  </a:lnTo>
                  <a:lnTo>
                    <a:pt x="17981" y="24"/>
                  </a:lnTo>
                  <a:lnTo>
                    <a:pt x="19038" y="34"/>
                  </a:lnTo>
                  <a:lnTo>
                    <a:pt x="20095" y="45"/>
                  </a:lnTo>
                  <a:lnTo>
                    <a:pt x="21152" y="57"/>
                  </a:lnTo>
                  <a:lnTo>
                    <a:pt x="22209" y="71"/>
                  </a:lnTo>
                  <a:lnTo>
                    <a:pt x="23265" y="87"/>
                  </a:lnTo>
                  <a:lnTo>
                    <a:pt x="24322" y="104"/>
                  </a:lnTo>
                  <a:lnTo>
                    <a:pt x="25378" y="122"/>
                  </a:lnTo>
                  <a:lnTo>
                    <a:pt x="26435" y="141"/>
                  </a:lnTo>
                  <a:lnTo>
                    <a:pt x="27491" y="162"/>
                  </a:lnTo>
                  <a:lnTo>
                    <a:pt x="28548" y="184"/>
                  </a:lnTo>
                  <a:lnTo>
                    <a:pt x="29604" y="207"/>
                  </a:lnTo>
                  <a:lnTo>
                    <a:pt x="30660" y="232"/>
                  </a:lnTo>
                  <a:lnTo>
                    <a:pt x="31717" y="257"/>
                  </a:lnTo>
                  <a:lnTo>
                    <a:pt x="32773" y="284"/>
                  </a:lnTo>
                  <a:lnTo>
                    <a:pt x="33829" y="312"/>
                  </a:lnTo>
                  <a:lnTo>
                    <a:pt x="34886" y="341"/>
                  </a:lnTo>
                  <a:lnTo>
                    <a:pt x="35942" y="371"/>
                  </a:lnTo>
                  <a:lnTo>
                    <a:pt x="36998" y="402"/>
                  </a:lnTo>
                  <a:lnTo>
                    <a:pt x="38055" y="434"/>
                  </a:lnTo>
                  <a:lnTo>
                    <a:pt x="39111" y="468"/>
                  </a:lnTo>
                  <a:lnTo>
                    <a:pt x="40167" y="502"/>
                  </a:lnTo>
                  <a:lnTo>
                    <a:pt x="41224" y="536"/>
                  </a:lnTo>
                  <a:lnTo>
                    <a:pt x="42280" y="572"/>
                  </a:lnTo>
                  <a:lnTo>
                    <a:pt x="43336" y="609"/>
                  </a:lnTo>
                  <a:lnTo>
                    <a:pt x="44393" y="646"/>
                  </a:lnTo>
                  <a:lnTo>
                    <a:pt x="45449" y="685"/>
                  </a:lnTo>
                  <a:lnTo>
                    <a:pt x="46506" y="724"/>
                  </a:lnTo>
                  <a:lnTo>
                    <a:pt x="47562" y="763"/>
                  </a:lnTo>
                  <a:lnTo>
                    <a:pt x="48619" y="804"/>
                  </a:lnTo>
                  <a:lnTo>
                    <a:pt x="49675" y="845"/>
                  </a:lnTo>
                  <a:lnTo>
                    <a:pt x="50732" y="887"/>
                  </a:lnTo>
                  <a:lnTo>
                    <a:pt x="51789" y="929"/>
                  </a:lnTo>
                  <a:lnTo>
                    <a:pt x="52846" y="972"/>
                  </a:lnTo>
                  <a:lnTo>
                    <a:pt x="53902" y="1016"/>
                  </a:lnTo>
                  <a:lnTo>
                    <a:pt x="54959" y="1060"/>
                  </a:lnTo>
                  <a:lnTo>
                    <a:pt x="56016" y="1104"/>
                  </a:lnTo>
                  <a:lnTo>
                    <a:pt x="57074" y="1149"/>
                  </a:lnTo>
                  <a:lnTo>
                    <a:pt x="58131" y="1195"/>
                  </a:lnTo>
                  <a:lnTo>
                    <a:pt x="59188" y="1241"/>
                  </a:lnTo>
                  <a:lnTo>
                    <a:pt x="60245" y="1287"/>
                  </a:lnTo>
                  <a:lnTo>
                    <a:pt x="61303" y="1333"/>
                  </a:lnTo>
                  <a:lnTo>
                    <a:pt x="62360" y="1380"/>
                  </a:lnTo>
                  <a:lnTo>
                    <a:pt x="62959" y="1406"/>
                  </a:lnTo>
                  <a:lnTo>
                    <a:pt x="64015" y="1452"/>
                  </a:lnTo>
                  <a:lnTo>
                    <a:pt x="66435" y="1558"/>
                  </a:lnTo>
                  <a:lnTo>
                    <a:pt x="67498" y="1604"/>
                  </a:lnTo>
                  <a:lnTo>
                    <a:pt x="68562" y="1651"/>
                  </a:lnTo>
                  <a:lnTo>
                    <a:pt x="69625" y="1699"/>
                  </a:lnTo>
                  <a:lnTo>
                    <a:pt x="70689" y="1747"/>
                  </a:lnTo>
                  <a:lnTo>
                    <a:pt x="71753" y="1795"/>
                  </a:lnTo>
                  <a:lnTo>
                    <a:pt x="72816" y="1843"/>
                  </a:lnTo>
                  <a:lnTo>
                    <a:pt x="73880" y="1892"/>
                  </a:lnTo>
                  <a:lnTo>
                    <a:pt x="74943" y="1940"/>
                  </a:lnTo>
                  <a:lnTo>
                    <a:pt x="76007" y="1989"/>
                  </a:lnTo>
                  <a:lnTo>
                    <a:pt x="77070" y="2039"/>
                  </a:lnTo>
                  <a:lnTo>
                    <a:pt x="78134" y="2088"/>
                  </a:lnTo>
                  <a:lnTo>
                    <a:pt x="79304" y="2140"/>
                  </a:lnTo>
                  <a:lnTo>
                    <a:pt x="80481" y="2192"/>
                  </a:lnTo>
                  <a:lnTo>
                    <a:pt x="81674" y="2245"/>
                  </a:lnTo>
                  <a:lnTo>
                    <a:pt x="82755" y="2300"/>
                  </a:lnTo>
                  <a:lnTo>
                    <a:pt x="83835" y="2360"/>
                  </a:lnTo>
                  <a:lnTo>
                    <a:pt x="84913" y="2425"/>
                  </a:lnTo>
                  <a:lnTo>
                    <a:pt x="85989" y="2495"/>
                  </a:lnTo>
                  <a:lnTo>
                    <a:pt x="87064" y="2570"/>
                  </a:lnTo>
                  <a:lnTo>
                    <a:pt x="88137" y="2650"/>
                  </a:lnTo>
                  <a:lnTo>
                    <a:pt x="89210" y="2735"/>
                  </a:lnTo>
                  <a:lnTo>
                    <a:pt x="90281" y="2825"/>
                  </a:lnTo>
                  <a:lnTo>
                    <a:pt x="91352" y="2921"/>
                  </a:lnTo>
                  <a:lnTo>
                    <a:pt x="92422" y="3021"/>
                  </a:lnTo>
                  <a:lnTo>
                    <a:pt x="93492" y="3126"/>
                  </a:lnTo>
                  <a:lnTo>
                    <a:pt x="94562" y="3236"/>
                  </a:lnTo>
                  <a:lnTo>
                    <a:pt x="95632" y="3352"/>
                  </a:lnTo>
                  <a:lnTo>
                    <a:pt x="96701" y="3472"/>
                  </a:lnTo>
                  <a:lnTo>
                    <a:pt x="97772" y="3598"/>
                  </a:lnTo>
                  <a:lnTo>
                    <a:pt x="98842" y="3728"/>
                  </a:lnTo>
                  <a:lnTo>
                    <a:pt x="99913" y="3863"/>
                  </a:lnTo>
                  <a:lnTo>
                    <a:pt x="100986" y="4004"/>
                  </a:lnTo>
                  <a:lnTo>
                    <a:pt x="102059" y="4149"/>
                  </a:lnTo>
                  <a:lnTo>
                    <a:pt x="102059" y="4816"/>
                  </a:lnTo>
                  <a:lnTo>
                    <a:pt x="102059" y="5492"/>
                  </a:lnTo>
                  <a:lnTo>
                    <a:pt x="101013" y="5478"/>
                  </a:lnTo>
                  <a:lnTo>
                    <a:pt x="99967" y="5463"/>
                  </a:lnTo>
                  <a:lnTo>
                    <a:pt x="98921" y="5449"/>
                  </a:lnTo>
                  <a:lnTo>
                    <a:pt x="97875" y="5434"/>
                  </a:lnTo>
                  <a:lnTo>
                    <a:pt x="96829" y="5420"/>
                  </a:lnTo>
                  <a:lnTo>
                    <a:pt x="95783" y="5405"/>
                  </a:lnTo>
                  <a:lnTo>
                    <a:pt x="94737" y="5390"/>
                  </a:lnTo>
                  <a:lnTo>
                    <a:pt x="93691" y="5376"/>
                  </a:lnTo>
                  <a:lnTo>
                    <a:pt x="92645" y="5361"/>
                  </a:lnTo>
                  <a:lnTo>
                    <a:pt x="91599" y="5346"/>
                  </a:lnTo>
                  <a:lnTo>
                    <a:pt x="90554" y="5331"/>
                  </a:lnTo>
                  <a:lnTo>
                    <a:pt x="89508" y="5316"/>
                  </a:lnTo>
                  <a:lnTo>
                    <a:pt x="88462" y="5301"/>
                  </a:lnTo>
                  <a:lnTo>
                    <a:pt x="87416" y="5286"/>
                  </a:lnTo>
                  <a:lnTo>
                    <a:pt x="86370" y="5271"/>
                  </a:lnTo>
                  <a:lnTo>
                    <a:pt x="85324" y="5255"/>
                  </a:lnTo>
                  <a:lnTo>
                    <a:pt x="84278" y="5240"/>
                  </a:lnTo>
                  <a:lnTo>
                    <a:pt x="83232" y="5225"/>
                  </a:lnTo>
                  <a:lnTo>
                    <a:pt x="82187" y="5210"/>
                  </a:lnTo>
                  <a:lnTo>
                    <a:pt x="81141" y="5194"/>
                  </a:lnTo>
                  <a:lnTo>
                    <a:pt x="80095" y="5179"/>
                  </a:lnTo>
                  <a:lnTo>
                    <a:pt x="79049" y="5163"/>
                  </a:lnTo>
                  <a:lnTo>
                    <a:pt x="78003" y="5148"/>
                  </a:lnTo>
                  <a:lnTo>
                    <a:pt x="76957" y="5132"/>
                  </a:lnTo>
                  <a:lnTo>
                    <a:pt x="75911" y="5116"/>
                  </a:lnTo>
                  <a:lnTo>
                    <a:pt x="74866" y="5101"/>
                  </a:lnTo>
                  <a:lnTo>
                    <a:pt x="73820" y="5085"/>
                  </a:lnTo>
                  <a:lnTo>
                    <a:pt x="72774" y="5069"/>
                  </a:lnTo>
                  <a:lnTo>
                    <a:pt x="71728" y="5053"/>
                  </a:lnTo>
                  <a:lnTo>
                    <a:pt x="70682" y="5037"/>
                  </a:lnTo>
                  <a:lnTo>
                    <a:pt x="69641" y="5021"/>
                  </a:lnTo>
                  <a:lnTo>
                    <a:pt x="68601" y="5005"/>
                  </a:lnTo>
                  <a:lnTo>
                    <a:pt x="67560" y="4989"/>
                  </a:lnTo>
                  <a:lnTo>
                    <a:pt x="66519" y="4974"/>
                  </a:lnTo>
                  <a:lnTo>
                    <a:pt x="65479" y="4958"/>
                  </a:lnTo>
                  <a:lnTo>
                    <a:pt x="64438" y="4943"/>
                  </a:lnTo>
                  <a:lnTo>
                    <a:pt x="63397" y="4927"/>
                  </a:lnTo>
                  <a:lnTo>
                    <a:pt x="62357" y="4912"/>
                  </a:lnTo>
                  <a:lnTo>
                    <a:pt x="61316" y="4897"/>
                  </a:lnTo>
                  <a:lnTo>
                    <a:pt x="60276" y="4883"/>
                  </a:lnTo>
                  <a:lnTo>
                    <a:pt x="59235" y="4868"/>
                  </a:lnTo>
                  <a:lnTo>
                    <a:pt x="58194" y="4853"/>
                  </a:lnTo>
                  <a:lnTo>
                    <a:pt x="57154" y="4839"/>
                  </a:lnTo>
                  <a:lnTo>
                    <a:pt x="56113" y="4825"/>
                  </a:lnTo>
                  <a:lnTo>
                    <a:pt x="55032" y="4810"/>
                  </a:lnTo>
                  <a:lnTo>
                    <a:pt x="53951" y="4795"/>
                  </a:lnTo>
                  <a:lnTo>
                    <a:pt x="52870" y="4779"/>
                  </a:lnTo>
                  <a:lnTo>
                    <a:pt x="51789" y="4764"/>
                  </a:lnTo>
                  <a:lnTo>
                    <a:pt x="50708" y="4748"/>
                  </a:lnTo>
                  <a:lnTo>
                    <a:pt x="49627" y="4732"/>
                  </a:lnTo>
                  <a:lnTo>
                    <a:pt x="48546" y="4716"/>
                  </a:lnTo>
                  <a:lnTo>
                    <a:pt x="47465" y="4700"/>
                  </a:lnTo>
                  <a:lnTo>
                    <a:pt x="46384" y="4683"/>
                  </a:lnTo>
                  <a:lnTo>
                    <a:pt x="45303" y="4667"/>
                  </a:lnTo>
                  <a:lnTo>
                    <a:pt x="44222" y="4650"/>
                  </a:lnTo>
                  <a:lnTo>
                    <a:pt x="43141" y="4633"/>
                  </a:lnTo>
                  <a:lnTo>
                    <a:pt x="42060" y="4615"/>
                  </a:lnTo>
                  <a:lnTo>
                    <a:pt x="40919" y="4598"/>
                  </a:lnTo>
                  <a:lnTo>
                    <a:pt x="39779" y="4582"/>
                  </a:lnTo>
                  <a:lnTo>
                    <a:pt x="38638" y="4566"/>
                  </a:lnTo>
                  <a:lnTo>
                    <a:pt x="37497" y="4551"/>
                  </a:lnTo>
                  <a:lnTo>
                    <a:pt x="36357" y="4536"/>
                  </a:lnTo>
                  <a:lnTo>
                    <a:pt x="35216" y="4521"/>
                  </a:lnTo>
                  <a:lnTo>
                    <a:pt x="34075" y="4507"/>
                  </a:lnTo>
                  <a:lnTo>
                    <a:pt x="32864" y="4486"/>
                  </a:lnTo>
                  <a:lnTo>
                    <a:pt x="31649" y="4466"/>
                  </a:lnTo>
                  <a:lnTo>
                    <a:pt x="30425" y="4446"/>
                  </a:lnTo>
                  <a:lnTo>
                    <a:pt x="29187" y="4425"/>
                  </a:lnTo>
                  <a:lnTo>
                    <a:pt x="28117" y="4409"/>
                  </a:lnTo>
                  <a:lnTo>
                    <a:pt x="27043" y="4394"/>
                  </a:lnTo>
                  <a:lnTo>
                    <a:pt x="25961" y="4378"/>
                  </a:lnTo>
                  <a:lnTo>
                    <a:pt x="24867" y="4362"/>
                  </a:lnTo>
                  <a:lnTo>
                    <a:pt x="23430" y="4266"/>
                  </a:lnTo>
                  <a:lnTo>
                    <a:pt x="22388" y="4163"/>
                  </a:lnTo>
                  <a:lnTo>
                    <a:pt x="21573" y="4008"/>
                  </a:lnTo>
                  <a:lnTo>
                    <a:pt x="20815" y="3759"/>
                  </a:lnTo>
                  <a:lnTo>
                    <a:pt x="19947" y="3373"/>
                  </a:lnTo>
                  <a:lnTo>
                    <a:pt x="18800" y="2807"/>
                  </a:lnTo>
                  <a:lnTo>
                    <a:pt x="17738" y="2706"/>
                  </a:lnTo>
                  <a:lnTo>
                    <a:pt x="16676" y="2610"/>
                  </a:lnTo>
                  <a:lnTo>
                    <a:pt x="15614" y="2519"/>
                  </a:lnTo>
                  <a:lnTo>
                    <a:pt x="14551" y="2431"/>
                  </a:lnTo>
                  <a:lnTo>
                    <a:pt x="13488" y="2348"/>
                  </a:lnTo>
                  <a:lnTo>
                    <a:pt x="12424" y="2269"/>
                  </a:lnTo>
                  <a:lnTo>
                    <a:pt x="11360" y="2193"/>
                  </a:lnTo>
                  <a:lnTo>
                    <a:pt x="10296" y="2121"/>
                  </a:lnTo>
                  <a:lnTo>
                    <a:pt x="9232" y="2052"/>
                  </a:lnTo>
                  <a:lnTo>
                    <a:pt x="8199" y="1984"/>
                  </a:lnTo>
                  <a:lnTo>
                    <a:pt x="7164" y="1916"/>
                  </a:lnTo>
                  <a:lnTo>
                    <a:pt x="6123" y="1848"/>
                  </a:lnTo>
                  <a:lnTo>
                    <a:pt x="5075" y="1780"/>
                  </a:lnTo>
                  <a:lnTo>
                    <a:pt x="4018" y="1711"/>
                  </a:lnTo>
                  <a:lnTo>
                    <a:pt x="3426" y="1674"/>
                  </a:lnTo>
                  <a:lnTo>
                    <a:pt x="2385" y="1610"/>
                  </a:lnTo>
                  <a:lnTo>
                    <a:pt x="0" y="1464"/>
                  </a:lnTo>
                  <a:lnTo>
                    <a:pt x="0" y="797"/>
                  </a:lnTo>
                  <a:lnTo>
                    <a:pt x="0" y="121"/>
                  </a:lnTo>
                  <a:close/>
                </a:path>
              </a:pathLst>
            </a:custGeom>
            <a:solidFill>
              <a:srgbClr val="D5C7B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0" name="region 198 #2B323F"/>
            <p:cNvSpPr/>
            <p:nvPr/>
          </p:nvSpPr>
          <p:spPr>
            <a:xfrm>
              <a:off x="2802596" y="666069"/>
              <a:ext cx="24281" cy="38944"/>
            </a:xfrm>
            <a:custGeom>
              <a:avLst/>
              <a:gdLst/>
              <a:ahLst/>
              <a:cxnLst/>
              <a:rect l="l" t="t" r="r" b="b"/>
              <a:pathLst>
                <a:path w="24281" h="38944">
                  <a:moveTo>
                    <a:pt x="0" y="0"/>
                  </a:moveTo>
                  <a:lnTo>
                    <a:pt x="1331" y="0"/>
                  </a:lnTo>
                  <a:lnTo>
                    <a:pt x="2671" y="0"/>
                  </a:lnTo>
                  <a:lnTo>
                    <a:pt x="4029" y="0"/>
                  </a:lnTo>
                  <a:lnTo>
                    <a:pt x="5228" y="1338"/>
                  </a:lnTo>
                  <a:lnTo>
                    <a:pt x="6162" y="2410"/>
                  </a:lnTo>
                  <a:lnTo>
                    <a:pt x="6864" y="3283"/>
                  </a:lnTo>
                  <a:lnTo>
                    <a:pt x="7367" y="4023"/>
                  </a:lnTo>
                  <a:lnTo>
                    <a:pt x="7704" y="4697"/>
                  </a:lnTo>
                  <a:lnTo>
                    <a:pt x="7908" y="5372"/>
                  </a:lnTo>
                  <a:lnTo>
                    <a:pt x="8013" y="6112"/>
                  </a:lnTo>
                  <a:lnTo>
                    <a:pt x="8052" y="6986"/>
                  </a:lnTo>
                  <a:lnTo>
                    <a:pt x="8058" y="8058"/>
                  </a:lnTo>
                  <a:lnTo>
                    <a:pt x="9390" y="8058"/>
                  </a:lnTo>
                  <a:lnTo>
                    <a:pt x="10743" y="8058"/>
                  </a:lnTo>
                  <a:lnTo>
                    <a:pt x="10965" y="9166"/>
                  </a:lnTo>
                  <a:lnTo>
                    <a:pt x="11187" y="10276"/>
                  </a:lnTo>
                  <a:lnTo>
                    <a:pt x="11410" y="11390"/>
                  </a:lnTo>
                  <a:lnTo>
                    <a:pt x="11634" y="12509"/>
                  </a:lnTo>
                  <a:lnTo>
                    <a:pt x="11859" y="13636"/>
                  </a:lnTo>
                  <a:lnTo>
                    <a:pt x="12086" y="14772"/>
                  </a:lnTo>
                  <a:lnTo>
                    <a:pt x="13419" y="14772"/>
                  </a:lnTo>
                  <a:lnTo>
                    <a:pt x="14772" y="14772"/>
                  </a:lnTo>
                  <a:lnTo>
                    <a:pt x="14772" y="16105"/>
                  </a:lnTo>
                  <a:lnTo>
                    <a:pt x="14772" y="17458"/>
                  </a:lnTo>
                  <a:lnTo>
                    <a:pt x="16105" y="17458"/>
                  </a:lnTo>
                  <a:lnTo>
                    <a:pt x="17458" y="17458"/>
                  </a:lnTo>
                  <a:lnTo>
                    <a:pt x="17915" y="18539"/>
                  </a:lnTo>
                  <a:lnTo>
                    <a:pt x="18374" y="19623"/>
                  </a:lnTo>
                  <a:lnTo>
                    <a:pt x="18836" y="20717"/>
                  </a:lnTo>
                  <a:lnTo>
                    <a:pt x="19304" y="21822"/>
                  </a:lnTo>
                  <a:lnTo>
                    <a:pt x="19739" y="22840"/>
                  </a:lnTo>
                  <a:lnTo>
                    <a:pt x="20179" y="23843"/>
                  </a:lnTo>
                  <a:lnTo>
                    <a:pt x="20626" y="24836"/>
                  </a:lnTo>
                  <a:lnTo>
                    <a:pt x="21083" y="25819"/>
                  </a:lnTo>
                  <a:lnTo>
                    <a:pt x="21554" y="26796"/>
                  </a:lnTo>
                  <a:lnTo>
                    <a:pt x="22042" y="27769"/>
                  </a:lnTo>
                  <a:lnTo>
                    <a:pt x="22550" y="28740"/>
                  </a:lnTo>
                  <a:lnTo>
                    <a:pt x="23082" y="29712"/>
                  </a:lnTo>
                  <a:lnTo>
                    <a:pt x="23489" y="30755"/>
                  </a:lnTo>
                  <a:lnTo>
                    <a:pt x="23798" y="31767"/>
                  </a:lnTo>
                  <a:lnTo>
                    <a:pt x="24020" y="32759"/>
                  </a:lnTo>
                  <a:lnTo>
                    <a:pt x="24167" y="33742"/>
                  </a:lnTo>
                  <a:lnTo>
                    <a:pt x="24250" y="34729"/>
                  </a:lnTo>
                  <a:lnTo>
                    <a:pt x="24281" y="35732"/>
                  </a:lnTo>
                  <a:lnTo>
                    <a:pt x="24271" y="36760"/>
                  </a:lnTo>
                  <a:lnTo>
                    <a:pt x="24230" y="37827"/>
                  </a:lnTo>
                  <a:lnTo>
                    <a:pt x="24172" y="38944"/>
                  </a:lnTo>
                  <a:lnTo>
                    <a:pt x="22997" y="38513"/>
                  </a:lnTo>
                  <a:lnTo>
                    <a:pt x="21980" y="38079"/>
                  </a:lnTo>
                  <a:lnTo>
                    <a:pt x="21095" y="37625"/>
                  </a:lnTo>
                  <a:lnTo>
                    <a:pt x="20317" y="37133"/>
                  </a:lnTo>
                  <a:lnTo>
                    <a:pt x="19620" y="36585"/>
                  </a:lnTo>
                  <a:lnTo>
                    <a:pt x="18979" y="35964"/>
                  </a:lnTo>
                  <a:lnTo>
                    <a:pt x="18367" y="35253"/>
                  </a:lnTo>
                  <a:lnTo>
                    <a:pt x="17759" y="34433"/>
                  </a:lnTo>
                  <a:lnTo>
                    <a:pt x="17128" y="33487"/>
                  </a:lnTo>
                  <a:lnTo>
                    <a:pt x="16451" y="32398"/>
                  </a:lnTo>
                  <a:lnTo>
                    <a:pt x="15951" y="31141"/>
                  </a:lnTo>
                  <a:lnTo>
                    <a:pt x="15562" y="30117"/>
                  </a:lnTo>
                  <a:lnTo>
                    <a:pt x="15269" y="29245"/>
                  </a:lnTo>
                  <a:lnTo>
                    <a:pt x="15060" y="28449"/>
                  </a:lnTo>
                  <a:lnTo>
                    <a:pt x="14919" y="27648"/>
                  </a:lnTo>
                  <a:lnTo>
                    <a:pt x="14834" y="26765"/>
                  </a:lnTo>
                  <a:lnTo>
                    <a:pt x="14790" y="25720"/>
                  </a:lnTo>
                  <a:lnTo>
                    <a:pt x="14774" y="24434"/>
                  </a:lnTo>
                  <a:lnTo>
                    <a:pt x="14772" y="22829"/>
                  </a:lnTo>
                  <a:lnTo>
                    <a:pt x="13439" y="22829"/>
                  </a:lnTo>
                  <a:lnTo>
                    <a:pt x="12086" y="22829"/>
                  </a:lnTo>
                  <a:lnTo>
                    <a:pt x="11490" y="21939"/>
                  </a:lnTo>
                  <a:lnTo>
                    <a:pt x="10902" y="21050"/>
                  </a:lnTo>
                  <a:lnTo>
                    <a:pt x="10321" y="20159"/>
                  </a:lnTo>
                  <a:lnTo>
                    <a:pt x="9748" y="19268"/>
                  </a:lnTo>
                  <a:lnTo>
                    <a:pt x="9180" y="18374"/>
                  </a:lnTo>
                  <a:lnTo>
                    <a:pt x="8618" y="17477"/>
                  </a:lnTo>
                  <a:lnTo>
                    <a:pt x="8062" y="16577"/>
                  </a:lnTo>
                  <a:lnTo>
                    <a:pt x="7510" y="15673"/>
                  </a:lnTo>
                  <a:lnTo>
                    <a:pt x="6962" y="14763"/>
                  </a:lnTo>
                  <a:lnTo>
                    <a:pt x="6417" y="13848"/>
                  </a:lnTo>
                  <a:lnTo>
                    <a:pt x="5875" y="12926"/>
                  </a:lnTo>
                  <a:lnTo>
                    <a:pt x="5311" y="11986"/>
                  </a:lnTo>
                  <a:lnTo>
                    <a:pt x="4742" y="11041"/>
                  </a:lnTo>
                  <a:lnTo>
                    <a:pt x="4166" y="10083"/>
                  </a:lnTo>
                  <a:lnTo>
                    <a:pt x="3037" y="8174"/>
                  </a:lnTo>
                  <a:lnTo>
                    <a:pt x="2133" y="6626"/>
                  </a:lnTo>
                  <a:lnTo>
                    <a:pt x="1429" y="5380"/>
                  </a:lnTo>
                  <a:lnTo>
                    <a:pt x="900" y="4374"/>
                  </a:lnTo>
                  <a:lnTo>
                    <a:pt x="521" y="3548"/>
                  </a:lnTo>
                  <a:lnTo>
                    <a:pt x="267" y="2841"/>
                  </a:lnTo>
                  <a:lnTo>
                    <a:pt x="113" y="2194"/>
                  </a:lnTo>
                  <a:lnTo>
                    <a:pt x="34" y="1545"/>
                  </a:lnTo>
                  <a:lnTo>
                    <a:pt x="4" y="8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323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1" name="region 199 #501B22"/>
            <p:cNvSpPr/>
            <p:nvPr/>
          </p:nvSpPr>
          <p:spPr>
            <a:xfrm>
              <a:off x="1790062" y="602954"/>
              <a:ext cx="22830" cy="44315"/>
            </a:xfrm>
            <a:custGeom>
              <a:avLst/>
              <a:gdLst/>
              <a:ahLst/>
              <a:cxnLst/>
              <a:rect l="l" t="t" r="r" b="b"/>
              <a:pathLst>
                <a:path w="22830" h="44315">
                  <a:moveTo>
                    <a:pt x="17458" y="0"/>
                  </a:moveTo>
                  <a:lnTo>
                    <a:pt x="18522" y="266"/>
                  </a:lnTo>
                  <a:lnTo>
                    <a:pt x="19589" y="533"/>
                  </a:lnTo>
                  <a:lnTo>
                    <a:pt x="20660" y="801"/>
                  </a:lnTo>
                  <a:lnTo>
                    <a:pt x="21740" y="1070"/>
                  </a:lnTo>
                  <a:lnTo>
                    <a:pt x="22830" y="1343"/>
                  </a:lnTo>
                  <a:lnTo>
                    <a:pt x="21497" y="1343"/>
                  </a:lnTo>
                  <a:lnTo>
                    <a:pt x="20144" y="1343"/>
                  </a:lnTo>
                  <a:lnTo>
                    <a:pt x="20075" y="2423"/>
                  </a:lnTo>
                  <a:lnTo>
                    <a:pt x="20008" y="3502"/>
                  </a:lnTo>
                  <a:lnTo>
                    <a:pt x="19943" y="4582"/>
                  </a:lnTo>
                  <a:lnTo>
                    <a:pt x="19878" y="5662"/>
                  </a:lnTo>
                  <a:lnTo>
                    <a:pt x="19814" y="6741"/>
                  </a:lnTo>
                  <a:lnTo>
                    <a:pt x="19752" y="7821"/>
                  </a:lnTo>
                  <a:lnTo>
                    <a:pt x="19690" y="8901"/>
                  </a:lnTo>
                  <a:lnTo>
                    <a:pt x="19629" y="9981"/>
                  </a:lnTo>
                  <a:lnTo>
                    <a:pt x="19569" y="11061"/>
                  </a:lnTo>
                  <a:lnTo>
                    <a:pt x="19510" y="12140"/>
                  </a:lnTo>
                  <a:lnTo>
                    <a:pt x="19451" y="13220"/>
                  </a:lnTo>
                  <a:lnTo>
                    <a:pt x="19393" y="14300"/>
                  </a:lnTo>
                  <a:lnTo>
                    <a:pt x="19335" y="15380"/>
                  </a:lnTo>
                  <a:lnTo>
                    <a:pt x="19277" y="16461"/>
                  </a:lnTo>
                  <a:lnTo>
                    <a:pt x="19220" y="17541"/>
                  </a:lnTo>
                  <a:lnTo>
                    <a:pt x="19147" y="18684"/>
                  </a:lnTo>
                  <a:lnTo>
                    <a:pt x="19074" y="19831"/>
                  </a:lnTo>
                  <a:lnTo>
                    <a:pt x="18999" y="20986"/>
                  </a:lnTo>
                  <a:lnTo>
                    <a:pt x="18924" y="22155"/>
                  </a:lnTo>
                  <a:lnTo>
                    <a:pt x="18868" y="23362"/>
                  </a:lnTo>
                  <a:lnTo>
                    <a:pt x="18820" y="24538"/>
                  </a:lnTo>
                  <a:lnTo>
                    <a:pt x="18784" y="25684"/>
                  </a:lnTo>
                  <a:lnTo>
                    <a:pt x="18762" y="26805"/>
                  </a:lnTo>
                  <a:lnTo>
                    <a:pt x="18756" y="27901"/>
                  </a:lnTo>
                  <a:lnTo>
                    <a:pt x="18769" y="28976"/>
                  </a:lnTo>
                  <a:lnTo>
                    <a:pt x="18803" y="30033"/>
                  </a:lnTo>
                  <a:lnTo>
                    <a:pt x="18860" y="31073"/>
                  </a:lnTo>
                  <a:lnTo>
                    <a:pt x="18943" y="32100"/>
                  </a:lnTo>
                  <a:lnTo>
                    <a:pt x="19055" y="33116"/>
                  </a:lnTo>
                  <a:lnTo>
                    <a:pt x="19197" y="34124"/>
                  </a:lnTo>
                  <a:lnTo>
                    <a:pt x="19372" y="35126"/>
                  </a:lnTo>
                  <a:lnTo>
                    <a:pt x="19583" y="36125"/>
                  </a:lnTo>
                  <a:lnTo>
                    <a:pt x="19831" y="37124"/>
                  </a:lnTo>
                  <a:lnTo>
                    <a:pt x="20120" y="38124"/>
                  </a:lnTo>
                  <a:lnTo>
                    <a:pt x="20451" y="39129"/>
                  </a:lnTo>
                  <a:lnTo>
                    <a:pt x="20827" y="40142"/>
                  </a:lnTo>
                  <a:lnTo>
                    <a:pt x="21251" y="41164"/>
                  </a:lnTo>
                  <a:lnTo>
                    <a:pt x="21724" y="42198"/>
                  </a:lnTo>
                  <a:lnTo>
                    <a:pt x="22250" y="43248"/>
                  </a:lnTo>
                  <a:lnTo>
                    <a:pt x="22830" y="44315"/>
                  </a:lnTo>
                  <a:lnTo>
                    <a:pt x="21497" y="44315"/>
                  </a:lnTo>
                  <a:lnTo>
                    <a:pt x="20144" y="44315"/>
                  </a:lnTo>
                  <a:lnTo>
                    <a:pt x="19142" y="42393"/>
                  </a:lnTo>
                  <a:lnTo>
                    <a:pt x="18322" y="40805"/>
                  </a:lnTo>
                  <a:lnTo>
                    <a:pt x="17665" y="39503"/>
                  </a:lnTo>
                  <a:lnTo>
                    <a:pt x="17153" y="38438"/>
                  </a:lnTo>
                  <a:lnTo>
                    <a:pt x="16769" y="37563"/>
                  </a:lnTo>
                  <a:lnTo>
                    <a:pt x="16493" y="36828"/>
                  </a:lnTo>
                  <a:lnTo>
                    <a:pt x="16309" y="36186"/>
                  </a:lnTo>
                  <a:lnTo>
                    <a:pt x="16197" y="35588"/>
                  </a:lnTo>
                  <a:lnTo>
                    <a:pt x="16139" y="34985"/>
                  </a:lnTo>
                  <a:lnTo>
                    <a:pt x="16118" y="34329"/>
                  </a:lnTo>
                  <a:lnTo>
                    <a:pt x="16115" y="33572"/>
                  </a:lnTo>
                  <a:lnTo>
                    <a:pt x="15117" y="33239"/>
                  </a:lnTo>
                  <a:lnTo>
                    <a:pt x="14116" y="32906"/>
                  </a:lnTo>
                  <a:lnTo>
                    <a:pt x="13107" y="32569"/>
                  </a:lnTo>
                  <a:lnTo>
                    <a:pt x="12086" y="32229"/>
                  </a:lnTo>
                  <a:lnTo>
                    <a:pt x="11187" y="31211"/>
                  </a:lnTo>
                  <a:lnTo>
                    <a:pt x="10554" y="30467"/>
                  </a:lnTo>
                  <a:lnTo>
                    <a:pt x="10018" y="29778"/>
                  </a:lnTo>
                  <a:lnTo>
                    <a:pt x="9410" y="28927"/>
                  </a:lnTo>
                  <a:lnTo>
                    <a:pt x="8561" y="27697"/>
                  </a:lnTo>
                  <a:lnTo>
                    <a:pt x="7702" y="26473"/>
                  </a:lnTo>
                  <a:lnTo>
                    <a:pt x="6830" y="25231"/>
                  </a:lnTo>
                  <a:lnTo>
                    <a:pt x="6210" y="24201"/>
                  </a:lnTo>
                  <a:lnTo>
                    <a:pt x="5754" y="23392"/>
                  </a:lnTo>
                  <a:lnTo>
                    <a:pt x="5386" y="22626"/>
                  </a:lnTo>
                  <a:lnTo>
                    <a:pt x="5028" y="21724"/>
                  </a:lnTo>
                  <a:lnTo>
                    <a:pt x="4602" y="20509"/>
                  </a:lnTo>
                  <a:lnTo>
                    <a:pt x="4029" y="18800"/>
                  </a:lnTo>
                  <a:lnTo>
                    <a:pt x="3031" y="18468"/>
                  </a:lnTo>
                  <a:lnTo>
                    <a:pt x="2030" y="18134"/>
                  </a:lnTo>
                  <a:lnTo>
                    <a:pt x="1021" y="17798"/>
                  </a:lnTo>
                  <a:lnTo>
                    <a:pt x="0" y="17457"/>
                  </a:lnTo>
                  <a:lnTo>
                    <a:pt x="444" y="16349"/>
                  </a:lnTo>
                  <a:lnTo>
                    <a:pt x="888" y="15239"/>
                  </a:lnTo>
                  <a:lnTo>
                    <a:pt x="1333" y="14125"/>
                  </a:lnTo>
                  <a:lnTo>
                    <a:pt x="1781" y="13006"/>
                  </a:lnTo>
                  <a:lnTo>
                    <a:pt x="2232" y="11879"/>
                  </a:lnTo>
                  <a:lnTo>
                    <a:pt x="2686" y="10743"/>
                  </a:lnTo>
                  <a:lnTo>
                    <a:pt x="4019" y="11409"/>
                  </a:lnTo>
                  <a:lnTo>
                    <a:pt x="5372" y="12086"/>
                  </a:lnTo>
                  <a:lnTo>
                    <a:pt x="5372" y="13417"/>
                  </a:lnTo>
                  <a:lnTo>
                    <a:pt x="5372" y="14757"/>
                  </a:lnTo>
                  <a:lnTo>
                    <a:pt x="5372" y="16115"/>
                  </a:lnTo>
                  <a:lnTo>
                    <a:pt x="6705" y="16115"/>
                  </a:lnTo>
                  <a:lnTo>
                    <a:pt x="8058" y="16115"/>
                  </a:lnTo>
                  <a:lnTo>
                    <a:pt x="9137" y="16992"/>
                  </a:lnTo>
                  <a:lnTo>
                    <a:pt x="9887" y="17641"/>
                  </a:lnTo>
                  <a:lnTo>
                    <a:pt x="10499" y="18253"/>
                  </a:lnTo>
                  <a:lnTo>
                    <a:pt x="11168" y="19023"/>
                  </a:lnTo>
                  <a:lnTo>
                    <a:pt x="12086" y="20143"/>
                  </a:lnTo>
                  <a:lnTo>
                    <a:pt x="12086" y="21474"/>
                  </a:lnTo>
                  <a:lnTo>
                    <a:pt x="12086" y="22814"/>
                  </a:lnTo>
                  <a:lnTo>
                    <a:pt x="12086" y="24172"/>
                  </a:lnTo>
                  <a:lnTo>
                    <a:pt x="13419" y="24172"/>
                  </a:lnTo>
                  <a:lnTo>
                    <a:pt x="14772" y="24172"/>
                  </a:lnTo>
                  <a:lnTo>
                    <a:pt x="14772" y="25503"/>
                  </a:lnTo>
                  <a:lnTo>
                    <a:pt x="14772" y="26843"/>
                  </a:lnTo>
                  <a:lnTo>
                    <a:pt x="14772" y="28200"/>
                  </a:lnTo>
                  <a:lnTo>
                    <a:pt x="16105" y="28200"/>
                  </a:lnTo>
                  <a:lnTo>
                    <a:pt x="17458" y="28200"/>
                  </a:lnTo>
                  <a:lnTo>
                    <a:pt x="17458" y="27166"/>
                  </a:lnTo>
                  <a:lnTo>
                    <a:pt x="17458" y="26132"/>
                  </a:lnTo>
                  <a:lnTo>
                    <a:pt x="17458" y="25098"/>
                  </a:lnTo>
                  <a:lnTo>
                    <a:pt x="17458" y="24063"/>
                  </a:lnTo>
                  <a:lnTo>
                    <a:pt x="17458" y="23029"/>
                  </a:lnTo>
                  <a:lnTo>
                    <a:pt x="17458" y="21993"/>
                  </a:lnTo>
                  <a:lnTo>
                    <a:pt x="17458" y="20957"/>
                  </a:lnTo>
                  <a:lnTo>
                    <a:pt x="17458" y="19921"/>
                  </a:lnTo>
                  <a:lnTo>
                    <a:pt x="17458" y="18884"/>
                  </a:lnTo>
                  <a:lnTo>
                    <a:pt x="17458" y="17846"/>
                  </a:lnTo>
                  <a:lnTo>
                    <a:pt x="17458" y="16807"/>
                  </a:lnTo>
                  <a:lnTo>
                    <a:pt x="17458" y="15767"/>
                  </a:lnTo>
                  <a:lnTo>
                    <a:pt x="17458" y="14727"/>
                  </a:lnTo>
                  <a:lnTo>
                    <a:pt x="17458" y="13685"/>
                  </a:lnTo>
                  <a:lnTo>
                    <a:pt x="17458" y="12642"/>
                  </a:lnTo>
                  <a:lnTo>
                    <a:pt x="17458" y="11597"/>
                  </a:lnTo>
                  <a:lnTo>
                    <a:pt x="17458" y="10552"/>
                  </a:lnTo>
                  <a:lnTo>
                    <a:pt x="17458" y="9505"/>
                  </a:lnTo>
                  <a:lnTo>
                    <a:pt x="17458" y="8456"/>
                  </a:lnTo>
                  <a:lnTo>
                    <a:pt x="17458" y="7405"/>
                  </a:lnTo>
                  <a:lnTo>
                    <a:pt x="17458" y="6353"/>
                  </a:lnTo>
                  <a:lnTo>
                    <a:pt x="17458" y="5299"/>
                  </a:lnTo>
                  <a:lnTo>
                    <a:pt x="17458" y="4244"/>
                  </a:lnTo>
                  <a:lnTo>
                    <a:pt x="17458" y="3186"/>
                  </a:lnTo>
                  <a:lnTo>
                    <a:pt x="17458" y="2126"/>
                  </a:lnTo>
                  <a:lnTo>
                    <a:pt x="17458" y="1064"/>
                  </a:lnTo>
                  <a:lnTo>
                    <a:pt x="17458" y="0"/>
                  </a:lnTo>
                  <a:close/>
                </a:path>
              </a:pathLst>
            </a:custGeom>
            <a:solidFill>
              <a:srgbClr val="501B2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2" name="region 200 #606D79"/>
            <p:cNvSpPr/>
            <p:nvPr/>
          </p:nvSpPr>
          <p:spPr>
            <a:xfrm>
              <a:off x="617726" y="526410"/>
              <a:ext cx="20143" cy="20143"/>
            </a:xfrm>
            <a:custGeom>
              <a:avLst/>
              <a:gdLst/>
              <a:ahLst/>
              <a:cxnLst/>
              <a:rect l="l" t="t" r="r" b="b"/>
              <a:pathLst>
                <a:path w="20143" h="20143">
                  <a:moveTo>
                    <a:pt x="13428" y="0"/>
                  </a:moveTo>
                  <a:lnTo>
                    <a:pt x="13960" y="1064"/>
                  </a:lnTo>
                  <a:lnTo>
                    <a:pt x="14494" y="2130"/>
                  </a:lnTo>
                  <a:lnTo>
                    <a:pt x="15030" y="3202"/>
                  </a:lnTo>
                  <a:lnTo>
                    <a:pt x="15569" y="4281"/>
                  </a:lnTo>
                  <a:lnTo>
                    <a:pt x="16114" y="5371"/>
                  </a:lnTo>
                  <a:lnTo>
                    <a:pt x="17447" y="5371"/>
                  </a:lnTo>
                  <a:lnTo>
                    <a:pt x="18800" y="5371"/>
                  </a:lnTo>
                  <a:lnTo>
                    <a:pt x="19133" y="6369"/>
                  </a:lnTo>
                  <a:lnTo>
                    <a:pt x="19466" y="7370"/>
                  </a:lnTo>
                  <a:lnTo>
                    <a:pt x="19803" y="8379"/>
                  </a:lnTo>
                  <a:lnTo>
                    <a:pt x="20143" y="9400"/>
                  </a:lnTo>
                  <a:lnTo>
                    <a:pt x="18760" y="10655"/>
                  </a:lnTo>
                  <a:lnTo>
                    <a:pt x="17551" y="11743"/>
                  </a:lnTo>
                  <a:lnTo>
                    <a:pt x="16490" y="12676"/>
                  </a:lnTo>
                  <a:lnTo>
                    <a:pt x="15555" y="13466"/>
                  </a:lnTo>
                  <a:lnTo>
                    <a:pt x="14722" y="14125"/>
                  </a:lnTo>
                  <a:lnTo>
                    <a:pt x="13966" y="14664"/>
                  </a:lnTo>
                  <a:lnTo>
                    <a:pt x="13263" y="15096"/>
                  </a:lnTo>
                  <a:lnTo>
                    <a:pt x="12591" y="15432"/>
                  </a:lnTo>
                  <a:lnTo>
                    <a:pt x="11924" y="15684"/>
                  </a:lnTo>
                  <a:lnTo>
                    <a:pt x="11240" y="15866"/>
                  </a:lnTo>
                  <a:lnTo>
                    <a:pt x="10514" y="15987"/>
                  </a:lnTo>
                  <a:lnTo>
                    <a:pt x="9722" y="16061"/>
                  </a:lnTo>
                  <a:lnTo>
                    <a:pt x="8841" y="16098"/>
                  </a:lnTo>
                  <a:lnTo>
                    <a:pt x="7846" y="16112"/>
                  </a:lnTo>
                  <a:lnTo>
                    <a:pt x="6714" y="16114"/>
                  </a:lnTo>
                  <a:lnTo>
                    <a:pt x="6382" y="17112"/>
                  </a:lnTo>
                  <a:lnTo>
                    <a:pt x="6048" y="18113"/>
                  </a:lnTo>
                  <a:lnTo>
                    <a:pt x="5711" y="19122"/>
                  </a:lnTo>
                  <a:lnTo>
                    <a:pt x="5371" y="20143"/>
                  </a:lnTo>
                  <a:lnTo>
                    <a:pt x="4038" y="20143"/>
                  </a:lnTo>
                  <a:lnTo>
                    <a:pt x="2685" y="20143"/>
                  </a:lnTo>
                  <a:lnTo>
                    <a:pt x="2685" y="19003"/>
                  </a:lnTo>
                  <a:lnTo>
                    <a:pt x="2685" y="17862"/>
                  </a:lnTo>
                  <a:lnTo>
                    <a:pt x="2685" y="16718"/>
                  </a:lnTo>
                  <a:lnTo>
                    <a:pt x="2685" y="15570"/>
                  </a:lnTo>
                  <a:lnTo>
                    <a:pt x="2685" y="14416"/>
                  </a:lnTo>
                  <a:lnTo>
                    <a:pt x="2685" y="13255"/>
                  </a:lnTo>
                  <a:lnTo>
                    <a:pt x="2685" y="12086"/>
                  </a:lnTo>
                  <a:lnTo>
                    <a:pt x="1353" y="11419"/>
                  </a:lnTo>
                  <a:lnTo>
                    <a:pt x="0" y="10743"/>
                  </a:lnTo>
                  <a:lnTo>
                    <a:pt x="780" y="9926"/>
                  </a:lnTo>
                  <a:lnTo>
                    <a:pt x="1556" y="9133"/>
                  </a:lnTo>
                  <a:lnTo>
                    <a:pt x="2331" y="8361"/>
                  </a:lnTo>
                  <a:lnTo>
                    <a:pt x="3107" y="7610"/>
                  </a:lnTo>
                  <a:lnTo>
                    <a:pt x="3887" y="6880"/>
                  </a:lnTo>
                  <a:lnTo>
                    <a:pt x="4673" y="6169"/>
                  </a:lnTo>
                  <a:lnTo>
                    <a:pt x="5468" y="5478"/>
                  </a:lnTo>
                  <a:lnTo>
                    <a:pt x="6274" y="4805"/>
                  </a:lnTo>
                  <a:lnTo>
                    <a:pt x="7094" y="4149"/>
                  </a:lnTo>
                  <a:lnTo>
                    <a:pt x="7930" y="3511"/>
                  </a:lnTo>
                  <a:lnTo>
                    <a:pt x="8784" y="2889"/>
                  </a:lnTo>
                  <a:lnTo>
                    <a:pt x="9660" y="2283"/>
                  </a:lnTo>
                  <a:lnTo>
                    <a:pt x="10560" y="1691"/>
                  </a:lnTo>
                  <a:lnTo>
                    <a:pt x="11487" y="1114"/>
                  </a:lnTo>
                  <a:lnTo>
                    <a:pt x="12442" y="550"/>
                  </a:lnTo>
                  <a:lnTo>
                    <a:pt x="13428" y="0"/>
                  </a:lnTo>
                  <a:close/>
                </a:path>
              </a:pathLst>
            </a:custGeom>
            <a:solidFill>
              <a:srgbClr val="606D7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3" name="region 201 #670819"/>
            <p:cNvSpPr/>
            <p:nvPr/>
          </p:nvSpPr>
          <p:spPr>
            <a:xfrm>
              <a:off x="1410027" y="809710"/>
              <a:ext cx="40286" cy="26906"/>
            </a:xfrm>
            <a:custGeom>
              <a:avLst/>
              <a:gdLst/>
              <a:ahLst/>
              <a:cxnLst/>
              <a:rect l="l" t="t" r="r" b="b"/>
              <a:pathLst>
                <a:path w="40286" h="26906">
                  <a:moveTo>
                    <a:pt x="14771" y="48"/>
                  </a:moveTo>
                  <a:lnTo>
                    <a:pt x="14993" y="1156"/>
                  </a:lnTo>
                  <a:lnTo>
                    <a:pt x="15215" y="2266"/>
                  </a:lnTo>
                  <a:lnTo>
                    <a:pt x="15438" y="3380"/>
                  </a:lnTo>
                  <a:lnTo>
                    <a:pt x="15662" y="4499"/>
                  </a:lnTo>
                  <a:lnTo>
                    <a:pt x="15887" y="5626"/>
                  </a:lnTo>
                  <a:lnTo>
                    <a:pt x="16114" y="6762"/>
                  </a:lnTo>
                  <a:lnTo>
                    <a:pt x="16682" y="6849"/>
                  </a:lnTo>
                  <a:lnTo>
                    <a:pt x="17682" y="7001"/>
                  </a:lnTo>
                  <a:lnTo>
                    <a:pt x="19975" y="7351"/>
                  </a:lnTo>
                  <a:lnTo>
                    <a:pt x="21755" y="7675"/>
                  </a:lnTo>
                  <a:lnTo>
                    <a:pt x="23028" y="7931"/>
                  </a:lnTo>
                  <a:lnTo>
                    <a:pt x="23983" y="8179"/>
                  </a:lnTo>
                  <a:lnTo>
                    <a:pt x="24812" y="8475"/>
                  </a:lnTo>
                  <a:lnTo>
                    <a:pt x="25706" y="8879"/>
                  </a:lnTo>
                  <a:lnTo>
                    <a:pt x="26857" y="9448"/>
                  </a:lnTo>
                  <a:lnTo>
                    <a:pt x="27284" y="10542"/>
                  </a:lnTo>
                  <a:lnTo>
                    <a:pt x="27670" y="11590"/>
                  </a:lnTo>
                  <a:lnTo>
                    <a:pt x="28015" y="12602"/>
                  </a:lnTo>
                  <a:lnTo>
                    <a:pt x="28322" y="13588"/>
                  </a:lnTo>
                  <a:lnTo>
                    <a:pt x="28591" y="14557"/>
                  </a:lnTo>
                  <a:lnTo>
                    <a:pt x="28825" y="15520"/>
                  </a:lnTo>
                  <a:lnTo>
                    <a:pt x="29023" y="16485"/>
                  </a:lnTo>
                  <a:lnTo>
                    <a:pt x="29187" y="17463"/>
                  </a:lnTo>
                  <a:lnTo>
                    <a:pt x="29318" y="18463"/>
                  </a:lnTo>
                  <a:lnTo>
                    <a:pt x="29418" y="19494"/>
                  </a:lnTo>
                  <a:lnTo>
                    <a:pt x="29488" y="20567"/>
                  </a:lnTo>
                  <a:lnTo>
                    <a:pt x="29530" y="21692"/>
                  </a:lnTo>
                  <a:lnTo>
                    <a:pt x="29543" y="22877"/>
                  </a:lnTo>
                  <a:lnTo>
                    <a:pt x="30876" y="22877"/>
                  </a:lnTo>
                  <a:lnTo>
                    <a:pt x="32229" y="22877"/>
                  </a:lnTo>
                  <a:lnTo>
                    <a:pt x="32229" y="21544"/>
                  </a:lnTo>
                  <a:lnTo>
                    <a:pt x="32229" y="20191"/>
                  </a:lnTo>
                  <a:lnTo>
                    <a:pt x="33562" y="20191"/>
                  </a:lnTo>
                  <a:lnTo>
                    <a:pt x="34915" y="20191"/>
                  </a:lnTo>
                  <a:lnTo>
                    <a:pt x="34915" y="18858"/>
                  </a:lnTo>
                  <a:lnTo>
                    <a:pt x="34915" y="17505"/>
                  </a:lnTo>
                  <a:lnTo>
                    <a:pt x="35979" y="17505"/>
                  </a:lnTo>
                  <a:lnTo>
                    <a:pt x="37045" y="17505"/>
                  </a:lnTo>
                  <a:lnTo>
                    <a:pt x="38117" y="17505"/>
                  </a:lnTo>
                  <a:lnTo>
                    <a:pt x="39196" y="17505"/>
                  </a:lnTo>
                  <a:lnTo>
                    <a:pt x="40286" y="17505"/>
                  </a:lnTo>
                  <a:lnTo>
                    <a:pt x="40286" y="18836"/>
                  </a:lnTo>
                  <a:lnTo>
                    <a:pt x="40286" y="20176"/>
                  </a:lnTo>
                  <a:lnTo>
                    <a:pt x="40286" y="21534"/>
                  </a:lnTo>
                  <a:lnTo>
                    <a:pt x="38955" y="21534"/>
                  </a:lnTo>
                  <a:lnTo>
                    <a:pt x="37615" y="21534"/>
                  </a:lnTo>
                  <a:lnTo>
                    <a:pt x="36257" y="21534"/>
                  </a:lnTo>
                  <a:lnTo>
                    <a:pt x="36257" y="22867"/>
                  </a:lnTo>
                  <a:lnTo>
                    <a:pt x="36257" y="24220"/>
                  </a:lnTo>
                  <a:lnTo>
                    <a:pt x="34925" y="24220"/>
                  </a:lnTo>
                  <a:lnTo>
                    <a:pt x="33572" y="24220"/>
                  </a:lnTo>
                  <a:lnTo>
                    <a:pt x="33572" y="25553"/>
                  </a:lnTo>
                  <a:lnTo>
                    <a:pt x="33572" y="26906"/>
                  </a:lnTo>
                  <a:lnTo>
                    <a:pt x="32227" y="26713"/>
                  </a:lnTo>
                  <a:lnTo>
                    <a:pt x="31065" y="26491"/>
                  </a:lnTo>
                  <a:lnTo>
                    <a:pt x="30044" y="26196"/>
                  </a:lnTo>
                  <a:lnTo>
                    <a:pt x="29121" y="25782"/>
                  </a:lnTo>
                  <a:lnTo>
                    <a:pt x="28254" y="25205"/>
                  </a:lnTo>
                  <a:lnTo>
                    <a:pt x="27402" y="24419"/>
                  </a:lnTo>
                  <a:lnTo>
                    <a:pt x="26522" y="23381"/>
                  </a:lnTo>
                  <a:lnTo>
                    <a:pt x="26216" y="22322"/>
                  </a:lnTo>
                  <a:lnTo>
                    <a:pt x="25967" y="21276"/>
                  </a:lnTo>
                  <a:lnTo>
                    <a:pt x="25772" y="20239"/>
                  </a:lnTo>
                  <a:lnTo>
                    <a:pt x="25624" y="19208"/>
                  </a:lnTo>
                  <a:lnTo>
                    <a:pt x="25518" y="18180"/>
                  </a:lnTo>
                  <a:lnTo>
                    <a:pt x="25449" y="17152"/>
                  </a:lnTo>
                  <a:lnTo>
                    <a:pt x="25411" y="16120"/>
                  </a:lnTo>
                  <a:lnTo>
                    <a:pt x="25400" y="15082"/>
                  </a:lnTo>
                  <a:lnTo>
                    <a:pt x="25410" y="14032"/>
                  </a:lnTo>
                  <a:lnTo>
                    <a:pt x="25436" y="12970"/>
                  </a:lnTo>
                  <a:lnTo>
                    <a:pt x="25473" y="11890"/>
                  </a:lnTo>
                  <a:lnTo>
                    <a:pt x="25514" y="10791"/>
                  </a:lnTo>
                  <a:lnTo>
                    <a:pt x="24375" y="10981"/>
                  </a:lnTo>
                  <a:lnTo>
                    <a:pt x="23233" y="11171"/>
                  </a:lnTo>
                  <a:lnTo>
                    <a:pt x="22089" y="11362"/>
                  </a:lnTo>
                  <a:lnTo>
                    <a:pt x="20941" y="11553"/>
                  </a:lnTo>
                  <a:lnTo>
                    <a:pt x="19787" y="11745"/>
                  </a:lnTo>
                  <a:lnTo>
                    <a:pt x="18626" y="11939"/>
                  </a:lnTo>
                  <a:lnTo>
                    <a:pt x="17457" y="12134"/>
                  </a:lnTo>
                  <a:lnTo>
                    <a:pt x="17125" y="13132"/>
                  </a:lnTo>
                  <a:lnTo>
                    <a:pt x="16791" y="14133"/>
                  </a:lnTo>
                  <a:lnTo>
                    <a:pt x="16454" y="15142"/>
                  </a:lnTo>
                  <a:lnTo>
                    <a:pt x="16114" y="16163"/>
                  </a:lnTo>
                  <a:lnTo>
                    <a:pt x="15448" y="16163"/>
                  </a:lnTo>
                  <a:lnTo>
                    <a:pt x="14771" y="16163"/>
                  </a:lnTo>
                  <a:lnTo>
                    <a:pt x="14581" y="15118"/>
                  </a:lnTo>
                  <a:lnTo>
                    <a:pt x="14391" y="14073"/>
                  </a:lnTo>
                  <a:lnTo>
                    <a:pt x="14201" y="13027"/>
                  </a:lnTo>
                  <a:lnTo>
                    <a:pt x="14011" y="11981"/>
                  </a:lnTo>
                  <a:lnTo>
                    <a:pt x="13820" y="10933"/>
                  </a:lnTo>
                  <a:lnTo>
                    <a:pt x="13630" y="9883"/>
                  </a:lnTo>
                  <a:lnTo>
                    <a:pt x="13439" y="8832"/>
                  </a:lnTo>
                  <a:lnTo>
                    <a:pt x="13247" y="7778"/>
                  </a:lnTo>
                  <a:lnTo>
                    <a:pt x="13055" y="6722"/>
                  </a:lnTo>
                  <a:lnTo>
                    <a:pt x="12862" y="5663"/>
                  </a:lnTo>
                  <a:lnTo>
                    <a:pt x="12669" y="4601"/>
                  </a:lnTo>
                  <a:lnTo>
                    <a:pt x="12475" y="3535"/>
                  </a:lnTo>
                  <a:lnTo>
                    <a:pt x="12281" y="2465"/>
                  </a:lnTo>
                  <a:lnTo>
                    <a:pt x="12086" y="1391"/>
                  </a:lnTo>
                  <a:lnTo>
                    <a:pt x="11150" y="1890"/>
                  </a:lnTo>
                  <a:lnTo>
                    <a:pt x="10212" y="2390"/>
                  </a:lnTo>
                  <a:lnTo>
                    <a:pt x="9266" y="2895"/>
                  </a:lnTo>
                  <a:lnTo>
                    <a:pt x="8309" y="3405"/>
                  </a:lnTo>
                  <a:lnTo>
                    <a:pt x="6888" y="4070"/>
                  </a:lnTo>
                  <a:lnTo>
                    <a:pt x="5771" y="4570"/>
                  </a:lnTo>
                  <a:lnTo>
                    <a:pt x="4861" y="4928"/>
                  </a:lnTo>
                  <a:lnTo>
                    <a:pt x="4060" y="5168"/>
                  </a:lnTo>
                  <a:lnTo>
                    <a:pt x="3270" y="5313"/>
                  </a:lnTo>
                  <a:lnTo>
                    <a:pt x="2396" y="5388"/>
                  </a:lnTo>
                  <a:lnTo>
                    <a:pt x="1338" y="5416"/>
                  </a:lnTo>
                  <a:lnTo>
                    <a:pt x="0" y="5419"/>
                  </a:lnTo>
                  <a:lnTo>
                    <a:pt x="332" y="4422"/>
                  </a:lnTo>
                  <a:lnTo>
                    <a:pt x="666" y="3420"/>
                  </a:lnTo>
                  <a:lnTo>
                    <a:pt x="1002" y="2411"/>
                  </a:lnTo>
                  <a:lnTo>
                    <a:pt x="1342" y="1391"/>
                  </a:lnTo>
                  <a:lnTo>
                    <a:pt x="2406" y="1061"/>
                  </a:lnTo>
                  <a:lnTo>
                    <a:pt x="3446" y="786"/>
                  </a:lnTo>
                  <a:lnTo>
                    <a:pt x="4468" y="561"/>
                  </a:lnTo>
                  <a:lnTo>
                    <a:pt x="5477" y="381"/>
                  </a:lnTo>
                  <a:lnTo>
                    <a:pt x="6477" y="243"/>
                  </a:lnTo>
                  <a:lnTo>
                    <a:pt x="7474" y="141"/>
                  </a:lnTo>
                  <a:lnTo>
                    <a:pt x="8473" y="70"/>
                  </a:lnTo>
                  <a:lnTo>
                    <a:pt x="9478" y="26"/>
                  </a:lnTo>
                  <a:lnTo>
                    <a:pt x="10495" y="4"/>
                  </a:lnTo>
                  <a:lnTo>
                    <a:pt x="11527" y="0"/>
                  </a:lnTo>
                  <a:lnTo>
                    <a:pt x="12581" y="9"/>
                  </a:lnTo>
                  <a:lnTo>
                    <a:pt x="13661" y="27"/>
                  </a:lnTo>
                  <a:lnTo>
                    <a:pt x="14771" y="48"/>
                  </a:lnTo>
                  <a:close/>
                </a:path>
              </a:pathLst>
            </a:custGeom>
            <a:solidFill>
              <a:srgbClr val="67081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4" name="region 202 #E3DBD4"/>
            <p:cNvSpPr/>
            <p:nvPr/>
          </p:nvSpPr>
          <p:spPr>
            <a:xfrm>
              <a:off x="1242166" y="261862"/>
              <a:ext cx="72516" cy="12248"/>
            </a:xfrm>
            <a:custGeom>
              <a:avLst/>
              <a:gdLst/>
              <a:ahLst/>
              <a:cxnLst/>
              <a:rect l="l" t="t" r="r" b="b"/>
              <a:pathLst>
                <a:path w="72516" h="12248">
                  <a:moveTo>
                    <a:pt x="69830" y="0"/>
                  </a:moveTo>
                  <a:lnTo>
                    <a:pt x="71163" y="666"/>
                  </a:lnTo>
                  <a:lnTo>
                    <a:pt x="72516" y="1343"/>
                  </a:lnTo>
                  <a:lnTo>
                    <a:pt x="71655" y="2348"/>
                  </a:lnTo>
                  <a:lnTo>
                    <a:pt x="70815" y="3244"/>
                  </a:lnTo>
                  <a:lnTo>
                    <a:pt x="69988" y="4039"/>
                  </a:lnTo>
                  <a:lnTo>
                    <a:pt x="69166" y="4739"/>
                  </a:lnTo>
                  <a:lnTo>
                    <a:pt x="68341" y="5353"/>
                  </a:lnTo>
                  <a:lnTo>
                    <a:pt x="67505" y="5889"/>
                  </a:lnTo>
                  <a:lnTo>
                    <a:pt x="66649" y="6353"/>
                  </a:lnTo>
                  <a:lnTo>
                    <a:pt x="65765" y="6753"/>
                  </a:lnTo>
                  <a:lnTo>
                    <a:pt x="64846" y="7098"/>
                  </a:lnTo>
                  <a:lnTo>
                    <a:pt x="63883" y="7394"/>
                  </a:lnTo>
                  <a:lnTo>
                    <a:pt x="62868" y="7649"/>
                  </a:lnTo>
                  <a:lnTo>
                    <a:pt x="61793" y="7871"/>
                  </a:lnTo>
                  <a:lnTo>
                    <a:pt x="60650" y="8068"/>
                  </a:lnTo>
                  <a:lnTo>
                    <a:pt x="59431" y="8246"/>
                  </a:lnTo>
                  <a:lnTo>
                    <a:pt x="58127" y="8414"/>
                  </a:lnTo>
                  <a:lnTo>
                    <a:pt x="56812" y="8582"/>
                  </a:lnTo>
                  <a:lnTo>
                    <a:pt x="55476" y="8753"/>
                  </a:lnTo>
                  <a:lnTo>
                    <a:pt x="54364" y="8890"/>
                  </a:lnTo>
                  <a:lnTo>
                    <a:pt x="53252" y="9025"/>
                  </a:lnTo>
                  <a:lnTo>
                    <a:pt x="52139" y="9157"/>
                  </a:lnTo>
                  <a:lnTo>
                    <a:pt x="51026" y="9287"/>
                  </a:lnTo>
                  <a:lnTo>
                    <a:pt x="49913" y="9415"/>
                  </a:lnTo>
                  <a:lnTo>
                    <a:pt x="48870" y="9535"/>
                  </a:lnTo>
                  <a:lnTo>
                    <a:pt x="47829" y="9657"/>
                  </a:lnTo>
                  <a:lnTo>
                    <a:pt x="46788" y="9783"/>
                  </a:lnTo>
                  <a:lnTo>
                    <a:pt x="45747" y="9911"/>
                  </a:lnTo>
                  <a:lnTo>
                    <a:pt x="44706" y="10040"/>
                  </a:lnTo>
                  <a:lnTo>
                    <a:pt x="43666" y="10172"/>
                  </a:lnTo>
                  <a:lnTo>
                    <a:pt x="42626" y="10304"/>
                  </a:lnTo>
                  <a:lnTo>
                    <a:pt x="41585" y="10438"/>
                  </a:lnTo>
                  <a:lnTo>
                    <a:pt x="40543" y="10566"/>
                  </a:lnTo>
                  <a:lnTo>
                    <a:pt x="39501" y="10692"/>
                  </a:lnTo>
                  <a:lnTo>
                    <a:pt x="38459" y="10815"/>
                  </a:lnTo>
                  <a:lnTo>
                    <a:pt x="37417" y="10936"/>
                  </a:lnTo>
                  <a:lnTo>
                    <a:pt x="36376" y="11052"/>
                  </a:lnTo>
                  <a:lnTo>
                    <a:pt x="35335" y="11166"/>
                  </a:lnTo>
                  <a:lnTo>
                    <a:pt x="34294" y="11275"/>
                  </a:lnTo>
                  <a:lnTo>
                    <a:pt x="33253" y="11380"/>
                  </a:lnTo>
                  <a:lnTo>
                    <a:pt x="32213" y="11481"/>
                  </a:lnTo>
                  <a:lnTo>
                    <a:pt x="31172" y="11576"/>
                  </a:lnTo>
                  <a:lnTo>
                    <a:pt x="30132" y="11667"/>
                  </a:lnTo>
                  <a:lnTo>
                    <a:pt x="29092" y="11752"/>
                  </a:lnTo>
                  <a:lnTo>
                    <a:pt x="28052" y="11832"/>
                  </a:lnTo>
                  <a:lnTo>
                    <a:pt x="27012" y="11905"/>
                  </a:lnTo>
                  <a:lnTo>
                    <a:pt x="25973" y="11972"/>
                  </a:lnTo>
                  <a:lnTo>
                    <a:pt x="24933" y="12033"/>
                  </a:lnTo>
                  <a:lnTo>
                    <a:pt x="23894" y="12087"/>
                  </a:lnTo>
                  <a:lnTo>
                    <a:pt x="22855" y="12133"/>
                  </a:lnTo>
                  <a:lnTo>
                    <a:pt x="21816" y="12172"/>
                  </a:lnTo>
                  <a:lnTo>
                    <a:pt x="20777" y="12204"/>
                  </a:lnTo>
                  <a:lnTo>
                    <a:pt x="19738" y="12227"/>
                  </a:lnTo>
                  <a:lnTo>
                    <a:pt x="18699" y="12242"/>
                  </a:lnTo>
                  <a:lnTo>
                    <a:pt x="17660" y="12248"/>
                  </a:lnTo>
                  <a:lnTo>
                    <a:pt x="16621" y="12245"/>
                  </a:lnTo>
                  <a:lnTo>
                    <a:pt x="15583" y="12234"/>
                  </a:lnTo>
                  <a:lnTo>
                    <a:pt x="14544" y="12212"/>
                  </a:lnTo>
                  <a:lnTo>
                    <a:pt x="13505" y="12181"/>
                  </a:lnTo>
                  <a:lnTo>
                    <a:pt x="12467" y="12139"/>
                  </a:lnTo>
                  <a:lnTo>
                    <a:pt x="11428" y="12087"/>
                  </a:lnTo>
                  <a:lnTo>
                    <a:pt x="10389" y="12025"/>
                  </a:lnTo>
                  <a:lnTo>
                    <a:pt x="9351" y="11951"/>
                  </a:lnTo>
                  <a:lnTo>
                    <a:pt x="8312" y="11866"/>
                  </a:lnTo>
                  <a:lnTo>
                    <a:pt x="7273" y="11769"/>
                  </a:lnTo>
                  <a:lnTo>
                    <a:pt x="6234" y="11661"/>
                  </a:lnTo>
                  <a:lnTo>
                    <a:pt x="5196" y="11540"/>
                  </a:lnTo>
                  <a:lnTo>
                    <a:pt x="4157" y="11407"/>
                  </a:lnTo>
                  <a:lnTo>
                    <a:pt x="3118" y="11261"/>
                  </a:lnTo>
                  <a:lnTo>
                    <a:pt x="2079" y="11102"/>
                  </a:lnTo>
                  <a:lnTo>
                    <a:pt x="1039" y="10929"/>
                  </a:lnTo>
                  <a:lnTo>
                    <a:pt x="0" y="10743"/>
                  </a:lnTo>
                  <a:lnTo>
                    <a:pt x="0" y="10076"/>
                  </a:lnTo>
                  <a:lnTo>
                    <a:pt x="0" y="9400"/>
                  </a:lnTo>
                  <a:lnTo>
                    <a:pt x="1173" y="9333"/>
                  </a:lnTo>
                  <a:lnTo>
                    <a:pt x="2353" y="9265"/>
                  </a:lnTo>
                  <a:lnTo>
                    <a:pt x="3549" y="9196"/>
                  </a:lnTo>
                  <a:lnTo>
                    <a:pt x="4645" y="9131"/>
                  </a:lnTo>
                  <a:lnTo>
                    <a:pt x="5741" y="9067"/>
                  </a:lnTo>
                  <a:lnTo>
                    <a:pt x="6837" y="9001"/>
                  </a:lnTo>
                  <a:lnTo>
                    <a:pt x="7932" y="8936"/>
                  </a:lnTo>
                  <a:lnTo>
                    <a:pt x="9028" y="8870"/>
                  </a:lnTo>
                  <a:lnTo>
                    <a:pt x="10123" y="8804"/>
                  </a:lnTo>
                  <a:lnTo>
                    <a:pt x="11219" y="8737"/>
                  </a:lnTo>
                  <a:lnTo>
                    <a:pt x="12314" y="8670"/>
                  </a:lnTo>
                  <a:lnTo>
                    <a:pt x="13410" y="8603"/>
                  </a:lnTo>
                  <a:lnTo>
                    <a:pt x="14505" y="8535"/>
                  </a:lnTo>
                  <a:lnTo>
                    <a:pt x="15601" y="8467"/>
                  </a:lnTo>
                  <a:lnTo>
                    <a:pt x="16696" y="8399"/>
                  </a:lnTo>
                  <a:lnTo>
                    <a:pt x="17830" y="8331"/>
                  </a:lnTo>
                  <a:lnTo>
                    <a:pt x="18964" y="8263"/>
                  </a:lnTo>
                  <a:lnTo>
                    <a:pt x="20098" y="8196"/>
                  </a:lnTo>
                  <a:lnTo>
                    <a:pt x="21232" y="8129"/>
                  </a:lnTo>
                  <a:lnTo>
                    <a:pt x="22366" y="8064"/>
                  </a:lnTo>
                  <a:lnTo>
                    <a:pt x="23536" y="7996"/>
                  </a:lnTo>
                  <a:lnTo>
                    <a:pt x="24706" y="7927"/>
                  </a:lnTo>
                  <a:lnTo>
                    <a:pt x="25876" y="7856"/>
                  </a:lnTo>
                  <a:lnTo>
                    <a:pt x="27046" y="7784"/>
                  </a:lnTo>
                  <a:lnTo>
                    <a:pt x="28216" y="7712"/>
                  </a:lnTo>
                  <a:lnTo>
                    <a:pt x="29386" y="7638"/>
                  </a:lnTo>
                  <a:lnTo>
                    <a:pt x="30556" y="7564"/>
                  </a:lnTo>
                  <a:lnTo>
                    <a:pt x="31786" y="7490"/>
                  </a:lnTo>
                  <a:lnTo>
                    <a:pt x="33020" y="7416"/>
                  </a:lnTo>
                  <a:lnTo>
                    <a:pt x="34263" y="7341"/>
                  </a:lnTo>
                  <a:lnTo>
                    <a:pt x="35521" y="7266"/>
                  </a:lnTo>
                  <a:lnTo>
                    <a:pt x="36656" y="7122"/>
                  </a:lnTo>
                  <a:lnTo>
                    <a:pt x="37775" y="6957"/>
                  </a:lnTo>
                  <a:lnTo>
                    <a:pt x="38881" y="6771"/>
                  </a:lnTo>
                  <a:lnTo>
                    <a:pt x="39975" y="6566"/>
                  </a:lnTo>
                  <a:lnTo>
                    <a:pt x="41060" y="6342"/>
                  </a:lnTo>
                  <a:lnTo>
                    <a:pt x="42138" y="6101"/>
                  </a:lnTo>
                  <a:lnTo>
                    <a:pt x="43212" y="5845"/>
                  </a:lnTo>
                  <a:lnTo>
                    <a:pt x="44283" y="5573"/>
                  </a:lnTo>
                  <a:lnTo>
                    <a:pt x="45355" y="5287"/>
                  </a:lnTo>
                  <a:lnTo>
                    <a:pt x="46428" y="4989"/>
                  </a:lnTo>
                  <a:lnTo>
                    <a:pt x="47507" y="4679"/>
                  </a:lnTo>
                  <a:lnTo>
                    <a:pt x="48592" y="4358"/>
                  </a:lnTo>
                  <a:lnTo>
                    <a:pt x="49687" y="4028"/>
                  </a:lnTo>
                  <a:lnTo>
                    <a:pt x="50822" y="3902"/>
                  </a:lnTo>
                  <a:lnTo>
                    <a:pt x="51956" y="3788"/>
                  </a:lnTo>
                  <a:lnTo>
                    <a:pt x="53088" y="3684"/>
                  </a:lnTo>
                  <a:lnTo>
                    <a:pt x="54221" y="3589"/>
                  </a:lnTo>
                  <a:lnTo>
                    <a:pt x="55353" y="3503"/>
                  </a:lnTo>
                  <a:lnTo>
                    <a:pt x="56486" y="3423"/>
                  </a:lnTo>
                  <a:lnTo>
                    <a:pt x="57620" y="3349"/>
                  </a:lnTo>
                  <a:lnTo>
                    <a:pt x="58755" y="3279"/>
                  </a:lnTo>
                  <a:lnTo>
                    <a:pt x="59893" y="3212"/>
                  </a:lnTo>
                  <a:lnTo>
                    <a:pt x="61033" y="3147"/>
                  </a:lnTo>
                  <a:lnTo>
                    <a:pt x="62152" y="2967"/>
                  </a:lnTo>
                  <a:lnTo>
                    <a:pt x="63193" y="2741"/>
                  </a:lnTo>
                  <a:lnTo>
                    <a:pt x="64176" y="2471"/>
                  </a:lnTo>
                  <a:lnTo>
                    <a:pt x="65116" y="2158"/>
                  </a:lnTo>
                  <a:lnTo>
                    <a:pt x="66033" y="1803"/>
                  </a:lnTo>
                  <a:lnTo>
                    <a:pt x="66945" y="1409"/>
                  </a:lnTo>
                  <a:lnTo>
                    <a:pt x="67870" y="976"/>
                  </a:lnTo>
                  <a:lnTo>
                    <a:pt x="68826" y="506"/>
                  </a:lnTo>
                  <a:lnTo>
                    <a:pt x="69830" y="0"/>
                  </a:lnTo>
                  <a:close/>
                </a:path>
              </a:pathLst>
            </a:custGeom>
            <a:solidFill>
              <a:srgbClr val="E3DBD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5" name="region 203 #307DBE"/>
            <p:cNvSpPr/>
            <p:nvPr/>
          </p:nvSpPr>
          <p:spPr>
            <a:xfrm>
              <a:off x="2572963" y="586839"/>
              <a:ext cx="13687" cy="22829"/>
            </a:xfrm>
            <a:custGeom>
              <a:avLst/>
              <a:gdLst/>
              <a:ahLst/>
              <a:cxnLst/>
              <a:rect l="l" t="t" r="r" b="b"/>
              <a:pathLst>
                <a:path w="13687" h="22829">
                  <a:moveTo>
                    <a:pt x="13429" y="0"/>
                  </a:moveTo>
                  <a:lnTo>
                    <a:pt x="13511" y="2104"/>
                  </a:lnTo>
                  <a:lnTo>
                    <a:pt x="13581" y="3980"/>
                  </a:lnTo>
                  <a:lnTo>
                    <a:pt x="13635" y="5648"/>
                  </a:lnTo>
                  <a:lnTo>
                    <a:pt x="13671" y="7127"/>
                  </a:lnTo>
                  <a:lnTo>
                    <a:pt x="13687" y="8435"/>
                  </a:lnTo>
                  <a:lnTo>
                    <a:pt x="13679" y="9594"/>
                  </a:lnTo>
                  <a:lnTo>
                    <a:pt x="13645" y="10621"/>
                  </a:lnTo>
                  <a:lnTo>
                    <a:pt x="13581" y="11536"/>
                  </a:lnTo>
                  <a:lnTo>
                    <a:pt x="13486" y="12360"/>
                  </a:lnTo>
                  <a:lnTo>
                    <a:pt x="13357" y="13110"/>
                  </a:lnTo>
                  <a:lnTo>
                    <a:pt x="13190" y="13806"/>
                  </a:lnTo>
                  <a:lnTo>
                    <a:pt x="12982" y="14468"/>
                  </a:lnTo>
                  <a:lnTo>
                    <a:pt x="12733" y="15115"/>
                  </a:lnTo>
                  <a:lnTo>
                    <a:pt x="12437" y="15766"/>
                  </a:lnTo>
                  <a:lnTo>
                    <a:pt x="12093" y="16441"/>
                  </a:lnTo>
                  <a:lnTo>
                    <a:pt x="11698" y="17159"/>
                  </a:lnTo>
                  <a:lnTo>
                    <a:pt x="11249" y="17939"/>
                  </a:lnTo>
                  <a:lnTo>
                    <a:pt x="10743" y="18801"/>
                  </a:lnTo>
                  <a:lnTo>
                    <a:pt x="9634" y="19868"/>
                  </a:lnTo>
                  <a:lnTo>
                    <a:pt x="8809" y="20629"/>
                  </a:lnTo>
                  <a:lnTo>
                    <a:pt x="8120" y="21193"/>
                  </a:lnTo>
                  <a:lnTo>
                    <a:pt x="7417" y="21673"/>
                  </a:lnTo>
                  <a:lnTo>
                    <a:pt x="6550" y="22181"/>
                  </a:lnTo>
                  <a:lnTo>
                    <a:pt x="5372" y="22829"/>
                  </a:lnTo>
                  <a:lnTo>
                    <a:pt x="4374" y="22497"/>
                  </a:lnTo>
                  <a:lnTo>
                    <a:pt x="3373" y="22163"/>
                  </a:lnTo>
                  <a:lnTo>
                    <a:pt x="2364" y="21827"/>
                  </a:lnTo>
                  <a:lnTo>
                    <a:pt x="1343" y="21486"/>
                  </a:lnTo>
                  <a:lnTo>
                    <a:pt x="1018" y="20205"/>
                  </a:lnTo>
                  <a:lnTo>
                    <a:pt x="763" y="19163"/>
                  </a:lnTo>
                  <a:lnTo>
                    <a:pt x="566" y="18284"/>
                  </a:lnTo>
                  <a:lnTo>
                    <a:pt x="418" y="17490"/>
                  </a:lnTo>
                  <a:lnTo>
                    <a:pt x="305" y="16703"/>
                  </a:lnTo>
                  <a:lnTo>
                    <a:pt x="218" y="15847"/>
                  </a:lnTo>
                  <a:lnTo>
                    <a:pt x="146" y="14844"/>
                  </a:lnTo>
                  <a:lnTo>
                    <a:pt x="77" y="13616"/>
                  </a:lnTo>
                  <a:lnTo>
                    <a:pt x="0" y="12086"/>
                  </a:lnTo>
                  <a:lnTo>
                    <a:pt x="880" y="11008"/>
                  </a:lnTo>
                  <a:lnTo>
                    <a:pt x="1597" y="10141"/>
                  </a:lnTo>
                  <a:lnTo>
                    <a:pt x="2208" y="9431"/>
                  </a:lnTo>
                  <a:lnTo>
                    <a:pt x="2766" y="8823"/>
                  </a:lnTo>
                  <a:lnTo>
                    <a:pt x="3328" y="8261"/>
                  </a:lnTo>
                  <a:lnTo>
                    <a:pt x="3949" y="7690"/>
                  </a:lnTo>
                  <a:lnTo>
                    <a:pt x="4683" y="7055"/>
                  </a:lnTo>
                  <a:lnTo>
                    <a:pt x="5587" y="6301"/>
                  </a:lnTo>
                  <a:lnTo>
                    <a:pt x="6715" y="5372"/>
                  </a:lnTo>
                  <a:lnTo>
                    <a:pt x="7463" y="4603"/>
                  </a:lnTo>
                  <a:lnTo>
                    <a:pt x="8214" y="3831"/>
                  </a:lnTo>
                  <a:lnTo>
                    <a:pt x="8971" y="3053"/>
                  </a:lnTo>
                  <a:lnTo>
                    <a:pt x="9736" y="2267"/>
                  </a:lnTo>
                  <a:lnTo>
                    <a:pt x="11116" y="957"/>
                  </a:lnTo>
                  <a:lnTo>
                    <a:pt x="11960" y="284"/>
                  </a:lnTo>
                  <a:lnTo>
                    <a:pt x="12616" y="36"/>
                  </a:lnTo>
                  <a:lnTo>
                    <a:pt x="13429" y="0"/>
                  </a:lnTo>
                  <a:close/>
                </a:path>
              </a:pathLst>
            </a:custGeom>
            <a:solidFill>
              <a:srgbClr val="307DB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6" name="region 204 #3D191D"/>
            <p:cNvSpPr/>
            <p:nvPr/>
          </p:nvSpPr>
          <p:spPr>
            <a:xfrm>
              <a:off x="1407341" y="291405"/>
              <a:ext cx="32229" cy="22829"/>
            </a:xfrm>
            <a:custGeom>
              <a:avLst/>
              <a:gdLst/>
              <a:ahLst/>
              <a:cxnLst/>
              <a:rect l="l" t="t" r="r" b="b"/>
              <a:pathLst>
                <a:path w="32229" h="22829">
                  <a:moveTo>
                    <a:pt x="10743" y="0"/>
                  </a:moveTo>
                  <a:lnTo>
                    <a:pt x="12025" y="206"/>
                  </a:lnTo>
                  <a:lnTo>
                    <a:pt x="13212" y="464"/>
                  </a:lnTo>
                  <a:lnTo>
                    <a:pt x="14313" y="772"/>
                  </a:lnTo>
                  <a:lnTo>
                    <a:pt x="15337" y="1132"/>
                  </a:lnTo>
                  <a:lnTo>
                    <a:pt x="16293" y="1541"/>
                  </a:lnTo>
                  <a:lnTo>
                    <a:pt x="17189" y="1999"/>
                  </a:lnTo>
                  <a:lnTo>
                    <a:pt x="18034" y="2507"/>
                  </a:lnTo>
                  <a:lnTo>
                    <a:pt x="18837" y="3062"/>
                  </a:lnTo>
                  <a:lnTo>
                    <a:pt x="19606" y="3666"/>
                  </a:lnTo>
                  <a:lnTo>
                    <a:pt x="20351" y="4317"/>
                  </a:lnTo>
                  <a:lnTo>
                    <a:pt x="21079" y="5015"/>
                  </a:lnTo>
                  <a:lnTo>
                    <a:pt x="21800" y="5759"/>
                  </a:lnTo>
                  <a:lnTo>
                    <a:pt x="22522" y="6549"/>
                  </a:lnTo>
                  <a:lnTo>
                    <a:pt x="23254" y="7384"/>
                  </a:lnTo>
                  <a:lnTo>
                    <a:pt x="24005" y="8264"/>
                  </a:lnTo>
                  <a:lnTo>
                    <a:pt x="24783" y="9187"/>
                  </a:lnTo>
                  <a:lnTo>
                    <a:pt x="25598" y="10155"/>
                  </a:lnTo>
                  <a:lnTo>
                    <a:pt x="26314" y="10997"/>
                  </a:lnTo>
                  <a:lnTo>
                    <a:pt x="27030" y="11830"/>
                  </a:lnTo>
                  <a:lnTo>
                    <a:pt x="27749" y="12654"/>
                  </a:lnTo>
                  <a:lnTo>
                    <a:pt x="28472" y="13471"/>
                  </a:lnTo>
                  <a:lnTo>
                    <a:pt x="29202" y="14280"/>
                  </a:lnTo>
                  <a:lnTo>
                    <a:pt x="29941" y="15083"/>
                  </a:lnTo>
                  <a:lnTo>
                    <a:pt x="30690" y="15879"/>
                  </a:lnTo>
                  <a:lnTo>
                    <a:pt x="31452" y="16671"/>
                  </a:lnTo>
                  <a:lnTo>
                    <a:pt x="32229" y="17458"/>
                  </a:lnTo>
                  <a:lnTo>
                    <a:pt x="32229" y="18522"/>
                  </a:lnTo>
                  <a:lnTo>
                    <a:pt x="32229" y="19588"/>
                  </a:lnTo>
                  <a:lnTo>
                    <a:pt x="32229" y="20660"/>
                  </a:lnTo>
                  <a:lnTo>
                    <a:pt x="32229" y="21739"/>
                  </a:lnTo>
                  <a:lnTo>
                    <a:pt x="32229" y="22829"/>
                  </a:lnTo>
                  <a:lnTo>
                    <a:pt x="30949" y="22533"/>
                  </a:lnTo>
                  <a:lnTo>
                    <a:pt x="29760" y="22242"/>
                  </a:lnTo>
                  <a:lnTo>
                    <a:pt x="28653" y="21945"/>
                  </a:lnTo>
                  <a:lnTo>
                    <a:pt x="27621" y="21635"/>
                  </a:lnTo>
                  <a:lnTo>
                    <a:pt x="26656" y="21302"/>
                  </a:lnTo>
                  <a:lnTo>
                    <a:pt x="25748" y="20937"/>
                  </a:lnTo>
                  <a:lnTo>
                    <a:pt x="24889" y="20532"/>
                  </a:lnTo>
                  <a:lnTo>
                    <a:pt x="24072" y="20078"/>
                  </a:lnTo>
                  <a:lnTo>
                    <a:pt x="23287" y="19566"/>
                  </a:lnTo>
                  <a:lnTo>
                    <a:pt x="22527" y="18986"/>
                  </a:lnTo>
                  <a:lnTo>
                    <a:pt x="21783" y="18331"/>
                  </a:lnTo>
                  <a:lnTo>
                    <a:pt x="21046" y="17590"/>
                  </a:lnTo>
                  <a:lnTo>
                    <a:pt x="20309" y="16756"/>
                  </a:lnTo>
                  <a:lnTo>
                    <a:pt x="19563" y="15820"/>
                  </a:lnTo>
                  <a:lnTo>
                    <a:pt x="18800" y="14772"/>
                  </a:lnTo>
                  <a:lnTo>
                    <a:pt x="17736" y="14772"/>
                  </a:lnTo>
                  <a:lnTo>
                    <a:pt x="16670" y="14772"/>
                  </a:lnTo>
                  <a:lnTo>
                    <a:pt x="15598" y="14772"/>
                  </a:lnTo>
                  <a:lnTo>
                    <a:pt x="14518" y="14772"/>
                  </a:lnTo>
                  <a:lnTo>
                    <a:pt x="13429" y="14772"/>
                  </a:lnTo>
                  <a:lnTo>
                    <a:pt x="13429" y="13439"/>
                  </a:lnTo>
                  <a:lnTo>
                    <a:pt x="13429" y="12086"/>
                  </a:lnTo>
                  <a:lnTo>
                    <a:pt x="14537" y="12086"/>
                  </a:lnTo>
                  <a:lnTo>
                    <a:pt x="15647" y="12086"/>
                  </a:lnTo>
                  <a:lnTo>
                    <a:pt x="16761" y="12086"/>
                  </a:lnTo>
                  <a:lnTo>
                    <a:pt x="17880" y="12086"/>
                  </a:lnTo>
                  <a:lnTo>
                    <a:pt x="19007" y="12086"/>
                  </a:lnTo>
                  <a:lnTo>
                    <a:pt x="20143" y="12086"/>
                  </a:lnTo>
                  <a:lnTo>
                    <a:pt x="19953" y="10946"/>
                  </a:lnTo>
                  <a:lnTo>
                    <a:pt x="19763" y="9805"/>
                  </a:lnTo>
                  <a:lnTo>
                    <a:pt x="19572" y="8661"/>
                  </a:lnTo>
                  <a:lnTo>
                    <a:pt x="19381" y="7513"/>
                  </a:lnTo>
                  <a:lnTo>
                    <a:pt x="19189" y="6359"/>
                  </a:lnTo>
                  <a:lnTo>
                    <a:pt x="18995" y="5198"/>
                  </a:lnTo>
                  <a:lnTo>
                    <a:pt x="18800" y="4029"/>
                  </a:lnTo>
                  <a:lnTo>
                    <a:pt x="17563" y="4088"/>
                  </a:lnTo>
                  <a:lnTo>
                    <a:pt x="16431" y="4197"/>
                  </a:lnTo>
                  <a:lnTo>
                    <a:pt x="15386" y="4371"/>
                  </a:lnTo>
                  <a:lnTo>
                    <a:pt x="14411" y="4624"/>
                  </a:lnTo>
                  <a:lnTo>
                    <a:pt x="13487" y="4970"/>
                  </a:lnTo>
                  <a:lnTo>
                    <a:pt x="12596" y="5421"/>
                  </a:lnTo>
                  <a:lnTo>
                    <a:pt x="11720" y="5993"/>
                  </a:lnTo>
                  <a:lnTo>
                    <a:pt x="10840" y="6700"/>
                  </a:lnTo>
                  <a:lnTo>
                    <a:pt x="9940" y="7554"/>
                  </a:lnTo>
                  <a:lnTo>
                    <a:pt x="9240" y="8412"/>
                  </a:lnTo>
                  <a:lnTo>
                    <a:pt x="8545" y="9274"/>
                  </a:lnTo>
                  <a:lnTo>
                    <a:pt x="7855" y="10140"/>
                  </a:lnTo>
                  <a:lnTo>
                    <a:pt x="7171" y="11010"/>
                  </a:lnTo>
                  <a:lnTo>
                    <a:pt x="6491" y="11885"/>
                  </a:lnTo>
                  <a:lnTo>
                    <a:pt x="5817" y="12763"/>
                  </a:lnTo>
                  <a:lnTo>
                    <a:pt x="4929" y="13760"/>
                  </a:lnTo>
                  <a:lnTo>
                    <a:pt x="4028" y="14772"/>
                  </a:lnTo>
                  <a:lnTo>
                    <a:pt x="2696" y="14772"/>
                  </a:lnTo>
                  <a:lnTo>
                    <a:pt x="1343" y="14772"/>
                  </a:lnTo>
                  <a:lnTo>
                    <a:pt x="676" y="16105"/>
                  </a:lnTo>
                  <a:lnTo>
                    <a:pt x="0" y="17458"/>
                  </a:lnTo>
                  <a:lnTo>
                    <a:pt x="9" y="15957"/>
                  </a:lnTo>
                  <a:lnTo>
                    <a:pt x="72" y="14823"/>
                  </a:lnTo>
                  <a:lnTo>
                    <a:pt x="244" y="13930"/>
                  </a:lnTo>
                  <a:lnTo>
                    <a:pt x="579" y="13151"/>
                  </a:lnTo>
                  <a:lnTo>
                    <a:pt x="1131" y="12361"/>
                  </a:lnTo>
                  <a:lnTo>
                    <a:pt x="1955" y="11432"/>
                  </a:lnTo>
                  <a:lnTo>
                    <a:pt x="3105" y="10240"/>
                  </a:lnTo>
                  <a:lnTo>
                    <a:pt x="3999" y="9367"/>
                  </a:lnTo>
                  <a:lnTo>
                    <a:pt x="4896" y="8491"/>
                  </a:lnTo>
                  <a:lnTo>
                    <a:pt x="5800" y="7608"/>
                  </a:lnTo>
                  <a:lnTo>
                    <a:pt x="6714" y="6715"/>
                  </a:lnTo>
                  <a:lnTo>
                    <a:pt x="7317" y="5772"/>
                  </a:lnTo>
                  <a:lnTo>
                    <a:pt x="7914" y="4825"/>
                  </a:lnTo>
                  <a:lnTo>
                    <a:pt x="8502" y="3873"/>
                  </a:lnTo>
                  <a:lnTo>
                    <a:pt x="9080" y="2915"/>
                  </a:lnTo>
                  <a:lnTo>
                    <a:pt x="9647" y="1950"/>
                  </a:lnTo>
                  <a:lnTo>
                    <a:pt x="10202" y="979"/>
                  </a:lnTo>
                  <a:lnTo>
                    <a:pt x="10743" y="0"/>
                  </a:lnTo>
                  <a:close/>
                </a:path>
              </a:pathLst>
            </a:custGeom>
            <a:solidFill>
              <a:srgbClr val="3D191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7" name="region 205 #74634F"/>
            <p:cNvSpPr/>
            <p:nvPr/>
          </p:nvSpPr>
          <p:spPr>
            <a:xfrm>
              <a:off x="1111907" y="198551"/>
              <a:ext cx="44315" cy="24366"/>
            </a:xfrm>
            <a:custGeom>
              <a:avLst/>
              <a:gdLst/>
              <a:ahLst/>
              <a:cxnLst/>
              <a:rect l="l" t="t" r="r" b="b"/>
              <a:pathLst>
                <a:path w="44315" h="24366">
                  <a:moveTo>
                    <a:pt x="34411" y="111"/>
                  </a:moveTo>
                  <a:lnTo>
                    <a:pt x="35126" y="116"/>
                  </a:lnTo>
                  <a:lnTo>
                    <a:pt x="37286" y="130"/>
                  </a:lnTo>
                  <a:lnTo>
                    <a:pt x="38457" y="138"/>
                  </a:lnTo>
                  <a:lnTo>
                    <a:pt x="39628" y="148"/>
                  </a:lnTo>
                  <a:lnTo>
                    <a:pt x="40800" y="158"/>
                  </a:lnTo>
                  <a:lnTo>
                    <a:pt x="41971" y="170"/>
                  </a:lnTo>
                  <a:lnTo>
                    <a:pt x="43143" y="182"/>
                  </a:lnTo>
                  <a:lnTo>
                    <a:pt x="44315" y="195"/>
                  </a:lnTo>
                  <a:lnTo>
                    <a:pt x="44315" y="861"/>
                  </a:lnTo>
                  <a:lnTo>
                    <a:pt x="44315" y="1537"/>
                  </a:lnTo>
                  <a:lnTo>
                    <a:pt x="43100" y="1619"/>
                  </a:lnTo>
                  <a:lnTo>
                    <a:pt x="41877" y="1702"/>
                  </a:lnTo>
                  <a:lnTo>
                    <a:pt x="40638" y="1784"/>
                  </a:lnTo>
                  <a:lnTo>
                    <a:pt x="40117" y="1822"/>
                  </a:lnTo>
                  <a:lnTo>
                    <a:pt x="39444" y="1869"/>
                  </a:lnTo>
                  <a:lnTo>
                    <a:pt x="38167" y="1960"/>
                  </a:lnTo>
                  <a:lnTo>
                    <a:pt x="35837" y="2126"/>
                  </a:lnTo>
                  <a:lnTo>
                    <a:pt x="34657" y="2207"/>
                  </a:lnTo>
                  <a:lnTo>
                    <a:pt x="33472" y="2289"/>
                  </a:lnTo>
                  <a:lnTo>
                    <a:pt x="32277" y="2372"/>
                  </a:lnTo>
                  <a:lnTo>
                    <a:pt x="31070" y="2456"/>
                  </a:lnTo>
                  <a:lnTo>
                    <a:pt x="29672" y="2599"/>
                  </a:lnTo>
                  <a:lnTo>
                    <a:pt x="28572" y="2722"/>
                  </a:lnTo>
                  <a:lnTo>
                    <a:pt x="27673" y="2847"/>
                  </a:lnTo>
                  <a:lnTo>
                    <a:pt x="26880" y="2995"/>
                  </a:lnTo>
                  <a:lnTo>
                    <a:pt x="26096" y="3186"/>
                  </a:lnTo>
                  <a:lnTo>
                    <a:pt x="25223" y="3440"/>
                  </a:lnTo>
                  <a:lnTo>
                    <a:pt x="24167" y="3779"/>
                  </a:lnTo>
                  <a:lnTo>
                    <a:pt x="22829" y="4223"/>
                  </a:lnTo>
                  <a:lnTo>
                    <a:pt x="24146" y="4276"/>
                  </a:lnTo>
                  <a:lnTo>
                    <a:pt x="25483" y="4329"/>
                  </a:lnTo>
                  <a:lnTo>
                    <a:pt x="26709" y="4415"/>
                  </a:lnTo>
                  <a:lnTo>
                    <a:pt x="27886" y="4514"/>
                  </a:lnTo>
                  <a:lnTo>
                    <a:pt x="29018" y="4627"/>
                  </a:lnTo>
                  <a:lnTo>
                    <a:pt x="30108" y="4758"/>
                  </a:lnTo>
                  <a:lnTo>
                    <a:pt x="31162" y="4910"/>
                  </a:lnTo>
                  <a:lnTo>
                    <a:pt x="32182" y="5086"/>
                  </a:lnTo>
                  <a:lnTo>
                    <a:pt x="33174" y="5289"/>
                  </a:lnTo>
                  <a:lnTo>
                    <a:pt x="34141" y="5522"/>
                  </a:lnTo>
                  <a:lnTo>
                    <a:pt x="35088" y="5789"/>
                  </a:lnTo>
                  <a:lnTo>
                    <a:pt x="36017" y="6091"/>
                  </a:lnTo>
                  <a:lnTo>
                    <a:pt x="36935" y="6433"/>
                  </a:lnTo>
                  <a:lnTo>
                    <a:pt x="37844" y="6817"/>
                  </a:lnTo>
                  <a:lnTo>
                    <a:pt x="38749" y="7246"/>
                  </a:lnTo>
                  <a:lnTo>
                    <a:pt x="39653" y="7723"/>
                  </a:lnTo>
                  <a:lnTo>
                    <a:pt x="40561" y="8251"/>
                  </a:lnTo>
                  <a:lnTo>
                    <a:pt x="41478" y="8834"/>
                  </a:lnTo>
                  <a:lnTo>
                    <a:pt x="42406" y="9474"/>
                  </a:lnTo>
                  <a:lnTo>
                    <a:pt x="43350" y="10174"/>
                  </a:lnTo>
                  <a:lnTo>
                    <a:pt x="44315" y="10938"/>
                  </a:lnTo>
                  <a:lnTo>
                    <a:pt x="42813" y="10934"/>
                  </a:lnTo>
                  <a:lnTo>
                    <a:pt x="41676" y="10906"/>
                  </a:lnTo>
                  <a:lnTo>
                    <a:pt x="40774" y="10832"/>
                  </a:lnTo>
                  <a:lnTo>
                    <a:pt x="39977" y="10687"/>
                  </a:lnTo>
                  <a:lnTo>
                    <a:pt x="39157" y="10448"/>
                  </a:lnTo>
                  <a:lnTo>
                    <a:pt x="38184" y="10092"/>
                  </a:lnTo>
                  <a:lnTo>
                    <a:pt x="36929" y="9595"/>
                  </a:lnTo>
                  <a:lnTo>
                    <a:pt x="35861" y="9302"/>
                  </a:lnTo>
                  <a:lnTo>
                    <a:pt x="34792" y="9035"/>
                  </a:lnTo>
                  <a:lnTo>
                    <a:pt x="33722" y="8793"/>
                  </a:lnTo>
                  <a:lnTo>
                    <a:pt x="32651" y="8576"/>
                  </a:lnTo>
                  <a:lnTo>
                    <a:pt x="31578" y="8385"/>
                  </a:lnTo>
                  <a:lnTo>
                    <a:pt x="30504" y="8219"/>
                  </a:lnTo>
                  <a:lnTo>
                    <a:pt x="29428" y="8079"/>
                  </a:lnTo>
                  <a:lnTo>
                    <a:pt x="28351" y="7964"/>
                  </a:lnTo>
                  <a:lnTo>
                    <a:pt x="27272" y="7875"/>
                  </a:lnTo>
                  <a:lnTo>
                    <a:pt x="26190" y="7812"/>
                  </a:lnTo>
                  <a:lnTo>
                    <a:pt x="25107" y="7775"/>
                  </a:lnTo>
                  <a:lnTo>
                    <a:pt x="24022" y="7764"/>
                  </a:lnTo>
                  <a:lnTo>
                    <a:pt x="22934" y="7780"/>
                  </a:lnTo>
                  <a:lnTo>
                    <a:pt x="21844" y="7821"/>
                  </a:lnTo>
                  <a:lnTo>
                    <a:pt x="20751" y="7889"/>
                  </a:lnTo>
                  <a:lnTo>
                    <a:pt x="19656" y="7983"/>
                  </a:lnTo>
                  <a:lnTo>
                    <a:pt x="18558" y="8104"/>
                  </a:lnTo>
                  <a:lnTo>
                    <a:pt x="17457" y="8252"/>
                  </a:lnTo>
                  <a:lnTo>
                    <a:pt x="16325" y="9264"/>
                  </a:lnTo>
                  <a:lnTo>
                    <a:pt x="15549" y="9979"/>
                  </a:lnTo>
                  <a:lnTo>
                    <a:pt x="14936" y="10592"/>
                  </a:lnTo>
                  <a:lnTo>
                    <a:pt x="14294" y="11294"/>
                  </a:lnTo>
                  <a:lnTo>
                    <a:pt x="13428" y="12280"/>
                  </a:lnTo>
                  <a:lnTo>
                    <a:pt x="12096" y="12280"/>
                  </a:lnTo>
                  <a:lnTo>
                    <a:pt x="10743" y="12280"/>
                  </a:lnTo>
                  <a:lnTo>
                    <a:pt x="10299" y="13389"/>
                  </a:lnTo>
                  <a:lnTo>
                    <a:pt x="9855" y="14500"/>
                  </a:lnTo>
                  <a:lnTo>
                    <a:pt x="9410" y="15613"/>
                  </a:lnTo>
                  <a:lnTo>
                    <a:pt x="8962" y="16733"/>
                  </a:lnTo>
                  <a:lnTo>
                    <a:pt x="8511" y="17859"/>
                  </a:lnTo>
                  <a:lnTo>
                    <a:pt x="8057" y="18995"/>
                  </a:lnTo>
                  <a:lnTo>
                    <a:pt x="6724" y="18329"/>
                  </a:lnTo>
                  <a:lnTo>
                    <a:pt x="5371" y="17652"/>
                  </a:lnTo>
                  <a:lnTo>
                    <a:pt x="5039" y="18650"/>
                  </a:lnTo>
                  <a:lnTo>
                    <a:pt x="4705" y="19652"/>
                  </a:lnTo>
                  <a:lnTo>
                    <a:pt x="4368" y="20660"/>
                  </a:lnTo>
                  <a:lnTo>
                    <a:pt x="4028" y="21681"/>
                  </a:lnTo>
                  <a:lnTo>
                    <a:pt x="2695" y="21681"/>
                  </a:lnTo>
                  <a:lnTo>
                    <a:pt x="1342" y="21681"/>
                  </a:lnTo>
                  <a:lnTo>
                    <a:pt x="676" y="23013"/>
                  </a:lnTo>
                  <a:lnTo>
                    <a:pt x="0" y="24366"/>
                  </a:lnTo>
                  <a:lnTo>
                    <a:pt x="165" y="23244"/>
                  </a:lnTo>
                  <a:lnTo>
                    <a:pt x="379" y="22162"/>
                  </a:lnTo>
                  <a:lnTo>
                    <a:pt x="638" y="21120"/>
                  </a:lnTo>
                  <a:lnTo>
                    <a:pt x="941" y="20115"/>
                  </a:lnTo>
                  <a:lnTo>
                    <a:pt x="1286" y="19144"/>
                  </a:lnTo>
                  <a:lnTo>
                    <a:pt x="1673" y="18205"/>
                  </a:lnTo>
                  <a:lnTo>
                    <a:pt x="2099" y="17295"/>
                  </a:lnTo>
                  <a:lnTo>
                    <a:pt x="2562" y="16413"/>
                  </a:lnTo>
                  <a:lnTo>
                    <a:pt x="3061" y="15555"/>
                  </a:lnTo>
                  <a:lnTo>
                    <a:pt x="3595" y="14720"/>
                  </a:lnTo>
                  <a:lnTo>
                    <a:pt x="4162" y="13905"/>
                  </a:lnTo>
                  <a:lnTo>
                    <a:pt x="4759" y="13107"/>
                  </a:lnTo>
                  <a:lnTo>
                    <a:pt x="5386" y="12324"/>
                  </a:lnTo>
                  <a:lnTo>
                    <a:pt x="6041" y="11554"/>
                  </a:lnTo>
                  <a:lnTo>
                    <a:pt x="6722" y="10795"/>
                  </a:lnTo>
                  <a:lnTo>
                    <a:pt x="7428" y="10043"/>
                  </a:lnTo>
                  <a:lnTo>
                    <a:pt x="8156" y="9297"/>
                  </a:lnTo>
                  <a:lnTo>
                    <a:pt x="8906" y="8554"/>
                  </a:lnTo>
                  <a:lnTo>
                    <a:pt x="9675" y="7812"/>
                  </a:lnTo>
                  <a:lnTo>
                    <a:pt x="10463" y="7068"/>
                  </a:lnTo>
                  <a:lnTo>
                    <a:pt x="11267" y="6320"/>
                  </a:lnTo>
                  <a:lnTo>
                    <a:pt x="12086" y="5566"/>
                  </a:lnTo>
                  <a:lnTo>
                    <a:pt x="13123" y="4966"/>
                  </a:lnTo>
                  <a:lnTo>
                    <a:pt x="14137" y="4424"/>
                  </a:lnTo>
                  <a:lnTo>
                    <a:pt x="15139" y="3931"/>
                  </a:lnTo>
                  <a:lnTo>
                    <a:pt x="16138" y="3479"/>
                  </a:lnTo>
                  <a:lnTo>
                    <a:pt x="17147" y="3060"/>
                  </a:lnTo>
                  <a:lnTo>
                    <a:pt x="18176" y="2665"/>
                  </a:lnTo>
                  <a:lnTo>
                    <a:pt x="19235" y="2285"/>
                  </a:lnTo>
                  <a:lnTo>
                    <a:pt x="20334" y="1912"/>
                  </a:lnTo>
                  <a:lnTo>
                    <a:pt x="21486" y="1537"/>
                  </a:lnTo>
                  <a:lnTo>
                    <a:pt x="22519" y="1076"/>
                  </a:lnTo>
                  <a:lnTo>
                    <a:pt x="23559" y="714"/>
                  </a:lnTo>
                  <a:lnTo>
                    <a:pt x="24608" y="439"/>
                  </a:lnTo>
                  <a:lnTo>
                    <a:pt x="25664" y="241"/>
                  </a:lnTo>
                  <a:lnTo>
                    <a:pt x="26729" y="110"/>
                  </a:lnTo>
                  <a:lnTo>
                    <a:pt x="27801" y="33"/>
                  </a:lnTo>
                  <a:lnTo>
                    <a:pt x="28882" y="0"/>
                  </a:lnTo>
                  <a:lnTo>
                    <a:pt x="29971" y="0"/>
                  </a:lnTo>
                  <a:lnTo>
                    <a:pt x="31068" y="22"/>
                  </a:lnTo>
                  <a:lnTo>
                    <a:pt x="32174" y="55"/>
                  </a:lnTo>
                  <a:lnTo>
                    <a:pt x="33288" y="89"/>
                  </a:lnTo>
                  <a:lnTo>
                    <a:pt x="34411" y="111"/>
                  </a:lnTo>
                  <a:close/>
                </a:path>
              </a:pathLst>
            </a:custGeom>
            <a:solidFill>
              <a:srgbClr val="74634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8" name="region 206 #6E6E6E"/>
            <p:cNvSpPr/>
            <p:nvPr/>
          </p:nvSpPr>
          <p:spPr>
            <a:xfrm>
              <a:off x="719785" y="914503"/>
              <a:ext cx="42972" cy="12086"/>
            </a:xfrm>
            <a:custGeom>
              <a:avLst/>
              <a:gdLst/>
              <a:ahLst/>
              <a:cxnLst/>
              <a:rect l="l" t="t" r="r" b="b"/>
              <a:pathLst>
                <a:path w="42972" h="12086">
                  <a:moveTo>
                    <a:pt x="8057" y="0"/>
                  </a:moveTo>
                  <a:lnTo>
                    <a:pt x="10398" y="305"/>
                  </a:lnTo>
                  <a:lnTo>
                    <a:pt x="12598" y="593"/>
                  </a:lnTo>
                  <a:lnTo>
                    <a:pt x="14663" y="864"/>
                  </a:lnTo>
                  <a:lnTo>
                    <a:pt x="16598" y="1120"/>
                  </a:lnTo>
                  <a:lnTo>
                    <a:pt x="18410" y="1362"/>
                  </a:lnTo>
                  <a:lnTo>
                    <a:pt x="20103" y="1593"/>
                  </a:lnTo>
                  <a:lnTo>
                    <a:pt x="21684" y="1812"/>
                  </a:lnTo>
                  <a:lnTo>
                    <a:pt x="23158" y="2021"/>
                  </a:lnTo>
                  <a:lnTo>
                    <a:pt x="24531" y="2222"/>
                  </a:lnTo>
                  <a:lnTo>
                    <a:pt x="25808" y="2417"/>
                  </a:lnTo>
                  <a:lnTo>
                    <a:pt x="26994" y="2605"/>
                  </a:lnTo>
                  <a:lnTo>
                    <a:pt x="28096" y="2790"/>
                  </a:lnTo>
                  <a:lnTo>
                    <a:pt x="29119" y="2971"/>
                  </a:lnTo>
                  <a:lnTo>
                    <a:pt x="30069" y="3151"/>
                  </a:lnTo>
                  <a:lnTo>
                    <a:pt x="30951" y="3331"/>
                  </a:lnTo>
                  <a:lnTo>
                    <a:pt x="31771" y="3511"/>
                  </a:lnTo>
                  <a:lnTo>
                    <a:pt x="32534" y="3694"/>
                  </a:lnTo>
                  <a:lnTo>
                    <a:pt x="33246" y="3881"/>
                  </a:lnTo>
                  <a:lnTo>
                    <a:pt x="33913" y="4074"/>
                  </a:lnTo>
                  <a:lnTo>
                    <a:pt x="34541" y="4272"/>
                  </a:lnTo>
                  <a:lnTo>
                    <a:pt x="35134" y="4479"/>
                  </a:lnTo>
                  <a:lnTo>
                    <a:pt x="35698" y="4694"/>
                  </a:lnTo>
                  <a:lnTo>
                    <a:pt x="36240" y="4920"/>
                  </a:lnTo>
                  <a:lnTo>
                    <a:pt x="36764" y="5158"/>
                  </a:lnTo>
                  <a:lnTo>
                    <a:pt x="37277" y="5410"/>
                  </a:lnTo>
                  <a:lnTo>
                    <a:pt x="37783" y="5676"/>
                  </a:lnTo>
                  <a:lnTo>
                    <a:pt x="38289" y="5957"/>
                  </a:lnTo>
                  <a:lnTo>
                    <a:pt x="38801" y="6256"/>
                  </a:lnTo>
                  <a:lnTo>
                    <a:pt x="39322" y="6574"/>
                  </a:lnTo>
                  <a:lnTo>
                    <a:pt x="39861" y="6911"/>
                  </a:lnTo>
                  <a:lnTo>
                    <a:pt x="40421" y="7270"/>
                  </a:lnTo>
                  <a:lnTo>
                    <a:pt x="41008" y="7652"/>
                  </a:lnTo>
                  <a:lnTo>
                    <a:pt x="41629" y="8057"/>
                  </a:lnTo>
                  <a:lnTo>
                    <a:pt x="41962" y="9055"/>
                  </a:lnTo>
                  <a:lnTo>
                    <a:pt x="42296" y="10056"/>
                  </a:lnTo>
                  <a:lnTo>
                    <a:pt x="42632" y="11065"/>
                  </a:lnTo>
                  <a:lnTo>
                    <a:pt x="42972" y="12086"/>
                  </a:lnTo>
                  <a:lnTo>
                    <a:pt x="42481" y="12051"/>
                  </a:lnTo>
                  <a:lnTo>
                    <a:pt x="42027" y="12018"/>
                  </a:lnTo>
                  <a:lnTo>
                    <a:pt x="41592" y="11987"/>
                  </a:lnTo>
                  <a:lnTo>
                    <a:pt x="41157" y="11956"/>
                  </a:lnTo>
                  <a:lnTo>
                    <a:pt x="40702" y="11924"/>
                  </a:lnTo>
                  <a:lnTo>
                    <a:pt x="40208" y="11888"/>
                  </a:lnTo>
                  <a:lnTo>
                    <a:pt x="39655" y="11849"/>
                  </a:lnTo>
                  <a:lnTo>
                    <a:pt x="39024" y="11804"/>
                  </a:lnTo>
                  <a:lnTo>
                    <a:pt x="38295" y="11752"/>
                  </a:lnTo>
                  <a:lnTo>
                    <a:pt x="37451" y="11691"/>
                  </a:lnTo>
                  <a:lnTo>
                    <a:pt x="36470" y="11621"/>
                  </a:lnTo>
                  <a:lnTo>
                    <a:pt x="35334" y="11540"/>
                  </a:lnTo>
                  <a:lnTo>
                    <a:pt x="34023" y="11447"/>
                  </a:lnTo>
                  <a:lnTo>
                    <a:pt x="32518" y="11339"/>
                  </a:lnTo>
                  <a:lnTo>
                    <a:pt x="30800" y="11216"/>
                  </a:lnTo>
                  <a:lnTo>
                    <a:pt x="28849" y="11077"/>
                  </a:lnTo>
                  <a:lnTo>
                    <a:pt x="26646" y="10920"/>
                  </a:lnTo>
                  <a:lnTo>
                    <a:pt x="24172" y="10743"/>
                  </a:lnTo>
                  <a:lnTo>
                    <a:pt x="24172" y="9410"/>
                  </a:lnTo>
                  <a:lnTo>
                    <a:pt x="24172" y="8057"/>
                  </a:lnTo>
                  <a:lnTo>
                    <a:pt x="23146" y="7891"/>
                  </a:lnTo>
                  <a:lnTo>
                    <a:pt x="22113" y="7723"/>
                  </a:lnTo>
                  <a:lnTo>
                    <a:pt x="21067" y="7554"/>
                  </a:lnTo>
                  <a:lnTo>
                    <a:pt x="19840" y="7346"/>
                  </a:lnTo>
                  <a:lnTo>
                    <a:pt x="18609" y="7137"/>
                  </a:lnTo>
                  <a:lnTo>
                    <a:pt x="17369" y="6927"/>
                  </a:lnTo>
                  <a:lnTo>
                    <a:pt x="16114" y="6714"/>
                  </a:lnTo>
                  <a:lnTo>
                    <a:pt x="15559" y="6627"/>
                  </a:lnTo>
                  <a:lnTo>
                    <a:pt x="14580" y="6473"/>
                  </a:lnTo>
                  <a:lnTo>
                    <a:pt x="12338" y="6122"/>
                  </a:lnTo>
                  <a:lnTo>
                    <a:pt x="11006" y="5902"/>
                  </a:lnTo>
                  <a:lnTo>
                    <a:pt x="9666" y="5680"/>
                  </a:lnTo>
                  <a:lnTo>
                    <a:pt x="8310" y="5455"/>
                  </a:lnTo>
                  <a:lnTo>
                    <a:pt x="7025" y="5249"/>
                  </a:lnTo>
                  <a:lnTo>
                    <a:pt x="5732" y="5042"/>
                  </a:lnTo>
                  <a:lnTo>
                    <a:pt x="4422" y="4831"/>
                  </a:lnTo>
                  <a:lnTo>
                    <a:pt x="3969" y="4713"/>
                  </a:lnTo>
                  <a:lnTo>
                    <a:pt x="3171" y="4505"/>
                  </a:lnTo>
                  <a:lnTo>
                    <a:pt x="1343" y="4028"/>
                  </a:lnTo>
                  <a:lnTo>
                    <a:pt x="676" y="2696"/>
                  </a:lnTo>
                  <a:lnTo>
                    <a:pt x="0" y="1343"/>
                  </a:lnTo>
                  <a:lnTo>
                    <a:pt x="1140" y="1343"/>
                  </a:lnTo>
                  <a:lnTo>
                    <a:pt x="2281" y="1343"/>
                  </a:lnTo>
                  <a:lnTo>
                    <a:pt x="3425" y="1343"/>
                  </a:lnTo>
                  <a:lnTo>
                    <a:pt x="4573" y="1343"/>
                  </a:lnTo>
                  <a:lnTo>
                    <a:pt x="5727" y="1343"/>
                  </a:lnTo>
                  <a:lnTo>
                    <a:pt x="6888" y="1343"/>
                  </a:lnTo>
                  <a:lnTo>
                    <a:pt x="8057" y="1343"/>
                  </a:lnTo>
                  <a:lnTo>
                    <a:pt x="8057" y="676"/>
                  </a:lnTo>
                  <a:lnTo>
                    <a:pt x="8057" y="0"/>
                  </a:lnTo>
                  <a:close/>
                </a:path>
              </a:pathLst>
            </a:custGeom>
            <a:solidFill>
              <a:srgbClr val="6E6E6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9" name="region 207 #90BDD8"/>
            <p:cNvSpPr/>
            <p:nvPr/>
          </p:nvSpPr>
          <p:spPr>
            <a:xfrm>
              <a:off x="829901" y="832587"/>
              <a:ext cx="22829" cy="18800"/>
            </a:xfrm>
            <a:custGeom>
              <a:avLst/>
              <a:gdLst/>
              <a:ahLst/>
              <a:cxnLst/>
              <a:rect l="l" t="t" r="r" b="b"/>
              <a:pathLst>
                <a:path w="22829" h="18800">
                  <a:moveTo>
                    <a:pt x="21486" y="0"/>
                  </a:moveTo>
                  <a:lnTo>
                    <a:pt x="21676" y="1140"/>
                  </a:lnTo>
                  <a:lnTo>
                    <a:pt x="21866" y="2281"/>
                  </a:lnTo>
                  <a:lnTo>
                    <a:pt x="22057" y="3425"/>
                  </a:lnTo>
                  <a:lnTo>
                    <a:pt x="22248" y="4573"/>
                  </a:lnTo>
                  <a:lnTo>
                    <a:pt x="22441" y="5727"/>
                  </a:lnTo>
                  <a:lnTo>
                    <a:pt x="22634" y="6888"/>
                  </a:lnTo>
                  <a:lnTo>
                    <a:pt x="22829" y="8057"/>
                  </a:lnTo>
                  <a:lnTo>
                    <a:pt x="21637" y="8639"/>
                  </a:lnTo>
                  <a:lnTo>
                    <a:pt x="20436" y="9225"/>
                  </a:lnTo>
                  <a:lnTo>
                    <a:pt x="19220" y="9819"/>
                  </a:lnTo>
                  <a:lnTo>
                    <a:pt x="17745" y="10571"/>
                  </a:lnTo>
                  <a:lnTo>
                    <a:pt x="16596" y="11162"/>
                  </a:lnTo>
                  <a:lnTo>
                    <a:pt x="15681" y="11643"/>
                  </a:lnTo>
                  <a:lnTo>
                    <a:pt x="14908" y="12065"/>
                  </a:lnTo>
                  <a:lnTo>
                    <a:pt x="14187" y="12478"/>
                  </a:lnTo>
                  <a:lnTo>
                    <a:pt x="13425" y="12935"/>
                  </a:lnTo>
                  <a:lnTo>
                    <a:pt x="12532" y="13487"/>
                  </a:lnTo>
                  <a:lnTo>
                    <a:pt x="11415" y="14183"/>
                  </a:lnTo>
                  <a:lnTo>
                    <a:pt x="10407" y="14742"/>
                  </a:lnTo>
                  <a:lnTo>
                    <a:pt x="9400" y="15262"/>
                  </a:lnTo>
                  <a:lnTo>
                    <a:pt x="8392" y="15746"/>
                  </a:lnTo>
                  <a:lnTo>
                    <a:pt x="7379" y="16199"/>
                  </a:lnTo>
                  <a:lnTo>
                    <a:pt x="6361" y="16624"/>
                  </a:lnTo>
                  <a:lnTo>
                    <a:pt x="5334" y="17025"/>
                  </a:lnTo>
                  <a:lnTo>
                    <a:pt x="4297" y="17405"/>
                  </a:lnTo>
                  <a:lnTo>
                    <a:pt x="3247" y="17769"/>
                  </a:lnTo>
                  <a:lnTo>
                    <a:pt x="2182" y="18121"/>
                  </a:lnTo>
                  <a:lnTo>
                    <a:pt x="1101" y="18463"/>
                  </a:lnTo>
                  <a:lnTo>
                    <a:pt x="0" y="18800"/>
                  </a:lnTo>
                  <a:lnTo>
                    <a:pt x="677" y="17732"/>
                  </a:lnTo>
                  <a:lnTo>
                    <a:pt x="1358" y="16777"/>
                  </a:lnTo>
                  <a:lnTo>
                    <a:pt x="2049" y="15927"/>
                  </a:lnTo>
                  <a:lnTo>
                    <a:pt x="2756" y="15172"/>
                  </a:lnTo>
                  <a:lnTo>
                    <a:pt x="3485" y="14502"/>
                  </a:lnTo>
                  <a:lnTo>
                    <a:pt x="4243" y="13908"/>
                  </a:lnTo>
                  <a:lnTo>
                    <a:pt x="5035" y="13381"/>
                  </a:lnTo>
                  <a:lnTo>
                    <a:pt x="5869" y="12910"/>
                  </a:lnTo>
                  <a:lnTo>
                    <a:pt x="6751" y="12486"/>
                  </a:lnTo>
                  <a:lnTo>
                    <a:pt x="7685" y="12101"/>
                  </a:lnTo>
                  <a:lnTo>
                    <a:pt x="8680" y="11743"/>
                  </a:lnTo>
                  <a:lnTo>
                    <a:pt x="9741" y="11404"/>
                  </a:lnTo>
                  <a:lnTo>
                    <a:pt x="10874" y="11074"/>
                  </a:lnTo>
                  <a:lnTo>
                    <a:pt x="12086" y="10743"/>
                  </a:lnTo>
                  <a:lnTo>
                    <a:pt x="12086" y="9410"/>
                  </a:lnTo>
                  <a:lnTo>
                    <a:pt x="12086" y="8057"/>
                  </a:lnTo>
                  <a:lnTo>
                    <a:pt x="11583" y="8113"/>
                  </a:lnTo>
                  <a:lnTo>
                    <a:pt x="11124" y="8164"/>
                  </a:lnTo>
                  <a:lnTo>
                    <a:pt x="10654" y="8216"/>
                  </a:lnTo>
                  <a:lnTo>
                    <a:pt x="10121" y="8276"/>
                  </a:lnTo>
                  <a:lnTo>
                    <a:pt x="9468" y="8348"/>
                  </a:lnTo>
                  <a:lnTo>
                    <a:pt x="8641" y="8440"/>
                  </a:lnTo>
                  <a:lnTo>
                    <a:pt x="7587" y="8557"/>
                  </a:lnTo>
                  <a:lnTo>
                    <a:pt x="6250" y="8706"/>
                  </a:lnTo>
                  <a:lnTo>
                    <a:pt x="4577" y="8892"/>
                  </a:lnTo>
                  <a:lnTo>
                    <a:pt x="2511" y="9121"/>
                  </a:lnTo>
                  <a:lnTo>
                    <a:pt x="0" y="9400"/>
                  </a:lnTo>
                  <a:lnTo>
                    <a:pt x="0" y="8067"/>
                  </a:lnTo>
                  <a:lnTo>
                    <a:pt x="0" y="6714"/>
                  </a:lnTo>
                  <a:lnTo>
                    <a:pt x="1001" y="6065"/>
                  </a:lnTo>
                  <a:lnTo>
                    <a:pt x="1962" y="5477"/>
                  </a:lnTo>
                  <a:lnTo>
                    <a:pt x="2895" y="4945"/>
                  </a:lnTo>
                  <a:lnTo>
                    <a:pt x="3811" y="4462"/>
                  </a:lnTo>
                  <a:lnTo>
                    <a:pt x="4722" y="4020"/>
                  </a:lnTo>
                  <a:lnTo>
                    <a:pt x="5640" y="3613"/>
                  </a:lnTo>
                  <a:lnTo>
                    <a:pt x="6576" y="3233"/>
                  </a:lnTo>
                  <a:lnTo>
                    <a:pt x="7543" y="2873"/>
                  </a:lnTo>
                  <a:lnTo>
                    <a:pt x="8552" y="2527"/>
                  </a:lnTo>
                  <a:lnTo>
                    <a:pt x="9615" y="2187"/>
                  </a:lnTo>
                  <a:lnTo>
                    <a:pt x="10743" y="1846"/>
                  </a:lnTo>
                  <a:lnTo>
                    <a:pt x="11261" y="1691"/>
                  </a:lnTo>
                  <a:lnTo>
                    <a:pt x="12175" y="1416"/>
                  </a:lnTo>
                  <a:lnTo>
                    <a:pt x="14268" y="787"/>
                  </a:lnTo>
                  <a:lnTo>
                    <a:pt x="15461" y="495"/>
                  </a:lnTo>
                  <a:lnTo>
                    <a:pt x="16389" y="287"/>
                  </a:lnTo>
                  <a:lnTo>
                    <a:pt x="17180" y="147"/>
                  </a:lnTo>
                  <a:lnTo>
                    <a:pt x="17958" y="62"/>
                  </a:lnTo>
                  <a:lnTo>
                    <a:pt x="18851" y="18"/>
                  </a:lnTo>
                  <a:lnTo>
                    <a:pt x="19985" y="2"/>
                  </a:lnTo>
                  <a:lnTo>
                    <a:pt x="21486" y="0"/>
                  </a:lnTo>
                  <a:close/>
                </a:path>
              </a:pathLst>
            </a:custGeom>
            <a:solidFill>
              <a:srgbClr val="90BDD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0" name="region 208 #5D5996"/>
            <p:cNvSpPr/>
            <p:nvPr/>
          </p:nvSpPr>
          <p:spPr>
            <a:xfrm>
              <a:off x="777529" y="736281"/>
              <a:ext cx="15024" cy="14513"/>
            </a:xfrm>
            <a:custGeom>
              <a:avLst/>
              <a:gdLst/>
              <a:ahLst/>
              <a:cxnLst/>
              <a:rect l="l" t="t" r="r" b="b"/>
              <a:pathLst>
                <a:path w="15024" h="14513">
                  <a:moveTo>
                    <a:pt x="13429" y="2304"/>
                  </a:moveTo>
                  <a:lnTo>
                    <a:pt x="14086" y="2991"/>
                  </a:lnTo>
                  <a:lnTo>
                    <a:pt x="14498" y="3609"/>
                  </a:lnTo>
                  <a:lnTo>
                    <a:pt x="14740" y="4413"/>
                  </a:lnTo>
                  <a:lnTo>
                    <a:pt x="14890" y="5656"/>
                  </a:lnTo>
                  <a:lnTo>
                    <a:pt x="15024" y="7592"/>
                  </a:lnTo>
                  <a:lnTo>
                    <a:pt x="14923" y="9123"/>
                  </a:lnTo>
                  <a:lnTo>
                    <a:pt x="14801" y="10268"/>
                  </a:lnTo>
                  <a:lnTo>
                    <a:pt x="14607" y="11148"/>
                  </a:lnTo>
                  <a:lnTo>
                    <a:pt x="14290" y="11882"/>
                  </a:lnTo>
                  <a:lnTo>
                    <a:pt x="13799" y="12587"/>
                  </a:lnTo>
                  <a:lnTo>
                    <a:pt x="13081" y="13384"/>
                  </a:lnTo>
                  <a:lnTo>
                    <a:pt x="12086" y="14390"/>
                  </a:lnTo>
                  <a:lnTo>
                    <a:pt x="10521" y="14452"/>
                  </a:lnTo>
                  <a:lnTo>
                    <a:pt x="9328" y="14493"/>
                  </a:lnTo>
                  <a:lnTo>
                    <a:pt x="8368" y="14513"/>
                  </a:lnTo>
                  <a:lnTo>
                    <a:pt x="7499" y="14513"/>
                  </a:lnTo>
                  <a:lnTo>
                    <a:pt x="6580" y="14493"/>
                  </a:lnTo>
                  <a:lnTo>
                    <a:pt x="5470" y="14452"/>
                  </a:lnTo>
                  <a:lnTo>
                    <a:pt x="4028" y="14390"/>
                  </a:lnTo>
                  <a:lnTo>
                    <a:pt x="4028" y="13057"/>
                  </a:lnTo>
                  <a:lnTo>
                    <a:pt x="4028" y="11704"/>
                  </a:lnTo>
                  <a:lnTo>
                    <a:pt x="2697" y="11704"/>
                  </a:lnTo>
                  <a:lnTo>
                    <a:pt x="1358" y="11704"/>
                  </a:lnTo>
                  <a:lnTo>
                    <a:pt x="0" y="11704"/>
                  </a:lnTo>
                  <a:lnTo>
                    <a:pt x="0" y="10641"/>
                  </a:lnTo>
                  <a:lnTo>
                    <a:pt x="0" y="9576"/>
                  </a:lnTo>
                  <a:lnTo>
                    <a:pt x="0" y="8511"/>
                  </a:lnTo>
                  <a:lnTo>
                    <a:pt x="0" y="7443"/>
                  </a:lnTo>
                  <a:lnTo>
                    <a:pt x="0" y="6373"/>
                  </a:lnTo>
                  <a:lnTo>
                    <a:pt x="0" y="5300"/>
                  </a:lnTo>
                  <a:lnTo>
                    <a:pt x="0" y="4223"/>
                  </a:lnTo>
                  <a:lnTo>
                    <a:pt x="0" y="3141"/>
                  </a:lnTo>
                  <a:lnTo>
                    <a:pt x="0" y="2054"/>
                  </a:lnTo>
                  <a:lnTo>
                    <a:pt x="0" y="961"/>
                  </a:lnTo>
                  <a:lnTo>
                    <a:pt x="1152" y="564"/>
                  </a:lnTo>
                  <a:lnTo>
                    <a:pt x="2250" y="276"/>
                  </a:lnTo>
                  <a:lnTo>
                    <a:pt x="3304" y="91"/>
                  </a:lnTo>
                  <a:lnTo>
                    <a:pt x="4322" y="1"/>
                  </a:lnTo>
                  <a:lnTo>
                    <a:pt x="5313" y="0"/>
                  </a:lnTo>
                  <a:lnTo>
                    <a:pt x="6288" y="80"/>
                  </a:lnTo>
                  <a:lnTo>
                    <a:pt x="7256" y="234"/>
                  </a:lnTo>
                  <a:lnTo>
                    <a:pt x="8225" y="454"/>
                  </a:lnTo>
                  <a:lnTo>
                    <a:pt x="9206" y="734"/>
                  </a:lnTo>
                  <a:lnTo>
                    <a:pt x="10208" y="1066"/>
                  </a:lnTo>
                  <a:lnTo>
                    <a:pt x="11239" y="1443"/>
                  </a:lnTo>
                  <a:lnTo>
                    <a:pt x="12309" y="1858"/>
                  </a:lnTo>
                  <a:lnTo>
                    <a:pt x="13429" y="2304"/>
                  </a:lnTo>
                  <a:close/>
                </a:path>
              </a:pathLst>
            </a:custGeom>
            <a:solidFill>
              <a:srgbClr val="5D599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1" name="region 209 #858A89"/>
            <p:cNvSpPr/>
            <p:nvPr/>
          </p:nvSpPr>
          <p:spPr>
            <a:xfrm>
              <a:off x="1613883" y="418603"/>
              <a:ext cx="24998" cy="29751"/>
            </a:xfrm>
            <a:custGeom>
              <a:avLst/>
              <a:gdLst/>
              <a:ahLst/>
              <a:cxnLst/>
              <a:rect l="l" t="t" r="r" b="b"/>
              <a:pathLst>
                <a:path w="24998" h="29751">
                  <a:moveTo>
                    <a:pt x="21748" y="376"/>
                  </a:moveTo>
                  <a:lnTo>
                    <a:pt x="22389" y="1386"/>
                  </a:lnTo>
                  <a:lnTo>
                    <a:pt x="22951" y="2373"/>
                  </a:lnTo>
                  <a:lnTo>
                    <a:pt x="23435" y="3341"/>
                  </a:lnTo>
                  <a:lnTo>
                    <a:pt x="23848" y="4295"/>
                  </a:lnTo>
                  <a:lnTo>
                    <a:pt x="24190" y="5241"/>
                  </a:lnTo>
                  <a:lnTo>
                    <a:pt x="24468" y="6183"/>
                  </a:lnTo>
                  <a:lnTo>
                    <a:pt x="24683" y="7126"/>
                  </a:lnTo>
                  <a:lnTo>
                    <a:pt x="24840" y="8076"/>
                  </a:lnTo>
                  <a:lnTo>
                    <a:pt x="24943" y="9036"/>
                  </a:lnTo>
                  <a:lnTo>
                    <a:pt x="24994" y="10013"/>
                  </a:lnTo>
                  <a:lnTo>
                    <a:pt x="24998" y="11011"/>
                  </a:lnTo>
                  <a:lnTo>
                    <a:pt x="24958" y="12035"/>
                  </a:lnTo>
                  <a:lnTo>
                    <a:pt x="24878" y="13090"/>
                  </a:lnTo>
                  <a:lnTo>
                    <a:pt x="24762" y="14181"/>
                  </a:lnTo>
                  <a:lnTo>
                    <a:pt x="24612" y="15313"/>
                  </a:lnTo>
                  <a:lnTo>
                    <a:pt x="24434" y="16491"/>
                  </a:lnTo>
                  <a:lnTo>
                    <a:pt x="23996" y="17496"/>
                  </a:lnTo>
                  <a:lnTo>
                    <a:pt x="23548" y="18480"/>
                  </a:lnTo>
                  <a:lnTo>
                    <a:pt x="23085" y="19442"/>
                  </a:lnTo>
                  <a:lnTo>
                    <a:pt x="22604" y="20380"/>
                  </a:lnTo>
                  <a:lnTo>
                    <a:pt x="22101" y="21295"/>
                  </a:lnTo>
                  <a:lnTo>
                    <a:pt x="21574" y="22185"/>
                  </a:lnTo>
                  <a:lnTo>
                    <a:pt x="21018" y="23049"/>
                  </a:lnTo>
                  <a:lnTo>
                    <a:pt x="20429" y="23885"/>
                  </a:lnTo>
                  <a:lnTo>
                    <a:pt x="19805" y="24694"/>
                  </a:lnTo>
                  <a:lnTo>
                    <a:pt x="19142" y="25473"/>
                  </a:lnTo>
                  <a:lnTo>
                    <a:pt x="18435" y="26222"/>
                  </a:lnTo>
                  <a:lnTo>
                    <a:pt x="17682" y="26940"/>
                  </a:lnTo>
                  <a:lnTo>
                    <a:pt x="16879" y="27625"/>
                  </a:lnTo>
                  <a:lnTo>
                    <a:pt x="16022" y="28278"/>
                  </a:lnTo>
                  <a:lnTo>
                    <a:pt x="15107" y="28896"/>
                  </a:lnTo>
                  <a:lnTo>
                    <a:pt x="13953" y="29270"/>
                  </a:lnTo>
                  <a:lnTo>
                    <a:pt x="12833" y="29530"/>
                  </a:lnTo>
                  <a:lnTo>
                    <a:pt x="11738" y="29687"/>
                  </a:lnTo>
                  <a:lnTo>
                    <a:pt x="10661" y="29751"/>
                  </a:lnTo>
                  <a:lnTo>
                    <a:pt x="9594" y="29735"/>
                  </a:lnTo>
                  <a:lnTo>
                    <a:pt x="8529" y="29650"/>
                  </a:lnTo>
                  <a:lnTo>
                    <a:pt x="7457" y="29507"/>
                  </a:lnTo>
                  <a:lnTo>
                    <a:pt x="6371" y="29316"/>
                  </a:lnTo>
                  <a:lnTo>
                    <a:pt x="5263" y="29090"/>
                  </a:lnTo>
                  <a:lnTo>
                    <a:pt x="4124" y="28840"/>
                  </a:lnTo>
                  <a:lnTo>
                    <a:pt x="2948" y="28577"/>
                  </a:lnTo>
                  <a:lnTo>
                    <a:pt x="1952" y="27571"/>
                  </a:lnTo>
                  <a:lnTo>
                    <a:pt x="1234" y="26781"/>
                  </a:lnTo>
                  <a:lnTo>
                    <a:pt x="742" y="26094"/>
                  </a:lnTo>
                  <a:lnTo>
                    <a:pt x="424" y="25396"/>
                  </a:lnTo>
                  <a:lnTo>
                    <a:pt x="229" y="24573"/>
                  </a:lnTo>
                  <a:lnTo>
                    <a:pt x="105" y="23514"/>
                  </a:lnTo>
                  <a:lnTo>
                    <a:pt x="0" y="22104"/>
                  </a:lnTo>
                  <a:lnTo>
                    <a:pt x="23" y="21005"/>
                  </a:lnTo>
                  <a:lnTo>
                    <a:pt x="46" y="19901"/>
                  </a:lnTo>
                  <a:lnTo>
                    <a:pt x="70" y="18790"/>
                  </a:lnTo>
                  <a:lnTo>
                    <a:pt x="94" y="17666"/>
                  </a:lnTo>
                  <a:lnTo>
                    <a:pt x="112" y="16561"/>
                  </a:lnTo>
                  <a:lnTo>
                    <a:pt x="130" y="15453"/>
                  </a:lnTo>
                  <a:lnTo>
                    <a:pt x="149" y="14336"/>
                  </a:lnTo>
                  <a:lnTo>
                    <a:pt x="168" y="13207"/>
                  </a:lnTo>
                  <a:lnTo>
                    <a:pt x="199" y="12074"/>
                  </a:lnTo>
                  <a:lnTo>
                    <a:pt x="230" y="10933"/>
                  </a:lnTo>
                  <a:lnTo>
                    <a:pt x="262" y="9776"/>
                  </a:lnTo>
                  <a:lnTo>
                    <a:pt x="1595" y="9110"/>
                  </a:lnTo>
                  <a:lnTo>
                    <a:pt x="2948" y="8433"/>
                  </a:lnTo>
                  <a:lnTo>
                    <a:pt x="2859" y="9497"/>
                  </a:lnTo>
                  <a:lnTo>
                    <a:pt x="2770" y="10561"/>
                  </a:lnTo>
                  <a:lnTo>
                    <a:pt x="2682" y="11625"/>
                  </a:lnTo>
                  <a:lnTo>
                    <a:pt x="2593" y="12691"/>
                  </a:lnTo>
                  <a:lnTo>
                    <a:pt x="2504" y="13757"/>
                  </a:lnTo>
                  <a:lnTo>
                    <a:pt x="2415" y="14825"/>
                  </a:lnTo>
                  <a:lnTo>
                    <a:pt x="2326" y="15895"/>
                  </a:lnTo>
                  <a:lnTo>
                    <a:pt x="2237" y="16966"/>
                  </a:lnTo>
                  <a:lnTo>
                    <a:pt x="2147" y="18040"/>
                  </a:lnTo>
                  <a:lnTo>
                    <a:pt x="2057" y="19117"/>
                  </a:lnTo>
                  <a:lnTo>
                    <a:pt x="1967" y="20196"/>
                  </a:lnTo>
                  <a:lnTo>
                    <a:pt x="1877" y="21279"/>
                  </a:lnTo>
                  <a:lnTo>
                    <a:pt x="1787" y="22365"/>
                  </a:lnTo>
                  <a:lnTo>
                    <a:pt x="1696" y="23454"/>
                  </a:lnTo>
                  <a:lnTo>
                    <a:pt x="1605" y="24548"/>
                  </a:lnTo>
                  <a:lnTo>
                    <a:pt x="2679" y="24885"/>
                  </a:lnTo>
                  <a:lnTo>
                    <a:pt x="3725" y="25171"/>
                  </a:lnTo>
                  <a:lnTo>
                    <a:pt x="4747" y="25408"/>
                  </a:lnTo>
                  <a:lnTo>
                    <a:pt x="5753" y="25602"/>
                  </a:lnTo>
                  <a:lnTo>
                    <a:pt x="6747" y="25754"/>
                  </a:lnTo>
                  <a:lnTo>
                    <a:pt x="7737" y="25868"/>
                  </a:lnTo>
                  <a:lnTo>
                    <a:pt x="8728" y="25947"/>
                  </a:lnTo>
                  <a:lnTo>
                    <a:pt x="9726" y="25996"/>
                  </a:lnTo>
                  <a:lnTo>
                    <a:pt x="10737" y="26017"/>
                  </a:lnTo>
                  <a:lnTo>
                    <a:pt x="11767" y="26014"/>
                  </a:lnTo>
                  <a:lnTo>
                    <a:pt x="12823" y="25989"/>
                  </a:lnTo>
                  <a:lnTo>
                    <a:pt x="13909" y="25947"/>
                  </a:lnTo>
                  <a:lnTo>
                    <a:pt x="15034" y="25891"/>
                  </a:lnTo>
                  <a:lnTo>
                    <a:pt x="15855" y="25000"/>
                  </a:lnTo>
                  <a:lnTo>
                    <a:pt x="16560" y="24090"/>
                  </a:lnTo>
                  <a:lnTo>
                    <a:pt x="17159" y="23163"/>
                  </a:lnTo>
                  <a:lnTo>
                    <a:pt x="17659" y="22216"/>
                  </a:lnTo>
                  <a:lnTo>
                    <a:pt x="18070" y="21252"/>
                  </a:lnTo>
                  <a:lnTo>
                    <a:pt x="18400" y="20268"/>
                  </a:lnTo>
                  <a:lnTo>
                    <a:pt x="18657" y="19265"/>
                  </a:lnTo>
                  <a:lnTo>
                    <a:pt x="18851" y="18243"/>
                  </a:lnTo>
                  <a:lnTo>
                    <a:pt x="18989" y="17202"/>
                  </a:lnTo>
                  <a:lnTo>
                    <a:pt x="19081" y="16141"/>
                  </a:lnTo>
                  <a:lnTo>
                    <a:pt x="19136" y="15060"/>
                  </a:lnTo>
                  <a:lnTo>
                    <a:pt x="19161" y="13960"/>
                  </a:lnTo>
                  <a:lnTo>
                    <a:pt x="19166" y="12840"/>
                  </a:lnTo>
                  <a:lnTo>
                    <a:pt x="19159" y="11699"/>
                  </a:lnTo>
                  <a:lnTo>
                    <a:pt x="19150" y="10538"/>
                  </a:lnTo>
                  <a:lnTo>
                    <a:pt x="19145" y="9357"/>
                  </a:lnTo>
                  <a:lnTo>
                    <a:pt x="19135" y="8308"/>
                  </a:lnTo>
                  <a:lnTo>
                    <a:pt x="19123" y="7258"/>
                  </a:lnTo>
                  <a:lnTo>
                    <a:pt x="19110" y="6209"/>
                  </a:lnTo>
                  <a:lnTo>
                    <a:pt x="19095" y="5160"/>
                  </a:lnTo>
                  <a:lnTo>
                    <a:pt x="19080" y="4111"/>
                  </a:lnTo>
                  <a:lnTo>
                    <a:pt x="19062" y="3062"/>
                  </a:lnTo>
                  <a:lnTo>
                    <a:pt x="17999" y="3195"/>
                  </a:lnTo>
                  <a:lnTo>
                    <a:pt x="16934" y="3328"/>
                  </a:lnTo>
                  <a:lnTo>
                    <a:pt x="15869" y="3461"/>
                  </a:lnTo>
                  <a:lnTo>
                    <a:pt x="14801" y="3594"/>
                  </a:lnTo>
                  <a:lnTo>
                    <a:pt x="13731" y="3728"/>
                  </a:lnTo>
                  <a:lnTo>
                    <a:pt x="12658" y="3862"/>
                  </a:lnTo>
                  <a:lnTo>
                    <a:pt x="11580" y="3997"/>
                  </a:lnTo>
                  <a:lnTo>
                    <a:pt x="10499" y="4132"/>
                  </a:lnTo>
                  <a:lnTo>
                    <a:pt x="9412" y="4268"/>
                  </a:lnTo>
                  <a:lnTo>
                    <a:pt x="8319" y="4405"/>
                  </a:lnTo>
                  <a:lnTo>
                    <a:pt x="9100" y="3393"/>
                  </a:lnTo>
                  <a:lnTo>
                    <a:pt x="9894" y="2539"/>
                  </a:lnTo>
                  <a:lnTo>
                    <a:pt x="10704" y="1832"/>
                  </a:lnTo>
                  <a:lnTo>
                    <a:pt x="11535" y="1259"/>
                  </a:lnTo>
                  <a:lnTo>
                    <a:pt x="12389" y="810"/>
                  </a:lnTo>
                  <a:lnTo>
                    <a:pt x="13271" y="472"/>
                  </a:lnTo>
                  <a:lnTo>
                    <a:pt x="14184" y="233"/>
                  </a:lnTo>
                  <a:lnTo>
                    <a:pt x="15132" y="83"/>
                  </a:lnTo>
                  <a:lnTo>
                    <a:pt x="16118" y="9"/>
                  </a:lnTo>
                  <a:lnTo>
                    <a:pt x="17145" y="0"/>
                  </a:lnTo>
                  <a:lnTo>
                    <a:pt x="18219" y="44"/>
                  </a:lnTo>
                  <a:lnTo>
                    <a:pt x="19341" y="129"/>
                  </a:lnTo>
                  <a:lnTo>
                    <a:pt x="20516" y="243"/>
                  </a:lnTo>
                  <a:lnTo>
                    <a:pt x="21748" y="376"/>
                  </a:lnTo>
                  <a:close/>
                </a:path>
              </a:pathLst>
            </a:custGeom>
            <a:solidFill>
              <a:srgbClr val="858A8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2" name="region 210 #626363"/>
            <p:cNvSpPr/>
            <p:nvPr/>
          </p:nvSpPr>
          <p:spPr>
            <a:xfrm>
              <a:off x="996685" y="647269"/>
              <a:ext cx="9196" cy="79230"/>
            </a:xfrm>
            <a:custGeom>
              <a:avLst/>
              <a:gdLst/>
              <a:ahLst/>
              <a:cxnLst/>
              <a:rect l="l" t="t" r="r" b="b"/>
              <a:pathLst>
                <a:path w="9196" h="79230">
                  <a:moveTo>
                    <a:pt x="1077" y="0"/>
                  </a:moveTo>
                  <a:lnTo>
                    <a:pt x="1602" y="948"/>
                  </a:lnTo>
                  <a:lnTo>
                    <a:pt x="2091" y="1904"/>
                  </a:lnTo>
                  <a:lnTo>
                    <a:pt x="2547" y="2868"/>
                  </a:lnTo>
                  <a:lnTo>
                    <a:pt x="2972" y="3841"/>
                  </a:lnTo>
                  <a:lnTo>
                    <a:pt x="3370" y="4821"/>
                  </a:lnTo>
                  <a:lnTo>
                    <a:pt x="3741" y="5809"/>
                  </a:lnTo>
                  <a:lnTo>
                    <a:pt x="4090" y="6804"/>
                  </a:lnTo>
                  <a:lnTo>
                    <a:pt x="4418" y="7806"/>
                  </a:lnTo>
                  <a:lnTo>
                    <a:pt x="4729" y="8815"/>
                  </a:lnTo>
                  <a:lnTo>
                    <a:pt x="5024" y="9829"/>
                  </a:lnTo>
                  <a:lnTo>
                    <a:pt x="5306" y="10850"/>
                  </a:lnTo>
                  <a:lnTo>
                    <a:pt x="5578" y="11876"/>
                  </a:lnTo>
                  <a:lnTo>
                    <a:pt x="5843" y="12908"/>
                  </a:lnTo>
                  <a:lnTo>
                    <a:pt x="6102" y="13945"/>
                  </a:lnTo>
                  <a:lnTo>
                    <a:pt x="6359" y="14986"/>
                  </a:lnTo>
                  <a:lnTo>
                    <a:pt x="6616" y="16031"/>
                  </a:lnTo>
                  <a:lnTo>
                    <a:pt x="6983" y="17451"/>
                  </a:lnTo>
                  <a:lnTo>
                    <a:pt x="7356" y="18892"/>
                  </a:lnTo>
                  <a:lnTo>
                    <a:pt x="7616" y="19954"/>
                  </a:lnTo>
                  <a:lnTo>
                    <a:pt x="7862" y="21006"/>
                  </a:lnTo>
                  <a:lnTo>
                    <a:pt x="8092" y="22048"/>
                  </a:lnTo>
                  <a:lnTo>
                    <a:pt x="8305" y="23084"/>
                  </a:lnTo>
                  <a:lnTo>
                    <a:pt x="8499" y="24115"/>
                  </a:lnTo>
                  <a:lnTo>
                    <a:pt x="8673" y="25144"/>
                  </a:lnTo>
                  <a:lnTo>
                    <a:pt x="8824" y="26174"/>
                  </a:lnTo>
                  <a:lnTo>
                    <a:pt x="8952" y="27205"/>
                  </a:lnTo>
                  <a:lnTo>
                    <a:pt x="9055" y="28241"/>
                  </a:lnTo>
                  <a:lnTo>
                    <a:pt x="9131" y="29285"/>
                  </a:lnTo>
                  <a:lnTo>
                    <a:pt x="9178" y="30337"/>
                  </a:lnTo>
                  <a:lnTo>
                    <a:pt x="9196" y="31401"/>
                  </a:lnTo>
                  <a:lnTo>
                    <a:pt x="9181" y="32479"/>
                  </a:lnTo>
                  <a:lnTo>
                    <a:pt x="9134" y="33572"/>
                  </a:lnTo>
                  <a:lnTo>
                    <a:pt x="8602" y="32508"/>
                  </a:lnTo>
                  <a:lnTo>
                    <a:pt x="8069" y="31442"/>
                  </a:lnTo>
                  <a:lnTo>
                    <a:pt x="7533" y="30370"/>
                  </a:lnTo>
                  <a:lnTo>
                    <a:pt x="6993" y="29290"/>
                  </a:lnTo>
                  <a:lnTo>
                    <a:pt x="6448" y="28201"/>
                  </a:lnTo>
                  <a:lnTo>
                    <a:pt x="6592" y="29628"/>
                  </a:lnTo>
                  <a:lnTo>
                    <a:pt x="6739" y="31077"/>
                  </a:lnTo>
                  <a:lnTo>
                    <a:pt x="6836" y="32136"/>
                  </a:lnTo>
                  <a:lnTo>
                    <a:pt x="6927" y="33194"/>
                  </a:lnTo>
                  <a:lnTo>
                    <a:pt x="7013" y="34252"/>
                  </a:lnTo>
                  <a:lnTo>
                    <a:pt x="7095" y="35309"/>
                  </a:lnTo>
                  <a:lnTo>
                    <a:pt x="7172" y="36365"/>
                  </a:lnTo>
                  <a:lnTo>
                    <a:pt x="7244" y="37421"/>
                  </a:lnTo>
                  <a:lnTo>
                    <a:pt x="7312" y="38477"/>
                  </a:lnTo>
                  <a:lnTo>
                    <a:pt x="7376" y="39532"/>
                  </a:lnTo>
                  <a:lnTo>
                    <a:pt x="7435" y="40587"/>
                  </a:lnTo>
                  <a:lnTo>
                    <a:pt x="7490" y="41641"/>
                  </a:lnTo>
                  <a:lnTo>
                    <a:pt x="7541" y="42696"/>
                  </a:lnTo>
                  <a:lnTo>
                    <a:pt x="7588" y="43750"/>
                  </a:lnTo>
                  <a:lnTo>
                    <a:pt x="7631" y="44804"/>
                  </a:lnTo>
                  <a:lnTo>
                    <a:pt x="7671" y="45859"/>
                  </a:lnTo>
                  <a:lnTo>
                    <a:pt x="7707" y="46913"/>
                  </a:lnTo>
                  <a:lnTo>
                    <a:pt x="7739" y="47967"/>
                  </a:lnTo>
                  <a:lnTo>
                    <a:pt x="7768" y="49022"/>
                  </a:lnTo>
                  <a:lnTo>
                    <a:pt x="7793" y="50077"/>
                  </a:lnTo>
                  <a:lnTo>
                    <a:pt x="7816" y="51132"/>
                  </a:lnTo>
                  <a:lnTo>
                    <a:pt x="7835" y="52188"/>
                  </a:lnTo>
                  <a:lnTo>
                    <a:pt x="7851" y="53244"/>
                  </a:lnTo>
                  <a:lnTo>
                    <a:pt x="7864" y="54301"/>
                  </a:lnTo>
                  <a:lnTo>
                    <a:pt x="7874" y="55358"/>
                  </a:lnTo>
                  <a:lnTo>
                    <a:pt x="7881" y="56416"/>
                  </a:lnTo>
                  <a:lnTo>
                    <a:pt x="7886" y="57474"/>
                  </a:lnTo>
                  <a:lnTo>
                    <a:pt x="7889" y="58534"/>
                  </a:lnTo>
                  <a:lnTo>
                    <a:pt x="7888" y="59594"/>
                  </a:lnTo>
                  <a:lnTo>
                    <a:pt x="7886" y="60655"/>
                  </a:lnTo>
                  <a:lnTo>
                    <a:pt x="7881" y="61717"/>
                  </a:lnTo>
                  <a:lnTo>
                    <a:pt x="7874" y="62780"/>
                  </a:lnTo>
                  <a:lnTo>
                    <a:pt x="7870" y="63975"/>
                  </a:lnTo>
                  <a:lnTo>
                    <a:pt x="7865" y="65175"/>
                  </a:lnTo>
                  <a:lnTo>
                    <a:pt x="7861" y="66384"/>
                  </a:lnTo>
                  <a:lnTo>
                    <a:pt x="7857" y="67606"/>
                  </a:lnTo>
                  <a:lnTo>
                    <a:pt x="7852" y="68663"/>
                  </a:lnTo>
                  <a:lnTo>
                    <a:pt x="7847" y="69720"/>
                  </a:lnTo>
                  <a:lnTo>
                    <a:pt x="7842" y="70776"/>
                  </a:lnTo>
                  <a:lnTo>
                    <a:pt x="7837" y="71833"/>
                  </a:lnTo>
                  <a:lnTo>
                    <a:pt x="7831" y="72890"/>
                  </a:lnTo>
                  <a:lnTo>
                    <a:pt x="7825" y="73947"/>
                  </a:lnTo>
                  <a:lnTo>
                    <a:pt x="7819" y="75003"/>
                  </a:lnTo>
                  <a:lnTo>
                    <a:pt x="7813" y="76060"/>
                  </a:lnTo>
                  <a:lnTo>
                    <a:pt x="7806" y="77117"/>
                  </a:lnTo>
                  <a:lnTo>
                    <a:pt x="7798" y="78174"/>
                  </a:lnTo>
                  <a:lnTo>
                    <a:pt x="7791" y="79230"/>
                  </a:lnTo>
                  <a:lnTo>
                    <a:pt x="7125" y="79230"/>
                  </a:lnTo>
                  <a:lnTo>
                    <a:pt x="6448" y="79230"/>
                  </a:lnTo>
                  <a:lnTo>
                    <a:pt x="6419" y="77934"/>
                  </a:lnTo>
                  <a:lnTo>
                    <a:pt x="6389" y="76617"/>
                  </a:lnTo>
                  <a:lnTo>
                    <a:pt x="6361" y="75558"/>
                  </a:lnTo>
                  <a:lnTo>
                    <a:pt x="6331" y="74500"/>
                  </a:lnTo>
                  <a:lnTo>
                    <a:pt x="6298" y="73443"/>
                  </a:lnTo>
                  <a:lnTo>
                    <a:pt x="6264" y="72387"/>
                  </a:lnTo>
                  <a:lnTo>
                    <a:pt x="6226" y="71331"/>
                  </a:lnTo>
                  <a:lnTo>
                    <a:pt x="6187" y="70277"/>
                  </a:lnTo>
                  <a:lnTo>
                    <a:pt x="6145" y="69224"/>
                  </a:lnTo>
                  <a:lnTo>
                    <a:pt x="6101" y="68171"/>
                  </a:lnTo>
                  <a:lnTo>
                    <a:pt x="6054" y="67119"/>
                  </a:lnTo>
                  <a:lnTo>
                    <a:pt x="6005" y="66068"/>
                  </a:lnTo>
                  <a:lnTo>
                    <a:pt x="5954" y="65018"/>
                  </a:lnTo>
                  <a:lnTo>
                    <a:pt x="5901" y="63969"/>
                  </a:lnTo>
                  <a:lnTo>
                    <a:pt x="5845" y="62920"/>
                  </a:lnTo>
                  <a:lnTo>
                    <a:pt x="5787" y="61872"/>
                  </a:lnTo>
                  <a:lnTo>
                    <a:pt x="5727" y="60825"/>
                  </a:lnTo>
                  <a:lnTo>
                    <a:pt x="5664" y="59778"/>
                  </a:lnTo>
                  <a:lnTo>
                    <a:pt x="5599" y="58732"/>
                  </a:lnTo>
                  <a:lnTo>
                    <a:pt x="5532" y="57687"/>
                  </a:lnTo>
                  <a:lnTo>
                    <a:pt x="5463" y="56642"/>
                  </a:lnTo>
                  <a:lnTo>
                    <a:pt x="5391" y="55598"/>
                  </a:lnTo>
                  <a:lnTo>
                    <a:pt x="5317" y="54554"/>
                  </a:lnTo>
                  <a:lnTo>
                    <a:pt x="5241" y="53510"/>
                  </a:lnTo>
                  <a:lnTo>
                    <a:pt x="5163" y="52468"/>
                  </a:lnTo>
                  <a:lnTo>
                    <a:pt x="5082" y="51425"/>
                  </a:lnTo>
                  <a:lnTo>
                    <a:pt x="4999" y="50383"/>
                  </a:lnTo>
                  <a:lnTo>
                    <a:pt x="4914" y="49341"/>
                  </a:lnTo>
                  <a:lnTo>
                    <a:pt x="4827" y="48300"/>
                  </a:lnTo>
                  <a:lnTo>
                    <a:pt x="4737" y="47259"/>
                  </a:lnTo>
                  <a:lnTo>
                    <a:pt x="4646" y="46219"/>
                  </a:lnTo>
                  <a:lnTo>
                    <a:pt x="4552" y="45178"/>
                  </a:lnTo>
                  <a:lnTo>
                    <a:pt x="4455" y="44138"/>
                  </a:lnTo>
                  <a:lnTo>
                    <a:pt x="4357" y="43098"/>
                  </a:lnTo>
                  <a:lnTo>
                    <a:pt x="4257" y="42058"/>
                  </a:lnTo>
                  <a:lnTo>
                    <a:pt x="4154" y="41019"/>
                  </a:lnTo>
                  <a:lnTo>
                    <a:pt x="4049" y="39980"/>
                  </a:lnTo>
                  <a:lnTo>
                    <a:pt x="3942" y="38940"/>
                  </a:lnTo>
                  <a:lnTo>
                    <a:pt x="3832" y="37901"/>
                  </a:lnTo>
                  <a:lnTo>
                    <a:pt x="3721" y="36862"/>
                  </a:lnTo>
                  <a:lnTo>
                    <a:pt x="3607" y="35823"/>
                  </a:lnTo>
                  <a:lnTo>
                    <a:pt x="3491" y="34784"/>
                  </a:lnTo>
                  <a:lnTo>
                    <a:pt x="3373" y="33745"/>
                  </a:lnTo>
                  <a:lnTo>
                    <a:pt x="3253" y="32706"/>
                  </a:lnTo>
                  <a:lnTo>
                    <a:pt x="3131" y="31667"/>
                  </a:lnTo>
                  <a:lnTo>
                    <a:pt x="3007" y="30628"/>
                  </a:lnTo>
                  <a:lnTo>
                    <a:pt x="2880" y="29588"/>
                  </a:lnTo>
                  <a:lnTo>
                    <a:pt x="2751" y="28549"/>
                  </a:lnTo>
                  <a:lnTo>
                    <a:pt x="2621" y="27509"/>
                  </a:lnTo>
                  <a:lnTo>
                    <a:pt x="2488" y="26470"/>
                  </a:lnTo>
                  <a:lnTo>
                    <a:pt x="2353" y="25430"/>
                  </a:lnTo>
                  <a:lnTo>
                    <a:pt x="2215" y="24389"/>
                  </a:lnTo>
                  <a:lnTo>
                    <a:pt x="2076" y="23349"/>
                  </a:lnTo>
                  <a:lnTo>
                    <a:pt x="1935" y="22308"/>
                  </a:lnTo>
                  <a:lnTo>
                    <a:pt x="1791" y="21267"/>
                  </a:lnTo>
                  <a:lnTo>
                    <a:pt x="1646" y="20225"/>
                  </a:lnTo>
                  <a:lnTo>
                    <a:pt x="1498" y="19183"/>
                  </a:lnTo>
                  <a:lnTo>
                    <a:pt x="1349" y="18141"/>
                  </a:lnTo>
                  <a:lnTo>
                    <a:pt x="1197" y="17098"/>
                  </a:lnTo>
                  <a:lnTo>
                    <a:pt x="1043" y="16055"/>
                  </a:lnTo>
                  <a:lnTo>
                    <a:pt x="887" y="15012"/>
                  </a:lnTo>
                  <a:lnTo>
                    <a:pt x="729" y="13967"/>
                  </a:lnTo>
                  <a:lnTo>
                    <a:pt x="569" y="12923"/>
                  </a:lnTo>
                  <a:lnTo>
                    <a:pt x="407" y="11878"/>
                  </a:lnTo>
                  <a:lnTo>
                    <a:pt x="243" y="10832"/>
                  </a:lnTo>
                  <a:lnTo>
                    <a:pt x="115" y="9651"/>
                  </a:lnTo>
                  <a:lnTo>
                    <a:pt x="35" y="8527"/>
                  </a:lnTo>
                  <a:lnTo>
                    <a:pt x="0" y="7447"/>
                  </a:lnTo>
                  <a:lnTo>
                    <a:pt x="13" y="6397"/>
                  </a:lnTo>
                  <a:lnTo>
                    <a:pt x="72" y="5365"/>
                  </a:lnTo>
                  <a:lnTo>
                    <a:pt x="178" y="4336"/>
                  </a:lnTo>
                  <a:lnTo>
                    <a:pt x="332" y="3299"/>
                  </a:lnTo>
                  <a:lnTo>
                    <a:pt x="532" y="2239"/>
                  </a:lnTo>
                  <a:lnTo>
                    <a:pt x="781" y="1144"/>
                  </a:lnTo>
                  <a:lnTo>
                    <a:pt x="1077" y="0"/>
                  </a:lnTo>
                  <a:close/>
                </a:path>
              </a:pathLst>
            </a:custGeom>
            <a:solidFill>
              <a:srgbClr val="626363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3" name="region 211 #33050C"/>
            <p:cNvSpPr/>
            <p:nvPr/>
          </p:nvSpPr>
          <p:spPr>
            <a:xfrm>
              <a:off x="1835721" y="512981"/>
              <a:ext cx="13428" cy="30886"/>
            </a:xfrm>
            <a:custGeom>
              <a:avLst/>
              <a:gdLst/>
              <a:ahLst/>
              <a:cxnLst/>
              <a:rect l="l" t="t" r="r" b="b"/>
              <a:pathLst>
                <a:path w="13428" h="30886">
                  <a:moveTo>
                    <a:pt x="6714" y="0"/>
                  </a:moveTo>
                  <a:lnTo>
                    <a:pt x="7380" y="0"/>
                  </a:lnTo>
                  <a:lnTo>
                    <a:pt x="8057" y="0"/>
                  </a:lnTo>
                  <a:lnTo>
                    <a:pt x="8057" y="1063"/>
                  </a:lnTo>
                  <a:lnTo>
                    <a:pt x="8057" y="2127"/>
                  </a:lnTo>
                  <a:lnTo>
                    <a:pt x="8057" y="3192"/>
                  </a:lnTo>
                  <a:lnTo>
                    <a:pt x="8057" y="4257"/>
                  </a:lnTo>
                  <a:lnTo>
                    <a:pt x="8057" y="5324"/>
                  </a:lnTo>
                  <a:lnTo>
                    <a:pt x="8057" y="6391"/>
                  </a:lnTo>
                  <a:lnTo>
                    <a:pt x="8057" y="7461"/>
                  </a:lnTo>
                  <a:lnTo>
                    <a:pt x="8057" y="8533"/>
                  </a:lnTo>
                  <a:lnTo>
                    <a:pt x="8057" y="9607"/>
                  </a:lnTo>
                  <a:lnTo>
                    <a:pt x="8057" y="10683"/>
                  </a:lnTo>
                  <a:lnTo>
                    <a:pt x="8057" y="11763"/>
                  </a:lnTo>
                  <a:lnTo>
                    <a:pt x="8057" y="12845"/>
                  </a:lnTo>
                  <a:lnTo>
                    <a:pt x="8057" y="13931"/>
                  </a:lnTo>
                  <a:lnTo>
                    <a:pt x="8057" y="15021"/>
                  </a:lnTo>
                  <a:lnTo>
                    <a:pt x="8057" y="16114"/>
                  </a:lnTo>
                  <a:lnTo>
                    <a:pt x="8723" y="16114"/>
                  </a:lnTo>
                  <a:lnTo>
                    <a:pt x="9400" y="16114"/>
                  </a:lnTo>
                  <a:lnTo>
                    <a:pt x="9400" y="17254"/>
                  </a:lnTo>
                  <a:lnTo>
                    <a:pt x="9400" y="18395"/>
                  </a:lnTo>
                  <a:lnTo>
                    <a:pt x="9400" y="19539"/>
                  </a:lnTo>
                  <a:lnTo>
                    <a:pt x="9400" y="20688"/>
                  </a:lnTo>
                  <a:lnTo>
                    <a:pt x="9400" y="21841"/>
                  </a:lnTo>
                  <a:lnTo>
                    <a:pt x="9400" y="23002"/>
                  </a:lnTo>
                  <a:lnTo>
                    <a:pt x="9400" y="24172"/>
                  </a:lnTo>
                  <a:lnTo>
                    <a:pt x="10397" y="24504"/>
                  </a:lnTo>
                  <a:lnTo>
                    <a:pt x="11399" y="24838"/>
                  </a:lnTo>
                  <a:lnTo>
                    <a:pt x="12408" y="25174"/>
                  </a:lnTo>
                  <a:lnTo>
                    <a:pt x="13428" y="25515"/>
                  </a:lnTo>
                  <a:lnTo>
                    <a:pt x="12631" y="26542"/>
                  </a:lnTo>
                  <a:lnTo>
                    <a:pt x="11885" y="27387"/>
                  </a:lnTo>
                  <a:lnTo>
                    <a:pt x="11163" y="28073"/>
                  </a:lnTo>
                  <a:lnTo>
                    <a:pt x="10438" y="28625"/>
                  </a:lnTo>
                  <a:lnTo>
                    <a:pt x="9681" y="29066"/>
                  </a:lnTo>
                  <a:lnTo>
                    <a:pt x="8865" y="29422"/>
                  </a:lnTo>
                  <a:lnTo>
                    <a:pt x="7961" y="29716"/>
                  </a:lnTo>
                  <a:lnTo>
                    <a:pt x="6942" y="29972"/>
                  </a:lnTo>
                  <a:lnTo>
                    <a:pt x="5780" y="30214"/>
                  </a:lnTo>
                  <a:lnTo>
                    <a:pt x="4447" y="30467"/>
                  </a:lnTo>
                  <a:lnTo>
                    <a:pt x="3346" y="30571"/>
                  </a:lnTo>
                  <a:lnTo>
                    <a:pt x="2240" y="30675"/>
                  </a:lnTo>
                  <a:lnTo>
                    <a:pt x="1126" y="30780"/>
                  </a:lnTo>
                  <a:lnTo>
                    <a:pt x="0" y="30886"/>
                  </a:lnTo>
                  <a:lnTo>
                    <a:pt x="93" y="29826"/>
                  </a:lnTo>
                  <a:lnTo>
                    <a:pt x="200" y="28770"/>
                  </a:lnTo>
                  <a:lnTo>
                    <a:pt x="321" y="27717"/>
                  </a:lnTo>
                  <a:lnTo>
                    <a:pt x="454" y="26667"/>
                  </a:lnTo>
                  <a:lnTo>
                    <a:pt x="599" y="25621"/>
                  </a:lnTo>
                  <a:lnTo>
                    <a:pt x="756" y="24577"/>
                  </a:lnTo>
                  <a:lnTo>
                    <a:pt x="924" y="23537"/>
                  </a:lnTo>
                  <a:lnTo>
                    <a:pt x="1102" y="22499"/>
                  </a:lnTo>
                  <a:lnTo>
                    <a:pt x="1291" y="21463"/>
                  </a:lnTo>
                  <a:lnTo>
                    <a:pt x="1490" y="20430"/>
                  </a:lnTo>
                  <a:lnTo>
                    <a:pt x="1697" y="19399"/>
                  </a:lnTo>
                  <a:lnTo>
                    <a:pt x="1913" y="18370"/>
                  </a:lnTo>
                  <a:lnTo>
                    <a:pt x="2138" y="17343"/>
                  </a:lnTo>
                  <a:lnTo>
                    <a:pt x="2370" y="16317"/>
                  </a:lnTo>
                  <a:lnTo>
                    <a:pt x="2609" y="15293"/>
                  </a:lnTo>
                  <a:lnTo>
                    <a:pt x="2855" y="14270"/>
                  </a:lnTo>
                  <a:lnTo>
                    <a:pt x="3107" y="13249"/>
                  </a:lnTo>
                  <a:lnTo>
                    <a:pt x="3364" y="12228"/>
                  </a:lnTo>
                  <a:lnTo>
                    <a:pt x="3627" y="11208"/>
                  </a:lnTo>
                  <a:lnTo>
                    <a:pt x="3894" y="10189"/>
                  </a:lnTo>
                  <a:lnTo>
                    <a:pt x="4166" y="9171"/>
                  </a:lnTo>
                  <a:lnTo>
                    <a:pt x="4441" y="8152"/>
                  </a:lnTo>
                  <a:lnTo>
                    <a:pt x="4719" y="7134"/>
                  </a:lnTo>
                  <a:lnTo>
                    <a:pt x="5000" y="6116"/>
                  </a:lnTo>
                  <a:lnTo>
                    <a:pt x="5284" y="5098"/>
                  </a:lnTo>
                  <a:lnTo>
                    <a:pt x="5568" y="4080"/>
                  </a:lnTo>
                  <a:lnTo>
                    <a:pt x="5854" y="3061"/>
                  </a:lnTo>
                  <a:lnTo>
                    <a:pt x="6141" y="2041"/>
                  </a:lnTo>
                  <a:lnTo>
                    <a:pt x="6428" y="1021"/>
                  </a:lnTo>
                  <a:lnTo>
                    <a:pt x="6714" y="0"/>
                  </a:lnTo>
                  <a:close/>
                </a:path>
              </a:pathLst>
            </a:custGeom>
            <a:solidFill>
              <a:srgbClr val="33050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4" name="region 212 #959696"/>
            <p:cNvSpPr/>
            <p:nvPr/>
          </p:nvSpPr>
          <p:spPr>
            <a:xfrm>
              <a:off x="1610116" y="468666"/>
              <a:ext cx="24172" cy="26857"/>
            </a:xfrm>
            <a:custGeom>
              <a:avLst/>
              <a:gdLst/>
              <a:ahLst/>
              <a:cxnLst/>
              <a:rect l="l" t="t" r="r" b="b"/>
              <a:pathLst>
                <a:path w="24172" h="26857">
                  <a:moveTo>
                    <a:pt x="24172" y="0"/>
                  </a:moveTo>
                  <a:lnTo>
                    <a:pt x="23839" y="997"/>
                  </a:lnTo>
                  <a:lnTo>
                    <a:pt x="23506" y="1999"/>
                  </a:lnTo>
                  <a:lnTo>
                    <a:pt x="23169" y="3008"/>
                  </a:lnTo>
                  <a:lnTo>
                    <a:pt x="22829" y="4028"/>
                  </a:lnTo>
                  <a:lnTo>
                    <a:pt x="21457" y="4483"/>
                  </a:lnTo>
                  <a:lnTo>
                    <a:pt x="20492" y="4779"/>
                  </a:lnTo>
                  <a:lnTo>
                    <a:pt x="19675" y="4984"/>
                  </a:lnTo>
                  <a:lnTo>
                    <a:pt x="18750" y="5159"/>
                  </a:lnTo>
                  <a:lnTo>
                    <a:pt x="17458" y="5371"/>
                  </a:lnTo>
                  <a:lnTo>
                    <a:pt x="17236" y="6479"/>
                  </a:lnTo>
                  <a:lnTo>
                    <a:pt x="17014" y="7589"/>
                  </a:lnTo>
                  <a:lnTo>
                    <a:pt x="16791" y="8703"/>
                  </a:lnTo>
                  <a:lnTo>
                    <a:pt x="16567" y="9823"/>
                  </a:lnTo>
                  <a:lnTo>
                    <a:pt x="16342" y="10949"/>
                  </a:lnTo>
                  <a:lnTo>
                    <a:pt x="16115" y="12086"/>
                  </a:lnTo>
                  <a:lnTo>
                    <a:pt x="14782" y="12086"/>
                  </a:lnTo>
                  <a:lnTo>
                    <a:pt x="13429" y="12086"/>
                  </a:lnTo>
                  <a:lnTo>
                    <a:pt x="12971" y="13127"/>
                  </a:lnTo>
                  <a:lnTo>
                    <a:pt x="12505" y="14183"/>
                  </a:lnTo>
                  <a:lnTo>
                    <a:pt x="11983" y="15141"/>
                  </a:lnTo>
                  <a:lnTo>
                    <a:pt x="11453" y="16086"/>
                  </a:lnTo>
                  <a:lnTo>
                    <a:pt x="10915" y="17019"/>
                  </a:lnTo>
                  <a:lnTo>
                    <a:pt x="10368" y="17943"/>
                  </a:lnTo>
                  <a:lnTo>
                    <a:pt x="9812" y="18860"/>
                  </a:lnTo>
                  <a:lnTo>
                    <a:pt x="9245" y="19771"/>
                  </a:lnTo>
                  <a:lnTo>
                    <a:pt x="8666" y="20679"/>
                  </a:lnTo>
                  <a:lnTo>
                    <a:pt x="8074" y="21586"/>
                  </a:lnTo>
                  <a:lnTo>
                    <a:pt x="7469" y="22493"/>
                  </a:lnTo>
                  <a:lnTo>
                    <a:pt x="6639" y="23732"/>
                  </a:lnTo>
                  <a:lnTo>
                    <a:pt x="5796" y="24989"/>
                  </a:lnTo>
                  <a:lnTo>
                    <a:pt x="4919" y="25916"/>
                  </a:lnTo>
                  <a:lnTo>
                    <a:pt x="4029" y="26857"/>
                  </a:lnTo>
                  <a:lnTo>
                    <a:pt x="2698" y="26857"/>
                  </a:lnTo>
                  <a:lnTo>
                    <a:pt x="1358" y="26857"/>
                  </a:lnTo>
                  <a:lnTo>
                    <a:pt x="0" y="26857"/>
                  </a:lnTo>
                  <a:lnTo>
                    <a:pt x="233" y="25772"/>
                  </a:lnTo>
                  <a:lnTo>
                    <a:pt x="499" y="24715"/>
                  </a:lnTo>
                  <a:lnTo>
                    <a:pt x="796" y="23683"/>
                  </a:lnTo>
                  <a:lnTo>
                    <a:pt x="1123" y="22671"/>
                  </a:lnTo>
                  <a:lnTo>
                    <a:pt x="1477" y="21677"/>
                  </a:lnTo>
                  <a:lnTo>
                    <a:pt x="1858" y="20697"/>
                  </a:lnTo>
                  <a:lnTo>
                    <a:pt x="2263" y="19727"/>
                  </a:lnTo>
                  <a:lnTo>
                    <a:pt x="2691" y="18764"/>
                  </a:lnTo>
                  <a:lnTo>
                    <a:pt x="3141" y="17805"/>
                  </a:lnTo>
                  <a:lnTo>
                    <a:pt x="3610" y="16846"/>
                  </a:lnTo>
                  <a:lnTo>
                    <a:pt x="4097" y="15883"/>
                  </a:lnTo>
                  <a:lnTo>
                    <a:pt x="4601" y="14913"/>
                  </a:lnTo>
                  <a:lnTo>
                    <a:pt x="5119" y="13932"/>
                  </a:lnTo>
                  <a:lnTo>
                    <a:pt x="5625" y="12963"/>
                  </a:lnTo>
                  <a:lnTo>
                    <a:pt x="6132" y="11990"/>
                  </a:lnTo>
                  <a:lnTo>
                    <a:pt x="6643" y="11010"/>
                  </a:lnTo>
                  <a:lnTo>
                    <a:pt x="7160" y="10019"/>
                  </a:lnTo>
                  <a:lnTo>
                    <a:pt x="7908" y="8957"/>
                  </a:lnTo>
                  <a:lnTo>
                    <a:pt x="8617" y="8042"/>
                  </a:lnTo>
                  <a:lnTo>
                    <a:pt x="9316" y="7255"/>
                  </a:lnTo>
                  <a:lnTo>
                    <a:pt x="10031" y="6574"/>
                  </a:lnTo>
                  <a:lnTo>
                    <a:pt x="10788" y="5978"/>
                  </a:lnTo>
                  <a:lnTo>
                    <a:pt x="11614" y="5447"/>
                  </a:lnTo>
                  <a:lnTo>
                    <a:pt x="12535" y="4958"/>
                  </a:lnTo>
                  <a:lnTo>
                    <a:pt x="13579" y="4493"/>
                  </a:lnTo>
                  <a:lnTo>
                    <a:pt x="14772" y="4028"/>
                  </a:lnTo>
                  <a:lnTo>
                    <a:pt x="14772" y="2695"/>
                  </a:lnTo>
                  <a:lnTo>
                    <a:pt x="14772" y="1343"/>
                  </a:lnTo>
                  <a:lnTo>
                    <a:pt x="15859" y="1054"/>
                  </a:lnTo>
                  <a:lnTo>
                    <a:pt x="16902" y="801"/>
                  </a:lnTo>
                  <a:lnTo>
                    <a:pt x="17914" y="584"/>
                  </a:lnTo>
                  <a:lnTo>
                    <a:pt x="18910" y="403"/>
                  </a:lnTo>
                  <a:lnTo>
                    <a:pt x="19905" y="256"/>
                  </a:lnTo>
                  <a:lnTo>
                    <a:pt x="20914" y="143"/>
                  </a:lnTo>
                  <a:lnTo>
                    <a:pt x="21952" y="63"/>
                  </a:lnTo>
                  <a:lnTo>
                    <a:pt x="23033" y="15"/>
                  </a:lnTo>
                  <a:lnTo>
                    <a:pt x="24172" y="0"/>
                  </a:lnTo>
                  <a:close/>
                </a:path>
              </a:pathLst>
            </a:custGeom>
            <a:solidFill>
              <a:srgbClr val="95969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5" name="region 213 #A3ACBA"/>
            <p:cNvSpPr/>
            <p:nvPr/>
          </p:nvSpPr>
          <p:spPr>
            <a:xfrm>
              <a:off x="2167413" y="164428"/>
              <a:ext cx="85944" cy="12832"/>
            </a:xfrm>
            <a:custGeom>
              <a:avLst/>
              <a:gdLst/>
              <a:ahLst/>
              <a:cxnLst/>
              <a:rect l="l" t="t" r="r" b="b"/>
              <a:pathLst>
                <a:path w="85944" h="12832">
                  <a:moveTo>
                    <a:pt x="28242" y="90"/>
                  </a:moveTo>
                  <a:lnTo>
                    <a:pt x="28786" y="94"/>
                  </a:lnTo>
                  <a:lnTo>
                    <a:pt x="29489" y="98"/>
                  </a:lnTo>
                  <a:lnTo>
                    <a:pt x="30822" y="105"/>
                  </a:lnTo>
                  <a:lnTo>
                    <a:pt x="33254" y="119"/>
                  </a:lnTo>
                  <a:lnTo>
                    <a:pt x="34305" y="127"/>
                  </a:lnTo>
                  <a:lnTo>
                    <a:pt x="35356" y="136"/>
                  </a:lnTo>
                  <a:lnTo>
                    <a:pt x="36406" y="146"/>
                  </a:lnTo>
                  <a:lnTo>
                    <a:pt x="37457" y="158"/>
                  </a:lnTo>
                  <a:lnTo>
                    <a:pt x="38508" y="170"/>
                  </a:lnTo>
                  <a:lnTo>
                    <a:pt x="39558" y="183"/>
                  </a:lnTo>
                  <a:lnTo>
                    <a:pt x="40609" y="197"/>
                  </a:lnTo>
                  <a:lnTo>
                    <a:pt x="41660" y="212"/>
                  </a:lnTo>
                  <a:lnTo>
                    <a:pt x="42710" y="227"/>
                  </a:lnTo>
                  <a:lnTo>
                    <a:pt x="43761" y="243"/>
                  </a:lnTo>
                  <a:lnTo>
                    <a:pt x="44812" y="259"/>
                  </a:lnTo>
                  <a:lnTo>
                    <a:pt x="45863" y="276"/>
                  </a:lnTo>
                  <a:lnTo>
                    <a:pt x="46913" y="293"/>
                  </a:lnTo>
                  <a:lnTo>
                    <a:pt x="47964" y="310"/>
                  </a:lnTo>
                  <a:lnTo>
                    <a:pt x="49015" y="327"/>
                  </a:lnTo>
                  <a:lnTo>
                    <a:pt x="50087" y="338"/>
                  </a:lnTo>
                  <a:lnTo>
                    <a:pt x="51159" y="348"/>
                  </a:lnTo>
                  <a:lnTo>
                    <a:pt x="52232" y="358"/>
                  </a:lnTo>
                  <a:lnTo>
                    <a:pt x="53304" y="367"/>
                  </a:lnTo>
                  <a:lnTo>
                    <a:pt x="54376" y="376"/>
                  </a:lnTo>
                  <a:lnTo>
                    <a:pt x="55448" y="385"/>
                  </a:lnTo>
                  <a:lnTo>
                    <a:pt x="56520" y="394"/>
                  </a:lnTo>
                  <a:lnTo>
                    <a:pt x="57593" y="402"/>
                  </a:lnTo>
                  <a:lnTo>
                    <a:pt x="58665" y="410"/>
                  </a:lnTo>
                  <a:lnTo>
                    <a:pt x="59737" y="418"/>
                  </a:lnTo>
                  <a:lnTo>
                    <a:pt x="60785" y="427"/>
                  </a:lnTo>
                  <a:lnTo>
                    <a:pt x="61834" y="437"/>
                  </a:lnTo>
                  <a:lnTo>
                    <a:pt x="62882" y="446"/>
                  </a:lnTo>
                  <a:lnTo>
                    <a:pt x="63930" y="456"/>
                  </a:lnTo>
                  <a:lnTo>
                    <a:pt x="64979" y="467"/>
                  </a:lnTo>
                  <a:lnTo>
                    <a:pt x="66027" y="478"/>
                  </a:lnTo>
                  <a:lnTo>
                    <a:pt x="67075" y="489"/>
                  </a:lnTo>
                  <a:lnTo>
                    <a:pt x="68124" y="501"/>
                  </a:lnTo>
                  <a:lnTo>
                    <a:pt x="69172" y="512"/>
                  </a:lnTo>
                  <a:lnTo>
                    <a:pt x="70220" y="525"/>
                  </a:lnTo>
                  <a:lnTo>
                    <a:pt x="71269" y="537"/>
                  </a:lnTo>
                  <a:lnTo>
                    <a:pt x="72317" y="550"/>
                  </a:lnTo>
                  <a:lnTo>
                    <a:pt x="73365" y="563"/>
                  </a:lnTo>
                  <a:lnTo>
                    <a:pt x="74414" y="577"/>
                  </a:lnTo>
                  <a:lnTo>
                    <a:pt x="75462" y="591"/>
                  </a:lnTo>
                  <a:lnTo>
                    <a:pt x="76510" y="605"/>
                  </a:lnTo>
                  <a:lnTo>
                    <a:pt x="77558" y="619"/>
                  </a:lnTo>
                  <a:lnTo>
                    <a:pt x="78607" y="634"/>
                  </a:lnTo>
                  <a:lnTo>
                    <a:pt x="79655" y="649"/>
                  </a:lnTo>
                  <a:lnTo>
                    <a:pt x="80703" y="665"/>
                  </a:lnTo>
                  <a:lnTo>
                    <a:pt x="81751" y="680"/>
                  </a:lnTo>
                  <a:lnTo>
                    <a:pt x="82800" y="696"/>
                  </a:lnTo>
                  <a:lnTo>
                    <a:pt x="83848" y="712"/>
                  </a:lnTo>
                  <a:lnTo>
                    <a:pt x="84896" y="729"/>
                  </a:lnTo>
                  <a:lnTo>
                    <a:pt x="85944" y="746"/>
                  </a:lnTo>
                  <a:lnTo>
                    <a:pt x="85679" y="2636"/>
                  </a:lnTo>
                  <a:lnTo>
                    <a:pt x="85442" y="4246"/>
                  </a:lnTo>
                  <a:lnTo>
                    <a:pt x="85221" y="5607"/>
                  </a:lnTo>
                  <a:lnTo>
                    <a:pt x="84998" y="6753"/>
                  </a:lnTo>
                  <a:lnTo>
                    <a:pt x="84762" y="7717"/>
                  </a:lnTo>
                  <a:lnTo>
                    <a:pt x="84495" y="8532"/>
                  </a:lnTo>
                  <a:lnTo>
                    <a:pt x="84185" y="9231"/>
                  </a:lnTo>
                  <a:lnTo>
                    <a:pt x="83815" y="9846"/>
                  </a:lnTo>
                  <a:lnTo>
                    <a:pt x="83373" y="10411"/>
                  </a:lnTo>
                  <a:lnTo>
                    <a:pt x="82842" y="10960"/>
                  </a:lnTo>
                  <a:lnTo>
                    <a:pt x="82208" y="11524"/>
                  </a:lnTo>
                  <a:lnTo>
                    <a:pt x="81456" y="12137"/>
                  </a:lnTo>
                  <a:lnTo>
                    <a:pt x="80573" y="12832"/>
                  </a:lnTo>
                  <a:lnTo>
                    <a:pt x="79240" y="12165"/>
                  </a:lnTo>
                  <a:lnTo>
                    <a:pt x="77887" y="11489"/>
                  </a:lnTo>
                  <a:lnTo>
                    <a:pt x="78845" y="10614"/>
                  </a:lnTo>
                  <a:lnTo>
                    <a:pt x="79817" y="9727"/>
                  </a:lnTo>
                  <a:lnTo>
                    <a:pt x="80707" y="8753"/>
                  </a:lnTo>
                  <a:lnTo>
                    <a:pt x="81344" y="7983"/>
                  </a:lnTo>
                  <a:lnTo>
                    <a:pt x="81821" y="7240"/>
                  </a:lnTo>
                  <a:lnTo>
                    <a:pt x="82236" y="6350"/>
                  </a:lnTo>
                  <a:lnTo>
                    <a:pt x="82683" y="5139"/>
                  </a:lnTo>
                  <a:lnTo>
                    <a:pt x="83259" y="3431"/>
                  </a:lnTo>
                  <a:lnTo>
                    <a:pt x="82194" y="3417"/>
                  </a:lnTo>
                  <a:lnTo>
                    <a:pt x="81129" y="3402"/>
                  </a:lnTo>
                  <a:lnTo>
                    <a:pt x="80065" y="3388"/>
                  </a:lnTo>
                  <a:lnTo>
                    <a:pt x="79000" y="3374"/>
                  </a:lnTo>
                  <a:lnTo>
                    <a:pt x="77936" y="3360"/>
                  </a:lnTo>
                  <a:lnTo>
                    <a:pt x="76871" y="3347"/>
                  </a:lnTo>
                  <a:lnTo>
                    <a:pt x="75806" y="3334"/>
                  </a:lnTo>
                  <a:lnTo>
                    <a:pt x="74742" y="3322"/>
                  </a:lnTo>
                  <a:lnTo>
                    <a:pt x="73677" y="3309"/>
                  </a:lnTo>
                  <a:lnTo>
                    <a:pt x="72613" y="3297"/>
                  </a:lnTo>
                  <a:lnTo>
                    <a:pt x="71548" y="3286"/>
                  </a:lnTo>
                  <a:lnTo>
                    <a:pt x="70483" y="3274"/>
                  </a:lnTo>
                  <a:lnTo>
                    <a:pt x="69419" y="3263"/>
                  </a:lnTo>
                  <a:lnTo>
                    <a:pt x="68354" y="3252"/>
                  </a:lnTo>
                  <a:lnTo>
                    <a:pt x="67290" y="3242"/>
                  </a:lnTo>
                  <a:lnTo>
                    <a:pt x="66225" y="3232"/>
                  </a:lnTo>
                  <a:lnTo>
                    <a:pt x="65160" y="3222"/>
                  </a:lnTo>
                  <a:lnTo>
                    <a:pt x="64096" y="3212"/>
                  </a:lnTo>
                  <a:lnTo>
                    <a:pt x="63031" y="3203"/>
                  </a:lnTo>
                  <a:lnTo>
                    <a:pt x="61967" y="3194"/>
                  </a:lnTo>
                  <a:lnTo>
                    <a:pt x="60902" y="3185"/>
                  </a:lnTo>
                  <a:lnTo>
                    <a:pt x="59837" y="3176"/>
                  </a:lnTo>
                  <a:lnTo>
                    <a:pt x="58773" y="3168"/>
                  </a:lnTo>
                  <a:lnTo>
                    <a:pt x="57708" y="3160"/>
                  </a:lnTo>
                  <a:lnTo>
                    <a:pt x="56643" y="3152"/>
                  </a:lnTo>
                  <a:lnTo>
                    <a:pt x="55579" y="3145"/>
                  </a:lnTo>
                  <a:lnTo>
                    <a:pt x="54514" y="3137"/>
                  </a:lnTo>
                  <a:lnTo>
                    <a:pt x="53428" y="3128"/>
                  </a:lnTo>
                  <a:lnTo>
                    <a:pt x="52342" y="3117"/>
                  </a:lnTo>
                  <a:lnTo>
                    <a:pt x="51256" y="3106"/>
                  </a:lnTo>
                  <a:lnTo>
                    <a:pt x="50170" y="3095"/>
                  </a:lnTo>
                  <a:lnTo>
                    <a:pt x="49085" y="3083"/>
                  </a:lnTo>
                  <a:lnTo>
                    <a:pt x="47999" y="3070"/>
                  </a:lnTo>
                  <a:lnTo>
                    <a:pt x="46913" y="3056"/>
                  </a:lnTo>
                  <a:lnTo>
                    <a:pt x="45827" y="3042"/>
                  </a:lnTo>
                  <a:lnTo>
                    <a:pt x="44741" y="3027"/>
                  </a:lnTo>
                  <a:lnTo>
                    <a:pt x="43659" y="3013"/>
                  </a:lnTo>
                  <a:lnTo>
                    <a:pt x="42576" y="2999"/>
                  </a:lnTo>
                  <a:lnTo>
                    <a:pt x="41494" y="2987"/>
                  </a:lnTo>
                  <a:lnTo>
                    <a:pt x="40412" y="2976"/>
                  </a:lnTo>
                  <a:lnTo>
                    <a:pt x="39330" y="2965"/>
                  </a:lnTo>
                  <a:lnTo>
                    <a:pt x="38248" y="2956"/>
                  </a:lnTo>
                  <a:lnTo>
                    <a:pt x="37165" y="2947"/>
                  </a:lnTo>
                  <a:lnTo>
                    <a:pt x="36083" y="2939"/>
                  </a:lnTo>
                  <a:lnTo>
                    <a:pt x="35001" y="2932"/>
                  </a:lnTo>
                  <a:lnTo>
                    <a:pt x="33919" y="2925"/>
                  </a:lnTo>
                  <a:lnTo>
                    <a:pt x="32836" y="2919"/>
                  </a:lnTo>
                  <a:lnTo>
                    <a:pt x="31754" y="2913"/>
                  </a:lnTo>
                  <a:lnTo>
                    <a:pt x="30671" y="2908"/>
                  </a:lnTo>
                  <a:lnTo>
                    <a:pt x="29583" y="2887"/>
                  </a:lnTo>
                  <a:lnTo>
                    <a:pt x="28491" y="2865"/>
                  </a:lnTo>
                  <a:lnTo>
                    <a:pt x="27391" y="2844"/>
                  </a:lnTo>
                  <a:lnTo>
                    <a:pt x="26279" y="2823"/>
                  </a:lnTo>
                  <a:lnTo>
                    <a:pt x="25058" y="2830"/>
                  </a:lnTo>
                  <a:lnTo>
                    <a:pt x="23885" y="2852"/>
                  </a:lnTo>
                  <a:lnTo>
                    <a:pt x="22753" y="2892"/>
                  </a:lnTo>
                  <a:lnTo>
                    <a:pt x="21661" y="2951"/>
                  </a:lnTo>
                  <a:lnTo>
                    <a:pt x="20604" y="3032"/>
                  </a:lnTo>
                  <a:lnTo>
                    <a:pt x="19578" y="3136"/>
                  </a:lnTo>
                  <a:lnTo>
                    <a:pt x="18580" y="3265"/>
                  </a:lnTo>
                  <a:lnTo>
                    <a:pt x="17605" y="3421"/>
                  </a:lnTo>
                  <a:lnTo>
                    <a:pt x="16651" y="3606"/>
                  </a:lnTo>
                  <a:lnTo>
                    <a:pt x="15712" y="3823"/>
                  </a:lnTo>
                  <a:lnTo>
                    <a:pt x="14786" y="4072"/>
                  </a:lnTo>
                  <a:lnTo>
                    <a:pt x="13869" y="4356"/>
                  </a:lnTo>
                  <a:lnTo>
                    <a:pt x="12956" y="4677"/>
                  </a:lnTo>
                  <a:lnTo>
                    <a:pt x="12044" y="5037"/>
                  </a:lnTo>
                  <a:lnTo>
                    <a:pt x="11130" y="5438"/>
                  </a:lnTo>
                  <a:lnTo>
                    <a:pt x="10209" y="5881"/>
                  </a:lnTo>
                  <a:lnTo>
                    <a:pt x="9277" y="6368"/>
                  </a:lnTo>
                  <a:lnTo>
                    <a:pt x="8332" y="6903"/>
                  </a:lnTo>
                  <a:lnTo>
                    <a:pt x="7368" y="7485"/>
                  </a:lnTo>
                  <a:lnTo>
                    <a:pt x="6382" y="8118"/>
                  </a:lnTo>
                  <a:lnTo>
                    <a:pt x="5371" y="8803"/>
                  </a:lnTo>
                  <a:lnTo>
                    <a:pt x="3757" y="9297"/>
                  </a:lnTo>
                  <a:lnTo>
                    <a:pt x="2670" y="9614"/>
                  </a:lnTo>
                  <a:lnTo>
                    <a:pt x="1854" y="9818"/>
                  </a:lnTo>
                  <a:lnTo>
                    <a:pt x="1050" y="9974"/>
                  </a:lnTo>
                  <a:lnTo>
                    <a:pt x="0" y="10146"/>
                  </a:lnTo>
                  <a:lnTo>
                    <a:pt x="0" y="8813"/>
                  </a:lnTo>
                  <a:lnTo>
                    <a:pt x="0" y="7460"/>
                  </a:lnTo>
                  <a:lnTo>
                    <a:pt x="873" y="6637"/>
                  </a:lnTo>
                  <a:lnTo>
                    <a:pt x="1756" y="5876"/>
                  </a:lnTo>
                  <a:lnTo>
                    <a:pt x="2650" y="5174"/>
                  </a:lnTo>
                  <a:lnTo>
                    <a:pt x="3553" y="4529"/>
                  </a:lnTo>
                  <a:lnTo>
                    <a:pt x="4467" y="3938"/>
                  </a:lnTo>
                  <a:lnTo>
                    <a:pt x="5391" y="3400"/>
                  </a:lnTo>
                  <a:lnTo>
                    <a:pt x="6325" y="2912"/>
                  </a:lnTo>
                  <a:lnTo>
                    <a:pt x="7270" y="2471"/>
                  </a:lnTo>
                  <a:lnTo>
                    <a:pt x="8224" y="2076"/>
                  </a:lnTo>
                  <a:lnTo>
                    <a:pt x="9188" y="1723"/>
                  </a:lnTo>
                  <a:lnTo>
                    <a:pt x="10163" y="1412"/>
                  </a:lnTo>
                  <a:lnTo>
                    <a:pt x="11147" y="1138"/>
                  </a:lnTo>
                  <a:lnTo>
                    <a:pt x="12142" y="901"/>
                  </a:lnTo>
                  <a:lnTo>
                    <a:pt x="13146" y="697"/>
                  </a:lnTo>
                  <a:lnTo>
                    <a:pt x="14160" y="525"/>
                  </a:lnTo>
                  <a:lnTo>
                    <a:pt x="15185" y="382"/>
                  </a:lnTo>
                  <a:lnTo>
                    <a:pt x="16219" y="266"/>
                  </a:lnTo>
                  <a:lnTo>
                    <a:pt x="17263" y="174"/>
                  </a:lnTo>
                  <a:lnTo>
                    <a:pt x="18317" y="104"/>
                  </a:lnTo>
                  <a:lnTo>
                    <a:pt x="19381" y="54"/>
                  </a:lnTo>
                  <a:lnTo>
                    <a:pt x="20454" y="22"/>
                  </a:lnTo>
                  <a:lnTo>
                    <a:pt x="21538" y="5"/>
                  </a:lnTo>
                  <a:lnTo>
                    <a:pt x="22631" y="0"/>
                  </a:lnTo>
                  <a:lnTo>
                    <a:pt x="23734" y="7"/>
                  </a:lnTo>
                  <a:lnTo>
                    <a:pt x="24846" y="21"/>
                  </a:lnTo>
                  <a:lnTo>
                    <a:pt x="25969" y="41"/>
                  </a:lnTo>
                  <a:lnTo>
                    <a:pt x="27100" y="65"/>
                  </a:lnTo>
                  <a:lnTo>
                    <a:pt x="28242" y="90"/>
                  </a:lnTo>
                  <a:close/>
                </a:path>
              </a:pathLst>
            </a:custGeom>
            <a:solidFill>
              <a:srgbClr val="A3ACB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6" name="region 214 #B1D4EA"/>
            <p:cNvSpPr/>
            <p:nvPr/>
          </p:nvSpPr>
          <p:spPr>
            <a:xfrm>
              <a:off x="2566249" y="549239"/>
              <a:ext cx="36258" cy="37600"/>
            </a:xfrm>
            <a:custGeom>
              <a:avLst/>
              <a:gdLst/>
              <a:ahLst/>
              <a:cxnLst/>
              <a:rect l="l" t="t" r="r" b="b"/>
              <a:pathLst>
                <a:path w="36258" h="37600">
                  <a:moveTo>
                    <a:pt x="36258" y="0"/>
                  </a:moveTo>
                  <a:lnTo>
                    <a:pt x="36250" y="1705"/>
                  </a:lnTo>
                  <a:lnTo>
                    <a:pt x="36192" y="2903"/>
                  </a:lnTo>
                  <a:lnTo>
                    <a:pt x="36037" y="3756"/>
                  </a:lnTo>
                  <a:lnTo>
                    <a:pt x="35736" y="4426"/>
                  </a:lnTo>
                  <a:lnTo>
                    <a:pt x="35238" y="5078"/>
                  </a:lnTo>
                  <a:lnTo>
                    <a:pt x="34496" y="5875"/>
                  </a:lnTo>
                  <a:lnTo>
                    <a:pt x="33747" y="6595"/>
                  </a:lnTo>
                  <a:lnTo>
                    <a:pt x="32993" y="7321"/>
                  </a:lnTo>
                  <a:lnTo>
                    <a:pt x="32229" y="8057"/>
                  </a:lnTo>
                  <a:lnTo>
                    <a:pt x="31678" y="9041"/>
                  </a:lnTo>
                  <a:lnTo>
                    <a:pt x="31123" y="10032"/>
                  </a:lnTo>
                  <a:lnTo>
                    <a:pt x="30561" y="11037"/>
                  </a:lnTo>
                  <a:lnTo>
                    <a:pt x="29974" y="11941"/>
                  </a:lnTo>
                  <a:lnTo>
                    <a:pt x="29373" y="12820"/>
                  </a:lnTo>
                  <a:lnTo>
                    <a:pt x="28759" y="13676"/>
                  </a:lnTo>
                  <a:lnTo>
                    <a:pt x="28131" y="14512"/>
                  </a:lnTo>
                  <a:lnTo>
                    <a:pt x="27489" y="15329"/>
                  </a:lnTo>
                  <a:lnTo>
                    <a:pt x="26835" y="16131"/>
                  </a:lnTo>
                  <a:lnTo>
                    <a:pt x="26167" y="16918"/>
                  </a:lnTo>
                  <a:lnTo>
                    <a:pt x="25487" y="17694"/>
                  </a:lnTo>
                  <a:lnTo>
                    <a:pt x="24795" y="18461"/>
                  </a:lnTo>
                  <a:lnTo>
                    <a:pt x="24091" y="19221"/>
                  </a:lnTo>
                  <a:lnTo>
                    <a:pt x="23375" y="19977"/>
                  </a:lnTo>
                  <a:lnTo>
                    <a:pt x="22647" y="20730"/>
                  </a:lnTo>
                  <a:lnTo>
                    <a:pt x="21907" y="21482"/>
                  </a:lnTo>
                  <a:lnTo>
                    <a:pt x="21157" y="22237"/>
                  </a:lnTo>
                  <a:lnTo>
                    <a:pt x="20396" y="22997"/>
                  </a:lnTo>
                  <a:lnTo>
                    <a:pt x="19368" y="24056"/>
                  </a:lnTo>
                  <a:lnTo>
                    <a:pt x="18325" y="25132"/>
                  </a:lnTo>
                  <a:lnTo>
                    <a:pt x="17501" y="25941"/>
                  </a:lnTo>
                  <a:lnTo>
                    <a:pt x="16680" y="26714"/>
                  </a:lnTo>
                  <a:lnTo>
                    <a:pt x="15861" y="27453"/>
                  </a:lnTo>
                  <a:lnTo>
                    <a:pt x="15040" y="28160"/>
                  </a:lnTo>
                  <a:lnTo>
                    <a:pt x="14215" y="28837"/>
                  </a:lnTo>
                  <a:lnTo>
                    <a:pt x="13382" y="29486"/>
                  </a:lnTo>
                  <a:lnTo>
                    <a:pt x="12539" y="30110"/>
                  </a:lnTo>
                  <a:lnTo>
                    <a:pt x="11683" y="30710"/>
                  </a:lnTo>
                  <a:lnTo>
                    <a:pt x="10811" y="31288"/>
                  </a:lnTo>
                  <a:lnTo>
                    <a:pt x="9920" y="31847"/>
                  </a:lnTo>
                  <a:lnTo>
                    <a:pt x="9009" y="32389"/>
                  </a:lnTo>
                  <a:lnTo>
                    <a:pt x="8072" y="32916"/>
                  </a:lnTo>
                  <a:lnTo>
                    <a:pt x="7109" y="33429"/>
                  </a:lnTo>
                  <a:lnTo>
                    <a:pt x="6116" y="33932"/>
                  </a:lnTo>
                  <a:lnTo>
                    <a:pt x="5090" y="34427"/>
                  </a:lnTo>
                  <a:lnTo>
                    <a:pt x="4028" y="34915"/>
                  </a:lnTo>
                  <a:lnTo>
                    <a:pt x="3031" y="35580"/>
                  </a:lnTo>
                  <a:lnTo>
                    <a:pt x="2029" y="36247"/>
                  </a:lnTo>
                  <a:lnTo>
                    <a:pt x="1020" y="36920"/>
                  </a:lnTo>
                  <a:lnTo>
                    <a:pt x="0" y="37600"/>
                  </a:lnTo>
                  <a:lnTo>
                    <a:pt x="625" y="36393"/>
                  </a:lnTo>
                  <a:lnTo>
                    <a:pt x="1259" y="35167"/>
                  </a:lnTo>
                  <a:lnTo>
                    <a:pt x="1791" y="34067"/>
                  </a:lnTo>
                  <a:lnTo>
                    <a:pt x="2197" y="33206"/>
                  </a:lnTo>
                  <a:lnTo>
                    <a:pt x="2525" y="32460"/>
                  </a:lnTo>
                  <a:lnTo>
                    <a:pt x="2824" y="31708"/>
                  </a:lnTo>
                  <a:lnTo>
                    <a:pt x="3142" y="30829"/>
                  </a:lnTo>
                  <a:lnTo>
                    <a:pt x="3527" y="29700"/>
                  </a:lnTo>
                  <a:lnTo>
                    <a:pt x="4028" y="28200"/>
                  </a:lnTo>
                  <a:lnTo>
                    <a:pt x="5137" y="27979"/>
                  </a:lnTo>
                  <a:lnTo>
                    <a:pt x="6247" y="27757"/>
                  </a:lnTo>
                  <a:lnTo>
                    <a:pt x="7361" y="27534"/>
                  </a:lnTo>
                  <a:lnTo>
                    <a:pt x="8480" y="27310"/>
                  </a:lnTo>
                  <a:lnTo>
                    <a:pt x="9607" y="27085"/>
                  </a:lnTo>
                  <a:lnTo>
                    <a:pt x="10743" y="26857"/>
                  </a:lnTo>
                  <a:lnTo>
                    <a:pt x="11075" y="25860"/>
                  </a:lnTo>
                  <a:lnTo>
                    <a:pt x="11409" y="24858"/>
                  </a:lnTo>
                  <a:lnTo>
                    <a:pt x="11746" y="23849"/>
                  </a:lnTo>
                  <a:lnTo>
                    <a:pt x="12086" y="22829"/>
                  </a:lnTo>
                  <a:lnTo>
                    <a:pt x="12909" y="22140"/>
                  </a:lnTo>
                  <a:lnTo>
                    <a:pt x="13733" y="21453"/>
                  </a:lnTo>
                  <a:lnTo>
                    <a:pt x="14559" y="20769"/>
                  </a:lnTo>
                  <a:lnTo>
                    <a:pt x="15388" y="20087"/>
                  </a:lnTo>
                  <a:lnTo>
                    <a:pt x="16219" y="19409"/>
                  </a:lnTo>
                  <a:lnTo>
                    <a:pt x="17054" y="18735"/>
                  </a:lnTo>
                  <a:lnTo>
                    <a:pt x="17892" y="18065"/>
                  </a:lnTo>
                  <a:lnTo>
                    <a:pt x="18761" y="17289"/>
                  </a:lnTo>
                  <a:lnTo>
                    <a:pt x="19593" y="16499"/>
                  </a:lnTo>
                  <a:lnTo>
                    <a:pt x="20395" y="15695"/>
                  </a:lnTo>
                  <a:lnTo>
                    <a:pt x="21173" y="14876"/>
                  </a:lnTo>
                  <a:lnTo>
                    <a:pt x="21934" y="14040"/>
                  </a:lnTo>
                  <a:lnTo>
                    <a:pt x="22683" y="13185"/>
                  </a:lnTo>
                  <a:lnTo>
                    <a:pt x="23427" y="12310"/>
                  </a:lnTo>
                  <a:lnTo>
                    <a:pt x="24172" y="11414"/>
                  </a:lnTo>
                  <a:lnTo>
                    <a:pt x="24860" y="10597"/>
                  </a:lnTo>
                  <a:lnTo>
                    <a:pt x="25555" y="9801"/>
                  </a:lnTo>
                  <a:lnTo>
                    <a:pt x="26258" y="9024"/>
                  </a:lnTo>
                  <a:lnTo>
                    <a:pt x="26968" y="8265"/>
                  </a:lnTo>
                  <a:lnTo>
                    <a:pt x="27687" y="7522"/>
                  </a:lnTo>
                  <a:lnTo>
                    <a:pt x="28414" y="6795"/>
                  </a:lnTo>
                  <a:lnTo>
                    <a:pt x="29150" y="6080"/>
                  </a:lnTo>
                  <a:lnTo>
                    <a:pt x="29896" y="5378"/>
                  </a:lnTo>
                  <a:lnTo>
                    <a:pt x="30652" y="4685"/>
                  </a:lnTo>
                  <a:lnTo>
                    <a:pt x="31418" y="4002"/>
                  </a:lnTo>
                  <a:lnTo>
                    <a:pt x="32195" y="3325"/>
                  </a:lnTo>
                  <a:lnTo>
                    <a:pt x="32983" y="2655"/>
                  </a:lnTo>
                  <a:lnTo>
                    <a:pt x="33783" y="1989"/>
                  </a:lnTo>
                  <a:lnTo>
                    <a:pt x="34595" y="1325"/>
                  </a:lnTo>
                  <a:lnTo>
                    <a:pt x="35420" y="662"/>
                  </a:lnTo>
                  <a:lnTo>
                    <a:pt x="36258" y="0"/>
                  </a:lnTo>
                  <a:close/>
                </a:path>
              </a:pathLst>
            </a:custGeom>
            <a:solidFill>
              <a:srgbClr val="B1D4E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7" name="region 215 #B1B8C1"/>
            <p:cNvSpPr/>
            <p:nvPr/>
          </p:nvSpPr>
          <p:spPr>
            <a:xfrm>
              <a:off x="116830" y="260519"/>
              <a:ext cx="12601" cy="76544"/>
            </a:xfrm>
            <a:custGeom>
              <a:avLst/>
              <a:gdLst/>
              <a:ahLst/>
              <a:cxnLst/>
              <a:rect l="l" t="t" r="r" b="b"/>
              <a:pathLst>
                <a:path w="12601" h="76544">
                  <a:moveTo>
                    <a:pt x="9400" y="0"/>
                  </a:moveTo>
                  <a:lnTo>
                    <a:pt x="10733" y="0"/>
                  </a:lnTo>
                  <a:lnTo>
                    <a:pt x="12086" y="0"/>
                  </a:lnTo>
                  <a:lnTo>
                    <a:pt x="12108" y="1050"/>
                  </a:lnTo>
                  <a:lnTo>
                    <a:pt x="12130" y="2100"/>
                  </a:lnTo>
                  <a:lnTo>
                    <a:pt x="12151" y="3150"/>
                  </a:lnTo>
                  <a:lnTo>
                    <a:pt x="12171" y="4200"/>
                  </a:lnTo>
                  <a:lnTo>
                    <a:pt x="12190" y="5250"/>
                  </a:lnTo>
                  <a:lnTo>
                    <a:pt x="12209" y="6300"/>
                  </a:lnTo>
                  <a:lnTo>
                    <a:pt x="12227" y="7350"/>
                  </a:lnTo>
                  <a:lnTo>
                    <a:pt x="12244" y="8400"/>
                  </a:lnTo>
                  <a:lnTo>
                    <a:pt x="12261" y="9450"/>
                  </a:lnTo>
                  <a:lnTo>
                    <a:pt x="12277" y="10500"/>
                  </a:lnTo>
                  <a:lnTo>
                    <a:pt x="12292" y="11550"/>
                  </a:lnTo>
                  <a:lnTo>
                    <a:pt x="12307" y="12600"/>
                  </a:lnTo>
                  <a:lnTo>
                    <a:pt x="12321" y="13650"/>
                  </a:lnTo>
                  <a:lnTo>
                    <a:pt x="12334" y="14700"/>
                  </a:lnTo>
                  <a:lnTo>
                    <a:pt x="12347" y="15750"/>
                  </a:lnTo>
                  <a:lnTo>
                    <a:pt x="12359" y="16800"/>
                  </a:lnTo>
                  <a:lnTo>
                    <a:pt x="12371" y="17851"/>
                  </a:lnTo>
                  <a:lnTo>
                    <a:pt x="12382" y="18901"/>
                  </a:lnTo>
                  <a:lnTo>
                    <a:pt x="12396" y="19967"/>
                  </a:lnTo>
                  <a:lnTo>
                    <a:pt x="12412" y="21033"/>
                  </a:lnTo>
                  <a:lnTo>
                    <a:pt x="12429" y="22100"/>
                  </a:lnTo>
                  <a:lnTo>
                    <a:pt x="12448" y="23166"/>
                  </a:lnTo>
                  <a:lnTo>
                    <a:pt x="12469" y="24232"/>
                  </a:lnTo>
                  <a:lnTo>
                    <a:pt x="12492" y="25298"/>
                  </a:lnTo>
                  <a:lnTo>
                    <a:pt x="12514" y="26343"/>
                  </a:lnTo>
                  <a:lnTo>
                    <a:pt x="12534" y="27391"/>
                  </a:lnTo>
                  <a:lnTo>
                    <a:pt x="12553" y="28440"/>
                  </a:lnTo>
                  <a:lnTo>
                    <a:pt x="12570" y="29490"/>
                  </a:lnTo>
                  <a:lnTo>
                    <a:pt x="12583" y="30542"/>
                  </a:lnTo>
                  <a:lnTo>
                    <a:pt x="12593" y="31595"/>
                  </a:lnTo>
                  <a:lnTo>
                    <a:pt x="12599" y="32649"/>
                  </a:lnTo>
                  <a:lnTo>
                    <a:pt x="12601" y="33704"/>
                  </a:lnTo>
                  <a:lnTo>
                    <a:pt x="12597" y="34758"/>
                  </a:lnTo>
                  <a:lnTo>
                    <a:pt x="12588" y="35813"/>
                  </a:lnTo>
                  <a:lnTo>
                    <a:pt x="12572" y="36867"/>
                  </a:lnTo>
                  <a:lnTo>
                    <a:pt x="12550" y="37921"/>
                  </a:lnTo>
                  <a:lnTo>
                    <a:pt x="12521" y="38974"/>
                  </a:lnTo>
                  <a:lnTo>
                    <a:pt x="12483" y="40026"/>
                  </a:lnTo>
                  <a:lnTo>
                    <a:pt x="12438" y="41077"/>
                  </a:lnTo>
                  <a:lnTo>
                    <a:pt x="12384" y="42126"/>
                  </a:lnTo>
                  <a:lnTo>
                    <a:pt x="12320" y="43173"/>
                  </a:lnTo>
                  <a:lnTo>
                    <a:pt x="12246" y="44218"/>
                  </a:lnTo>
                  <a:lnTo>
                    <a:pt x="12162" y="45260"/>
                  </a:lnTo>
                  <a:lnTo>
                    <a:pt x="12067" y="46300"/>
                  </a:lnTo>
                  <a:lnTo>
                    <a:pt x="11961" y="47337"/>
                  </a:lnTo>
                  <a:lnTo>
                    <a:pt x="11842" y="48370"/>
                  </a:lnTo>
                  <a:lnTo>
                    <a:pt x="11711" y="49401"/>
                  </a:lnTo>
                  <a:lnTo>
                    <a:pt x="11566" y="50427"/>
                  </a:lnTo>
                  <a:lnTo>
                    <a:pt x="11408" y="51449"/>
                  </a:lnTo>
                  <a:lnTo>
                    <a:pt x="11236" y="52467"/>
                  </a:lnTo>
                  <a:lnTo>
                    <a:pt x="11048" y="53481"/>
                  </a:lnTo>
                  <a:lnTo>
                    <a:pt x="10846" y="54489"/>
                  </a:lnTo>
                  <a:lnTo>
                    <a:pt x="10628" y="55493"/>
                  </a:lnTo>
                  <a:lnTo>
                    <a:pt x="10393" y="56491"/>
                  </a:lnTo>
                  <a:lnTo>
                    <a:pt x="10142" y="57483"/>
                  </a:lnTo>
                  <a:lnTo>
                    <a:pt x="9873" y="58470"/>
                  </a:lnTo>
                  <a:lnTo>
                    <a:pt x="9586" y="59450"/>
                  </a:lnTo>
                  <a:lnTo>
                    <a:pt x="9280" y="60424"/>
                  </a:lnTo>
                  <a:lnTo>
                    <a:pt x="8955" y="61391"/>
                  </a:lnTo>
                  <a:lnTo>
                    <a:pt x="8611" y="62351"/>
                  </a:lnTo>
                  <a:lnTo>
                    <a:pt x="8247" y="63304"/>
                  </a:lnTo>
                  <a:lnTo>
                    <a:pt x="7862" y="64250"/>
                  </a:lnTo>
                  <a:lnTo>
                    <a:pt x="7456" y="65187"/>
                  </a:lnTo>
                  <a:lnTo>
                    <a:pt x="7028" y="66117"/>
                  </a:lnTo>
                  <a:lnTo>
                    <a:pt x="6578" y="67038"/>
                  </a:lnTo>
                  <a:lnTo>
                    <a:pt x="6105" y="67951"/>
                  </a:lnTo>
                  <a:lnTo>
                    <a:pt x="5608" y="68854"/>
                  </a:lnTo>
                  <a:lnTo>
                    <a:pt x="5088" y="69749"/>
                  </a:lnTo>
                  <a:lnTo>
                    <a:pt x="4543" y="70634"/>
                  </a:lnTo>
                  <a:lnTo>
                    <a:pt x="3973" y="71510"/>
                  </a:lnTo>
                  <a:lnTo>
                    <a:pt x="3378" y="72375"/>
                  </a:lnTo>
                  <a:lnTo>
                    <a:pt x="2757" y="73230"/>
                  </a:lnTo>
                  <a:lnTo>
                    <a:pt x="2109" y="74075"/>
                  </a:lnTo>
                  <a:lnTo>
                    <a:pt x="1434" y="74909"/>
                  </a:lnTo>
                  <a:lnTo>
                    <a:pt x="731" y="75732"/>
                  </a:lnTo>
                  <a:lnTo>
                    <a:pt x="0" y="76544"/>
                  </a:lnTo>
                  <a:lnTo>
                    <a:pt x="28" y="75240"/>
                  </a:lnTo>
                  <a:lnTo>
                    <a:pt x="113" y="74085"/>
                  </a:lnTo>
                  <a:lnTo>
                    <a:pt x="261" y="73043"/>
                  </a:lnTo>
                  <a:lnTo>
                    <a:pt x="474" y="72078"/>
                  </a:lnTo>
                  <a:lnTo>
                    <a:pt x="759" y="71154"/>
                  </a:lnTo>
                  <a:lnTo>
                    <a:pt x="1118" y="70234"/>
                  </a:lnTo>
                  <a:lnTo>
                    <a:pt x="1556" y="69283"/>
                  </a:lnTo>
                  <a:lnTo>
                    <a:pt x="2077" y="68265"/>
                  </a:lnTo>
                  <a:lnTo>
                    <a:pt x="2686" y="67144"/>
                  </a:lnTo>
                  <a:lnTo>
                    <a:pt x="4019" y="67144"/>
                  </a:lnTo>
                  <a:lnTo>
                    <a:pt x="5372" y="67144"/>
                  </a:lnTo>
                  <a:lnTo>
                    <a:pt x="5355" y="66097"/>
                  </a:lnTo>
                  <a:lnTo>
                    <a:pt x="5338" y="65047"/>
                  </a:lnTo>
                  <a:lnTo>
                    <a:pt x="5322" y="63992"/>
                  </a:lnTo>
                  <a:lnTo>
                    <a:pt x="5305" y="62929"/>
                  </a:lnTo>
                  <a:lnTo>
                    <a:pt x="5289" y="61856"/>
                  </a:lnTo>
                  <a:lnTo>
                    <a:pt x="5277" y="60764"/>
                  </a:lnTo>
                  <a:lnTo>
                    <a:pt x="5278" y="59673"/>
                  </a:lnTo>
                  <a:lnTo>
                    <a:pt x="5293" y="58582"/>
                  </a:lnTo>
                  <a:lnTo>
                    <a:pt x="5324" y="57491"/>
                  </a:lnTo>
                  <a:lnTo>
                    <a:pt x="5372" y="56401"/>
                  </a:lnTo>
                  <a:lnTo>
                    <a:pt x="5706" y="56067"/>
                  </a:lnTo>
                  <a:lnTo>
                    <a:pt x="6715" y="55058"/>
                  </a:lnTo>
                  <a:lnTo>
                    <a:pt x="6960" y="54019"/>
                  </a:lnTo>
                  <a:lnTo>
                    <a:pt x="7192" y="52980"/>
                  </a:lnTo>
                  <a:lnTo>
                    <a:pt x="7410" y="51941"/>
                  </a:lnTo>
                  <a:lnTo>
                    <a:pt x="7615" y="50902"/>
                  </a:lnTo>
                  <a:lnTo>
                    <a:pt x="7808" y="49864"/>
                  </a:lnTo>
                  <a:lnTo>
                    <a:pt x="7989" y="48825"/>
                  </a:lnTo>
                  <a:lnTo>
                    <a:pt x="8157" y="47787"/>
                  </a:lnTo>
                  <a:lnTo>
                    <a:pt x="8315" y="46748"/>
                  </a:lnTo>
                  <a:lnTo>
                    <a:pt x="8461" y="45709"/>
                  </a:lnTo>
                  <a:lnTo>
                    <a:pt x="8596" y="44670"/>
                  </a:lnTo>
                  <a:lnTo>
                    <a:pt x="8721" y="43631"/>
                  </a:lnTo>
                  <a:lnTo>
                    <a:pt x="8836" y="42592"/>
                  </a:lnTo>
                  <a:lnTo>
                    <a:pt x="8942" y="41552"/>
                  </a:lnTo>
                  <a:lnTo>
                    <a:pt x="9038" y="40511"/>
                  </a:lnTo>
                  <a:lnTo>
                    <a:pt x="9125" y="39471"/>
                  </a:lnTo>
                  <a:lnTo>
                    <a:pt x="9204" y="38429"/>
                  </a:lnTo>
                  <a:lnTo>
                    <a:pt x="9274" y="37387"/>
                  </a:lnTo>
                  <a:lnTo>
                    <a:pt x="9337" y="36345"/>
                  </a:lnTo>
                  <a:lnTo>
                    <a:pt x="9392" y="35301"/>
                  </a:lnTo>
                  <a:lnTo>
                    <a:pt x="9440" y="34257"/>
                  </a:lnTo>
                  <a:lnTo>
                    <a:pt x="9482" y="33212"/>
                  </a:lnTo>
                  <a:lnTo>
                    <a:pt x="9517" y="32166"/>
                  </a:lnTo>
                  <a:lnTo>
                    <a:pt x="9546" y="31120"/>
                  </a:lnTo>
                  <a:lnTo>
                    <a:pt x="9570" y="30072"/>
                  </a:lnTo>
                  <a:lnTo>
                    <a:pt x="9589" y="29023"/>
                  </a:lnTo>
                  <a:lnTo>
                    <a:pt x="9602" y="27973"/>
                  </a:lnTo>
                  <a:lnTo>
                    <a:pt x="9611" y="26922"/>
                  </a:lnTo>
                  <a:lnTo>
                    <a:pt x="9617" y="25870"/>
                  </a:lnTo>
                  <a:lnTo>
                    <a:pt x="9618" y="24816"/>
                  </a:lnTo>
                  <a:lnTo>
                    <a:pt x="9616" y="23761"/>
                  </a:lnTo>
                  <a:lnTo>
                    <a:pt x="9611" y="22705"/>
                  </a:lnTo>
                  <a:lnTo>
                    <a:pt x="9603" y="21647"/>
                  </a:lnTo>
                  <a:lnTo>
                    <a:pt x="9593" y="20588"/>
                  </a:lnTo>
                  <a:lnTo>
                    <a:pt x="9582" y="19527"/>
                  </a:lnTo>
                  <a:lnTo>
                    <a:pt x="9568" y="18464"/>
                  </a:lnTo>
                  <a:lnTo>
                    <a:pt x="9560" y="17383"/>
                  </a:lnTo>
                  <a:lnTo>
                    <a:pt x="9553" y="16301"/>
                  </a:lnTo>
                  <a:lnTo>
                    <a:pt x="9546" y="15220"/>
                  </a:lnTo>
                  <a:lnTo>
                    <a:pt x="9539" y="14138"/>
                  </a:lnTo>
                  <a:lnTo>
                    <a:pt x="9532" y="13057"/>
                  </a:lnTo>
                  <a:lnTo>
                    <a:pt x="9524" y="11969"/>
                  </a:lnTo>
                  <a:lnTo>
                    <a:pt x="9515" y="10881"/>
                  </a:lnTo>
                  <a:lnTo>
                    <a:pt x="9506" y="9792"/>
                  </a:lnTo>
                  <a:lnTo>
                    <a:pt x="9496" y="8704"/>
                  </a:lnTo>
                  <a:lnTo>
                    <a:pt x="9486" y="7616"/>
                  </a:lnTo>
                  <a:lnTo>
                    <a:pt x="9475" y="6528"/>
                  </a:lnTo>
                  <a:lnTo>
                    <a:pt x="9464" y="5440"/>
                  </a:lnTo>
                  <a:lnTo>
                    <a:pt x="9453" y="4352"/>
                  </a:lnTo>
                  <a:lnTo>
                    <a:pt x="9440" y="3264"/>
                  </a:lnTo>
                  <a:lnTo>
                    <a:pt x="9428" y="2176"/>
                  </a:lnTo>
                  <a:lnTo>
                    <a:pt x="9414" y="1088"/>
                  </a:lnTo>
                  <a:lnTo>
                    <a:pt x="9400" y="0"/>
                  </a:lnTo>
                  <a:close/>
                </a:path>
              </a:pathLst>
            </a:custGeom>
            <a:solidFill>
              <a:srgbClr val="B1B8C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8" name="region 216 #C3A89D"/>
            <p:cNvSpPr/>
            <p:nvPr/>
          </p:nvSpPr>
          <p:spPr>
            <a:xfrm>
              <a:off x="1500000" y="807001"/>
              <a:ext cx="36258" cy="18872"/>
            </a:xfrm>
            <a:custGeom>
              <a:avLst/>
              <a:gdLst/>
              <a:ahLst/>
              <a:cxnLst/>
              <a:rect l="l" t="t" r="r" b="b"/>
              <a:pathLst>
                <a:path w="36258" h="18872">
                  <a:moveTo>
                    <a:pt x="0" y="71"/>
                  </a:moveTo>
                  <a:lnTo>
                    <a:pt x="1186" y="20"/>
                  </a:lnTo>
                  <a:lnTo>
                    <a:pt x="2321" y="0"/>
                  </a:lnTo>
                  <a:lnTo>
                    <a:pt x="3412" y="12"/>
                  </a:lnTo>
                  <a:lnTo>
                    <a:pt x="4466" y="59"/>
                  </a:lnTo>
                  <a:lnTo>
                    <a:pt x="5489" y="140"/>
                  </a:lnTo>
                  <a:lnTo>
                    <a:pt x="6487" y="257"/>
                  </a:lnTo>
                  <a:lnTo>
                    <a:pt x="7468" y="412"/>
                  </a:lnTo>
                  <a:lnTo>
                    <a:pt x="8436" y="607"/>
                  </a:lnTo>
                  <a:lnTo>
                    <a:pt x="9400" y="842"/>
                  </a:lnTo>
                  <a:lnTo>
                    <a:pt x="10365" y="1118"/>
                  </a:lnTo>
                  <a:lnTo>
                    <a:pt x="11339" y="1438"/>
                  </a:lnTo>
                  <a:lnTo>
                    <a:pt x="12327" y="1802"/>
                  </a:lnTo>
                  <a:lnTo>
                    <a:pt x="13336" y="2213"/>
                  </a:lnTo>
                  <a:lnTo>
                    <a:pt x="14372" y="2670"/>
                  </a:lnTo>
                  <a:lnTo>
                    <a:pt x="15443" y="3176"/>
                  </a:lnTo>
                  <a:lnTo>
                    <a:pt x="16400" y="3640"/>
                  </a:lnTo>
                  <a:lnTo>
                    <a:pt x="17361" y="4106"/>
                  </a:lnTo>
                  <a:lnTo>
                    <a:pt x="18330" y="4575"/>
                  </a:lnTo>
                  <a:lnTo>
                    <a:pt x="19309" y="5049"/>
                  </a:lnTo>
                  <a:lnTo>
                    <a:pt x="19826" y="5304"/>
                  </a:lnTo>
                  <a:lnTo>
                    <a:pt x="20739" y="5754"/>
                  </a:lnTo>
                  <a:lnTo>
                    <a:pt x="22829" y="6786"/>
                  </a:lnTo>
                  <a:lnTo>
                    <a:pt x="23972" y="7284"/>
                  </a:lnTo>
                  <a:lnTo>
                    <a:pt x="25120" y="7785"/>
                  </a:lnTo>
                  <a:lnTo>
                    <a:pt x="26276" y="8290"/>
                  </a:lnTo>
                  <a:lnTo>
                    <a:pt x="27446" y="8800"/>
                  </a:lnTo>
                  <a:lnTo>
                    <a:pt x="28407" y="9391"/>
                  </a:lnTo>
                  <a:lnTo>
                    <a:pt x="29301" y="9997"/>
                  </a:lnTo>
                  <a:lnTo>
                    <a:pt x="30135" y="10621"/>
                  </a:lnTo>
                  <a:lnTo>
                    <a:pt x="30917" y="11266"/>
                  </a:lnTo>
                  <a:lnTo>
                    <a:pt x="31655" y="11935"/>
                  </a:lnTo>
                  <a:lnTo>
                    <a:pt x="32357" y="12630"/>
                  </a:lnTo>
                  <a:lnTo>
                    <a:pt x="33031" y="13356"/>
                  </a:lnTo>
                  <a:lnTo>
                    <a:pt x="33685" y="14114"/>
                  </a:lnTo>
                  <a:lnTo>
                    <a:pt x="34327" y="14907"/>
                  </a:lnTo>
                  <a:lnTo>
                    <a:pt x="34964" y="15739"/>
                  </a:lnTo>
                  <a:lnTo>
                    <a:pt x="35605" y="16612"/>
                  </a:lnTo>
                  <a:lnTo>
                    <a:pt x="36258" y="17529"/>
                  </a:lnTo>
                  <a:lnTo>
                    <a:pt x="35127" y="18023"/>
                  </a:lnTo>
                  <a:lnTo>
                    <a:pt x="34282" y="18340"/>
                  </a:lnTo>
                  <a:lnTo>
                    <a:pt x="33465" y="18544"/>
                  </a:lnTo>
                  <a:lnTo>
                    <a:pt x="32419" y="18700"/>
                  </a:lnTo>
                  <a:lnTo>
                    <a:pt x="30886" y="18872"/>
                  </a:lnTo>
                  <a:lnTo>
                    <a:pt x="30037" y="18213"/>
                  </a:lnTo>
                  <a:lnTo>
                    <a:pt x="29191" y="17550"/>
                  </a:lnTo>
                  <a:lnTo>
                    <a:pt x="28348" y="16883"/>
                  </a:lnTo>
                  <a:lnTo>
                    <a:pt x="27508" y="16212"/>
                  </a:lnTo>
                  <a:lnTo>
                    <a:pt x="26671" y="15538"/>
                  </a:lnTo>
                  <a:lnTo>
                    <a:pt x="25836" y="14861"/>
                  </a:lnTo>
                  <a:lnTo>
                    <a:pt x="25003" y="14182"/>
                  </a:lnTo>
                  <a:lnTo>
                    <a:pt x="24172" y="13500"/>
                  </a:lnTo>
                  <a:lnTo>
                    <a:pt x="23122" y="13022"/>
                  </a:lnTo>
                  <a:lnTo>
                    <a:pt x="22071" y="12554"/>
                  </a:lnTo>
                  <a:lnTo>
                    <a:pt x="21017" y="12097"/>
                  </a:lnTo>
                  <a:lnTo>
                    <a:pt x="19960" y="11648"/>
                  </a:lnTo>
                  <a:lnTo>
                    <a:pt x="18900" y="11207"/>
                  </a:lnTo>
                  <a:lnTo>
                    <a:pt x="17837" y="10774"/>
                  </a:lnTo>
                  <a:lnTo>
                    <a:pt x="16771" y="10347"/>
                  </a:lnTo>
                  <a:lnTo>
                    <a:pt x="15700" y="9925"/>
                  </a:lnTo>
                  <a:lnTo>
                    <a:pt x="14625" y="9508"/>
                  </a:lnTo>
                  <a:lnTo>
                    <a:pt x="13549" y="8908"/>
                  </a:lnTo>
                  <a:lnTo>
                    <a:pt x="12788" y="8388"/>
                  </a:lnTo>
                  <a:lnTo>
                    <a:pt x="12235" y="7797"/>
                  </a:lnTo>
                  <a:lnTo>
                    <a:pt x="11782" y="6986"/>
                  </a:lnTo>
                  <a:lnTo>
                    <a:pt x="11320" y="5803"/>
                  </a:lnTo>
                  <a:lnTo>
                    <a:pt x="10743" y="4100"/>
                  </a:lnTo>
                  <a:lnTo>
                    <a:pt x="9679" y="4100"/>
                  </a:lnTo>
                  <a:lnTo>
                    <a:pt x="8615" y="4100"/>
                  </a:lnTo>
                  <a:lnTo>
                    <a:pt x="7549" y="4100"/>
                  </a:lnTo>
                  <a:lnTo>
                    <a:pt x="6482" y="4100"/>
                  </a:lnTo>
                  <a:lnTo>
                    <a:pt x="5412" y="4100"/>
                  </a:lnTo>
                  <a:lnTo>
                    <a:pt x="4338" y="4100"/>
                  </a:lnTo>
                  <a:lnTo>
                    <a:pt x="3261" y="4100"/>
                  </a:lnTo>
                  <a:lnTo>
                    <a:pt x="2179" y="4100"/>
                  </a:lnTo>
                  <a:lnTo>
                    <a:pt x="1092" y="4100"/>
                  </a:lnTo>
                  <a:lnTo>
                    <a:pt x="0" y="4100"/>
                  </a:lnTo>
                  <a:lnTo>
                    <a:pt x="0" y="2769"/>
                  </a:lnTo>
                  <a:lnTo>
                    <a:pt x="0" y="1429"/>
                  </a:lnTo>
                  <a:lnTo>
                    <a:pt x="0" y="71"/>
                  </a:lnTo>
                  <a:close/>
                </a:path>
              </a:pathLst>
            </a:custGeom>
            <a:solidFill>
              <a:srgbClr val="C3A89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9" name="region 217 #26323C"/>
            <p:cNvSpPr/>
            <p:nvPr/>
          </p:nvSpPr>
          <p:spPr>
            <a:xfrm>
              <a:off x="2471942" y="741271"/>
              <a:ext cx="4334" cy="64458"/>
            </a:xfrm>
            <a:custGeom>
              <a:avLst/>
              <a:gdLst/>
              <a:ahLst/>
              <a:cxnLst/>
              <a:rect l="l" t="t" r="r" b="b"/>
              <a:pathLst>
                <a:path w="4334" h="64458">
                  <a:moveTo>
                    <a:pt x="2991" y="0"/>
                  </a:moveTo>
                  <a:lnTo>
                    <a:pt x="3657" y="0"/>
                  </a:lnTo>
                  <a:lnTo>
                    <a:pt x="4334" y="0"/>
                  </a:lnTo>
                  <a:lnTo>
                    <a:pt x="4312" y="1046"/>
                  </a:lnTo>
                  <a:lnTo>
                    <a:pt x="4290" y="2092"/>
                  </a:lnTo>
                  <a:lnTo>
                    <a:pt x="4268" y="3138"/>
                  </a:lnTo>
                  <a:lnTo>
                    <a:pt x="4247" y="4185"/>
                  </a:lnTo>
                  <a:lnTo>
                    <a:pt x="4225" y="5231"/>
                  </a:lnTo>
                  <a:lnTo>
                    <a:pt x="4203" y="6277"/>
                  </a:lnTo>
                  <a:lnTo>
                    <a:pt x="4181" y="7324"/>
                  </a:lnTo>
                  <a:lnTo>
                    <a:pt x="4159" y="8370"/>
                  </a:lnTo>
                  <a:lnTo>
                    <a:pt x="4137" y="9417"/>
                  </a:lnTo>
                  <a:lnTo>
                    <a:pt x="4116" y="10464"/>
                  </a:lnTo>
                  <a:lnTo>
                    <a:pt x="4094" y="11511"/>
                  </a:lnTo>
                  <a:lnTo>
                    <a:pt x="4072" y="12558"/>
                  </a:lnTo>
                  <a:lnTo>
                    <a:pt x="4050" y="13606"/>
                  </a:lnTo>
                  <a:lnTo>
                    <a:pt x="4028" y="14653"/>
                  </a:lnTo>
                  <a:lnTo>
                    <a:pt x="4007" y="15701"/>
                  </a:lnTo>
                  <a:lnTo>
                    <a:pt x="3985" y="16750"/>
                  </a:lnTo>
                  <a:lnTo>
                    <a:pt x="3963" y="17798"/>
                  </a:lnTo>
                  <a:lnTo>
                    <a:pt x="3941" y="18847"/>
                  </a:lnTo>
                  <a:lnTo>
                    <a:pt x="3919" y="19896"/>
                  </a:lnTo>
                  <a:lnTo>
                    <a:pt x="3897" y="20945"/>
                  </a:lnTo>
                  <a:lnTo>
                    <a:pt x="3875" y="21995"/>
                  </a:lnTo>
                  <a:lnTo>
                    <a:pt x="3854" y="23045"/>
                  </a:lnTo>
                  <a:lnTo>
                    <a:pt x="3832" y="24095"/>
                  </a:lnTo>
                  <a:lnTo>
                    <a:pt x="3810" y="25146"/>
                  </a:lnTo>
                  <a:lnTo>
                    <a:pt x="3788" y="26197"/>
                  </a:lnTo>
                  <a:lnTo>
                    <a:pt x="3766" y="27249"/>
                  </a:lnTo>
                  <a:lnTo>
                    <a:pt x="3744" y="28301"/>
                  </a:lnTo>
                  <a:lnTo>
                    <a:pt x="3722" y="29354"/>
                  </a:lnTo>
                  <a:lnTo>
                    <a:pt x="3700" y="30407"/>
                  </a:lnTo>
                  <a:lnTo>
                    <a:pt x="3678" y="31460"/>
                  </a:lnTo>
                  <a:lnTo>
                    <a:pt x="3656" y="32514"/>
                  </a:lnTo>
                  <a:lnTo>
                    <a:pt x="3634" y="33569"/>
                  </a:lnTo>
                  <a:lnTo>
                    <a:pt x="3612" y="34624"/>
                  </a:lnTo>
                  <a:lnTo>
                    <a:pt x="3590" y="35680"/>
                  </a:lnTo>
                  <a:lnTo>
                    <a:pt x="3568" y="36736"/>
                  </a:lnTo>
                  <a:lnTo>
                    <a:pt x="3546" y="37793"/>
                  </a:lnTo>
                  <a:lnTo>
                    <a:pt x="3524" y="38850"/>
                  </a:lnTo>
                  <a:lnTo>
                    <a:pt x="3502" y="39909"/>
                  </a:lnTo>
                  <a:lnTo>
                    <a:pt x="3480" y="40967"/>
                  </a:lnTo>
                  <a:lnTo>
                    <a:pt x="3458" y="42027"/>
                  </a:lnTo>
                  <a:lnTo>
                    <a:pt x="3436" y="43087"/>
                  </a:lnTo>
                  <a:lnTo>
                    <a:pt x="3414" y="44148"/>
                  </a:lnTo>
                  <a:lnTo>
                    <a:pt x="3392" y="45209"/>
                  </a:lnTo>
                  <a:lnTo>
                    <a:pt x="3370" y="46271"/>
                  </a:lnTo>
                  <a:lnTo>
                    <a:pt x="3348" y="47334"/>
                  </a:lnTo>
                  <a:lnTo>
                    <a:pt x="3325" y="48398"/>
                  </a:lnTo>
                  <a:lnTo>
                    <a:pt x="3303" y="49463"/>
                  </a:lnTo>
                  <a:lnTo>
                    <a:pt x="3281" y="50528"/>
                  </a:lnTo>
                  <a:lnTo>
                    <a:pt x="3259" y="51594"/>
                  </a:lnTo>
                  <a:lnTo>
                    <a:pt x="3237" y="52661"/>
                  </a:lnTo>
                  <a:lnTo>
                    <a:pt x="3214" y="53729"/>
                  </a:lnTo>
                  <a:lnTo>
                    <a:pt x="3192" y="54798"/>
                  </a:lnTo>
                  <a:lnTo>
                    <a:pt x="3170" y="55867"/>
                  </a:lnTo>
                  <a:lnTo>
                    <a:pt x="3147" y="56938"/>
                  </a:lnTo>
                  <a:lnTo>
                    <a:pt x="3125" y="58009"/>
                  </a:lnTo>
                  <a:lnTo>
                    <a:pt x="3103" y="59082"/>
                  </a:lnTo>
                  <a:lnTo>
                    <a:pt x="3080" y="60155"/>
                  </a:lnTo>
                  <a:lnTo>
                    <a:pt x="3058" y="61229"/>
                  </a:lnTo>
                  <a:lnTo>
                    <a:pt x="3036" y="62305"/>
                  </a:lnTo>
                  <a:lnTo>
                    <a:pt x="3013" y="63381"/>
                  </a:lnTo>
                  <a:lnTo>
                    <a:pt x="2991" y="64458"/>
                  </a:lnTo>
                  <a:lnTo>
                    <a:pt x="1658" y="64458"/>
                  </a:lnTo>
                  <a:lnTo>
                    <a:pt x="305" y="64458"/>
                  </a:lnTo>
                  <a:lnTo>
                    <a:pt x="296" y="63383"/>
                  </a:lnTo>
                  <a:lnTo>
                    <a:pt x="287" y="62308"/>
                  </a:lnTo>
                  <a:lnTo>
                    <a:pt x="279" y="61232"/>
                  </a:lnTo>
                  <a:lnTo>
                    <a:pt x="270" y="60157"/>
                  </a:lnTo>
                  <a:lnTo>
                    <a:pt x="262" y="59082"/>
                  </a:lnTo>
                  <a:lnTo>
                    <a:pt x="254" y="58007"/>
                  </a:lnTo>
                  <a:lnTo>
                    <a:pt x="247" y="56932"/>
                  </a:lnTo>
                  <a:lnTo>
                    <a:pt x="239" y="55856"/>
                  </a:lnTo>
                  <a:lnTo>
                    <a:pt x="232" y="54781"/>
                  </a:lnTo>
                  <a:lnTo>
                    <a:pt x="225" y="53706"/>
                  </a:lnTo>
                  <a:lnTo>
                    <a:pt x="218" y="52631"/>
                  </a:lnTo>
                  <a:lnTo>
                    <a:pt x="212" y="51556"/>
                  </a:lnTo>
                  <a:lnTo>
                    <a:pt x="205" y="50480"/>
                  </a:lnTo>
                  <a:lnTo>
                    <a:pt x="199" y="49405"/>
                  </a:lnTo>
                  <a:lnTo>
                    <a:pt x="193" y="48330"/>
                  </a:lnTo>
                  <a:lnTo>
                    <a:pt x="187" y="47255"/>
                  </a:lnTo>
                  <a:lnTo>
                    <a:pt x="182" y="46180"/>
                  </a:lnTo>
                  <a:lnTo>
                    <a:pt x="177" y="45104"/>
                  </a:lnTo>
                  <a:lnTo>
                    <a:pt x="171" y="44029"/>
                  </a:lnTo>
                  <a:lnTo>
                    <a:pt x="167" y="42954"/>
                  </a:lnTo>
                  <a:lnTo>
                    <a:pt x="162" y="41879"/>
                  </a:lnTo>
                  <a:lnTo>
                    <a:pt x="157" y="40803"/>
                  </a:lnTo>
                  <a:lnTo>
                    <a:pt x="151" y="39655"/>
                  </a:lnTo>
                  <a:lnTo>
                    <a:pt x="145" y="38506"/>
                  </a:lnTo>
                  <a:lnTo>
                    <a:pt x="137" y="37357"/>
                  </a:lnTo>
                  <a:lnTo>
                    <a:pt x="129" y="36208"/>
                  </a:lnTo>
                  <a:lnTo>
                    <a:pt x="121" y="35060"/>
                  </a:lnTo>
                  <a:lnTo>
                    <a:pt x="112" y="33911"/>
                  </a:lnTo>
                  <a:lnTo>
                    <a:pt x="102" y="32762"/>
                  </a:lnTo>
                  <a:lnTo>
                    <a:pt x="94" y="31709"/>
                  </a:lnTo>
                  <a:lnTo>
                    <a:pt x="86" y="30656"/>
                  </a:lnTo>
                  <a:lnTo>
                    <a:pt x="79" y="29604"/>
                  </a:lnTo>
                  <a:lnTo>
                    <a:pt x="73" y="28551"/>
                  </a:lnTo>
                  <a:lnTo>
                    <a:pt x="67" y="27498"/>
                  </a:lnTo>
                  <a:lnTo>
                    <a:pt x="62" y="26445"/>
                  </a:lnTo>
                  <a:lnTo>
                    <a:pt x="58" y="25393"/>
                  </a:lnTo>
                  <a:lnTo>
                    <a:pt x="53" y="24340"/>
                  </a:lnTo>
                  <a:lnTo>
                    <a:pt x="50" y="23287"/>
                  </a:lnTo>
                  <a:lnTo>
                    <a:pt x="46" y="22234"/>
                  </a:lnTo>
                  <a:lnTo>
                    <a:pt x="43" y="21181"/>
                  </a:lnTo>
                  <a:lnTo>
                    <a:pt x="29" y="19988"/>
                  </a:lnTo>
                  <a:lnTo>
                    <a:pt x="15" y="18787"/>
                  </a:lnTo>
                  <a:lnTo>
                    <a:pt x="0" y="17569"/>
                  </a:lnTo>
                  <a:lnTo>
                    <a:pt x="6" y="16451"/>
                  </a:lnTo>
                  <a:lnTo>
                    <a:pt x="23" y="15356"/>
                  </a:lnTo>
                  <a:lnTo>
                    <a:pt x="55" y="14283"/>
                  </a:lnTo>
                  <a:lnTo>
                    <a:pt x="103" y="13228"/>
                  </a:lnTo>
                  <a:lnTo>
                    <a:pt x="168" y="12189"/>
                  </a:lnTo>
                  <a:lnTo>
                    <a:pt x="253" y="11164"/>
                  </a:lnTo>
                  <a:lnTo>
                    <a:pt x="359" y="10148"/>
                  </a:lnTo>
                  <a:lnTo>
                    <a:pt x="488" y="9141"/>
                  </a:lnTo>
                  <a:lnTo>
                    <a:pt x="642" y="8139"/>
                  </a:lnTo>
                  <a:lnTo>
                    <a:pt x="823" y="7140"/>
                  </a:lnTo>
                  <a:lnTo>
                    <a:pt x="1032" y="6141"/>
                  </a:lnTo>
                  <a:lnTo>
                    <a:pt x="1272" y="5139"/>
                  </a:lnTo>
                  <a:lnTo>
                    <a:pt x="1544" y="4132"/>
                  </a:lnTo>
                  <a:lnTo>
                    <a:pt x="1850" y="3118"/>
                  </a:lnTo>
                  <a:lnTo>
                    <a:pt x="2192" y="2092"/>
                  </a:lnTo>
                  <a:lnTo>
                    <a:pt x="2572" y="1054"/>
                  </a:lnTo>
                  <a:lnTo>
                    <a:pt x="2991" y="0"/>
                  </a:lnTo>
                  <a:close/>
                </a:path>
              </a:pathLst>
            </a:custGeom>
            <a:solidFill>
              <a:srgbClr val="26323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0" name="region 218 #AEB3B3"/>
            <p:cNvSpPr/>
            <p:nvPr/>
          </p:nvSpPr>
          <p:spPr>
            <a:xfrm>
              <a:off x="1635631" y="373262"/>
              <a:ext cx="21486" cy="14831"/>
            </a:xfrm>
            <a:custGeom>
              <a:avLst/>
              <a:gdLst/>
              <a:ahLst/>
              <a:cxnLst/>
              <a:rect l="l" t="t" r="r" b="b"/>
              <a:pathLst>
                <a:path w="21486" h="14831">
                  <a:moveTo>
                    <a:pt x="17457" y="59"/>
                  </a:moveTo>
                  <a:lnTo>
                    <a:pt x="17647" y="1199"/>
                  </a:lnTo>
                  <a:lnTo>
                    <a:pt x="17838" y="2340"/>
                  </a:lnTo>
                  <a:lnTo>
                    <a:pt x="18028" y="3484"/>
                  </a:lnTo>
                  <a:lnTo>
                    <a:pt x="18220" y="4632"/>
                  </a:lnTo>
                  <a:lnTo>
                    <a:pt x="18412" y="5786"/>
                  </a:lnTo>
                  <a:lnTo>
                    <a:pt x="18605" y="6947"/>
                  </a:lnTo>
                  <a:lnTo>
                    <a:pt x="18800" y="8116"/>
                  </a:lnTo>
                  <a:lnTo>
                    <a:pt x="20133" y="8116"/>
                  </a:lnTo>
                  <a:lnTo>
                    <a:pt x="21486" y="8116"/>
                  </a:lnTo>
                  <a:lnTo>
                    <a:pt x="21043" y="9224"/>
                  </a:lnTo>
                  <a:lnTo>
                    <a:pt x="20599" y="10335"/>
                  </a:lnTo>
                  <a:lnTo>
                    <a:pt x="20153" y="11448"/>
                  </a:lnTo>
                  <a:lnTo>
                    <a:pt x="19706" y="12568"/>
                  </a:lnTo>
                  <a:lnTo>
                    <a:pt x="19255" y="13695"/>
                  </a:lnTo>
                  <a:lnTo>
                    <a:pt x="18800" y="14831"/>
                  </a:lnTo>
                  <a:lnTo>
                    <a:pt x="17742" y="14504"/>
                  </a:lnTo>
                  <a:lnTo>
                    <a:pt x="16692" y="14177"/>
                  </a:lnTo>
                  <a:lnTo>
                    <a:pt x="15651" y="13848"/>
                  </a:lnTo>
                  <a:lnTo>
                    <a:pt x="14619" y="13514"/>
                  </a:lnTo>
                  <a:lnTo>
                    <a:pt x="13594" y="13174"/>
                  </a:lnTo>
                  <a:lnTo>
                    <a:pt x="12578" y="12827"/>
                  </a:lnTo>
                  <a:lnTo>
                    <a:pt x="11570" y="12469"/>
                  </a:lnTo>
                  <a:lnTo>
                    <a:pt x="10570" y="12101"/>
                  </a:lnTo>
                  <a:lnTo>
                    <a:pt x="9577" y="11719"/>
                  </a:lnTo>
                  <a:lnTo>
                    <a:pt x="8591" y="11322"/>
                  </a:lnTo>
                  <a:lnTo>
                    <a:pt x="7612" y="10908"/>
                  </a:lnTo>
                  <a:lnTo>
                    <a:pt x="6639" y="10475"/>
                  </a:lnTo>
                  <a:lnTo>
                    <a:pt x="5673" y="10022"/>
                  </a:lnTo>
                  <a:lnTo>
                    <a:pt x="4714" y="9547"/>
                  </a:lnTo>
                  <a:lnTo>
                    <a:pt x="3760" y="9048"/>
                  </a:lnTo>
                  <a:lnTo>
                    <a:pt x="2812" y="8522"/>
                  </a:lnTo>
                  <a:lnTo>
                    <a:pt x="1869" y="7969"/>
                  </a:lnTo>
                  <a:lnTo>
                    <a:pt x="932" y="7387"/>
                  </a:lnTo>
                  <a:lnTo>
                    <a:pt x="0" y="6773"/>
                  </a:lnTo>
                  <a:lnTo>
                    <a:pt x="883" y="5834"/>
                  </a:lnTo>
                  <a:lnTo>
                    <a:pt x="1748" y="4979"/>
                  </a:lnTo>
                  <a:lnTo>
                    <a:pt x="2602" y="4205"/>
                  </a:lnTo>
                  <a:lnTo>
                    <a:pt x="3448" y="3508"/>
                  </a:lnTo>
                  <a:lnTo>
                    <a:pt x="4293" y="2885"/>
                  </a:lnTo>
                  <a:lnTo>
                    <a:pt x="5142" y="2333"/>
                  </a:lnTo>
                  <a:lnTo>
                    <a:pt x="5999" y="1849"/>
                  </a:lnTo>
                  <a:lnTo>
                    <a:pt x="6870" y="1430"/>
                  </a:lnTo>
                  <a:lnTo>
                    <a:pt x="7759" y="1071"/>
                  </a:lnTo>
                  <a:lnTo>
                    <a:pt x="8673" y="770"/>
                  </a:lnTo>
                  <a:lnTo>
                    <a:pt x="9615" y="524"/>
                  </a:lnTo>
                  <a:lnTo>
                    <a:pt x="10592" y="330"/>
                  </a:lnTo>
                  <a:lnTo>
                    <a:pt x="11608" y="183"/>
                  </a:lnTo>
                  <a:lnTo>
                    <a:pt x="12669" y="82"/>
                  </a:lnTo>
                  <a:lnTo>
                    <a:pt x="13779" y="22"/>
                  </a:lnTo>
                  <a:lnTo>
                    <a:pt x="14943" y="0"/>
                  </a:lnTo>
                  <a:lnTo>
                    <a:pt x="16168" y="14"/>
                  </a:lnTo>
                  <a:lnTo>
                    <a:pt x="17457" y="59"/>
                  </a:lnTo>
                  <a:close/>
                </a:path>
              </a:pathLst>
            </a:custGeom>
            <a:solidFill>
              <a:srgbClr val="AEB3B3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1" name="region 219 #2C2B2A"/>
            <p:cNvSpPr/>
            <p:nvPr/>
          </p:nvSpPr>
          <p:spPr>
            <a:xfrm>
              <a:off x="1450313" y="302148"/>
              <a:ext cx="29544" cy="17458"/>
            </a:xfrm>
            <a:custGeom>
              <a:avLst/>
              <a:gdLst/>
              <a:ahLst/>
              <a:cxnLst/>
              <a:rect l="l" t="t" r="r" b="b"/>
              <a:pathLst>
                <a:path w="29544" h="17458">
                  <a:moveTo>
                    <a:pt x="21486" y="0"/>
                  </a:moveTo>
                  <a:lnTo>
                    <a:pt x="21998" y="85"/>
                  </a:lnTo>
                  <a:lnTo>
                    <a:pt x="22488" y="167"/>
                  </a:lnTo>
                  <a:lnTo>
                    <a:pt x="23097" y="269"/>
                  </a:lnTo>
                  <a:lnTo>
                    <a:pt x="23966" y="414"/>
                  </a:lnTo>
                  <a:lnTo>
                    <a:pt x="25237" y="625"/>
                  </a:lnTo>
                  <a:lnTo>
                    <a:pt x="27049" y="927"/>
                  </a:lnTo>
                  <a:lnTo>
                    <a:pt x="29544" y="1343"/>
                  </a:lnTo>
                  <a:lnTo>
                    <a:pt x="28480" y="1609"/>
                  </a:lnTo>
                  <a:lnTo>
                    <a:pt x="27413" y="1876"/>
                  </a:lnTo>
                  <a:lnTo>
                    <a:pt x="26341" y="2144"/>
                  </a:lnTo>
                  <a:lnTo>
                    <a:pt x="25262" y="2413"/>
                  </a:lnTo>
                  <a:lnTo>
                    <a:pt x="24172" y="2686"/>
                  </a:lnTo>
                  <a:lnTo>
                    <a:pt x="24172" y="3731"/>
                  </a:lnTo>
                  <a:lnTo>
                    <a:pt x="24172" y="4776"/>
                  </a:lnTo>
                  <a:lnTo>
                    <a:pt x="24172" y="5821"/>
                  </a:lnTo>
                  <a:lnTo>
                    <a:pt x="24172" y="6868"/>
                  </a:lnTo>
                  <a:lnTo>
                    <a:pt x="24172" y="7916"/>
                  </a:lnTo>
                  <a:lnTo>
                    <a:pt x="24172" y="8965"/>
                  </a:lnTo>
                  <a:lnTo>
                    <a:pt x="24172" y="10016"/>
                  </a:lnTo>
                  <a:lnTo>
                    <a:pt x="24172" y="11070"/>
                  </a:lnTo>
                  <a:lnTo>
                    <a:pt x="24172" y="12126"/>
                  </a:lnTo>
                  <a:lnTo>
                    <a:pt x="24172" y="13185"/>
                  </a:lnTo>
                  <a:lnTo>
                    <a:pt x="24172" y="14248"/>
                  </a:lnTo>
                  <a:lnTo>
                    <a:pt x="24172" y="15314"/>
                  </a:lnTo>
                  <a:lnTo>
                    <a:pt x="24172" y="16384"/>
                  </a:lnTo>
                  <a:lnTo>
                    <a:pt x="24172" y="17458"/>
                  </a:lnTo>
                  <a:lnTo>
                    <a:pt x="22998" y="17209"/>
                  </a:lnTo>
                  <a:lnTo>
                    <a:pt x="21872" y="16942"/>
                  </a:lnTo>
                  <a:lnTo>
                    <a:pt x="20790" y="16656"/>
                  </a:lnTo>
                  <a:lnTo>
                    <a:pt x="19746" y="16349"/>
                  </a:lnTo>
                  <a:lnTo>
                    <a:pt x="18735" y="16021"/>
                  </a:lnTo>
                  <a:lnTo>
                    <a:pt x="17752" y="15672"/>
                  </a:lnTo>
                  <a:lnTo>
                    <a:pt x="16792" y="15299"/>
                  </a:lnTo>
                  <a:lnTo>
                    <a:pt x="15849" y="14902"/>
                  </a:lnTo>
                  <a:lnTo>
                    <a:pt x="14918" y="14480"/>
                  </a:lnTo>
                  <a:lnTo>
                    <a:pt x="13995" y="14032"/>
                  </a:lnTo>
                  <a:lnTo>
                    <a:pt x="13073" y="13557"/>
                  </a:lnTo>
                  <a:lnTo>
                    <a:pt x="12148" y="13054"/>
                  </a:lnTo>
                  <a:lnTo>
                    <a:pt x="11214" y="12522"/>
                  </a:lnTo>
                  <a:lnTo>
                    <a:pt x="10267" y="11960"/>
                  </a:lnTo>
                  <a:lnTo>
                    <a:pt x="9300" y="11368"/>
                  </a:lnTo>
                  <a:lnTo>
                    <a:pt x="8310" y="10743"/>
                  </a:lnTo>
                  <a:lnTo>
                    <a:pt x="7103" y="9999"/>
                  </a:lnTo>
                  <a:lnTo>
                    <a:pt x="5878" y="9243"/>
                  </a:lnTo>
                  <a:lnTo>
                    <a:pt x="4887" y="8616"/>
                  </a:lnTo>
                  <a:lnTo>
                    <a:pt x="3901" y="7979"/>
                  </a:lnTo>
                  <a:lnTo>
                    <a:pt x="2921" y="7335"/>
                  </a:lnTo>
                  <a:lnTo>
                    <a:pt x="1944" y="6685"/>
                  </a:lnTo>
                  <a:lnTo>
                    <a:pt x="971" y="6030"/>
                  </a:lnTo>
                  <a:lnTo>
                    <a:pt x="0" y="5372"/>
                  </a:lnTo>
                  <a:lnTo>
                    <a:pt x="0" y="4705"/>
                  </a:lnTo>
                  <a:lnTo>
                    <a:pt x="0" y="4029"/>
                  </a:lnTo>
                  <a:lnTo>
                    <a:pt x="1212" y="3959"/>
                  </a:lnTo>
                  <a:lnTo>
                    <a:pt x="2371" y="3932"/>
                  </a:lnTo>
                  <a:lnTo>
                    <a:pt x="3484" y="3947"/>
                  </a:lnTo>
                  <a:lnTo>
                    <a:pt x="4557" y="4002"/>
                  </a:lnTo>
                  <a:lnTo>
                    <a:pt x="5594" y="4097"/>
                  </a:lnTo>
                  <a:lnTo>
                    <a:pt x="6603" y="4232"/>
                  </a:lnTo>
                  <a:lnTo>
                    <a:pt x="7588" y="4404"/>
                  </a:lnTo>
                  <a:lnTo>
                    <a:pt x="8557" y="4614"/>
                  </a:lnTo>
                  <a:lnTo>
                    <a:pt x="9513" y="4861"/>
                  </a:lnTo>
                  <a:lnTo>
                    <a:pt x="10465" y="5143"/>
                  </a:lnTo>
                  <a:lnTo>
                    <a:pt x="11416" y="5461"/>
                  </a:lnTo>
                  <a:lnTo>
                    <a:pt x="12374" y="5813"/>
                  </a:lnTo>
                  <a:lnTo>
                    <a:pt x="13343" y="6198"/>
                  </a:lnTo>
                  <a:lnTo>
                    <a:pt x="14331" y="6616"/>
                  </a:lnTo>
                  <a:lnTo>
                    <a:pt x="15341" y="7066"/>
                  </a:lnTo>
                  <a:lnTo>
                    <a:pt x="16382" y="7546"/>
                  </a:lnTo>
                  <a:lnTo>
                    <a:pt x="17458" y="8057"/>
                  </a:lnTo>
                  <a:lnTo>
                    <a:pt x="18424" y="7044"/>
                  </a:lnTo>
                  <a:lnTo>
                    <a:pt x="19191" y="6128"/>
                  </a:lnTo>
                  <a:lnTo>
                    <a:pt x="19792" y="5261"/>
                  </a:lnTo>
                  <a:lnTo>
                    <a:pt x="20261" y="4395"/>
                  </a:lnTo>
                  <a:lnTo>
                    <a:pt x="20631" y="3484"/>
                  </a:lnTo>
                  <a:lnTo>
                    <a:pt x="20936" y="2479"/>
                  </a:lnTo>
                  <a:lnTo>
                    <a:pt x="21210" y="1334"/>
                  </a:lnTo>
                  <a:lnTo>
                    <a:pt x="21486" y="0"/>
                  </a:lnTo>
                  <a:close/>
                </a:path>
              </a:pathLst>
            </a:custGeom>
            <a:solidFill>
              <a:srgbClr val="2C2B2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2" name="region 220 #857365"/>
            <p:cNvSpPr/>
            <p:nvPr/>
          </p:nvSpPr>
          <p:spPr>
            <a:xfrm>
              <a:off x="1259540" y="185205"/>
              <a:ext cx="18884" cy="18913"/>
            </a:xfrm>
            <a:custGeom>
              <a:avLst/>
              <a:gdLst/>
              <a:ahLst/>
              <a:cxnLst/>
              <a:rect l="l" t="t" r="r" b="b"/>
              <a:pathLst>
                <a:path w="18884" h="18913">
                  <a:moveTo>
                    <a:pt x="18884" y="112"/>
                  </a:moveTo>
                  <a:lnTo>
                    <a:pt x="18752" y="1323"/>
                  </a:lnTo>
                  <a:lnTo>
                    <a:pt x="18616" y="2208"/>
                  </a:lnTo>
                  <a:lnTo>
                    <a:pt x="18412" y="3025"/>
                  </a:lnTo>
                  <a:lnTo>
                    <a:pt x="18075" y="4031"/>
                  </a:lnTo>
                  <a:lnTo>
                    <a:pt x="17541" y="5484"/>
                  </a:lnTo>
                  <a:lnTo>
                    <a:pt x="17084" y="5743"/>
                  </a:lnTo>
                  <a:lnTo>
                    <a:pt x="16279" y="6200"/>
                  </a:lnTo>
                  <a:lnTo>
                    <a:pt x="14436" y="7246"/>
                  </a:lnTo>
                  <a:lnTo>
                    <a:pt x="13428" y="7917"/>
                  </a:lnTo>
                  <a:lnTo>
                    <a:pt x="12518" y="8600"/>
                  </a:lnTo>
                  <a:lnTo>
                    <a:pt x="11696" y="9298"/>
                  </a:lnTo>
                  <a:lnTo>
                    <a:pt x="10951" y="10014"/>
                  </a:lnTo>
                  <a:lnTo>
                    <a:pt x="10273" y="10752"/>
                  </a:lnTo>
                  <a:lnTo>
                    <a:pt x="9652" y="11515"/>
                  </a:lnTo>
                  <a:lnTo>
                    <a:pt x="9077" y="12306"/>
                  </a:lnTo>
                  <a:lnTo>
                    <a:pt x="8537" y="13129"/>
                  </a:lnTo>
                  <a:lnTo>
                    <a:pt x="8022" y="13986"/>
                  </a:lnTo>
                  <a:lnTo>
                    <a:pt x="7522" y="14882"/>
                  </a:lnTo>
                  <a:lnTo>
                    <a:pt x="7025" y="15819"/>
                  </a:lnTo>
                  <a:lnTo>
                    <a:pt x="6522" y="16801"/>
                  </a:lnTo>
                  <a:lnTo>
                    <a:pt x="6003" y="17831"/>
                  </a:lnTo>
                  <a:lnTo>
                    <a:pt x="5455" y="18913"/>
                  </a:lnTo>
                  <a:lnTo>
                    <a:pt x="4122" y="18913"/>
                  </a:lnTo>
                  <a:lnTo>
                    <a:pt x="2769" y="18913"/>
                  </a:lnTo>
                  <a:lnTo>
                    <a:pt x="2098" y="17872"/>
                  </a:lnTo>
                  <a:lnTo>
                    <a:pt x="1547" y="16898"/>
                  </a:lnTo>
                  <a:lnTo>
                    <a:pt x="1105" y="15969"/>
                  </a:lnTo>
                  <a:lnTo>
                    <a:pt x="758" y="15060"/>
                  </a:lnTo>
                  <a:lnTo>
                    <a:pt x="495" y="14148"/>
                  </a:lnTo>
                  <a:lnTo>
                    <a:pt x="303" y="13212"/>
                  </a:lnTo>
                  <a:lnTo>
                    <a:pt x="169" y="12228"/>
                  </a:lnTo>
                  <a:lnTo>
                    <a:pt x="83" y="11173"/>
                  </a:lnTo>
                  <a:lnTo>
                    <a:pt x="31" y="10024"/>
                  </a:lnTo>
                  <a:lnTo>
                    <a:pt x="0" y="8758"/>
                  </a:lnTo>
                  <a:lnTo>
                    <a:pt x="431" y="7380"/>
                  </a:lnTo>
                  <a:lnTo>
                    <a:pt x="803" y="6285"/>
                  </a:lnTo>
                  <a:lnTo>
                    <a:pt x="1163" y="5413"/>
                  </a:lnTo>
                  <a:lnTo>
                    <a:pt x="1558" y="4704"/>
                  </a:lnTo>
                  <a:lnTo>
                    <a:pt x="2035" y="4100"/>
                  </a:lnTo>
                  <a:lnTo>
                    <a:pt x="2642" y="3541"/>
                  </a:lnTo>
                  <a:lnTo>
                    <a:pt x="3425" y="2967"/>
                  </a:lnTo>
                  <a:lnTo>
                    <a:pt x="4431" y="2320"/>
                  </a:lnTo>
                  <a:lnTo>
                    <a:pt x="5708" y="1538"/>
                  </a:lnTo>
                  <a:lnTo>
                    <a:pt x="6866" y="1227"/>
                  </a:lnTo>
                  <a:lnTo>
                    <a:pt x="7986" y="952"/>
                  </a:lnTo>
                  <a:lnTo>
                    <a:pt x="9075" y="711"/>
                  </a:lnTo>
                  <a:lnTo>
                    <a:pt x="10143" y="505"/>
                  </a:lnTo>
                  <a:lnTo>
                    <a:pt x="11197" y="335"/>
                  </a:lnTo>
                  <a:lnTo>
                    <a:pt x="12245" y="199"/>
                  </a:lnTo>
                  <a:lnTo>
                    <a:pt x="13296" y="98"/>
                  </a:lnTo>
                  <a:lnTo>
                    <a:pt x="14358" y="32"/>
                  </a:lnTo>
                  <a:lnTo>
                    <a:pt x="15440" y="0"/>
                  </a:lnTo>
                  <a:lnTo>
                    <a:pt x="16549" y="3"/>
                  </a:lnTo>
                  <a:lnTo>
                    <a:pt x="17695" y="41"/>
                  </a:lnTo>
                  <a:lnTo>
                    <a:pt x="18884" y="112"/>
                  </a:lnTo>
                  <a:close/>
                </a:path>
              </a:pathLst>
            </a:custGeom>
            <a:solidFill>
              <a:srgbClr val="85736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3" name="region 221 #68A6CD"/>
            <p:cNvSpPr/>
            <p:nvPr/>
          </p:nvSpPr>
          <p:spPr>
            <a:xfrm>
              <a:off x="888988" y="563901"/>
              <a:ext cx="33572" cy="17829"/>
            </a:xfrm>
            <a:custGeom>
              <a:avLst/>
              <a:gdLst/>
              <a:ahLst/>
              <a:cxnLst/>
              <a:rect l="l" t="t" r="r" b="b"/>
              <a:pathLst>
                <a:path w="33572" h="17829">
                  <a:moveTo>
                    <a:pt x="27697" y="25"/>
                  </a:moveTo>
                  <a:lnTo>
                    <a:pt x="28186" y="31"/>
                  </a:lnTo>
                  <a:lnTo>
                    <a:pt x="29049" y="41"/>
                  </a:lnTo>
                  <a:lnTo>
                    <a:pt x="31023" y="62"/>
                  </a:lnTo>
                  <a:lnTo>
                    <a:pt x="31657" y="74"/>
                  </a:lnTo>
                  <a:lnTo>
                    <a:pt x="33572" y="109"/>
                  </a:lnTo>
                  <a:lnTo>
                    <a:pt x="33572" y="1442"/>
                  </a:lnTo>
                  <a:lnTo>
                    <a:pt x="33572" y="2794"/>
                  </a:lnTo>
                  <a:lnTo>
                    <a:pt x="32114" y="2920"/>
                  </a:lnTo>
                  <a:lnTo>
                    <a:pt x="30635" y="3047"/>
                  </a:lnTo>
                  <a:lnTo>
                    <a:pt x="29459" y="3430"/>
                  </a:lnTo>
                  <a:lnTo>
                    <a:pt x="28388" y="3864"/>
                  </a:lnTo>
                  <a:lnTo>
                    <a:pt x="27407" y="4350"/>
                  </a:lnTo>
                  <a:lnTo>
                    <a:pt x="26501" y="4886"/>
                  </a:lnTo>
                  <a:lnTo>
                    <a:pt x="25654" y="5471"/>
                  </a:lnTo>
                  <a:lnTo>
                    <a:pt x="24852" y="6104"/>
                  </a:lnTo>
                  <a:lnTo>
                    <a:pt x="24080" y="6784"/>
                  </a:lnTo>
                  <a:lnTo>
                    <a:pt x="23323" y="7510"/>
                  </a:lnTo>
                  <a:lnTo>
                    <a:pt x="22565" y="8281"/>
                  </a:lnTo>
                  <a:lnTo>
                    <a:pt x="21793" y="9095"/>
                  </a:lnTo>
                  <a:lnTo>
                    <a:pt x="20991" y="9953"/>
                  </a:lnTo>
                  <a:lnTo>
                    <a:pt x="20143" y="10852"/>
                  </a:lnTo>
                  <a:lnTo>
                    <a:pt x="18609" y="11720"/>
                  </a:lnTo>
                  <a:lnTo>
                    <a:pt x="17563" y="12293"/>
                  </a:lnTo>
                  <a:lnTo>
                    <a:pt x="16747" y="12701"/>
                  </a:lnTo>
                  <a:lnTo>
                    <a:pt x="15902" y="13073"/>
                  </a:lnTo>
                  <a:lnTo>
                    <a:pt x="14772" y="13538"/>
                  </a:lnTo>
                  <a:lnTo>
                    <a:pt x="14772" y="14869"/>
                  </a:lnTo>
                  <a:lnTo>
                    <a:pt x="14772" y="16209"/>
                  </a:lnTo>
                  <a:lnTo>
                    <a:pt x="14772" y="17566"/>
                  </a:lnTo>
                  <a:lnTo>
                    <a:pt x="13597" y="17607"/>
                  </a:lnTo>
                  <a:lnTo>
                    <a:pt x="12422" y="17644"/>
                  </a:lnTo>
                  <a:lnTo>
                    <a:pt x="11247" y="17678"/>
                  </a:lnTo>
                  <a:lnTo>
                    <a:pt x="10072" y="17708"/>
                  </a:lnTo>
                  <a:lnTo>
                    <a:pt x="8897" y="17735"/>
                  </a:lnTo>
                  <a:lnTo>
                    <a:pt x="7805" y="17766"/>
                  </a:lnTo>
                  <a:lnTo>
                    <a:pt x="6706" y="17798"/>
                  </a:lnTo>
                  <a:lnTo>
                    <a:pt x="5592" y="17829"/>
                  </a:lnTo>
                  <a:lnTo>
                    <a:pt x="4355" y="17706"/>
                  </a:lnTo>
                  <a:lnTo>
                    <a:pt x="3447" y="17545"/>
                  </a:lnTo>
                  <a:lnTo>
                    <a:pt x="2713" y="17263"/>
                  </a:lnTo>
                  <a:lnTo>
                    <a:pt x="1998" y="16780"/>
                  </a:lnTo>
                  <a:lnTo>
                    <a:pt x="1145" y="16013"/>
                  </a:lnTo>
                  <a:lnTo>
                    <a:pt x="0" y="14880"/>
                  </a:lnTo>
                  <a:lnTo>
                    <a:pt x="1095" y="14287"/>
                  </a:lnTo>
                  <a:lnTo>
                    <a:pt x="2148" y="13752"/>
                  </a:lnTo>
                  <a:lnTo>
                    <a:pt x="3178" y="13275"/>
                  </a:lnTo>
                  <a:lnTo>
                    <a:pt x="4207" y="12854"/>
                  </a:lnTo>
                  <a:lnTo>
                    <a:pt x="5256" y="12487"/>
                  </a:lnTo>
                  <a:lnTo>
                    <a:pt x="6346" y="12172"/>
                  </a:lnTo>
                  <a:lnTo>
                    <a:pt x="7496" y="11908"/>
                  </a:lnTo>
                  <a:lnTo>
                    <a:pt x="8729" y="11692"/>
                  </a:lnTo>
                  <a:lnTo>
                    <a:pt x="9939" y="11349"/>
                  </a:lnTo>
                  <a:lnTo>
                    <a:pt x="11015" y="10959"/>
                  </a:lnTo>
                  <a:lnTo>
                    <a:pt x="11978" y="10516"/>
                  </a:lnTo>
                  <a:lnTo>
                    <a:pt x="12852" y="10014"/>
                  </a:lnTo>
                  <a:lnTo>
                    <a:pt x="13658" y="9449"/>
                  </a:lnTo>
                  <a:lnTo>
                    <a:pt x="14418" y="8816"/>
                  </a:lnTo>
                  <a:lnTo>
                    <a:pt x="15156" y="8107"/>
                  </a:lnTo>
                  <a:lnTo>
                    <a:pt x="15894" y="7319"/>
                  </a:lnTo>
                  <a:lnTo>
                    <a:pt x="16654" y="6445"/>
                  </a:lnTo>
                  <a:lnTo>
                    <a:pt x="17458" y="5480"/>
                  </a:lnTo>
                  <a:lnTo>
                    <a:pt x="17790" y="4482"/>
                  </a:lnTo>
                  <a:lnTo>
                    <a:pt x="18124" y="3481"/>
                  </a:lnTo>
                  <a:lnTo>
                    <a:pt x="18460" y="2472"/>
                  </a:lnTo>
                  <a:lnTo>
                    <a:pt x="18800" y="1452"/>
                  </a:lnTo>
                  <a:lnTo>
                    <a:pt x="19963" y="925"/>
                  </a:lnTo>
                  <a:lnTo>
                    <a:pt x="21048" y="541"/>
                  </a:lnTo>
                  <a:lnTo>
                    <a:pt x="22087" y="278"/>
                  </a:lnTo>
                  <a:lnTo>
                    <a:pt x="23113" y="114"/>
                  </a:lnTo>
                  <a:lnTo>
                    <a:pt x="24155" y="29"/>
                  </a:lnTo>
                  <a:lnTo>
                    <a:pt x="25246" y="0"/>
                  </a:lnTo>
                  <a:lnTo>
                    <a:pt x="26416" y="6"/>
                  </a:lnTo>
                  <a:lnTo>
                    <a:pt x="27697" y="25"/>
                  </a:lnTo>
                  <a:close/>
                </a:path>
              </a:pathLst>
            </a:custGeom>
            <a:solidFill>
              <a:srgbClr val="68A6C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4" name="region 222 #99ADB9"/>
            <p:cNvSpPr/>
            <p:nvPr/>
          </p:nvSpPr>
          <p:spPr>
            <a:xfrm>
              <a:off x="123545" y="261862"/>
              <a:ext cx="16791" cy="81916"/>
            </a:xfrm>
            <a:custGeom>
              <a:avLst/>
              <a:gdLst/>
              <a:ahLst/>
              <a:cxnLst/>
              <a:rect l="l" t="t" r="r" b="b"/>
              <a:pathLst>
                <a:path w="16791" h="81916">
                  <a:moveTo>
                    <a:pt x="13429" y="0"/>
                  </a:moveTo>
                  <a:lnTo>
                    <a:pt x="14087" y="1050"/>
                  </a:lnTo>
                  <a:lnTo>
                    <a:pt x="14646" y="2074"/>
                  </a:lnTo>
                  <a:lnTo>
                    <a:pt x="15113" y="3077"/>
                  </a:lnTo>
                  <a:lnTo>
                    <a:pt x="15498" y="4066"/>
                  </a:lnTo>
                  <a:lnTo>
                    <a:pt x="15808" y="5047"/>
                  </a:lnTo>
                  <a:lnTo>
                    <a:pt x="16050" y="6028"/>
                  </a:lnTo>
                  <a:lnTo>
                    <a:pt x="16234" y="7014"/>
                  </a:lnTo>
                  <a:lnTo>
                    <a:pt x="16368" y="8012"/>
                  </a:lnTo>
                  <a:lnTo>
                    <a:pt x="16459" y="9029"/>
                  </a:lnTo>
                  <a:lnTo>
                    <a:pt x="16516" y="10071"/>
                  </a:lnTo>
                  <a:lnTo>
                    <a:pt x="16547" y="11144"/>
                  </a:lnTo>
                  <a:lnTo>
                    <a:pt x="16560" y="12256"/>
                  </a:lnTo>
                  <a:lnTo>
                    <a:pt x="16564" y="13412"/>
                  </a:lnTo>
                  <a:lnTo>
                    <a:pt x="16566" y="14620"/>
                  </a:lnTo>
                  <a:lnTo>
                    <a:pt x="16575" y="15663"/>
                  </a:lnTo>
                  <a:lnTo>
                    <a:pt x="16583" y="16712"/>
                  </a:lnTo>
                  <a:lnTo>
                    <a:pt x="16592" y="17777"/>
                  </a:lnTo>
                  <a:lnTo>
                    <a:pt x="16599" y="18880"/>
                  </a:lnTo>
                  <a:lnTo>
                    <a:pt x="16604" y="19983"/>
                  </a:lnTo>
                  <a:lnTo>
                    <a:pt x="16608" y="21086"/>
                  </a:lnTo>
                  <a:lnTo>
                    <a:pt x="16610" y="22190"/>
                  </a:lnTo>
                  <a:lnTo>
                    <a:pt x="16612" y="23293"/>
                  </a:lnTo>
                  <a:lnTo>
                    <a:pt x="16613" y="24397"/>
                  </a:lnTo>
                  <a:lnTo>
                    <a:pt x="16616" y="25513"/>
                  </a:lnTo>
                  <a:lnTo>
                    <a:pt x="16622" y="26629"/>
                  </a:lnTo>
                  <a:lnTo>
                    <a:pt x="16631" y="27745"/>
                  </a:lnTo>
                  <a:lnTo>
                    <a:pt x="16642" y="28860"/>
                  </a:lnTo>
                  <a:lnTo>
                    <a:pt x="16654" y="29976"/>
                  </a:lnTo>
                  <a:lnTo>
                    <a:pt x="16669" y="31092"/>
                  </a:lnTo>
                  <a:lnTo>
                    <a:pt x="16684" y="32208"/>
                  </a:lnTo>
                  <a:lnTo>
                    <a:pt x="16700" y="33323"/>
                  </a:lnTo>
                  <a:lnTo>
                    <a:pt x="16717" y="34439"/>
                  </a:lnTo>
                  <a:lnTo>
                    <a:pt x="16721" y="35514"/>
                  </a:lnTo>
                  <a:lnTo>
                    <a:pt x="16724" y="36589"/>
                  </a:lnTo>
                  <a:lnTo>
                    <a:pt x="16727" y="37664"/>
                  </a:lnTo>
                  <a:lnTo>
                    <a:pt x="16730" y="38739"/>
                  </a:lnTo>
                  <a:lnTo>
                    <a:pt x="16732" y="39814"/>
                  </a:lnTo>
                  <a:lnTo>
                    <a:pt x="16733" y="40889"/>
                  </a:lnTo>
                  <a:lnTo>
                    <a:pt x="16762" y="42377"/>
                  </a:lnTo>
                  <a:lnTo>
                    <a:pt x="16791" y="43888"/>
                  </a:lnTo>
                  <a:lnTo>
                    <a:pt x="16766" y="45033"/>
                  </a:lnTo>
                  <a:lnTo>
                    <a:pt x="16712" y="46139"/>
                  </a:lnTo>
                  <a:lnTo>
                    <a:pt x="16627" y="47208"/>
                  </a:lnTo>
                  <a:lnTo>
                    <a:pt x="16512" y="48245"/>
                  </a:lnTo>
                  <a:lnTo>
                    <a:pt x="16365" y="49255"/>
                  </a:lnTo>
                  <a:lnTo>
                    <a:pt x="16185" y="50241"/>
                  </a:lnTo>
                  <a:lnTo>
                    <a:pt x="15974" y="51207"/>
                  </a:lnTo>
                  <a:lnTo>
                    <a:pt x="15729" y="52158"/>
                  </a:lnTo>
                  <a:lnTo>
                    <a:pt x="15451" y="53097"/>
                  </a:lnTo>
                  <a:lnTo>
                    <a:pt x="15138" y="54030"/>
                  </a:lnTo>
                  <a:lnTo>
                    <a:pt x="14791" y="54959"/>
                  </a:lnTo>
                  <a:lnTo>
                    <a:pt x="14408" y="55890"/>
                  </a:lnTo>
                  <a:lnTo>
                    <a:pt x="13989" y="56825"/>
                  </a:lnTo>
                  <a:lnTo>
                    <a:pt x="13534" y="57770"/>
                  </a:lnTo>
                  <a:lnTo>
                    <a:pt x="13042" y="58729"/>
                  </a:lnTo>
                  <a:lnTo>
                    <a:pt x="12512" y="59704"/>
                  </a:lnTo>
                  <a:lnTo>
                    <a:pt x="11945" y="60702"/>
                  </a:lnTo>
                  <a:lnTo>
                    <a:pt x="11498" y="61609"/>
                  </a:lnTo>
                  <a:lnTo>
                    <a:pt x="11169" y="62347"/>
                  </a:lnTo>
                  <a:lnTo>
                    <a:pt x="10927" y="63041"/>
                  </a:lnTo>
                  <a:lnTo>
                    <a:pt x="10743" y="63818"/>
                  </a:lnTo>
                  <a:lnTo>
                    <a:pt x="10587" y="64802"/>
                  </a:lnTo>
                  <a:lnTo>
                    <a:pt x="10429" y="66120"/>
                  </a:lnTo>
                  <a:lnTo>
                    <a:pt x="10239" y="67899"/>
                  </a:lnTo>
                  <a:lnTo>
                    <a:pt x="9999" y="69047"/>
                  </a:lnTo>
                  <a:lnTo>
                    <a:pt x="9709" y="70130"/>
                  </a:lnTo>
                  <a:lnTo>
                    <a:pt x="9372" y="71153"/>
                  </a:lnTo>
                  <a:lnTo>
                    <a:pt x="8988" y="72124"/>
                  </a:lnTo>
                  <a:lnTo>
                    <a:pt x="8559" y="73048"/>
                  </a:lnTo>
                  <a:lnTo>
                    <a:pt x="8087" y="73932"/>
                  </a:lnTo>
                  <a:lnTo>
                    <a:pt x="7574" y="74782"/>
                  </a:lnTo>
                  <a:lnTo>
                    <a:pt x="7020" y="75603"/>
                  </a:lnTo>
                  <a:lnTo>
                    <a:pt x="6428" y="76403"/>
                  </a:lnTo>
                  <a:lnTo>
                    <a:pt x="5800" y="77188"/>
                  </a:lnTo>
                  <a:lnTo>
                    <a:pt x="5136" y="77963"/>
                  </a:lnTo>
                  <a:lnTo>
                    <a:pt x="4438" y="78735"/>
                  </a:lnTo>
                  <a:lnTo>
                    <a:pt x="3708" y="79510"/>
                  </a:lnTo>
                  <a:lnTo>
                    <a:pt x="2948" y="80294"/>
                  </a:lnTo>
                  <a:lnTo>
                    <a:pt x="2159" y="81094"/>
                  </a:lnTo>
                  <a:lnTo>
                    <a:pt x="1343" y="81916"/>
                  </a:lnTo>
                  <a:lnTo>
                    <a:pt x="676" y="80583"/>
                  </a:lnTo>
                  <a:lnTo>
                    <a:pt x="0" y="79230"/>
                  </a:lnTo>
                  <a:lnTo>
                    <a:pt x="472" y="78145"/>
                  </a:lnTo>
                  <a:lnTo>
                    <a:pt x="840" y="77325"/>
                  </a:lnTo>
                  <a:lnTo>
                    <a:pt x="1182" y="76612"/>
                  </a:lnTo>
                  <a:lnTo>
                    <a:pt x="1579" y="75846"/>
                  </a:lnTo>
                  <a:lnTo>
                    <a:pt x="2110" y="74869"/>
                  </a:lnTo>
                  <a:lnTo>
                    <a:pt x="2853" y="73523"/>
                  </a:lnTo>
                  <a:lnTo>
                    <a:pt x="3390" y="72467"/>
                  </a:lnTo>
                  <a:lnTo>
                    <a:pt x="3910" y="71420"/>
                  </a:lnTo>
                  <a:lnTo>
                    <a:pt x="4416" y="70380"/>
                  </a:lnTo>
                  <a:lnTo>
                    <a:pt x="4905" y="69348"/>
                  </a:lnTo>
                  <a:lnTo>
                    <a:pt x="5380" y="68323"/>
                  </a:lnTo>
                  <a:lnTo>
                    <a:pt x="5840" y="67305"/>
                  </a:lnTo>
                  <a:lnTo>
                    <a:pt x="6284" y="66293"/>
                  </a:lnTo>
                  <a:lnTo>
                    <a:pt x="6714" y="65286"/>
                  </a:lnTo>
                  <a:lnTo>
                    <a:pt x="7130" y="64284"/>
                  </a:lnTo>
                  <a:lnTo>
                    <a:pt x="7531" y="63288"/>
                  </a:lnTo>
                  <a:lnTo>
                    <a:pt x="7919" y="62296"/>
                  </a:lnTo>
                  <a:lnTo>
                    <a:pt x="8292" y="61307"/>
                  </a:lnTo>
                  <a:lnTo>
                    <a:pt x="8651" y="60322"/>
                  </a:lnTo>
                  <a:lnTo>
                    <a:pt x="8997" y="59340"/>
                  </a:lnTo>
                  <a:lnTo>
                    <a:pt x="9330" y="58361"/>
                  </a:lnTo>
                  <a:lnTo>
                    <a:pt x="9649" y="57384"/>
                  </a:lnTo>
                  <a:lnTo>
                    <a:pt x="9955" y="56409"/>
                  </a:lnTo>
                  <a:lnTo>
                    <a:pt x="10248" y="55435"/>
                  </a:lnTo>
                  <a:lnTo>
                    <a:pt x="10528" y="54462"/>
                  </a:lnTo>
                  <a:lnTo>
                    <a:pt x="10796" y="53489"/>
                  </a:lnTo>
                  <a:lnTo>
                    <a:pt x="11051" y="52516"/>
                  </a:lnTo>
                  <a:lnTo>
                    <a:pt x="11295" y="51543"/>
                  </a:lnTo>
                  <a:lnTo>
                    <a:pt x="11526" y="50569"/>
                  </a:lnTo>
                  <a:lnTo>
                    <a:pt x="11745" y="49593"/>
                  </a:lnTo>
                  <a:lnTo>
                    <a:pt x="11953" y="48616"/>
                  </a:lnTo>
                  <a:lnTo>
                    <a:pt x="12149" y="47636"/>
                  </a:lnTo>
                  <a:lnTo>
                    <a:pt x="12333" y="46654"/>
                  </a:lnTo>
                  <a:lnTo>
                    <a:pt x="12507" y="45669"/>
                  </a:lnTo>
                  <a:lnTo>
                    <a:pt x="12669" y="44680"/>
                  </a:lnTo>
                  <a:lnTo>
                    <a:pt x="12821" y="43687"/>
                  </a:lnTo>
                  <a:lnTo>
                    <a:pt x="12962" y="42690"/>
                  </a:lnTo>
                  <a:lnTo>
                    <a:pt x="13093" y="41688"/>
                  </a:lnTo>
                  <a:lnTo>
                    <a:pt x="13213" y="40681"/>
                  </a:lnTo>
                  <a:lnTo>
                    <a:pt x="13323" y="39668"/>
                  </a:lnTo>
                  <a:lnTo>
                    <a:pt x="13423" y="38649"/>
                  </a:lnTo>
                  <a:lnTo>
                    <a:pt x="13513" y="37623"/>
                  </a:lnTo>
                  <a:lnTo>
                    <a:pt x="13594" y="36590"/>
                  </a:lnTo>
                  <a:lnTo>
                    <a:pt x="13665" y="35550"/>
                  </a:lnTo>
                  <a:lnTo>
                    <a:pt x="13727" y="34502"/>
                  </a:lnTo>
                  <a:lnTo>
                    <a:pt x="13780" y="33445"/>
                  </a:lnTo>
                  <a:lnTo>
                    <a:pt x="13824" y="32380"/>
                  </a:lnTo>
                  <a:lnTo>
                    <a:pt x="13859" y="31306"/>
                  </a:lnTo>
                  <a:lnTo>
                    <a:pt x="13886" y="30222"/>
                  </a:lnTo>
                  <a:lnTo>
                    <a:pt x="13904" y="29127"/>
                  </a:lnTo>
                  <a:lnTo>
                    <a:pt x="13915" y="28022"/>
                  </a:lnTo>
                  <a:lnTo>
                    <a:pt x="13917" y="26907"/>
                  </a:lnTo>
                  <a:lnTo>
                    <a:pt x="13911" y="25780"/>
                  </a:lnTo>
                  <a:lnTo>
                    <a:pt x="13897" y="24640"/>
                  </a:lnTo>
                  <a:lnTo>
                    <a:pt x="13876" y="23489"/>
                  </a:lnTo>
                  <a:lnTo>
                    <a:pt x="13848" y="22325"/>
                  </a:lnTo>
                  <a:lnTo>
                    <a:pt x="13831" y="21236"/>
                  </a:lnTo>
                  <a:lnTo>
                    <a:pt x="13815" y="20147"/>
                  </a:lnTo>
                  <a:lnTo>
                    <a:pt x="13800" y="19057"/>
                  </a:lnTo>
                  <a:lnTo>
                    <a:pt x="13785" y="17968"/>
                  </a:lnTo>
                  <a:lnTo>
                    <a:pt x="13770" y="16878"/>
                  </a:lnTo>
                  <a:lnTo>
                    <a:pt x="13756" y="15789"/>
                  </a:lnTo>
                  <a:lnTo>
                    <a:pt x="13741" y="14736"/>
                  </a:lnTo>
                  <a:lnTo>
                    <a:pt x="13725" y="13684"/>
                  </a:lnTo>
                  <a:lnTo>
                    <a:pt x="13708" y="12631"/>
                  </a:lnTo>
                  <a:lnTo>
                    <a:pt x="13689" y="11578"/>
                  </a:lnTo>
                  <a:lnTo>
                    <a:pt x="13670" y="10526"/>
                  </a:lnTo>
                  <a:lnTo>
                    <a:pt x="13650" y="9473"/>
                  </a:lnTo>
                  <a:lnTo>
                    <a:pt x="13629" y="8420"/>
                  </a:lnTo>
                  <a:lnTo>
                    <a:pt x="13606" y="7368"/>
                  </a:lnTo>
                  <a:lnTo>
                    <a:pt x="13583" y="6315"/>
                  </a:lnTo>
                  <a:lnTo>
                    <a:pt x="13559" y="5262"/>
                  </a:lnTo>
                  <a:lnTo>
                    <a:pt x="13535" y="4210"/>
                  </a:lnTo>
                  <a:lnTo>
                    <a:pt x="13509" y="3157"/>
                  </a:lnTo>
                  <a:lnTo>
                    <a:pt x="13483" y="2105"/>
                  </a:lnTo>
                  <a:lnTo>
                    <a:pt x="13456" y="1052"/>
                  </a:lnTo>
                  <a:lnTo>
                    <a:pt x="13429" y="0"/>
                  </a:lnTo>
                  <a:close/>
                </a:path>
              </a:pathLst>
            </a:custGeom>
            <a:solidFill>
              <a:srgbClr val="99ADB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5" name="region 223 #6B6B6B"/>
            <p:cNvSpPr/>
            <p:nvPr/>
          </p:nvSpPr>
          <p:spPr>
            <a:xfrm>
              <a:off x="878245" y="886302"/>
              <a:ext cx="37601" cy="22655"/>
            </a:xfrm>
            <a:custGeom>
              <a:avLst/>
              <a:gdLst/>
              <a:ahLst/>
              <a:cxnLst/>
              <a:rect l="l" t="t" r="r" b="b"/>
              <a:pathLst>
                <a:path w="37601" h="22655">
                  <a:moveTo>
                    <a:pt x="29543" y="0"/>
                  </a:moveTo>
                  <a:lnTo>
                    <a:pt x="30876" y="0"/>
                  </a:lnTo>
                  <a:lnTo>
                    <a:pt x="32229" y="0"/>
                  </a:lnTo>
                  <a:lnTo>
                    <a:pt x="32896" y="1333"/>
                  </a:lnTo>
                  <a:lnTo>
                    <a:pt x="33572" y="2686"/>
                  </a:lnTo>
                  <a:lnTo>
                    <a:pt x="34570" y="2353"/>
                  </a:lnTo>
                  <a:lnTo>
                    <a:pt x="35571" y="2020"/>
                  </a:lnTo>
                  <a:lnTo>
                    <a:pt x="36580" y="1683"/>
                  </a:lnTo>
                  <a:lnTo>
                    <a:pt x="37601" y="1343"/>
                  </a:lnTo>
                  <a:lnTo>
                    <a:pt x="37601" y="2676"/>
                  </a:lnTo>
                  <a:lnTo>
                    <a:pt x="37601" y="4029"/>
                  </a:lnTo>
                  <a:lnTo>
                    <a:pt x="36580" y="4741"/>
                  </a:lnTo>
                  <a:lnTo>
                    <a:pt x="35632" y="5381"/>
                  </a:lnTo>
                  <a:lnTo>
                    <a:pt x="34735" y="5951"/>
                  </a:lnTo>
                  <a:lnTo>
                    <a:pt x="33869" y="6451"/>
                  </a:lnTo>
                  <a:lnTo>
                    <a:pt x="33011" y="6882"/>
                  </a:lnTo>
                  <a:lnTo>
                    <a:pt x="32141" y="7244"/>
                  </a:lnTo>
                  <a:lnTo>
                    <a:pt x="31236" y="7539"/>
                  </a:lnTo>
                  <a:lnTo>
                    <a:pt x="30277" y="7767"/>
                  </a:lnTo>
                  <a:lnTo>
                    <a:pt x="29242" y="7929"/>
                  </a:lnTo>
                  <a:lnTo>
                    <a:pt x="28109" y="8026"/>
                  </a:lnTo>
                  <a:lnTo>
                    <a:pt x="26858" y="8058"/>
                  </a:lnTo>
                  <a:lnTo>
                    <a:pt x="26858" y="9390"/>
                  </a:lnTo>
                  <a:lnTo>
                    <a:pt x="26858" y="10743"/>
                  </a:lnTo>
                  <a:lnTo>
                    <a:pt x="25718" y="10933"/>
                  </a:lnTo>
                  <a:lnTo>
                    <a:pt x="24577" y="11123"/>
                  </a:lnTo>
                  <a:lnTo>
                    <a:pt x="23433" y="11314"/>
                  </a:lnTo>
                  <a:lnTo>
                    <a:pt x="22284" y="11506"/>
                  </a:lnTo>
                  <a:lnTo>
                    <a:pt x="21131" y="11698"/>
                  </a:lnTo>
                  <a:lnTo>
                    <a:pt x="19970" y="11891"/>
                  </a:lnTo>
                  <a:lnTo>
                    <a:pt x="18800" y="12086"/>
                  </a:lnTo>
                  <a:lnTo>
                    <a:pt x="18800" y="13419"/>
                  </a:lnTo>
                  <a:lnTo>
                    <a:pt x="18800" y="14772"/>
                  </a:lnTo>
                  <a:lnTo>
                    <a:pt x="17469" y="14772"/>
                  </a:lnTo>
                  <a:lnTo>
                    <a:pt x="16129" y="14772"/>
                  </a:lnTo>
                  <a:lnTo>
                    <a:pt x="14772" y="14772"/>
                  </a:lnTo>
                  <a:lnTo>
                    <a:pt x="14772" y="16105"/>
                  </a:lnTo>
                  <a:lnTo>
                    <a:pt x="14772" y="17458"/>
                  </a:lnTo>
                  <a:lnTo>
                    <a:pt x="12935" y="18622"/>
                  </a:lnTo>
                  <a:lnTo>
                    <a:pt x="11369" y="19606"/>
                  </a:lnTo>
                  <a:lnTo>
                    <a:pt x="10039" y="20425"/>
                  </a:lnTo>
                  <a:lnTo>
                    <a:pt x="8910" y="21090"/>
                  </a:lnTo>
                  <a:lnTo>
                    <a:pt x="7948" y="21617"/>
                  </a:lnTo>
                  <a:lnTo>
                    <a:pt x="7118" y="22020"/>
                  </a:lnTo>
                  <a:lnTo>
                    <a:pt x="6385" y="22311"/>
                  </a:lnTo>
                  <a:lnTo>
                    <a:pt x="5715" y="22505"/>
                  </a:lnTo>
                  <a:lnTo>
                    <a:pt x="5074" y="22615"/>
                  </a:lnTo>
                  <a:lnTo>
                    <a:pt x="4426" y="22655"/>
                  </a:lnTo>
                  <a:lnTo>
                    <a:pt x="3737" y="22639"/>
                  </a:lnTo>
                  <a:lnTo>
                    <a:pt x="2972" y="22581"/>
                  </a:lnTo>
                  <a:lnTo>
                    <a:pt x="2098" y="22494"/>
                  </a:lnTo>
                  <a:lnTo>
                    <a:pt x="1057" y="21994"/>
                  </a:lnTo>
                  <a:lnTo>
                    <a:pt x="0" y="21486"/>
                  </a:lnTo>
                  <a:lnTo>
                    <a:pt x="1064" y="20954"/>
                  </a:lnTo>
                  <a:lnTo>
                    <a:pt x="2131" y="20421"/>
                  </a:lnTo>
                  <a:lnTo>
                    <a:pt x="3202" y="19885"/>
                  </a:lnTo>
                  <a:lnTo>
                    <a:pt x="4282" y="19346"/>
                  </a:lnTo>
                  <a:lnTo>
                    <a:pt x="5371" y="18801"/>
                  </a:lnTo>
                  <a:lnTo>
                    <a:pt x="4484" y="17913"/>
                  </a:lnTo>
                  <a:lnTo>
                    <a:pt x="3591" y="17020"/>
                  </a:lnTo>
                  <a:lnTo>
                    <a:pt x="2686" y="16115"/>
                  </a:lnTo>
                  <a:lnTo>
                    <a:pt x="3660" y="15608"/>
                  </a:lnTo>
                  <a:lnTo>
                    <a:pt x="4635" y="15103"/>
                  </a:lnTo>
                  <a:lnTo>
                    <a:pt x="5610" y="14598"/>
                  </a:lnTo>
                  <a:lnTo>
                    <a:pt x="6585" y="14094"/>
                  </a:lnTo>
                  <a:lnTo>
                    <a:pt x="7561" y="13591"/>
                  </a:lnTo>
                  <a:lnTo>
                    <a:pt x="8537" y="13089"/>
                  </a:lnTo>
                  <a:lnTo>
                    <a:pt x="9514" y="12587"/>
                  </a:lnTo>
                  <a:lnTo>
                    <a:pt x="10491" y="12086"/>
                  </a:lnTo>
                  <a:lnTo>
                    <a:pt x="11578" y="11525"/>
                  </a:lnTo>
                  <a:lnTo>
                    <a:pt x="12670" y="10961"/>
                  </a:lnTo>
                  <a:lnTo>
                    <a:pt x="13769" y="10394"/>
                  </a:lnTo>
                  <a:lnTo>
                    <a:pt x="14882" y="9819"/>
                  </a:lnTo>
                  <a:lnTo>
                    <a:pt x="16344" y="9167"/>
                  </a:lnTo>
                  <a:lnTo>
                    <a:pt x="17466" y="8700"/>
                  </a:lnTo>
                  <a:lnTo>
                    <a:pt x="18386" y="8386"/>
                  </a:lnTo>
                  <a:lnTo>
                    <a:pt x="19244" y="8196"/>
                  </a:lnTo>
                  <a:lnTo>
                    <a:pt x="20177" y="8099"/>
                  </a:lnTo>
                  <a:lnTo>
                    <a:pt x="21326" y="8063"/>
                  </a:lnTo>
                  <a:lnTo>
                    <a:pt x="22829" y="8058"/>
                  </a:lnTo>
                  <a:lnTo>
                    <a:pt x="22829" y="6725"/>
                  </a:lnTo>
                  <a:lnTo>
                    <a:pt x="22829" y="5372"/>
                  </a:lnTo>
                  <a:lnTo>
                    <a:pt x="24120" y="4789"/>
                  </a:lnTo>
                  <a:lnTo>
                    <a:pt x="25431" y="4197"/>
                  </a:lnTo>
                  <a:lnTo>
                    <a:pt x="26794" y="3438"/>
                  </a:lnTo>
                  <a:lnTo>
                    <a:pt x="27688" y="2840"/>
                  </a:lnTo>
                  <a:lnTo>
                    <a:pt x="28313" y="2203"/>
                  </a:lnTo>
                  <a:lnTo>
                    <a:pt x="28866" y="1323"/>
                  </a:lnTo>
                  <a:lnTo>
                    <a:pt x="29543" y="0"/>
                  </a:lnTo>
                  <a:close/>
                </a:path>
              </a:pathLst>
            </a:custGeom>
            <a:solidFill>
              <a:srgbClr val="6B6B6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6" name="region 224 #C8E4F7"/>
            <p:cNvSpPr/>
            <p:nvPr/>
          </p:nvSpPr>
          <p:spPr>
            <a:xfrm>
              <a:off x="2487019" y="490152"/>
              <a:ext cx="100716" cy="15319"/>
            </a:xfrm>
            <a:custGeom>
              <a:avLst/>
              <a:gdLst/>
              <a:ahLst/>
              <a:cxnLst/>
              <a:rect l="l" t="t" r="r" b="b"/>
              <a:pathLst>
                <a:path w="100716" h="15319">
                  <a:moveTo>
                    <a:pt x="100716" y="0"/>
                  </a:moveTo>
                  <a:lnTo>
                    <a:pt x="100237" y="1067"/>
                  </a:lnTo>
                  <a:lnTo>
                    <a:pt x="99734" y="2090"/>
                  </a:lnTo>
                  <a:lnTo>
                    <a:pt x="99205" y="3070"/>
                  </a:lnTo>
                  <a:lnTo>
                    <a:pt x="98650" y="4008"/>
                  </a:lnTo>
                  <a:lnTo>
                    <a:pt x="98068" y="4906"/>
                  </a:lnTo>
                  <a:lnTo>
                    <a:pt x="97456" y="5765"/>
                  </a:lnTo>
                  <a:lnTo>
                    <a:pt x="96815" y="6586"/>
                  </a:lnTo>
                  <a:lnTo>
                    <a:pt x="96143" y="7370"/>
                  </a:lnTo>
                  <a:lnTo>
                    <a:pt x="95440" y="8119"/>
                  </a:lnTo>
                  <a:lnTo>
                    <a:pt x="94703" y="8834"/>
                  </a:lnTo>
                  <a:lnTo>
                    <a:pt x="93933" y="9516"/>
                  </a:lnTo>
                  <a:lnTo>
                    <a:pt x="93128" y="10166"/>
                  </a:lnTo>
                  <a:lnTo>
                    <a:pt x="92286" y="10786"/>
                  </a:lnTo>
                  <a:lnTo>
                    <a:pt x="91408" y="11377"/>
                  </a:lnTo>
                  <a:lnTo>
                    <a:pt x="90491" y="11940"/>
                  </a:lnTo>
                  <a:lnTo>
                    <a:pt x="89536" y="12477"/>
                  </a:lnTo>
                  <a:lnTo>
                    <a:pt x="88539" y="12988"/>
                  </a:lnTo>
                  <a:lnTo>
                    <a:pt x="87502" y="13475"/>
                  </a:lnTo>
                  <a:lnTo>
                    <a:pt x="86422" y="13939"/>
                  </a:lnTo>
                  <a:lnTo>
                    <a:pt x="85386" y="14194"/>
                  </a:lnTo>
                  <a:lnTo>
                    <a:pt x="84345" y="14418"/>
                  </a:lnTo>
                  <a:lnTo>
                    <a:pt x="83299" y="14611"/>
                  </a:lnTo>
                  <a:lnTo>
                    <a:pt x="82249" y="14776"/>
                  </a:lnTo>
                  <a:lnTo>
                    <a:pt x="81195" y="14915"/>
                  </a:lnTo>
                  <a:lnTo>
                    <a:pt x="80138" y="15030"/>
                  </a:lnTo>
                  <a:lnTo>
                    <a:pt x="79078" y="15123"/>
                  </a:lnTo>
                  <a:lnTo>
                    <a:pt x="78015" y="15195"/>
                  </a:lnTo>
                  <a:lnTo>
                    <a:pt x="76949" y="15249"/>
                  </a:lnTo>
                  <a:lnTo>
                    <a:pt x="75882" y="15286"/>
                  </a:lnTo>
                  <a:lnTo>
                    <a:pt x="74814" y="15309"/>
                  </a:lnTo>
                  <a:lnTo>
                    <a:pt x="73744" y="15319"/>
                  </a:lnTo>
                  <a:lnTo>
                    <a:pt x="72673" y="15319"/>
                  </a:lnTo>
                  <a:lnTo>
                    <a:pt x="71602" y="15310"/>
                  </a:lnTo>
                  <a:lnTo>
                    <a:pt x="70531" y="15294"/>
                  </a:lnTo>
                  <a:lnTo>
                    <a:pt x="69461" y="15273"/>
                  </a:lnTo>
                  <a:lnTo>
                    <a:pt x="68391" y="15249"/>
                  </a:lnTo>
                  <a:lnTo>
                    <a:pt x="67323" y="15225"/>
                  </a:lnTo>
                  <a:lnTo>
                    <a:pt x="66256" y="15201"/>
                  </a:lnTo>
                  <a:lnTo>
                    <a:pt x="65191" y="15181"/>
                  </a:lnTo>
                  <a:lnTo>
                    <a:pt x="64128" y="15165"/>
                  </a:lnTo>
                  <a:lnTo>
                    <a:pt x="63016" y="15160"/>
                  </a:lnTo>
                  <a:lnTo>
                    <a:pt x="61904" y="15156"/>
                  </a:lnTo>
                  <a:lnTo>
                    <a:pt x="60792" y="15153"/>
                  </a:lnTo>
                  <a:lnTo>
                    <a:pt x="59680" y="15150"/>
                  </a:lnTo>
                  <a:lnTo>
                    <a:pt x="58568" y="15148"/>
                  </a:lnTo>
                  <a:lnTo>
                    <a:pt x="57449" y="15144"/>
                  </a:lnTo>
                  <a:lnTo>
                    <a:pt x="56330" y="15139"/>
                  </a:lnTo>
                  <a:lnTo>
                    <a:pt x="55210" y="15133"/>
                  </a:lnTo>
                  <a:lnTo>
                    <a:pt x="54091" y="15127"/>
                  </a:lnTo>
                  <a:lnTo>
                    <a:pt x="52972" y="15120"/>
                  </a:lnTo>
                  <a:lnTo>
                    <a:pt x="51852" y="15113"/>
                  </a:lnTo>
                  <a:lnTo>
                    <a:pt x="50733" y="15105"/>
                  </a:lnTo>
                  <a:lnTo>
                    <a:pt x="49614" y="15096"/>
                  </a:lnTo>
                  <a:lnTo>
                    <a:pt x="48495" y="15087"/>
                  </a:lnTo>
                  <a:lnTo>
                    <a:pt x="47375" y="15078"/>
                  </a:lnTo>
                  <a:lnTo>
                    <a:pt x="46256" y="15068"/>
                  </a:lnTo>
                  <a:lnTo>
                    <a:pt x="45137" y="15058"/>
                  </a:lnTo>
                  <a:lnTo>
                    <a:pt x="44018" y="15048"/>
                  </a:lnTo>
                  <a:lnTo>
                    <a:pt x="42955" y="15040"/>
                  </a:lnTo>
                  <a:lnTo>
                    <a:pt x="41892" y="15032"/>
                  </a:lnTo>
                  <a:lnTo>
                    <a:pt x="40829" y="15024"/>
                  </a:lnTo>
                  <a:lnTo>
                    <a:pt x="39766" y="15018"/>
                  </a:lnTo>
                  <a:lnTo>
                    <a:pt x="38703" y="15011"/>
                  </a:lnTo>
                  <a:lnTo>
                    <a:pt x="37640" y="15006"/>
                  </a:lnTo>
                  <a:lnTo>
                    <a:pt x="36577" y="15000"/>
                  </a:lnTo>
                  <a:lnTo>
                    <a:pt x="35514" y="14995"/>
                  </a:lnTo>
                  <a:lnTo>
                    <a:pt x="34451" y="14990"/>
                  </a:lnTo>
                  <a:lnTo>
                    <a:pt x="33388" y="14986"/>
                  </a:lnTo>
                  <a:lnTo>
                    <a:pt x="32325" y="14981"/>
                  </a:lnTo>
                  <a:lnTo>
                    <a:pt x="31262" y="14977"/>
                  </a:lnTo>
                  <a:lnTo>
                    <a:pt x="30199" y="14972"/>
                  </a:lnTo>
                  <a:lnTo>
                    <a:pt x="29136" y="14968"/>
                  </a:lnTo>
                  <a:lnTo>
                    <a:pt x="28096" y="14963"/>
                  </a:lnTo>
                  <a:lnTo>
                    <a:pt x="27055" y="14958"/>
                  </a:lnTo>
                  <a:lnTo>
                    <a:pt x="26015" y="14953"/>
                  </a:lnTo>
                  <a:lnTo>
                    <a:pt x="24974" y="14948"/>
                  </a:lnTo>
                  <a:lnTo>
                    <a:pt x="23933" y="14942"/>
                  </a:lnTo>
                  <a:lnTo>
                    <a:pt x="22893" y="14937"/>
                  </a:lnTo>
                  <a:lnTo>
                    <a:pt x="21852" y="14931"/>
                  </a:lnTo>
                  <a:lnTo>
                    <a:pt x="20812" y="14925"/>
                  </a:lnTo>
                  <a:lnTo>
                    <a:pt x="19771" y="14919"/>
                  </a:lnTo>
                  <a:lnTo>
                    <a:pt x="18730" y="14912"/>
                  </a:lnTo>
                  <a:lnTo>
                    <a:pt x="17690" y="14906"/>
                  </a:lnTo>
                  <a:lnTo>
                    <a:pt x="16649" y="14899"/>
                  </a:lnTo>
                  <a:lnTo>
                    <a:pt x="15609" y="14892"/>
                  </a:lnTo>
                  <a:lnTo>
                    <a:pt x="14568" y="14885"/>
                  </a:lnTo>
                  <a:lnTo>
                    <a:pt x="13527" y="14878"/>
                  </a:lnTo>
                  <a:lnTo>
                    <a:pt x="12487" y="14871"/>
                  </a:lnTo>
                  <a:lnTo>
                    <a:pt x="11446" y="14863"/>
                  </a:lnTo>
                  <a:lnTo>
                    <a:pt x="10406" y="14856"/>
                  </a:lnTo>
                  <a:lnTo>
                    <a:pt x="9365" y="14848"/>
                  </a:lnTo>
                  <a:lnTo>
                    <a:pt x="8324" y="14840"/>
                  </a:lnTo>
                  <a:lnTo>
                    <a:pt x="7284" y="14832"/>
                  </a:lnTo>
                  <a:lnTo>
                    <a:pt x="6243" y="14824"/>
                  </a:lnTo>
                  <a:lnTo>
                    <a:pt x="5203" y="14815"/>
                  </a:lnTo>
                  <a:lnTo>
                    <a:pt x="4162" y="14807"/>
                  </a:lnTo>
                  <a:lnTo>
                    <a:pt x="3121" y="14798"/>
                  </a:lnTo>
                  <a:lnTo>
                    <a:pt x="2081" y="14789"/>
                  </a:lnTo>
                  <a:lnTo>
                    <a:pt x="1040" y="14780"/>
                  </a:lnTo>
                  <a:lnTo>
                    <a:pt x="0" y="14771"/>
                  </a:lnTo>
                  <a:lnTo>
                    <a:pt x="0" y="14105"/>
                  </a:lnTo>
                  <a:lnTo>
                    <a:pt x="0" y="13429"/>
                  </a:lnTo>
                  <a:lnTo>
                    <a:pt x="741" y="13425"/>
                  </a:lnTo>
                  <a:lnTo>
                    <a:pt x="2977" y="13414"/>
                  </a:lnTo>
                  <a:lnTo>
                    <a:pt x="4051" y="13408"/>
                  </a:lnTo>
                  <a:lnTo>
                    <a:pt x="5124" y="13402"/>
                  </a:lnTo>
                  <a:lnTo>
                    <a:pt x="6198" y="13395"/>
                  </a:lnTo>
                  <a:lnTo>
                    <a:pt x="7271" y="13388"/>
                  </a:lnTo>
                  <a:lnTo>
                    <a:pt x="8345" y="13382"/>
                  </a:lnTo>
                  <a:lnTo>
                    <a:pt x="9419" y="13374"/>
                  </a:lnTo>
                  <a:lnTo>
                    <a:pt x="10492" y="13367"/>
                  </a:lnTo>
                  <a:lnTo>
                    <a:pt x="11566" y="13359"/>
                  </a:lnTo>
                  <a:lnTo>
                    <a:pt x="12639" y="13352"/>
                  </a:lnTo>
                  <a:lnTo>
                    <a:pt x="13713" y="13343"/>
                  </a:lnTo>
                  <a:lnTo>
                    <a:pt x="14786" y="13335"/>
                  </a:lnTo>
                  <a:lnTo>
                    <a:pt x="15860" y="13327"/>
                  </a:lnTo>
                  <a:lnTo>
                    <a:pt x="16934" y="13318"/>
                  </a:lnTo>
                  <a:lnTo>
                    <a:pt x="18007" y="13309"/>
                  </a:lnTo>
                  <a:lnTo>
                    <a:pt x="19081" y="13300"/>
                  </a:lnTo>
                  <a:lnTo>
                    <a:pt x="20154" y="13290"/>
                  </a:lnTo>
                  <a:lnTo>
                    <a:pt x="21228" y="13280"/>
                  </a:lnTo>
                  <a:lnTo>
                    <a:pt x="22301" y="13270"/>
                  </a:lnTo>
                  <a:lnTo>
                    <a:pt x="23375" y="13260"/>
                  </a:lnTo>
                  <a:lnTo>
                    <a:pt x="24448" y="13250"/>
                  </a:lnTo>
                  <a:lnTo>
                    <a:pt x="25522" y="13239"/>
                  </a:lnTo>
                  <a:lnTo>
                    <a:pt x="26596" y="13228"/>
                  </a:lnTo>
                  <a:lnTo>
                    <a:pt x="27669" y="13217"/>
                  </a:lnTo>
                  <a:lnTo>
                    <a:pt x="28743" y="13205"/>
                  </a:lnTo>
                  <a:lnTo>
                    <a:pt x="29816" y="13193"/>
                  </a:lnTo>
                  <a:lnTo>
                    <a:pt x="30890" y="13182"/>
                  </a:lnTo>
                  <a:lnTo>
                    <a:pt x="31994" y="13170"/>
                  </a:lnTo>
                  <a:lnTo>
                    <a:pt x="33097" y="13158"/>
                  </a:lnTo>
                  <a:lnTo>
                    <a:pt x="34201" y="13147"/>
                  </a:lnTo>
                  <a:lnTo>
                    <a:pt x="35304" y="13136"/>
                  </a:lnTo>
                  <a:lnTo>
                    <a:pt x="36408" y="13126"/>
                  </a:lnTo>
                  <a:lnTo>
                    <a:pt x="37511" y="13116"/>
                  </a:lnTo>
                  <a:lnTo>
                    <a:pt x="38615" y="13107"/>
                  </a:lnTo>
                  <a:lnTo>
                    <a:pt x="39718" y="13098"/>
                  </a:lnTo>
                  <a:lnTo>
                    <a:pt x="40822" y="13090"/>
                  </a:lnTo>
                  <a:lnTo>
                    <a:pt x="41925" y="13083"/>
                  </a:lnTo>
                  <a:lnTo>
                    <a:pt x="43029" y="13076"/>
                  </a:lnTo>
                  <a:lnTo>
                    <a:pt x="44133" y="13070"/>
                  </a:lnTo>
                  <a:lnTo>
                    <a:pt x="45236" y="13065"/>
                  </a:lnTo>
                  <a:lnTo>
                    <a:pt x="46338" y="13059"/>
                  </a:lnTo>
                  <a:lnTo>
                    <a:pt x="47441" y="13053"/>
                  </a:lnTo>
                  <a:lnTo>
                    <a:pt x="48543" y="13045"/>
                  </a:lnTo>
                  <a:lnTo>
                    <a:pt x="49645" y="13037"/>
                  </a:lnTo>
                  <a:lnTo>
                    <a:pt x="50747" y="13028"/>
                  </a:lnTo>
                  <a:lnTo>
                    <a:pt x="51849" y="13018"/>
                  </a:lnTo>
                  <a:lnTo>
                    <a:pt x="52951" y="13007"/>
                  </a:lnTo>
                  <a:lnTo>
                    <a:pt x="54053" y="12995"/>
                  </a:lnTo>
                  <a:lnTo>
                    <a:pt x="55155" y="12983"/>
                  </a:lnTo>
                  <a:lnTo>
                    <a:pt x="56257" y="12971"/>
                  </a:lnTo>
                  <a:lnTo>
                    <a:pt x="57359" y="12958"/>
                  </a:lnTo>
                  <a:lnTo>
                    <a:pt x="58461" y="12945"/>
                  </a:lnTo>
                  <a:lnTo>
                    <a:pt x="59563" y="12931"/>
                  </a:lnTo>
                  <a:lnTo>
                    <a:pt x="60665" y="12917"/>
                  </a:lnTo>
                  <a:lnTo>
                    <a:pt x="61767" y="12904"/>
                  </a:lnTo>
                  <a:lnTo>
                    <a:pt x="63043" y="12903"/>
                  </a:lnTo>
                  <a:lnTo>
                    <a:pt x="64324" y="12902"/>
                  </a:lnTo>
                  <a:lnTo>
                    <a:pt x="65614" y="12901"/>
                  </a:lnTo>
                  <a:lnTo>
                    <a:pt x="66918" y="12900"/>
                  </a:lnTo>
                  <a:lnTo>
                    <a:pt x="68024" y="12880"/>
                  </a:lnTo>
                  <a:lnTo>
                    <a:pt x="69126" y="12856"/>
                  </a:lnTo>
                  <a:lnTo>
                    <a:pt x="70223" y="12825"/>
                  </a:lnTo>
                  <a:lnTo>
                    <a:pt x="71314" y="12787"/>
                  </a:lnTo>
                  <a:lnTo>
                    <a:pt x="72401" y="12738"/>
                  </a:lnTo>
                  <a:lnTo>
                    <a:pt x="73481" y="12678"/>
                  </a:lnTo>
                  <a:lnTo>
                    <a:pt x="74556" y="12603"/>
                  </a:lnTo>
                  <a:lnTo>
                    <a:pt x="75625" y="12513"/>
                  </a:lnTo>
                  <a:lnTo>
                    <a:pt x="76688" y="12405"/>
                  </a:lnTo>
                  <a:lnTo>
                    <a:pt x="77744" y="12277"/>
                  </a:lnTo>
                  <a:lnTo>
                    <a:pt x="78794" y="12128"/>
                  </a:lnTo>
                  <a:lnTo>
                    <a:pt x="79837" y="11956"/>
                  </a:lnTo>
                  <a:lnTo>
                    <a:pt x="80872" y="11758"/>
                  </a:lnTo>
                  <a:lnTo>
                    <a:pt x="81901" y="11533"/>
                  </a:lnTo>
                  <a:lnTo>
                    <a:pt x="82921" y="11278"/>
                  </a:lnTo>
                  <a:lnTo>
                    <a:pt x="83934" y="10993"/>
                  </a:lnTo>
                  <a:lnTo>
                    <a:pt x="84939" y="10675"/>
                  </a:lnTo>
                  <a:lnTo>
                    <a:pt x="85935" y="10322"/>
                  </a:lnTo>
                  <a:lnTo>
                    <a:pt x="86923" y="9932"/>
                  </a:lnTo>
                  <a:lnTo>
                    <a:pt x="87902" y="9504"/>
                  </a:lnTo>
                  <a:lnTo>
                    <a:pt x="88872" y="9034"/>
                  </a:lnTo>
                  <a:lnTo>
                    <a:pt x="89833" y="8523"/>
                  </a:lnTo>
                  <a:lnTo>
                    <a:pt x="90785" y="7967"/>
                  </a:lnTo>
                  <a:lnTo>
                    <a:pt x="91727" y="7365"/>
                  </a:lnTo>
                  <a:lnTo>
                    <a:pt x="92659" y="6714"/>
                  </a:lnTo>
                  <a:lnTo>
                    <a:pt x="92991" y="5716"/>
                  </a:lnTo>
                  <a:lnTo>
                    <a:pt x="93325" y="4715"/>
                  </a:lnTo>
                  <a:lnTo>
                    <a:pt x="93661" y="3706"/>
                  </a:lnTo>
                  <a:lnTo>
                    <a:pt x="94002" y="2686"/>
                  </a:lnTo>
                  <a:lnTo>
                    <a:pt x="95501" y="1691"/>
                  </a:lnTo>
                  <a:lnTo>
                    <a:pt x="96625" y="979"/>
                  </a:lnTo>
                  <a:lnTo>
                    <a:pt x="97490" y="501"/>
                  </a:lnTo>
                  <a:lnTo>
                    <a:pt x="98214" y="211"/>
                  </a:lnTo>
                  <a:lnTo>
                    <a:pt x="98915" y="62"/>
                  </a:lnTo>
                  <a:lnTo>
                    <a:pt x="99710" y="8"/>
                  </a:lnTo>
                  <a:lnTo>
                    <a:pt x="100716" y="0"/>
                  </a:lnTo>
                  <a:close/>
                </a:path>
              </a:pathLst>
            </a:custGeom>
            <a:solidFill>
              <a:srgbClr val="C8E4F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7" name="region 225 #5E93BD"/>
            <p:cNvSpPr/>
            <p:nvPr/>
          </p:nvSpPr>
          <p:spPr>
            <a:xfrm>
              <a:off x="2559534" y="254963"/>
              <a:ext cx="42973" cy="35099"/>
            </a:xfrm>
            <a:custGeom>
              <a:avLst/>
              <a:gdLst/>
              <a:ahLst/>
              <a:cxnLst/>
              <a:rect l="l" t="t" r="r" b="b"/>
              <a:pathLst>
                <a:path w="42973" h="35099">
                  <a:moveTo>
                    <a:pt x="42973" y="184"/>
                  </a:moveTo>
                  <a:lnTo>
                    <a:pt x="42973" y="851"/>
                  </a:lnTo>
                  <a:lnTo>
                    <a:pt x="42973" y="1527"/>
                  </a:lnTo>
                  <a:lnTo>
                    <a:pt x="41871" y="1839"/>
                  </a:lnTo>
                  <a:lnTo>
                    <a:pt x="40765" y="2152"/>
                  </a:lnTo>
                  <a:lnTo>
                    <a:pt x="39652" y="2468"/>
                  </a:lnTo>
                  <a:lnTo>
                    <a:pt x="38525" y="2787"/>
                  </a:lnTo>
                  <a:lnTo>
                    <a:pt x="37522" y="3077"/>
                  </a:lnTo>
                  <a:lnTo>
                    <a:pt x="36520" y="3371"/>
                  </a:lnTo>
                  <a:lnTo>
                    <a:pt x="35519" y="3669"/>
                  </a:lnTo>
                  <a:lnTo>
                    <a:pt x="34519" y="3972"/>
                  </a:lnTo>
                  <a:lnTo>
                    <a:pt x="33521" y="4278"/>
                  </a:lnTo>
                  <a:lnTo>
                    <a:pt x="32524" y="4590"/>
                  </a:lnTo>
                  <a:lnTo>
                    <a:pt x="31529" y="4906"/>
                  </a:lnTo>
                  <a:lnTo>
                    <a:pt x="30535" y="5228"/>
                  </a:lnTo>
                  <a:lnTo>
                    <a:pt x="29544" y="5556"/>
                  </a:lnTo>
                  <a:lnTo>
                    <a:pt x="29350" y="6609"/>
                  </a:lnTo>
                  <a:lnTo>
                    <a:pt x="29154" y="7670"/>
                  </a:lnTo>
                  <a:lnTo>
                    <a:pt x="28956" y="8745"/>
                  </a:lnTo>
                  <a:lnTo>
                    <a:pt x="28632" y="10243"/>
                  </a:lnTo>
                  <a:lnTo>
                    <a:pt x="28375" y="11325"/>
                  </a:lnTo>
                  <a:lnTo>
                    <a:pt x="28127" y="12165"/>
                  </a:lnTo>
                  <a:lnTo>
                    <a:pt x="27831" y="12935"/>
                  </a:lnTo>
                  <a:lnTo>
                    <a:pt x="27427" y="13808"/>
                  </a:lnTo>
                  <a:lnTo>
                    <a:pt x="26858" y="14956"/>
                  </a:lnTo>
                  <a:lnTo>
                    <a:pt x="25794" y="14956"/>
                  </a:lnTo>
                  <a:lnTo>
                    <a:pt x="24728" y="14956"/>
                  </a:lnTo>
                  <a:lnTo>
                    <a:pt x="23656" y="14956"/>
                  </a:lnTo>
                  <a:lnTo>
                    <a:pt x="22576" y="14956"/>
                  </a:lnTo>
                  <a:lnTo>
                    <a:pt x="21487" y="14956"/>
                  </a:lnTo>
                  <a:lnTo>
                    <a:pt x="21514" y="16093"/>
                  </a:lnTo>
                  <a:lnTo>
                    <a:pt x="21542" y="17237"/>
                  </a:lnTo>
                  <a:lnTo>
                    <a:pt x="21570" y="18396"/>
                  </a:lnTo>
                  <a:lnTo>
                    <a:pt x="21205" y="19466"/>
                  </a:lnTo>
                  <a:lnTo>
                    <a:pt x="20792" y="20479"/>
                  </a:lnTo>
                  <a:lnTo>
                    <a:pt x="20331" y="21441"/>
                  </a:lnTo>
                  <a:lnTo>
                    <a:pt x="19824" y="22353"/>
                  </a:lnTo>
                  <a:lnTo>
                    <a:pt x="19275" y="23220"/>
                  </a:lnTo>
                  <a:lnTo>
                    <a:pt x="18683" y="24045"/>
                  </a:lnTo>
                  <a:lnTo>
                    <a:pt x="18052" y="24831"/>
                  </a:lnTo>
                  <a:lnTo>
                    <a:pt x="17383" y="25581"/>
                  </a:lnTo>
                  <a:lnTo>
                    <a:pt x="16677" y="26299"/>
                  </a:lnTo>
                  <a:lnTo>
                    <a:pt x="15938" y="26987"/>
                  </a:lnTo>
                  <a:lnTo>
                    <a:pt x="15167" y="27650"/>
                  </a:lnTo>
                  <a:lnTo>
                    <a:pt x="14365" y="28290"/>
                  </a:lnTo>
                  <a:lnTo>
                    <a:pt x="13534" y="28910"/>
                  </a:lnTo>
                  <a:lnTo>
                    <a:pt x="12677" y="29515"/>
                  </a:lnTo>
                  <a:lnTo>
                    <a:pt x="11795" y="30107"/>
                  </a:lnTo>
                  <a:lnTo>
                    <a:pt x="10890" y="30690"/>
                  </a:lnTo>
                  <a:lnTo>
                    <a:pt x="9965" y="31266"/>
                  </a:lnTo>
                  <a:lnTo>
                    <a:pt x="9020" y="31840"/>
                  </a:lnTo>
                  <a:lnTo>
                    <a:pt x="8058" y="32413"/>
                  </a:lnTo>
                  <a:lnTo>
                    <a:pt x="6727" y="32413"/>
                  </a:lnTo>
                  <a:lnTo>
                    <a:pt x="5387" y="32413"/>
                  </a:lnTo>
                  <a:lnTo>
                    <a:pt x="4029" y="32413"/>
                  </a:lnTo>
                  <a:lnTo>
                    <a:pt x="4029" y="33746"/>
                  </a:lnTo>
                  <a:lnTo>
                    <a:pt x="4029" y="35099"/>
                  </a:lnTo>
                  <a:lnTo>
                    <a:pt x="2698" y="35099"/>
                  </a:lnTo>
                  <a:lnTo>
                    <a:pt x="1358" y="35099"/>
                  </a:lnTo>
                  <a:lnTo>
                    <a:pt x="0" y="35099"/>
                  </a:lnTo>
                  <a:lnTo>
                    <a:pt x="0" y="33766"/>
                  </a:lnTo>
                  <a:lnTo>
                    <a:pt x="0" y="32413"/>
                  </a:lnTo>
                  <a:lnTo>
                    <a:pt x="936" y="31565"/>
                  </a:lnTo>
                  <a:lnTo>
                    <a:pt x="1667" y="30912"/>
                  </a:lnTo>
                  <a:lnTo>
                    <a:pt x="2294" y="30369"/>
                  </a:lnTo>
                  <a:lnTo>
                    <a:pt x="2919" y="29853"/>
                  </a:lnTo>
                  <a:lnTo>
                    <a:pt x="3642" y="29280"/>
                  </a:lnTo>
                  <a:lnTo>
                    <a:pt x="4566" y="28567"/>
                  </a:lnTo>
                  <a:lnTo>
                    <a:pt x="5791" y="27630"/>
                  </a:lnTo>
                  <a:lnTo>
                    <a:pt x="6868" y="26796"/>
                  </a:lnTo>
                  <a:lnTo>
                    <a:pt x="7951" y="25956"/>
                  </a:lnTo>
                  <a:lnTo>
                    <a:pt x="9049" y="25107"/>
                  </a:lnTo>
                  <a:lnTo>
                    <a:pt x="10185" y="24328"/>
                  </a:lnTo>
                  <a:lnTo>
                    <a:pt x="11073" y="23745"/>
                  </a:lnTo>
                  <a:lnTo>
                    <a:pt x="11837" y="23298"/>
                  </a:lnTo>
                  <a:lnTo>
                    <a:pt x="12599" y="22928"/>
                  </a:lnTo>
                  <a:lnTo>
                    <a:pt x="13484" y="22573"/>
                  </a:lnTo>
                  <a:lnTo>
                    <a:pt x="14615" y="22174"/>
                  </a:lnTo>
                  <a:lnTo>
                    <a:pt x="16115" y="21670"/>
                  </a:lnTo>
                  <a:lnTo>
                    <a:pt x="16575" y="20557"/>
                  </a:lnTo>
                  <a:lnTo>
                    <a:pt x="17030" y="19440"/>
                  </a:lnTo>
                  <a:lnTo>
                    <a:pt x="17480" y="18322"/>
                  </a:lnTo>
                  <a:lnTo>
                    <a:pt x="17924" y="17201"/>
                  </a:lnTo>
                  <a:lnTo>
                    <a:pt x="18365" y="16079"/>
                  </a:lnTo>
                  <a:lnTo>
                    <a:pt x="18801" y="14956"/>
                  </a:lnTo>
                  <a:lnTo>
                    <a:pt x="19693" y="13704"/>
                  </a:lnTo>
                  <a:lnTo>
                    <a:pt x="20395" y="12727"/>
                  </a:lnTo>
                  <a:lnTo>
                    <a:pt x="20972" y="11947"/>
                  </a:lnTo>
                  <a:lnTo>
                    <a:pt x="21487" y="11285"/>
                  </a:lnTo>
                  <a:lnTo>
                    <a:pt x="22001" y="10662"/>
                  </a:lnTo>
                  <a:lnTo>
                    <a:pt x="22578" y="9999"/>
                  </a:lnTo>
                  <a:lnTo>
                    <a:pt x="23281" y="9219"/>
                  </a:lnTo>
                  <a:lnTo>
                    <a:pt x="24172" y="8242"/>
                  </a:lnTo>
                  <a:lnTo>
                    <a:pt x="25505" y="8242"/>
                  </a:lnTo>
                  <a:lnTo>
                    <a:pt x="26858" y="8242"/>
                  </a:lnTo>
                  <a:lnTo>
                    <a:pt x="27191" y="7244"/>
                  </a:lnTo>
                  <a:lnTo>
                    <a:pt x="27524" y="6242"/>
                  </a:lnTo>
                  <a:lnTo>
                    <a:pt x="27861" y="5233"/>
                  </a:lnTo>
                  <a:lnTo>
                    <a:pt x="28201" y="4213"/>
                  </a:lnTo>
                  <a:lnTo>
                    <a:pt x="29099" y="3339"/>
                  </a:lnTo>
                  <a:lnTo>
                    <a:pt x="29987" y="2590"/>
                  </a:lnTo>
                  <a:lnTo>
                    <a:pt x="30870" y="1956"/>
                  </a:lnTo>
                  <a:lnTo>
                    <a:pt x="31754" y="1430"/>
                  </a:lnTo>
                  <a:lnTo>
                    <a:pt x="32644" y="1001"/>
                  </a:lnTo>
                  <a:lnTo>
                    <a:pt x="33545" y="662"/>
                  </a:lnTo>
                  <a:lnTo>
                    <a:pt x="34461" y="404"/>
                  </a:lnTo>
                  <a:lnTo>
                    <a:pt x="35398" y="217"/>
                  </a:lnTo>
                  <a:lnTo>
                    <a:pt x="36361" y="94"/>
                  </a:lnTo>
                  <a:lnTo>
                    <a:pt x="37356" y="24"/>
                  </a:lnTo>
                  <a:lnTo>
                    <a:pt x="38386" y="0"/>
                  </a:lnTo>
                  <a:lnTo>
                    <a:pt x="39458" y="13"/>
                  </a:lnTo>
                  <a:lnTo>
                    <a:pt x="40576" y="54"/>
                  </a:lnTo>
                  <a:lnTo>
                    <a:pt x="41746" y="114"/>
                  </a:lnTo>
                  <a:lnTo>
                    <a:pt x="42973" y="184"/>
                  </a:lnTo>
                  <a:close/>
                </a:path>
              </a:pathLst>
            </a:custGeom>
            <a:solidFill>
              <a:srgbClr val="5E93B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8" name="region 226 #4E87B2"/>
            <p:cNvSpPr/>
            <p:nvPr/>
          </p:nvSpPr>
          <p:spPr>
            <a:xfrm>
              <a:off x="2581021" y="390971"/>
              <a:ext cx="27211" cy="18608"/>
            </a:xfrm>
            <a:custGeom>
              <a:avLst/>
              <a:gdLst/>
              <a:ahLst/>
              <a:cxnLst/>
              <a:rect l="l" t="t" r="r" b="b"/>
              <a:pathLst>
                <a:path w="27211" h="18608">
                  <a:moveTo>
                    <a:pt x="24171" y="1150"/>
                  </a:moveTo>
                  <a:lnTo>
                    <a:pt x="24897" y="2269"/>
                  </a:lnTo>
                  <a:lnTo>
                    <a:pt x="25512" y="3292"/>
                  </a:lnTo>
                  <a:lnTo>
                    <a:pt x="26022" y="4243"/>
                  </a:lnTo>
                  <a:lnTo>
                    <a:pt x="26434" y="5143"/>
                  </a:lnTo>
                  <a:lnTo>
                    <a:pt x="26752" y="6015"/>
                  </a:lnTo>
                  <a:lnTo>
                    <a:pt x="26984" y="6883"/>
                  </a:lnTo>
                  <a:lnTo>
                    <a:pt x="27133" y="7767"/>
                  </a:lnTo>
                  <a:lnTo>
                    <a:pt x="27207" y="8691"/>
                  </a:lnTo>
                  <a:lnTo>
                    <a:pt x="27211" y="9678"/>
                  </a:lnTo>
                  <a:lnTo>
                    <a:pt x="27150" y="10749"/>
                  </a:lnTo>
                  <a:lnTo>
                    <a:pt x="27030" y="11928"/>
                  </a:lnTo>
                  <a:lnTo>
                    <a:pt x="26857" y="13236"/>
                  </a:lnTo>
                  <a:lnTo>
                    <a:pt x="25798" y="14293"/>
                  </a:lnTo>
                  <a:lnTo>
                    <a:pt x="24958" y="15114"/>
                  </a:lnTo>
                  <a:lnTo>
                    <a:pt x="24261" y="15762"/>
                  </a:lnTo>
                  <a:lnTo>
                    <a:pt x="23626" y="16300"/>
                  </a:lnTo>
                  <a:lnTo>
                    <a:pt x="22975" y="16790"/>
                  </a:lnTo>
                  <a:lnTo>
                    <a:pt x="22231" y="17296"/>
                  </a:lnTo>
                  <a:lnTo>
                    <a:pt x="21313" y="17881"/>
                  </a:lnTo>
                  <a:lnTo>
                    <a:pt x="20143" y="18608"/>
                  </a:lnTo>
                  <a:lnTo>
                    <a:pt x="18810" y="18608"/>
                  </a:lnTo>
                  <a:lnTo>
                    <a:pt x="17457" y="18608"/>
                  </a:lnTo>
                  <a:lnTo>
                    <a:pt x="18082" y="17567"/>
                  </a:lnTo>
                  <a:lnTo>
                    <a:pt x="18717" y="16510"/>
                  </a:lnTo>
                  <a:lnTo>
                    <a:pt x="19143" y="15471"/>
                  </a:lnTo>
                  <a:lnTo>
                    <a:pt x="19517" y="14436"/>
                  </a:lnTo>
                  <a:lnTo>
                    <a:pt x="19843" y="13403"/>
                  </a:lnTo>
                  <a:lnTo>
                    <a:pt x="20127" y="12371"/>
                  </a:lnTo>
                  <a:lnTo>
                    <a:pt x="20374" y="11336"/>
                  </a:lnTo>
                  <a:lnTo>
                    <a:pt x="20588" y="10296"/>
                  </a:lnTo>
                  <a:lnTo>
                    <a:pt x="20776" y="9250"/>
                  </a:lnTo>
                  <a:lnTo>
                    <a:pt x="20941" y="8194"/>
                  </a:lnTo>
                  <a:lnTo>
                    <a:pt x="21090" y="7127"/>
                  </a:lnTo>
                  <a:lnTo>
                    <a:pt x="21227" y="6047"/>
                  </a:lnTo>
                  <a:lnTo>
                    <a:pt x="21357" y="4951"/>
                  </a:lnTo>
                  <a:lnTo>
                    <a:pt x="21486" y="3836"/>
                  </a:lnTo>
                  <a:lnTo>
                    <a:pt x="20421" y="4228"/>
                  </a:lnTo>
                  <a:lnTo>
                    <a:pt x="19385" y="4637"/>
                  </a:lnTo>
                  <a:lnTo>
                    <a:pt x="18378" y="5063"/>
                  </a:lnTo>
                  <a:lnTo>
                    <a:pt x="17396" y="5507"/>
                  </a:lnTo>
                  <a:lnTo>
                    <a:pt x="16439" y="5968"/>
                  </a:lnTo>
                  <a:lnTo>
                    <a:pt x="15504" y="6447"/>
                  </a:lnTo>
                  <a:lnTo>
                    <a:pt x="14591" y="6944"/>
                  </a:lnTo>
                  <a:lnTo>
                    <a:pt x="13696" y="7458"/>
                  </a:lnTo>
                  <a:lnTo>
                    <a:pt x="12818" y="7989"/>
                  </a:lnTo>
                  <a:lnTo>
                    <a:pt x="11956" y="8538"/>
                  </a:lnTo>
                  <a:lnTo>
                    <a:pt x="11108" y="9105"/>
                  </a:lnTo>
                  <a:lnTo>
                    <a:pt x="10271" y="9688"/>
                  </a:lnTo>
                  <a:lnTo>
                    <a:pt x="9444" y="10290"/>
                  </a:lnTo>
                  <a:lnTo>
                    <a:pt x="8626" y="10909"/>
                  </a:lnTo>
                  <a:lnTo>
                    <a:pt x="7814" y="11545"/>
                  </a:lnTo>
                  <a:lnTo>
                    <a:pt x="7008" y="12199"/>
                  </a:lnTo>
                  <a:lnTo>
                    <a:pt x="6204" y="12870"/>
                  </a:lnTo>
                  <a:lnTo>
                    <a:pt x="5401" y="13559"/>
                  </a:lnTo>
                  <a:lnTo>
                    <a:pt x="4597" y="14265"/>
                  </a:lnTo>
                  <a:lnTo>
                    <a:pt x="3792" y="14989"/>
                  </a:lnTo>
                  <a:lnTo>
                    <a:pt x="2982" y="15730"/>
                  </a:lnTo>
                  <a:lnTo>
                    <a:pt x="2166" y="16489"/>
                  </a:lnTo>
                  <a:lnTo>
                    <a:pt x="1342" y="17265"/>
                  </a:lnTo>
                  <a:lnTo>
                    <a:pt x="676" y="15932"/>
                  </a:lnTo>
                  <a:lnTo>
                    <a:pt x="0" y="14579"/>
                  </a:lnTo>
                  <a:lnTo>
                    <a:pt x="748" y="13852"/>
                  </a:lnTo>
                  <a:lnTo>
                    <a:pt x="1499" y="13121"/>
                  </a:lnTo>
                  <a:lnTo>
                    <a:pt x="2256" y="12385"/>
                  </a:lnTo>
                  <a:lnTo>
                    <a:pt x="3021" y="11641"/>
                  </a:lnTo>
                  <a:lnTo>
                    <a:pt x="4124" y="10512"/>
                  </a:lnTo>
                  <a:lnTo>
                    <a:pt x="5009" y="9601"/>
                  </a:lnTo>
                  <a:lnTo>
                    <a:pt x="5729" y="8847"/>
                  </a:lnTo>
                  <a:lnTo>
                    <a:pt x="6339" y="8188"/>
                  </a:lnTo>
                  <a:lnTo>
                    <a:pt x="6894" y="7563"/>
                  </a:lnTo>
                  <a:lnTo>
                    <a:pt x="7448" y="6910"/>
                  </a:lnTo>
                  <a:lnTo>
                    <a:pt x="8056" y="6169"/>
                  </a:lnTo>
                  <a:lnTo>
                    <a:pt x="8773" y="5276"/>
                  </a:lnTo>
                  <a:lnTo>
                    <a:pt x="9652" y="4172"/>
                  </a:lnTo>
                  <a:lnTo>
                    <a:pt x="10532" y="3150"/>
                  </a:lnTo>
                  <a:lnTo>
                    <a:pt x="11391" y="2293"/>
                  </a:lnTo>
                  <a:lnTo>
                    <a:pt x="12237" y="1591"/>
                  </a:lnTo>
                  <a:lnTo>
                    <a:pt x="13077" y="1033"/>
                  </a:lnTo>
                  <a:lnTo>
                    <a:pt x="13920" y="607"/>
                  </a:lnTo>
                  <a:lnTo>
                    <a:pt x="14772" y="301"/>
                  </a:lnTo>
                  <a:lnTo>
                    <a:pt x="15642" y="106"/>
                  </a:lnTo>
                  <a:lnTo>
                    <a:pt x="16538" y="9"/>
                  </a:lnTo>
                  <a:lnTo>
                    <a:pt x="17467" y="0"/>
                  </a:lnTo>
                  <a:lnTo>
                    <a:pt x="18436" y="66"/>
                  </a:lnTo>
                  <a:lnTo>
                    <a:pt x="19455" y="198"/>
                  </a:lnTo>
                  <a:lnTo>
                    <a:pt x="20530" y="384"/>
                  </a:lnTo>
                  <a:lnTo>
                    <a:pt x="21669" y="612"/>
                  </a:lnTo>
                  <a:lnTo>
                    <a:pt x="22880" y="871"/>
                  </a:lnTo>
                  <a:lnTo>
                    <a:pt x="24171" y="1150"/>
                  </a:lnTo>
                  <a:close/>
                </a:path>
              </a:pathLst>
            </a:custGeom>
            <a:solidFill>
              <a:srgbClr val="4E87B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9" name="region 227 #D6D8D8"/>
            <p:cNvSpPr/>
            <p:nvPr/>
          </p:nvSpPr>
          <p:spPr>
            <a:xfrm>
              <a:off x="1757833" y="746642"/>
              <a:ext cx="42973" cy="16115"/>
            </a:xfrm>
            <a:custGeom>
              <a:avLst/>
              <a:gdLst/>
              <a:ahLst/>
              <a:cxnLst/>
              <a:rect l="l" t="t" r="r" b="b"/>
              <a:pathLst>
                <a:path w="42973" h="16115">
                  <a:moveTo>
                    <a:pt x="0" y="0"/>
                  </a:moveTo>
                  <a:lnTo>
                    <a:pt x="1038" y="0"/>
                  </a:lnTo>
                  <a:lnTo>
                    <a:pt x="2076" y="0"/>
                  </a:lnTo>
                  <a:lnTo>
                    <a:pt x="3113" y="0"/>
                  </a:lnTo>
                  <a:lnTo>
                    <a:pt x="4151" y="0"/>
                  </a:lnTo>
                  <a:lnTo>
                    <a:pt x="5189" y="0"/>
                  </a:lnTo>
                  <a:lnTo>
                    <a:pt x="6227" y="0"/>
                  </a:lnTo>
                  <a:lnTo>
                    <a:pt x="7266" y="0"/>
                  </a:lnTo>
                  <a:lnTo>
                    <a:pt x="8304" y="0"/>
                  </a:lnTo>
                  <a:lnTo>
                    <a:pt x="9343" y="0"/>
                  </a:lnTo>
                  <a:lnTo>
                    <a:pt x="10383" y="0"/>
                  </a:lnTo>
                  <a:lnTo>
                    <a:pt x="11422" y="0"/>
                  </a:lnTo>
                  <a:lnTo>
                    <a:pt x="12463" y="0"/>
                  </a:lnTo>
                  <a:lnTo>
                    <a:pt x="13503" y="0"/>
                  </a:lnTo>
                  <a:lnTo>
                    <a:pt x="14544" y="0"/>
                  </a:lnTo>
                  <a:lnTo>
                    <a:pt x="15586" y="0"/>
                  </a:lnTo>
                  <a:lnTo>
                    <a:pt x="16628" y="0"/>
                  </a:lnTo>
                  <a:lnTo>
                    <a:pt x="17671" y="0"/>
                  </a:lnTo>
                  <a:lnTo>
                    <a:pt x="18714" y="0"/>
                  </a:lnTo>
                  <a:lnTo>
                    <a:pt x="19758" y="0"/>
                  </a:lnTo>
                  <a:lnTo>
                    <a:pt x="20803" y="0"/>
                  </a:lnTo>
                  <a:lnTo>
                    <a:pt x="21848" y="0"/>
                  </a:lnTo>
                  <a:lnTo>
                    <a:pt x="22894" y="0"/>
                  </a:lnTo>
                  <a:lnTo>
                    <a:pt x="23941" y="0"/>
                  </a:lnTo>
                  <a:lnTo>
                    <a:pt x="24989" y="0"/>
                  </a:lnTo>
                  <a:lnTo>
                    <a:pt x="26038" y="0"/>
                  </a:lnTo>
                  <a:lnTo>
                    <a:pt x="27088" y="0"/>
                  </a:lnTo>
                  <a:lnTo>
                    <a:pt x="28139" y="0"/>
                  </a:lnTo>
                  <a:lnTo>
                    <a:pt x="29191" y="0"/>
                  </a:lnTo>
                  <a:lnTo>
                    <a:pt x="30243" y="0"/>
                  </a:lnTo>
                  <a:lnTo>
                    <a:pt x="31297" y="0"/>
                  </a:lnTo>
                  <a:lnTo>
                    <a:pt x="32352" y="0"/>
                  </a:lnTo>
                  <a:lnTo>
                    <a:pt x="33409" y="0"/>
                  </a:lnTo>
                  <a:lnTo>
                    <a:pt x="34466" y="0"/>
                  </a:lnTo>
                  <a:lnTo>
                    <a:pt x="35525" y="0"/>
                  </a:lnTo>
                  <a:lnTo>
                    <a:pt x="36584" y="0"/>
                  </a:lnTo>
                  <a:lnTo>
                    <a:pt x="37646" y="0"/>
                  </a:lnTo>
                  <a:lnTo>
                    <a:pt x="38708" y="0"/>
                  </a:lnTo>
                  <a:lnTo>
                    <a:pt x="39772" y="0"/>
                  </a:lnTo>
                  <a:lnTo>
                    <a:pt x="40837" y="0"/>
                  </a:lnTo>
                  <a:lnTo>
                    <a:pt x="41904" y="0"/>
                  </a:lnTo>
                  <a:lnTo>
                    <a:pt x="42973" y="0"/>
                  </a:lnTo>
                  <a:lnTo>
                    <a:pt x="42306" y="1333"/>
                  </a:lnTo>
                  <a:lnTo>
                    <a:pt x="41630" y="2686"/>
                  </a:lnTo>
                  <a:lnTo>
                    <a:pt x="40599" y="2905"/>
                  </a:lnTo>
                  <a:lnTo>
                    <a:pt x="39565" y="3102"/>
                  </a:lnTo>
                  <a:lnTo>
                    <a:pt x="38528" y="3278"/>
                  </a:lnTo>
                  <a:lnTo>
                    <a:pt x="37489" y="3433"/>
                  </a:lnTo>
                  <a:lnTo>
                    <a:pt x="36447" y="3569"/>
                  </a:lnTo>
                  <a:lnTo>
                    <a:pt x="35403" y="3687"/>
                  </a:lnTo>
                  <a:lnTo>
                    <a:pt x="34357" y="3786"/>
                  </a:lnTo>
                  <a:lnTo>
                    <a:pt x="33309" y="3868"/>
                  </a:lnTo>
                  <a:lnTo>
                    <a:pt x="32259" y="3934"/>
                  </a:lnTo>
                  <a:lnTo>
                    <a:pt x="31208" y="3984"/>
                  </a:lnTo>
                  <a:lnTo>
                    <a:pt x="30155" y="4020"/>
                  </a:lnTo>
                  <a:lnTo>
                    <a:pt x="29101" y="4041"/>
                  </a:lnTo>
                  <a:lnTo>
                    <a:pt x="28046" y="4048"/>
                  </a:lnTo>
                  <a:lnTo>
                    <a:pt x="26990" y="4044"/>
                  </a:lnTo>
                  <a:lnTo>
                    <a:pt x="25934" y="4027"/>
                  </a:lnTo>
                  <a:lnTo>
                    <a:pt x="24877" y="4000"/>
                  </a:lnTo>
                  <a:lnTo>
                    <a:pt x="23820" y="3962"/>
                  </a:lnTo>
                  <a:lnTo>
                    <a:pt x="22763" y="3914"/>
                  </a:lnTo>
                  <a:lnTo>
                    <a:pt x="21706" y="3858"/>
                  </a:lnTo>
                  <a:lnTo>
                    <a:pt x="20650" y="3794"/>
                  </a:lnTo>
                  <a:lnTo>
                    <a:pt x="19593" y="3723"/>
                  </a:lnTo>
                  <a:lnTo>
                    <a:pt x="18538" y="3645"/>
                  </a:lnTo>
                  <a:lnTo>
                    <a:pt x="17483" y="3562"/>
                  </a:lnTo>
                  <a:lnTo>
                    <a:pt x="16429" y="3474"/>
                  </a:lnTo>
                  <a:lnTo>
                    <a:pt x="15377" y="3382"/>
                  </a:lnTo>
                  <a:lnTo>
                    <a:pt x="14325" y="3286"/>
                  </a:lnTo>
                  <a:lnTo>
                    <a:pt x="13276" y="3188"/>
                  </a:lnTo>
                  <a:lnTo>
                    <a:pt x="12228" y="3088"/>
                  </a:lnTo>
                  <a:lnTo>
                    <a:pt x="11182" y="2987"/>
                  </a:lnTo>
                  <a:lnTo>
                    <a:pt x="10138" y="2886"/>
                  </a:lnTo>
                  <a:lnTo>
                    <a:pt x="9097" y="2786"/>
                  </a:lnTo>
                  <a:lnTo>
                    <a:pt x="8058" y="2686"/>
                  </a:lnTo>
                  <a:lnTo>
                    <a:pt x="8512" y="3951"/>
                  </a:lnTo>
                  <a:lnTo>
                    <a:pt x="8968" y="5225"/>
                  </a:lnTo>
                  <a:lnTo>
                    <a:pt x="9431" y="6516"/>
                  </a:lnTo>
                  <a:lnTo>
                    <a:pt x="9819" y="7807"/>
                  </a:lnTo>
                  <a:lnTo>
                    <a:pt x="10121" y="8945"/>
                  </a:lnTo>
                  <a:lnTo>
                    <a:pt x="10331" y="9972"/>
                  </a:lnTo>
                  <a:lnTo>
                    <a:pt x="10446" y="10929"/>
                  </a:lnTo>
                  <a:lnTo>
                    <a:pt x="10460" y="11857"/>
                  </a:lnTo>
                  <a:lnTo>
                    <a:pt x="10367" y="12798"/>
                  </a:lnTo>
                  <a:lnTo>
                    <a:pt x="10163" y="13794"/>
                  </a:lnTo>
                  <a:lnTo>
                    <a:pt x="9842" y="14886"/>
                  </a:lnTo>
                  <a:lnTo>
                    <a:pt x="9400" y="16115"/>
                  </a:lnTo>
                  <a:lnTo>
                    <a:pt x="9068" y="15117"/>
                  </a:lnTo>
                  <a:lnTo>
                    <a:pt x="8734" y="14116"/>
                  </a:lnTo>
                  <a:lnTo>
                    <a:pt x="8398" y="13107"/>
                  </a:lnTo>
                  <a:lnTo>
                    <a:pt x="8058" y="12086"/>
                  </a:lnTo>
                  <a:lnTo>
                    <a:pt x="6725" y="12086"/>
                  </a:lnTo>
                  <a:lnTo>
                    <a:pt x="5372" y="12086"/>
                  </a:lnTo>
                  <a:lnTo>
                    <a:pt x="5182" y="10947"/>
                  </a:lnTo>
                  <a:lnTo>
                    <a:pt x="4992" y="9805"/>
                  </a:lnTo>
                  <a:lnTo>
                    <a:pt x="4801" y="8661"/>
                  </a:lnTo>
                  <a:lnTo>
                    <a:pt x="4610" y="7513"/>
                  </a:lnTo>
                  <a:lnTo>
                    <a:pt x="4417" y="6359"/>
                  </a:lnTo>
                  <a:lnTo>
                    <a:pt x="4224" y="5198"/>
                  </a:lnTo>
                  <a:lnTo>
                    <a:pt x="4029" y="4029"/>
                  </a:lnTo>
                  <a:lnTo>
                    <a:pt x="2696" y="4029"/>
                  </a:lnTo>
                  <a:lnTo>
                    <a:pt x="1343" y="4029"/>
                  </a:lnTo>
                  <a:lnTo>
                    <a:pt x="1011" y="3031"/>
                  </a:lnTo>
                  <a:lnTo>
                    <a:pt x="677" y="2030"/>
                  </a:lnTo>
                  <a:lnTo>
                    <a:pt x="340" y="10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8D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0" name="region 228 #748A98"/>
            <p:cNvSpPr/>
            <p:nvPr/>
          </p:nvSpPr>
          <p:spPr>
            <a:xfrm>
              <a:off x="417636" y="599162"/>
              <a:ext cx="60430" cy="8015"/>
            </a:xfrm>
            <a:custGeom>
              <a:avLst/>
              <a:gdLst/>
              <a:ahLst/>
              <a:cxnLst/>
              <a:rect l="l" t="t" r="r" b="b"/>
              <a:pathLst>
                <a:path w="60430" h="8015">
                  <a:moveTo>
                    <a:pt x="60430" y="1106"/>
                  </a:moveTo>
                  <a:lnTo>
                    <a:pt x="59402" y="1510"/>
                  </a:lnTo>
                  <a:lnTo>
                    <a:pt x="58380" y="1892"/>
                  </a:lnTo>
                  <a:lnTo>
                    <a:pt x="57363" y="2252"/>
                  </a:lnTo>
                  <a:lnTo>
                    <a:pt x="56349" y="2591"/>
                  </a:lnTo>
                  <a:lnTo>
                    <a:pt x="55339" y="2910"/>
                  </a:lnTo>
                  <a:lnTo>
                    <a:pt x="54332" y="3208"/>
                  </a:lnTo>
                  <a:lnTo>
                    <a:pt x="53327" y="3488"/>
                  </a:lnTo>
                  <a:lnTo>
                    <a:pt x="52323" y="3750"/>
                  </a:lnTo>
                  <a:lnTo>
                    <a:pt x="51320" y="3994"/>
                  </a:lnTo>
                  <a:lnTo>
                    <a:pt x="50318" y="4221"/>
                  </a:lnTo>
                  <a:lnTo>
                    <a:pt x="49315" y="4433"/>
                  </a:lnTo>
                  <a:lnTo>
                    <a:pt x="48311" y="4628"/>
                  </a:lnTo>
                  <a:lnTo>
                    <a:pt x="47306" y="4809"/>
                  </a:lnTo>
                  <a:lnTo>
                    <a:pt x="46298" y="4976"/>
                  </a:lnTo>
                  <a:lnTo>
                    <a:pt x="45287" y="5130"/>
                  </a:lnTo>
                  <a:lnTo>
                    <a:pt x="44273" y="5271"/>
                  </a:lnTo>
                  <a:lnTo>
                    <a:pt x="43255" y="5401"/>
                  </a:lnTo>
                  <a:lnTo>
                    <a:pt x="42232" y="5519"/>
                  </a:lnTo>
                  <a:lnTo>
                    <a:pt x="41203" y="5626"/>
                  </a:lnTo>
                  <a:lnTo>
                    <a:pt x="40169" y="5724"/>
                  </a:lnTo>
                  <a:lnTo>
                    <a:pt x="39128" y="5813"/>
                  </a:lnTo>
                  <a:lnTo>
                    <a:pt x="38079" y="5893"/>
                  </a:lnTo>
                  <a:lnTo>
                    <a:pt x="37023" y="5966"/>
                  </a:lnTo>
                  <a:lnTo>
                    <a:pt x="35958" y="6032"/>
                  </a:lnTo>
                  <a:lnTo>
                    <a:pt x="34884" y="6091"/>
                  </a:lnTo>
                  <a:lnTo>
                    <a:pt x="33800" y="6145"/>
                  </a:lnTo>
                  <a:lnTo>
                    <a:pt x="32706" y="6194"/>
                  </a:lnTo>
                  <a:lnTo>
                    <a:pt x="30796" y="6317"/>
                  </a:lnTo>
                  <a:lnTo>
                    <a:pt x="29437" y="6419"/>
                  </a:lnTo>
                  <a:lnTo>
                    <a:pt x="28433" y="6529"/>
                  </a:lnTo>
                  <a:lnTo>
                    <a:pt x="27582" y="6673"/>
                  </a:lnTo>
                  <a:lnTo>
                    <a:pt x="26688" y="6877"/>
                  </a:lnTo>
                  <a:lnTo>
                    <a:pt x="25551" y="7171"/>
                  </a:lnTo>
                  <a:lnTo>
                    <a:pt x="24481" y="7402"/>
                  </a:lnTo>
                  <a:lnTo>
                    <a:pt x="23409" y="7588"/>
                  </a:lnTo>
                  <a:lnTo>
                    <a:pt x="22336" y="7733"/>
                  </a:lnTo>
                  <a:lnTo>
                    <a:pt x="21261" y="7843"/>
                  </a:lnTo>
                  <a:lnTo>
                    <a:pt x="20185" y="7921"/>
                  </a:lnTo>
                  <a:lnTo>
                    <a:pt x="19106" y="7972"/>
                  </a:lnTo>
                  <a:lnTo>
                    <a:pt x="18026" y="8002"/>
                  </a:lnTo>
                  <a:lnTo>
                    <a:pt x="16943" y="8015"/>
                  </a:lnTo>
                  <a:lnTo>
                    <a:pt x="15858" y="8015"/>
                  </a:lnTo>
                  <a:lnTo>
                    <a:pt x="14771" y="8008"/>
                  </a:lnTo>
                  <a:lnTo>
                    <a:pt x="13682" y="7997"/>
                  </a:lnTo>
                  <a:lnTo>
                    <a:pt x="12590" y="7988"/>
                  </a:lnTo>
                  <a:lnTo>
                    <a:pt x="11215" y="7997"/>
                  </a:lnTo>
                  <a:lnTo>
                    <a:pt x="9819" y="8005"/>
                  </a:lnTo>
                  <a:lnTo>
                    <a:pt x="7793" y="7999"/>
                  </a:lnTo>
                  <a:lnTo>
                    <a:pt x="6189" y="7981"/>
                  </a:lnTo>
                  <a:lnTo>
                    <a:pt x="4926" y="7939"/>
                  </a:lnTo>
                  <a:lnTo>
                    <a:pt x="3925" y="7861"/>
                  </a:lnTo>
                  <a:lnTo>
                    <a:pt x="3103" y="7733"/>
                  </a:lnTo>
                  <a:lnTo>
                    <a:pt x="2381" y="7543"/>
                  </a:lnTo>
                  <a:lnTo>
                    <a:pt x="1677" y="7279"/>
                  </a:lnTo>
                  <a:lnTo>
                    <a:pt x="910" y="6928"/>
                  </a:lnTo>
                  <a:lnTo>
                    <a:pt x="0" y="6478"/>
                  </a:lnTo>
                  <a:lnTo>
                    <a:pt x="0" y="5145"/>
                  </a:lnTo>
                  <a:lnTo>
                    <a:pt x="0" y="3792"/>
                  </a:lnTo>
                  <a:lnTo>
                    <a:pt x="1144" y="3765"/>
                  </a:lnTo>
                  <a:lnTo>
                    <a:pt x="2296" y="3738"/>
                  </a:lnTo>
                  <a:lnTo>
                    <a:pt x="3463" y="3711"/>
                  </a:lnTo>
                  <a:lnTo>
                    <a:pt x="4542" y="3685"/>
                  </a:lnTo>
                  <a:lnTo>
                    <a:pt x="5620" y="3657"/>
                  </a:lnTo>
                  <a:lnTo>
                    <a:pt x="6698" y="3630"/>
                  </a:lnTo>
                  <a:lnTo>
                    <a:pt x="7776" y="3602"/>
                  </a:lnTo>
                  <a:lnTo>
                    <a:pt x="8854" y="3574"/>
                  </a:lnTo>
                  <a:lnTo>
                    <a:pt x="9933" y="3545"/>
                  </a:lnTo>
                  <a:lnTo>
                    <a:pt x="11011" y="3516"/>
                  </a:lnTo>
                  <a:lnTo>
                    <a:pt x="12089" y="3486"/>
                  </a:lnTo>
                  <a:lnTo>
                    <a:pt x="13167" y="3457"/>
                  </a:lnTo>
                  <a:lnTo>
                    <a:pt x="14245" y="3427"/>
                  </a:lnTo>
                  <a:lnTo>
                    <a:pt x="15323" y="3397"/>
                  </a:lnTo>
                  <a:lnTo>
                    <a:pt x="16401" y="3366"/>
                  </a:lnTo>
                  <a:lnTo>
                    <a:pt x="17513" y="3336"/>
                  </a:lnTo>
                  <a:lnTo>
                    <a:pt x="18625" y="3307"/>
                  </a:lnTo>
                  <a:lnTo>
                    <a:pt x="19736" y="3279"/>
                  </a:lnTo>
                  <a:lnTo>
                    <a:pt x="20848" y="3252"/>
                  </a:lnTo>
                  <a:lnTo>
                    <a:pt x="21960" y="3225"/>
                  </a:lnTo>
                  <a:lnTo>
                    <a:pt x="23020" y="3200"/>
                  </a:lnTo>
                  <a:lnTo>
                    <a:pt x="24076" y="3172"/>
                  </a:lnTo>
                  <a:lnTo>
                    <a:pt x="25129" y="3142"/>
                  </a:lnTo>
                  <a:lnTo>
                    <a:pt x="26180" y="3108"/>
                  </a:lnTo>
                  <a:lnTo>
                    <a:pt x="27228" y="3072"/>
                  </a:lnTo>
                  <a:lnTo>
                    <a:pt x="28274" y="3031"/>
                  </a:lnTo>
                  <a:lnTo>
                    <a:pt x="29318" y="2987"/>
                  </a:lnTo>
                  <a:lnTo>
                    <a:pt x="30359" y="2938"/>
                  </a:lnTo>
                  <a:lnTo>
                    <a:pt x="31399" y="2884"/>
                  </a:lnTo>
                  <a:lnTo>
                    <a:pt x="32437" y="2825"/>
                  </a:lnTo>
                  <a:lnTo>
                    <a:pt x="33473" y="2760"/>
                  </a:lnTo>
                  <a:lnTo>
                    <a:pt x="34508" y="2689"/>
                  </a:lnTo>
                  <a:lnTo>
                    <a:pt x="35542" y="2612"/>
                  </a:lnTo>
                  <a:lnTo>
                    <a:pt x="36575" y="2528"/>
                  </a:lnTo>
                  <a:lnTo>
                    <a:pt x="37606" y="2436"/>
                  </a:lnTo>
                  <a:lnTo>
                    <a:pt x="38637" y="2337"/>
                  </a:lnTo>
                  <a:lnTo>
                    <a:pt x="39668" y="2231"/>
                  </a:lnTo>
                  <a:lnTo>
                    <a:pt x="40697" y="2116"/>
                  </a:lnTo>
                  <a:lnTo>
                    <a:pt x="41727" y="1992"/>
                  </a:lnTo>
                  <a:lnTo>
                    <a:pt x="42757" y="1859"/>
                  </a:lnTo>
                  <a:lnTo>
                    <a:pt x="43786" y="1717"/>
                  </a:lnTo>
                  <a:lnTo>
                    <a:pt x="44816" y="1564"/>
                  </a:lnTo>
                  <a:lnTo>
                    <a:pt x="45846" y="1402"/>
                  </a:lnTo>
                  <a:lnTo>
                    <a:pt x="46877" y="1229"/>
                  </a:lnTo>
                  <a:lnTo>
                    <a:pt x="47908" y="1045"/>
                  </a:lnTo>
                  <a:lnTo>
                    <a:pt x="48940" y="849"/>
                  </a:lnTo>
                  <a:lnTo>
                    <a:pt x="49973" y="642"/>
                  </a:lnTo>
                  <a:lnTo>
                    <a:pt x="51008" y="422"/>
                  </a:lnTo>
                  <a:lnTo>
                    <a:pt x="52044" y="190"/>
                  </a:lnTo>
                  <a:lnTo>
                    <a:pt x="53202" y="58"/>
                  </a:lnTo>
                  <a:lnTo>
                    <a:pt x="54281" y="0"/>
                  </a:lnTo>
                  <a:lnTo>
                    <a:pt x="55303" y="15"/>
                  </a:lnTo>
                  <a:lnTo>
                    <a:pt x="56294" y="101"/>
                  </a:lnTo>
                  <a:lnTo>
                    <a:pt x="57277" y="256"/>
                  </a:lnTo>
                  <a:lnTo>
                    <a:pt x="58278" y="476"/>
                  </a:lnTo>
                  <a:lnTo>
                    <a:pt x="59321" y="760"/>
                  </a:lnTo>
                  <a:lnTo>
                    <a:pt x="60430" y="1106"/>
                  </a:lnTo>
                  <a:close/>
                </a:path>
              </a:pathLst>
            </a:custGeom>
            <a:solidFill>
              <a:srgbClr val="748A9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1" name="region 229 #8D9FAA"/>
            <p:cNvSpPr/>
            <p:nvPr/>
          </p:nvSpPr>
          <p:spPr>
            <a:xfrm>
              <a:off x="696956" y="214861"/>
              <a:ext cx="32229" cy="18800"/>
            </a:xfrm>
            <a:custGeom>
              <a:avLst/>
              <a:gdLst/>
              <a:ahLst/>
              <a:cxnLst/>
              <a:rect l="l" t="t" r="r" b="b"/>
              <a:pathLst>
                <a:path w="32229" h="18800">
                  <a:moveTo>
                    <a:pt x="0" y="0"/>
                  </a:moveTo>
                  <a:lnTo>
                    <a:pt x="1045" y="93"/>
                  </a:lnTo>
                  <a:lnTo>
                    <a:pt x="2090" y="189"/>
                  </a:lnTo>
                  <a:lnTo>
                    <a:pt x="3134" y="289"/>
                  </a:lnTo>
                  <a:lnTo>
                    <a:pt x="4177" y="392"/>
                  </a:lnTo>
                  <a:lnTo>
                    <a:pt x="5220" y="498"/>
                  </a:lnTo>
                  <a:lnTo>
                    <a:pt x="6262" y="607"/>
                  </a:lnTo>
                  <a:lnTo>
                    <a:pt x="7304" y="719"/>
                  </a:lnTo>
                  <a:lnTo>
                    <a:pt x="8346" y="833"/>
                  </a:lnTo>
                  <a:lnTo>
                    <a:pt x="9387" y="950"/>
                  </a:lnTo>
                  <a:lnTo>
                    <a:pt x="10427" y="1070"/>
                  </a:lnTo>
                  <a:lnTo>
                    <a:pt x="11467" y="1193"/>
                  </a:lnTo>
                  <a:lnTo>
                    <a:pt x="12507" y="1317"/>
                  </a:lnTo>
                  <a:lnTo>
                    <a:pt x="13547" y="1445"/>
                  </a:lnTo>
                  <a:lnTo>
                    <a:pt x="14586" y="1574"/>
                  </a:lnTo>
                  <a:lnTo>
                    <a:pt x="15625" y="1705"/>
                  </a:lnTo>
                  <a:lnTo>
                    <a:pt x="16663" y="1839"/>
                  </a:lnTo>
                  <a:lnTo>
                    <a:pt x="17702" y="1974"/>
                  </a:lnTo>
                  <a:lnTo>
                    <a:pt x="18740" y="2112"/>
                  </a:lnTo>
                  <a:lnTo>
                    <a:pt x="19778" y="2251"/>
                  </a:lnTo>
                  <a:lnTo>
                    <a:pt x="20816" y="2392"/>
                  </a:lnTo>
                  <a:lnTo>
                    <a:pt x="21854" y="2534"/>
                  </a:lnTo>
                  <a:lnTo>
                    <a:pt x="22891" y="2679"/>
                  </a:lnTo>
                  <a:lnTo>
                    <a:pt x="23929" y="2824"/>
                  </a:lnTo>
                  <a:lnTo>
                    <a:pt x="24966" y="2971"/>
                  </a:lnTo>
                  <a:lnTo>
                    <a:pt x="26004" y="3119"/>
                  </a:lnTo>
                  <a:lnTo>
                    <a:pt x="27041" y="3268"/>
                  </a:lnTo>
                  <a:lnTo>
                    <a:pt x="28078" y="3418"/>
                  </a:lnTo>
                  <a:lnTo>
                    <a:pt x="29116" y="3570"/>
                  </a:lnTo>
                  <a:lnTo>
                    <a:pt x="30154" y="3722"/>
                  </a:lnTo>
                  <a:lnTo>
                    <a:pt x="31191" y="3875"/>
                  </a:lnTo>
                  <a:lnTo>
                    <a:pt x="32229" y="4028"/>
                  </a:lnTo>
                  <a:lnTo>
                    <a:pt x="32151" y="5134"/>
                  </a:lnTo>
                  <a:lnTo>
                    <a:pt x="32070" y="6239"/>
                  </a:lnTo>
                  <a:lnTo>
                    <a:pt x="31987" y="7345"/>
                  </a:lnTo>
                  <a:lnTo>
                    <a:pt x="31902" y="8449"/>
                  </a:lnTo>
                  <a:lnTo>
                    <a:pt x="31815" y="9554"/>
                  </a:lnTo>
                  <a:lnTo>
                    <a:pt x="31725" y="10660"/>
                  </a:lnTo>
                  <a:lnTo>
                    <a:pt x="31632" y="11891"/>
                  </a:lnTo>
                  <a:lnTo>
                    <a:pt x="31538" y="13132"/>
                  </a:lnTo>
                  <a:lnTo>
                    <a:pt x="31442" y="14389"/>
                  </a:lnTo>
                  <a:lnTo>
                    <a:pt x="31166" y="15911"/>
                  </a:lnTo>
                  <a:lnTo>
                    <a:pt x="30886" y="17457"/>
                  </a:lnTo>
                  <a:lnTo>
                    <a:pt x="30218" y="17791"/>
                  </a:lnTo>
                  <a:lnTo>
                    <a:pt x="28200" y="18800"/>
                  </a:lnTo>
                  <a:lnTo>
                    <a:pt x="28159" y="17259"/>
                  </a:lnTo>
                  <a:lnTo>
                    <a:pt x="28117" y="15695"/>
                  </a:lnTo>
                  <a:lnTo>
                    <a:pt x="27692" y="14499"/>
                  </a:lnTo>
                  <a:lnTo>
                    <a:pt x="27314" y="13571"/>
                  </a:lnTo>
                  <a:lnTo>
                    <a:pt x="26913" y="12839"/>
                  </a:lnTo>
                  <a:lnTo>
                    <a:pt x="26417" y="12233"/>
                  </a:lnTo>
                  <a:lnTo>
                    <a:pt x="25756" y="11682"/>
                  </a:lnTo>
                  <a:lnTo>
                    <a:pt x="24859" y="11116"/>
                  </a:lnTo>
                  <a:lnTo>
                    <a:pt x="23655" y="10463"/>
                  </a:lnTo>
                  <a:lnTo>
                    <a:pt x="22074" y="9652"/>
                  </a:lnTo>
                  <a:lnTo>
                    <a:pt x="20930" y="9257"/>
                  </a:lnTo>
                  <a:lnTo>
                    <a:pt x="19783" y="8861"/>
                  </a:lnTo>
                  <a:lnTo>
                    <a:pt x="18627" y="8461"/>
                  </a:lnTo>
                  <a:lnTo>
                    <a:pt x="17457" y="8057"/>
                  </a:lnTo>
                  <a:lnTo>
                    <a:pt x="17457" y="6724"/>
                  </a:lnTo>
                  <a:lnTo>
                    <a:pt x="17457" y="5371"/>
                  </a:lnTo>
                  <a:lnTo>
                    <a:pt x="16394" y="5283"/>
                  </a:lnTo>
                  <a:lnTo>
                    <a:pt x="15330" y="5194"/>
                  </a:lnTo>
                  <a:lnTo>
                    <a:pt x="14265" y="5105"/>
                  </a:lnTo>
                  <a:lnTo>
                    <a:pt x="13200" y="5017"/>
                  </a:lnTo>
                  <a:lnTo>
                    <a:pt x="12133" y="4928"/>
                  </a:lnTo>
                  <a:lnTo>
                    <a:pt x="11066" y="4839"/>
                  </a:lnTo>
                  <a:lnTo>
                    <a:pt x="9996" y="4750"/>
                  </a:lnTo>
                  <a:lnTo>
                    <a:pt x="8924" y="4660"/>
                  </a:lnTo>
                  <a:lnTo>
                    <a:pt x="7850" y="4571"/>
                  </a:lnTo>
                  <a:lnTo>
                    <a:pt x="6774" y="4481"/>
                  </a:lnTo>
                  <a:lnTo>
                    <a:pt x="5694" y="4391"/>
                  </a:lnTo>
                  <a:lnTo>
                    <a:pt x="4612" y="4301"/>
                  </a:lnTo>
                  <a:lnTo>
                    <a:pt x="3526" y="4210"/>
                  </a:lnTo>
                  <a:lnTo>
                    <a:pt x="2436" y="4120"/>
                  </a:lnTo>
                  <a:lnTo>
                    <a:pt x="1343" y="4028"/>
                  </a:lnTo>
                  <a:lnTo>
                    <a:pt x="1010" y="3031"/>
                  </a:lnTo>
                  <a:lnTo>
                    <a:pt x="676" y="2029"/>
                  </a:lnTo>
                  <a:lnTo>
                    <a:pt x="340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9FA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2" name="region 230 #5F93B8"/>
            <p:cNvSpPr/>
            <p:nvPr/>
          </p:nvSpPr>
          <p:spPr>
            <a:xfrm>
              <a:off x="2221800" y="721367"/>
              <a:ext cx="14100" cy="29304"/>
            </a:xfrm>
            <a:custGeom>
              <a:avLst/>
              <a:gdLst/>
              <a:ahLst/>
              <a:cxnLst/>
              <a:rect l="l" t="t" r="r" b="b"/>
              <a:pathLst>
                <a:path w="14100" h="29304">
                  <a:moveTo>
                    <a:pt x="10491" y="96"/>
                  </a:moveTo>
                  <a:lnTo>
                    <a:pt x="11054" y="347"/>
                  </a:lnTo>
                  <a:lnTo>
                    <a:pt x="12757" y="1104"/>
                  </a:lnTo>
                  <a:lnTo>
                    <a:pt x="11925" y="1893"/>
                  </a:lnTo>
                  <a:lnTo>
                    <a:pt x="11090" y="2686"/>
                  </a:lnTo>
                  <a:lnTo>
                    <a:pt x="10250" y="3485"/>
                  </a:lnTo>
                  <a:lnTo>
                    <a:pt x="9400" y="4293"/>
                  </a:lnTo>
                  <a:lnTo>
                    <a:pt x="8615" y="5275"/>
                  </a:lnTo>
                  <a:lnTo>
                    <a:pt x="7943" y="6248"/>
                  </a:lnTo>
                  <a:lnTo>
                    <a:pt x="7375" y="7216"/>
                  </a:lnTo>
                  <a:lnTo>
                    <a:pt x="6904" y="8183"/>
                  </a:lnTo>
                  <a:lnTo>
                    <a:pt x="6521" y="9152"/>
                  </a:lnTo>
                  <a:lnTo>
                    <a:pt x="6219" y="10129"/>
                  </a:lnTo>
                  <a:lnTo>
                    <a:pt x="5990" y="11117"/>
                  </a:lnTo>
                  <a:lnTo>
                    <a:pt x="5825" y="12121"/>
                  </a:lnTo>
                  <a:lnTo>
                    <a:pt x="5717" y="13144"/>
                  </a:lnTo>
                  <a:lnTo>
                    <a:pt x="5657" y="14192"/>
                  </a:lnTo>
                  <a:lnTo>
                    <a:pt x="5638" y="15268"/>
                  </a:lnTo>
                  <a:lnTo>
                    <a:pt x="5651" y="16375"/>
                  </a:lnTo>
                  <a:lnTo>
                    <a:pt x="5689" y="17520"/>
                  </a:lnTo>
                  <a:lnTo>
                    <a:pt x="5744" y="18705"/>
                  </a:lnTo>
                  <a:lnTo>
                    <a:pt x="5807" y="19935"/>
                  </a:lnTo>
                  <a:lnTo>
                    <a:pt x="5924" y="21253"/>
                  </a:lnTo>
                  <a:lnTo>
                    <a:pt x="6043" y="22590"/>
                  </a:lnTo>
                  <a:lnTo>
                    <a:pt x="7375" y="22590"/>
                  </a:lnTo>
                  <a:lnTo>
                    <a:pt x="8729" y="22590"/>
                  </a:lnTo>
                  <a:lnTo>
                    <a:pt x="9422" y="23411"/>
                  </a:lnTo>
                  <a:lnTo>
                    <a:pt x="10109" y="24238"/>
                  </a:lnTo>
                  <a:lnTo>
                    <a:pt x="10790" y="25069"/>
                  </a:lnTo>
                  <a:lnTo>
                    <a:pt x="11465" y="25906"/>
                  </a:lnTo>
                  <a:lnTo>
                    <a:pt x="12134" y="26748"/>
                  </a:lnTo>
                  <a:lnTo>
                    <a:pt x="12796" y="27595"/>
                  </a:lnTo>
                  <a:lnTo>
                    <a:pt x="13452" y="28447"/>
                  </a:lnTo>
                  <a:lnTo>
                    <a:pt x="14100" y="29304"/>
                  </a:lnTo>
                  <a:lnTo>
                    <a:pt x="12848" y="29237"/>
                  </a:lnTo>
                  <a:lnTo>
                    <a:pt x="11706" y="29147"/>
                  </a:lnTo>
                  <a:lnTo>
                    <a:pt x="10658" y="29025"/>
                  </a:lnTo>
                  <a:lnTo>
                    <a:pt x="9688" y="28860"/>
                  </a:lnTo>
                  <a:lnTo>
                    <a:pt x="8782" y="28643"/>
                  </a:lnTo>
                  <a:lnTo>
                    <a:pt x="7921" y="28362"/>
                  </a:lnTo>
                  <a:lnTo>
                    <a:pt x="7092" y="28007"/>
                  </a:lnTo>
                  <a:lnTo>
                    <a:pt x="6278" y="27569"/>
                  </a:lnTo>
                  <a:lnTo>
                    <a:pt x="5462" y="27037"/>
                  </a:lnTo>
                  <a:lnTo>
                    <a:pt x="4630" y="26400"/>
                  </a:lnTo>
                  <a:lnTo>
                    <a:pt x="3765" y="25648"/>
                  </a:lnTo>
                  <a:lnTo>
                    <a:pt x="2852" y="24772"/>
                  </a:lnTo>
                  <a:lnTo>
                    <a:pt x="2404" y="23731"/>
                  </a:lnTo>
                  <a:lnTo>
                    <a:pt x="1995" y="22702"/>
                  </a:lnTo>
                  <a:lnTo>
                    <a:pt x="1626" y="21682"/>
                  </a:lnTo>
                  <a:lnTo>
                    <a:pt x="1297" y="20669"/>
                  </a:lnTo>
                  <a:lnTo>
                    <a:pt x="1006" y="19661"/>
                  </a:lnTo>
                  <a:lnTo>
                    <a:pt x="753" y="18658"/>
                  </a:lnTo>
                  <a:lnTo>
                    <a:pt x="537" y="17656"/>
                  </a:lnTo>
                  <a:lnTo>
                    <a:pt x="359" y="16655"/>
                  </a:lnTo>
                  <a:lnTo>
                    <a:pt x="217" y="15652"/>
                  </a:lnTo>
                  <a:lnTo>
                    <a:pt x="110" y="14645"/>
                  </a:lnTo>
                  <a:lnTo>
                    <a:pt x="39" y="13633"/>
                  </a:lnTo>
                  <a:lnTo>
                    <a:pt x="3" y="12614"/>
                  </a:lnTo>
                  <a:lnTo>
                    <a:pt x="0" y="11587"/>
                  </a:lnTo>
                  <a:lnTo>
                    <a:pt x="31" y="10548"/>
                  </a:lnTo>
                  <a:lnTo>
                    <a:pt x="96" y="9497"/>
                  </a:lnTo>
                  <a:lnTo>
                    <a:pt x="192" y="8432"/>
                  </a:lnTo>
                  <a:lnTo>
                    <a:pt x="321" y="7351"/>
                  </a:lnTo>
                  <a:lnTo>
                    <a:pt x="481" y="6251"/>
                  </a:lnTo>
                  <a:lnTo>
                    <a:pt x="671" y="5132"/>
                  </a:lnTo>
                  <a:lnTo>
                    <a:pt x="1507" y="4119"/>
                  </a:lnTo>
                  <a:lnTo>
                    <a:pt x="2281" y="3217"/>
                  </a:lnTo>
                  <a:lnTo>
                    <a:pt x="3018" y="2426"/>
                  </a:lnTo>
                  <a:lnTo>
                    <a:pt x="3742" y="1747"/>
                  </a:lnTo>
                  <a:lnTo>
                    <a:pt x="4477" y="1178"/>
                  </a:lnTo>
                  <a:lnTo>
                    <a:pt x="5248" y="721"/>
                  </a:lnTo>
                  <a:lnTo>
                    <a:pt x="6079" y="375"/>
                  </a:lnTo>
                  <a:lnTo>
                    <a:pt x="6995" y="139"/>
                  </a:lnTo>
                  <a:lnTo>
                    <a:pt x="8019" y="14"/>
                  </a:lnTo>
                  <a:lnTo>
                    <a:pt x="9176" y="0"/>
                  </a:lnTo>
                  <a:lnTo>
                    <a:pt x="10491" y="96"/>
                  </a:lnTo>
                  <a:close/>
                </a:path>
              </a:pathLst>
            </a:custGeom>
            <a:solidFill>
              <a:srgbClr val="5F93B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3" name="region 231 #87909A"/>
            <p:cNvSpPr/>
            <p:nvPr/>
          </p:nvSpPr>
          <p:spPr>
            <a:xfrm>
              <a:off x="613697" y="154431"/>
              <a:ext cx="51030" cy="16115"/>
            </a:xfrm>
            <a:custGeom>
              <a:avLst/>
              <a:gdLst/>
              <a:ahLst/>
              <a:cxnLst/>
              <a:rect l="l" t="t" r="r" b="b"/>
              <a:pathLst>
                <a:path w="51030" h="16115">
                  <a:moveTo>
                    <a:pt x="0" y="0"/>
                  </a:moveTo>
                  <a:lnTo>
                    <a:pt x="1463" y="268"/>
                  </a:lnTo>
                  <a:lnTo>
                    <a:pt x="2948" y="540"/>
                  </a:lnTo>
                  <a:lnTo>
                    <a:pt x="3993" y="731"/>
                  </a:lnTo>
                  <a:lnTo>
                    <a:pt x="5038" y="922"/>
                  </a:lnTo>
                  <a:lnTo>
                    <a:pt x="6084" y="1112"/>
                  </a:lnTo>
                  <a:lnTo>
                    <a:pt x="7129" y="1302"/>
                  </a:lnTo>
                  <a:lnTo>
                    <a:pt x="8174" y="1491"/>
                  </a:lnTo>
                  <a:lnTo>
                    <a:pt x="9220" y="1680"/>
                  </a:lnTo>
                  <a:lnTo>
                    <a:pt x="10265" y="1868"/>
                  </a:lnTo>
                  <a:lnTo>
                    <a:pt x="11311" y="2055"/>
                  </a:lnTo>
                  <a:lnTo>
                    <a:pt x="12357" y="2241"/>
                  </a:lnTo>
                  <a:lnTo>
                    <a:pt x="13403" y="2427"/>
                  </a:lnTo>
                  <a:lnTo>
                    <a:pt x="14449" y="2611"/>
                  </a:lnTo>
                  <a:lnTo>
                    <a:pt x="15495" y="2793"/>
                  </a:lnTo>
                  <a:lnTo>
                    <a:pt x="16542" y="2975"/>
                  </a:lnTo>
                  <a:lnTo>
                    <a:pt x="17589" y="3155"/>
                  </a:lnTo>
                  <a:lnTo>
                    <a:pt x="18636" y="3333"/>
                  </a:lnTo>
                  <a:lnTo>
                    <a:pt x="19684" y="3510"/>
                  </a:lnTo>
                  <a:lnTo>
                    <a:pt x="20732" y="3685"/>
                  </a:lnTo>
                  <a:lnTo>
                    <a:pt x="21780" y="3858"/>
                  </a:lnTo>
                  <a:lnTo>
                    <a:pt x="22829" y="4029"/>
                  </a:lnTo>
                  <a:lnTo>
                    <a:pt x="22829" y="5362"/>
                  </a:lnTo>
                  <a:lnTo>
                    <a:pt x="22829" y="6714"/>
                  </a:lnTo>
                  <a:lnTo>
                    <a:pt x="23539" y="6672"/>
                  </a:lnTo>
                  <a:lnTo>
                    <a:pt x="25683" y="6547"/>
                  </a:lnTo>
                  <a:lnTo>
                    <a:pt x="26859" y="6625"/>
                  </a:lnTo>
                  <a:lnTo>
                    <a:pt x="27991" y="6752"/>
                  </a:lnTo>
                  <a:lnTo>
                    <a:pt x="29087" y="6924"/>
                  </a:lnTo>
                  <a:lnTo>
                    <a:pt x="30156" y="7137"/>
                  </a:lnTo>
                  <a:lnTo>
                    <a:pt x="31206" y="7386"/>
                  </a:lnTo>
                  <a:lnTo>
                    <a:pt x="32246" y="7667"/>
                  </a:lnTo>
                  <a:lnTo>
                    <a:pt x="33285" y="7975"/>
                  </a:lnTo>
                  <a:lnTo>
                    <a:pt x="34331" y="8307"/>
                  </a:lnTo>
                  <a:lnTo>
                    <a:pt x="35393" y="8658"/>
                  </a:lnTo>
                  <a:lnTo>
                    <a:pt x="36480" y="9024"/>
                  </a:lnTo>
                  <a:lnTo>
                    <a:pt x="37601" y="9400"/>
                  </a:lnTo>
                  <a:lnTo>
                    <a:pt x="38741" y="9533"/>
                  </a:lnTo>
                  <a:lnTo>
                    <a:pt x="39881" y="9657"/>
                  </a:lnTo>
                  <a:lnTo>
                    <a:pt x="41023" y="9775"/>
                  </a:lnTo>
                  <a:lnTo>
                    <a:pt x="42165" y="9885"/>
                  </a:lnTo>
                  <a:lnTo>
                    <a:pt x="43308" y="9988"/>
                  </a:lnTo>
                  <a:lnTo>
                    <a:pt x="44555" y="10175"/>
                  </a:lnTo>
                  <a:lnTo>
                    <a:pt x="45807" y="10363"/>
                  </a:lnTo>
                  <a:lnTo>
                    <a:pt x="47068" y="10552"/>
                  </a:lnTo>
                  <a:lnTo>
                    <a:pt x="48344" y="10743"/>
                  </a:lnTo>
                  <a:lnTo>
                    <a:pt x="49009" y="11741"/>
                  </a:lnTo>
                  <a:lnTo>
                    <a:pt x="49677" y="12742"/>
                  </a:lnTo>
                  <a:lnTo>
                    <a:pt x="50349" y="13751"/>
                  </a:lnTo>
                  <a:lnTo>
                    <a:pt x="51030" y="14772"/>
                  </a:lnTo>
                  <a:lnTo>
                    <a:pt x="50528" y="14814"/>
                  </a:lnTo>
                  <a:lnTo>
                    <a:pt x="50070" y="14852"/>
                  </a:lnTo>
                  <a:lnTo>
                    <a:pt x="49624" y="14889"/>
                  </a:lnTo>
                  <a:lnTo>
                    <a:pt x="49164" y="14927"/>
                  </a:lnTo>
                  <a:lnTo>
                    <a:pt x="48660" y="14969"/>
                  </a:lnTo>
                  <a:lnTo>
                    <a:pt x="48084" y="15017"/>
                  </a:lnTo>
                  <a:lnTo>
                    <a:pt x="47407" y="15074"/>
                  </a:lnTo>
                  <a:lnTo>
                    <a:pt x="46600" y="15141"/>
                  </a:lnTo>
                  <a:lnTo>
                    <a:pt x="45634" y="15221"/>
                  </a:lnTo>
                  <a:lnTo>
                    <a:pt x="44482" y="15317"/>
                  </a:lnTo>
                  <a:lnTo>
                    <a:pt x="43115" y="15431"/>
                  </a:lnTo>
                  <a:lnTo>
                    <a:pt x="41503" y="15566"/>
                  </a:lnTo>
                  <a:lnTo>
                    <a:pt x="39618" y="15723"/>
                  </a:lnTo>
                  <a:lnTo>
                    <a:pt x="37431" y="15905"/>
                  </a:lnTo>
                  <a:lnTo>
                    <a:pt x="34915" y="16115"/>
                  </a:lnTo>
                  <a:lnTo>
                    <a:pt x="34915" y="14784"/>
                  </a:lnTo>
                  <a:lnTo>
                    <a:pt x="34915" y="13444"/>
                  </a:lnTo>
                  <a:lnTo>
                    <a:pt x="34915" y="12086"/>
                  </a:lnTo>
                  <a:lnTo>
                    <a:pt x="33851" y="11953"/>
                  </a:lnTo>
                  <a:lnTo>
                    <a:pt x="32787" y="11820"/>
                  </a:lnTo>
                  <a:lnTo>
                    <a:pt x="31721" y="11687"/>
                  </a:lnTo>
                  <a:lnTo>
                    <a:pt x="30654" y="11553"/>
                  </a:lnTo>
                  <a:lnTo>
                    <a:pt x="29584" y="11420"/>
                  </a:lnTo>
                  <a:lnTo>
                    <a:pt x="28510" y="11285"/>
                  </a:lnTo>
                  <a:lnTo>
                    <a:pt x="27433" y="11151"/>
                  </a:lnTo>
                  <a:lnTo>
                    <a:pt x="26351" y="11016"/>
                  </a:lnTo>
                  <a:lnTo>
                    <a:pt x="25265" y="10880"/>
                  </a:lnTo>
                  <a:lnTo>
                    <a:pt x="24172" y="10743"/>
                  </a:lnTo>
                  <a:lnTo>
                    <a:pt x="24172" y="9410"/>
                  </a:lnTo>
                  <a:lnTo>
                    <a:pt x="24172" y="8057"/>
                  </a:lnTo>
                  <a:lnTo>
                    <a:pt x="23101" y="7895"/>
                  </a:lnTo>
                  <a:lnTo>
                    <a:pt x="22023" y="7731"/>
                  </a:lnTo>
                  <a:lnTo>
                    <a:pt x="20930" y="7565"/>
                  </a:lnTo>
                  <a:lnTo>
                    <a:pt x="18914" y="7245"/>
                  </a:lnTo>
                  <a:lnTo>
                    <a:pt x="17093" y="6956"/>
                  </a:lnTo>
                  <a:lnTo>
                    <a:pt x="15454" y="6693"/>
                  </a:lnTo>
                  <a:lnTo>
                    <a:pt x="13979" y="6452"/>
                  </a:lnTo>
                  <a:lnTo>
                    <a:pt x="12654" y="6231"/>
                  </a:lnTo>
                  <a:lnTo>
                    <a:pt x="11462" y="6024"/>
                  </a:lnTo>
                  <a:lnTo>
                    <a:pt x="10387" y="5829"/>
                  </a:lnTo>
                  <a:lnTo>
                    <a:pt x="9415" y="5642"/>
                  </a:lnTo>
                  <a:lnTo>
                    <a:pt x="8530" y="5460"/>
                  </a:lnTo>
                  <a:lnTo>
                    <a:pt x="7715" y="5278"/>
                  </a:lnTo>
                  <a:lnTo>
                    <a:pt x="6955" y="5093"/>
                  </a:lnTo>
                  <a:lnTo>
                    <a:pt x="6234" y="4901"/>
                  </a:lnTo>
                  <a:lnTo>
                    <a:pt x="5537" y="4699"/>
                  </a:lnTo>
                  <a:lnTo>
                    <a:pt x="4848" y="4482"/>
                  </a:lnTo>
                  <a:lnTo>
                    <a:pt x="4151" y="4249"/>
                  </a:lnTo>
                  <a:lnTo>
                    <a:pt x="3430" y="3993"/>
                  </a:lnTo>
                  <a:lnTo>
                    <a:pt x="2671" y="3713"/>
                  </a:lnTo>
                  <a:lnTo>
                    <a:pt x="1856" y="3404"/>
                  </a:lnTo>
                  <a:lnTo>
                    <a:pt x="971" y="3063"/>
                  </a:lnTo>
                  <a:lnTo>
                    <a:pt x="0" y="2686"/>
                  </a:lnTo>
                  <a:lnTo>
                    <a:pt x="0" y="13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909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4" name="region 232 #27060C"/>
            <p:cNvSpPr/>
            <p:nvPr/>
          </p:nvSpPr>
          <p:spPr>
            <a:xfrm>
              <a:off x="1396598" y="811101"/>
              <a:ext cx="27859" cy="14772"/>
            </a:xfrm>
            <a:custGeom>
              <a:avLst/>
              <a:gdLst/>
              <a:ahLst/>
              <a:cxnLst/>
              <a:rect l="l" t="t" r="r" b="b"/>
              <a:pathLst>
                <a:path w="27859" h="14772">
                  <a:moveTo>
                    <a:pt x="25515" y="0"/>
                  </a:moveTo>
                  <a:lnTo>
                    <a:pt x="26286" y="1687"/>
                  </a:lnTo>
                  <a:lnTo>
                    <a:pt x="26895" y="3067"/>
                  </a:lnTo>
                  <a:lnTo>
                    <a:pt x="27349" y="4203"/>
                  </a:lnTo>
                  <a:lnTo>
                    <a:pt x="27655" y="5159"/>
                  </a:lnTo>
                  <a:lnTo>
                    <a:pt x="27823" y="6001"/>
                  </a:lnTo>
                  <a:lnTo>
                    <a:pt x="27859" y="6792"/>
                  </a:lnTo>
                  <a:lnTo>
                    <a:pt x="27773" y="7598"/>
                  </a:lnTo>
                  <a:lnTo>
                    <a:pt x="27572" y="8481"/>
                  </a:lnTo>
                  <a:lnTo>
                    <a:pt x="27264" y="9508"/>
                  </a:lnTo>
                  <a:lnTo>
                    <a:pt x="26857" y="10743"/>
                  </a:lnTo>
                  <a:lnTo>
                    <a:pt x="26192" y="9745"/>
                  </a:lnTo>
                  <a:lnTo>
                    <a:pt x="25525" y="8744"/>
                  </a:lnTo>
                  <a:lnTo>
                    <a:pt x="24852" y="7735"/>
                  </a:lnTo>
                  <a:lnTo>
                    <a:pt x="24172" y="6714"/>
                  </a:lnTo>
                  <a:lnTo>
                    <a:pt x="23138" y="6862"/>
                  </a:lnTo>
                  <a:lnTo>
                    <a:pt x="22103" y="7010"/>
                  </a:lnTo>
                  <a:lnTo>
                    <a:pt x="21066" y="7158"/>
                  </a:lnTo>
                  <a:lnTo>
                    <a:pt x="20027" y="7306"/>
                  </a:lnTo>
                  <a:lnTo>
                    <a:pt x="18985" y="7455"/>
                  </a:lnTo>
                  <a:lnTo>
                    <a:pt x="17940" y="7605"/>
                  </a:lnTo>
                  <a:lnTo>
                    <a:pt x="16889" y="7755"/>
                  </a:lnTo>
                  <a:lnTo>
                    <a:pt x="15833" y="7905"/>
                  </a:lnTo>
                  <a:lnTo>
                    <a:pt x="14771" y="8057"/>
                  </a:lnTo>
                  <a:lnTo>
                    <a:pt x="14771" y="9390"/>
                  </a:lnTo>
                  <a:lnTo>
                    <a:pt x="14771" y="10743"/>
                  </a:lnTo>
                  <a:lnTo>
                    <a:pt x="14281" y="10877"/>
                  </a:lnTo>
                  <a:lnTo>
                    <a:pt x="13833" y="10999"/>
                  </a:lnTo>
                  <a:lnTo>
                    <a:pt x="13395" y="11118"/>
                  </a:lnTo>
                  <a:lnTo>
                    <a:pt x="12935" y="11244"/>
                  </a:lnTo>
                  <a:lnTo>
                    <a:pt x="12420" y="11384"/>
                  </a:lnTo>
                  <a:lnTo>
                    <a:pt x="11818" y="11548"/>
                  </a:lnTo>
                  <a:lnTo>
                    <a:pt x="11097" y="11745"/>
                  </a:lnTo>
                  <a:lnTo>
                    <a:pt x="10225" y="11983"/>
                  </a:lnTo>
                  <a:lnTo>
                    <a:pt x="9168" y="12271"/>
                  </a:lnTo>
                  <a:lnTo>
                    <a:pt x="7896" y="12618"/>
                  </a:lnTo>
                  <a:lnTo>
                    <a:pt x="6375" y="13033"/>
                  </a:lnTo>
                  <a:lnTo>
                    <a:pt x="4574" y="13524"/>
                  </a:lnTo>
                  <a:lnTo>
                    <a:pt x="2459" y="14101"/>
                  </a:lnTo>
                  <a:lnTo>
                    <a:pt x="0" y="14772"/>
                  </a:lnTo>
                  <a:lnTo>
                    <a:pt x="0" y="13439"/>
                  </a:lnTo>
                  <a:lnTo>
                    <a:pt x="0" y="12086"/>
                  </a:lnTo>
                  <a:lnTo>
                    <a:pt x="1333" y="12086"/>
                  </a:lnTo>
                  <a:lnTo>
                    <a:pt x="2686" y="12086"/>
                  </a:lnTo>
                  <a:lnTo>
                    <a:pt x="2907" y="10978"/>
                  </a:lnTo>
                  <a:lnTo>
                    <a:pt x="3129" y="9868"/>
                  </a:lnTo>
                  <a:lnTo>
                    <a:pt x="3352" y="8754"/>
                  </a:lnTo>
                  <a:lnTo>
                    <a:pt x="3576" y="7634"/>
                  </a:lnTo>
                  <a:lnTo>
                    <a:pt x="3801" y="6508"/>
                  </a:lnTo>
                  <a:lnTo>
                    <a:pt x="4028" y="5371"/>
                  </a:lnTo>
                  <a:lnTo>
                    <a:pt x="4739" y="5246"/>
                  </a:lnTo>
                  <a:lnTo>
                    <a:pt x="6882" y="4868"/>
                  </a:lnTo>
                  <a:lnTo>
                    <a:pt x="7930" y="4621"/>
                  </a:lnTo>
                  <a:lnTo>
                    <a:pt x="8972" y="4340"/>
                  </a:lnTo>
                  <a:lnTo>
                    <a:pt x="10010" y="4032"/>
                  </a:lnTo>
                  <a:lnTo>
                    <a:pt x="11044" y="3701"/>
                  </a:lnTo>
                  <a:lnTo>
                    <a:pt x="12075" y="3354"/>
                  </a:lnTo>
                  <a:lnTo>
                    <a:pt x="13104" y="2997"/>
                  </a:lnTo>
                  <a:lnTo>
                    <a:pt x="14131" y="2635"/>
                  </a:lnTo>
                  <a:lnTo>
                    <a:pt x="15157" y="2274"/>
                  </a:lnTo>
                  <a:lnTo>
                    <a:pt x="16182" y="1920"/>
                  </a:lnTo>
                  <a:lnTo>
                    <a:pt x="17208" y="1579"/>
                  </a:lnTo>
                  <a:lnTo>
                    <a:pt x="18235" y="1256"/>
                  </a:lnTo>
                  <a:lnTo>
                    <a:pt x="19264" y="957"/>
                  </a:lnTo>
                  <a:lnTo>
                    <a:pt x="20295" y="689"/>
                  </a:lnTo>
                  <a:lnTo>
                    <a:pt x="21330" y="456"/>
                  </a:lnTo>
                  <a:lnTo>
                    <a:pt x="22368" y="265"/>
                  </a:lnTo>
                  <a:lnTo>
                    <a:pt x="23412" y="122"/>
                  </a:lnTo>
                  <a:lnTo>
                    <a:pt x="24460" y="31"/>
                  </a:lnTo>
                  <a:lnTo>
                    <a:pt x="25515" y="0"/>
                  </a:lnTo>
                  <a:close/>
                </a:path>
              </a:pathLst>
            </a:custGeom>
            <a:solidFill>
              <a:srgbClr val="27060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5" name="region 233 #E5CABE"/>
            <p:cNvSpPr/>
            <p:nvPr/>
          </p:nvSpPr>
          <p:spPr>
            <a:xfrm>
              <a:off x="1236745" y="539838"/>
              <a:ext cx="5694" cy="49687"/>
            </a:xfrm>
            <a:custGeom>
              <a:avLst/>
              <a:gdLst/>
              <a:ahLst/>
              <a:cxnLst/>
              <a:rect l="l" t="t" r="r" b="b"/>
              <a:pathLst>
                <a:path w="5694" h="49687">
                  <a:moveTo>
                    <a:pt x="1393" y="0"/>
                  </a:moveTo>
                  <a:lnTo>
                    <a:pt x="1884" y="987"/>
                  </a:lnTo>
                  <a:lnTo>
                    <a:pt x="2340" y="1975"/>
                  </a:lnTo>
                  <a:lnTo>
                    <a:pt x="2762" y="2967"/>
                  </a:lnTo>
                  <a:lnTo>
                    <a:pt x="3150" y="3962"/>
                  </a:lnTo>
                  <a:lnTo>
                    <a:pt x="3506" y="4959"/>
                  </a:lnTo>
                  <a:lnTo>
                    <a:pt x="3831" y="5959"/>
                  </a:lnTo>
                  <a:lnTo>
                    <a:pt x="4126" y="6961"/>
                  </a:lnTo>
                  <a:lnTo>
                    <a:pt x="4392" y="7967"/>
                  </a:lnTo>
                  <a:lnTo>
                    <a:pt x="4630" y="8975"/>
                  </a:lnTo>
                  <a:lnTo>
                    <a:pt x="4841" y="9985"/>
                  </a:lnTo>
                  <a:lnTo>
                    <a:pt x="5026" y="10998"/>
                  </a:lnTo>
                  <a:lnTo>
                    <a:pt x="5186" y="12014"/>
                  </a:lnTo>
                  <a:lnTo>
                    <a:pt x="5322" y="13032"/>
                  </a:lnTo>
                  <a:lnTo>
                    <a:pt x="5435" y="14053"/>
                  </a:lnTo>
                  <a:lnTo>
                    <a:pt x="5526" y="15076"/>
                  </a:lnTo>
                  <a:lnTo>
                    <a:pt x="5597" y="16102"/>
                  </a:lnTo>
                  <a:lnTo>
                    <a:pt x="5648" y="17130"/>
                  </a:lnTo>
                  <a:lnTo>
                    <a:pt x="5680" y="18161"/>
                  </a:lnTo>
                  <a:lnTo>
                    <a:pt x="5694" y="19194"/>
                  </a:lnTo>
                  <a:lnTo>
                    <a:pt x="5692" y="20229"/>
                  </a:lnTo>
                  <a:lnTo>
                    <a:pt x="5674" y="21267"/>
                  </a:lnTo>
                  <a:lnTo>
                    <a:pt x="5642" y="22307"/>
                  </a:lnTo>
                  <a:lnTo>
                    <a:pt x="5597" y="23349"/>
                  </a:lnTo>
                  <a:lnTo>
                    <a:pt x="5538" y="24394"/>
                  </a:lnTo>
                  <a:lnTo>
                    <a:pt x="5469" y="25441"/>
                  </a:lnTo>
                  <a:lnTo>
                    <a:pt x="5389" y="26490"/>
                  </a:lnTo>
                  <a:lnTo>
                    <a:pt x="5299" y="27541"/>
                  </a:lnTo>
                  <a:lnTo>
                    <a:pt x="5202" y="28595"/>
                  </a:lnTo>
                  <a:lnTo>
                    <a:pt x="5097" y="29650"/>
                  </a:lnTo>
                  <a:lnTo>
                    <a:pt x="4986" y="30708"/>
                  </a:lnTo>
                  <a:lnTo>
                    <a:pt x="4869" y="31768"/>
                  </a:lnTo>
                  <a:lnTo>
                    <a:pt x="4749" y="32830"/>
                  </a:lnTo>
                  <a:lnTo>
                    <a:pt x="4625" y="33894"/>
                  </a:lnTo>
                  <a:lnTo>
                    <a:pt x="4500" y="34960"/>
                  </a:lnTo>
                  <a:lnTo>
                    <a:pt x="4373" y="36028"/>
                  </a:lnTo>
                  <a:lnTo>
                    <a:pt x="4246" y="37098"/>
                  </a:lnTo>
                  <a:lnTo>
                    <a:pt x="4088" y="38509"/>
                  </a:lnTo>
                  <a:lnTo>
                    <a:pt x="3927" y="39942"/>
                  </a:lnTo>
                  <a:lnTo>
                    <a:pt x="3690" y="41769"/>
                  </a:lnTo>
                  <a:lnTo>
                    <a:pt x="3481" y="43251"/>
                  </a:lnTo>
                  <a:lnTo>
                    <a:pt x="3278" y="44446"/>
                  </a:lnTo>
                  <a:lnTo>
                    <a:pt x="3057" y="45412"/>
                  </a:lnTo>
                  <a:lnTo>
                    <a:pt x="2794" y="46209"/>
                  </a:lnTo>
                  <a:lnTo>
                    <a:pt x="2468" y="46894"/>
                  </a:lnTo>
                  <a:lnTo>
                    <a:pt x="2053" y="47526"/>
                  </a:lnTo>
                  <a:lnTo>
                    <a:pt x="1527" y="48163"/>
                  </a:lnTo>
                  <a:lnTo>
                    <a:pt x="867" y="48864"/>
                  </a:lnTo>
                  <a:lnTo>
                    <a:pt x="50" y="49687"/>
                  </a:lnTo>
                  <a:lnTo>
                    <a:pt x="35" y="48628"/>
                  </a:lnTo>
                  <a:lnTo>
                    <a:pt x="22" y="47569"/>
                  </a:lnTo>
                  <a:lnTo>
                    <a:pt x="13" y="46511"/>
                  </a:lnTo>
                  <a:lnTo>
                    <a:pt x="6" y="45452"/>
                  </a:lnTo>
                  <a:lnTo>
                    <a:pt x="2" y="44394"/>
                  </a:lnTo>
                  <a:lnTo>
                    <a:pt x="0" y="43336"/>
                  </a:lnTo>
                  <a:lnTo>
                    <a:pt x="1" y="42277"/>
                  </a:lnTo>
                  <a:lnTo>
                    <a:pt x="4" y="41220"/>
                  </a:lnTo>
                  <a:lnTo>
                    <a:pt x="10" y="40162"/>
                  </a:lnTo>
                  <a:lnTo>
                    <a:pt x="18" y="39104"/>
                  </a:lnTo>
                  <a:lnTo>
                    <a:pt x="28" y="38047"/>
                  </a:lnTo>
                  <a:lnTo>
                    <a:pt x="40" y="36989"/>
                  </a:lnTo>
                  <a:lnTo>
                    <a:pt x="55" y="35932"/>
                  </a:lnTo>
                  <a:lnTo>
                    <a:pt x="71" y="34875"/>
                  </a:lnTo>
                  <a:lnTo>
                    <a:pt x="90" y="33817"/>
                  </a:lnTo>
                  <a:lnTo>
                    <a:pt x="111" y="32760"/>
                  </a:lnTo>
                  <a:lnTo>
                    <a:pt x="133" y="31703"/>
                  </a:lnTo>
                  <a:lnTo>
                    <a:pt x="158" y="30647"/>
                  </a:lnTo>
                  <a:lnTo>
                    <a:pt x="184" y="29590"/>
                  </a:lnTo>
                  <a:lnTo>
                    <a:pt x="212" y="28533"/>
                  </a:lnTo>
                  <a:lnTo>
                    <a:pt x="241" y="27476"/>
                  </a:lnTo>
                  <a:lnTo>
                    <a:pt x="272" y="26420"/>
                  </a:lnTo>
                  <a:lnTo>
                    <a:pt x="305" y="25363"/>
                  </a:lnTo>
                  <a:lnTo>
                    <a:pt x="339" y="24306"/>
                  </a:lnTo>
                  <a:lnTo>
                    <a:pt x="375" y="23250"/>
                  </a:lnTo>
                  <a:lnTo>
                    <a:pt x="412" y="22193"/>
                  </a:lnTo>
                  <a:lnTo>
                    <a:pt x="450" y="21137"/>
                  </a:lnTo>
                  <a:lnTo>
                    <a:pt x="489" y="20080"/>
                  </a:lnTo>
                  <a:lnTo>
                    <a:pt x="530" y="19024"/>
                  </a:lnTo>
                  <a:lnTo>
                    <a:pt x="571" y="17967"/>
                  </a:lnTo>
                  <a:lnTo>
                    <a:pt x="614" y="16911"/>
                  </a:lnTo>
                  <a:lnTo>
                    <a:pt x="658" y="15854"/>
                  </a:lnTo>
                  <a:lnTo>
                    <a:pt x="703" y="14798"/>
                  </a:lnTo>
                  <a:lnTo>
                    <a:pt x="748" y="13741"/>
                  </a:lnTo>
                  <a:lnTo>
                    <a:pt x="795" y="12685"/>
                  </a:lnTo>
                  <a:lnTo>
                    <a:pt x="842" y="11628"/>
                  </a:lnTo>
                  <a:lnTo>
                    <a:pt x="890" y="10571"/>
                  </a:lnTo>
                  <a:lnTo>
                    <a:pt x="938" y="9515"/>
                  </a:lnTo>
                  <a:lnTo>
                    <a:pt x="987" y="8458"/>
                  </a:lnTo>
                  <a:lnTo>
                    <a:pt x="1037" y="7401"/>
                  </a:lnTo>
                  <a:lnTo>
                    <a:pt x="1087" y="6344"/>
                  </a:lnTo>
                  <a:lnTo>
                    <a:pt x="1137" y="5287"/>
                  </a:lnTo>
                  <a:lnTo>
                    <a:pt x="1188" y="4230"/>
                  </a:lnTo>
                  <a:lnTo>
                    <a:pt x="1239" y="3173"/>
                  </a:lnTo>
                  <a:lnTo>
                    <a:pt x="1290" y="2115"/>
                  </a:lnTo>
                  <a:lnTo>
                    <a:pt x="1341" y="1058"/>
                  </a:lnTo>
                  <a:lnTo>
                    <a:pt x="1393" y="0"/>
                  </a:lnTo>
                  <a:close/>
                </a:path>
              </a:pathLst>
            </a:custGeom>
            <a:solidFill>
              <a:srgbClr val="E5CAB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6" name="region 234 #1E384E"/>
            <p:cNvSpPr/>
            <p:nvPr/>
          </p:nvSpPr>
          <p:spPr>
            <a:xfrm>
              <a:off x="2476023" y="698299"/>
              <a:ext cx="15024" cy="38943"/>
            </a:xfrm>
            <a:custGeom>
              <a:avLst/>
              <a:gdLst/>
              <a:ahLst/>
              <a:cxnLst/>
              <a:rect l="l" t="t" r="r" b="b"/>
              <a:pathLst>
                <a:path w="15024" h="38943">
                  <a:moveTo>
                    <a:pt x="13682" y="0"/>
                  </a:moveTo>
                  <a:lnTo>
                    <a:pt x="14348" y="0"/>
                  </a:lnTo>
                  <a:lnTo>
                    <a:pt x="15024" y="0"/>
                  </a:lnTo>
                  <a:lnTo>
                    <a:pt x="14912" y="1210"/>
                  </a:lnTo>
                  <a:lnTo>
                    <a:pt x="14786" y="2375"/>
                  </a:lnTo>
                  <a:lnTo>
                    <a:pt x="14645" y="3501"/>
                  </a:lnTo>
                  <a:lnTo>
                    <a:pt x="14488" y="4592"/>
                  </a:lnTo>
                  <a:lnTo>
                    <a:pt x="14312" y="5653"/>
                  </a:lnTo>
                  <a:lnTo>
                    <a:pt x="14117" y="6688"/>
                  </a:lnTo>
                  <a:lnTo>
                    <a:pt x="13900" y="7701"/>
                  </a:lnTo>
                  <a:lnTo>
                    <a:pt x="13661" y="8699"/>
                  </a:lnTo>
                  <a:lnTo>
                    <a:pt x="13397" y="9685"/>
                  </a:lnTo>
                  <a:lnTo>
                    <a:pt x="13106" y="10664"/>
                  </a:lnTo>
                  <a:lnTo>
                    <a:pt x="12788" y="11640"/>
                  </a:lnTo>
                  <a:lnTo>
                    <a:pt x="12441" y="12619"/>
                  </a:lnTo>
                  <a:lnTo>
                    <a:pt x="12063" y="13604"/>
                  </a:lnTo>
                  <a:lnTo>
                    <a:pt x="11652" y="14602"/>
                  </a:lnTo>
                  <a:lnTo>
                    <a:pt x="11208" y="15615"/>
                  </a:lnTo>
                  <a:lnTo>
                    <a:pt x="10727" y="16650"/>
                  </a:lnTo>
                  <a:lnTo>
                    <a:pt x="10209" y="17710"/>
                  </a:lnTo>
                  <a:lnTo>
                    <a:pt x="9653" y="18800"/>
                  </a:lnTo>
                  <a:lnTo>
                    <a:pt x="9344" y="19867"/>
                  </a:lnTo>
                  <a:lnTo>
                    <a:pt x="9048" y="20935"/>
                  </a:lnTo>
                  <a:lnTo>
                    <a:pt x="8765" y="22005"/>
                  </a:lnTo>
                  <a:lnTo>
                    <a:pt x="8491" y="23076"/>
                  </a:lnTo>
                  <a:lnTo>
                    <a:pt x="8226" y="24148"/>
                  </a:lnTo>
                  <a:lnTo>
                    <a:pt x="7967" y="25223"/>
                  </a:lnTo>
                  <a:lnTo>
                    <a:pt x="7714" y="26299"/>
                  </a:lnTo>
                  <a:lnTo>
                    <a:pt x="7464" y="27378"/>
                  </a:lnTo>
                  <a:lnTo>
                    <a:pt x="7216" y="28459"/>
                  </a:lnTo>
                  <a:lnTo>
                    <a:pt x="6967" y="29543"/>
                  </a:lnTo>
                  <a:lnTo>
                    <a:pt x="6635" y="30541"/>
                  </a:lnTo>
                  <a:lnTo>
                    <a:pt x="6301" y="31542"/>
                  </a:lnTo>
                  <a:lnTo>
                    <a:pt x="5964" y="32551"/>
                  </a:lnTo>
                  <a:lnTo>
                    <a:pt x="5624" y="33572"/>
                  </a:lnTo>
                  <a:lnTo>
                    <a:pt x="4291" y="33572"/>
                  </a:lnTo>
                  <a:lnTo>
                    <a:pt x="2938" y="33572"/>
                  </a:lnTo>
                  <a:lnTo>
                    <a:pt x="2672" y="34636"/>
                  </a:lnTo>
                  <a:lnTo>
                    <a:pt x="2406" y="35702"/>
                  </a:lnTo>
                  <a:lnTo>
                    <a:pt x="2138" y="36774"/>
                  </a:lnTo>
                  <a:lnTo>
                    <a:pt x="1868" y="37853"/>
                  </a:lnTo>
                  <a:lnTo>
                    <a:pt x="1596" y="38943"/>
                  </a:lnTo>
                  <a:lnTo>
                    <a:pt x="938" y="38259"/>
                  </a:lnTo>
                  <a:lnTo>
                    <a:pt x="527" y="37659"/>
                  </a:lnTo>
                  <a:lnTo>
                    <a:pt x="284" y="36907"/>
                  </a:lnTo>
                  <a:lnTo>
                    <a:pt x="134" y="35763"/>
                  </a:lnTo>
                  <a:lnTo>
                    <a:pt x="0" y="33991"/>
                  </a:lnTo>
                  <a:lnTo>
                    <a:pt x="82" y="32857"/>
                  </a:lnTo>
                  <a:lnTo>
                    <a:pt x="195" y="31760"/>
                  </a:lnTo>
                  <a:lnTo>
                    <a:pt x="339" y="30694"/>
                  </a:lnTo>
                  <a:lnTo>
                    <a:pt x="514" y="29653"/>
                  </a:lnTo>
                  <a:lnTo>
                    <a:pt x="719" y="28631"/>
                  </a:lnTo>
                  <a:lnTo>
                    <a:pt x="953" y="27621"/>
                  </a:lnTo>
                  <a:lnTo>
                    <a:pt x="1215" y="26618"/>
                  </a:lnTo>
                  <a:lnTo>
                    <a:pt x="1506" y="25615"/>
                  </a:lnTo>
                  <a:lnTo>
                    <a:pt x="1824" y="24606"/>
                  </a:lnTo>
                  <a:lnTo>
                    <a:pt x="2170" y="23586"/>
                  </a:lnTo>
                  <a:lnTo>
                    <a:pt x="2541" y="22548"/>
                  </a:lnTo>
                  <a:lnTo>
                    <a:pt x="2938" y="21486"/>
                  </a:lnTo>
                  <a:lnTo>
                    <a:pt x="4271" y="21486"/>
                  </a:lnTo>
                  <a:lnTo>
                    <a:pt x="5624" y="21486"/>
                  </a:lnTo>
                  <a:lnTo>
                    <a:pt x="5846" y="20314"/>
                  </a:lnTo>
                  <a:lnTo>
                    <a:pt x="6070" y="19125"/>
                  </a:lnTo>
                  <a:lnTo>
                    <a:pt x="6489" y="17064"/>
                  </a:lnTo>
                  <a:lnTo>
                    <a:pt x="6870" y="15205"/>
                  </a:lnTo>
                  <a:lnTo>
                    <a:pt x="7218" y="13535"/>
                  </a:lnTo>
                  <a:lnTo>
                    <a:pt x="7539" y="12038"/>
                  </a:lnTo>
                  <a:lnTo>
                    <a:pt x="7839" y="10700"/>
                  </a:lnTo>
                  <a:lnTo>
                    <a:pt x="8123" y="9507"/>
                  </a:lnTo>
                  <a:lnTo>
                    <a:pt x="8398" y="8445"/>
                  </a:lnTo>
                  <a:lnTo>
                    <a:pt x="8669" y="7499"/>
                  </a:lnTo>
                  <a:lnTo>
                    <a:pt x="8941" y="6655"/>
                  </a:lnTo>
                  <a:lnTo>
                    <a:pt x="9221" y="5899"/>
                  </a:lnTo>
                  <a:lnTo>
                    <a:pt x="9514" y="5216"/>
                  </a:lnTo>
                  <a:lnTo>
                    <a:pt x="9826" y="4592"/>
                  </a:lnTo>
                  <a:lnTo>
                    <a:pt x="10162" y="4013"/>
                  </a:lnTo>
                  <a:lnTo>
                    <a:pt x="10528" y="3464"/>
                  </a:lnTo>
                  <a:lnTo>
                    <a:pt x="10931" y="2930"/>
                  </a:lnTo>
                  <a:lnTo>
                    <a:pt x="11375" y="2398"/>
                  </a:lnTo>
                  <a:lnTo>
                    <a:pt x="11866" y="1854"/>
                  </a:lnTo>
                  <a:lnTo>
                    <a:pt x="12411" y="1282"/>
                  </a:lnTo>
                  <a:lnTo>
                    <a:pt x="13014" y="669"/>
                  </a:lnTo>
                  <a:lnTo>
                    <a:pt x="13682" y="0"/>
                  </a:lnTo>
                  <a:close/>
                </a:path>
              </a:pathLst>
            </a:custGeom>
            <a:solidFill>
              <a:srgbClr val="1E384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7" name="region 235 #737676"/>
            <p:cNvSpPr/>
            <p:nvPr/>
          </p:nvSpPr>
          <p:spPr>
            <a:xfrm>
              <a:off x="1641002" y="676813"/>
              <a:ext cx="28201" cy="29543"/>
            </a:xfrm>
            <a:custGeom>
              <a:avLst/>
              <a:gdLst/>
              <a:ahLst/>
              <a:cxnLst/>
              <a:rect l="l" t="t" r="r" b="b"/>
              <a:pathLst>
                <a:path w="28201" h="29543">
                  <a:moveTo>
                    <a:pt x="2686" y="0"/>
                  </a:moveTo>
                  <a:lnTo>
                    <a:pt x="3685" y="918"/>
                  </a:lnTo>
                  <a:lnTo>
                    <a:pt x="4394" y="1587"/>
                  </a:lnTo>
                  <a:lnTo>
                    <a:pt x="5007" y="2199"/>
                  </a:lnTo>
                  <a:lnTo>
                    <a:pt x="5716" y="2948"/>
                  </a:lnTo>
                  <a:lnTo>
                    <a:pt x="6715" y="4028"/>
                  </a:lnTo>
                  <a:lnTo>
                    <a:pt x="6715" y="5361"/>
                  </a:lnTo>
                  <a:lnTo>
                    <a:pt x="6715" y="6714"/>
                  </a:lnTo>
                  <a:lnTo>
                    <a:pt x="7713" y="7047"/>
                  </a:lnTo>
                  <a:lnTo>
                    <a:pt x="8714" y="7380"/>
                  </a:lnTo>
                  <a:lnTo>
                    <a:pt x="9723" y="7717"/>
                  </a:lnTo>
                  <a:lnTo>
                    <a:pt x="10744" y="8057"/>
                  </a:lnTo>
                  <a:lnTo>
                    <a:pt x="10744" y="9390"/>
                  </a:lnTo>
                  <a:lnTo>
                    <a:pt x="10744" y="10743"/>
                  </a:lnTo>
                  <a:lnTo>
                    <a:pt x="12076" y="10743"/>
                  </a:lnTo>
                  <a:lnTo>
                    <a:pt x="13429" y="10743"/>
                  </a:lnTo>
                  <a:lnTo>
                    <a:pt x="13429" y="12075"/>
                  </a:lnTo>
                  <a:lnTo>
                    <a:pt x="13429" y="13428"/>
                  </a:lnTo>
                  <a:lnTo>
                    <a:pt x="14762" y="13428"/>
                  </a:lnTo>
                  <a:lnTo>
                    <a:pt x="16115" y="13428"/>
                  </a:lnTo>
                  <a:lnTo>
                    <a:pt x="17063" y="14412"/>
                  </a:lnTo>
                  <a:lnTo>
                    <a:pt x="17772" y="15160"/>
                  </a:lnTo>
                  <a:lnTo>
                    <a:pt x="18370" y="15817"/>
                  </a:lnTo>
                  <a:lnTo>
                    <a:pt x="18990" y="16531"/>
                  </a:lnTo>
                  <a:lnTo>
                    <a:pt x="19762" y="17448"/>
                  </a:lnTo>
                  <a:lnTo>
                    <a:pt x="20815" y="18717"/>
                  </a:lnTo>
                  <a:lnTo>
                    <a:pt x="22138" y="20302"/>
                  </a:lnTo>
                  <a:lnTo>
                    <a:pt x="23193" y="21549"/>
                  </a:lnTo>
                  <a:lnTo>
                    <a:pt x="24041" y="22514"/>
                  </a:lnTo>
                  <a:lnTo>
                    <a:pt x="24744" y="23254"/>
                  </a:lnTo>
                  <a:lnTo>
                    <a:pt x="25362" y="23822"/>
                  </a:lnTo>
                  <a:lnTo>
                    <a:pt x="25956" y="24277"/>
                  </a:lnTo>
                  <a:lnTo>
                    <a:pt x="26587" y="24673"/>
                  </a:lnTo>
                  <a:lnTo>
                    <a:pt x="27315" y="25067"/>
                  </a:lnTo>
                  <a:lnTo>
                    <a:pt x="28201" y="25514"/>
                  </a:lnTo>
                  <a:lnTo>
                    <a:pt x="28201" y="26845"/>
                  </a:lnTo>
                  <a:lnTo>
                    <a:pt x="28201" y="28185"/>
                  </a:lnTo>
                  <a:lnTo>
                    <a:pt x="28201" y="29543"/>
                  </a:lnTo>
                  <a:lnTo>
                    <a:pt x="27089" y="29307"/>
                  </a:lnTo>
                  <a:lnTo>
                    <a:pt x="26014" y="29013"/>
                  </a:lnTo>
                  <a:lnTo>
                    <a:pt x="24973" y="28665"/>
                  </a:lnTo>
                  <a:lnTo>
                    <a:pt x="23965" y="28265"/>
                  </a:lnTo>
                  <a:lnTo>
                    <a:pt x="22989" y="27816"/>
                  </a:lnTo>
                  <a:lnTo>
                    <a:pt x="22042" y="27321"/>
                  </a:lnTo>
                  <a:lnTo>
                    <a:pt x="21122" y="26782"/>
                  </a:lnTo>
                  <a:lnTo>
                    <a:pt x="20228" y="26203"/>
                  </a:lnTo>
                  <a:lnTo>
                    <a:pt x="19358" y="25586"/>
                  </a:lnTo>
                  <a:lnTo>
                    <a:pt x="18510" y="24934"/>
                  </a:lnTo>
                  <a:lnTo>
                    <a:pt x="17682" y="24250"/>
                  </a:lnTo>
                  <a:lnTo>
                    <a:pt x="16872" y="23537"/>
                  </a:lnTo>
                  <a:lnTo>
                    <a:pt x="16078" y="22798"/>
                  </a:lnTo>
                  <a:lnTo>
                    <a:pt x="15299" y="22035"/>
                  </a:lnTo>
                  <a:lnTo>
                    <a:pt x="14533" y="21251"/>
                  </a:lnTo>
                  <a:lnTo>
                    <a:pt x="13777" y="20449"/>
                  </a:lnTo>
                  <a:lnTo>
                    <a:pt x="13031" y="19633"/>
                  </a:lnTo>
                  <a:lnTo>
                    <a:pt x="12291" y="18804"/>
                  </a:lnTo>
                  <a:lnTo>
                    <a:pt x="11557" y="17966"/>
                  </a:lnTo>
                  <a:lnTo>
                    <a:pt x="10827" y="17121"/>
                  </a:lnTo>
                  <a:lnTo>
                    <a:pt x="10131" y="15953"/>
                  </a:lnTo>
                  <a:lnTo>
                    <a:pt x="9709" y="15107"/>
                  </a:lnTo>
                  <a:lnTo>
                    <a:pt x="9492" y="14342"/>
                  </a:lnTo>
                  <a:lnTo>
                    <a:pt x="9412" y="13415"/>
                  </a:lnTo>
                  <a:lnTo>
                    <a:pt x="9401" y="12085"/>
                  </a:lnTo>
                  <a:lnTo>
                    <a:pt x="8068" y="12085"/>
                  </a:lnTo>
                  <a:lnTo>
                    <a:pt x="6715" y="12085"/>
                  </a:lnTo>
                  <a:lnTo>
                    <a:pt x="5172" y="10394"/>
                  </a:lnTo>
                  <a:lnTo>
                    <a:pt x="3886" y="8972"/>
                  </a:lnTo>
                  <a:lnTo>
                    <a:pt x="2833" y="7781"/>
                  </a:lnTo>
                  <a:lnTo>
                    <a:pt x="1990" y="6785"/>
                  </a:lnTo>
                  <a:lnTo>
                    <a:pt x="1333" y="5946"/>
                  </a:lnTo>
                  <a:lnTo>
                    <a:pt x="840" y="5227"/>
                  </a:lnTo>
                  <a:lnTo>
                    <a:pt x="486" y="4591"/>
                  </a:lnTo>
                  <a:lnTo>
                    <a:pt x="249" y="4000"/>
                  </a:lnTo>
                  <a:lnTo>
                    <a:pt x="105" y="3417"/>
                  </a:lnTo>
                  <a:lnTo>
                    <a:pt x="32" y="2804"/>
                  </a:lnTo>
                  <a:lnTo>
                    <a:pt x="4" y="2125"/>
                  </a:lnTo>
                  <a:lnTo>
                    <a:pt x="0" y="1342"/>
                  </a:lnTo>
                  <a:lnTo>
                    <a:pt x="1333" y="676"/>
                  </a:lnTo>
                  <a:lnTo>
                    <a:pt x="2686" y="0"/>
                  </a:lnTo>
                  <a:close/>
                </a:path>
              </a:pathLst>
            </a:custGeom>
            <a:solidFill>
              <a:srgbClr val="73767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8" name="region 236 #2B1B15"/>
            <p:cNvSpPr/>
            <p:nvPr/>
          </p:nvSpPr>
          <p:spPr>
            <a:xfrm>
              <a:off x="1442585" y="158460"/>
              <a:ext cx="7860" cy="32229"/>
            </a:xfrm>
            <a:custGeom>
              <a:avLst/>
              <a:gdLst/>
              <a:ahLst/>
              <a:cxnLst/>
              <a:rect l="l" t="t" r="r" b="b"/>
              <a:pathLst>
                <a:path w="7860" h="32229">
                  <a:moveTo>
                    <a:pt x="3699" y="0"/>
                  </a:moveTo>
                  <a:lnTo>
                    <a:pt x="4386" y="1060"/>
                  </a:lnTo>
                  <a:lnTo>
                    <a:pt x="5002" y="2078"/>
                  </a:lnTo>
                  <a:lnTo>
                    <a:pt x="5550" y="3063"/>
                  </a:lnTo>
                  <a:lnTo>
                    <a:pt x="6033" y="4028"/>
                  </a:lnTo>
                  <a:lnTo>
                    <a:pt x="6453" y="4981"/>
                  </a:lnTo>
                  <a:lnTo>
                    <a:pt x="6812" y="5933"/>
                  </a:lnTo>
                  <a:lnTo>
                    <a:pt x="7114" y="6895"/>
                  </a:lnTo>
                  <a:lnTo>
                    <a:pt x="7361" y="7876"/>
                  </a:lnTo>
                  <a:lnTo>
                    <a:pt x="7555" y="8888"/>
                  </a:lnTo>
                  <a:lnTo>
                    <a:pt x="7699" y="9940"/>
                  </a:lnTo>
                  <a:lnTo>
                    <a:pt x="7797" y="11044"/>
                  </a:lnTo>
                  <a:lnTo>
                    <a:pt x="7849" y="12208"/>
                  </a:lnTo>
                  <a:lnTo>
                    <a:pt x="7860" y="13445"/>
                  </a:lnTo>
                  <a:lnTo>
                    <a:pt x="7852" y="14974"/>
                  </a:lnTo>
                  <a:lnTo>
                    <a:pt x="7846" y="16527"/>
                  </a:lnTo>
                  <a:lnTo>
                    <a:pt x="7835" y="17582"/>
                  </a:lnTo>
                  <a:lnTo>
                    <a:pt x="7823" y="18646"/>
                  </a:lnTo>
                  <a:lnTo>
                    <a:pt x="7811" y="19724"/>
                  </a:lnTo>
                  <a:lnTo>
                    <a:pt x="7806" y="20795"/>
                  </a:lnTo>
                  <a:lnTo>
                    <a:pt x="7800" y="21874"/>
                  </a:lnTo>
                  <a:lnTo>
                    <a:pt x="7794" y="22968"/>
                  </a:lnTo>
                  <a:lnTo>
                    <a:pt x="7787" y="24099"/>
                  </a:lnTo>
                  <a:lnTo>
                    <a:pt x="7778" y="25230"/>
                  </a:lnTo>
                  <a:lnTo>
                    <a:pt x="7769" y="26362"/>
                  </a:lnTo>
                  <a:lnTo>
                    <a:pt x="7760" y="27493"/>
                  </a:lnTo>
                  <a:lnTo>
                    <a:pt x="7749" y="28624"/>
                  </a:lnTo>
                  <a:lnTo>
                    <a:pt x="7739" y="29755"/>
                  </a:lnTo>
                  <a:lnTo>
                    <a:pt x="7728" y="30886"/>
                  </a:lnTo>
                  <a:lnTo>
                    <a:pt x="7062" y="30886"/>
                  </a:lnTo>
                  <a:lnTo>
                    <a:pt x="6385" y="30886"/>
                  </a:lnTo>
                  <a:lnTo>
                    <a:pt x="6385" y="29778"/>
                  </a:lnTo>
                  <a:lnTo>
                    <a:pt x="6385" y="28668"/>
                  </a:lnTo>
                  <a:lnTo>
                    <a:pt x="6385" y="27554"/>
                  </a:lnTo>
                  <a:lnTo>
                    <a:pt x="6385" y="26435"/>
                  </a:lnTo>
                  <a:lnTo>
                    <a:pt x="6385" y="25308"/>
                  </a:lnTo>
                  <a:lnTo>
                    <a:pt x="6385" y="24172"/>
                  </a:lnTo>
                  <a:lnTo>
                    <a:pt x="5052" y="24172"/>
                  </a:lnTo>
                  <a:lnTo>
                    <a:pt x="3699" y="24172"/>
                  </a:lnTo>
                  <a:lnTo>
                    <a:pt x="3699" y="25311"/>
                  </a:lnTo>
                  <a:lnTo>
                    <a:pt x="3699" y="26453"/>
                  </a:lnTo>
                  <a:lnTo>
                    <a:pt x="3699" y="27597"/>
                  </a:lnTo>
                  <a:lnTo>
                    <a:pt x="3699" y="28745"/>
                  </a:lnTo>
                  <a:lnTo>
                    <a:pt x="3699" y="29899"/>
                  </a:lnTo>
                  <a:lnTo>
                    <a:pt x="3699" y="31060"/>
                  </a:lnTo>
                  <a:lnTo>
                    <a:pt x="3699" y="32229"/>
                  </a:lnTo>
                  <a:lnTo>
                    <a:pt x="3033" y="32229"/>
                  </a:lnTo>
                  <a:lnTo>
                    <a:pt x="2357" y="32229"/>
                  </a:lnTo>
                  <a:lnTo>
                    <a:pt x="2086" y="31139"/>
                  </a:lnTo>
                  <a:lnTo>
                    <a:pt x="1828" y="30056"/>
                  </a:lnTo>
                  <a:lnTo>
                    <a:pt x="1584" y="28980"/>
                  </a:lnTo>
                  <a:lnTo>
                    <a:pt x="1353" y="27909"/>
                  </a:lnTo>
                  <a:lnTo>
                    <a:pt x="1137" y="26845"/>
                  </a:lnTo>
                  <a:lnTo>
                    <a:pt x="937" y="25786"/>
                  </a:lnTo>
                  <a:lnTo>
                    <a:pt x="754" y="24731"/>
                  </a:lnTo>
                  <a:lnTo>
                    <a:pt x="589" y="23682"/>
                  </a:lnTo>
                  <a:lnTo>
                    <a:pt x="442" y="22637"/>
                  </a:lnTo>
                  <a:lnTo>
                    <a:pt x="315" y="21595"/>
                  </a:lnTo>
                  <a:lnTo>
                    <a:pt x="207" y="20558"/>
                  </a:lnTo>
                  <a:lnTo>
                    <a:pt x="121" y="19523"/>
                  </a:lnTo>
                  <a:lnTo>
                    <a:pt x="58" y="18492"/>
                  </a:lnTo>
                  <a:lnTo>
                    <a:pt x="17" y="17463"/>
                  </a:lnTo>
                  <a:lnTo>
                    <a:pt x="0" y="16436"/>
                  </a:lnTo>
                  <a:lnTo>
                    <a:pt x="8" y="15411"/>
                  </a:lnTo>
                  <a:lnTo>
                    <a:pt x="41" y="14387"/>
                  </a:lnTo>
                  <a:lnTo>
                    <a:pt x="101" y="13364"/>
                  </a:lnTo>
                  <a:lnTo>
                    <a:pt x="188" y="12342"/>
                  </a:lnTo>
                  <a:lnTo>
                    <a:pt x="304" y="11320"/>
                  </a:lnTo>
                  <a:lnTo>
                    <a:pt x="449" y="10299"/>
                  </a:lnTo>
                  <a:lnTo>
                    <a:pt x="624" y="9276"/>
                  </a:lnTo>
                  <a:lnTo>
                    <a:pt x="830" y="8254"/>
                  </a:lnTo>
                  <a:lnTo>
                    <a:pt x="1068" y="7230"/>
                  </a:lnTo>
                  <a:lnTo>
                    <a:pt x="1338" y="6204"/>
                  </a:lnTo>
                  <a:lnTo>
                    <a:pt x="1642" y="5177"/>
                  </a:lnTo>
                  <a:lnTo>
                    <a:pt x="1981" y="4147"/>
                  </a:lnTo>
                  <a:lnTo>
                    <a:pt x="2355" y="3115"/>
                  </a:lnTo>
                  <a:lnTo>
                    <a:pt x="2766" y="2080"/>
                  </a:lnTo>
                  <a:lnTo>
                    <a:pt x="3214" y="1042"/>
                  </a:lnTo>
                  <a:lnTo>
                    <a:pt x="3699" y="0"/>
                  </a:lnTo>
                  <a:close/>
                </a:path>
              </a:pathLst>
            </a:custGeom>
            <a:solidFill>
              <a:srgbClr val="2B1B1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9" name="region 237 #49494A"/>
            <p:cNvSpPr/>
            <p:nvPr/>
          </p:nvSpPr>
          <p:spPr>
            <a:xfrm>
              <a:off x="2836073" y="735899"/>
              <a:ext cx="6981" cy="53716"/>
            </a:xfrm>
            <a:custGeom>
              <a:avLst/>
              <a:gdLst/>
              <a:ahLst/>
              <a:cxnLst/>
              <a:rect l="l" t="t" r="r" b="b"/>
              <a:pathLst>
                <a:path w="6981" h="53716">
                  <a:moveTo>
                    <a:pt x="95" y="0"/>
                  </a:moveTo>
                  <a:lnTo>
                    <a:pt x="1428" y="0"/>
                  </a:lnTo>
                  <a:lnTo>
                    <a:pt x="2781" y="0"/>
                  </a:lnTo>
                  <a:lnTo>
                    <a:pt x="3274" y="944"/>
                  </a:lnTo>
                  <a:lnTo>
                    <a:pt x="3729" y="1899"/>
                  </a:lnTo>
                  <a:lnTo>
                    <a:pt x="4147" y="2865"/>
                  </a:lnTo>
                  <a:lnTo>
                    <a:pt x="4531" y="3842"/>
                  </a:lnTo>
                  <a:lnTo>
                    <a:pt x="4881" y="4828"/>
                  </a:lnTo>
                  <a:lnTo>
                    <a:pt x="5198" y="5823"/>
                  </a:lnTo>
                  <a:lnTo>
                    <a:pt x="5485" y="6827"/>
                  </a:lnTo>
                  <a:lnTo>
                    <a:pt x="5742" y="7840"/>
                  </a:lnTo>
                  <a:lnTo>
                    <a:pt x="5970" y="8860"/>
                  </a:lnTo>
                  <a:lnTo>
                    <a:pt x="6172" y="9887"/>
                  </a:lnTo>
                  <a:lnTo>
                    <a:pt x="6347" y="10921"/>
                  </a:lnTo>
                  <a:lnTo>
                    <a:pt x="6498" y="11961"/>
                  </a:lnTo>
                  <a:lnTo>
                    <a:pt x="6626" y="13006"/>
                  </a:lnTo>
                  <a:lnTo>
                    <a:pt x="6732" y="14057"/>
                  </a:lnTo>
                  <a:lnTo>
                    <a:pt x="6817" y="15112"/>
                  </a:lnTo>
                  <a:lnTo>
                    <a:pt x="6883" y="16171"/>
                  </a:lnTo>
                  <a:lnTo>
                    <a:pt x="6931" y="17233"/>
                  </a:lnTo>
                  <a:lnTo>
                    <a:pt x="6963" y="18299"/>
                  </a:lnTo>
                  <a:lnTo>
                    <a:pt x="6979" y="19366"/>
                  </a:lnTo>
                  <a:lnTo>
                    <a:pt x="6981" y="20436"/>
                  </a:lnTo>
                  <a:lnTo>
                    <a:pt x="6971" y="21507"/>
                  </a:lnTo>
                  <a:lnTo>
                    <a:pt x="6949" y="22578"/>
                  </a:lnTo>
                  <a:lnTo>
                    <a:pt x="6917" y="23650"/>
                  </a:lnTo>
                  <a:lnTo>
                    <a:pt x="6876" y="24722"/>
                  </a:lnTo>
                  <a:lnTo>
                    <a:pt x="6828" y="25793"/>
                  </a:lnTo>
                  <a:lnTo>
                    <a:pt x="6773" y="26863"/>
                  </a:lnTo>
                  <a:lnTo>
                    <a:pt x="6714" y="27930"/>
                  </a:lnTo>
                  <a:lnTo>
                    <a:pt x="6651" y="28996"/>
                  </a:lnTo>
                  <a:lnTo>
                    <a:pt x="6586" y="30058"/>
                  </a:lnTo>
                  <a:lnTo>
                    <a:pt x="6520" y="31117"/>
                  </a:lnTo>
                  <a:lnTo>
                    <a:pt x="6454" y="32172"/>
                  </a:lnTo>
                  <a:lnTo>
                    <a:pt x="6390" y="33222"/>
                  </a:lnTo>
                  <a:lnTo>
                    <a:pt x="6329" y="34268"/>
                  </a:lnTo>
                  <a:lnTo>
                    <a:pt x="6273" y="35308"/>
                  </a:lnTo>
                  <a:lnTo>
                    <a:pt x="6222" y="36341"/>
                  </a:lnTo>
                  <a:lnTo>
                    <a:pt x="6169" y="37599"/>
                  </a:lnTo>
                  <a:lnTo>
                    <a:pt x="6116" y="38861"/>
                  </a:lnTo>
                  <a:lnTo>
                    <a:pt x="6063" y="40132"/>
                  </a:lnTo>
                  <a:lnTo>
                    <a:pt x="6009" y="41418"/>
                  </a:lnTo>
                  <a:lnTo>
                    <a:pt x="5962" y="42536"/>
                  </a:lnTo>
                  <a:lnTo>
                    <a:pt x="5915" y="43654"/>
                  </a:lnTo>
                  <a:lnTo>
                    <a:pt x="5867" y="44772"/>
                  </a:lnTo>
                  <a:lnTo>
                    <a:pt x="5818" y="45890"/>
                  </a:lnTo>
                  <a:lnTo>
                    <a:pt x="5769" y="47008"/>
                  </a:lnTo>
                  <a:lnTo>
                    <a:pt x="5720" y="48126"/>
                  </a:lnTo>
                  <a:lnTo>
                    <a:pt x="5670" y="49244"/>
                  </a:lnTo>
                  <a:lnTo>
                    <a:pt x="5620" y="50362"/>
                  </a:lnTo>
                  <a:lnTo>
                    <a:pt x="5569" y="51480"/>
                  </a:lnTo>
                  <a:lnTo>
                    <a:pt x="5518" y="52598"/>
                  </a:lnTo>
                  <a:lnTo>
                    <a:pt x="5467" y="53716"/>
                  </a:lnTo>
                  <a:lnTo>
                    <a:pt x="4800" y="53716"/>
                  </a:lnTo>
                  <a:lnTo>
                    <a:pt x="4124" y="53716"/>
                  </a:lnTo>
                  <a:lnTo>
                    <a:pt x="4050" y="52501"/>
                  </a:lnTo>
                  <a:lnTo>
                    <a:pt x="3974" y="51278"/>
                  </a:lnTo>
                  <a:lnTo>
                    <a:pt x="3898" y="50039"/>
                  </a:lnTo>
                  <a:lnTo>
                    <a:pt x="3829" y="48917"/>
                  </a:lnTo>
                  <a:lnTo>
                    <a:pt x="3759" y="47795"/>
                  </a:lnTo>
                  <a:lnTo>
                    <a:pt x="3689" y="46673"/>
                  </a:lnTo>
                  <a:lnTo>
                    <a:pt x="3619" y="45551"/>
                  </a:lnTo>
                  <a:lnTo>
                    <a:pt x="3548" y="44430"/>
                  </a:lnTo>
                  <a:lnTo>
                    <a:pt x="3478" y="43308"/>
                  </a:lnTo>
                  <a:lnTo>
                    <a:pt x="3407" y="42186"/>
                  </a:lnTo>
                  <a:lnTo>
                    <a:pt x="3336" y="41064"/>
                  </a:lnTo>
                  <a:lnTo>
                    <a:pt x="3264" y="39943"/>
                  </a:lnTo>
                  <a:lnTo>
                    <a:pt x="3193" y="38821"/>
                  </a:lnTo>
                  <a:lnTo>
                    <a:pt x="3121" y="37699"/>
                  </a:lnTo>
                  <a:lnTo>
                    <a:pt x="3050" y="36578"/>
                  </a:lnTo>
                  <a:lnTo>
                    <a:pt x="2976" y="35410"/>
                  </a:lnTo>
                  <a:lnTo>
                    <a:pt x="2903" y="34243"/>
                  </a:lnTo>
                  <a:lnTo>
                    <a:pt x="2831" y="33076"/>
                  </a:lnTo>
                  <a:lnTo>
                    <a:pt x="2758" y="31910"/>
                  </a:lnTo>
                  <a:lnTo>
                    <a:pt x="2687" y="30743"/>
                  </a:lnTo>
                  <a:lnTo>
                    <a:pt x="2623" y="29697"/>
                  </a:lnTo>
                  <a:lnTo>
                    <a:pt x="2558" y="28650"/>
                  </a:lnTo>
                  <a:lnTo>
                    <a:pt x="2492" y="27604"/>
                  </a:lnTo>
                  <a:lnTo>
                    <a:pt x="2426" y="26558"/>
                  </a:lnTo>
                  <a:lnTo>
                    <a:pt x="2359" y="25512"/>
                  </a:lnTo>
                  <a:lnTo>
                    <a:pt x="2292" y="24465"/>
                  </a:lnTo>
                  <a:lnTo>
                    <a:pt x="2224" y="23419"/>
                  </a:lnTo>
                  <a:lnTo>
                    <a:pt x="2157" y="22373"/>
                  </a:lnTo>
                  <a:lnTo>
                    <a:pt x="2078" y="21112"/>
                  </a:lnTo>
                  <a:lnTo>
                    <a:pt x="1998" y="19846"/>
                  </a:lnTo>
                  <a:lnTo>
                    <a:pt x="1918" y="18570"/>
                  </a:lnTo>
                  <a:lnTo>
                    <a:pt x="1837" y="17279"/>
                  </a:lnTo>
                  <a:lnTo>
                    <a:pt x="1632" y="15390"/>
                  </a:lnTo>
                  <a:lnTo>
                    <a:pt x="1438" y="14175"/>
                  </a:lnTo>
                  <a:lnTo>
                    <a:pt x="1174" y="13386"/>
                  </a:lnTo>
                  <a:lnTo>
                    <a:pt x="754" y="12772"/>
                  </a:lnTo>
                  <a:lnTo>
                    <a:pt x="95" y="12086"/>
                  </a:lnTo>
                  <a:lnTo>
                    <a:pt x="47" y="10862"/>
                  </a:lnTo>
                  <a:lnTo>
                    <a:pt x="16" y="9637"/>
                  </a:lnTo>
                  <a:lnTo>
                    <a:pt x="1" y="8411"/>
                  </a:lnTo>
                  <a:lnTo>
                    <a:pt x="0" y="7185"/>
                  </a:lnTo>
                  <a:lnTo>
                    <a:pt x="12" y="5960"/>
                  </a:lnTo>
                  <a:lnTo>
                    <a:pt x="24" y="4849"/>
                  </a:lnTo>
                  <a:lnTo>
                    <a:pt x="36" y="3730"/>
                  </a:lnTo>
                  <a:lnTo>
                    <a:pt x="48" y="2598"/>
                  </a:lnTo>
                  <a:lnTo>
                    <a:pt x="71" y="1309"/>
                  </a:lnTo>
                  <a:lnTo>
                    <a:pt x="95" y="0"/>
                  </a:lnTo>
                  <a:close/>
                </a:path>
              </a:pathLst>
            </a:custGeom>
            <a:solidFill>
              <a:srgbClr val="49494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0" name="region 238 #767877"/>
            <p:cNvSpPr/>
            <p:nvPr/>
          </p:nvSpPr>
          <p:spPr>
            <a:xfrm>
              <a:off x="1740376" y="740961"/>
              <a:ext cx="48344" cy="6054"/>
            </a:xfrm>
            <a:custGeom>
              <a:avLst/>
              <a:gdLst/>
              <a:ahLst/>
              <a:cxnLst/>
              <a:rect l="l" t="t" r="r" b="b"/>
              <a:pathLst>
                <a:path w="48344" h="6054">
                  <a:moveTo>
                    <a:pt x="7260" y="0"/>
                  </a:moveTo>
                  <a:lnTo>
                    <a:pt x="8359" y="5"/>
                  </a:lnTo>
                  <a:lnTo>
                    <a:pt x="9459" y="14"/>
                  </a:lnTo>
                  <a:lnTo>
                    <a:pt x="10558" y="25"/>
                  </a:lnTo>
                  <a:lnTo>
                    <a:pt x="11658" y="40"/>
                  </a:lnTo>
                  <a:lnTo>
                    <a:pt x="12758" y="58"/>
                  </a:lnTo>
                  <a:lnTo>
                    <a:pt x="14150" y="59"/>
                  </a:lnTo>
                  <a:lnTo>
                    <a:pt x="15564" y="61"/>
                  </a:lnTo>
                  <a:lnTo>
                    <a:pt x="17619" y="81"/>
                  </a:lnTo>
                  <a:lnTo>
                    <a:pt x="19245" y="110"/>
                  </a:lnTo>
                  <a:lnTo>
                    <a:pt x="20524" y="160"/>
                  </a:lnTo>
                  <a:lnTo>
                    <a:pt x="21540" y="245"/>
                  </a:lnTo>
                  <a:lnTo>
                    <a:pt x="22372" y="378"/>
                  </a:lnTo>
                  <a:lnTo>
                    <a:pt x="23104" y="573"/>
                  </a:lnTo>
                  <a:lnTo>
                    <a:pt x="23817" y="841"/>
                  </a:lnTo>
                  <a:lnTo>
                    <a:pt x="24594" y="1196"/>
                  </a:lnTo>
                  <a:lnTo>
                    <a:pt x="25515" y="1652"/>
                  </a:lnTo>
                  <a:lnTo>
                    <a:pt x="25515" y="2985"/>
                  </a:lnTo>
                  <a:lnTo>
                    <a:pt x="25515" y="4338"/>
                  </a:lnTo>
                  <a:lnTo>
                    <a:pt x="26848" y="3672"/>
                  </a:lnTo>
                  <a:lnTo>
                    <a:pt x="28201" y="2995"/>
                  </a:lnTo>
                  <a:lnTo>
                    <a:pt x="29341" y="2966"/>
                  </a:lnTo>
                  <a:lnTo>
                    <a:pt x="30480" y="2941"/>
                  </a:lnTo>
                  <a:lnTo>
                    <a:pt x="31617" y="2922"/>
                  </a:lnTo>
                  <a:lnTo>
                    <a:pt x="32753" y="2907"/>
                  </a:lnTo>
                  <a:lnTo>
                    <a:pt x="33888" y="2898"/>
                  </a:lnTo>
                  <a:lnTo>
                    <a:pt x="35024" y="2894"/>
                  </a:lnTo>
                  <a:lnTo>
                    <a:pt x="36161" y="2895"/>
                  </a:lnTo>
                  <a:lnTo>
                    <a:pt x="37300" y="2901"/>
                  </a:lnTo>
                  <a:lnTo>
                    <a:pt x="38440" y="2912"/>
                  </a:lnTo>
                  <a:lnTo>
                    <a:pt x="39155" y="2916"/>
                  </a:lnTo>
                  <a:lnTo>
                    <a:pt x="41314" y="2931"/>
                  </a:lnTo>
                  <a:lnTo>
                    <a:pt x="42486" y="2939"/>
                  </a:lnTo>
                  <a:lnTo>
                    <a:pt x="43657" y="2948"/>
                  </a:lnTo>
                  <a:lnTo>
                    <a:pt x="44829" y="2959"/>
                  </a:lnTo>
                  <a:lnTo>
                    <a:pt x="46001" y="2970"/>
                  </a:lnTo>
                  <a:lnTo>
                    <a:pt x="47172" y="2982"/>
                  </a:lnTo>
                  <a:lnTo>
                    <a:pt x="48344" y="2995"/>
                  </a:lnTo>
                  <a:lnTo>
                    <a:pt x="47169" y="3763"/>
                  </a:lnTo>
                  <a:lnTo>
                    <a:pt x="46145" y="4389"/>
                  </a:lnTo>
                  <a:lnTo>
                    <a:pt x="45229" y="4889"/>
                  </a:lnTo>
                  <a:lnTo>
                    <a:pt x="44379" y="5276"/>
                  </a:lnTo>
                  <a:lnTo>
                    <a:pt x="43553" y="5565"/>
                  </a:lnTo>
                  <a:lnTo>
                    <a:pt x="42710" y="5770"/>
                  </a:lnTo>
                  <a:lnTo>
                    <a:pt x="41807" y="5906"/>
                  </a:lnTo>
                  <a:lnTo>
                    <a:pt x="40802" y="5986"/>
                  </a:lnTo>
                  <a:lnTo>
                    <a:pt x="39654" y="6025"/>
                  </a:lnTo>
                  <a:lnTo>
                    <a:pt x="38319" y="6038"/>
                  </a:lnTo>
                  <a:lnTo>
                    <a:pt x="37139" y="6043"/>
                  </a:lnTo>
                  <a:lnTo>
                    <a:pt x="35951" y="6049"/>
                  </a:lnTo>
                  <a:lnTo>
                    <a:pt x="34747" y="6054"/>
                  </a:lnTo>
                  <a:lnTo>
                    <a:pt x="34192" y="6048"/>
                  </a:lnTo>
                  <a:lnTo>
                    <a:pt x="33213" y="6039"/>
                  </a:lnTo>
                  <a:lnTo>
                    <a:pt x="30970" y="6017"/>
                  </a:lnTo>
                  <a:lnTo>
                    <a:pt x="30406" y="6015"/>
                  </a:lnTo>
                  <a:lnTo>
                    <a:pt x="29412" y="6011"/>
                  </a:lnTo>
                  <a:lnTo>
                    <a:pt x="27137" y="6002"/>
                  </a:lnTo>
                  <a:lnTo>
                    <a:pt x="26068" y="5985"/>
                  </a:lnTo>
                  <a:lnTo>
                    <a:pt x="25003" y="5963"/>
                  </a:lnTo>
                  <a:lnTo>
                    <a:pt x="23942" y="5934"/>
                  </a:lnTo>
                  <a:lnTo>
                    <a:pt x="22885" y="5898"/>
                  </a:lnTo>
                  <a:lnTo>
                    <a:pt x="21831" y="5856"/>
                  </a:lnTo>
                  <a:lnTo>
                    <a:pt x="20780" y="5806"/>
                  </a:lnTo>
                  <a:lnTo>
                    <a:pt x="19732" y="5750"/>
                  </a:lnTo>
                  <a:lnTo>
                    <a:pt x="18686" y="5685"/>
                  </a:lnTo>
                  <a:lnTo>
                    <a:pt x="17643" y="5613"/>
                  </a:lnTo>
                  <a:lnTo>
                    <a:pt x="16601" y="5533"/>
                  </a:lnTo>
                  <a:lnTo>
                    <a:pt x="15562" y="5445"/>
                  </a:lnTo>
                  <a:lnTo>
                    <a:pt x="14524" y="5349"/>
                  </a:lnTo>
                  <a:lnTo>
                    <a:pt x="13487" y="5244"/>
                  </a:lnTo>
                  <a:lnTo>
                    <a:pt x="12451" y="5130"/>
                  </a:lnTo>
                  <a:lnTo>
                    <a:pt x="11416" y="5007"/>
                  </a:lnTo>
                  <a:lnTo>
                    <a:pt x="10381" y="4875"/>
                  </a:lnTo>
                  <a:lnTo>
                    <a:pt x="9347" y="4733"/>
                  </a:lnTo>
                  <a:lnTo>
                    <a:pt x="8312" y="4582"/>
                  </a:lnTo>
                  <a:lnTo>
                    <a:pt x="7277" y="4420"/>
                  </a:lnTo>
                  <a:lnTo>
                    <a:pt x="6242" y="4249"/>
                  </a:lnTo>
                  <a:lnTo>
                    <a:pt x="5205" y="4067"/>
                  </a:lnTo>
                  <a:lnTo>
                    <a:pt x="4167" y="3875"/>
                  </a:lnTo>
                  <a:lnTo>
                    <a:pt x="3128" y="3671"/>
                  </a:lnTo>
                  <a:lnTo>
                    <a:pt x="2088" y="3457"/>
                  </a:lnTo>
                  <a:lnTo>
                    <a:pt x="1045" y="3232"/>
                  </a:lnTo>
                  <a:lnTo>
                    <a:pt x="0" y="2995"/>
                  </a:lnTo>
                  <a:lnTo>
                    <a:pt x="1008" y="2000"/>
                  </a:lnTo>
                  <a:lnTo>
                    <a:pt x="1814" y="1281"/>
                  </a:lnTo>
                  <a:lnTo>
                    <a:pt x="2545" y="786"/>
                  </a:lnTo>
                  <a:lnTo>
                    <a:pt x="3328" y="463"/>
                  </a:lnTo>
                  <a:lnTo>
                    <a:pt x="4290" y="259"/>
                  </a:lnTo>
                  <a:lnTo>
                    <a:pt x="5558" y="123"/>
                  </a:lnTo>
                  <a:lnTo>
                    <a:pt x="7260" y="0"/>
                  </a:lnTo>
                  <a:close/>
                </a:path>
              </a:pathLst>
            </a:custGeom>
            <a:solidFill>
              <a:srgbClr val="76787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1" name="region 239 #877460"/>
            <p:cNvSpPr/>
            <p:nvPr/>
          </p:nvSpPr>
          <p:spPr>
            <a:xfrm>
              <a:off x="1173679" y="216204"/>
              <a:ext cx="21486" cy="24172"/>
            </a:xfrm>
            <a:custGeom>
              <a:avLst/>
              <a:gdLst/>
              <a:ahLst/>
              <a:cxnLst/>
              <a:rect l="l" t="t" r="r" b="b"/>
              <a:pathLst>
                <a:path w="21486" h="24172">
                  <a:moveTo>
                    <a:pt x="2686" y="0"/>
                  </a:moveTo>
                  <a:lnTo>
                    <a:pt x="3269" y="1207"/>
                  </a:lnTo>
                  <a:lnTo>
                    <a:pt x="3861" y="2433"/>
                  </a:lnTo>
                  <a:lnTo>
                    <a:pt x="4428" y="3533"/>
                  </a:lnTo>
                  <a:lnTo>
                    <a:pt x="4884" y="4394"/>
                  </a:lnTo>
                  <a:lnTo>
                    <a:pt x="5301" y="5140"/>
                  </a:lnTo>
                  <a:lnTo>
                    <a:pt x="5754" y="5892"/>
                  </a:lnTo>
                  <a:lnTo>
                    <a:pt x="6315" y="6771"/>
                  </a:lnTo>
                  <a:lnTo>
                    <a:pt x="7059" y="7900"/>
                  </a:lnTo>
                  <a:lnTo>
                    <a:pt x="8058" y="9400"/>
                  </a:lnTo>
                  <a:lnTo>
                    <a:pt x="9165" y="9289"/>
                  </a:lnTo>
                  <a:lnTo>
                    <a:pt x="10274" y="9178"/>
                  </a:lnTo>
                  <a:lnTo>
                    <a:pt x="11383" y="9067"/>
                  </a:lnTo>
                  <a:lnTo>
                    <a:pt x="12494" y="8956"/>
                  </a:lnTo>
                  <a:lnTo>
                    <a:pt x="13607" y="8845"/>
                  </a:lnTo>
                  <a:lnTo>
                    <a:pt x="14722" y="8733"/>
                  </a:lnTo>
                  <a:lnTo>
                    <a:pt x="15839" y="8622"/>
                  </a:lnTo>
                  <a:lnTo>
                    <a:pt x="16960" y="8510"/>
                  </a:lnTo>
                  <a:lnTo>
                    <a:pt x="18085" y="8397"/>
                  </a:lnTo>
                  <a:lnTo>
                    <a:pt x="19214" y="8284"/>
                  </a:lnTo>
                  <a:lnTo>
                    <a:pt x="20348" y="8171"/>
                  </a:lnTo>
                  <a:lnTo>
                    <a:pt x="21486" y="8057"/>
                  </a:lnTo>
                  <a:lnTo>
                    <a:pt x="21486" y="9388"/>
                  </a:lnTo>
                  <a:lnTo>
                    <a:pt x="21486" y="10728"/>
                  </a:lnTo>
                  <a:lnTo>
                    <a:pt x="21486" y="12086"/>
                  </a:lnTo>
                  <a:lnTo>
                    <a:pt x="20353" y="12509"/>
                  </a:lnTo>
                  <a:lnTo>
                    <a:pt x="19212" y="12934"/>
                  </a:lnTo>
                  <a:lnTo>
                    <a:pt x="18055" y="13365"/>
                  </a:lnTo>
                  <a:lnTo>
                    <a:pt x="17572" y="13554"/>
                  </a:lnTo>
                  <a:lnTo>
                    <a:pt x="16946" y="13799"/>
                  </a:lnTo>
                  <a:lnTo>
                    <a:pt x="15760" y="14262"/>
                  </a:lnTo>
                  <a:lnTo>
                    <a:pt x="13597" y="15107"/>
                  </a:lnTo>
                  <a:lnTo>
                    <a:pt x="12498" y="15528"/>
                  </a:lnTo>
                  <a:lnTo>
                    <a:pt x="11394" y="15951"/>
                  </a:lnTo>
                  <a:lnTo>
                    <a:pt x="10283" y="16376"/>
                  </a:lnTo>
                  <a:lnTo>
                    <a:pt x="9159" y="16807"/>
                  </a:lnTo>
                  <a:lnTo>
                    <a:pt x="7931" y="17475"/>
                  </a:lnTo>
                  <a:lnTo>
                    <a:pt x="6894" y="18101"/>
                  </a:lnTo>
                  <a:lnTo>
                    <a:pt x="6020" y="18719"/>
                  </a:lnTo>
                  <a:lnTo>
                    <a:pt x="5282" y="19363"/>
                  </a:lnTo>
                  <a:lnTo>
                    <a:pt x="4653" y="20068"/>
                  </a:lnTo>
                  <a:lnTo>
                    <a:pt x="4106" y="20867"/>
                  </a:lnTo>
                  <a:lnTo>
                    <a:pt x="3613" y="21794"/>
                  </a:lnTo>
                  <a:lnTo>
                    <a:pt x="3149" y="22884"/>
                  </a:lnTo>
                  <a:lnTo>
                    <a:pt x="2686" y="24172"/>
                  </a:lnTo>
                  <a:lnTo>
                    <a:pt x="1353" y="24172"/>
                  </a:lnTo>
                  <a:lnTo>
                    <a:pt x="0" y="24172"/>
                  </a:lnTo>
                  <a:lnTo>
                    <a:pt x="661" y="22790"/>
                  </a:lnTo>
                  <a:lnTo>
                    <a:pt x="1332" y="21386"/>
                  </a:lnTo>
                  <a:lnTo>
                    <a:pt x="1696" y="20258"/>
                  </a:lnTo>
                  <a:lnTo>
                    <a:pt x="2000" y="19161"/>
                  </a:lnTo>
                  <a:lnTo>
                    <a:pt x="2250" y="18089"/>
                  </a:lnTo>
                  <a:lnTo>
                    <a:pt x="2450" y="17033"/>
                  </a:lnTo>
                  <a:lnTo>
                    <a:pt x="2606" y="15986"/>
                  </a:lnTo>
                  <a:lnTo>
                    <a:pt x="2722" y="14942"/>
                  </a:lnTo>
                  <a:lnTo>
                    <a:pt x="2803" y="13893"/>
                  </a:lnTo>
                  <a:lnTo>
                    <a:pt x="2854" y="12830"/>
                  </a:lnTo>
                  <a:lnTo>
                    <a:pt x="2880" y="11748"/>
                  </a:lnTo>
                  <a:lnTo>
                    <a:pt x="2885" y="10639"/>
                  </a:lnTo>
                  <a:lnTo>
                    <a:pt x="2875" y="9495"/>
                  </a:lnTo>
                  <a:lnTo>
                    <a:pt x="2854" y="8309"/>
                  </a:lnTo>
                  <a:lnTo>
                    <a:pt x="2846" y="7797"/>
                  </a:lnTo>
                  <a:lnTo>
                    <a:pt x="2836" y="7133"/>
                  </a:lnTo>
                  <a:lnTo>
                    <a:pt x="2816" y="5876"/>
                  </a:lnTo>
                  <a:lnTo>
                    <a:pt x="2780" y="3582"/>
                  </a:lnTo>
                  <a:lnTo>
                    <a:pt x="2749" y="2399"/>
                  </a:lnTo>
                  <a:lnTo>
                    <a:pt x="2718" y="1207"/>
                  </a:lnTo>
                  <a:lnTo>
                    <a:pt x="2686" y="0"/>
                  </a:lnTo>
                  <a:close/>
                </a:path>
              </a:pathLst>
            </a:custGeom>
            <a:solidFill>
              <a:srgbClr val="87746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2" name="region 240 #9DC7E4"/>
            <p:cNvSpPr/>
            <p:nvPr/>
          </p:nvSpPr>
          <p:spPr>
            <a:xfrm>
              <a:off x="2489705" y="396150"/>
              <a:ext cx="84601" cy="13429"/>
            </a:xfrm>
            <a:custGeom>
              <a:avLst/>
              <a:gdLst/>
              <a:ahLst/>
              <a:cxnLst/>
              <a:rect l="l" t="t" r="r" b="b"/>
              <a:pathLst>
                <a:path w="84601" h="13429">
                  <a:moveTo>
                    <a:pt x="83258" y="0"/>
                  </a:moveTo>
                  <a:lnTo>
                    <a:pt x="83592" y="668"/>
                  </a:lnTo>
                  <a:lnTo>
                    <a:pt x="84601" y="2686"/>
                  </a:lnTo>
                  <a:lnTo>
                    <a:pt x="83989" y="3733"/>
                  </a:lnTo>
                  <a:lnTo>
                    <a:pt x="83412" y="4692"/>
                  </a:lnTo>
                  <a:lnTo>
                    <a:pt x="82850" y="5575"/>
                  </a:lnTo>
                  <a:lnTo>
                    <a:pt x="82287" y="6395"/>
                  </a:lnTo>
                  <a:lnTo>
                    <a:pt x="81705" y="7167"/>
                  </a:lnTo>
                  <a:lnTo>
                    <a:pt x="81086" y="7902"/>
                  </a:lnTo>
                  <a:lnTo>
                    <a:pt x="80412" y="8614"/>
                  </a:lnTo>
                  <a:lnTo>
                    <a:pt x="79666" y="9316"/>
                  </a:lnTo>
                  <a:lnTo>
                    <a:pt x="78830" y="10021"/>
                  </a:lnTo>
                  <a:lnTo>
                    <a:pt x="77887" y="10743"/>
                  </a:lnTo>
                  <a:lnTo>
                    <a:pt x="76828" y="10958"/>
                  </a:lnTo>
                  <a:lnTo>
                    <a:pt x="75769" y="11143"/>
                  </a:lnTo>
                  <a:lnTo>
                    <a:pt x="74712" y="11301"/>
                  </a:lnTo>
                  <a:lnTo>
                    <a:pt x="73655" y="11432"/>
                  </a:lnTo>
                  <a:lnTo>
                    <a:pt x="72598" y="11540"/>
                  </a:lnTo>
                  <a:lnTo>
                    <a:pt x="71540" y="11627"/>
                  </a:lnTo>
                  <a:lnTo>
                    <a:pt x="70482" y="11694"/>
                  </a:lnTo>
                  <a:lnTo>
                    <a:pt x="69423" y="11744"/>
                  </a:lnTo>
                  <a:lnTo>
                    <a:pt x="68363" y="11779"/>
                  </a:lnTo>
                  <a:lnTo>
                    <a:pt x="67301" y="11801"/>
                  </a:lnTo>
                  <a:lnTo>
                    <a:pt x="66237" y="11811"/>
                  </a:lnTo>
                  <a:lnTo>
                    <a:pt x="65170" y="11814"/>
                  </a:lnTo>
                  <a:lnTo>
                    <a:pt x="64101" y="11809"/>
                  </a:lnTo>
                  <a:lnTo>
                    <a:pt x="63029" y="11800"/>
                  </a:lnTo>
                  <a:lnTo>
                    <a:pt x="61954" y="11789"/>
                  </a:lnTo>
                  <a:lnTo>
                    <a:pt x="60875" y="11777"/>
                  </a:lnTo>
                  <a:lnTo>
                    <a:pt x="59634" y="11788"/>
                  </a:lnTo>
                  <a:lnTo>
                    <a:pt x="58389" y="11799"/>
                  </a:lnTo>
                  <a:lnTo>
                    <a:pt x="57134" y="11811"/>
                  </a:lnTo>
                  <a:lnTo>
                    <a:pt x="55865" y="11823"/>
                  </a:lnTo>
                  <a:lnTo>
                    <a:pt x="54809" y="11830"/>
                  </a:lnTo>
                  <a:lnTo>
                    <a:pt x="53754" y="11837"/>
                  </a:lnTo>
                  <a:lnTo>
                    <a:pt x="52699" y="11841"/>
                  </a:lnTo>
                  <a:lnTo>
                    <a:pt x="51643" y="11845"/>
                  </a:lnTo>
                  <a:lnTo>
                    <a:pt x="50588" y="11848"/>
                  </a:lnTo>
                  <a:lnTo>
                    <a:pt x="49533" y="11850"/>
                  </a:lnTo>
                  <a:lnTo>
                    <a:pt x="48477" y="11850"/>
                  </a:lnTo>
                  <a:lnTo>
                    <a:pt x="47422" y="11850"/>
                  </a:lnTo>
                  <a:lnTo>
                    <a:pt x="46367" y="11849"/>
                  </a:lnTo>
                  <a:lnTo>
                    <a:pt x="45311" y="11848"/>
                  </a:lnTo>
                  <a:lnTo>
                    <a:pt x="44256" y="11846"/>
                  </a:lnTo>
                  <a:lnTo>
                    <a:pt x="43200" y="11843"/>
                  </a:lnTo>
                  <a:lnTo>
                    <a:pt x="42145" y="11840"/>
                  </a:lnTo>
                  <a:lnTo>
                    <a:pt x="41089" y="11837"/>
                  </a:lnTo>
                  <a:lnTo>
                    <a:pt x="40034" y="11833"/>
                  </a:lnTo>
                  <a:lnTo>
                    <a:pt x="38975" y="11836"/>
                  </a:lnTo>
                  <a:lnTo>
                    <a:pt x="37917" y="11840"/>
                  </a:lnTo>
                  <a:lnTo>
                    <a:pt x="36859" y="11844"/>
                  </a:lnTo>
                  <a:lnTo>
                    <a:pt x="35801" y="11849"/>
                  </a:lnTo>
                  <a:lnTo>
                    <a:pt x="34743" y="11854"/>
                  </a:lnTo>
                  <a:lnTo>
                    <a:pt x="33684" y="11859"/>
                  </a:lnTo>
                  <a:lnTo>
                    <a:pt x="32626" y="11865"/>
                  </a:lnTo>
                  <a:lnTo>
                    <a:pt x="31568" y="11871"/>
                  </a:lnTo>
                  <a:lnTo>
                    <a:pt x="30510" y="11877"/>
                  </a:lnTo>
                  <a:lnTo>
                    <a:pt x="29452" y="11884"/>
                  </a:lnTo>
                  <a:lnTo>
                    <a:pt x="28393" y="11890"/>
                  </a:lnTo>
                  <a:lnTo>
                    <a:pt x="27335" y="11897"/>
                  </a:lnTo>
                  <a:lnTo>
                    <a:pt x="26277" y="11904"/>
                  </a:lnTo>
                  <a:lnTo>
                    <a:pt x="25219" y="11911"/>
                  </a:lnTo>
                  <a:lnTo>
                    <a:pt x="24161" y="11918"/>
                  </a:lnTo>
                  <a:lnTo>
                    <a:pt x="23063" y="11923"/>
                  </a:lnTo>
                  <a:lnTo>
                    <a:pt x="21966" y="11928"/>
                  </a:lnTo>
                  <a:lnTo>
                    <a:pt x="20868" y="11932"/>
                  </a:lnTo>
                  <a:lnTo>
                    <a:pt x="19770" y="11934"/>
                  </a:lnTo>
                  <a:lnTo>
                    <a:pt x="18673" y="11936"/>
                  </a:lnTo>
                  <a:lnTo>
                    <a:pt x="17575" y="11937"/>
                  </a:lnTo>
                  <a:lnTo>
                    <a:pt x="16478" y="11937"/>
                  </a:lnTo>
                  <a:lnTo>
                    <a:pt x="15380" y="11937"/>
                  </a:lnTo>
                  <a:lnTo>
                    <a:pt x="14282" y="11936"/>
                  </a:lnTo>
                  <a:lnTo>
                    <a:pt x="13170" y="11936"/>
                  </a:lnTo>
                  <a:lnTo>
                    <a:pt x="12052" y="11937"/>
                  </a:lnTo>
                  <a:lnTo>
                    <a:pt x="10926" y="11937"/>
                  </a:lnTo>
                  <a:lnTo>
                    <a:pt x="9786" y="11938"/>
                  </a:lnTo>
                  <a:lnTo>
                    <a:pt x="8476" y="11935"/>
                  </a:lnTo>
                  <a:lnTo>
                    <a:pt x="7156" y="11931"/>
                  </a:lnTo>
                  <a:lnTo>
                    <a:pt x="5818" y="11927"/>
                  </a:lnTo>
                  <a:lnTo>
                    <a:pt x="4268" y="12016"/>
                  </a:lnTo>
                  <a:lnTo>
                    <a:pt x="3190" y="12138"/>
                  </a:lnTo>
                  <a:lnTo>
                    <a:pt x="2306" y="12366"/>
                  </a:lnTo>
                  <a:lnTo>
                    <a:pt x="1335" y="12772"/>
                  </a:lnTo>
                  <a:lnTo>
                    <a:pt x="0" y="13429"/>
                  </a:lnTo>
                  <a:lnTo>
                    <a:pt x="332" y="12431"/>
                  </a:lnTo>
                  <a:lnTo>
                    <a:pt x="666" y="11430"/>
                  </a:lnTo>
                  <a:lnTo>
                    <a:pt x="1002" y="10421"/>
                  </a:lnTo>
                  <a:lnTo>
                    <a:pt x="1342" y="9400"/>
                  </a:lnTo>
                  <a:lnTo>
                    <a:pt x="2011" y="9400"/>
                  </a:lnTo>
                  <a:lnTo>
                    <a:pt x="4032" y="9403"/>
                  </a:lnTo>
                  <a:lnTo>
                    <a:pt x="5101" y="9403"/>
                  </a:lnTo>
                  <a:lnTo>
                    <a:pt x="6169" y="9403"/>
                  </a:lnTo>
                  <a:lnTo>
                    <a:pt x="7237" y="9402"/>
                  </a:lnTo>
                  <a:lnTo>
                    <a:pt x="8306" y="9401"/>
                  </a:lnTo>
                  <a:lnTo>
                    <a:pt x="9374" y="9399"/>
                  </a:lnTo>
                  <a:lnTo>
                    <a:pt x="10442" y="9397"/>
                  </a:lnTo>
                  <a:lnTo>
                    <a:pt x="11511" y="9394"/>
                  </a:lnTo>
                  <a:lnTo>
                    <a:pt x="12579" y="9391"/>
                  </a:lnTo>
                  <a:lnTo>
                    <a:pt x="13647" y="9388"/>
                  </a:lnTo>
                  <a:lnTo>
                    <a:pt x="14715" y="9384"/>
                  </a:lnTo>
                  <a:lnTo>
                    <a:pt x="15784" y="9379"/>
                  </a:lnTo>
                  <a:lnTo>
                    <a:pt x="16852" y="9375"/>
                  </a:lnTo>
                  <a:lnTo>
                    <a:pt x="17920" y="9369"/>
                  </a:lnTo>
                  <a:lnTo>
                    <a:pt x="18989" y="9364"/>
                  </a:lnTo>
                  <a:lnTo>
                    <a:pt x="20057" y="9358"/>
                  </a:lnTo>
                  <a:lnTo>
                    <a:pt x="21125" y="9352"/>
                  </a:lnTo>
                  <a:lnTo>
                    <a:pt x="22193" y="9345"/>
                  </a:lnTo>
                  <a:lnTo>
                    <a:pt x="23262" y="9338"/>
                  </a:lnTo>
                  <a:lnTo>
                    <a:pt x="24330" y="9330"/>
                  </a:lnTo>
                  <a:lnTo>
                    <a:pt x="25398" y="9322"/>
                  </a:lnTo>
                  <a:lnTo>
                    <a:pt x="26467" y="9314"/>
                  </a:lnTo>
                  <a:lnTo>
                    <a:pt x="27535" y="9306"/>
                  </a:lnTo>
                  <a:lnTo>
                    <a:pt x="28603" y="9297"/>
                  </a:lnTo>
                  <a:lnTo>
                    <a:pt x="29672" y="9288"/>
                  </a:lnTo>
                  <a:lnTo>
                    <a:pt x="30740" y="9278"/>
                  </a:lnTo>
                  <a:lnTo>
                    <a:pt x="31808" y="9269"/>
                  </a:lnTo>
                  <a:lnTo>
                    <a:pt x="32959" y="9261"/>
                  </a:lnTo>
                  <a:lnTo>
                    <a:pt x="34110" y="9255"/>
                  </a:lnTo>
                  <a:lnTo>
                    <a:pt x="35261" y="9249"/>
                  </a:lnTo>
                  <a:lnTo>
                    <a:pt x="36412" y="9245"/>
                  </a:lnTo>
                  <a:lnTo>
                    <a:pt x="37563" y="9242"/>
                  </a:lnTo>
                  <a:lnTo>
                    <a:pt x="38714" y="9240"/>
                  </a:lnTo>
                  <a:lnTo>
                    <a:pt x="39865" y="9238"/>
                  </a:lnTo>
                  <a:lnTo>
                    <a:pt x="41016" y="9238"/>
                  </a:lnTo>
                  <a:lnTo>
                    <a:pt x="42167" y="9239"/>
                  </a:lnTo>
                  <a:lnTo>
                    <a:pt x="43232" y="9239"/>
                  </a:lnTo>
                  <a:lnTo>
                    <a:pt x="44297" y="9238"/>
                  </a:lnTo>
                  <a:lnTo>
                    <a:pt x="45362" y="9235"/>
                  </a:lnTo>
                  <a:lnTo>
                    <a:pt x="46427" y="9231"/>
                  </a:lnTo>
                  <a:lnTo>
                    <a:pt x="47492" y="9225"/>
                  </a:lnTo>
                  <a:lnTo>
                    <a:pt x="48557" y="9219"/>
                  </a:lnTo>
                  <a:lnTo>
                    <a:pt x="49622" y="9211"/>
                  </a:lnTo>
                  <a:lnTo>
                    <a:pt x="50687" y="9203"/>
                  </a:lnTo>
                  <a:lnTo>
                    <a:pt x="51752" y="9194"/>
                  </a:lnTo>
                  <a:lnTo>
                    <a:pt x="52817" y="9184"/>
                  </a:lnTo>
                  <a:lnTo>
                    <a:pt x="53882" y="9173"/>
                  </a:lnTo>
                  <a:lnTo>
                    <a:pt x="54947" y="9162"/>
                  </a:lnTo>
                  <a:lnTo>
                    <a:pt x="56012" y="9150"/>
                  </a:lnTo>
                  <a:lnTo>
                    <a:pt x="57077" y="9138"/>
                  </a:lnTo>
                  <a:lnTo>
                    <a:pt x="58231" y="9147"/>
                  </a:lnTo>
                  <a:lnTo>
                    <a:pt x="59390" y="9156"/>
                  </a:lnTo>
                  <a:lnTo>
                    <a:pt x="60557" y="9165"/>
                  </a:lnTo>
                  <a:lnTo>
                    <a:pt x="61737" y="9175"/>
                  </a:lnTo>
                  <a:lnTo>
                    <a:pt x="62966" y="9146"/>
                  </a:lnTo>
                  <a:lnTo>
                    <a:pt x="64146" y="9105"/>
                  </a:lnTo>
                  <a:lnTo>
                    <a:pt x="65283" y="9047"/>
                  </a:lnTo>
                  <a:lnTo>
                    <a:pt x="66378" y="8970"/>
                  </a:lnTo>
                  <a:lnTo>
                    <a:pt x="67435" y="8871"/>
                  </a:lnTo>
                  <a:lnTo>
                    <a:pt x="68458" y="8746"/>
                  </a:lnTo>
                  <a:lnTo>
                    <a:pt x="69448" y="8593"/>
                  </a:lnTo>
                  <a:lnTo>
                    <a:pt x="70411" y="8408"/>
                  </a:lnTo>
                  <a:lnTo>
                    <a:pt x="71348" y="8188"/>
                  </a:lnTo>
                  <a:lnTo>
                    <a:pt x="72263" y="7930"/>
                  </a:lnTo>
                  <a:lnTo>
                    <a:pt x="73159" y="7632"/>
                  </a:lnTo>
                  <a:lnTo>
                    <a:pt x="74040" y="7290"/>
                  </a:lnTo>
                  <a:lnTo>
                    <a:pt x="74908" y="6900"/>
                  </a:lnTo>
                  <a:lnTo>
                    <a:pt x="75767" y="6461"/>
                  </a:lnTo>
                  <a:lnTo>
                    <a:pt x="76620" y="5968"/>
                  </a:lnTo>
                  <a:lnTo>
                    <a:pt x="77471" y="5420"/>
                  </a:lnTo>
                  <a:lnTo>
                    <a:pt x="78321" y="4811"/>
                  </a:lnTo>
                  <a:lnTo>
                    <a:pt x="79176" y="4141"/>
                  </a:lnTo>
                  <a:lnTo>
                    <a:pt x="80037" y="3405"/>
                  </a:lnTo>
                  <a:lnTo>
                    <a:pt x="80908" y="2600"/>
                  </a:lnTo>
                  <a:lnTo>
                    <a:pt x="81792" y="1724"/>
                  </a:lnTo>
                  <a:lnTo>
                    <a:pt x="82520" y="869"/>
                  </a:lnTo>
                  <a:lnTo>
                    <a:pt x="83258" y="0"/>
                  </a:lnTo>
                  <a:close/>
                </a:path>
              </a:pathLst>
            </a:custGeom>
            <a:solidFill>
              <a:srgbClr val="9DC7E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3" name="region 241 #C2C6C5"/>
            <p:cNvSpPr/>
            <p:nvPr/>
          </p:nvSpPr>
          <p:spPr>
            <a:xfrm>
              <a:off x="1658460" y="373321"/>
              <a:ext cx="13429" cy="17457"/>
            </a:xfrm>
            <a:custGeom>
              <a:avLst/>
              <a:gdLst/>
              <a:ahLst/>
              <a:cxnLst/>
              <a:rect l="l" t="t" r="r" b="b"/>
              <a:pathLst>
                <a:path w="13429" h="17457">
                  <a:moveTo>
                    <a:pt x="13429" y="0"/>
                  </a:moveTo>
                  <a:lnTo>
                    <a:pt x="13059" y="2031"/>
                  </a:lnTo>
                  <a:lnTo>
                    <a:pt x="12726" y="3842"/>
                  </a:lnTo>
                  <a:lnTo>
                    <a:pt x="12422" y="5450"/>
                  </a:lnTo>
                  <a:lnTo>
                    <a:pt x="12141" y="6873"/>
                  </a:lnTo>
                  <a:lnTo>
                    <a:pt x="11876" y="8129"/>
                  </a:lnTo>
                  <a:lnTo>
                    <a:pt x="11620" y="9237"/>
                  </a:lnTo>
                  <a:lnTo>
                    <a:pt x="11365" y="10213"/>
                  </a:lnTo>
                  <a:lnTo>
                    <a:pt x="11106" y="11077"/>
                  </a:lnTo>
                  <a:lnTo>
                    <a:pt x="10834" y="11846"/>
                  </a:lnTo>
                  <a:lnTo>
                    <a:pt x="10544" y="12538"/>
                  </a:lnTo>
                  <a:lnTo>
                    <a:pt x="10228" y="13171"/>
                  </a:lnTo>
                  <a:lnTo>
                    <a:pt x="9879" y="13763"/>
                  </a:lnTo>
                  <a:lnTo>
                    <a:pt x="9491" y="14331"/>
                  </a:lnTo>
                  <a:lnTo>
                    <a:pt x="9056" y="14895"/>
                  </a:lnTo>
                  <a:lnTo>
                    <a:pt x="8568" y="15471"/>
                  </a:lnTo>
                  <a:lnTo>
                    <a:pt x="8020" y="16079"/>
                  </a:lnTo>
                  <a:lnTo>
                    <a:pt x="7404" y="16735"/>
                  </a:lnTo>
                  <a:lnTo>
                    <a:pt x="6714" y="17457"/>
                  </a:lnTo>
                  <a:lnTo>
                    <a:pt x="5650" y="17191"/>
                  </a:lnTo>
                  <a:lnTo>
                    <a:pt x="4584" y="16925"/>
                  </a:lnTo>
                  <a:lnTo>
                    <a:pt x="3512" y="16657"/>
                  </a:lnTo>
                  <a:lnTo>
                    <a:pt x="2433" y="16387"/>
                  </a:lnTo>
                  <a:lnTo>
                    <a:pt x="1343" y="16115"/>
                  </a:lnTo>
                  <a:lnTo>
                    <a:pt x="917" y="14894"/>
                  </a:lnTo>
                  <a:lnTo>
                    <a:pt x="622" y="13963"/>
                  </a:lnTo>
                  <a:lnTo>
                    <a:pt x="420" y="13135"/>
                  </a:lnTo>
                  <a:lnTo>
                    <a:pt x="274" y="12223"/>
                  </a:lnTo>
                  <a:lnTo>
                    <a:pt x="146" y="11040"/>
                  </a:lnTo>
                  <a:lnTo>
                    <a:pt x="0" y="9400"/>
                  </a:lnTo>
                  <a:lnTo>
                    <a:pt x="654" y="8202"/>
                  </a:lnTo>
                  <a:lnTo>
                    <a:pt x="1283" y="7092"/>
                  </a:lnTo>
                  <a:lnTo>
                    <a:pt x="1899" y="6070"/>
                  </a:lnTo>
                  <a:lnTo>
                    <a:pt x="2512" y="5134"/>
                  </a:lnTo>
                  <a:lnTo>
                    <a:pt x="3132" y="4282"/>
                  </a:lnTo>
                  <a:lnTo>
                    <a:pt x="3769" y="3512"/>
                  </a:lnTo>
                  <a:lnTo>
                    <a:pt x="4435" y="2823"/>
                  </a:lnTo>
                  <a:lnTo>
                    <a:pt x="5139" y="2213"/>
                  </a:lnTo>
                  <a:lnTo>
                    <a:pt x="5893" y="1682"/>
                  </a:lnTo>
                  <a:lnTo>
                    <a:pt x="6706" y="1226"/>
                  </a:lnTo>
                  <a:lnTo>
                    <a:pt x="7590" y="845"/>
                  </a:lnTo>
                  <a:lnTo>
                    <a:pt x="8554" y="536"/>
                  </a:lnTo>
                  <a:lnTo>
                    <a:pt x="9610" y="299"/>
                  </a:lnTo>
                  <a:lnTo>
                    <a:pt x="10767" y="132"/>
                  </a:lnTo>
                  <a:lnTo>
                    <a:pt x="12037" y="33"/>
                  </a:lnTo>
                  <a:lnTo>
                    <a:pt x="13429" y="0"/>
                  </a:lnTo>
                  <a:close/>
                </a:path>
              </a:pathLst>
            </a:custGeom>
            <a:solidFill>
              <a:srgbClr val="C2C6C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4" name="region 242 #679AC3"/>
            <p:cNvSpPr/>
            <p:nvPr/>
          </p:nvSpPr>
          <p:spPr>
            <a:xfrm>
              <a:off x="2583706" y="303491"/>
              <a:ext cx="5830" cy="51030"/>
            </a:xfrm>
            <a:custGeom>
              <a:avLst/>
              <a:gdLst/>
              <a:ahLst/>
              <a:cxnLst/>
              <a:rect l="l" t="t" r="r" b="b"/>
              <a:pathLst>
                <a:path w="5830" h="51030">
                  <a:moveTo>
                    <a:pt x="1343" y="0"/>
                  </a:moveTo>
                  <a:lnTo>
                    <a:pt x="2674" y="0"/>
                  </a:lnTo>
                  <a:lnTo>
                    <a:pt x="4014" y="0"/>
                  </a:lnTo>
                  <a:lnTo>
                    <a:pt x="5372" y="0"/>
                  </a:lnTo>
                  <a:lnTo>
                    <a:pt x="5389" y="1054"/>
                  </a:lnTo>
                  <a:lnTo>
                    <a:pt x="5406" y="2108"/>
                  </a:lnTo>
                  <a:lnTo>
                    <a:pt x="5422" y="3162"/>
                  </a:lnTo>
                  <a:lnTo>
                    <a:pt x="5438" y="4215"/>
                  </a:lnTo>
                  <a:lnTo>
                    <a:pt x="5453" y="5269"/>
                  </a:lnTo>
                  <a:lnTo>
                    <a:pt x="5468" y="6323"/>
                  </a:lnTo>
                  <a:lnTo>
                    <a:pt x="5482" y="7377"/>
                  </a:lnTo>
                  <a:lnTo>
                    <a:pt x="5495" y="8431"/>
                  </a:lnTo>
                  <a:lnTo>
                    <a:pt x="5508" y="9485"/>
                  </a:lnTo>
                  <a:lnTo>
                    <a:pt x="5521" y="10539"/>
                  </a:lnTo>
                  <a:lnTo>
                    <a:pt x="5533" y="11593"/>
                  </a:lnTo>
                  <a:lnTo>
                    <a:pt x="5544" y="12647"/>
                  </a:lnTo>
                  <a:lnTo>
                    <a:pt x="5555" y="13701"/>
                  </a:lnTo>
                  <a:lnTo>
                    <a:pt x="5565" y="14755"/>
                  </a:lnTo>
                  <a:lnTo>
                    <a:pt x="5575" y="15809"/>
                  </a:lnTo>
                  <a:lnTo>
                    <a:pt x="5585" y="16863"/>
                  </a:lnTo>
                  <a:lnTo>
                    <a:pt x="5593" y="17917"/>
                  </a:lnTo>
                  <a:lnTo>
                    <a:pt x="5606" y="19134"/>
                  </a:lnTo>
                  <a:lnTo>
                    <a:pt x="5621" y="20352"/>
                  </a:lnTo>
                  <a:lnTo>
                    <a:pt x="5637" y="21570"/>
                  </a:lnTo>
                  <a:lnTo>
                    <a:pt x="5655" y="22787"/>
                  </a:lnTo>
                  <a:lnTo>
                    <a:pt x="5675" y="24004"/>
                  </a:lnTo>
                  <a:lnTo>
                    <a:pt x="5693" y="25102"/>
                  </a:lnTo>
                  <a:lnTo>
                    <a:pt x="5708" y="26199"/>
                  </a:lnTo>
                  <a:lnTo>
                    <a:pt x="5721" y="27297"/>
                  </a:lnTo>
                  <a:lnTo>
                    <a:pt x="5732" y="28395"/>
                  </a:lnTo>
                  <a:lnTo>
                    <a:pt x="5742" y="29492"/>
                  </a:lnTo>
                  <a:lnTo>
                    <a:pt x="5751" y="30590"/>
                  </a:lnTo>
                  <a:lnTo>
                    <a:pt x="5758" y="31687"/>
                  </a:lnTo>
                  <a:lnTo>
                    <a:pt x="5765" y="32785"/>
                  </a:lnTo>
                  <a:lnTo>
                    <a:pt x="5778" y="33840"/>
                  </a:lnTo>
                  <a:lnTo>
                    <a:pt x="5791" y="34898"/>
                  </a:lnTo>
                  <a:lnTo>
                    <a:pt x="5803" y="35961"/>
                  </a:lnTo>
                  <a:lnTo>
                    <a:pt x="5816" y="37031"/>
                  </a:lnTo>
                  <a:lnTo>
                    <a:pt x="5830" y="38112"/>
                  </a:lnTo>
                  <a:lnTo>
                    <a:pt x="5701" y="39278"/>
                  </a:lnTo>
                  <a:lnTo>
                    <a:pt x="5540" y="40384"/>
                  </a:lnTo>
                  <a:lnTo>
                    <a:pt x="5345" y="41437"/>
                  </a:lnTo>
                  <a:lnTo>
                    <a:pt x="5116" y="42448"/>
                  </a:lnTo>
                  <a:lnTo>
                    <a:pt x="4851" y="43425"/>
                  </a:lnTo>
                  <a:lnTo>
                    <a:pt x="4550" y="44375"/>
                  </a:lnTo>
                  <a:lnTo>
                    <a:pt x="4212" y="45309"/>
                  </a:lnTo>
                  <a:lnTo>
                    <a:pt x="3835" y="46233"/>
                  </a:lnTo>
                  <a:lnTo>
                    <a:pt x="3419" y="47158"/>
                  </a:lnTo>
                  <a:lnTo>
                    <a:pt x="2963" y="48092"/>
                  </a:lnTo>
                  <a:lnTo>
                    <a:pt x="2466" y="49042"/>
                  </a:lnTo>
                  <a:lnTo>
                    <a:pt x="1926" y="50019"/>
                  </a:lnTo>
                  <a:lnTo>
                    <a:pt x="1343" y="51030"/>
                  </a:lnTo>
                  <a:lnTo>
                    <a:pt x="818" y="49820"/>
                  </a:lnTo>
                  <a:lnTo>
                    <a:pt x="492" y="48704"/>
                  </a:lnTo>
                  <a:lnTo>
                    <a:pt x="333" y="47648"/>
                  </a:lnTo>
                  <a:lnTo>
                    <a:pt x="311" y="46615"/>
                  </a:lnTo>
                  <a:lnTo>
                    <a:pt x="396" y="45571"/>
                  </a:lnTo>
                  <a:lnTo>
                    <a:pt x="557" y="44481"/>
                  </a:lnTo>
                  <a:lnTo>
                    <a:pt x="763" y="43310"/>
                  </a:lnTo>
                  <a:lnTo>
                    <a:pt x="985" y="42022"/>
                  </a:lnTo>
                  <a:lnTo>
                    <a:pt x="1100" y="40959"/>
                  </a:lnTo>
                  <a:lnTo>
                    <a:pt x="1200" y="39896"/>
                  </a:lnTo>
                  <a:lnTo>
                    <a:pt x="1284" y="38831"/>
                  </a:lnTo>
                  <a:lnTo>
                    <a:pt x="1355" y="37766"/>
                  </a:lnTo>
                  <a:lnTo>
                    <a:pt x="1414" y="36700"/>
                  </a:lnTo>
                  <a:lnTo>
                    <a:pt x="1461" y="35632"/>
                  </a:lnTo>
                  <a:lnTo>
                    <a:pt x="1497" y="34565"/>
                  </a:lnTo>
                  <a:lnTo>
                    <a:pt x="1525" y="33496"/>
                  </a:lnTo>
                  <a:lnTo>
                    <a:pt x="1543" y="32428"/>
                  </a:lnTo>
                  <a:lnTo>
                    <a:pt x="1555" y="31359"/>
                  </a:lnTo>
                  <a:lnTo>
                    <a:pt x="1560" y="30289"/>
                  </a:lnTo>
                  <a:lnTo>
                    <a:pt x="1561" y="29220"/>
                  </a:lnTo>
                  <a:lnTo>
                    <a:pt x="1557" y="28150"/>
                  </a:lnTo>
                  <a:lnTo>
                    <a:pt x="1551" y="27081"/>
                  </a:lnTo>
                  <a:lnTo>
                    <a:pt x="1542" y="26012"/>
                  </a:lnTo>
                  <a:lnTo>
                    <a:pt x="1533" y="24943"/>
                  </a:lnTo>
                  <a:lnTo>
                    <a:pt x="1524" y="23874"/>
                  </a:lnTo>
                  <a:lnTo>
                    <a:pt x="1516" y="22806"/>
                  </a:lnTo>
                  <a:lnTo>
                    <a:pt x="1511" y="21739"/>
                  </a:lnTo>
                  <a:lnTo>
                    <a:pt x="1515" y="20585"/>
                  </a:lnTo>
                  <a:lnTo>
                    <a:pt x="1519" y="19427"/>
                  </a:lnTo>
                  <a:lnTo>
                    <a:pt x="1523" y="18261"/>
                  </a:lnTo>
                  <a:lnTo>
                    <a:pt x="1527" y="17083"/>
                  </a:lnTo>
                  <a:lnTo>
                    <a:pt x="1526" y="16602"/>
                  </a:lnTo>
                  <a:lnTo>
                    <a:pt x="1526" y="15980"/>
                  </a:lnTo>
                  <a:lnTo>
                    <a:pt x="1524" y="14800"/>
                  </a:lnTo>
                  <a:lnTo>
                    <a:pt x="1522" y="12647"/>
                  </a:lnTo>
                  <a:lnTo>
                    <a:pt x="1520" y="11313"/>
                  </a:lnTo>
                  <a:lnTo>
                    <a:pt x="1519" y="9970"/>
                  </a:lnTo>
                  <a:lnTo>
                    <a:pt x="1516" y="8609"/>
                  </a:lnTo>
                  <a:lnTo>
                    <a:pt x="1421" y="7008"/>
                  </a:lnTo>
                  <a:lnTo>
                    <a:pt x="1295" y="5899"/>
                  </a:lnTo>
                  <a:lnTo>
                    <a:pt x="1064" y="4999"/>
                  </a:lnTo>
                  <a:lnTo>
                    <a:pt x="657" y="4022"/>
                  </a:lnTo>
                  <a:lnTo>
                    <a:pt x="0" y="2686"/>
                  </a:lnTo>
                  <a:lnTo>
                    <a:pt x="667" y="1353"/>
                  </a:lnTo>
                  <a:lnTo>
                    <a:pt x="1343" y="0"/>
                  </a:lnTo>
                  <a:close/>
                </a:path>
              </a:pathLst>
            </a:custGeom>
            <a:solidFill>
              <a:srgbClr val="679AC3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5" name="region 243 #9F817D"/>
            <p:cNvSpPr/>
            <p:nvPr/>
          </p:nvSpPr>
          <p:spPr>
            <a:xfrm>
              <a:off x="1248881" y="517009"/>
              <a:ext cx="5520" cy="73859"/>
            </a:xfrm>
            <a:custGeom>
              <a:avLst/>
              <a:gdLst/>
              <a:ahLst/>
              <a:cxnLst/>
              <a:rect l="l" t="t" r="r" b="b"/>
              <a:pathLst>
                <a:path w="5520" h="73859">
                  <a:moveTo>
                    <a:pt x="4028" y="0"/>
                  </a:moveTo>
                  <a:lnTo>
                    <a:pt x="4695" y="0"/>
                  </a:lnTo>
                  <a:lnTo>
                    <a:pt x="5371" y="0"/>
                  </a:lnTo>
                  <a:lnTo>
                    <a:pt x="5384" y="2352"/>
                  </a:lnTo>
                  <a:lnTo>
                    <a:pt x="5396" y="4625"/>
                  </a:lnTo>
                  <a:lnTo>
                    <a:pt x="5408" y="6820"/>
                  </a:lnTo>
                  <a:lnTo>
                    <a:pt x="5419" y="8940"/>
                  </a:lnTo>
                  <a:lnTo>
                    <a:pt x="5430" y="10986"/>
                  </a:lnTo>
                  <a:lnTo>
                    <a:pt x="5440" y="12959"/>
                  </a:lnTo>
                  <a:lnTo>
                    <a:pt x="5450" y="14863"/>
                  </a:lnTo>
                  <a:lnTo>
                    <a:pt x="5459" y="16698"/>
                  </a:lnTo>
                  <a:lnTo>
                    <a:pt x="5468" y="18466"/>
                  </a:lnTo>
                  <a:lnTo>
                    <a:pt x="5476" y="20170"/>
                  </a:lnTo>
                  <a:lnTo>
                    <a:pt x="5483" y="21810"/>
                  </a:lnTo>
                  <a:lnTo>
                    <a:pt x="5490" y="23389"/>
                  </a:lnTo>
                  <a:lnTo>
                    <a:pt x="5496" y="24909"/>
                  </a:lnTo>
                  <a:lnTo>
                    <a:pt x="5502" y="26371"/>
                  </a:lnTo>
                  <a:lnTo>
                    <a:pt x="5507" y="27778"/>
                  </a:lnTo>
                  <a:lnTo>
                    <a:pt x="5511" y="29130"/>
                  </a:lnTo>
                  <a:lnTo>
                    <a:pt x="5514" y="30431"/>
                  </a:lnTo>
                  <a:lnTo>
                    <a:pt x="5517" y="31681"/>
                  </a:lnTo>
                  <a:lnTo>
                    <a:pt x="5519" y="32882"/>
                  </a:lnTo>
                  <a:lnTo>
                    <a:pt x="5520" y="34036"/>
                  </a:lnTo>
                  <a:lnTo>
                    <a:pt x="5520" y="35146"/>
                  </a:lnTo>
                  <a:lnTo>
                    <a:pt x="5520" y="36213"/>
                  </a:lnTo>
                  <a:lnTo>
                    <a:pt x="5518" y="37238"/>
                  </a:lnTo>
                  <a:lnTo>
                    <a:pt x="5516" y="38223"/>
                  </a:lnTo>
                  <a:lnTo>
                    <a:pt x="5513" y="39171"/>
                  </a:lnTo>
                  <a:lnTo>
                    <a:pt x="5510" y="40083"/>
                  </a:lnTo>
                  <a:lnTo>
                    <a:pt x="5505" y="40961"/>
                  </a:lnTo>
                  <a:lnTo>
                    <a:pt x="5499" y="41807"/>
                  </a:lnTo>
                  <a:lnTo>
                    <a:pt x="5493" y="42622"/>
                  </a:lnTo>
                  <a:lnTo>
                    <a:pt x="5485" y="43408"/>
                  </a:lnTo>
                  <a:lnTo>
                    <a:pt x="5477" y="44168"/>
                  </a:lnTo>
                  <a:lnTo>
                    <a:pt x="5467" y="44902"/>
                  </a:lnTo>
                  <a:lnTo>
                    <a:pt x="5457" y="45613"/>
                  </a:lnTo>
                  <a:lnTo>
                    <a:pt x="5446" y="46303"/>
                  </a:lnTo>
                  <a:lnTo>
                    <a:pt x="5433" y="46973"/>
                  </a:lnTo>
                  <a:lnTo>
                    <a:pt x="5420" y="47625"/>
                  </a:lnTo>
                  <a:lnTo>
                    <a:pt x="5405" y="48261"/>
                  </a:lnTo>
                  <a:lnTo>
                    <a:pt x="5390" y="48883"/>
                  </a:lnTo>
                  <a:lnTo>
                    <a:pt x="5373" y="49493"/>
                  </a:lnTo>
                  <a:lnTo>
                    <a:pt x="5355" y="50092"/>
                  </a:lnTo>
                  <a:lnTo>
                    <a:pt x="5336" y="50682"/>
                  </a:lnTo>
                  <a:lnTo>
                    <a:pt x="5316" y="51265"/>
                  </a:lnTo>
                  <a:lnTo>
                    <a:pt x="5295" y="51843"/>
                  </a:lnTo>
                  <a:lnTo>
                    <a:pt x="5272" y="52417"/>
                  </a:lnTo>
                  <a:lnTo>
                    <a:pt x="5249" y="52990"/>
                  </a:lnTo>
                  <a:lnTo>
                    <a:pt x="5224" y="53563"/>
                  </a:lnTo>
                  <a:lnTo>
                    <a:pt x="5198" y="54138"/>
                  </a:lnTo>
                  <a:lnTo>
                    <a:pt x="5171" y="54717"/>
                  </a:lnTo>
                  <a:lnTo>
                    <a:pt x="5142" y="55302"/>
                  </a:lnTo>
                  <a:lnTo>
                    <a:pt x="5112" y="55894"/>
                  </a:lnTo>
                  <a:lnTo>
                    <a:pt x="5081" y="56495"/>
                  </a:lnTo>
                  <a:lnTo>
                    <a:pt x="5049" y="57108"/>
                  </a:lnTo>
                  <a:lnTo>
                    <a:pt x="5015" y="57733"/>
                  </a:lnTo>
                  <a:lnTo>
                    <a:pt x="4980" y="58373"/>
                  </a:lnTo>
                  <a:lnTo>
                    <a:pt x="4943" y="59029"/>
                  </a:lnTo>
                  <a:lnTo>
                    <a:pt x="4905" y="59704"/>
                  </a:lnTo>
                  <a:lnTo>
                    <a:pt x="4866" y="60399"/>
                  </a:lnTo>
                  <a:lnTo>
                    <a:pt x="4825" y="61116"/>
                  </a:lnTo>
                  <a:lnTo>
                    <a:pt x="4783" y="61856"/>
                  </a:lnTo>
                  <a:lnTo>
                    <a:pt x="4704" y="63280"/>
                  </a:lnTo>
                  <a:lnTo>
                    <a:pt x="4625" y="64726"/>
                  </a:lnTo>
                  <a:lnTo>
                    <a:pt x="4501" y="66537"/>
                  </a:lnTo>
                  <a:lnTo>
                    <a:pt x="4392" y="67973"/>
                  </a:lnTo>
                  <a:lnTo>
                    <a:pt x="4281" y="69110"/>
                  </a:lnTo>
                  <a:lnTo>
                    <a:pt x="4153" y="70023"/>
                  </a:lnTo>
                  <a:lnTo>
                    <a:pt x="3991" y="70787"/>
                  </a:lnTo>
                  <a:lnTo>
                    <a:pt x="3779" y="71478"/>
                  </a:lnTo>
                  <a:lnTo>
                    <a:pt x="3501" y="72170"/>
                  </a:lnTo>
                  <a:lnTo>
                    <a:pt x="3142" y="72938"/>
                  </a:lnTo>
                  <a:lnTo>
                    <a:pt x="2685" y="73859"/>
                  </a:lnTo>
                  <a:lnTo>
                    <a:pt x="1353" y="73859"/>
                  </a:lnTo>
                  <a:lnTo>
                    <a:pt x="0" y="73859"/>
                  </a:lnTo>
                  <a:lnTo>
                    <a:pt x="51" y="72791"/>
                  </a:lnTo>
                  <a:lnTo>
                    <a:pt x="104" y="71722"/>
                  </a:lnTo>
                  <a:lnTo>
                    <a:pt x="156" y="70654"/>
                  </a:lnTo>
                  <a:lnTo>
                    <a:pt x="209" y="69586"/>
                  </a:lnTo>
                  <a:lnTo>
                    <a:pt x="262" y="68518"/>
                  </a:lnTo>
                  <a:lnTo>
                    <a:pt x="316" y="67450"/>
                  </a:lnTo>
                  <a:lnTo>
                    <a:pt x="370" y="66382"/>
                  </a:lnTo>
                  <a:lnTo>
                    <a:pt x="424" y="65314"/>
                  </a:lnTo>
                  <a:lnTo>
                    <a:pt x="478" y="64245"/>
                  </a:lnTo>
                  <a:lnTo>
                    <a:pt x="533" y="63177"/>
                  </a:lnTo>
                  <a:lnTo>
                    <a:pt x="588" y="62109"/>
                  </a:lnTo>
                  <a:lnTo>
                    <a:pt x="640" y="61000"/>
                  </a:lnTo>
                  <a:lnTo>
                    <a:pt x="693" y="59883"/>
                  </a:lnTo>
                  <a:lnTo>
                    <a:pt x="748" y="58752"/>
                  </a:lnTo>
                  <a:lnTo>
                    <a:pt x="804" y="57677"/>
                  </a:lnTo>
                  <a:lnTo>
                    <a:pt x="860" y="56596"/>
                  </a:lnTo>
                  <a:lnTo>
                    <a:pt x="918" y="55499"/>
                  </a:lnTo>
                  <a:lnTo>
                    <a:pt x="992" y="54019"/>
                  </a:lnTo>
                  <a:lnTo>
                    <a:pt x="1067" y="52515"/>
                  </a:lnTo>
                  <a:lnTo>
                    <a:pt x="1207" y="51116"/>
                  </a:lnTo>
                  <a:lnTo>
                    <a:pt x="1326" y="50144"/>
                  </a:lnTo>
                  <a:lnTo>
                    <a:pt x="1470" y="49347"/>
                  </a:lnTo>
                  <a:lnTo>
                    <a:pt x="1684" y="48476"/>
                  </a:lnTo>
                  <a:lnTo>
                    <a:pt x="2014" y="47277"/>
                  </a:lnTo>
                  <a:lnTo>
                    <a:pt x="2241" y="46187"/>
                  </a:lnTo>
                  <a:lnTo>
                    <a:pt x="2431" y="45096"/>
                  </a:lnTo>
                  <a:lnTo>
                    <a:pt x="2587" y="44004"/>
                  </a:lnTo>
                  <a:lnTo>
                    <a:pt x="2714" y="42911"/>
                  </a:lnTo>
                  <a:lnTo>
                    <a:pt x="2814" y="41817"/>
                  </a:lnTo>
                  <a:lnTo>
                    <a:pt x="2893" y="40721"/>
                  </a:lnTo>
                  <a:lnTo>
                    <a:pt x="2953" y="39623"/>
                  </a:lnTo>
                  <a:lnTo>
                    <a:pt x="2998" y="38523"/>
                  </a:lnTo>
                  <a:lnTo>
                    <a:pt x="3033" y="37421"/>
                  </a:lnTo>
                  <a:lnTo>
                    <a:pt x="3060" y="36316"/>
                  </a:lnTo>
                  <a:lnTo>
                    <a:pt x="3085" y="35208"/>
                  </a:lnTo>
                  <a:lnTo>
                    <a:pt x="3110" y="34098"/>
                  </a:lnTo>
                  <a:lnTo>
                    <a:pt x="3131" y="33361"/>
                  </a:lnTo>
                  <a:lnTo>
                    <a:pt x="3194" y="31139"/>
                  </a:lnTo>
                  <a:lnTo>
                    <a:pt x="3227" y="29975"/>
                  </a:lnTo>
                  <a:lnTo>
                    <a:pt x="3259" y="28810"/>
                  </a:lnTo>
                  <a:lnTo>
                    <a:pt x="3291" y="27646"/>
                  </a:lnTo>
                  <a:lnTo>
                    <a:pt x="3321" y="26481"/>
                  </a:lnTo>
                  <a:lnTo>
                    <a:pt x="3352" y="25317"/>
                  </a:lnTo>
                  <a:lnTo>
                    <a:pt x="3381" y="24152"/>
                  </a:lnTo>
                  <a:lnTo>
                    <a:pt x="3411" y="22987"/>
                  </a:lnTo>
                  <a:lnTo>
                    <a:pt x="3440" y="21822"/>
                  </a:lnTo>
                  <a:lnTo>
                    <a:pt x="3470" y="20767"/>
                  </a:lnTo>
                  <a:lnTo>
                    <a:pt x="3499" y="19712"/>
                  </a:lnTo>
                  <a:lnTo>
                    <a:pt x="3528" y="18656"/>
                  </a:lnTo>
                  <a:lnTo>
                    <a:pt x="3557" y="17601"/>
                  </a:lnTo>
                  <a:lnTo>
                    <a:pt x="3587" y="16546"/>
                  </a:lnTo>
                  <a:lnTo>
                    <a:pt x="3616" y="15491"/>
                  </a:lnTo>
                  <a:lnTo>
                    <a:pt x="3647" y="14384"/>
                  </a:lnTo>
                  <a:lnTo>
                    <a:pt x="3677" y="13278"/>
                  </a:lnTo>
                  <a:lnTo>
                    <a:pt x="3708" y="12171"/>
                  </a:lnTo>
                  <a:lnTo>
                    <a:pt x="3738" y="11065"/>
                  </a:lnTo>
                  <a:lnTo>
                    <a:pt x="3767" y="9958"/>
                  </a:lnTo>
                  <a:lnTo>
                    <a:pt x="3797" y="8852"/>
                  </a:lnTo>
                  <a:lnTo>
                    <a:pt x="3827" y="7746"/>
                  </a:lnTo>
                  <a:lnTo>
                    <a:pt x="3856" y="6639"/>
                  </a:lnTo>
                  <a:lnTo>
                    <a:pt x="3885" y="5533"/>
                  </a:lnTo>
                  <a:lnTo>
                    <a:pt x="3914" y="4426"/>
                  </a:lnTo>
                  <a:lnTo>
                    <a:pt x="3943" y="3320"/>
                  </a:lnTo>
                  <a:lnTo>
                    <a:pt x="3972" y="2213"/>
                  </a:lnTo>
                  <a:lnTo>
                    <a:pt x="4000" y="1107"/>
                  </a:lnTo>
                  <a:lnTo>
                    <a:pt x="4028" y="0"/>
                  </a:lnTo>
                  <a:close/>
                </a:path>
              </a:pathLst>
            </a:custGeom>
            <a:solidFill>
              <a:srgbClr val="9F817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6" name="region 244 #847066"/>
            <p:cNvSpPr/>
            <p:nvPr/>
          </p:nvSpPr>
          <p:spPr>
            <a:xfrm>
              <a:off x="1303939" y="204118"/>
              <a:ext cx="25515" cy="14771"/>
            </a:xfrm>
            <a:custGeom>
              <a:avLst/>
              <a:gdLst/>
              <a:ahLst/>
              <a:cxnLst/>
              <a:rect l="l" t="t" r="r" b="b"/>
              <a:pathLst>
                <a:path w="25515" h="14771">
                  <a:moveTo>
                    <a:pt x="22829" y="0"/>
                  </a:moveTo>
                  <a:lnTo>
                    <a:pt x="24162" y="666"/>
                  </a:lnTo>
                  <a:lnTo>
                    <a:pt x="25515" y="1343"/>
                  </a:lnTo>
                  <a:lnTo>
                    <a:pt x="25094" y="2476"/>
                  </a:lnTo>
                  <a:lnTo>
                    <a:pt x="24689" y="3537"/>
                  </a:lnTo>
                  <a:lnTo>
                    <a:pt x="24282" y="4535"/>
                  </a:lnTo>
                  <a:lnTo>
                    <a:pt x="23860" y="5483"/>
                  </a:lnTo>
                  <a:lnTo>
                    <a:pt x="23407" y="6392"/>
                  </a:lnTo>
                  <a:lnTo>
                    <a:pt x="22908" y="7272"/>
                  </a:lnTo>
                  <a:lnTo>
                    <a:pt x="22347" y="8136"/>
                  </a:lnTo>
                  <a:lnTo>
                    <a:pt x="21709" y="8995"/>
                  </a:lnTo>
                  <a:lnTo>
                    <a:pt x="20980" y="9860"/>
                  </a:lnTo>
                  <a:lnTo>
                    <a:pt x="20143" y="10743"/>
                  </a:lnTo>
                  <a:lnTo>
                    <a:pt x="19123" y="11046"/>
                  </a:lnTo>
                  <a:lnTo>
                    <a:pt x="18101" y="11339"/>
                  </a:lnTo>
                  <a:lnTo>
                    <a:pt x="17076" y="11623"/>
                  </a:lnTo>
                  <a:lnTo>
                    <a:pt x="16048" y="11899"/>
                  </a:lnTo>
                  <a:lnTo>
                    <a:pt x="15018" y="12167"/>
                  </a:lnTo>
                  <a:lnTo>
                    <a:pt x="13987" y="12427"/>
                  </a:lnTo>
                  <a:lnTo>
                    <a:pt x="12953" y="12679"/>
                  </a:lnTo>
                  <a:lnTo>
                    <a:pt x="11918" y="12925"/>
                  </a:lnTo>
                  <a:lnTo>
                    <a:pt x="10814" y="13187"/>
                  </a:lnTo>
                  <a:lnTo>
                    <a:pt x="9705" y="13451"/>
                  </a:lnTo>
                  <a:lnTo>
                    <a:pt x="8589" y="13716"/>
                  </a:lnTo>
                  <a:lnTo>
                    <a:pt x="7460" y="13984"/>
                  </a:lnTo>
                  <a:lnTo>
                    <a:pt x="6326" y="14244"/>
                  </a:lnTo>
                  <a:lnTo>
                    <a:pt x="5185" y="14506"/>
                  </a:lnTo>
                  <a:lnTo>
                    <a:pt x="4029" y="14771"/>
                  </a:lnTo>
                  <a:lnTo>
                    <a:pt x="4029" y="13439"/>
                  </a:lnTo>
                  <a:lnTo>
                    <a:pt x="4029" y="12086"/>
                  </a:lnTo>
                  <a:lnTo>
                    <a:pt x="3031" y="11753"/>
                  </a:lnTo>
                  <a:lnTo>
                    <a:pt x="2029" y="11419"/>
                  </a:lnTo>
                  <a:lnTo>
                    <a:pt x="1020" y="11083"/>
                  </a:lnTo>
                  <a:lnTo>
                    <a:pt x="0" y="10743"/>
                  </a:lnTo>
                  <a:lnTo>
                    <a:pt x="956" y="10097"/>
                  </a:lnTo>
                  <a:lnTo>
                    <a:pt x="1913" y="9493"/>
                  </a:lnTo>
                  <a:lnTo>
                    <a:pt x="2874" y="8930"/>
                  </a:lnTo>
                  <a:lnTo>
                    <a:pt x="3839" y="8404"/>
                  </a:lnTo>
                  <a:lnTo>
                    <a:pt x="4809" y="7912"/>
                  </a:lnTo>
                  <a:lnTo>
                    <a:pt x="5785" y="7452"/>
                  </a:lnTo>
                  <a:lnTo>
                    <a:pt x="6767" y="7021"/>
                  </a:lnTo>
                  <a:lnTo>
                    <a:pt x="7757" y="6615"/>
                  </a:lnTo>
                  <a:lnTo>
                    <a:pt x="8756" y="6234"/>
                  </a:lnTo>
                  <a:lnTo>
                    <a:pt x="9765" y="5873"/>
                  </a:lnTo>
                  <a:lnTo>
                    <a:pt x="10785" y="5529"/>
                  </a:lnTo>
                  <a:lnTo>
                    <a:pt x="11816" y="5201"/>
                  </a:lnTo>
                  <a:lnTo>
                    <a:pt x="12860" y="4885"/>
                  </a:lnTo>
                  <a:lnTo>
                    <a:pt x="13917" y="4578"/>
                  </a:lnTo>
                  <a:lnTo>
                    <a:pt x="14989" y="4278"/>
                  </a:lnTo>
                  <a:lnTo>
                    <a:pt x="16076" y="3982"/>
                  </a:lnTo>
                  <a:lnTo>
                    <a:pt x="17179" y="3687"/>
                  </a:lnTo>
                  <a:lnTo>
                    <a:pt x="18440" y="3253"/>
                  </a:lnTo>
                  <a:lnTo>
                    <a:pt x="19364" y="2883"/>
                  </a:lnTo>
                  <a:lnTo>
                    <a:pt x="20108" y="2475"/>
                  </a:lnTo>
                  <a:lnTo>
                    <a:pt x="20829" y="1927"/>
                  </a:lnTo>
                  <a:lnTo>
                    <a:pt x="21684" y="1136"/>
                  </a:lnTo>
                  <a:lnTo>
                    <a:pt x="22829" y="0"/>
                  </a:lnTo>
                  <a:close/>
                </a:path>
              </a:pathLst>
            </a:custGeom>
            <a:solidFill>
              <a:srgbClr val="84706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7" name="region 245 #98334A"/>
            <p:cNvSpPr/>
            <p:nvPr/>
          </p:nvSpPr>
          <p:spPr>
            <a:xfrm>
              <a:off x="2715309" y="774843"/>
              <a:ext cx="32229" cy="29543"/>
            </a:xfrm>
            <a:custGeom>
              <a:avLst/>
              <a:gdLst/>
              <a:ahLst/>
              <a:cxnLst/>
              <a:rect l="l" t="t" r="r" b="b"/>
              <a:pathLst>
                <a:path w="32229" h="29543">
                  <a:moveTo>
                    <a:pt x="32229" y="0"/>
                  </a:moveTo>
                  <a:lnTo>
                    <a:pt x="32222" y="1499"/>
                  </a:lnTo>
                  <a:lnTo>
                    <a:pt x="32170" y="2621"/>
                  </a:lnTo>
                  <a:lnTo>
                    <a:pt x="32031" y="3482"/>
                  </a:lnTo>
                  <a:lnTo>
                    <a:pt x="31759" y="4197"/>
                  </a:lnTo>
                  <a:lnTo>
                    <a:pt x="31311" y="4883"/>
                  </a:lnTo>
                  <a:lnTo>
                    <a:pt x="30643" y="5656"/>
                  </a:lnTo>
                  <a:lnTo>
                    <a:pt x="29711" y="6631"/>
                  </a:lnTo>
                  <a:lnTo>
                    <a:pt x="28769" y="7546"/>
                  </a:lnTo>
                  <a:lnTo>
                    <a:pt x="27820" y="8467"/>
                  </a:lnTo>
                  <a:lnTo>
                    <a:pt x="26858" y="9400"/>
                  </a:lnTo>
                  <a:lnTo>
                    <a:pt x="26030" y="10893"/>
                  </a:lnTo>
                  <a:lnTo>
                    <a:pt x="25477" y="11919"/>
                  </a:lnTo>
                  <a:lnTo>
                    <a:pt x="25069" y="12736"/>
                  </a:lnTo>
                  <a:lnTo>
                    <a:pt x="24677" y="13601"/>
                  </a:lnTo>
                  <a:lnTo>
                    <a:pt x="24172" y="14772"/>
                  </a:lnTo>
                  <a:lnTo>
                    <a:pt x="22839" y="14772"/>
                  </a:lnTo>
                  <a:lnTo>
                    <a:pt x="21486" y="14772"/>
                  </a:lnTo>
                  <a:lnTo>
                    <a:pt x="21194" y="15398"/>
                  </a:lnTo>
                  <a:lnTo>
                    <a:pt x="20311" y="17290"/>
                  </a:lnTo>
                  <a:lnTo>
                    <a:pt x="19762" y="18244"/>
                  </a:lnTo>
                  <a:lnTo>
                    <a:pt x="19162" y="19135"/>
                  </a:lnTo>
                  <a:lnTo>
                    <a:pt x="18514" y="19967"/>
                  </a:lnTo>
                  <a:lnTo>
                    <a:pt x="17821" y="20743"/>
                  </a:lnTo>
                  <a:lnTo>
                    <a:pt x="17085" y="21467"/>
                  </a:lnTo>
                  <a:lnTo>
                    <a:pt x="16310" y="22143"/>
                  </a:lnTo>
                  <a:lnTo>
                    <a:pt x="15499" y="22772"/>
                  </a:lnTo>
                  <a:lnTo>
                    <a:pt x="14654" y="23361"/>
                  </a:lnTo>
                  <a:lnTo>
                    <a:pt x="13780" y="23910"/>
                  </a:lnTo>
                  <a:lnTo>
                    <a:pt x="12877" y="24425"/>
                  </a:lnTo>
                  <a:lnTo>
                    <a:pt x="11950" y="24909"/>
                  </a:lnTo>
                  <a:lnTo>
                    <a:pt x="11002" y="25365"/>
                  </a:lnTo>
                  <a:lnTo>
                    <a:pt x="10035" y="25796"/>
                  </a:lnTo>
                  <a:lnTo>
                    <a:pt x="9053" y="26207"/>
                  </a:lnTo>
                  <a:lnTo>
                    <a:pt x="8058" y="26601"/>
                  </a:lnTo>
                  <a:lnTo>
                    <a:pt x="7053" y="26980"/>
                  </a:lnTo>
                  <a:lnTo>
                    <a:pt x="6042" y="27349"/>
                  </a:lnTo>
                  <a:lnTo>
                    <a:pt x="5027" y="27712"/>
                  </a:lnTo>
                  <a:lnTo>
                    <a:pt x="4011" y="28071"/>
                  </a:lnTo>
                  <a:lnTo>
                    <a:pt x="2998" y="28430"/>
                  </a:lnTo>
                  <a:lnTo>
                    <a:pt x="1989" y="28793"/>
                  </a:lnTo>
                  <a:lnTo>
                    <a:pt x="989" y="29163"/>
                  </a:lnTo>
                  <a:lnTo>
                    <a:pt x="0" y="29543"/>
                  </a:lnTo>
                  <a:lnTo>
                    <a:pt x="0" y="28211"/>
                  </a:lnTo>
                  <a:lnTo>
                    <a:pt x="0" y="26858"/>
                  </a:lnTo>
                  <a:lnTo>
                    <a:pt x="1207" y="26316"/>
                  </a:lnTo>
                  <a:lnTo>
                    <a:pt x="2433" y="25767"/>
                  </a:lnTo>
                  <a:lnTo>
                    <a:pt x="3491" y="25161"/>
                  </a:lnTo>
                  <a:lnTo>
                    <a:pt x="4449" y="24548"/>
                  </a:lnTo>
                  <a:lnTo>
                    <a:pt x="5330" y="23917"/>
                  </a:lnTo>
                  <a:lnTo>
                    <a:pt x="6159" y="23258"/>
                  </a:lnTo>
                  <a:lnTo>
                    <a:pt x="6957" y="22561"/>
                  </a:lnTo>
                  <a:lnTo>
                    <a:pt x="7748" y="21816"/>
                  </a:lnTo>
                  <a:lnTo>
                    <a:pt x="8554" y="21014"/>
                  </a:lnTo>
                  <a:lnTo>
                    <a:pt x="9400" y="20143"/>
                  </a:lnTo>
                  <a:lnTo>
                    <a:pt x="10454" y="19311"/>
                  </a:lnTo>
                  <a:lnTo>
                    <a:pt x="11515" y="18474"/>
                  </a:lnTo>
                  <a:lnTo>
                    <a:pt x="12589" y="17625"/>
                  </a:lnTo>
                  <a:lnTo>
                    <a:pt x="13643" y="16771"/>
                  </a:lnTo>
                  <a:lnTo>
                    <a:pt x="14494" y="16076"/>
                  </a:lnTo>
                  <a:lnTo>
                    <a:pt x="15197" y="15487"/>
                  </a:lnTo>
                  <a:lnTo>
                    <a:pt x="15812" y="14952"/>
                  </a:lnTo>
                  <a:lnTo>
                    <a:pt x="16395" y="14418"/>
                  </a:lnTo>
                  <a:lnTo>
                    <a:pt x="17003" y="13833"/>
                  </a:lnTo>
                  <a:lnTo>
                    <a:pt x="17695" y="13144"/>
                  </a:lnTo>
                  <a:lnTo>
                    <a:pt x="18526" y="12300"/>
                  </a:lnTo>
                  <a:lnTo>
                    <a:pt x="19555" y="11247"/>
                  </a:lnTo>
                  <a:lnTo>
                    <a:pt x="20396" y="10442"/>
                  </a:lnTo>
                  <a:lnTo>
                    <a:pt x="21206" y="9704"/>
                  </a:lnTo>
                  <a:lnTo>
                    <a:pt x="21997" y="9025"/>
                  </a:lnTo>
                  <a:lnTo>
                    <a:pt x="22784" y="8399"/>
                  </a:lnTo>
                  <a:lnTo>
                    <a:pt x="23581" y="7819"/>
                  </a:lnTo>
                  <a:lnTo>
                    <a:pt x="24402" y="7278"/>
                  </a:lnTo>
                  <a:lnTo>
                    <a:pt x="25260" y="6770"/>
                  </a:lnTo>
                  <a:lnTo>
                    <a:pt x="26170" y="6287"/>
                  </a:lnTo>
                  <a:lnTo>
                    <a:pt x="27145" y="5823"/>
                  </a:lnTo>
                  <a:lnTo>
                    <a:pt x="28200" y="5372"/>
                  </a:lnTo>
                  <a:lnTo>
                    <a:pt x="28200" y="4041"/>
                  </a:lnTo>
                  <a:lnTo>
                    <a:pt x="28200" y="2701"/>
                  </a:lnTo>
                  <a:lnTo>
                    <a:pt x="28200" y="1343"/>
                  </a:lnTo>
                  <a:lnTo>
                    <a:pt x="29198" y="1010"/>
                  </a:lnTo>
                  <a:lnTo>
                    <a:pt x="30200" y="676"/>
                  </a:lnTo>
                  <a:lnTo>
                    <a:pt x="31209" y="340"/>
                  </a:lnTo>
                  <a:lnTo>
                    <a:pt x="32229" y="0"/>
                  </a:lnTo>
                  <a:close/>
                </a:path>
              </a:pathLst>
            </a:custGeom>
            <a:solidFill>
              <a:srgbClr val="98334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8" name="region 246 #496671"/>
            <p:cNvSpPr/>
            <p:nvPr/>
          </p:nvSpPr>
          <p:spPr>
            <a:xfrm>
              <a:off x="841987" y="750335"/>
              <a:ext cx="23223" cy="21822"/>
            </a:xfrm>
            <a:custGeom>
              <a:avLst/>
              <a:gdLst/>
              <a:ahLst/>
              <a:cxnLst/>
              <a:rect l="l" t="t" r="r" b="b"/>
              <a:pathLst>
                <a:path w="23223" h="21822">
                  <a:moveTo>
                    <a:pt x="4029" y="336"/>
                  </a:moveTo>
                  <a:lnTo>
                    <a:pt x="5334" y="191"/>
                  </a:lnTo>
                  <a:lnTo>
                    <a:pt x="6344" y="89"/>
                  </a:lnTo>
                  <a:lnTo>
                    <a:pt x="7191" y="27"/>
                  </a:lnTo>
                  <a:lnTo>
                    <a:pt x="8005" y="0"/>
                  </a:lnTo>
                  <a:lnTo>
                    <a:pt x="8921" y="3"/>
                  </a:lnTo>
                  <a:lnTo>
                    <a:pt x="10069" y="33"/>
                  </a:lnTo>
                  <a:lnTo>
                    <a:pt x="11582" y="84"/>
                  </a:lnTo>
                  <a:lnTo>
                    <a:pt x="12182" y="100"/>
                  </a:lnTo>
                  <a:lnTo>
                    <a:pt x="13240" y="129"/>
                  </a:lnTo>
                  <a:lnTo>
                    <a:pt x="15664" y="195"/>
                  </a:lnTo>
                  <a:lnTo>
                    <a:pt x="16700" y="241"/>
                  </a:lnTo>
                  <a:lnTo>
                    <a:pt x="17743" y="288"/>
                  </a:lnTo>
                  <a:lnTo>
                    <a:pt x="18800" y="336"/>
                  </a:lnTo>
                  <a:lnTo>
                    <a:pt x="18800" y="1669"/>
                  </a:lnTo>
                  <a:lnTo>
                    <a:pt x="18800" y="3022"/>
                  </a:lnTo>
                  <a:lnTo>
                    <a:pt x="20131" y="3022"/>
                  </a:lnTo>
                  <a:lnTo>
                    <a:pt x="21471" y="3022"/>
                  </a:lnTo>
                  <a:lnTo>
                    <a:pt x="22829" y="3022"/>
                  </a:lnTo>
                  <a:lnTo>
                    <a:pt x="22874" y="4149"/>
                  </a:lnTo>
                  <a:lnTo>
                    <a:pt x="22915" y="5276"/>
                  </a:lnTo>
                  <a:lnTo>
                    <a:pt x="22953" y="6403"/>
                  </a:lnTo>
                  <a:lnTo>
                    <a:pt x="22989" y="7530"/>
                  </a:lnTo>
                  <a:lnTo>
                    <a:pt x="23022" y="8657"/>
                  </a:lnTo>
                  <a:lnTo>
                    <a:pt x="23053" y="9784"/>
                  </a:lnTo>
                  <a:lnTo>
                    <a:pt x="23082" y="10911"/>
                  </a:lnTo>
                  <a:lnTo>
                    <a:pt x="23097" y="11392"/>
                  </a:lnTo>
                  <a:lnTo>
                    <a:pt x="23116" y="12015"/>
                  </a:lnTo>
                  <a:lnTo>
                    <a:pt x="23154" y="13195"/>
                  </a:lnTo>
                  <a:lnTo>
                    <a:pt x="23223" y="15350"/>
                  </a:lnTo>
                  <a:lnTo>
                    <a:pt x="23093" y="16600"/>
                  </a:lnTo>
                  <a:lnTo>
                    <a:pt x="22962" y="17860"/>
                  </a:lnTo>
                  <a:lnTo>
                    <a:pt x="22829" y="19136"/>
                  </a:lnTo>
                  <a:lnTo>
                    <a:pt x="21831" y="19802"/>
                  </a:lnTo>
                  <a:lnTo>
                    <a:pt x="20830" y="20469"/>
                  </a:lnTo>
                  <a:lnTo>
                    <a:pt x="19821" y="21142"/>
                  </a:lnTo>
                  <a:lnTo>
                    <a:pt x="18800" y="21822"/>
                  </a:lnTo>
                  <a:lnTo>
                    <a:pt x="18635" y="20736"/>
                  </a:lnTo>
                  <a:lnTo>
                    <a:pt x="18479" y="19657"/>
                  </a:lnTo>
                  <a:lnTo>
                    <a:pt x="18333" y="18583"/>
                  </a:lnTo>
                  <a:lnTo>
                    <a:pt x="18197" y="17513"/>
                  </a:lnTo>
                  <a:lnTo>
                    <a:pt x="18073" y="16446"/>
                  </a:lnTo>
                  <a:lnTo>
                    <a:pt x="17959" y="15382"/>
                  </a:lnTo>
                  <a:lnTo>
                    <a:pt x="17856" y="14318"/>
                  </a:lnTo>
                  <a:lnTo>
                    <a:pt x="17764" y="13254"/>
                  </a:lnTo>
                  <a:lnTo>
                    <a:pt x="17684" y="12189"/>
                  </a:lnTo>
                  <a:lnTo>
                    <a:pt x="17616" y="11121"/>
                  </a:lnTo>
                  <a:lnTo>
                    <a:pt x="17560" y="10050"/>
                  </a:lnTo>
                  <a:lnTo>
                    <a:pt x="17515" y="8974"/>
                  </a:lnTo>
                  <a:lnTo>
                    <a:pt x="17483" y="7892"/>
                  </a:lnTo>
                  <a:lnTo>
                    <a:pt x="17464" y="6804"/>
                  </a:lnTo>
                  <a:lnTo>
                    <a:pt x="17458" y="5708"/>
                  </a:lnTo>
                  <a:lnTo>
                    <a:pt x="16594" y="4975"/>
                  </a:lnTo>
                  <a:lnTo>
                    <a:pt x="15718" y="4467"/>
                  </a:lnTo>
                  <a:lnTo>
                    <a:pt x="14815" y="4135"/>
                  </a:lnTo>
                  <a:lnTo>
                    <a:pt x="13872" y="3932"/>
                  </a:lnTo>
                  <a:lnTo>
                    <a:pt x="12874" y="3809"/>
                  </a:lnTo>
                  <a:lnTo>
                    <a:pt x="11808" y="3718"/>
                  </a:lnTo>
                  <a:lnTo>
                    <a:pt x="10660" y="3610"/>
                  </a:lnTo>
                  <a:lnTo>
                    <a:pt x="9612" y="3493"/>
                  </a:lnTo>
                  <a:lnTo>
                    <a:pt x="8562" y="3376"/>
                  </a:lnTo>
                  <a:lnTo>
                    <a:pt x="7507" y="3259"/>
                  </a:lnTo>
                  <a:lnTo>
                    <a:pt x="6445" y="3141"/>
                  </a:lnTo>
                  <a:lnTo>
                    <a:pt x="5372" y="3022"/>
                  </a:lnTo>
                  <a:lnTo>
                    <a:pt x="4983" y="4103"/>
                  </a:lnTo>
                  <a:lnTo>
                    <a:pt x="4593" y="5192"/>
                  </a:lnTo>
                  <a:lnTo>
                    <a:pt x="4197" y="6296"/>
                  </a:lnTo>
                  <a:lnTo>
                    <a:pt x="3548" y="7751"/>
                  </a:lnTo>
                  <a:lnTo>
                    <a:pt x="3034" y="8767"/>
                  </a:lnTo>
                  <a:lnTo>
                    <a:pt x="2539" y="9474"/>
                  </a:lnTo>
                  <a:lnTo>
                    <a:pt x="1946" y="10007"/>
                  </a:lnTo>
                  <a:lnTo>
                    <a:pt x="1139" y="10497"/>
                  </a:lnTo>
                  <a:lnTo>
                    <a:pt x="0" y="11079"/>
                  </a:lnTo>
                  <a:lnTo>
                    <a:pt x="201" y="9896"/>
                  </a:lnTo>
                  <a:lnTo>
                    <a:pt x="408" y="8806"/>
                  </a:lnTo>
                  <a:lnTo>
                    <a:pt x="630" y="7792"/>
                  </a:lnTo>
                  <a:lnTo>
                    <a:pt x="876" y="6838"/>
                  </a:lnTo>
                  <a:lnTo>
                    <a:pt x="1155" y="5924"/>
                  </a:lnTo>
                  <a:lnTo>
                    <a:pt x="1477" y="5035"/>
                  </a:lnTo>
                  <a:lnTo>
                    <a:pt x="1850" y="4152"/>
                  </a:lnTo>
                  <a:lnTo>
                    <a:pt x="2282" y="3258"/>
                  </a:lnTo>
                  <a:lnTo>
                    <a:pt x="2784" y="2335"/>
                  </a:lnTo>
                  <a:lnTo>
                    <a:pt x="3363" y="1367"/>
                  </a:lnTo>
                  <a:lnTo>
                    <a:pt x="4029" y="336"/>
                  </a:lnTo>
                  <a:close/>
                </a:path>
              </a:pathLst>
            </a:custGeom>
            <a:solidFill>
              <a:srgbClr val="49667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9" name="region 247 #684046"/>
            <p:cNvSpPr/>
            <p:nvPr/>
          </p:nvSpPr>
          <p:spPr>
            <a:xfrm>
              <a:off x="1413788" y="734556"/>
              <a:ext cx="16382" cy="22829"/>
            </a:xfrm>
            <a:custGeom>
              <a:avLst/>
              <a:gdLst/>
              <a:ahLst/>
              <a:cxnLst/>
              <a:rect l="l" t="t" r="r" b="b"/>
              <a:pathLst>
                <a:path w="16382" h="22829">
                  <a:moveTo>
                    <a:pt x="267" y="0"/>
                  </a:moveTo>
                  <a:lnTo>
                    <a:pt x="1265" y="333"/>
                  </a:lnTo>
                  <a:lnTo>
                    <a:pt x="2266" y="667"/>
                  </a:lnTo>
                  <a:lnTo>
                    <a:pt x="3276" y="1003"/>
                  </a:lnTo>
                  <a:lnTo>
                    <a:pt x="4296" y="1343"/>
                  </a:lnTo>
                  <a:lnTo>
                    <a:pt x="4296" y="2676"/>
                  </a:lnTo>
                  <a:lnTo>
                    <a:pt x="4296" y="4029"/>
                  </a:lnTo>
                  <a:lnTo>
                    <a:pt x="5294" y="4362"/>
                  </a:lnTo>
                  <a:lnTo>
                    <a:pt x="6295" y="4696"/>
                  </a:lnTo>
                  <a:lnTo>
                    <a:pt x="7304" y="5032"/>
                  </a:lnTo>
                  <a:lnTo>
                    <a:pt x="8325" y="5372"/>
                  </a:lnTo>
                  <a:lnTo>
                    <a:pt x="8325" y="6703"/>
                  </a:lnTo>
                  <a:lnTo>
                    <a:pt x="8325" y="8043"/>
                  </a:lnTo>
                  <a:lnTo>
                    <a:pt x="8325" y="9401"/>
                  </a:lnTo>
                  <a:lnTo>
                    <a:pt x="9657" y="9401"/>
                  </a:lnTo>
                  <a:lnTo>
                    <a:pt x="11010" y="9401"/>
                  </a:lnTo>
                  <a:lnTo>
                    <a:pt x="11423" y="10434"/>
                  </a:lnTo>
                  <a:lnTo>
                    <a:pt x="11837" y="11467"/>
                  </a:lnTo>
                  <a:lnTo>
                    <a:pt x="12250" y="12499"/>
                  </a:lnTo>
                  <a:lnTo>
                    <a:pt x="12663" y="13532"/>
                  </a:lnTo>
                  <a:lnTo>
                    <a:pt x="13076" y="14566"/>
                  </a:lnTo>
                  <a:lnTo>
                    <a:pt x="13489" y="15599"/>
                  </a:lnTo>
                  <a:lnTo>
                    <a:pt x="13903" y="16632"/>
                  </a:lnTo>
                  <a:lnTo>
                    <a:pt x="14316" y="17665"/>
                  </a:lnTo>
                  <a:lnTo>
                    <a:pt x="14729" y="18698"/>
                  </a:lnTo>
                  <a:lnTo>
                    <a:pt x="15142" y="19731"/>
                  </a:lnTo>
                  <a:lnTo>
                    <a:pt x="15556" y="20764"/>
                  </a:lnTo>
                  <a:lnTo>
                    <a:pt x="15969" y="21797"/>
                  </a:lnTo>
                  <a:lnTo>
                    <a:pt x="16382" y="22829"/>
                  </a:lnTo>
                  <a:lnTo>
                    <a:pt x="15318" y="22829"/>
                  </a:lnTo>
                  <a:lnTo>
                    <a:pt x="14251" y="22829"/>
                  </a:lnTo>
                  <a:lnTo>
                    <a:pt x="13180" y="22829"/>
                  </a:lnTo>
                  <a:lnTo>
                    <a:pt x="12100" y="22829"/>
                  </a:lnTo>
                  <a:lnTo>
                    <a:pt x="11010" y="22829"/>
                  </a:lnTo>
                  <a:lnTo>
                    <a:pt x="11010" y="21765"/>
                  </a:lnTo>
                  <a:lnTo>
                    <a:pt x="11010" y="20699"/>
                  </a:lnTo>
                  <a:lnTo>
                    <a:pt x="11010" y="19627"/>
                  </a:lnTo>
                  <a:lnTo>
                    <a:pt x="11010" y="18548"/>
                  </a:lnTo>
                  <a:lnTo>
                    <a:pt x="11010" y="17458"/>
                  </a:lnTo>
                  <a:lnTo>
                    <a:pt x="9946" y="17192"/>
                  </a:lnTo>
                  <a:lnTo>
                    <a:pt x="8880" y="16925"/>
                  </a:lnTo>
                  <a:lnTo>
                    <a:pt x="7808" y="16657"/>
                  </a:lnTo>
                  <a:lnTo>
                    <a:pt x="6729" y="16388"/>
                  </a:lnTo>
                  <a:lnTo>
                    <a:pt x="5639" y="16115"/>
                  </a:lnTo>
                  <a:lnTo>
                    <a:pt x="5971" y="15117"/>
                  </a:lnTo>
                  <a:lnTo>
                    <a:pt x="6305" y="14116"/>
                  </a:lnTo>
                  <a:lnTo>
                    <a:pt x="6642" y="13107"/>
                  </a:lnTo>
                  <a:lnTo>
                    <a:pt x="6982" y="12086"/>
                  </a:lnTo>
                  <a:lnTo>
                    <a:pt x="5649" y="11420"/>
                  </a:lnTo>
                  <a:lnTo>
                    <a:pt x="4296" y="10744"/>
                  </a:lnTo>
                  <a:lnTo>
                    <a:pt x="4296" y="11852"/>
                  </a:lnTo>
                  <a:lnTo>
                    <a:pt x="4296" y="12962"/>
                  </a:lnTo>
                  <a:lnTo>
                    <a:pt x="4296" y="14076"/>
                  </a:lnTo>
                  <a:lnTo>
                    <a:pt x="4296" y="15195"/>
                  </a:lnTo>
                  <a:lnTo>
                    <a:pt x="4296" y="16322"/>
                  </a:lnTo>
                  <a:lnTo>
                    <a:pt x="4296" y="17458"/>
                  </a:lnTo>
                  <a:lnTo>
                    <a:pt x="3435" y="16601"/>
                  </a:lnTo>
                  <a:lnTo>
                    <a:pt x="2683" y="15772"/>
                  </a:lnTo>
                  <a:lnTo>
                    <a:pt x="2034" y="14952"/>
                  </a:lnTo>
                  <a:lnTo>
                    <a:pt x="1483" y="14118"/>
                  </a:lnTo>
                  <a:lnTo>
                    <a:pt x="1024" y="13252"/>
                  </a:lnTo>
                  <a:lnTo>
                    <a:pt x="651" y="12331"/>
                  </a:lnTo>
                  <a:lnTo>
                    <a:pt x="360" y="11336"/>
                  </a:lnTo>
                  <a:lnTo>
                    <a:pt x="145" y="10245"/>
                  </a:lnTo>
                  <a:lnTo>
                    <a:pt x="0" y="9038"/>
                  </a:lnTo>
                  <a:lnTo>
                    <a:pt x="8" y="7906"/>
                  </a:lnTo>
                  <a:lnTo>
                    <a:pt x="23" y="6775"/>
                  </a:lnTo>
                  <a:lnTo>
                    <a:pt x="44" y="5646"/>
                  </a:lnTo>
                  <a:lnTo>
                    <a:pt x="73" y="4517"/>
                  </a:lnTo>
                  <a:lnTo>
                    <a:pt x="110" y="3389"/>
                  </a:lnTo>
                  <a:lnTo>
                    <a:pt x="154" y="2260"/>
                  </a:lnTo>
                  <a:lnTo>
                    <a:pt x="206" y="1131"/>
                  </a:lnTo>
                  <a:lnTo>
                    <a:pt x="267" y="0"/>
                  </a:lnTo>
                  <a:close/>
                </a:path>
              </a:pathLst>
            </a:custGeom>
            <a:solidFill>
              <a:srgbClr val="68404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0" name="region 248 #539BC0"/>
            <p:cNvSpPr/>
            <p:nvPr/>
          </p:nvSpPr>
          <p:spPr>
            <a:xfrm>
              <a:off x="627126" y="663384"/>
              <a:ext cx="36258" cy="12560"/>
            </a:xfrm>
            <a:custGeom>
              <a:avLst/>
              <a:gdLst/>
              <a:ahLst/>
              <a:cxnLst/>
              <a:rect l="l" t="t" r="r" b="b"/>
              <a:pathLst>
                <a:path w="36258" h="12560">
                  <a:moveTo>
                    <a:pt x="2686" y="0"/>
                  </a:moveTo>
                  <a:lnTo>
                    <a:pt x="3767" y="240"/>
                  </a:lnTo>
                  <a:lnTo>
                    <a:pt x="4844" y="497"/>
                  </a:lnTo>
                  <a:lnTo>
                    <a:pt x="5918" y="768"/>
                  </a:lnTo>
                  <a:lnTo>
                    <a:pt x="6989" y="1050"/>
                  </a:lnTo>
                  <a:lnTo>
                    <a:pt x="8057" y="1343"/>
                  </a:lnTo>
                  <a:lnTo>
                    <a:pt x="9231" y="1585"/>
                  </a:lnTo>
                  <a:lnTo>
                    <a:pt x="10405" y="1826"/>
                  </a:lnTo>
                  <a:lnTo>
                    <a:pt x="11580" y="2065"/>
                  </a:lnTo>
                  <a:lnTo>
                    <a:pt x="12755" y="2301"/>
                  </a:lnTo>
                  <a:lnTo>
                    <a:pt x="13931" y="2536"/>
                  </a:lnTo>
                  <a:lnTo>
                    <a:pt x="15107" y="2769"/>
                  </a:lnTo>
                  <a:lnTo>
                    <a:pt x="16306" y="3007"/>
                  </a:lnTo>
                  <a:lnTo>
                    <a:pt x="17514" y="3246"/>
                  </a:lnTo>
                  <a:lnTo>
                    <a:pt x="18737" y="3488"/>
                  </a:lnTo>
                  <a:lnTo>
                    <a:pt x="20101" y="3756"/>
                  </a:lnTo>
                  <a:lnTo>
                    <a:pt x="21486" y="4028"/>
                  </a:lnTo>
                  <a:lnTo>
                    <a:pt x="21486" y="4695"/>
                  </a:lnTo>
                  <a:lnTo>
                    <a:pt x="21486" y="5371"/>
                  </a:lnTo>
                  <a:lnTo>
                    <a:pt x="19496" y="5409"/>
                  </a:lnTo>
                  <a:lnTo>
                    <a:pt x="17778" y="5438"/>
                  </a:lnTo>
                  <a:lnTo>
                    <a:pt x="16302" y="5455"/>
                  </a:lnTo>
                  <a:lnTo>
                    <a:pt x="15034" y="5457"/>
                  </a:lnTo>
                  <a:lnTo>
                    <a:pt x="13942" y="5442"/>
                  </a:lnTo>
                  <a:lnTo>
                    <a:pt x="12994" y="5407"/>
                  </a:lnTo>
                  <a:lnTo>
                    <a:pt x="12157" y="5347"/>
                  </a:lnTo>
                  <a:lnTo>
                    <a:pt x="11400" y="5262"/>
                  </a:lnTo>
                  <a:lnTo>
                    <a:pt x="10690" y="5147"/>
                  </a:lnTo>
                  <a:lnTo>
                    <a:pt x="9995" y="4999"/>
                  </a:lnTo>
                  <a:lnTo>
                    <a:pt x="9282" y="4817"/>
                  </a:lnTo>
                  <a:lnTo>
                    <a:pt x="8519" y="4596"/>
                  </a:lnTo>
                  <a:lnTo>
                    <a:pt x="7674" y="4334"/>
                  </a:lnTo>
                  <a:lnTo>
                    <a:pt x="6714" y="4028"/>
                  </a:lnTo>
                  <a:lnTo>
                    <a:pt x="6714" y="5359"/>
                  </a:lnTo>
                  <a:lnTo>
                    <a:pt x="6714" y="6699"/>
                  </a:lnTo>
                  <a:lnTo>
                    <a:pt x="6714" y="8057"/>
                  </a:lnTo>
                  <a:lnTo>
                    <a:pt x="7778" y="8057"/>
                  </a:lnTo>
                  <a:lnTo>
                    <a:pt x="8845" y="8057"/>
                  </a:lnTo>
                  <a:lnTo>
                    <a:pt x="9917" y="8057"/>
                  </a:lnTo>
                  <a:lnTo>
                    <a:pt x="10996" y="8057"/>
                  </a:lnTo>
                  <a:lnTo>
                    <a:pt x="12086" y="8057"/>
                  </a:lnTo>
                  <a:lnTo>
                    <a:pt x="12086" y="9390"/>
                  </a:lnTo>
                  <a:lnTo>
                    <a:pt x="12086" y="10743"/>
                  </a:lnTo>
                  <a:lnTo>
                    <a:pt x="13174" y="10743"/>
                  </a:lnTo>
                  <a:lnTo>
                    <a:pt x="14262" y="10743"/>
                  </a:lnTo>
                  <a:lnTo>
                    <a:pt x="15351" y="10743"/>
                  </a:lnTo>
                  <a:lnTo>
                    <a:pt x="16443" y="10743"/>
                  </a:lnTo>
                  <a:lnTo>
                    <a:pt x="17536" y="10743"/>
                  </a:lnTo>
                  <a:lnTo>
                    <a:pt x="18632" y="10743"/>
                  </a:lnTo>
                  <a:lnTo>
                    <a:pt x="19731" y="10743"/>
                  </a:lnTo>
                  <a:lnTo>
                    <a:pt x="20834" y="10743"/>
                  </a:lnTo>
                  <a:lnTo>
                    <a:pt x="21942" y="10743"/>
                  </a:lnTo>
                  <a:lnTo>
                    <a:pt x="23054" y="10743"/>
                  </a:lnTo>
                  <a:lnTo>
                    <a:pt x="24172" y="10743"/>
                  </a:lnTo>
                  <a:lnTo>
                    <a:pt x="24172" y="9410"/>
                  </a:lnTo>
                  <a:lnTo>
                    <a:pt x="24172" y="8057"/>
                  </a:lnTo>
                  <a:lnTo>
                    <a:pt x="24641" y="7995"/>
                  </a:lnTo>
                  <a:lnTo>
                    <a:pt x="25468" y="7886"/>
                  </a:lnTo>
                  <a:lnTo>
                    <a:pt x="27361" y="7638"/>
                  </a:lnTo>
                  <a:lnTo>
                    <a:pt x="28674" y="7284"/>
                  </a:lnTo>
                  <a:lnTo>
                    <a:pt x="29664" y="6957"/>
                  </a:lnTo>
                  <a:lnTo>
                    <a:pt x="30440" y="6569"/>
                  </a:lnTo>
                  <a:lnTo>
                    <a:pt x="31110" y="6035"/>
                  </a:lnTo>
                  <a:lnTo>
                    <a:pt x="31783" y="5267"/>
                  </a:lnTo>
                  <a:lnTo>
                    <a:pt x="32567" y="4180"/>
                  </a:lnTo>
                  <a:lnTo>
                    <a:pt x="33572" y="2685"/>
                  </a:lnTo>
                  <a:lnTo>
                    <a:pt x="34905" y="3352"/>
                  </a:lnTo>
                  <a:lnTo>
                    <a:pt x="36258" y="4028"/>
                  </a:lnTo>
                  <a:lnTo>
                    <a:pt x="35003" y="5657"/>
                  </a:lnTo>
                  <a:lnTo>
                    <a:pt x="33962" y="6998"/>
                  </a:lnTo>
                  <a:lnTo>
                    <a:pt x="33098" y="8087"/>
                  </a:lnTo>
                  <a:lnTo>
                    <a:pt x="32374" y="8960"/>
                  </a:lnTo>
                  <a:lnTo>
                    <a:pt x="31755" y="9654"/>
                  </a:lnTo>
                  <a:lnTo>
                    <a:pt x="31204" y="10205"/>
                  </a:lnTo>
                  <a:lnTo>
                    <a:pt x="30685" y="10649"/>
                  </a:lnTo>
                  <a:lnTo>
                    <a:pt x="30162" y="11023"/>
                  </a:lnTo>
                  <a:lnTo>
                    <a:pt x="29597" y="11363"/>
                  </a:lnTo>
                  <a:lnTo>
                    <a:pt x="28956" y="11705"/>
                  </a:lnTo>
                  <a:lnTo>
                    <a:pt x="28200" y="12086"/>
                  </a:lnTo>
                  <a:lnTo>
                    <a:pt x="27059" y="12175"/>
                  </a:lnTo>
                  <a:lnTo>
                    <a:pt x="25933" y="12259"/>
                  </a:lnTo>
                  <a:lnTo>
                    <a:pt x="24820" y="12337"/>
                  </a:lnTo>
                  <a:lnTo>
                    <a:pt x="23722" y="12406"/>
                  </a:lnTo>
                  <a:lnTo>
                    <a:pt x="22636" y="12464"/>
                  </a:lnTo>
                  <a:lnTo>
                    <a:pt x="21564" y="12511"/>
                  </a:lnTo>
                  <a:lnTo>
                    <a:pt x="20503" y="12543"/>
                  </a:lnTo>
                  <a:lnTo>
                    <a:pt x="19453" y="12560"/>
                  </a:lnTo>
                  <a:lnTo>
                    <a:pt x="18415" y="12559"/>
                  </a:lnTo>
                  <a:lnTo>
                    <a:pt x="17386" y="12538"/>
                  </a:lnTo>
                  <a:lnTo>
                    <a:pt x="16368" y="12496"/>
                  </a:lnTo>
                  <a:lnTo>
                    <a:pt x="15359" y="12430"/>
                  </a:lnTo>
                  <a:lnTo>
                    <a:pt x="14358" y="12339"/>
                  </a:lnTo>
                  <a:lnTo>
                    <a:pt x="13365" y="12222"/>
                  </a:lnTo>
                  <a:lnTo>
                    <a:pt x="12380" y="12076"/>
                  </a:lnTo>
                  <a:lnTo>
                    <a:pt x="11402" y="11899"/>
                  </a:lnTo>
                  <a:lnTo>
                    <a:pt x="10430" y="11689"/>
                  </a:lnTo>
                  <a:lnTo>
                    <a:pt x="9464" y="11445"/>
                  </a:lnTo>
                  <a:lnTo>
                    <a:pt x="8503" y="11165"/>
                  </a:lnTo>
                  <a:lnTo>
                    <a:pt x="7547" y="10847"/>
                  </a:lnTo>
                  <a:lnTo>
                    <a:pt x="6595" y="10490"/>
                  </a:lnTo>
                  <a:lnTo>
                    <a:pt x="5647" y="10090"/>
                  </a:lnTo>
                  <a:lnTo>
                    <a:pt x="4702" y="9647"/>
                  </a:lnTo>
                  <a:lnTo>
                    <a:pt x="3759" y="9159"/>
                  </a:lnTo>
                  <a:lnTo>
                    <a:pt x="2818" y="8623"/>
                  </a:lnTo>
                  <a:lnTo>
                    <a:pt x="1878" y="8038"/>
                  </a:lnTo>
                  <a:lnTo>
                    <a:pt x="939" y="7402"/>
                  </a:lnTo>
                  <a:lnTo>
                    <a:pt x="0" y="6714"/>
                  </a:lnTo>
                  <a:lnTo>
                    <a:pt x="439" y="4783"/>
                  </a:lnTo>
                  <a:lnTo>
                    <a:pt x="782" y="3372"/>
                  </a:lnTo>
                  <a:lnTo>
                    <a:pt x="1075" y="2362"/>
                  </a:lnTo>
                  <a:lnTo>
                    <a:pt x="1364" y="1638"/>
                  </a:lnTo>
                  <a:lnTo>
                    <a:pt x="1698" y="1081"/>
                  </a:lnTo>
                  <a:lnTo>
                    <a:pt x="2123" y="574"/>
                  </a:lnTo>
                  <a:lnTo>
                    <a:pt x="2686" y="0"/>
                  </a:lnTo>
                  <a:close/>
                </a:path>
              </a:pathLst>
            </a:custGeom>
            <a:solidFill>
              <a:srgbClr val="539BC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1" name="region 249 #604247"/>
            <p:cNvSpPr/>
            <p:nvPr/>
          </p:nvSpPr>
          <p:spPr>
            <a:xfrm>
              <a:off x="1741719" y="597582"/>
              <a:ext cx="25661" cy="20144"/>
            </a:xfrm>
            <a:custGeom>
              <a:avLst/>
              <a:gdLst/>
              <a:ahLst/>
              <a:cxnLst/>
              <a:rect l="l" t="t" r="r" b="b"/>
              <a:pathLst>
                <a:path w="25661" h="20144">
                  <a:moveTo>
                    <a:pt x="5371" y="0"/>
                  </a:moveTo>
                  <a:lnTo>
                    <a:pt x="6704" y="0"/>
                  </a:lnTo>
                  <a:lnTo>
                    <a:pt x="8057" y="0"/>
                  </a:lnTo>
                  <a:lnTo>
                    <a:pt x="8323" y="1064"/>
                  </a:lnTo>
                  <a:lnTo>
                    <a:pt x="8590" y="2131"/>
                  </a:lnTo>
                  <a:lnTo>
                    <a:pt x="8858" y="3203"/>
                  </a:lnTo>
                  <a:lnTo>
                    <a:pt x="9127" y="4282"/>
                  </a:lnTo>
                  <a:lnTo>
                    <a:pt x="9400" y="5372"/>
                  </a:lnTo>
                  <a:lnTo>
                    <a:pt x="10469" y="5594"/>
                  </a:lnTo>
                  <a:lnTo>
                    <a:pt x="11539" y="5809"/>
                  </a:lnTo>
                  <a:lnTo>
                    <a:pt x="12609" y="6015"/>
                  </a:lnTo>
                  <a:lnTo>
                    <a:pt x="13679" y="6214"/>
                  </a:lnTo>
                  <a:lnTo>
                    <a:pt x="14751" y="6407"/>
                  </a:lnTo>
                  <a:lnTo>
                    <a:pt x="15823" y="6593"/>
                  </a:lnTo>
                  <a:lnTo>
                    <a:pt x="16895" y="6773"/>
                  </a:lnTo>
                  <a:lnTo>
                    <a:pt x="17969" y="6948"/>
                  </a:lnTo>
                  <a:lnTo>
                    <a:pt x="19044" y="7118"/>
                  </a:lnTo>
                  <a:lnTo>
                    <a:pt x="20119" y="7283"/>
                  </a:lnTo>
                  <a:lnTo>
                    <a:pt x="21196" y="7444"/>
                  </a:lnTo>
                  <a:lnTo>
                    <a:pt x="22274" y="7602"/>
                  </a:lnTo>
                  <a:lnTo>
                    <a:pt x="23353" y="7756"/>
                  </a:lnTo>
                  <a:lnTo>
                    <a:pt x="24433" y="7908"/>
                  </a:lnTo>
                  <a:lnTo>
                    <a:pt x="25514" y="8058"/>
                  </a:lnTo>
                  <a:lnTo>
                    <a:pt x="25590" y="9796"/>
                  </a:lnTo>
                  <a:lnTo>
                    <a:pt x="25642" y="11261"/>
                  </a:lnTo>
                  <a:lnTo>
                    <a:pt x="25661" y="12496"/>
                  </a:lnTo>
                  <a:lnTo>
                    <a:pt x="25639" y="13541"/>
                  </a:lnTo>
                  <a:lnTo>
                    <a:pt x="25565" y="14440"/>
                  </a:lnTo>
                  <a:lnTo>
                    <a:pt x="25431" y="15234"/>
                  </a:lnTo>
                  <a:lnTo>
                    <a:pt x="25226" y="15965"/>
                  </a:lnTo>
                  <a:lnTo>
                    <a:pt x="24943" y="16675"/>
                  </a:lnTo>
                  <a:lnTo>
                    <a:pt x="24570" y="17405"/>
                  </a:lnTo>
                  <a:lnTo>
                    <a:pt x="24100" y="18199"/>
                  </a:lnTo>
                  <a:lnTo>
                    <a:pt x="23523" y="19098"/>
                  </a:lnTo>
                  <a:lnTo>
                    <a:pt x="22829" y="20144"/>
                  </a:lnTo>
                  <a:lnTo>
                    <a:pt x="21496" y="20144"/>
                  </a:lnTo>
                  <a:lnTo>
                    <a:pt x="20143" y="20144"/>
                  </a:lnTo>
                  <a:lnTo>
                    <a:pt x="20559" y="19118"/>
                  </a:lnTo>
                  <a:lnTo>
                    <a:pt x="20978" y="18085"/>
                  </a:lnTo>
                  <a:lnTo>
                    <a:pt x="21403" y="17039"/>
                  </a:lnTo>
                  <a:lnTo>
                    <a:pt x="21824" y="15957"/>
                  </a:lnTo>
                  <a:lnTo>
                    <a:pt x="22237" y="14872"/>
                  </a:lnTo>
                  <a:lnTo>
                    <a:pt x="22640" y="13784"/>
                  </a:lnTo>
                  <a:lnTo>
                    <a:pt x="23035" y="12692"/>
                  </a:lnTo>
                  <a:lnTo>
                    <a:pt x="23422" y="11598"/>
                  </a:lnTo>
                  <a:lnTo>
                    <a:pt x="23801" y="10500"/>
                  </a:lnTo>
                  <a:lnTo>
                    <a:pt x="24172" y="9401"/>
                  </a:lnTo>
                  <a:lnTo>
                    <a:pt x="23115" y="9692"/>
                  </a:lnTo>
                  <a:lnTo>
                    <a:pt x="22055" y="9984"/>
                  </a:lnTo>
                  <a:lnTo>
                    <a:pt x="20987" y="10278"/>
                  </a:lnTo>
                  <a:lnTo>
                    <a:pt x="19907" y="10576"/>
                  </a:lnTo>
                  <a:lnTo>
                    <a:pt x="18796" y="10878"/>
                  </a:lnTo>
                  <a:lnTo>
                    <a:pt x="17684" y="11180"/>
                  </a:lnTo>
                  <a:lnTo>
                    <a:pt x="16574" y="11482"/>
                  </a:lnTo>
                  <a:lnTo>
                    <a:pt x="15463" y="11784"/>
                  </a:lnTo>
                  <a:lnTo>
                    <a:pt x="14352" y="12086"/>
                  </a:lnTo>
                  <a:lnTo>
                    <a:pt x="12958" y="12472"/>
                  </a:lnTo>
                  <a:lnTo>
                    <a:pt x="11543" y="12863"/>
                  </a:lnTo>
                  <a:lnTo>
                    <a:pt x="10473" y="13149"/>
                  </a:lnTo>
                  <a:lnTo>
                    <a:pt x="9424" y="13421"/>
                  </a:lnTo>
                  <a:lnTo>
                    <a:pt x="8389" y="13676"/>
                  </a:lnTo>
                  <a:lnTo>
                    <a:pt x="7364" y="13910"/>
                  </a:lnTo>
                  <a:lnTo>
                    <a:pt x="6343" y="14123"/>
                  </a:lnTo>
                  <a:lnTo>
                    <a:pt x="5320" y="14310"/>
                  </a:lnTo>
                  <a:lnTo>
                    <a:pt x="4291" y="14469"/>
                  </a:lnTo>
                  <a:lnTo>
                    <a:pt x="3250" y="14598"/>
                  </a:lnTo>
                  <a:lnTo>
                    <a:pt x="2191" y="14693"/>
                  </a:lnTo>
                  <a:lnTo>
                    <a:pt x="1110" y="14752"/>
                  </a:lnTo>
                  <a:lnTo>
                    <a:pt x="0" y="14772"/>
                  </a:lnTo>
                  <a:lnTo>
                    <a:pt x="261" y="13709"/>
                  </a:lnTo>
                  <a:lnTo>
                    <a:pt x="530" y="12655"/>
                  </a:lnTo>
                  <a:lnTo>
                    <a:pt x="808" y="11607"/>
                  </a:lnTo>
                  <a:lnTo>
                    <a:pt x="1094" y="10565"/>
                  </a:lnTo>
                  <a:lnTo>
                    <a:pt x="1390" y="9526"/>
                  </a:lnTo>
                  <a:lnTo>
                    <a:pt x="1697" y="8489"/>
                  </a:lnTo>
                  <a:lnTo>
                    <a:pt x="2014" y="7453"/>
                  </a:lnTo>
                  <a:lnTo>
                    <a:pt x="2344" y="6414"/>
                  </a:lnTo>
                  <a:lnTo>
                    <a:pt x="2685" y="5372"/>
                  </a:lnTo>
                  <a:lnTo>
                    <a:pt x="4018" y="5372"/>
                  </a:lnTo>
                  <a:lnTo>
                    <a:pt x="5371" y="5372"/>
                  </a:lnTo>
                  <a:lnTo>
                    <a:pt x="5371" y="4308"/>
                  </a:lnTo>
                  <a:lnTo>
                    <a:pt x="5371" y="3241"/>
                  </a:lnTo>
                  <a:lnTo>
                    <a:pt x="5371" y="2170"/>
                  </a:lnTo>
                  <a:lnTo>
                    <a:pt x="5371" y="1090"/>
                  </a:lnTo>
                  <a:lnTo>
                    <a:pt x="5371" y="0"/>
                  </a:lnTo>
                  <a:close/>
                </a:path>
              </a:pathLst>
            </a:custGeom>
            <a:solidFill>
              <a:srgbClr val="60424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2" name="region 250 #560814"/>
            <p:cNvSpPr/>
            <p:nvPr/>
          </p:nvSpPr>
          <p:spPr>
            <a:xfrm>
              <a:off x="1358997" y="283516"/>
              <a:ext cx="41629" cy="22661"/>
            </a:xfrm>
            <a:custGeom>
              <a:avLst/>
              <a:gdLst/>
              <a:ahLst/>
              <a:cxnLst/>
              <a:rect l="l" t="t" r="r" b="b"/>
              <a:pathLst>
                <a:path w="41629" h="22661">
                  <a:moveTo>
                    <a:pt x="41629" y="2518"/>
                  </a:moveTo>
                  <a:lnTo>
                    <a:pt x="41629" y="3567"/>
                  </a:lnTo>
                  <a:lnTo>
                    <a:pt x="41629" y="4617"/>
                  </a:lnTo>
                  <a:lnTo>
                    <a:pt x="41629" y="5667"/>
                  </a:lnTo>
                  <a:lnTo>
                    <a:pt x="41629" y="6718"/>
                  </a:lnTo>
                  <a:lnTo>
                    <a:pt x="41629" y="7769"/>
                  </a:lnTo>
                  <a:lnTo>
                    <a:pt x="41629" y="8821"/>
                  </a:lnTo>
                  <a:lnTo>
                    <a:pt x="41629" y="9875"/>
                  </a:lnTo>
                  <a:lnTo>
                    <a:pt x="41629" y="10929"/>
                  </a:lnTo>
                  <a:lnTo>
                    <a:pt x="41629" y="11985"/>
                  </a:lnTo>
                  <a:lnTo>
                    <a:pt x="41629" y="13043"/>
                  </a:lnTo>
                  <a:lnTo>
                    <a:pt x="41629" y="14102"/>
                  </a:lnTo>
                  <a:lnTo>
                    <a:pt x="41629" y="15163"/>
                  </a:lnTo>
                  <a:lnTo>
                    <a:pt x="41629" y="16226"/>
                  </a:lnTo>
                  <a:lnTo>
                    <a:pt x="41629" y="17292"/>
                  </a:lnTo>
                  <a:lnTo>
                    <a:pt x="41629" y="18360"/>
                  </a:lnTo>
                  <a:lnTo>
                    <a:pt x="41629" y="19431"/>
                  </a:lnTo>
                  <a:lnTo>
                    <a:pt x="41629" y="20505"/>
                  </a:lnTo>
                  <a:lnTo>
                    <a:pt x="41629" y="21581"/>
                  </a:lnTo>
                  <a:lnTo>
                    <a:pt x="41629" y="22661"/>
                  </a:lnTo>
                  <a:lnTo>
                    <a:pt x="40963" y="22661"/>
                  </a:lnTo>
                  <a:lnTo>
                    <a:pt x="40287" y="22661"/>
                  </a:lnTo>
                  <a:lnTo>
                    <a:pt x="40205" y="21624"/>
                  </a:lnTo>
                  <a:lnTo>
                    <a:pt x="40123" y="20581"/>
                  </a:lnTo>
                  <a:lnTo>
                    <a:pt x="40039" y="19524"/>
                  </a:lnTo>
                  <a:lnTo>
                    <a:pt x="39990" y="18924"/>
                  </a:lnTo>
                  <a:lnTo>
                    <a:pt x="39902" y="17866"/>
                  </a:lnTo>
                  <a:lnTo>
                    <a:pt x="39698" y="15443"/>
                  </a:lnTo>
                  <a:lnTo>
                    <a:pt x="39589" y="14101"/>
                  </a:lnTo>
                  <a:lnTo>
                    <a:pt x="39480" y="12751"/>
                  </a:lnTo>
                  <a:lnTo>
                    <a:pt x="39368" y="11383"/>
                  </a:lnTo>
                  <a:lnTo>
                    <a:pt x="39183" y="9899"/>
                  </a:lnTo>
                  <a:lnTo>
                    <a:pt x="39020" y="8825"/>
                  </a:lnTo>
                  <a:lnTo>
                    <a:pt x="38829" y="7990"/>
                  </a:lnTo>
                  <a:lnTo>
                    <a:pt x="38561" y="7223"/>
                  </a:lnTo>
                  <a:lnTo>
                    <a:pt x="38168" y="6351"/>
                  </a:lnTo>
                  <a:lnTo>
                    <a:pt x="37601" y="5203"/>
                  </a:lnTo>
                  <a:lnTo>
                    <a:pt x="36414" y="5188"/>
                  </a:lnTo>
                  <a:lnTo>
                    <a:pt x="35227" y="5175"/>
                  </a:lnTo>
                  <a:lnTo>
                    <a:pt x="34040" y="5162"/>
                  </a:lnTo>
                  <a:lnTo>
                    <a:pt x="32853" y="5150"/>
                  </a:lnTo>
                  <a:lnTo>
                    <a:pt x="31666" y="5140"/>
                  </a:lnTo>
                  <a:lnTo>
                    <a:pt x="30478" y="5130"/>
                  </a:lnTo>
                  <a:lnTo>
                    <a:pt x="29291" y="5120"/>
                  </a:lnTo>
                  <a:lnTo>
                    <a:pt x="28134" y="5108"/>
                  </a:lnTo>
                  <a:lnTo>
                    <a:pt x="26972" y="5096"/>
                  </a:lnTo>
                  <a:lnTo>
                    <a:pt x="25801" y="5084"/>
                  </a:lnTo>
                  <a:lnTo>
                    <a:pt x="24618" y="5072"/>
                  </a:lnTo>
                  <a:lnTo>
                    <a:pt x="23448" y="5120"/>
                  </a:lnTo>
                  <a:lnTo>
                    <a:pt x="22306" y="5192"/>
                  </a:lnTo>
                  <a:lnTo>
                    <a:pt x="21186" y="5289"/>
                  </a:lnTo>
                  <a:lnTo>
                    <a:pt x="20080" y="5408"/>
                  </a:lnTo>
                  <a:lnTo>
                    <a:pt x="18984" y="5549"/>
                  </a:lnTo>
                  <a:lnTo>
                    <a:pt x="17891" y="5711"/>
                  </a:lnTo>
                  <a:lnTo>
                    <a:pt x="16795" y="5893"/>
                  </a:lnTo>
                  <a:lnTo>
                    <a:pt x="15690" y="6093"/>
                  </a:lnTo>
                  <a:lnTo>
                    <a:pt x="14570" y="6311"/>
                  </a:lnTo>
                  <a:lnTo>
                    <a:pt x="13429" y="6546"/>
                  </a:lnTo>
                  <a:lnTo>
                    <a:pt x="12352" y="6584"/>
                  </a:lnTo>
                  <a:lnTo>
                    <a:pt x="11276" y="6613"/>
                  </a:lnTo>
                  <a:lnTo>
                    <a:pt x="10198" y="6632"/>
                  </a:lnTo>
                  <a:lnTo>
                    <a:pt x="9121" y="6641"/>
                  </a:lnTo>
                  <a:lnTo>
                    <a:pt x="8044" y="6640"/>
                  </a:lnTo>
                  <a:lnTo>
                    <a:pt x="6967" y="6629"/>
                  </a:lnTo>
                  <a:lnTo>
                    <a:pt x="5904" y="6617"/>
                  </a:lnTo>
                  <a:lnTo>
                    <a:pt x="4834" y="6605"/>
                  </a:lnTo>
                  <a:lnTo>
                    <a:pt x="3751" y="6593"/>
                  </a:lnTo>
                  <a:lnTo>
                    <a:pt x="2556" y="6570"/>
                  </a:lnTo>
                  <a:lnTo>
                    <a:pt x="1343" y="6546"/>
                  </a:lnTo>
                  <a:lnTo>
                    <a:pt x="677" y="5213"/>
                  </a:lnTo>
                  <a:lnTo>
                    <a:pt x="0" y="3860"/>
                  </a:lnTo>
                  <a:lnTo>
                    <a:pt x="1073" y="3707"/>
                  </a:lnTo>
                  <a:lnTo>
                    <a:pt x="2145" y="3555"/>
                  </a:lnTo>
                  <a:lnTo>
                    <a:pt x="3218" y="3403"/>
                  </a:lnTo>
                  <a:lnTo>
                    <a:pt x="4291" y="3251"/>
                  </a:lnTo>
                  <a:lnTo>
                    <a:pt x="5364" y="3101"/>
                  </a:lnTo>
                  <a:lnTo>
                    <a:pt x="6437" y="2950"/>
                  </a:lnTo>
                  <a:lnTo>
                    <a:pt x="7510" y="2801"/>
                  </a:lnTo>
                  <a:lnTo>
                    <a:pt x="8583" y="2651"/>
                  </a:lnTo>
                  <a:lnTo>
                    <a:pt x="9657" y="2502"/>
                  </a:lnTo>
                  <a:lnTo>
                    <a:pt x="10730" y="2354"/>
                  </a:lnTo>
                  <a:lnTo>
                    <a:pt x="11804" y="2206"/>
                  </a:lnTo>
                  <a:lnTo>
                    <a:pt x="12877" y="2058"/>
                  </a:lnTo>
                  <a:lnTo>
                    <a:pt x="13951" y="1910"/>
                  </a:lnTo>
                  <a:lnTo>
                    <a:pt x="15024" y="1763"/>
                  </a:lnTo>
                  <a:lnTo>
                    <a:pt x="16087" y="1610"/>
                  </a:lnTo>
                  <a:lnTo>
                    <a:pt x="17155" y="1457"/>
                  </a:lnTo>
                  <a:lnTo>
                    <a:pt x="18230" y="1302"/>
                  </a:lnTo>
                  <a:lnTo>
                    <a:pt x="19317" y="1146"/>
                  </a:lnTo>
                  <a:lnTo>
                    <a:pt x="20347" y="1006"/>
                  </a:lnTo>
                  <a:lnTo>
                    <a:pt x="21380" y="866"/>
                  </a:lnTo>
                  <a:lnTo>
                    <a:pt x="22421" y="725"/>
                  </a:lnTo>
                  <a:lnTo>
                    <a:pt x="23474" y="582"/>
                  </a:lnTo>
                  <a:lnTo>
                    <a:pt x="24734" y="406"/>
                  </a:lnTo>
                  <a:lnTo>
                    <a:pt x="26003" y="229"/>
                  </a:lnTo>
                  <a:lnTo>
                    <a:pt x="27289" y="49"/>
                  </a:lnTo>
                  <a:lnTo>
                    <a:pt x="28393" y="4"/>
                  </a:lnTo>
                  <a:lnTo>
                    <a:pt x="29470" y="0"/>
                  </a:lnTo>
                  <a:lnTo>
                    <a:pt x="30522" y="38"/>
                  </a:lnTo>
                  <a:lnTo>
                    <a:pt x="31554" y="113"/>
                  </a:lnTo>
                  <a:lnTo>
                    <a:pt x="32570" y="225"/>
                  </a:lnTo>
                  <a:lnTo>
                    <a:pt x="33574" y="371"/>
                  </a:lnTo>
                  <a:lnTo>
                    <a:pt x="34569" y="549"/>
                  </a:lnTo>
                  <a:lnTo>
                    <a:pt x="35560" y="757"/>
                  </a:lnTo>
                  <a:lnTo>
                    <a:pt x="36550" y="993"/>
                  </a:lnTo>
                  <a:lnTo>
                    <a:pt x="37543" y="1254"/>
                  </a:lnTo>
                  <a:lnTo>
                    <a:pt x="38544" y="1540"/>
                  </a:lnTo>
                  <a:lnTo>
                    <a:pt x="39556" y="1847"/>
                  </a:lnTo>
                  <a:lnTo>
                    <a:pt x="40583" y="2173"/>
                  </a:lnTo>
                  <a:lnTo>
                    <a:pt x="41629" y="2518"/>
                  </a:lnTo>
                  <a:close/>
                </a:path>
              </a:pathLst>
            </a:custGeom>
            <a:solidFill>
              <a:srgbClr val="56081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3" name="region 251 #8D7966"/>
            <p:cNvSpPr/>
            <p:nvPr/>
          </p:nvSpPr>
          <p:spPr>
            <a:xfrm>
              <a:off x="1328111" y="197403"/>
              <a:ext cx="28200" cy="12086"/>
            </a:xfrm>
            <a:custGeom>
              <a:avLst/>
              <a:gdLst/>
              <a:ahLst/>
              <a:cxnLst/>
              <a:rect l="l" t="t" r="r" b="b"/>
              <a:pathLst>
                <a:path w="28200" h="12086">
                  <a:moveTo>
                    <a:pt x="0" y="0"/>
                  </a:moveTo>
                  <a:lnTo>
                    <a:pt x="668" y="334"/>
                  </a:lnTo>
                  <a:lnTo>
                    <a:pt x="2686" y="1343"/>
                  </a:lnTo>
                  <a:lnTo>
                    <a:pt x="2686" y="2676"/>
                  </a:lnTo>
                  <a:lnTo>
                    <a:pt x="2686" y="4029"/>
                  </a:lnTo>
                  <a:lnTo>
                    <a:pt x="3803" y="3998"/>
                  </a:lnTo>
                  <a:lnTo>
                    <a:pt x="4929" y="3967"/>
                  </a:lnTo>
                  <a:lnTo>
                    <a:pt x="6070" y="3935"/>
                  </a:lnTo>
                  <a:lnTo>
                    <a:pt x="6549" y="3927"/>
                  </a:lnTo>
                  <a:lnTo>
                    <a:pt x="7169" y="3917"/>
                  </a:lnTo>
                  <a:lnTo>
                    <a:pt x="8345" y="3897"/>
                  </a:lnTo>
                  <a:lnTo>
                    <a:pt x="10490" y="3861"/>
                  </a:lnTo>
                  <a:lnTo>
                    <a:pt x="11578" y="3838"/>
                  </a:lnTo>
                  <a:lnTo>
                    <a:pt x="12669" y="3815"/>
                  </a:lnTo>
                  <a:lnTo>
                    <a:pt x="13769" y="3791"/>
                  </a:lnTo>
                  <a:lnTo>
                    <a:pt x="14882" y="3767"/>
                  </a:lnTo>
                  <a:lnTo>
                    <a:pt x="16183" y="3859"/>
                  </a:lnTo>
                  <a:lnTo>
                    <a:pt x="17210" y="3960"/>
                  </a:lnTo>
                  <a:lnTo>
                    <a:pt x="18056" y="4107"/>
                  </a:lnTo>
                  <a:lnTo>
                    <a:pt x="18814" y="4332"/>
                  </a:lnTo>
                  <a:lnTo>
                    <a:pt x="19577" y="4671"/>
                  </a:lnTo>
                  <a:lnTo>
                    <a:pt x="20438" y="5158"/>
                  </a:lnTo>
                  <a:lnTo>
                    <a:pt x="21491" y="5828"/>
                  </a:lnTo>
                  <a:lnTo>
                    <a:pt x="22829" y="6715"/>
                  </a:lnTo>
                  <a:lnTo>
                    <a:pt x="22829" y="8048"/>
                  </a:lnTo>
                  <a:lnTo>
                    <a:pt x="22829" y="9400"/>
                  </a:lnTo>
                  <a:lnTo>
                    <a:pt x="23893" y="9400"/>
                  </a:lnTo>
                  <a:lnTo>
                    <a:pt x="24959" y="9400"/>
                  </a:lnTo>
                  <a:lnTo>
                    <a:pt x="26031" y="9400"/>
                  </a:lnTo>
                  <a:lnTo>
                    <a:pt x="27111" y="9400"/>
                  </a:lnTo>
                  <a:lnTo>
                    <a:pt x="28200" y="9400"/>
                  </a:lnTo>
                  <a:lnTo>
                    <a:pt x="28200" y="10733"/>
                  </a:lnTo>
                  <a:lnTo>
                    <a:pt x="28200" y="12086"/>
                  </a:lnTo>
                  <a:lnTo>
                    <a:pt x="27127" y="12046"/>
                  </a:lnTo>
                  <a:lnTo>
                    <a:pt x="26055" y="12005"/>
                  </a:lnTo>
                  <a:lnTo>
                    <a:pt x="24982" y="11961"/>
                  </a:lnTo>
                  <a:lnTo>
                    <a:pt x="23910" y="11916"/>
                  </a:lnTo>
                  <a:lnTo>
                    <a:pt x="22838" y="11869"/>
                  </a:lnTo>
                  <a:lnTo>
                    <a:pt x="21765" y="11820"/>
                  </a:lnTo>
                  <a:lnTo>
                    <a:pt x="20693" y="11771"/>
                  </a:lnTo>
                  <a:lnTo>
                    <a:pt x="19620" y="11720"/>
                  </a:lnTo>
                  <a:lnTo>
                    <a:pt x="18548" y="11667"/>
                  </a:lnTo>
                  <a:lnTo>
                    <a:pt x="17867" y="11644"/>
                  </a:lnTo>
                  <a:lnTo>
                    <a:pt x="15807" y="11575"/>
                  </a:lnTo>
                  <a:lnTo>
                    <a:pt x="14581" y="11498"/>
                  </a:lnTo>
                  <a:lnTo>
                    <a:pt x="13406" y="11398"/>
                  </a:lnTo>
                  <a:lnTo>
                    <a:pt x="12278" y="11271"/>
                  </a:lnTo>
                  <a:lnTo>
                    <a:pt x="11191" y="11112"/>
                  </a:lnTo>
                  <a:lnTo>
                    <a:pt x="10139" y="10917"/>
                  </a:lnTo>
                  <a:lnTo>
                    <a:pt x="9116" y="10680"/>
                  </a:lnTo>
                  <a:lnTo>
                    <a:pt x="8118" y="10396"/>
                  </a:lnTo>
                  <a:lnTo>
                    <a:pt x="7138" y="10061"/>
                  </a:lnTo>
                  <a:lnTo>
                    <a:pt x="6172" y="9671"/>
                  </a:lnTo>
                  <a:lnTo>
                    <a:pt x="5213" y="9220"/>
                  </a:lnTo>
                  <a:lnTo>
                    <a:pt x="4256" y="8704"/>
                  </a:lnTo>
                  <a:lnTo>
                    <a:pt x="3296" y="8117"/>
                  </a:lnTo>
                  <a:lnTo>
                    <a:pt x="2327" y="7456"/>
                  </a:lnTo>
                  <a:lnTo>
                    <a:pt x="1343" y="6715"/>
                  </a:lnTo>
                  <a:lnTo>
                    <a:pt x="882" y="5180"/>
                  </a:lnTo>
                  <a:lnTo>
                    <a:pt x="566" y="4060"/>
                  </a:lnTo>
                  <a:lnTo>
                    <a:pt x="357" y="3168"/>
                  </a:lnTo>
                  <a:lnTo>
                    <a:pt x="218" y="2319"/>
                  </a:lnTo>
                  <a:lnTo>
                    <a:pt x="111" y="13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796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4" name="region 252 #484848"/>
            <p:cNvSpPr/>
            <p:nvPr/>
          </p:nvSpPr>
          <p:spPr>
            <a:xfrm>
              <a:off x="690241" y="901074"/>
              <a:ext cx="38944" cy="16115"/>
            </a:xfrm>
            <a:custGeom>
              <a:avLst/>
              <a:gdLst/>
              <a:ahLst/>
              <a:cxnLst/>
              <a:rect l="l" t="t" r="r" b="b"/>
              <a:pathLst>
                <a:path w="38944" h="16115">
                  <a:moveTo>
                    <a:pt x="0" y="0"/>
                  </a:moveTo>
                  <a:lnTo>
                    <a:pt x="1044" y="174"/>
                  </a:lnTo>
                  <a:lnTo>
                    <a:pt x="2077" y="370"/>
                  </a:lnTo>
                  <a:lnTo>
                    <a:pt x="3100" y="586"/>
                  </a:lnTo>
                  <a:lnTo>
                    <a:pt x="4114" y="821"/>
                  </a:lnTo>
                  <a:lnTo>
                    <a:pt x="5120" y="1074"/>
                  </a:lnTo>
                  <a:lnTo>
                    <a:pt x="6119" y="1344"/>
                  </a:lnTo>
                  <a:lnTo>
                    <a:pt x="7112" y="1629"/>
                  </a:lnTo>
                  <a:lnTo>
                    <a:pt x="8099" y="1928"/>
                  </a:lnTo>
                  <a:lnTo>
                    <a:pt x="9082" y="2241"/>
                  </a:lnTo>
                  <a:lnTo>
                    <a:pt x="10062" y="2566"/>
                  </a:lnTo>
                  <a:lnTo>
                    <a:pt x="11038" y="2901"/>
                  </a:lnTo>
                  <a:lnTo>
                    <a:pt x="12013" y="3246"/>
                  </a:lnTo>
                  <a:lnTo>
                    <a:pt x="12987" y="3600"/>
                  </a:lnTo>
                  <a:lnTo>
                    <a:pt x="13962" y="3961"/>
                  </a:lnTo>
                  <a:lnTo>
                    <a:pt x="14937" y="4328"/>
                  </a:lnTo>
                  <a:lnTo>
                    <a:pt x="15914" y="4700"/>
                  </a:lnTo>
                  <a:lnTo>
                    <a:pt x="16893" y="5076"/>
                  </a:lnTo>
                  <a:lnTo>
                    <a:pt x="17877" y="5455"/>
                  </a:lnTo>
                  <a:lnTo>
                    <a:pt x="18321" y="5623"/>
                  </a:lnTo>
                  <a:lnTo>
                    <a:pt x="19102" y="5921"/>
                  </a:lnTo>
                  <a:lnTo>
                    <a:pt x="20892" y="6602"/>
                  </a:lnTo>
                  <a:lnTo>
                    <a:pt x="21936" y="7000"/>
                  </a:lnTo>
                  <a:lnTo>
                    <a:pt x="22980" y="7398"/>
                  </a:lnTo>
                  <a:lnTo>
                    <a:pt x="24025" y="7798"/>
                  </a:lnTo>
                  <a:lnTo>
                    <a:pt x="25069" y="8198"/>
                  </a:lnTo>
                  <a:lnTo>
                    <a:pt x="26113" y="8598"/>
                  </a:lnTo>
                  <a:lnTo>
                    <a:pt x="27157" y="8999"/>
                  </a:lnTo>
                  <a:lnTo>
                    <a:pt x="28201" y="9400"/>
                  </a:lnTo>
                  <a:lnTo>
                    <a:pt x="28201" y="10733"/>
                  </a:lnTo>
                  <a:lnTo>
                    <a:pt x="28201" y="12086"/>
                  </a:lnTo>
                  <a:lnTo>
                    <a:pt x="29344" y="12211"/>
                  </a:lnTo>
                  <a:lnTo>
                    <a:pt x="30492" y="12336"/>
                  </a:lnTo>
                  <a:lnTo>
                    <a:pt x="31648" y="12462"/>
                  </a:lnTo>
                  <a:lnTo>
                    <a:pt x="32818" y="12589"/>
                  </a:lnTo>
                  <a:lnTo>
                    <a:pt x="34002" y="12797"/>
                  </a:lnTo>
                  <a:lnTo>
                    <a:pt x="35191" y="13006"/>
                  </a:lnTo>
                  <a:lnTo>
                    <a:pt x="36389" y="13216"/>
                  </a:lnTo>
                  <a:lnTo>
                    <a:pt x="37601" y="13429"/>
                  </a:lnTo>
                  <a:lnTo>
                    <a:pt x="38267" y="14762"/>
                  </a:lnTo>
                  <a:lnTo>
                    <a:pt x="38944" y="16115"/>
                  </a:lnTo>
                  <a:lnTo>
                    <a:pt x="37869" y="16025"/>
                  </a:lnTo>
                  <a:lnTo>
                    <a:pt x="36798" y="15924"/>
                  </a:lnTo>
                  <a:lnTo>
                    <a:pt x="35731" y="15809"/>
                  </a:lnTo>
                  <a:lnTo>
                    <a:pt x="34668" y="15682"/>
                  </a:lnTo>
                  <a:lnTo>
                    <a:pt x="33609" y="15541"/>
                  </a:lnTo>
                  <a:lnTo>
                    <a:pt x="32555" y="15387"/>
                  </a:lnTo>
                  <a:lnTo>
                    <a:pt x="31504" y="15220"/>
                  </a:lnTo>
                  <a:lnTo>
                    <a:pt x="30459" y="15039"/>
                  </a:lnTo>
                  <a:lnTo>
                    <a:pt x="29418" y="14845"/>
                  </a:lnTo>
                  <a:lnTo>
                    <a:pt x="28381" y="14637"/>
                  </a:lnTo>
                  <a:lnTo>
                    <a:pt x="27350" y="14415"/>
                  </a:lnTo>
                  <a:lnTo>
                    <a:pt x="26323" y="14179"/>
                  </a:lnTo>
                  <a:lnTo>
                    <a:pt x="25301" y="13929"/>
                  </a:lnTo>
                  <a:lnTo>
                    <a:pt x="24285" y="13664"/>
                  </a:lnTo>
                  <a:lnTo>
                    <a:pt x="23273" y="13385"/>
                  </a:lnTo>
                  <a:lnTo>
                    <a:pt x="22267" y="13092"/>
                  </a:lnTo>
                  <a:lnTo>
                    <a:pt x="21267" y="12784"/>
                  </a:lnTo>
                  <a:lnTo>
                    <a:pt x="20272" y="12461"/>
                  </a:lnTo>
                  <a:lnTo>
                    <a:pt x="19282" y="12123"/>
                  </a:lnTo>
                  <a:lnTo>
                    <a:pt x="18299" y="11770"/>
                  </a:lnTo>
                  <a:lnTo>
                    <a:pt x="17321" y="11402"/>
                  </a:lnTo>
                  <a:lnTo>
                    <a:pt x="16349" y="11019"/>
                  </a:lnTo>
                  <a:lnTo>
                    <a:pt x="15384" y="10620"/>
                  </a:lnTo>
                  <a:lnTo>
                    <a:pt x="14424" y="10205"/>
                  </a:lnTo>
                  <a:lnTo>
                    <a:pt x="13471" y="9775"/>
                  </a:lnTo>
                  <a:lnTo>
                    <a:pt x="12524" y="9329"/>
                  </a:lnTo>
                  <a:lnTo>
                    <a:pt x="11584" y="8867"/>
                  </a:lnTo>
                  <a:lnTo>
                    <a:pt x="10650" y="8389"/>
                  </a:lnTo>
                  <a:lnTo>
                    <a:pt x="9723" y="7894"/>
                  </a:lnTo>
                  <a:lnTo>
                    <a:pt x="8803" y="7383"/>
                  </a:lnTo>
                  <a:lnTo>
                    <a:pt x="7890" y="6856"/>
                  </a:lnTo>
                  <a:lnTo>
                    <a:pt x="6984" y="6312"/>
                  </a:lnTo>
                  <a:lnTo>
                    <a:pt x="6085" y="5751"/>
                  </a:lnTo>
                  <a:lnTo>
                    <a:pt x="5193" y="5173"/>
                  </a:lnTo>
                  <a:lnTo>
                    <a:pt x="4308" y="4578"/>
                  </a:lnTo>
                  <a:lnTo>
                    <a:pt x="3431" y="3966"/>
                  </a:lnTo>
                  <a:lnTo>
                    <a:pt x="2562" y="3336"/>
                  </a:lnTo>
                  <a:lnTo>
                    <a:pt x="1700" y="2690"/>
                  </a:lnTo>
                  <a:lnTo>
                    <a:pt x="846" y="2025"/>
                  </a:lnTo>
                  <a:lnTo>
                    <a:pt x="0" y="1343"/>
                  </a:lnTo>
                  <a:lnTo>
                    <a:pt x="0" y="6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484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5" name="region 253 #B4E1F2"/>
            <p:cNvSpPr/>
            <p:nvPr/>
          </p:nvSpPr>
          <p:spPr>
            <a:xfrm>
              <a:off x="624440" y="649955"/>
              <a:ext cx="38944" cy="20143"/>
            </a:xfrm>
            <a:custGeom>
              <a:avLst/>
              <a:gdLst/>
              <a:ahLst/>
              <a:cxnLst/>
              <a:rect l="l" t="t" r="r" b="b"/>
              <a:pathLst>
                <a:path w="38944" h="20143">
                  <a:moveTo>
                    <a:pt x="34915" y="0"/>
                  </a:moveTo>
                  <a:lnTo>
                    <a:pt x="35913" y="332"/>
                  </a:lnTo>
                  <a:lnTo>
                    <a:pt x="36914" y="666"/>
                  </a:lnTo>
                  <a:lnTo>
                    <a:pt x="37923" y="1003"/>
                  </a:lnTo>
                  <a:lnTo>
                    <a:pt x="38944" y="1343"/>
                  </a:lnTo>
                  <a:lnTo>
                    <a:pt x="38254" y="2596"/>
                  </a:lnTo>
                  <a:lnTo>
                    <a:pt x="37719" y="3555"/>
                  </a:lnTo>
                  <a:lnTo>
                    <a:pt x="37270" y="4338"/>
                  </a:lnTo>
                  <a:lnTo>
                    <a:pt x="36835" y="5062"/>
                  </a:lnTo>
                  <a:lnTo>
                    <a:pt x="36345" y="5845"/>
                  </a:lnTo>
                  <a:lnTo>
                    <a:pt x="35728" y="6804"/>
                  </a:lnTo>
                  <a:lnTo>
                    <a:pt x="34915" y="8057"/>
                  </a:lnTo>
                  <a:lnTo>
                    <a:pt x="33582" y="8057"/>
                  </a:lnTo>
                  <a:lnTo>
                    <a:pt x="32229" y="8057"/>
                  </a:lnTo>
                  <a:lnTo>
                    <a:pt x="32229" y="9121"/>
                  </a:lnTo>
                  <a:lnTo>
                    <a:pt x="32229" y="10188"/>
                  </a:lnTo>
                  <a:lnTo>
                    <a:pt x="32229" y="11259"/>
                  </a:lnTo>
                  <a:lnTo>
                    <a:pt x="32229" y="12339"/>
                  </a:lnTo>
                  <a:lnTo>
                    <a:pt x="32229" y="13429"/>
                  </a:lnTo>
                  <a:lnTo>
                    <a:pt x="30896" y="13429"/>
                  </a:lnTo>
                  <a:lnTo>
                    <a:pt x="29544" y="13429"/>
                  </a:lnTo>
                  <a:lnTo>
                    <a:pt x="29544" y="14761"/>
                  </a:lnTo>
                  <a:lnTo>
                    <a:pt x="29544" y="16114"/>
                  </a:lnTo>
                  <a:lnTo>
                    <a:pt x="28556" y="16562"/>
                  </a:lnTo>
                  <a:lnTo>
                    <a:pt x="27560" y="16927"/>
                  </a:lnTo>
                  <a:lnTo>
                    <a:pt x="26555" y="17216"/>
                  </a:lnTo>
                  <a:lnTo>
                    <a:pt x="25542" y="17437"/>
                  </a:lnTo>
                  <a:lnTo>
                    <a:pt x="24521" y="17595"/>
                  </a:lnTo>
                  <a:lnTo>
                    <a:pt x="23493" y="17698"/>
                  </a:lnTo>
                  <a:lnTo>
                    <a:pt x="22457" y="17754"/>
                  </a:lnTo>
                  <a:lnTo>
                    <a:pt x="21414" y="17767"/>
                  </a:lnTo>
                  <a:lnTo>
                    <a:pt x="20366" y="17747"/>
                  </a:lnTo>
                  <a:lnTo>
                    <a:pt x="19311" y="17699"/>
                  </a:lnTo>
                  <a:lnTo>
                    <a:pt x="18250" y="17630"/>
                  </a:lnTo>
                  <a:lnTo>
                    <a:pt x="17185" y="17547"/>
                  </a:lnTo>
                  <a:lnTo>
                    <a:pt x="16115" y="17457"/>
                  </a:lnTo>
                  <a:lnTo>
                    <a:pt x="14991" y="17021"/>
                  </a:lnTo>
                  <a:lnTo>
                    <a:pt x="13869" y="16581"/>
                  </a:lnTo>
                  <a:lnTo>
                    <a:pt x="12749" y="16136"/>
                  </a:lnTo>
                  <a:lnTo>
                    <a:pt x="11630" y="15687"/>
                  </a:lnTo>
                  <a:lnTo>
                    <a:pt x="10514" y="15232"/>
                  </a:lnTo>
                  <a:lnTo>
                    <a:pt x="9400" y="14772"/>
                  </a:lnTo>
                  <a:lnTo>
                    <a:pt x="7907" y="14903"/>
                  </a:lnTo>
                  <a:lnTo>
                    <a:pt x="6881" y="15039"/>
                  </a:lnTo>
                  <a:lnTo>
                    <a:pt x="6065" y="15243"/>
                  </a:lnTo>
                  <a:lnTo>
                    <a:pt x="5200" y="15580"/>
                  </a:lnTo>
                  <a:lnTo>
                    <a:pt x="4029" y="16114"/>
                  </a:lnTo>
                  <a:lnTo>
                    <a:pt x="3696" y="17112"/>
                  </a:lnTo>
                  <a:lnTo>
                    <a:pt x="3362" y="18114"/>
                  </a:lnTo>
                  <a:lnTo>
                    <a:pt x="3026" y="19123"/>
                  </a:lnTo>
                  <a:lnTo>
                    <a:pt x="2686" y="20143"/>
                  </a:lnTo>
                  <a:lnTo>
                    <a:pt x="1353" y="20143"/>
                  </a:lnTo>
                  <a:lnTo>
                    <a:pt x="0" y="20143"/>
                  </a:lnTo>
                  <a:lnTo>
                    <a:pt x="222" y="19035"/>
                  </a:lnTo>
                  <a:lnTo>
                    <a:pt x="444" y="17925"/>
                  </a:lnTo>
                  <a:lnTo>
                    <a:pt x="666" y="16811"/>
                  </a:lnTo>
                  <a:lnTo>
                    <a:pt x="890" y="15692"/>
                  </a:lnTo>
                  <a:lnTo>
                    <a:pt x="1116" y="14565"/>
                  </a:lnTo>
                  <a:lnTo>
                    <a:pt x="1343" y="13429"/>
                  </a:lnTo>
                  <a:lnTo>
                    <a:pt x="2385" y="13261"/>
                  </a:lnTo>
                  <a:lnTo>
                    <a:pt x="3427" y="13097"/>
                  </a:lnTo>
                  <a:lnTo>
                    <a:pt x="4470" y="12939"/>
                  </a:lnTo>
                  <a:lnTo>
                    <a:pt x="5514" y="12785"/>
                  </a:lnTo>
                  <a:lnTo>
                    <a:pt x="6559" y="12636"/>
                  </a:lnTo>
                  <a:lnTo>
                    <a:pt x="7604" y="12492"/>
                  </a:lnTo>
                  <a:lnTo>
                    <a:pt x="8650" y="12352"/>
                  </a:lnTo>
                  <a:lnTo>
                    <a:pt x="9696" y="12217"/>
                  </a:lnTo>
                  <a:lnTo>
                    <a:pt x="10743" y="12086"/>
                  </a:lnTo>
                  <a:lnTo>
                    <a:pt x="11410" y="12752"/>
                  </a:lnTo>
                  <a:lnTo>
                    <a:pt x="12086" y="13429"/>
                  </a:lnTo>
                  <a:lnTo>
                    <a:pt x="13216" y="13579"/>
                  </a:lnTo>
                  <a:lnTo>
                    <a:pt x="14348" y="13719"/>
                  </a:lnTo>
                  <a:lnTo>
                    <a:pt x="15480" y="13848"/>
                  </a:lnTo>
                  <a:lnTo>
                    <a:pt x="16614" y="13968"/>
                  </a:lnTo>
                  <a:lnTo>
                    <a:pt x="17749" y="14080"/>
                  </a:lnTo>
                  <a:lnTo>
                    <a:pt x="18884" y="14183"/>
                  </a:lnTo>
                  <a:lnTo>
                    <a:pt x="20120" y="14296"/>
                  </a:lnTo>
                  <a:lnTo>
                    <a:pt x="21364" y="14410"/>
                  </a:lnTo>
                  <a:lnTo>
                    <a:pt x="22625" y="14524"/>
                  </a:lnTo>
                  <a:lnTo>
                    <a:pt x="24059" y="14648"/>
                  </a:lnTo>
                  <a:lnTo>
                    <a:pt x="25515" y="14772"/>
                  </a:lnTo>
                  <a:lnTo>
                    <a:pt x="25847" y="13774"/>
                  </a:lnTo>
                  <a:lnTo>
                    <a:pt x="26181" y="12772"/>
                  </a:lnTo>
                  <a:lnTo>
                    <a:pt x="26518" y="11763"/>
                  </a:lnTo>
                  <a:lnTo>
                    <a:pt x="26858" y="10743"/>
                  </a:lnTo>
                  <a:lnTo>
                    <a:pt x="28191" y="10743"/>
                  </a:lnTo>
                  <a:lnTo>
                    <a:pt x="29544" y="10743"/>
                  </a:lnTo>
                  <a:lnTo>
                    <a:pt x="29544" y="9635"/>
                  </a:lnTo>
                  <a:lnTo>
                    <a:pt x="29544" y="8525"/>
                  </a:lnTo>
                  <a:lnTo>
                    <a:pt x="29544" y="7411"/>
                  </a:lnTo>
                  <a:lnTo>
                    <a:pt x="29544" y="6292"/>
                  </a:lnTo>
                  <a:lnTo>
                    <a:pt x="29544" y="5165"/>
                  </a:lnTo>
                  <a:lnTo>
                    <a:pt x="29544" y="4029"/>
                  </a:lnTo>
                  <a:lnTo>
                    <a:pt x="30541" y="3696"/>
                  </a:lnTo>
                  <a:lnTo>
                    <a:pt x="31543" y="3362"/>
                  </a:lnTo>
                  <a:lnTo>
                    <a:pt x="32552" y="3026"/>
                  </a:lnTo>
                  <a:lnTo>
                    <a:pt x="33572" y="2686"/>
                  </a:lnTo>
                  <a:lnTo>
                    <a:pt x="34239" y="1353"/>
                  </a:lnTo>
                  <a:lnTo>
                    <a:pt x="34915" y="0"/>
                  </a:lnTo>
                  <a:close/>
                </a:path>
              </a:pathLst>
            </a:custGeom>
            <a:solidFill>
              <a:srgbClr val="B4E1F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6" name="region 254 #8C9AA4"/>
            <p:cNvSpPr/>
            <p:nvPr/>
          </p:nvSpPr>
          <p:spPr>
            <a:xfrm>
              <a:off x="637869" y="200089"/>
              <a:ext cx="44315" cy="12086"/>
            </a:xfrm>
            <a:custGeom>
              <a:avLst/>
              <a:gdLst/>
              <a:ahLst/>
              <a:cxnLst/>
              <a:rect l="l" t="t" r="r" b="b"/>
              <a:pathLst>
                <a:path w="44315" h="12086">
                  <a:moveTo>
                    <a:pt x="0" y="0"/>
                  </a:moveTo>
                  <a:lnTo>
                    <a:pt x="1060" y="65"/>
                  </a:lnTo>
                  <a:lnTo>
                    <a:pt x="2118" y="135"/>
                  </a:lnTo>
                  <a:lnTo>
                    <a:pt x="3174" y="211"/>
                  </a:lnTo>
                  <a:lnTo>
                    <a:pt x="4226" y="294"/>
                  </a:lnTo>
                  <a:lnTo>
                    <a:pt x="5277" y="383"/>
                  </a:lnTo>
                  <a:lnTo>
                    <a:pt x="6325" y="478"/>
                  </a:lnTo>
                  <a:lnTo>
                    <a:pt x="7370" y="580"/>
                  </a:lnTo>
                  <a:lnTo>
                    <a:pt x="8413" y="689"/>
                  </a:lnTo>
                  <a:lnTo>
                    <a:pt x="9453" y="805"/>
                  </a:lnTo>
                  <a:lnTo>
                    <a:pt x="10491" y="929"/>
                  </a:lnTo>
                  <a:lnTo>
                    <a:pt x="11527" y="1059"/>
                  </a:lnTo>
                  <a:lnTo>
                    <a:pt x="12560" y="1198"/>
                  </a:lnTo>
                  <a:lnTo>
                    <a:pt x="13590" y="1344"/>
                  </a:lnTo>
                  <a:lnTo>
                    <a:pt x="14618" y="1498"/>
                  </a:lnTo>
                  <a:lnTo>
                    <a:pt x="15643" y="1661"/>
                  </a:lnTo>
                  <a:lnTo>
                    <a:pt x="16666" y="1831"/>
                  </a:lnTo>
                  <a:lnTo>
                    <a:pt x="17687" y="2011"/>
                  </a:lnTo>
                  <a:lnTo>
                    <a:pt x="18705" y="2199"/>
                  </a:lnTo>
                  <a:lnTo>
                    <a:pt x="19721" y="2396"/>
                  </a:lnTo>
                  <a:lnTo>
                    <a:pt x="20734" y="2602"/>
                  </a:lnTo>
                  <a:lnTo>
                    <a:pt x="21745" y="2817"/>
                  </a:lnTo>
                  <a:lnTo>
                    <a:pt x="22753" y="3042"/>
                  </a:lnTo>
                  <a:lnTo>
                    <a:pt x="23758" y="3276"/>
                  </a:lnTo>
                  <a:lnTo>
                    <a:pt x="24762" y="3520"/>
                  </a:lnTo>
                  <a:lnTo>
                    <a:pt x="25763" y="3774"/>
                  </a:lnTo>
                  <a:lnTo>
                    <a:pt x="26761" y="4038"/>
                  </a:lnTo>
                  <a:lnTo>
                    <a:pt x="27757" y="4313"/>
                  </a:lnTo>
                  <a:lnTo>
                    <a:pt x="28750" y="4598"/>
                  </a:lnTo>
                  <a:lnTo>
                    <a:pt x="29741" y="4894"/>
                  </a:lnTo>
                  <a:lnTo>
                    <a:pt x="30730" y="5201"/>
                  </a:lnTo>
                  <a:lnTo>
                    <a:pt x="31716" y="5519"/>
                  </a:lnTo>
                  <a:lnTo>
                    <a:pt x="32700" y="5848"/>
                  </a:lnTo>
                  <a:lnTo>
                    <a:pt x="33681" y="6189"/>
                  </a:lnTo>
                  <a:lnTo>
                    <a:pt x="34660" y="6541"/>
                  </a:lnTo>
                  <a:lnTo>
                    <a:pt x="35636" y="6905"/>
                  </a:lnTo>
                  <a:lnTo>
                    <a:pt x="36610" y="7281"/>
                  </a:lnTo>
                  <a:lnTo>
                    <a:pt x="37582" y="7669"/>
                  </a:lnTo>
                  <a:lnTo>
                    <a:pt x="38551" y="8070"/>
                  </a:lnTo>
                  <a:lnTo>
                    <a:pt x="39518" y="8483"/>
                  </a:lnTo>
                  <a:lnTo>
                    <a:pt x="40482" y="8909"/>
                  </a:lnTo>
                  <a:lnTo>
                    <a:pt x="41444" y="9348"/>
                  </a:lnTo>
                  <a:lnTo>
                    <a:pt x="42403" y="9799"/>
                  </a:lnTo>
                  <a:lnTo>
                    <a:pt x="43360" y="10265"/>
                  </a:lnTo>
                  <a:lnTo>
                    <a:pt x="44315" y="10743"/>
                  </a:lnTo>
                  <a:lnTo>
                    <a:pt x="44315" y="11410"/>
                  </a:lnTo>
                  <a:lnTo>
                    <a:pt x="44315" y="12086"/>
                  </a:lnTo>
                  <a:lnTo>
                    <a:pt x="43240" y="11991"/>
                  </a:lnTo>
                  <a:lnTo>
                    <a:pt x="42169" y="11887"/>
                  </a:lnTo>
                  <a:lnTo>
                    <a:pt x="41101" y="11773"/>
                  </a:lnTo>
                  <a:lnTo>
                    <a:pt x="40036" y="11649"/>
                  </a:lnTo>
                  <a:lnTo>
                    <a:pt x="38975" y="11516"/>
                  </a:lnTo>
                  <a:lnTo>
                    <a:pt x="37917" y="11374"/>
                  </a:lnTo>
                  <a:lnTo>
                    <a:pt x="36862" y="11223"/>
                  </a:lnTo>
                  <a:lnTo>
                    <a:pt x="35809" y="11063"/>
                  </a:lnTo>
                  <a:lnTo>
                    <a:pt x="34760" y="10895"/>
                  </a:lnTo>
                  <a:lnTo>
                    <a:pt x="33713" y="10718"/>
                  </a:lnTo>
                  <a:lnTo>
                    <a:pt x="32669" y="10533"/>
                  </a:lnTo>
                  <a:lnTo>
                    <a:pt x="31627" y="10340"/>
                  </a:lnTo>
                  <a:lnTo>
                    <a:pt x="30588" y="10140"/>
                  </a:lnTo>
                  <a:lnTo>
                    <a:pt x="29551" y="9931"/>
                  </a:lnTo>
                  <a:lnTo>
                    <a:pt x="28516" y="9715"/>
                  </a:lnTo>
                  <a:lnTo>
                    <a:pt x="27483" y="9492"/>
                  </a:lnTo>
                  <a:lnTo>
                    <a:pt x="26452" y="9261"/>
                  </a:lnTo>
                  <a:lnTo>
                    <a:pt x="25423" y="9024"/>
                  </a:lnTo>
                  <a:lnTo>
                    <a:pt x="24396" y="8780"/>
                  </a:lnTo>
                  <a:lnTo>
                    <a:pt x="23371" y="8529"/>
                  </a:lnTo>
                  <a:lnTo>
                    <a:pt x="22347" y="8272"/>
                  </a:lnTo>
                  <a:lnTo>
                    <a:pt x="21324" y="8008"/>
                  </a:lnTo>
                  <a:lnTo>
                    <a:pt x="20303" y="7738"/>
                  </a:lnTo>
                  <a:lnTo>
                    <a:pt x="19283" y="7463"/>
                  </a:lnTo>
                  <a:lnTo>
                    <a:pt x="18264" y="7182"/>
                  </a:lnTo>
                  <a:lnTo>
                    <a:pt x="17246" y="6895"/>
                  </a:lnTo>
                  <a:lnTo>
                    <a:pt x="16229" y="6603"/>
                  </a:lnTo>
                  <a:lnTo>
                    <a:pt x="15213" y="6305"/>
                  </a:lnTo>
                  <a:lnTo>
                    <a:pt x="14198" y="6003"/>
                  </a:lnTo>
                  <a:lnTo>
                    <a:pt x="13183" y="5696"/>
                  </a:lnTo>
                  <a:lnTo>
                    <a:pt x="12169" y="5384"/>
                  </a:lnTo>
                  <a:lnTo>
                    <a:pt x="11155" y="5068"/>
                  </a:lnTo>
                  <a:lnTo>
                    <a:pt x="10142" y="4747"/>
                  </a:lnTo>
                  <a:lnTo>
                    <a:pt x="9128" y="4422"/>
                  </a:lnTo>
                  <a:lnTo>
                    <a:pt x="8115" y="4093"/>
                  </a:lnTo>
                  <a:lnTo>
                    <a:pt x="7102" y="3761"/>
                  </a:lnTo>
                  <a:lnTo>
                    <a:pt x="6089" y="3425"/>
                  </a:lnTo>
                  <a:lnTo>
                    <a:pt x="5075" y="3085"/>
                  </a:lnTo>
                  <a:lnTo>
                    <a:pt x="4061" y="2743"/>
                  </a:lnTo>
                  <a:lnTo>
                    <a:pt x="3047" y="2397"/>
                  </a:lnTo>
                  <a:lnTo>
                    <a:pt x="2032" y="2048"/>
                  </a:lnTo>
                  <a:lnTo>
                    <a:pt x="1016" y="1697"/>
                  </a:lnTo>
                  <a:lnTo>
                    <a:pt x="0" y="1343"/>
                  </a:lnTo>
                  <a:lnTo>
                    <a:pt x="0" y="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9AA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7" name="region 255 #57101B"/>
            <p:cNvSpPr/>
            <p:nvPr/>
          </p:nvSpPr>
          <p:spPr>
            <a:xfrm>
              <a:off x="1740376" y="582549"/>
              <a:ext cx="17457" cy="21748"/>
            </a:xfrm>
            <a:custGeom>
              <a:avLst/>
              <a:gdLst/>
              <a:ahLst/>
              <a:cxnLst/>
              <a:rect l="l" t="t" r="r" b="b"/>
              <a:pathLst>
                <a:path w="17457" h="21748">
                  <a:moveTo>
                    <a:pt x="0" y="262"/>
                  </a:moveTo>
                  <a:lnTo>
                    <a:pt x="1141" y="221"/>
                  </a:lnTo>
                  <a:lnTo>
                    <a:pt x="2282" y="184"/>
                  </a:lnTo>
                  <a:lnTo>
                    <a:pt x="3424" y="151"/>
                  </a:lnTo>
                  <a:lnTo>
                    <a:pt x="4565" y="121"/>
                  </a:lnTo>
                  <a:lnTo>
                    <a:pt x="5707" y="94"/>
                  </a:lnTo>
                  <a:lnTo>
                    <a:pt x="6768" y="63"/>
                  </a:lnTo>
                  <a:lnTo>
                    <a:pt x="7836" y="32"/>
                  </a:lnTo>
                  <a:lnTo>
                    <a:pt x="8918" y="0"/>
                  </a:lnTo>
                  <a:lnTo>
                    <a:pt x="10153" y="137"/>
                  </a:lnTo>
                  <a:lnTo>
                    <a:pt x="11289" y="337"/>
                  </a:lnTo>
                  <a:lnTo>
                    <a:pt x="12352" y="602"/>
                  </a:lnTo>
                  <a:lnTo>
                    <a:pt x="13368" y="932"/>
                  </a:lnTo>
                  <a:lnTo>
                    <a:pt x="14361" y="1330"/>
                  </a:lnTo>
                  <a:lnTo>
                    <a:pt x="15357" y="1798"/>
                  </a:lnTo>
                  <a:lnTo>
                    <a:pt x="16380" y="2336"/>
                  </a:lnTo>
                  <a:lnTo>
                    <a:pt x="17457" y="2947"/>
                  </a:lnTo>
                  <a:lnTo>
                    <a:pt x="17457" y="4087"/>
                  </a:lnTo>
                  <a:lnTo>
                    <a:pt x="17457" y="5228"/>
                  </a:lnTo>
                  <a:lnTo>
                    <a:pt x="17457" y="6372"/>
                  </a:lnTo>
                  <a:lnTo>
                    <a:pt x="17457" y="7521"/>
                  </a:lnTo>
                  <a:lnTo>
                    <a:pt x="17457" y="8674"/>
                  </a:lnTo>
                  <a:lnTo>
                    <a:pt x="17457" y="9835"/>
                  </a:lnTo>
                  <a:lnTo>
                    <a:pt x="17457" y="11005"/>
                  </a:lnTo>
                  <a:lnTo>
                    <a:pt x="16124" y="11005"/>
                  </a:lnTo>
                  <a:lnTo>
                    <a:pt x="14772" y="11005"/>
                  </a:lnTo>
                  <a:lnTo>
                    <a:pt x="14605" y="12171"/>
                  </a:lnTo>
                  <a:lnTo>
                    <a:pt x="14436" y="13355"/>
                  </a:lnTo>
                  <a:lnTo>
                    <a:pt x="14026" y="14453"/>
                  </a:lnTo>
                  <a:lnTo>
                    <a:pt x="13566" y="15448"/>
                  </a:lnTo>
                  <a:lnTo>
                    <a:pt x="13055" y="16357"/>
                  </a:lnTo>
                  <a:lnTo>
                    <a:pt x="12493" y="17198"/>
                  </a:lnTo>
                  <a:lnTo>
                    <a:pt x="11881" y="17987"/>
                  </a:lnTo>
                  <a:lnTo>
                    <a:pt x="11218" y="18741"/>
                  </a:lnTo>
                  <a:lnTo>
                    <a:pt x="10504" y="19477"/>
                  </a:lnTo>
                  <a:lnTo>
                    <a:pt x="9740" y="20213"/>
                  </a:lnTo>
                  <a:lnTo>
                    <a:pt x="8924" y="20964"/>
                  </a:lnTo>
                  <a:lnTo>
                    <a:pt x="8057" y="21748"/>
                  </a:lnTo>
                  <a:lnTo>
                    <a:pt x="8188" y="20670"/>
                  </a:lnTo>
                  <a:lnTo>
                    <a:pt x="8327" y="19609"/>
                  </a:lnTo>
                  <a:lnTo>
                    <a:pt x="8475" y="18564"/>
                  </a:lnTo>
                  <a:lnTo>
                    <a:pt x="8634" y="17533"/>
                  </a:lnTo>
                  <a:lnTo>
                    <a:pt x="8806" y="16514"/>
                  </a:lnTo>
                  <a:lnTo>
                    <a:pt x="8993" y="15506"/>
                  </a:lnTo>
                  <a:lnTo>
                    <a:pt x="9197" y="14506"/>
                  </a:lnTo>
                  <a:lnTo>
                    <a:pt x="9419" y="13514"/>
                  </a:lnTo>
                  <a:lnTo>
                    <a:pt x="9662" y="12527"/>
                  </a:lnTo>
                  <a:lnTo>
                    <a:pt x="9927" y="11544"/>
                  </a:lnTo>
                  <a:lnTo>
                    <a:pt x="10216" y="10563"/>
                  </a:lnTo>
                  <a:lnTo>
                    <a:pt x="10531" y="9583"/>
                  </a:lnTo>
                  <a:lnTo>
                    <a:pt x="10873" y="8602"/>
                  </a:lnTo>
                  <a:lnTo>
                    <a:pt x="11245" y="7617"/>
                  </a:lnTo>
                  <a:lnTo>
                    <a:pt x="11649" y="6628"/>
                  </a:lnTo>
                  <a:lnTo>
                    <a:pt x="12086" y="5633"/>
                  </a:lnTo>
                  <a:lnTo>
                    <a:pt x="11022" y="5500"/>
                  </a:lnTo>
                  <a:lnTo>
                    <a:pt x="9958" y="5367"/>
                  </a:lnTo>
                  <a:lnTo>
                    <a:pt x="8892" y="5234"/>
                  </a:lnTo>
                  <a:lnTo>
                    <a:pt x="7825" y="5101"/>
                  </a:lnTo>
                  <a:lnTo>
                    <a:pt x="6755" y="4967"/>
                  </a:lnTo>
                  <a:lnTo>
                    <a:pt x="5681" y="4833"/>
                  </a:lnTo>
                  <a:lnTo>
                    <a:pt x="4604" y="4698"/>
                  </a:lnTo>
                  <a:lnTo>
                    <a:pt x="3522" y="4563"/>
                  </a:lnTo>
                  <a:lnTo>
                    <a:pt x="2435" y="4427"/>
                  </a:lnTo>
                  <a:lnTo>
                    <a:pt x="1343" y="4290"/>
                  </a:lnTo>
                  <a:lnTo>
                    <a:pt x="1010" y="3293"/>
                  </a:lnTo>
                  <a:lnTo>
                    <a:pt x="676" y="2291"/>
                  </a:lnTo>
                  <a:lnTo>
                    <a:pt x="340" y="1282"/>
                  </a:lnTo>
                  <a:lnTo>
                    <a:pt x="0" y="262"/>
                  </a:lnTo>
                  <a:close/>
                </a:path>
              </a:pathLst>
            </a:custGeom>
            <a:solidFill>
              <a:srgbClr val="57101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8" name="region 256 #A74E68"/>
            <p:cNvSpPr/>
            <p:nvPr/>
          </p:nvSpPr>
          <p:spPr>
            <a:xfrm>
              <a:off x="2575649" y="729185"/>
              <a:ext cx="44315" cy="14164"/>
            </a:xfrm>
            <a:custGeom>
              <a:avLst/>
              <a:gdLst/>
              <a:ahLst/>
              <a:cxnLst/>
              <a:rect l="l" t="t" r="r" b="b"/>
              <a:pathLst>
                <a:path w="44315" h="14164">
                  <a:moveTo>
                    <a:pt x="0" y="0"/>
                  </a:moveTo>
                  <a:lnTo>
                    <a:pt x="437" y="291"/>
                  </a:lnTo>
                  <a:lnTo>
                    <a:pt x="1002" y="668"/>
                  </a:lnTo>
                  <a:lnTo>
                    <a:pt x="2074" y="1382"/>
                  </a:lnTo>
                  <a:lnTo>
                    <a:pt x="4029" y="2686"/>
                  </a:lnTo>
                  <a:lnTo>
                    <a:pt x="5026" y="3018"/>
                  </a:lnTo>
                  <a:lnTo>
                    <a:pt x="6028" y="3352"/>
                  </a:lnTo>
                  <a:lnTo>
                    <a:pt x="7037" y="3688"/>
                  </a:lnTo>
                  <a:lnTo>
                    <a:pt x="8057" y="4029"/>
                  </a:lnTo>
                  <a:lnTo>
                    <a:pt x="8390" y="5026"/>
                  </a:lnTo>
                  <a:lnTo>
                    <a:pt x="8724" y="6028"/>
                  </a:lnTo>
                  <a:lnTo>
                    <a:pt x="9060" y="7037"/>
                  </a:lnTo>
                  <a:lnTo>
                    <a:pt x="9400" y="8057"/>
                  </a:lnTo>
                  <a:lnTo>
                    <a:pt x="10515" y="8401"/>
                  </a:lnTo>
                  <a:lnTo>
                    <a:pt x="11617" y="8687"/>
                  </a:lnTo>
                  <a:lnTo>
                    <a:pt x="12710" y="8921"/>
                  </a:lnTo>
                  <a:lnTo>
                    <a:pt x="13797" y="9108"/>
                  </a:lnTo>
                  <a:lnTo>
                    <a:pt x="14880" y="9252"/>
                  </a:lnTo>
                  <a:lnTo>
                    <a:pt x="15962" y="9360"/>
                  </a:lnTo>
                  <a:lnTo>
                    <a:pt x="17047" y="9435"/>
                  </a:lnTo>
                  <a:lnTo>
                    <a:pt x="18136" y="9482"/>
                  </a:lnTo>
                  <a:lnTo>
                    <a:pt x="19233" y="9507"/>
                  </a:lnTo>
                  <a:lnTo>
                    <a:pt x="20340" y="9515"/>
                  </a:lnTo>
                  <a:lnTo>
                    <a:pt x="21460" y="9510"/>
                  </a:lnTo>
                  <a:lnTo>
                    <a:pt x="22597" y="9498"/>
                  </a:lnTo>
                  <a:lnTo>
                    <a:pt x="23753" y="9483"/>
                  </a:lnTo>
                  <a:lnTo>
                    <a:pt x="25169" y="9475"/>
                  </a:lnTo>
                  <a:lnTo>
                    <a:pt x="26608" y="9466"/>
                  </a:lnTo>
                  <a:lnTo>
                    <a:pt x="27769" y="9457"/>
                  </a:lnTo>
                  <a:lnTo>
                    <a:pt x="28930" y="9447"/>
                  </a:lnTo>
                  <a:lnTo>
                    <a:pt x="30091" y="9437"/>
                  </a:lnTo>
                  <a:lnTo>
                    <a:pt x="31251" y="9425"/>
                  </a:lnTo>
                  <a:lnTo>
                    <a:pt x="32412" y="9413"/>
                  </a:lnTo>
                  <a:lnTo>
                    <a:pt x="33572" y="9400"/>
                  </a:lnTo>
                  <a:lnTo>
                    <a:pt x="33572" y="8067"/>
                  </a:lnTo>
                  <a:lnTo>
                    <a:pt x="33572" y="6714"/>
                  </a:lnTo>
                  <a:lnTo>
                    <a:pt x="34903" y="6714"/>
                  </a:lnTo>
                  <a:lnTo>
                    <a:pt x="36243" y="6714"/>
                  </a:lnTo>
                  <a:lnTo>
                    <a:pt x="37601" y="6714"/>
                  </a:lnTo>
                  <a:lnTo>
                    <a:pt x="37601" y="5650"/>
                  </a:lnTo>
                  <a:lnTo>
                    <a:pt x="37601" y="4584"/>
                  </a:lnTo>
                  <a:lnTo>
                    <a:pt x="37601" y="3512"/>
                  </a:lnTo>
                  <a:lnTo>
                    <a:pt x="37601" y="2433"/>
                  </a:lnTo>
                  <a:lnTo>
                    <a:pt x="37601" y="1343"/>
                  </a:lnTo>
                  <a:lnTo>
                    <a:pt x="38709" y="1121"/>
                  </a:lnTo>
                  <a:lnTo>
                    <a:pt x="39819" y="899"/>
                  </a:lnTo>
                  <a:lnTo>
                    <a:pt x="40933" y="676"/>
                  </a:lnTo>
                  <a:lnTo>
                    <a:pt x="42052" y="453"/>
                  </a:lnTo>
                  <a:lnTo>
                    <a:pt x="43179" y="227"/>
                  </a:lnTo>
                  <a:lnTo>
                    <a:pt x="44315" y="0"/>
                  </a:lnTo>
                  <a:lnTo>
                    <a:pt x="44300" y="1326"/>
                  </a:lnTo>
                  <a:lnTo>
                    <a:pt x="44196" y="2229"/>
                  </a:lnTo>
                  <a:lnTo>
                    <a:pt x="43912" y="2931"/>
                  </a:lnTo>
                  <a:lnTo>
                    <a:pt x="43359" y="3653"/>
                  </a:lnTo>
                  <a:lnTo>
                    <a:pt x="42447" y="4617"/>
                  </a:lnTo>
                  <a:lnTo>
                    <a:pt x="41623" y="5310"/>
                  </a:lnTo>
                  <a:lnTo>
                    <a:pt x="40792" y="6007"/>
                  </a:lnTo>
                  <a:lnTo>
                    <a:pt x="39951" y="6714"/>
                  </a:lnTo>
                  <a:lnTo>
                    <a:pt x="39140" y="7408"/>
                  </a:lnTo>
                  <a:lnTo>
                    <a:pt x="38323" y="8105"/>
                  </a:lnTo>
                  <a:lnTo>
                    <a:pt x="37496" y="8812"/>
                  </a:lnTo>
                  <a:lnTo>
                    <a:pt x="36553" y="9488"/>
                  </a:lnTo>
                  <a:lnTo>
                    <a:pt x="35606" y="10110"/>
                  </a:lnTo>
                  <a:lnTo>
                    <a:pt x="34652" y="10679"/>
                  </a:lnTo>
                  <a:lnTo>
                    <a:pt x="33693" y="11199"/>
                  </a:lnTo>
                  <a:lnTo>
                    <a:pt x="32729" y="11669"/>
                  </a:lnTo>
                  <a:lnTo>
                    <a:pt x="31758" y="12093"/>
                  </a:lnTo>
                  <a:lnTo>
                    <a:pt x="30781" y="12472"/>
                  </a:lnTo>
                  <a:lnTo>
                    <a:pt x="29797" y="12807"/>
                  </a:lnTo>
                  <a:lnTo>
                    <a:pt x="28807" y="13101"/>
                  </a:lnTo>
                  <a:lnTo>
                    <a:pt x="27809" y="13355"/>
                  </a:lnTo>
                  <a:lnTo>
                    <a:pt x="26805" y="13571"/>
                  </a:lnTo>
                  <a:lnTo>
                    <a:pt x="25793" y="13750"/>
                  </a:lnTo>
                  <a:lnTo>
                    <a:pt x="24774" y="13895"/>
                  </a:lnTo>
                  <a:lnTo>
                    <a:pt x="23747" y="14007"/>
                  </a:lnTo>
                  <a:lnTo>
                    <a:pt x="22712" y="14088"/>
                  </a:lnTo>
                  <a:lnTo>
                    <a:pt x="21669" y="14140"/>
                  </a:lnTo>
                  <a:lnTo>
                    <a:pt x="20618" y="14164"/>
                  </a:lnTo>
                  <a:lnTo>
                    <a:pt x="19558" y="14162"/>
                  </a:lnTo>
                  <a:lnTo>
                    <a:pt x="18489" y="14136"/>
                  </a:lnTo>
                  <a:lnTo>
                    <a:pt x="17411" y="14088"/>
                  </a:lnTo>
                  <a:lnTo>
                    <a:pt x="16324" y="14019"/>
                  </a:lnTo>
                  <a:lnTo>
                    <a:pt x="15228" y="13932"/>
                  </a:lnTo>
                  <a:lnTo>
                    <a:pt x="14121" y="13827"/>
                  </a:lnTo>
                  <a:lnTo>
                    <a:pt x="13005" y="13707"/>
                  </a:lnTo>
                  <a:lnTo>
                    <a:pt x="11879" y="13574"/>
                  </a:lnTo>
                  <a:lnTo>
                    <a:pt x="10743" y="13429"/>
                  </a:lnTo>
                  <a:lnTo>
                    <a:pt x="9753" y="12921"/>
                  </a:lnTo>
                  <a:lnTo>
                    <a:pt x="8812" y="12398"/>
                  </a:lnTo>
                  <a:lnTo>
                    <a:pt x="7915" y="11854"/>
                  </a:lnTo>
                  <a:lnTo>
                    <a:pt x="7061" y="11287"/>
                  </a:lnTo>
                  <a:lnTo>
                    <a:pt x="6245" y="10691"/>
                  </a:lnTo>
                  <a:lnTo>
                    <a:pt x="5464" y="10063"/>
                  </a:lnTo>
                  <a:lnTo>
                    <a:pt x="4716" y="9398"/>
                  </a:lnTo>
                  <a:lnTo>
                    <a:pt x="3997" y="8691"/>
                  </a:lnTo>
                  <a:lnTo>
                    <a:pt x="3303" y="7940"/>
                  </a:lnTo>
                  <a:lnTo>
                    <a:pt x="2631" y="7139"/>
                  </a:lnTo>
                  <a:lnTo>
                    <a:pt x="1979" y="6284"/>
                  </a:lnTo>
                  <a:lnTo>
                    <a:pt x="1343" y="5371"/>
                  </a:lnTo>
                  <a:lnTo>
                    <a:pt x="902" y="3908"/>
                  </a:lnTo>
                  <a:lnTo>
                    <a:pt x="611" y="2898"/>
                  </a:lnTo>
                  <a:lnTo>
                    <a:pt x="407" y="2081"/>
                  </a:lnTo>
                  <a:lnTo>
                    <a:pt x="225" y="12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74E6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9" name="region 257 #555454"/>
            <p:cNvSpPr/>
            <p:nvPr/>
          </p:nvSpPr>
          <p:spPr>
            <a:xfrm>
              <a:off x="523724" y="600268"/>
              <a:ext cx="13590" cy="40287"/>
            </a:xfrm>
            <a:custGeom>
              <a:avLst/>
              <a:gdLst/>
              <a:ahLst/>
              <a:cxnLst/>
              <a:rect l="l" t="t" r="r" b="b"/>
              <a:pathLst>
                <a:path w="13590" h="40287">
                  <a:moveTo>
                    <a:pt x="0" y="0"/>
                  </a:moveTo>
                  <a:lnTo>
                    <a:pt x="730" y="992"/>
                  </a:lnTo>
                  <a:lnTo>
                    <a:pt x="1407" y="1952"/>
                  </a:lnTo>
                  <a:lnTo>
                    <a:pt x="2036" y="2886"/>
                  </a:lnTo>
                  <a:lnTo>
                    <a:pt x="2622" y="3801"/>
                  </a:lnTo>
                  <a:lnTo>
                    <a:pt x="3168" y="4704"/>
                  </a:lnTo>
                  <a:lnTo>
                    <a:pt x="3681" y="5601"/>
                  </a:lnTo>
                  <a:lnTo>
                    <a:pt x="4163" y="6499"/>
                  </a:lnTo>
                  <a:lnTo>
                    <a:pt x="4619" y="7405"/>
                  </a:lnTo>
                  <a:lnTo>
                    <a:pt x="5054" y="8326"/>
                  </a:lnTo>
                  <a:lnTo>
                    <a:pt x="5472" y="9267"/>
                  </a:lnTo>
                  <a:lnTo>
                    <a:pt x="5878" y="10236"/>
                  </a:lnTo>
                  <a:lnTo>
                    <a:pt x="6277" y="11239"/>
                  </a:lnTo>
                  <a:lnTo>
                    <a:pt x="6671" y="12283"/>
                  </a:lnTo>
                  <a:lnTo>
                    <a:pt x="7067" y="13374"/>
                  </a:lnTo>
                  <a:lnTo>
                    <a:pt x="7469" y="14519"/>
                  </a:lnTo>
                  <a:lnTo>
                    <a:pt x="7886" y="15711"/>
                  </a:lnTo>
                  <a:lnTo>
                    <a:pt x="8305" y="16908"/>
                  </a:lnTo>
                  <a:lnTo>
                    <a:pt x="8727" y="18113"/>
                  </a:lnTo>
                  <a:lnTo>
                    <a:pt x="9153" y="19331"/>
                  </a:lnTo>
                  <a:lnTo>
                    <a:pt x="9821" y="21365"/>
                  </a:lnTo>
                  <a:lnTo>
                    <a:pt x="10421" y="23202"/>
                  </a:lnTo>
                  <a:lnTo>
                    <a:pt x="10958" y="24856"/>
                  </a:lnTo>
                  <a:lnTo>
                    <a:pt x="11434" y="26343"/>
                  </a:lnTo>
                  <a:lnTo>
                    <a:pt x="11853" y="27679"/>
                  </a:lnTo>
                  <a:lnTo>
                    <a:pt x="12218" y="28880"/>
                  </a:lnTo>
                  <a:lnTo>
                    <a:pt x="12531" y="29961"/>
                  </a:lnTo>
                  <a:lnTo>
                    <a:pt x="12797" y="30938"/>
                  </a:lnTo>
                  <a:lnTo>
                    <a:pt x="13018" y="31828"/>
                  </a:lnTo>
                  <a:lnTo>
                    <a:pt x="13198" y="32644"/>
                  </a:lnTo>
                  <a:lnTo>
                    <a:pt x="13340" y="33405"/>
                  </a:lnTo>
                  <a:lnTo>
                    <a:pt x="13447" y="34124"/>
                  </a:lnTo>
                  <a:lnTo>
                    <a:pt x="13522" y="34818"/>
                  </a:lnTo>
                  <a:lnTo>
                    <a:pt x="13569" y="35502"/>
                  </a:lnTo>
                  <a:lnTo>
                    <a:pt x="13590" y="36192"/>
                  </a:lnTo>
                  <a:lnTo>
                    <a:pt x="13589" y="36904"/>
                  </a:lnTo>
                  <a:lnTo>
                    <a:pt x="13569" y="37654"/>
                  </a:lnTo>
                  <a:lnTo>
                    <a:pt x="13534" y="38458"/>
                  </a:lnTo>
                  <a:lnTo>
                    <a:pt x="13486" y="39330"/>
                  </a:lnTo>
                  <a:lnTo>
                    <a:pt x="13429" y="40287"/>
                  </a:lnTo>
                  <a:lnTo>
                    <a:pt x="12520" y="39557"/>
                  </a:lnTo>
                  <a:lnTo>
                    <a:pt x="11678" y="38801"/>
                  </a:lnTo>
                  <a:lnTo>
                    <a:pt x="10899" y="38020"/>
                  </a:lnTo>
                  <a:lnTo>
                    <a:pt x="10181" y="37213"/>
                  </a:lnTo>
                  <a:lnTo>
                    <a:pt x="9519" y="36382"/>
                  </a:lnTo>
                  <a:lnTo>
                    <a:pt x="8910" y="35528"/>
                  </a:lnTo>
                  <a:lnTo>
                    <a:pt x="8351" y="34651"/>
                  </a:lnTo>
                  <a:lnTo>
                    <a:pt x="7838" y="33751"/>
                  </a:lnTo>
                  <a:lnTo>
                    <a:pt x="7368" y="32830"/>
                  </a:lnTo>
                  <a:lnTo>
                    <a:pt x="6937" y="31888"/>
                  </a:lnTo>
                  <a:lnTo>
                    <a:pt x="6542" y="30926"/>
                  </a:lnTo>
                  <a:lnTo>
                    <a:pt x="6180" y="29945"/>
                  </a:lnTo>
                  <a:lnTo>
                    <a:pt x="5846" y="28945"/>
                  </a:lnTo>
                  <a:lnTo>
                    <a:pt x="5538" y="27928"/>
                  </a:lnTo>
                  <a:lnTo>
                    <a:pt x="5251" y="26893"/>
                  </a:lnTo>
                  <a:lnTo>
                    <a:pt x="4983" y="25842"/>
                  </a:lnTo>
                  <a:lnTo>
                    <a:pt x="4731" y="24775"/>
                  </a:lnTo>
                  <a:lnTo>
                    <a:pt x="4490" y="23693"/>
                  </a:lnTo>
                  <a:lnTo>
                    <a:pt x="4257" y="22596"/>
                  </a:lnTo>
                  <a:lnTo>
                    <a:pt x="4029" y="21486"/>
                  </a:lnTo>
                  <a:lnTo>
                    <a:pt x="4001" y="20367"/>
                  </a:lnTo>
                  <a:lnTo>
                    <a:pt x="3983" y="19248"/>
                  </a:lnTo>
                  <a:lnTo>
                    <a:pt x="3975" y="18129"/>
                  </a:lnTo>
                  <a:lnTo>
                    <a:pt x="3979" y="17010"/>
                  </a:lnTo>
                  <a:lnTo>
                    <a:pt x="3996" y="15891"/>
                  </a:lnTo>
                  <a:lnTo>
                    <a:pt x="4029" y="14772"/>
                  </a:lnTo>
                  <a:lnTo>
                    <a:pt x="2696" y="14772"/>
                  </a:lnTo>
                  <a:lnTo>
                    <a:pt x="1343" y="14772"/>
                  </a:lnTo>
                  <a:lnTo>
                    <a:pt x="1248" y="13727"/>
                  </a:lnTo>
                  <a:lnTo>
                    <a:pt x="1153" y="12682"/>
                  </a:lnTo>
                  <a:lnTo>
                    <a:pt x="1058" y="11637"/>
                  </a:lnTo>
                  <a:lnTo>
                    <a:pt x="963" y="10590"/>
                  </a:lnTo>
                  <a:lnTo>
                    <a:pt x="867" y="9542"/>
                  </a:lnTo>
                  <a:lnTo>
                    <a:pt x="772" y="8493"/>
                  </a:lnTo>
                  <a:lnTo>
                    <a:pt x="676" y="7441"/>
                  </a:lnTo>
                  <a:lnTo>
                    <a:pt x="581" y="6388"/>
                  </a:lnTo>
                  <a:lnTo>
                    <a:pt x="485" y="5332"/>
                  </a:lnTo>
                  <a:lnTo>
                    <a:pt x="388" y="4272"/>
                  </a:lnTo>
                  <a:lnTo>
                    <a:pt x="292" y="3210"/>
                  </a:lnTo>
                  <a:lnTo>
                    <a:pt x="195" y="2144"/>
                  </a:lnTo>
                  <a:lnTo>
                    <a:pt x="97" y="10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545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0" name="region 258 #444C54"/>
            <p:cNvSpPr/>
            <p:nvPr/>
          </p:nvSpPr>
          <p:spPr>
            <a:xfrm>
              <a:off x="480481" y="478066"/>
              <a:ext cx="13741" cy="40286"/>
            </a:xfrm>
            <a:custGeom>
              <a:avLst/>
              <a:gdLst/>
              <a:ahLst/>
              <a:cxnLst/>
              <a:rect l="l" t="t" r="r" b="b"/>
              <a:pathLst>
                <a:path w="13741" h="40286">
                  <a:moveTo>
                    <a:pt x="271" y="0"/>
                  </a:moveTo>
                  <a:lnTo>
                    <a:pt x="1159" y="1047"/>
                  </a:lnTo>
                  <a:lnTo>
                    <a:pt x="1908" y="1972"/>
                  </a:lnTo>
                  <a:lnTo>
                    <a:pt x="2531" y="2810"/>
                  </a:lnTo>
                  <a:lnTo>
                    <a:pt x="3038" y="3597"/>
                  </a:lnTo>
                  <a:lnTo>
                    <a:pt x="3441" y="4371"/>
                  </a:lnTo>
                  <a:lnTo>
                    <a:pt x="3750" y="5166"/>
                  </a:lnTo>
                  <a:lnTo>
                    <a:pt x="3978" y="6020"/>
                  </a:lnTo>
                  <a:lnTo>
                    <a:pt x="4136" y="6968"/>
                  </a:lnTo>
                  <a:lnTo>
                    <a:pt x="4234" y="8047"/>
                  </a:lnTo>
                  <a:lnTo>
                    <a:pt x="4285" y="9294"/>
                  </a:lnTo>
                  <a:lnTo>
                    <a:pt x="4299" y="10743"/>
                  </a:lnTo>
                  <a:lnTo>
                    <a:pt x="5632" y="10743"/>
                  </a:lnTo>
                  <a:lnTo>
                    <a:pt x="6985" y="10743"/>
                  </a:lnTo>
                  <a:lnTo>
                    <a:pt x="7264" y="11750"/>
                  </a:lnTo>
                  <a:lnTo>
                    <a:pt x="7544" y="12760"/>
                  </a:lnTo>
                  <a:lnTo>
                    <a:pt x="7827" y="13778"/>
                  </a:lnTo>
                  <a:lnTo>
                    <a:pt x="8113" y="14808"/>
                  </a:lnTo>
                  <a:lnTo>
                    <a:pt x="8408" y="15858"/>
                  </a:lnTo>
                  <a:lnTo>
                    <a:pt x="8702" y="16909"/>
                  </a:lnTo>
                  <a:lnTo>
                    <a:pt x="8997" y="17959"/>
                  </a:lnTo>
                  <a:lnTo>
                    <a:pt x="9292" y="19009"/>
                  </a:lnTo>
                  <a:lnTo>
                    <a:pt x="9588" y="20060"/>
                  </a:lnTo>
                  <a:lnTo>
                    <a:pt x="9955" y="21391"/>
                  </a:lnTo>
                  <a:lnTo>
                    <a:pt x="10329" y="22743"/>
                  </a:lnTo>
                  <a:lnTo>
                    <a:pt x="10951" y="24940"/>
                  </a:lnTo>
                  <a:lnTo>
                    <a:pt x="11437" y="26610"/>
                  </a:lnTo>
                  <a:lnTo>
                    <a:pt x="11826" y="27847"/>
                  </a:lnTo>
                  <a:lnTo>
                    <a:pt x="12157" y="28747"/>
                  </a:lnTo>
                  <a:lnTo>
                    <a:pt x="12471" y="29406"/>
                  </a:lnTo>
                  <a:lnTo>
                    <a:pt x="12806" y="29918"/>
                  </a:lnTo>
                  <a:lnTo>
                    <a:pt x="13202" y="30380"/>
                  </a:lnTo>
                  <a:lnTo>
                    <a:pt x="13699" y="30886"/>
                  </a:lnTo>
                  <a:lnTo>
                    <a:pt x="13716" y="31931"/>
                  </a:lnTo>
                  <a:lnTo>
                    <a:pt x="13728" y="32975"/>
                  </a:lnTo>
                  <a:lnTo>
                    <a:pt x="13736" y="34019"/>
                  </a:lnTo>
                  <a:lnTo>
                    <a:pt x="13741" y="35064"/>
                  </a:lnTo>
                  <a:lnTo>
                    <a:pt x="13741" y="36109"/>
                  </a:lnTo>
                  <a:lnTo>
                    <a:pt x="13737" y="37153"/>
                  </a:lnTo>
                  <a:lnTo>
                    <a:pt x="13729" y="38198"/>
                  </a:lnTo>
                  <a:lnTo>
                    <a:pt x="13716" y="39242"/>
                  </a:lnTo>
                  <a:lnTo>
                    <a:pt x="13699" y="40286"/>
                  </a:lnTo>
                  <a:lnTo>
                    <a:pt x="12367" y="40286"/>
                  </a:lnTo>
                  <a:lnTo>
                    <a:pt x="11014" y="40286"/>
                  </a:lnTo>
                  <a:lnTo>
                    <a:pt x="10285" y="38294"/>
                  </a:lnTo>
                  <a:lnTo>
                    <a:pt x="9638" y="36516"/>
                  </a:lnTo>
                  <a:lnTo>
                    <a:pt x="9068" y="34934"/>
                  </a:lnTo>
                  <a:lnTo>
                    <a:pt x="8571" y="33528"/>
                  </a:lnTo>
                  <a:lnTo>
                    <a:pt x="8144" y="32278"/>
                  </a:lnTo>
                  <a:lnTo>
                    <a:pt x="7781" y="31166"/>
                  </a:lnTo>
                  <a:lnTo>
                    <a:pt x="7479" y="30171"/>
                  </a:lnTo>
                  <a:lnTo>
                    <a:pt x="7234" y="29275"/>
                  </a:lnTo>
                  <a:lnTo>
                    <a:pt x="7041" y="28459"/>
                  </a:lnTo>
                  <a:lnTo>
                    <a:pt x="6897" y="27702"/>
                  </a:lnTo>
                  <a:lnTo>
                    <a:pt x="6797" y="26986"/>
                  </a:lnTo>
                  <a:lnTo>
                    <a:pt x="6737" y="26291"/>
                  </a:lnTo>
                  <a:lnTo>
                    <a:pt x="6713" y="25599"/>
                  </a:lnTo>
                  <a:lnTo>
                    <a:pt x="6720" y="24888"/>
                  </a:lnTo>
                  <a:lnTo>
                    <a:pt x="6755" y="24141"/>
                  </a:lnTo>
                  <a:lnTo>
                    <a:pt x="6814" y="23338"/>
                  </a:lnTo>
                  <a:lnTo>
                    <a:pt x="6892" y="22459"/>
                  </a:lnTo>
                  <a:lnTo>
                    <a:pt x="6985" y="21486"/>
                  </a:lnTo>
                  <a:lnTo>
                    <a:pt x="5652" y="21486"/>
                  </a:lnTo>
                  <a:lnTo>
                    <a:pt x="4299" y="21486"/>
                  </a:lnTo>
                  <a:lnTo>
                    <a:pt x="3670" y="19588"/>
                  </a:lnTo>
                  <a:lnTo>
                    <a:pt x="3100" y="17866"/>
                  </a:lnTo>
                  <a:lnTo>
                    <a:pt x="2589" y="16306"/>
                  </a:lnTo>
                  <a:lnTo>
                    <a:pt x="2132" y="14893"/>
                  </a:lnTo>
                  <a:lnTo>
                    <a:pt x="1728" y="13614"/>
                  </a:lnTo>
                  <a:lnTo>
                    <a:pt x="1374" y="12456"/>
                  </a:lnTo>
                  <a:lnTo>
                    <a:pt x="1067" y="11403"/>
                  </a:lnTo>
                  <a:lnTo>
                    <a:pt x="804" y="10442"/>
                  </a:lnTo>
                  <a:lnTo>
                    <a:pt x="584" y="9560"/>
                  </a:lnTo>
                  <a:lnTo>
                    <a:pt x="403" y="8741"/>
                  </a:lnTo>
                  <a:lnTo>
                    <a:pt x="259" y="7973"/>
                  </a:lnTo>
                  <a:lnTo>
                    <a:pt x="150" y="7242"/>
                  </a:lnTo>
                  <a:lnTo>
                    <a:pt x="71" y="6533"/>
                  </a:lnTo>
                  <a:lnTo>
                    <a:pt x="22" y="5832"/>
                  </a:lnTo>
                  <a:lnTo>
                    <a:pt x="0" y="5127"/>
                  </a:lnTo>
                  <a:lnTo>
                    <a:pt x="0" y="4401"/>
                  </a:lnTo>
                  <a:lnTo>
                    <a:pt x="23" y="3643"/>
                  </a:lnTo>
                  <a:lnTo>
                    <a:pt x="63" y="2838"/>
                  </a:lnTo>
                  <a:lnTo>
                    <a:pt x="120" y="1971"/>
                  </a:lnTo>
                  <a:lnTo>
                    <a:pt x="190" y="1030"/>
                  </a:lnTo>
                  <a:lnTo>
                    <a:pt x="271" y="0"/>
                  </a:lnTo>
                  <a:close/>
                </a:path>
              </a:pathLst>
            </a:custGeom>
            <a:solidFill>
              <a:srgbClr val="444C5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1" name="region 259 #847466"/>
            <p:cNvSpPr/>
            <p:nvPr/>
          </p:nvSpPr>
          <p:spPr>
            <a:xfrm>
              <a:off x="1475828" y="190689"/>
              <a:ext cx="29543" cy="18800"/>
            </a:xfrm>
            <a:custGeom>
              <a:avLst/>
              <a:gdLst/>
              <a:ahLst/>
              <a:cxnLst/>
              <a:rect l="l" t="t" r="r" b="b"/>
              <a:pathLst>
                <a:path w="29543" h="18800">
                  <a:moveTo>
                    <a:pt x="2686" y="0"/>
                  </a:moveTo>
                  <a:lnTo>
                    <a:pt x="4017" y="0"/>
                  </a:lnTo>
                  <a:lnTo>
                    <a:pt x="5356" y="0"/>
                  </a:lnTo>
                  <a:lnTo>
                    <a:pt x="6714" y="0"/>
                  </a:lnTo>
                  <a:lnTo>
                    <a:pt x="6510" y="1023"/>
                  </a:lnTo>
                  <a:lnTo>
                    <a:pt x="6305" y="2046"/>
                  </a:lnTo>
                  <a:lnTo>
                    <a:pt x="6100" y="3070"/>
                  </a:lnTo>
                  <a:lnTo>
                    <a:pt x="5895" y="4094"/>
                  </a:lnTo>
                  <a:lnTo>
                    <a:pt x="5690" y="5121"/>
                  </a:lnTo>
                  <a:lnTo>
                    <a:pt x="5484" y="6149"/>
                  </a:lnTo>
                  <a:lnTo>
                    <a:pt x="5278" y="7179"/>
                  </a:lnTo>
                  <a:lnTo>
                    <a:pt x="5072" y="8212"/>
                  </a:lnTo>
                  <a:lnTo>
                    <a:pt x="4865" y="9248"/>
                  </a:lnTo>
                  <a:lnTo>
                    <a:pt x="4657" y="10288"/>
                  </a:lnTo>
                  <a:lnTo>
                    <a:pt x="4448" y="11330"/>
                  </a:lnTo>
                  <a:lnTo>
                    <a:pt x="4239" y="12377"/>
                  </a:lnTo>
                  <a:lnTo>
                    <a:pt x="4029" y="13429"/>
                  </a:lnTo>
                  <a:lnTo>
                    <a:pt x="5069" y="13429"/>
                  </a:lnTo>
                  <a:lnTo>
                    <a:pt x="6110" y="13429"/>
                  </a:lnTo>
                  <a:lnTo>
                    <a:pt x="7150" y="13429"/>
                  </a:lnTo>
                  <a:lnTo>
                    <a:pt x="8192" y="13429"/>
                  </a:lnTo>
                  <a:lnTo>
                    <a:pt x="9233" y="13429"/>
                  </a:lnTo>
                  <a:lnTo>
                    <a:pt x="10275" y="13429"/>
                  </a:lnTo>
                  <a:lnTo>
                    <a:pt x="11318" y="13429"/>
                  </a:lnTo>
                  <a:lnTo>
                    <a:pt x="12362" y="13429"/>
                  </a:lnTo>
                  <a:lnTo>
                    <a:pt x="13407" y="13429"/>
                  </a:lnTo>
                  <a:lnTo>
                    <a:pt x="14453" y="13429"/>
                  </a:lnTo>
                  <a:lnTo>
                    <a:pt x="15500" y="13429"/>
                  </a:lnTo>
                  <a:lnTo>
                    <a:pt x="16548" y="13429"/>
                  </a:lnTo>
                  <a:lnTo>
                    <a:pt x="17598" y="13429"/>
                  </a:lnTo>
                  <a:lnTo>
                    <a:pt x="18649" y="13429"/>
                  </a:lnTo>
                  <a:lnTo>
                    <a:pt x="19702" y="13429"/>
                  </a:lnTo>
                  <a:lnTo>
                    <a:pt x="20757" y="13429"/>
                  </a:lnTo>
                  <a:lnTo>
                    <a:pt x="21814" y="13429"/>
                  </a:lnTo>
                  <a:lnTo>
                    <a:pt x="22872" y="13429"/>
                  </a:lnTo>
                  <a:lnTo>
                    <a:pt x="23933" y="13429"/>
                  </a:lnTo>
                  <a:lnTo>
                    <a:pt x="24996" y="13429"/>
                  </a:lnTo>
                  <a:lnTo>
                    <a:pt x="26062" y="13429"/>
                  </a:lnTo>
                  <a:lnTo>
                    <a:pt x="27130" y="13429"/>
                  </a:lnTo>
                  <a:lnTo>
                    <a:pt x="28200" y="13429"/>
                  </a:lnTo>
                  <a:lnTo>
                    <a:pt x="28533" y="14426"/>
                  </a:lnTo>
                  <a:lnTo>
                    <a:pt x="28867" y="15428"/>
                  </a:lnTo>
                  <a:lnTo>
                    <a:pt x="29203" y="16437"/>
                  </a:lnTo>
                  <a:lnTo>
                    <a:pt x="29543" y="17457"/>
                  </a:lnTo>
                  <a:lnTo>
                    <a:pt x="29038" y="17480"/>
                  </a:lnTo>
                  <a:lnTo>
                    <a:pt x="28563" y="17502"/>
                  </a:lnTo>
                  <a:lnTo>
                    <a:pt x="28108" y="17523"/>
                  </a:lnTo>
                  <a:lnTo>
                    <a:pt x="27666" y="17543"/>
                  </a:lnTo>
                  <a:lnTo>
                    <a:pt x="27230" y="17563"/>
                  </a:lnTo>
                  <a:lnTo>
                    <a:pt x="26790" y="17582"/>
                  </a:lnTo>
                  <a:lnTo>
                    <a:pt x="26340" y="17603"/>
                  </a:lnTo>
                  <a:lnTo>
                    <a:pt x="25870" y="17624"/>
                  </a:lnTo>
                  <a:lnTo>
                    <a:pt x="25373" y="17647"/>
                  </a:lnTo>
                  <a:lnTo>
                    <a:pt x="24840" y="17671"/>
                  </a:lnTo>
                  <a:lnTo>
                    <a:pt x="24264" y="17697"/>
                  </a:lnTo>
                  <a:lnTo>
                    <a:pt x="23636" y="17726"/>
                  </a:lnTo>
                  <a:lnTo>
                    <a:pt x="22949" y="17757"/>
                  </a:lnTo>
                  <a:lnTo>
                    <a:pt x="22194" y="17791"/>
                  </a:lnTo>
                  <a:lnTo>
                    <a:pt x="21364" y="17829"/>
                  </a:lnTo>
                  <a:lnTo>
                    <a:pt x="20449" y="17871"/>
                  </a:lnTo>
                  <a:lnTo>
                    <a:pt x="19443" y="17916"/>
                  </a:lnTo>
                  <a:lnTo>
                    <a:pt x="18337" y="17967"/>
                  </a:lnTo>
                  <a:lnTo>
                    <a:pt x="17123" y="18022"/>
                  </a:lnTo>
                  <a:lnTo>
                    <a:pt x="15792" y="18082"/>
                  </a:lnTo>
                  <a:lnTo>
                    <a:pt x="14338" y="18149"/>
                  </a:lnTo>
                  <a:lnTo>
                    <a:pt x="12751" y="18221"/>
                  </a:lnTo>
                  <a:lnTo>
                    <a:pt x="11024" y="18299"/>
                  </a:lnTo>
                  <a:lnTo>
                    <a:pt x="9148" y="18384"/>
                  </a:lnTo>
                  <a:lnTo>
                    <a:pt x="7116" y="18477"/>
                  </a:lnTo>
                  <a:lnTo>
                    <a:pt x="4919" y="18577"/>
                  </a:lnTo>
                  <a:lnTo>
                    <a:pt x="2550" y="18684"/>
                  </a:lnTo>
                  <a:lnTo>
                    <a:pt x="0" y="18800"/>
                  </a:lnTo>
                  <a:lnTo>
                    <a:pt x="10" y="17557"/>
                  </a:lnTo>
                  <a:lnTo>
                    <a:pt x="42" y="16385"/>
                  </a:lnTo>
                  <a:lnTo>
                    <a:pt x="97" y="15272"/>
                  </a:lnTo>
                  <a:lnTo>
                    <a:pt x="177" y="14210"/>
                  </a:lnTo>
                  <a:lnTo>
                    <a:pt x="284" y="13186"/>
                  </a:lnTo>
                  <a:lnTo>
                    <a:pt x="418" y="12192"/>
                  </a:lnTo>
                  <a:lnTo>
                    <a:pt x="582" y="11216"/>
                  </a:lnTo>
                  <a:lnTo>
                    <a:pt x="777" y="10248"/>
                  </a:lnTo>
                  <a:lnTo>
                    <a:pt x="1004" y="9278"/>
                  </a:lnTo>
                  <a:lnTo>
                    <a:pt x="1266" y="8295"/>
                  </a:lnTo>
                  <a:lnTo>
                    <a:pt x="1563" y="7289"/>
                  </a:lnTo>
                  <a:lnTo>
                    <a:pt x="1898" y="6250"/>
                  </a:lnTo>
                  <a:lnTo>
                    <a:pt x="2272" y="5166"/>
                  </a:lnTo>
                  <a:lnTo>
                    <a:pt x="2686" y="4029"/>
                  </a:lnTo>
                  <a:lnTo>
                    <a:pt x="1353" y="3362"/>
                  </a:lnTo>
                  <a:lnTo>
                    <a:pt x="0" y="2686"/>
                  </a:lnTo>
                  <a:lnTo>
                    <a:pt x="887" y="1798"/>
                  </a:lnTo>
                  <a:lnTo>
                    <a:pt x="1780" y="905"/>
                  </a:lnTo>
                  <a:lnTo>
                    <a:pt x="2686" y="0"/>
                  </a:lnTo>
                  <a:close/>
                </a:path>
              </a:pathLst>
            </a:custGeom>
            <a:solidFill>
              <a:srgbClr val="84746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2" name="region 260 #434343"/>
            <p:cNvSpPr/>
            <p:nvPr/>
          </p:nvSpPr>
          <p:spPr>
            <a:xfrm>
              <a:off x="2536705" y="918531"/>
              <a:ext cx="32230" cy="22829"/>
            </a:xfrm>
            <a:custGeom>
              <a:avLst/>
              <a:gdLst/>
              <a:ahLst/>
              <a:cxnLst/>
              <a:rect l="l" t="t" r="r" b="b"/>
              <a:pathLst>
                <a:path w="32230" h="22829">
                  <a:moveTo>
                    <a:pt x="0" y="0"/>
                  </a:moveTo>
                  <a:lnTo>
                    <a:pt x="1024" y="373"/>
                  </a:lnTo>
                  <a:lnTo>
                    <a:pt x="2026" y="762"/>
                  </a:lnTo>
                  <a:lnTo>
                    <a:pt x="3010" y="1168"/>
                  </a:lnTo>
                  <a:lnTo>
                    <a:pt x="3975" y="1589"/>
                  </a:lnTo>
                  <a:lnTo>
                    <a:pt x="4925" y="2028"/>
                  </a:lnTo>
                  <a:lnTo>
                    <a:pt x="5860" y="2484"/>
                  </a:lnTo>
                  <a:lnTo>
                    <a:pt x="6783" y="2958"/>
                  </a:lnTo>
                  <a:lnTo>
                    <a:pt x="7694" y="3449"/>
                  </a:lnTo>
                  <a:lnTo>
                    <a:pt x="8596" y="3958"/>
                  </a:lnTo>
                  <a:lnTo>
                    <a:pt x="9489" y="4486"/>
                  </a:lnTo>
                  <a:lnTo>
                    <a:pt x="10376" y="5033"/>
                  </a:lnTo>
                  <a:lnTo>
                    <a:pt x="11259" y="5599"/>
                  </a:lnTo>
                  <a:lnTo>
                    <a:pt x="12138" y="6184"/>
                  </a:lnTo>
                  <a:lnTo>
                    <a:pt x="13015" y="6788"/>
                  </a:lnTo>
                  <a:lnTo>
                    <a:pt x="13893" y="7413"/>
                  </a:lnTo>
                  <a:lnTo>
                    <a:pt x="14772" y="8058"/>
                  </a:lnTo>
                  <a:lnTo>
                    <a:pt x="14772" y="9391"/>
                  </a:lnTo>
                  <a:lnTo>
                    <a:pt x="14772" y="10744"/>
                  </a:lnTo>
                  <a:lnTo>
                    <a:pt x="15229" y="10806"/>
                  </a:lnTo>
                  <a:lnTo>
                    <a:pt x="16034" y="10914"/>
                  </a:lnTo>
                  <a:lnTo>
                    <a:pt x="17877" y="11162"/>
                  </a:lnTo>
                  <a:lnTo>
                    <a:pt x="19259" y="11546"/>
                  </a:lnTo>
                  <a:lnTo>
                    <a:pt x="20405" y="11937"/>
                  </a:lnTo>
                  <a:lnTo>
                    <a:pt x="21372" y="12366"/>
                  </a:lnTo>
                  <a:lnTo>
                    <a:pt x="22217" y="12863"/>
                  </a:lnTo>
                  <a:lnTo>
                    <a:pt x="22997" y="13456"/>
                  </a:lnTo>
                  <a:lnTo>
                    <a:pt x="23769" y="14177"/>
                  </a:lnTo>
                  <a:lnTo>
                    <a:pt x="24589" y="15053"/>
                  </a:lnTo>
                  <a:lnTo>
                    <a:pt x="25515" y="16115"/>
                  </a:lnTo>
                  <a:lnTo>
                    <a:pt x="26409" y="17009"/>
                  </a:lnTo>
                  <a:lnTo>
                    <a:pt x="27306" y="17906"/>
                  </a:lnTo>
                  <a:lnTo>
                    <a:pt x="28211" y="18810"/>
                  </a:lnTo>
                  <a:lnTo>
                    <a:pt x="29125" y="19725"/>
                  </a:lnTo>
                  <a:lnTo>
                    <a:pt x="29894" y="20494"/>
                  </a:lnTo>
                  <a:lnTo>
                    <a:pt x="30666" y="21266"/>
                  </a:lnTo>
                  <a:lnTo>
                    <a:pt x="31443" y="22043"/>
                  </a:lnTo>
                  <a:lnTo>
                    <a:pt x="32230" y="22829"/>
                  </a:lnTo>
                  <a:lnTo>
                    <a:pt x="31243" y="22686"/>
                  </a:lnTo>
                  <a:lnTo>
                    <a:pt x="30260" y="22504"/>
                  </a:lnTo>
                  <a:lnTo>
                    <a:pt x="29281" y="22287"/>
                  </a:lnTo>
                  <a:lnTo>
                    <a:pt x="28306" y="22035"/>
                  </a:lnTo>
                  <a:lnTo>
                    <a:pt x="27336" y="21750"/>
                  </a:lnTo>
                  <a:lnTo>
                    <a:pt x="26371" y="21433"/>
                  </a:lnTo>
                  <a:lnTo>
                    <a:pt x="25410" y="21085"/>
                  </a:lnTo>
                  <a:lnTo>
                    <a:pt x="24455" y="20707"/>
                  </a:lnTo>
                  <a:lnTo>
                    <a:pt x="23505" y="20301"/>
                  </a:lnTo>
                  <a:lnTo>
                    <a:pt x="22561" y="19869"/>
                  </a:lnTo>
                  <a:lnTo>
                    <a:pt x="21622" y="19410"/>
                  </a:lnTo>
                  <a:lnTo>
                    <a:pt x="20690" y="18927"/>
                  </a:lnTo>
                  <a:lnTo>
                    <a:pt x="19764" y="18421"/>
                  </a:lnTo>
                  <a:lnTo>
                    <a:pt x="18844" y="17893"/>
                  </a:lnTo>
                  <a:lnTo>
                    <a:pt x="17931" y="17345"/>
                  </a:lnTo>
                  <a:lnTo>
                    <a:pt x="17026" y="16778"/>
                  </a:lnTo>
                  <a:lnTo>
                    <a:pt x="16127" y="16192"/>
                  </a:lnTo>
                  <a:lnTo>
                    <a:pt x="15235" y="15590"/>
                  </a:lnTo>
                  <a:lnTo>
                    <a:pt x="14352" y="14972"/>
                  </a:lnTo>
                  <a:lnTo>
                    <a:pt x="13476" y="14340"/>
                  </a:lnTo>
                  <a:lnTo>
                    <a:pt x="12608" y="13696"/>
                  </a:lnTo>
                  <a:lnTo>
                    <a:pt x="11748" y="13040"/>
                  </a:lnTo>
                  <a:lnTo>
                    <a:pt x="10897" y="12373"/>
                  </a:lnTo>
                  <a:lnTo>
                    <a:pt x="10055" y="11698"/>
                  </a:lnTo>
                  <a:lnTo>
                    <a:pt x="9222" y="11015"/>
                  </a:lnTo>
                  <a:lnTo>
                    <a:pt x="8398" y="10325"/>
                  </a:lnTo>
                  <a:lnTo>
                    <a:pt x="7583" y="9631"/>
                  </a:lnTo>
                  <a:lnTo>
                    <a:pt x="6778" y="8932"/>
                  </a:lnTo>
                  <a:lnTo>
                    <a:pt x="5982" y="8232"/>
                  </a:lnTo>
                  <a:lnTo>
                    <a:pt x="5197" y="7529"/>
                  </a:lnTo>
                  <a:lnTo>
                    <a:pt x="4422" y="6827"/>
                  </a:lnTo>
                  <a:lnTo>
                    <a:pt x="3657" y="6126"/>
                  </a:lnTo>
                  <a:lnTo>
                    <a:pt x="2904" y="5428"/>
                  </a:lnTo>
                  <a:lnTo>
                    <a:pt x="2161" y="4733"/>
                  </a:lnTo>
                  <a:lnTo>
                    <a:pt x="1429" y="4044"/>
                  </a:lnTo>
                  <a:lnTo>
                    <a:pt x="709" y="3361"/>
                  </a:lnTo>
                  <a:lnTo>
                    <a:pt x="0" y="2686"/>
                  </a:lnTo>
                  <a:lnTo>
                    <a:pt x="0" y="13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3" name="region 261 #E3B3BB"/>
            <p:cNvSpPr/>
            <p:nvPr/>
          </p:nvSpPr>
          <p:spPr>
            <a:xfrm>
              <a:off x="2568470" y="682184"/>
              <a:ext cx="9627" cy="52372"/>
            </a:xfrm>
            <a:custGeom>
              <a:avLst/>
              <a:gdLst/>
              <a:ahLst/>
              <a:cxnLst/>
              <a:rect l="l" t="t" r="r" b="b"/>
              <a:pathLst>
                <a:path w="9627" h="52372">
                  <a:moveTo>
                    <a:pt x="8522" y="0"/>
                  </a:moveTo>
                  <a:lnTo>
                    <a:pt x="9172" y="1331"/>
                  </a:lnTo>
                  <a:lnTo>
                    <a:pt x="9530" y="2271"/>
                  </a:lnTo>
                  <a:lnTo>
                    <a:pt x="9627" y="3070"/>
                  </a:lnTo>
                  <a:lnTo>
                    <a:pt x="9494" y="3983"/>
                  </a:lnTo>
                  <a:lnTo>
                    <a:pt x="9162" y="5261"/>
                  </a:lnTo>
                  <a:lnTo>
                    <a:pt x="8785" y="6268"/>
                  </a:lnTo>
                  <a:lnTo>
                    <a:pt x="8404" y="7282"/>
                  </a:lnTo>
                  <a:lnTo>
                    <a:pt x="8018" y="8310"/>
                  </a:lnTo>
                  <a:lnTo>
                    <a:pt x="7651" y="9372"/>
                  </a:lnTo>
                  <a:lnTo>
                    <a:pt x="7306" y="10425"/>
                  </a:lnTo>
                  <a:lnTo>
                    <a:pt x="6983" y="11470"/>
                  </a:lnTo>
                  <a:lnTo>
                    <a:pt x="6680" y="12509"/>
                  </a:lnTo>
                  <a:lnTo>
                    <a:pt x="6397" y="13545"/>
                  </a:lnTo>
                  <a:lnTo>
                    <a:pt x="6133" y="14580"/>
                  </a:lnTo>
                  <a:lnTo>
                    <a:pt x="5887" y="15616"/>
                  </a:lnTo>
                  <a:lnTo>
                    <a:pt x="5659" y="16654"/>
                  </a:lnTo>
                  <a:lnTo>
                    <a:pt x="5448" y="17697"/>
                  </a:lnTo>
                  <a:lnTo>
                    <a:pt x="5253" y="18746"/>
                  </a:lnTo>
                  <a:lnTo>
                    <a:pt x="5073" y="19805"/>
                  </a:lnTo>
                  <a:lnTo>
                    <a:pt x="4908" y="20875"/>
                  </a:lnTo>
                  <a:lnTo>
                    <a:pt x="4757" y="21958"/>
                  </a:lnTo>
                  <a:lnTo>
                    <a:pt x="4619" y="23056"/>
                  </a:lnTo>
                  <a:lnTo>
                    <a:pt x="4493" y="24172"/>
                  </a:lnTo>
                  <a:lnTo>
                    <a:pt x="3160" y="24172"/>
                  </a:lnTo>
                  <a:lnTo>
                    <a:pt x="1807" y="24172"/>
                  </a:lnTo>
                  <a:lnTo>
                    <a:pt x="1869" y="26232"/>
                  </a:lnTo>
                  <a:lnTo>
                    <a:pt x="1928" y="28136"/>
                  </a:lnTo>
                  <a:lnTo>
                    <a:pt x="1986" y="29893"/>
                  </a:lnTo>
                  <a:lnTo>
                    <a:pt x="2047" y="31512"/>
                  </a:lnTo>
                  <a:lnTo>
                    <a:pt x="2112" y="33000"/>
                  </a:lnTo>
                  <a:lnTo>
                    <a:pt x="2183" y="34367"/>
                  </a:lnTo>
                  <a:lnTo>
                    <a:pt x="2264" y="35622"/>
                  </a:lnTo>
                  <a:lnTo>
                    <a:pt x="2355" y="36773"/>
                  </a:lnTo>
                  <a:lnTo>
                    <a:pt x="2460" y="37830"/>
                  </a:lnTo>
                  <a:lnTo>
                    <a:pt x="2580" y="38799"/>
                  </a:lnTo>
                  <a:lnTo>
                    <a:pt x="2719" y="39692"/>
                  </a:lnTo>
                  <a:lnTo>
                    <a:pt x="2878" y="40515"/>
                  </a:lnTo>
                  <a:lnTo>
                    <a:pt x="3060" y="41278"/>
                  </a:lnTo>
                  <a:lnTo>
                    <a:pt x="3266" y="41990"/>
                  </a:lnTo>
                  <a:lnTo>
                    <a:pt x="3500" y="42659"/>
                  </a:lnTo>
                  <a:lnTo>
                    <a:pt x="3763" y="43294"/>
                  </a:lnTo>
                  <a:lnTo>
                    <a:pt x="4058" y="43903"/>
                  </a:lnTo>
                  <a:lnTo>
                    <a:pt x="4387" y="44496"/>
                  </a:lnTo>
                  <a:lnTo>
                    <a:pt x="4753" y="45081"/>
                  </a:lnTo>
                  <a:lnTo>
                    <a:pt x="5157" y="45667"/>
                  </a:lnTo>
                  <a:lnTo>
                    <a:pt x="5602" y="46263"/>
                  </a:lnTo>
                  <a:lnTo>
                    <a:pt x="6090" y="46876"/>
                  </a:lnTo>
                  <a:lnTo>
                    <a:pt x="6624" y="47517"/>
                  </a:lnTo>
                  <a:lnTo>
                    <a:pt x="7206" y="48193"/>
                  </a:lnTo>
                  <a:lnTo>
                    <a:pt x="7838" y="48913"/>
                  </a:lnTo>
                  <a:lnTo>
                    <a:pt x="8522" y="49687"/>
                  </a:lnTo>
                  <a:lnTo>
                    <a:pt x="7856" y="51020"/>
                  </a:lnTo>
                  <a:lnTo>
                    <a:pt x="7179" y="52372"/>
                  </a:lnTo>
                  <a:lnTo>
                    <a:pt x="6103" y="51772"/>
                  </a:lnTo>
                  <a:lnTo>
                    <a:pt x="5181" y="51130"/>
                  </a:lnTo>
                  <a:lnTo>
                    <a:pt x="4394" y="50443"/>
                  </a:lnTo>
                  <a:lnTo>
                    <a:pt x="3721" y="49708"/>
                  </a:lnTo>
                  <a:lnTo>
                    <a:pt x="3140" y="48922"/>
                  </a:lnTo>
                  <a:lnTo>
                    <a:pt x="2633" y="48082"/>
                  </a:lnTo>
                  <a:lnTo>
                    <a:pt x="2177" y="47185"/>
                  </a:lnTo>
                  <a:lnTo>
                    <a:pt x="1753" y="46229"/>
                  </a:lnTo>
                  <a:lnTo>
                    <a:pt x="1340" y="45210"/>
                  </a:lnTo>
                  <a:lnTo>
                    <a:pt x="917" y="44125"/>
                  </a:lnTo>
                  <a:lnTo>
                    <a:pt x="465" y="42972"/>
                  </a:lnTo>
                  <a:lnTo>
                    <a:pt x="334" y="41886"/>
                  </a:lnTo>
                  <a:lnTo>
                    <a:pt x="228" y="40803"/>
                  </a:lnTo>
                  <a:lnTo>
                    <a:pt x="145" y="39722"/>
                  </a:lnTo>
                  <a:lnTo>
                    <a:pt x="84" y="38642"/>
                  </a:lnTo>
                  <a:lnTo>
                    <a:pt x="40" y="37563"/>
                  </a:lnTo>
                  <a:lnTo>
                    <a:pt x="13" y="36484"/>
                  </a:lnTo>
                  <a:lnTo>
                    <a:pt x="1" y="35404"/>
                  </a:lnTo>
                  <a:lnTo>
                    <a:pt x="0" y="34321"/>
                  </a:lnTo>
                  <a:lnTo>
                    <a:pt x="8" y="33236"/>
                  </a:lnTo>
                  <a:lnTo>
                    <a:pt x="24" y="32147"/>
                  </a:lnTo>
                  <a:lnTo>
                    <a:pt x="46" y="31054"/>
                  </a:lnTo>
                  <a:lnTo>
                    <a:pt x="38" y="29511"/>
                  </a:lnTo>
                  <a:lnTo>
                    <a:pt x="32" y="27944"/>
                  </a:lnTo>
                  <a:lnTo>
                    <a:pt x="46" y="26893"/>
                  </a:lnTo>
                  <a:lnTo>
                    <a:pt x="69" y="25834"/>
                  </a:lnTo>
                  <a:lnTo>
                    <a:pt x="103" y="24770"/>
                  </a:lnTo>
                  <a:lnTo>
                    <a:pt x="149" y="23700"/>
                  </a:lnTo>
                  <a:lnTo>
                    <a:pt x="209" y="22628"/>
                  </a:lnTo>
                  <a:lnTo>
                    <a:pt x="283" y="21553"/>
                  </a:lnTo>
                  <a:lnTo>
                    <a:pt x="374" y="20478"/>
                  </a:lnTo>
                  <a:lnTo>
                    <a:pt x="482" y="19403"/>
                  </a:lnTo>
                  <a:lnTo>
                    <a:pt x="609" y="18329"/>
                  </a:lnTo>
                  <a:lnTo>
                    <a:pt x="757" y="17259"/>
                  </a:lnTo>
                  <a:lnTo>
                    <a:pt x="927" y="16194"/>
                  </a:lnTo>
                  <a:lnTo>
                    <a:pt x="1120" y="15134"/>
                  </a:lnTo>
                  <a:lnTo>
                    <a:pt x="1338" y="14081"/>
                  </a:lnTo>
                  <a:lnTo>
                    <a:pt x="1582" y="13036"/>
                  </a:lnTo>
                  <a:lnTo>
                    <a:pt x="1853" y="12001"/>
                  </a:lnTo>
                  <a:lnTo>
                    <a:pt x="2154" y="10976"/>
                  </a:lnTo>
                  <a:lnTo>
                    <a:pt x="2484" y="9964"/>
                  </a:lnTo>
                  <a:lnTo>
                    <a:pt x="2846" y="8965"/>
                  </a:lnTo>
                  <a:lnTo>
                    <a:pt x="3242" y="7981"/>
                  </a:lnTo>
                  <a:lnTo>
                    <a:pt x="3672" y="7013"/>
                  </a:lnTo>
                  <a:lnTo>
                    <a:pt x="4138" y="6062"/>
                  </a:lnTo>
                  <a:lnTo>
                    <a:pt x="4641" y="5130"/>
                  </a:lnTo>
                  <a:lnTo>
                    <a:pt x="5183" y="4218"/>
                  </a:lnTo>
                  <a:lnTo>
                    <a:pt x="5765" y="3327"/>
                  </a:lnTo>
                  <a:lnTo>
                    <a:pt x="6388" y="2458"/>
                  </a:lnTo>
                  <a:lnTo>
                    <a:pt x="7055" y="1613"/>
                  </a:lnTo>
                  <a:lnTo>
                    <a:pt x="7765" y="793"/>
                  </a:lnTo>
                  <a:lnTo>
                    <a:pt x="8522" y="0"/>
                  </a:lnTo>
                  <a:close/>
                </a:path>
              </a:pathLst>
            </a:custGeom>
            <a:solidFill>
              <a:srgbClr val="E3B3B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4" name="region 262 #73A4C9"/>
            <p:cNvSpPr/>
            <p:nvPr/>
          </p:nvSpPr>
          <p:spPr>
            <a:xfrm>
              <a:off x="2576992" y="531407"/>
              <a:ext cx="28200" cy="20517"/>
            </a:xfrm>
            <a:custGeom>
              <a:avLst/>
              <a:gdLst/>
              <a:ahLst/>
              <a:cxnLst/>
              <a:rect l="l" t="t" r="r" b="b"/>
              <a:pathLst>
                <a:path w="28200" h="20517">
                  <a:moveTo>
                    <a:pt x="28200" y="374"/>
                  </a:moveTo>
                  <a:lnTo>
                    <a:pt x="28200" y="1705"/>
                  </a:lnTo>
                  <a:lnTo>
                    <a:pt x="28200" y="3045"/>
                  </a:lnTo>
                  <a:lnTo>
                    <a:pt x="28200" y="4403"/>
                  </a:lnTo>
                  <a:lnTo>
                    <a:pt x="27137" y="4403"/>
                  </a:lnTo>
                  <a:lnTo>
                    <a:pt x="26072" y="4403"/>
                  </a:lnTo>
                  <a:lnTo>
                    <a:pt x="25007" y="4403"/>
                  </a:lnTo>
                  <a:lnTo>
                    <a:pt x="23939" y="4403"/>
                  </a:lnTo>
                  <a:lnTo>
                    <a:pt x="22869" y="4403"/>
                  </a:lnTo>
                  <a:lnTo>
                    <a:pt x="21796" y="4403"/>
                  </a:lnTo>
                  <a:lnTo>
                    <a:pt x="20719" y="4403"/>
                  </a:lnTo>
                  <a:lnTo>
                    <a:pt x="19637" y="4403"/>
                  </a:lnTo>
                  <a:lnTo>
                    <a:pt x="18550" y="4403"/>
                  </a:lnTo>
                  <a:lnTo>
                    <a:pt x="17457" y="4403"/>
                  </a:lnTo>
                  <a:lnTo>
                    <a:pt x="17457" y="5736"/>
                  </a:lnTo>
                  <a:lnTo>
                    <a:pt x="17457" y="7089"/>
                  </a:lnTo>
                  <a:lnTo>
                    <a:pt x="16125" y="7089"/>
                  </a:lnTo>
                  <a:lnTo>
                    <a:pt x="14772" y="7089"/>
                  </a:lnTo>
                  <a:lnTo>
                    <a:pt x="14251" y="8286"/>
                  </a:lnTo>
                  <a:lnTo>
                    <a:pt x="13723" y="9502"/>
                  </a:lnTo>
                  <a:lnTo>
                    <a:pt x="13131" y="10518"/>
                  </a:lnTo>
                  <a:lnTo>
                    <a:pt x="12531" y="11446"/>
                  </a:lnTo>
                  <a:lnTo>
                    <a:pt x="11913" y="12301"/>
                  </a:lnTo>
                  <a:lnTo>
                    <a:pt x="11269" y="13101"/>
                  </a:lnTo>
                  <a:lnTo>
                    <a:pt x="10592" y="13861"/>
                  </a:lnTo>
                  <a:lnTo>
                    <a:pt x="9874" y="14598"/>
                  </a:lnTo>
                  <a:lnTo>
                    <a:pt x="9105" y="15326"/>
                  </a:lnTo>
                  <a:lnTo>
                    <a:pt x="8278" y="16063"/>
                  </a:lnTo>
                  <a:lnTo>
                    <a:pt x="7386" y="16824"/>
                  </a:lnTo>
                  <a:lnTo>
                    <a:pt x="6568" y="17525"/>
                  </a:lnTo>
                  <a:lnTo>
                    <a:pt x="5744" y="18230"/>
                  </a:lnTo>
                  <a:lnTo>
                    <a:pt x="4909" y="18944"/>
                  </a:lnTo>
                  <a:lnTo>
                    <a:pt x="3803" y="19712"/>
                  </a:lnTo>
                  <a:lnTo>
                    <a:pt x="2994" y="20177"/>
                  </a:lnTo>
                  <a:lnTo>
                    <a:pt x="2248" y="20417"/>
                  </a:lnTo>
                  <a:lnTo>
                    <a:pt x="1328" y="20505"/>
                  </a:lnTo>
                  <a:lnTo>
                    <a:pt x="0" y="20517"/>
                  </a:lnTo>
                  <a:lnTo>
                    <a:pt x="229" y="19223"/>
                  </a:lnTo>
                  <a:lnTo>
                    <a:pt x="518" y="18064"/>
                  </a:lnTo>
                  <a:lnTo>
                    <a:pt x="870" y="17020"/>
                  </a:lnTo>
                  <a:lnTo>
                    <a:pt x="1290" y="16072"/>
                  </a:lnTo>
                  <a:lnTo>
                    <a:pt x="1781" y="15200"/>
                  </a:lnTo>
                  <a:lnTo>
                    <a:pt x="2348" y="14383"/>
                  </a:lnTo>
                  <a:lnTo>
                    <a:pt x="2995" y="13603"/>
                  </a:lnTo>
                  <a:lnTo>
                    <a:pt x="3726" y="12838"/>
                  </a:lnTo>
                  <a:lnTo>
                    <a:pt x="4544" y="12071"/>
                  </a:lnTo>
                  <a:lnTo>
                    <a:pt x="5455" y="11280"/>
                  </a:lnTo>
                  <a:lnTo>
                    <a:pt x="6462" y="10446"/>
                  </a:lnTo>
                  <a:lnTo>
                    <a:pt x="7302" y="9751"/>
                  </a:lnTo>
                  <a:lnTo>
                    <a:pt x="8119" y="9066"/>
                  </a:lnTo>
                  <a:lnTo>
                    <a:pt x="8914" y="8386"/>
                  </a:lnTo>
                  <a:lnTo>
                    <a:pt x="9690" y="7705"/>
                  </a:lnTo>
                  <a:lnTo>
                    <a:pt x="10449" y="7019"/>
                  </a:lnTo>
                  <a:lnTo>
                    <a:pt x="11193" y="6321"/>
                  </a:lnTo>
                  <a:lnTo>
                    <a:pt x="11925" y="5606"/>
                  </a:lnTo>
                  <a:lnTo>
                    <a:pt x="12646" y="4870"/>
                  </a:lnTo>
                  <a:lnTo>
                    <a:pt x="13360" y="4105"/>
                  </a:lnTo>
                  <a:lnTo>
                    <a:pt x="14067" y="3308"/>
                  </a:lnTo>
                  <a:lnTo>
                    <a:pt x="14772" y="2472"/>
                  </a:lnTo>
                  <a:lnTo>
                    <a:pt x="15751" y="1774"/>
                  </a:lnTo>
                  <a:lnTo>
                    <a:pt x="16721" y="1214"/>
                  </a:lnTo>
                  <a:lnTo>
                    <a:pt x="17686" y="777"/>
                  </a:lnTo>
                  <a:lnTo>
                    <a:pt x="18651" y="452"/>
                  </a:lnTo>
                  <a:lnTo>
                    <a:pt x="19622" y="224"/>
                  </a:lnTo>
                  <a:lnTo>
                    <a:pt x="20603" y="82"/>
                  </a:lnTo>
                  <a:lnTo>
                    <a:pt x="21600" y="12"/>
                  </a:lnTo>
                  <a:lnTo>
                    <a:pt x="22618" y="0"/>
                  </a:lnTo>
                  <a:lnTo>
                    <a:pt x="23662" y="35"/>
                  </a:lnTo>
                  <a:lnTo>
                    <a:pt x="24737" y="103"/>
                  </a:lnTo>
                  <a:lnTo>
                    <a:pt x="25848" y="191"/>
                  </a:lnTo>
                  <a:lnTo>
                    <a:pt x="27001" y="285"/>
                  </a:lnTo>
                  <a:lnTo>
                    <a:pt x="28200" y="374"/>
                  </a:lnTo>
                  <a:close/>
                </a:path>
              </a:pathLst>
            </a:custGeom>
            <a:solidFill>
              <a:srgbClr val="73A4C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5" name="region 263 #45586A"/>
            <p:cNvSpPr/>
            <p:nvPr/>
          </p:nvSpPr>
          <p:spPr>
            <a:xfrm>
              <a:off x="727842" y="378692"/>
              <a:ext cx="10832" cy="22830"/>
            </a:xfrm>
            <a:custGeom>
              <a:avLst/>
              <a:gdLst/>
              <a:ahLst/>
              <a:cxnLst/>
              <a:rect l="l" t="t" r="r" b="b"/>
              <a:pathLst>
                <a:path w="10832" h="22830">
                  <a:moveTo>
                    <a:pt x="6714" y="0"/>
                  </a:moveTo>
                  <a:lnTo>
                    <a:pt x="7381" y="1333"/>
                  </a:lnTo>
                  <a:lnTo>
                    <a:pt x="8057" y="2686"/>
                  </a:lnTo>
                  <a:lnTo>
                    <a:pt x="9390" y="2686"/>
                  </a:lnTo>
                  <a:lnTo>
                    <a:pt x="10743" y="2686"/>
                  </a:lnTo>
                  <a:lnTo>
                    <a:pt x="10804" y="3895"/>
                  </a:lnTo>
                  <a:lnTo>
                    <a:pt x="10832" y="5064"/>
                  </a:lnTo>
                  <a:lnTo>
                    <a:pt x="10828" y="6198"/>
                  </a:lnTo>
                  <a:lnTo>
                    <a:pt x="10793" y="7300"/>
                  </a:lnTo>
                  <a:lnTo>
                    <a:pt x="10726" y="8375"/>
                  </a:lnTo>
                  <a:lnTo>
                    <a:pt x="10628" y="9426"/>
                  </a:lnTo>
                  <a:lnTo>
                    <a:pt x="10500" y="10458"/>
                  </a:lnTo>
                  <a:lnTo>
                    <a:pt x="10342" y="11475"/>
                  </a:lnTo>
                  <a:lnTo>
                    <a:pt x="10153" y="12480"/>
                  </a:lnTo>
                  <a:lnTo>
                    <a:pt x="9936" y="13479"/>
                  </a:lnTo>
                  <a:lnTo>
                    <a:pt x="9689" y="14475"/>
                  </a:lnTo>
                  <a:lnTo>
                    <a:pt x="9414" y="15472"/>
                  </a:lnTo>
                  <a:lnTo>
                    <a:pt x="9110" y="16475"/>
                  </a:lnTo>
                  <a:lnTo>
                    <a:pt x="8778" y="17486"/>
                  </a:lnTo>
                  <a:lnTo>
                    <a:pt x="8419" y="18512"/>
                  </a:lnTo>
                  <a:lnTo>
                    <a:pt x="8033" y="19554"/>
                  </a:lnTo>
                  <a:lnTo>
                    <a:pt x="7620" y="20619"/>
                  </a:lnTo>
                  <a:lnTo>
                    <a:pt x="7180" y="21709"/>
                  </a:lnTo>
                  <a:lnTo>
                    <a:pt x="6714" y="22830"/>
                  </a:lnTo>
                  <a:lnTo>
                    <a:pt x="6048" y="21497"/>
                  </a:lnTo>
                  <a:lnTo>
                    <a:pt x="5372" y="20144"/>
                  </a:lnTo>
                  <a:lnTo>
                    <a:pt x="4039" y="20144"/>
                  </a:lnTo>
                  <a:lnTo>
                    <a:pt x="2686" y="20144"/>
                  </a:lnTo>
                  <a:lnTo>
                    <a:pt x="2019" y="21477"/>
                  </a:lnTo>
                  <a:lnTo>
                    <a:pt x="1343" y="22830"/>
                  </a:lnTo>
                  <a:lnTo>
                    <a:pt x="1031" y="21388"/>
                  </a:lnTo>
                  <a:lnTo>
                    <a:pt x="798" y="20278"/>
                  </a:lnTo>
                  <a:lnTo>
                    <a:pt x="621" y="19359"/>
                  </a:lnTo>
                  <a:lnTo>
                    <a:pt x="476" y="18490"/>
                  </a:lnTo>
                  <a:lnTo>
                    <a:pt x="340" y="17529"/>
                  </a:lnTo>
                  <a:lnTo>
                    <a:pt x="189" y="16337"/>
                  </a:lnTo>
                  <a:lnTo>
                    <a:pt x="0" y="14772"/>
                  </a:lnTo>
                  <a:lnTo>
                    <a:pt x="887" y="13885"/>
                  </a:lnTo>
                  <a:lnTo>
                    <a:pt x="1781" y="12992"/>
                  </a:lnTo>
                  <a:lnTo>
                    <a:pt x="2686" y="12086"/>
                  </a:lnTo>
                  <a:lnTo>
                    <a:pt x="3081" y="11063"/>
                  </a:lnTo>
                  <a:lnTo>
                    <a:pt x="3462" y="10034"/>
                  </a:lnTo>
                  <a:lnTo>
                    <a:pt x="3831" y="9000"/>
                  </a:lnTo>
                  <a:lnTo>
                    <a:pt x="4188" y="7962"/>
                  </a:lnTo>
                  <a:lnTo>
                    <a:pt x="4534" y="6921"/>
                  </a:lnTo>
                  <a:lnTo>
                    <a:pt x="4868" y="5876"/>
                  </a:lnTo>
                  <a:lnTo>
                    <a:pt x="5218" y="4777"/>
                  </a:lnTo>
                  <a:lnTo>
                    <a:pt x="5570" y="3670"/>
                  </a:lnTo>
                  <a:lnTo>
                    <a:pt x="5928" y="2549"/>
                  </a:lnTo>
                  <a:lnTo>
                    <a:pt x="6318" y="1284"/>
                  </a:lnTo>
                  <a:lnTo>
                    <a:pt x="6714" y="0"/>
                  </a:lnTo>
                  <a:close/>
                </a:path>
              </a:pathLst>
            </a:custGeom>
            <a:solidFill>
              <a:srgbClr val="45586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6" name="region 264 #82B0D7"/>
            <p:cNvSpPr/>
            <p:nvPr/>
          </p:nvSpPr>
          <p:spPr>
            <a:xfrm>
              <a:off x="2467734" y="259176"/>
              <a:ext cx="7199" cy="87287"/>
            </a:xfrm>
            <a:custGeom>
              <a:avLst/>
              <a:gdLst/>
              <a:ahLst/>
              <a:cxnLst/>
              <a:rect l="l" t="t" r="r" b="b"/>
              <a:pathLst>
                <a:path w="7199" h="87287">
                  <a:moveTo>
                    <a:pt x="7199" y="0"/>
                  </a:moveTo>
                  <a:lnTo>
                    <a:pt x="7193" y="1501"/>
                  </a:lnTo>
                  <a:lnTo>
                    <a:pt x="7153" y="2633"/>
                  </a:lnTo>
                  <a:lnTo>
                    <a:pt x="7043" y="3523"/>
                  </a:lnTo>
                  <a:lnTo>
                    <a:pt x="6830" y="4294"/>
                  </a:lnTo>
                  <a:lnTo>
                    <a:pt x="6478" y="5072"/>
                  </a:lnTo>
                  <a:lnTo>
                    <a:pt x="5953" y="5983"/>
                  </a:lnTo>
                  <a:lnTo>
                    <a:pt x="5221" y="7151"/>
                  </a:lnTo>
                  <a:lnTo>
                    <a:pt x="4626" y="8245"/>
                  </a:lnTo>
                  <a:lnTo>
                    <a:pt x="4130" y="9274"/>
                  </a:lnTo>
                  <a:lnTo>
                    <a:pt x="3723" y="10255"/>
                  </a:lnTo>
                  <a:lnTo>
                    <a:pt x="3396" y="11207"/>
                  </a:lnTo>
                  <a:lnTo>
                    <a:pt x="3140" y="12147"/>
                  </a:lnTo>
                  <a:lnTo>
                    <a:pt x="2946" y="13092"/>
                  </a:lnTo>
                  <a:lnTo>
                    <a:pt x="2805" y="14062"/>
                  </a:lnTo>
                  <a:lnTo>
                    <a:pt x="2708" y="15072"/>
                  </a:lnTo>
                  <a:lnTo>
                    <a:pt x="2646" y="16143"/>
                  </a:lnTo>
                  <a:lnTo>
                    <a:pt x="2610" y="17290"/>
                  </a:lnTo>
                  <a:lnTo>
                    <a:pt x="2590" y="18532"/>
                  </a:lnTo>
                  <a:lnTo>
                    <a:pt x="2570" y="19682"/>
                  </a:lnTo>
                  <a:lnTo>
                    <a:pt x="2550" y="20836"/>
                  </a:lnTo>
                  <a:lnTo>
                    <a:pt x="2530" y="21998"/>
                  </a:lnTo>
                  <a:lnTo>
                    <a:pt x="2509" y="23174"/>
                  </a:lnTo>
                  <a:lnTo>
                    <a:pt x="2503" y="24405"/>
                  </a:lnTo>
                  <a:lnTo>
                    <a:pt x="2496" y="25640"/>
                  </a:lnTo>
                  <a:lnTo>
                    <a:pt x="2489" y="26884"/>
                  </a:lnTo>
                  <a:lnTo>
                    <a:pt x="2483" y="28143"/>
                  </a:lnTo>
                  <a:lnTo>
                    <a:pt x="2464" y="29411"/>
                  </a:lnTo>
                  <a:lnTo>
                    <a:pt x="2446" y="30683"/>
                  </a:lnTo>
                  <a:lnTo>
                    <a:pt x="2428" y="31965"/>
                  </a:lnTo>
                  <a:lnTo>
                    <a:pt x="2410" y="33262"/>
                  </a:lnTo>
                  <a:lnTo>
                    <a:pt x="2395" y="34381"/>
                  </a:lnTo>
                  <a:lnTo>
                    <a:pt x="2381" y="35500"/>
                  </a:lnTo>
                  <a:lnTo>
                    <a:pt x="2368" y="36618"/>
                  </a:lnTo>
                  <a:lnTo>
                    <a:pt x="2355" y="37737"/>
                  </a:lnTo>
                  <a:lnTo>
                    <a:pt x="2343" y="38856"/>
                  </a:lnTo>
                  <a:lnTo>
                    <a:pt x="2331" y="39975"/>
                  </a:lnTo>
                  <a:lnTo>
                    <a:pt x="2320" y="41093"/>
                  </a:lnTo>
                  <a:lnTo>
                    <a:pt x="2309" y="42212"/>
                  </a:lnTo>
                  <a:lnTo>
                    <a:pt x="2299" y="43331"/>
                  </a:lnTo>
                  <a:lnTo>
                    <a:pt x="2289" y="44449"/>
                  </a:lnTo>
                  <a:lnTo>
                    <a:pt x="2280" y="45568"/>
                  </a:lnTo>
                  <a:lnTo>
                    <a:pt x="2270" y="46687"/>
                  </a:lnTo>
                  <a:lnTo>
                    <a:pt x="2261" y="47742"/>
                  </a:lnTo>
                  <a:lnTo>
                    <a:pt x="2251" y="48798"/>
                  </a:lnTo>
                  <a:lnTo>
                    <a:pt x="2240" y="49853"/>
                  </a:lnTo>
                  <a:lnTo>
                    <a:pt x="2228" y="50908"/>
                  </a:lnTo>
                  <a:lnTo>
                    <a:pt x="2216" y="51964"/>
                  </a:lnTo>
                  <a:lnTo>
                    <a:pt x="2204" y="53019"/>
                  </a:lnTo>
                  <a:lnTo>
                    <a:pt x="2191" y="54074"/>
                  </a:lnTo>
                  <a:lnTo>
                    <a:pt x="2177" y="55129"/>
                  </a:lnTo>
                  <a:lnTo>
                    <a:pt x="2164" y="56185"/>
                  </a:lnTo>
                  <a:lnTo>
                    <a:pt x="2150" y="57240"/>
                  </a:lnTo>
                  <a:lnTo>
                    <a:pt x="2136" y="58295"/>
                  </a:lnTo>
                  <a:lnTo>
                    <a:pt x="2122" y="59350"/>
                  </a:lnTo>
                  <a:lnTo>
                    <a:pt x="2108" y="60405"/>
                  </a:lnTo>
                  <a:lnTo>
                    <a:pt x="2094" y="61481"/>
                  </a:lnTo>
                  <a:lnTo>
                    <a:pt x="2081" y="62556"/>
                  </a:lnTo>
                  <a:lnTo>
                    <a:pt x="2068" y="63631"/>
                  </a:lnTo>
                  <a:lnTo>
                    <a:pt x="2055" y="64707"/>
                  </a:lnTo>
                  <a:lnTo>
                    <a:pt x="2042" y="65782"/>
                  </a:lnTo>
                  <a:lnTo>
                    <a:pt x="2030" y="66857"/>
                  </a:lnTo>
                  <a:lnTo>
                    <a:pt x="2017" y="67933"/>
                  </a:lnTo>
                  <a:lnTo>
                    <a:pt x="2005" y="69008"/>
                  </a:lnTo>
                  <a:lnTo>
                    <a:pt x="1993" y="70083"/>
                  </a:lnTo>
                  <a:lnTo>
                    <a:pt x="1981" y="71158"/>
                  </a:lnTo>
                  <a:lnTo>
                    <a:pt x="1970" y="72234"/>
                  </a:lnTo>
                  <a:lnTo>
                    <a:pt x="1959" y="73309"/>
                  </a:lnTo>
                  <a:lnTo>
                    <a:pt x="1947" y="74384"/>
                  </a:lnTo>
                  <a:lnTo>
                    <a:pt x="1936" y="75459"/>
                  </a:lnTo>
                  <a:lnTo>
                    <a:pt x="1926" y="76535"/>
                  </a:lnTo>
                  <a:lnTo>
                    <a:pt x="1915" y="77610"/>
                  </a:lnTo>
                  <a:lnTo>
                    <a:pt x="1905" y="78685"/>
                  </a:lnTo>
                  <a:lnTo>
                    <a:pt x="1894" y="79760"/>
                  </a:lnTo>
                  <a:lnTo>
                    <a:pt x="1884" y="80836"/>
                  </a:lnTo>
                  <a:lnTo>
                    <a:pt x="1874" y="81911"/>
                  </a:lnTo>
                  <a:lnTo>
                    <a:pt x="1865" y="82986"/>
                  </a:lnTo>
                  <a:lnTo>
                    <a:pt x="1855" y="84061"/>
                  </a:lnTo>
                  <a:lnTo>
                    <a:pt x="1846" y="85137"/>
                  </a:lnTo>
                  <a:lnTo>
                    <a:pt x="1836" y="86212"/>
                  </a:lnTo>
                  <a:lnTo>
                    <a:pt x="1827" y="87287"/>
                  </a:lnTo>
                  <a:lnTo>
                    <a:pt x="1161" y="87287"/>
                  </a:lnTo>
                  <a:lnTo>
                    <a:pt x="484" y="87287"/>
                  </a:lnTo>
                  <a:lnTo>
                    <a:pt x="474" y="86212"/>
                  </a:lnTo>
                  <a:lnTo>
                    <a:pt x="465" y="85136"/>
                  </a:lnTo>
                  <a:lnTo>
                    <a:pt x="455" y="84060"/>
                  </a:lnTo>
                  <a:lnTo>
                    <a:pt x="446" y="82985"/>
                  </a:lnTo>
                  <a:lnTo>
                    <a:pt x="436" y="81909"/>
                  </a:lnTo>
                  <a:lnTo>
                    <a:pt x="427" y="80833"/>
                  </a:lnTo>
                  <a:lnTo>
                    <a:pt x="418" y="79758"/>
                  </a:lnTo>
                  <a:lnTo>
                    <a:pt x="410" y="78682"/>
                  </a:lnTo>
                  <a:lnTo>
                    <a:pt x="401" y="77606"/>
                  </a:lnTo>
                  <a:lnTo>
                    <a:pt x="393" y="76531"/>
                  </a:lnTo>
                  <a:lnTo>
                    <a:pt x="384" y="75455"/>
                  </a:lnTo>
                  <a:lnTo>
                    <a:pt x="377" y="74380"/>
                  </a:lnTo>
                  <a:lnTo>
                    <a:pt x="369" y="73304"/>
                  </a:lnTo>
                  <a:lnTo>
                    <a:pt x="361" y="72228"/>
                  </a:lnTo>
                  <a:lnTo>
                    <a:pt x="354" y="71153"/>
                  </a:lnTo>
                  <a:lnTo>
                    <a:pt x="347" y="70077"/>
                  </a:lnTo>
                  <a:lnTo>
                    <a:pt x="340" y="69001"/>
                  </a:lnTo>
                  <a:lnTo>
                    <a:pt x="333" y="67926"/>
                  </a:lnTo>
                  <a:lnTo>
                    <a:pt x="326" y="66850"/>
                  </a:lnTo>
                  <a:lnTo>
                    <a:pt x="320" y="65774"/>
                  </a:lnTo>
                  <a:lnTo>
                    <a:pt x="314" y="64699"/>
                  </a:lnTo>
                  <a:lnTo>
                    <a:pt x="308" y="63623"/>
                  </a:lnTo>
                  <a:lnTo>
                    <a:pt x="302" y="62547"/>
                  </a:lnTo>
                  <a:lnTo>
                    <a:pt x="296" y="61472"/>
                  </a:lnTo>
                  <a:lnTo>
                    <a:pt x="291" y="60396"/>
                  </a:lnTo>
                  <a:lnTo>
                    <a:pt x="286" y="59320"/>
                  </a:lnTo>
                  <a:lnTo>
                    <a:pt x="281" y="58245"/>
                  </a:lnTo>
                  <a:lnTo>
                    <a:pt x="276" y="57169"/>
                  </a:lnTo>
                  <a:lnTo>
                    <a:pt x="271" y="56093"/>
                  </a:lnTo>
                  <a:lnTo>
                    <a:pt x="266" y="55018"/>
                  </a:lnTo>
                  <a:lnTo>
                    <a:pt x="260" y="53942"/>
                  </a:lnTo>
                  <a:lnTo>
                    <a:pt x="254" y="52866"/>
                  </a:lnTo>
                  <a:lnTo>
                    <a:pt x="248" y="51790"/>
                  </a:lnTo>
                  <a:lnTo>
                    <a:pt x="241" y="50715"/>
                  </a:lnTo>
                  <a:lnTo>
                    <a:pt x="234" y="49639"/>
                  </a:lnTo>
                  <a:lnTo>
                    <a:pt x="226" y="48563"/>
                  </a:lnTo>
                  <a:lnTo>
                    <a:pt x="218" y="47487"/>
                  </a:lnTo>
                  <a:lnTo>
                    <a:pt x="210" y="46411"/>
                  </a:lnTo>
                  <a:lnTo>
                    <a:pt x="201" y="45335"/>
                  </a:lnTo>
                  <a:lnTo>
                    <a:pt x="191" y="44259"/>
                  </a:lnTo>
                  <a:lnTo>
                    <a:pt x="181" y="43183"/>
                  </a:lnTo>
                  <a:lnTo>
                    <a:pt x="171" y="42111"/>
                  </a:lnTo>
                  <a:lnTo>
                    <a:pt x="162" y="41038"/>
                  </a:lnTo>
                  <a:lnTo>
                    <a:pt x="153" y="39966"/>
                  </a:lnTo>
                  <a:lnTo>
                    <a:pt x="145" y="38893"/>
                  </a:lnTo>
                  <a:lnTo>
                    <a:pt x="138" y="37820"/>
                  </a:lnTo>
                  <a:lnTo>
                    <a:pt x="132" y="36748"/>
                  </a:lnTo>
                  <a:lnTo>
                    <a:pt x="126" y="35675"/>
                  </a:lnTo>
                  <a:lnTo>
                    <a:pt x="120" y="34603"/>
                  </a:lnTo>
                  <a:lnTo>
                    <a:pt x="115" y="33530"/>
                  </a:lnTo>
                  <a:lnTo>
                    <a:pt x="110" y="32457"/>
                  </a:lnTo>
                  <a:lnTo>
                    <a:pt x="106" y="31385"/>
                  </a:lnTo>
                  <a:lnTo>
                    <a:pt x="102" y="30312"/>
                  </a:lnTo>
                  <a:lnTo>
                    <a:pt x="98" y="29239"/>
                  </a:lnTo>
                  <a:lnTo>
                    <a:pt x="94" y="28167"/>
                  </a:lnTo>
                  <a:lnTo>
                    <a:pt x="91" y="27094"/>
                  </a:lnTo>
                  <a:lnTo>
                    <a:pt x="76" y="25841"/>
                  </a:lnTo>
                  <a:lnTo>
                    <a:pt x="60" y="24584"/>
                  </a:lnTo>
                  <a:lnTo>
                    <a:pt x="44" y="23317"/>
                  </a:lnTo>
                  <a:lnTo>
                    <a:pt x="28" y="22037"/>
                  </a:lnTo>
                  <a:lnTo>
                    <a:pt x="28" y="20867"/>
                  </a:lnTo>
                  <a:lnTo>
                    <a:pt x="28" y="19692"/>
                  </a:lnTo>
                  <a:lnTo>
                    <a:pt x="27" y="18509"/>
                  </a:lnTo>
                  <a:lnTo>
                    <a:pt x="26" y="17312"/>
                  </a:lnTo>
                  <a:lnTo>
                    <a:pt x="18" y="15942"/>
                  </a:lnTo>
                  <a:lnTo>
                    <a:pt x="9" y="14562"/>
                  </a:lnTo>
                  <a:lnTo>
                    <a:pt x="0" y="13164"/>
                  </a:lnTo>
                  <a:lnTo>
                    <a:pt x="183" y="11981"/>
                  </a:lnTo>
                  <a:lnTo>
                    <a:pt x="419" y="10858"/>
                  </a:lnTo>
                  <a:lnTo>
                    <a:pt x="708" y="9790"/>
                  </a:lnTo>
                  <a:lnTo>
                    <a:pt x="1049" y="8771"/>
                  </a:lnTo>
                  <a:lnTo>
                    <a:pt x="1441" y="7795"/>
                  </a:lnTo>
                  <a:lnTo>
                    <a:pt x="1884" y="6856"/>
                  </a:lnTo>
                  <a:lnTo>
                    <a:pt x="2378" y="5950"/>
                  </a:lnTo>
                  <a:lnTo>
                    <a:pt x="2921" y="5069"/>
                  </a:lnTo>
                  <a:lnTo>
                    <a:pt x="3514" y="4208"/>
                  </a:lnTo>
                  <a:lnTo>
                    <a:pt x="4156" y="3361"/>
                  </a:lnTo>
                  <a:lnTo>
                    <a:pt x="4846" y="2523"/>
                  </a:lnTo>
                  <a:lnTo>
                    <a:pt x="5583" y="1687"/>
                  </a:lnTo>
                  <a:lnTo>
                    <a:pt x="6368" y="848"/>
                  </a:lnTo>
                  <a:lnTo>
                    <a:pt x="7199" y="0"/>
                  </a:lnTo>
                  <a:close/>
                </a:path>
              </a:pathLst>
            </a:custGeom>
            <a:solidFill>
              <a:srgbClr val="82B0D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7" name="region 265 #DFCEBE"/>
            <p:cNvSpPr/>
            <p:nvPr/>
          </p:nvSpPr>
          <p:spPr>
            <a:xfrm>
              <a:off x="1475828" y="142345"/>
              <a:ext cx="75201" cy="4029"/>
            </a:xfrm>
            <a:custGeom>
              <a:avLst/>
              <a:gdLst/>
              <a:ahLst/>
              <a:cxnLst/>
              <a:rect l="l" t="t" r="r" b="b"/>
              <a:pathLst>
                <a:path w="75201" h="4029">
                  <a:moveTo>
                    <a:pt x="60430" y="0"/>
                  </a:moveTo>
                  <a:lnTo>
                    <a:pt x="61550" y="34"/>
                  </a:lnTo>
                  <a:lnTo>
                    <a:pt x="62671" y="84"/>
                  </a:lnTo>
                  <a:lnTo>
                    <a:pt x="63790" y="149"/>
                  </a:lnTo>
                  <a:lnTo>
                    <a:pt x="64909" y="227"/>
                  </a:lnTo>
                  <a:lnTo>
                    <a:pt x="66027" y="318"/>
                  </a:lnTo>
                  <a:lnTo>
                    <a:pt x="67144" y="419"/>
                  </a:lnTo>
                  <a:lnTo>
                    <a:pt x="68364" y="525"/>
                  </a:lnTo>
                  <a:lnTo>
                    <a:pt x="69592" y="632"/>
                  </a:lnTo>
                  <a:lnTo>
                    <a:pt x="70837" y="740"/>
                  </a:lnTo>
                  <a:lnTo>
                    <a:pt x="72337" y="1039"/>
                  </a:lnTo>
                  <a:lnTo>
                    <a:pt x="73858" y="1343"/>
                  </a:lnTo>
                  <a:lnTo>
                    <a:pt x="74192" y="2011"/>
                  </a:lnTo>
                  <a:lnTo>
                    <a:pt x="75201" y="4029"/>
                  </a:lnTo>
                  <a:lnTo>
                    <a:pt x="74038" y="4029"/>
                  </a:lnTo>
                  <a:lnTo>
                    <a:pt x="72875" y="4029"/>
                  </a:lnTo>
                  <a:lnTo>
                    <a:pt x="71711" y="4029"/>
                  </a:lnTo>
                  <a:lnTo>
                    <a:pt x="70548" y="4029"/>
                  </a:lnTo>
                  <a:lnTo>
                    <a:pt x="69385" y="4029"/>
                  </a:lnTo>
                  <a:lnTo>
                    <a:pt x="68221" y="4029"/>
                  </a:lnTo>
                  <a:lnTo>
                    <a:pt x="67057" y="4029"/>
                  </a:lnTo>
                  <a:lnTo>
                    <a:pt x="65894" y="4029"/>
                  </a:lnTo>
                  <a:lnTo>
                    <a:pt x="64730" y="4029"/>
                  </a:lnTo>
                  <a:lnTo>
                    <a:pt x="63566" y="4029"/>
                  </a:lnTo>
                  <a:lnTo>
                    <a:pt x="62402" y="4029"/>
                  </a:lnTo>
                  <a:lnTo>
                    <a:pt x="61237" y="4029"/>
                  </a:lnTo>
                  <a:lnTo>
                    <a:pt x="60072" y="4029"/>
                  </a:lnTo>
                  <a:lnTo>
                    <a:pt x="58908" y="4029"/>
                  </a:lnTo>
                  <a:lnTo>
                    <a:pt x="57743" y="4029"/>
                  </a:lnTo>
                  <a:lnTo>
                    <a:pt x="56577" y="4029"/>
                  </a:lnTo>
                  <a:lnTo>
                    <a:pt x="55412" y="4029"/>
                  </a:lnTo>
                  <a:lnTo>
                    <a:pt x="54246" y="4029"/>
                  </a:lnTo>
                  <a:lnTo>
                    <a:pt x="53079" y="4029"/>
                  </a:lnTo>
                  <a:lnTo>
                    <a:pt x="51913" y="4029"/>
                  </a:lnTo>
                  <a:lnTo>
                    <a:pt x="50746" y="4029"/>
                  </a:lnTo>
                  <a:lnTo>
                    <a:pt x="49579" y="4029"/>
                  </a:lnTo>
                  <a:lnTo>
                    <a:pt x="48411" y="4029"/>
                  </a:lnTo>
                  <a:lnTo>
                    <a:pt x="47243" y="4029"/>
                  </a:lnTo>
                  <a:lnTo>
                    <a:pt x="46075" y="4029"/>
                  </a:lnTo>
                  <a:lnTo>
                    <a:pt x="44906" y="4029"/>
                  </a:lnTo>
                  <a:lnTo>
                    <a:pt x="43737" y="4029"/>
                  </a:lnTo>
                  <a:lnTo>
                    <a:pt x="42567" y="4029"/>
                  </a:lnTo>
                  <a:lnTo>
                    <a:pt x="41396" y="4029"/>
                  </a:lnTo>
                  <a:lnTo>
                    <a:pt x="40226" y="4029"/>
                  </a:lnTo>
                  <a:lnTo>
                    <a:pt x="39054" y="4029"/>
                  </a:lnTo>
                  <a:lnTo>
                    <a:pt x="37883" y="4029"/>
                  </a:lnTo>
                  <a:lnTo>
                    <a:pt x="36710" y="4029"/>
                  </a:lnTo>
                  <a:lnTo>
                    <a:pt x="35537" y="4029"/>
                  </a:lnTo>
                  <a:lnTo>
                    <a:pt x="34364" y="4029"/>
                  </a:lnTo>
                  <a:lnTo>
                    <a:pt x="33190" y="4029"/>
                  </a:lnTo>
                  <a:lnTo>
                    <a:pt x="32015" y="4029"/>
                  </a:lnTo>
                  <a:lnTo>
                    <a:pt x="30840" y="4029"/>
                  </a:lnTo>
                  <a:lnTo>
                    <a:pt x="29664" y="4029"/>
                  </a:lnTo>
                  <a:lnTo>
                    <a:pt x="28487" y="4029"/>
                  </a:lnTo>
                  <a:lnTo>
                    <a:pt x="27309" y="4029"/>
                  </a:lnTo>
                  <a:lnTo>
                    <a:pt x="26131" y="4029"/>
                  </a:lnTo>
                  <a:lnTo>
                    <a:pt x="24953" y="4029"/>
                  </a:lnTo>
                  <a:lnTo>
                    <a:pt x="23773" y="4029"/>
                  </a:lnTo>
                  <a:lnTo>
                    <a:pt x="22593" y="4029"/>
                  </a:lnTo>
                  <a:lnTo>
                    <a:pt x="21412" y="4029"/>
                  </a:lnTo>
                  <a:lnTo>
                    <a:pt x="20230" y="4029"/>
                  </a:lnTo>
                  <a:lnTo>
                    <a:pt x="19047" y="4029"/>
                  </a:lnTo>
                  <a:lnTo>
                    <a:pt x="17863" y="4029"/>
                  </a:lnTo>
                  <a:lnTo>
                    <a:pt x="16679" y="4029"/>
                  </a:lnTo>
                  <a:lnTo>
                    <a:pt x="15494" y="4029"/>
                  </a:lnTo>
                  <a:lnTo>
                    <a:pt x="14308" y="4029"/>
                  </a:lnTo>
                  <a:lnTo>
                    <a:pt x="13121" y="4029"/>
                  </a:lnTo>
                  <a:lnTo>
                    <a:pt x="11933" y="4029"/>
                  </a:lnTo>
                  <a:lnTo>
                    <a:pt x="10744" y="4029"/>
                  </a:lnTo>
                  <a:lnTo>
                    <a:pt x="9554" y="4029"/>
                  </a:lnTo>
                  <a:lnTo>
                    <a:pt x="8364" y="4029"/>
                  </a:lnTo>
                  <a:lnTo>
                    <a:pt x="7172" y="4029"/>
                  </a:lnTo>
                  <a:lnTo>
                    <a:pt x="5979" y="4029"/>
                  </a:lnTo>
                  <a:lnTo>
                    <a:pt x="4785" y="4029"/>
                  </a:lnTo>
                  <a:lnTo>
                    <a:pt x="3591" y="4029"/>
                  </a:lnTo>
                  <a:lnTo>
                    <a:pt x="2395" y="4029"/>
                  </a:lnTo>
                  <a:lnTo>
                    <a:pt x="1198" y="4029"/>
                  </a:lnTo>
                  <a:lnTo>
                    <a:pt x="0" y="4029"/>
                  </a:lnTo>
                  <a:lnTo>
                    <a:pt x="0" y="2696"/>
                  </a:lnTo>
                  <a:lnTo>
                    <a:pt x="0" y="1343"/>
                  </a:lnTo>
                  <a:lnTo>
                    <a:pt x="1109" y="1347"/>
                  </a:lnTo>
                  <a:lnTo>
                    <a:pt x="2234" y="1352"/>
                  </a:lnTo>
                  <a:lnTo>
                    <a:pt x="3277" y="1356"/>
                  </a:lnTo>
                  <a:lnTo>
                    <a:pt x="4319" y="1360"/>
                  </a:lnTo>
                  <a:lnTo>
                    <a:pt x="5362" y="1364"/>
                  </a:lnTo>
                  <a:lnTo>
                    <a:pt x="6404" y="1368"/>
                  </a:lnTo>
                  <a:lnTo>
                    <a:pt x="7447" y="1371"/>
                  </a:lnTo>
                  <a:lnTo>
                    <a:pt x="8489" y="1375"/>
                  </a:lnTo>
                  <a:lnTo>
                    <a:pt x="9532" y="1378"/>
                  </a:lnTo>
                  <a:lnTo>
                    <a:pt x="10575" y="1381"/>
                  </a:lnTo>
                  <a:lnTo>
                    <a:pt x="11617" y="1384"/>
                  </a:lnTo>
                  <a:lnTo>
                    <a:pt x="12660" y="1387"/>
                  </a:lnTo>
                  <a:lnTo>
                    <a:pt x="13702" y="1390"/>
                  </a:lnTo>
                  <a:lnTo>
                    <a:pt x="14745" y="1393"/>
                  </a:lnTo>
                  <a:lnTo>
                    <a:pt x="15787" y="1396"/>
                  </a:lnTo>
                  <a:lnTo>
                    <a:pt x="16830" y="1398"/>
                  </a:lnTo>
                  <a:lnTo>
                    <a:pt x="17872" y="1401"/>
                  </a:lnTo>
                  <a:lnTo>
                    <a:pt x="18915" y="1403"/>
                  </a:lnTo>
                  <a:lnTo>
                    <a:pt x="19958" y="1406"/>
                  </a:lnTo>
                  <a:lnTo>
                    <a:pt x="21000" y="1408"/>
                  </a:lnTo>
                  <a:lnTo>
                    <a:pt x="22043" y="1410"/>
                  </a:lnTo>
                  <a:lnTo>
                    <a:pt x="23086" y="1413"/>
                  </a:lnTo>
                  <a:lnTo>
                    <a:pt x="24128" y="1415"/>
                  </a:lnTo>
                  <a:lnTo>
                    <a:pt x="25171" y="1417"/>
                  </a:lnTo>
                  <a:lnTo>
                    <a:pt x="26242" y="1419"/>
                  </a:lnTo>
                  <a:lnTo>
                    <a:pt x="27313" y="1422"/>
                  </a:lnTo>
                  <a:lnTo>
                    <a:pt x="28384" y="1425"/>
                  </a:lnTo>
                  <a:lnTo>
                    <a:pt x="29456" y="1429"/>
                  </a:lnTo>
                  <a:lnTo>
                    <a:pt x="30527" y="1432"/>
                  </a:lnTo>
                  <a:lnTo>
                    <a:pt x="31598" y="1436"/>
                  </a:lnTo>
                  <a:lnTo>
                    <a:pt x="32670" y="1440"/>
                  </a:lnTo>
                  <a:lnTo>
                    <a:pt x="33741" y="1444"/>
                  </a:lnTo>
                  <a:lnTo>
                    <a:pt x="34858" y="1448"/>
                  </a:lnTo>
                  <a:lnTo>
                    <a:pt x="35975" y="1452"/>
                  </a:lnTo>
                  <a:lnTo>
                    <a:pt x="37093" y="1456"/>
                  </a:lnTo>
                  <a:lnTo>
                    <a:pt x="38210" y="1459"/>
                  </a:lnTo>
                  <a:lnTo>
                    <a:pt x="39327" y="1462"/>
                  </a:lnTo>
                  <a:lnTo>
                    <a:pt x="40444" y="1464"/>
                  </a:lnTo>
                  <a:lnTo>
                    <a:pt x="41561" y="1467"/>
                  </a:lnTo>
                  <a:lnTo>
                    <a:pt x="42679" y="1469"/>
                  </a:lnTo>
                  <a:lnTo>
                    <a:pt x="43796" y="1471"/>
                  </a:lnTo>
                  <a:lnTo>
                    <a:pt x="44913" y="1473"/>
                  </a:lnTo>
                  <a:lnTo>
                    <a:pt x="46030" y="1475"/>
                  </a:lnTo>
                  <a:lnTo>
                    <a:pt x="47317" y="1481"/>
                  </a:lnTo>
                  <a:lnTo>
                    <a:pt x="48613" y="1488"/>
                  </a:lnTo>
                  <a:lnTo>
                    <a:pt x="49926" y="1495"/>
                  </a:lnTo>
                  <a:lnTo>
                    <a:pt x="51110" y="1495"/>
                  </a:lnTo>
                  <a:lnTo>
                    <a:pt x="52302" y="1495"/>
                  </a:lnTo>
                  <a:lnTo>
                    <a:pt x="53510" y="1496"/>
                  </a:lnTo>
                  <a:lnTo>
                    <a:pt x="54558" y="1499"/>
                  </a:lnTo>
                  <a:lnTo>
                    <a:pt x="55613" y="1501"/>
                  </a:lnTo>
                  <a:lnTo>
                    <a:pt x="56682" y="1504"/>
                  </a:lnTo>
                  <a:lnTo>
                    <a:pt x="58093" y="1390"/>
                  </a:lnTo>
                  <a:lnTo>
                    <a:pt x="58954" y="1195"/>
                  </a:lnTo>
                  <a:lnTo>
                    <a:pt x="59616" y="779"/>
                  </a:lnTo>
                  <a:lnTo>
                    <a:pt x="60430" y="0"/>
                  </a:lnTo>
                  <a:close/>
                </a:path>
              </a:pathLst>
            </a:custGeom>
            <a:solidFill>
              <a:srgbClr val="DFCEB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8" name="region 266 #6A6A6A"/>
            <p:cNvSpPr/>
            <p:nvPr/>
          </p:nvSpPr>
          <p:spPr>
            <a:xfrm>
              <a:off x="667412" y="886302"/>
              <a:ext cx="30887" cy="21486"/>
            </a:xfrm>
            <a:custGeom>
              <a:avLst/>
              <a:gdLst/>
              <a:ahLst/>
              <a:cxnLst/>
              <a:rect l="l" t="t" r="r" b="b"/>
              <a:pathLst>
                <a:path w="30887" h="21486">
                  <a:moveTo>
                    <a:pt x="2686" y="0"/>
                  </a:moveTo>
                  <a:lnTo>
                    <a:pt x="3662" y="465"/>
                  </a:lnTo>
                  <a:lnTo>
                    <a:pt x="4610" y="944"/>
                  </a:lnTo>
                  <a:lnTo>
                    <a:pt x="5533" y="1439"/>
                  </a:lnTo>
                  <a:lnTo>
                    <a:pt x="6435" y="1949"/>
                  </a:lnTo>
                  <a:lnTo>
                    <a:pt x="7318" y="2476"/>
                  </a:lnTo>
                  <a:lnTo>
                    <a:pt x="8186" y="3021"/>
                  </a:lnTo>
                  <a:lnTo>
                    <a:pt x="9042" y="3584"/>
                  </a:lnTo>
                  <a:lnTo>
                    <a:pt x="9890" y="4167"/>
                  </a:lnTo>
                  <a:lnTo>
                    <a:pt x="10732" y="4771"/>
                  </a:lnTo>
                  <a:lnTo>
                    <a:pt x="11573" y="5396"/>
                  </a:lnTo>
                  <a:lnTo>
                    <a:pt x="12415" y="6044"/>
                  </a:lnTo>
                  <a:lnTo>
                    <a:pt x="13261" y="6715"/>
                  </a:lnTo>
                  <a:lnTo>
                    <a:pt x="14188" y="7411"/>
                  </a:lnTo>
                  <a:lnTo>
                    <a:pt x="15103" y="8069"/>
                  </a:lnTo>
                  <a:lnTo>
                    <a:pt x="16012" y="8689"/>
                  </a:lnTo>
                  <a:lnTo>
                    <a:pt x="16919" y="9273"/>
                  </a:lnTo>
                  <a:lnTo>
                    <a:pt x="17828" y="9822"/>
                  </a:lnTo>
                  <a:lnTo>
                    <a:pt x="18744" y="10337"/>
                  </a:lnTo>
                  <a:lnTo>
                    <a:pt x="19671" y="10821"/>
                  </a:lnTo>
                  <a:lnTo>
                    <a:pt x="20615" y="11274"/>
                  </a:lnTo>
                  <a:lnTo>
                    <a:pt x="21578" y="11697"/>
                  </a:lnTo>
                  <a:lnTo>
                    <a:pt x="22567" y="12093"/>
                  </a:lnTo>
                  <a:lnTo>
                    <a:pt x="23584" y="12463"/>
                  </a:lnTo>
                  <a:lnTo>
                    <a:pt x="24636" y="12808"/>
                  </a:lnTo>
                  <a:lnTo>
                    <a:pt x="25726" y="13130"/>
                  </a:lnTo>
                  <a:lnTo>
                    <a:pt x="26858" y="13429"/>
                  </a:lnTo>
                  <a:lnTo>
                    <a:pt x="25971" y="14316"/>
                  </a:lnTo>
                  <a:lnTo>
                    <a:pt x="25077" y="15210"/>
                  </a:lnTo>
                  <a:lnTo>
                    <a:pt x="24172" y="16115"/>
                  </a:lnTo>
                  <a:lnTo>
                    <a:pt x="25122" y="16685"/>
                  </a:lnTo>
                  <a:lnTo>
                    <a:pt x="26073" y="17255"/>
                  </a:lnTo>
                  <a:lnTo>
                    <a:pt x="27026" y="17827"/>
                  </a:lnTo>
                  <a:lnTo>
                    <a:pt x="27983" y="18401"/>
                  </a:lnTo>
                  <a:lnTo>
                    <a:pt x="28945" y="18978"/>
                  </a:lnTo>
                  <a:lnTo>
                    <a:pt x="29912" y="19559"/>
                  </a:lnTo>
                  <a:lnTo>
                    <a:pt x="30887" y="20144"/>
                  </a:lnTo>
                  <a:lnTo>
                    <a:pt x="30219" y="20478"/>
                  </a:lnTo>
                  <a:lnTo>
                    <a:pt x="28201" y="21486"/>
                  </a:lnTo>
                  <a:lnTo>
                    <a:pt x="27227" y="20935"/>
                  </a:lnTo>
                  <a:lnTo>
                    <a:pt x="26259" y="20375"/>
                  </a:lnTo>
                  <a:lnTo>
                    <a:pt x="25297" y="19805"/>
                  </a:lnTo>
                  <a:lnTo>
                    <a:pt x="24338" y="19227"/>
                  </a:lnTo>
                  <a:lnTo>
                    <a:pt x="23384" y="18643"/>
                  </a:lnTo>
                  <a:lnTo>
                    <a:pt x="22434" y="18053"/>
                  </a:lnTo>
                  <a:lnTo>
                    <a:pt x="21486" y="17458"/>
                  </a:lnTo>
                  <a:lnTo>
                    <a:pt x="20516" y="16956"/>
                  </a:lnTo>
                  <a:lnTo>
                    <a:pt x="19545" y="16458"/>
                  </a:lnTo>
                  <a:lnTo>
                    <a:pt x="18571" y="15963"/>
                  </a:lnTo>
                  <a:lnTo>
                    <a:pt x="17596" y="15472"/>
                  </a:lnTo>
                  <a:lnTo>
                    <a:pt x="16620" y="14983"/>
                  </a:lnTo>
                  <a:lnTo>
                    <a:pt x="15643" y="14496"/>
                  </a:lnTo>
                  <a:lnTo>
                    <a:pt x="14664" y="14012"/>
                  </a:lnTo>
                  <a:lnTo>
                    <a:pt x="13685" y="13529"/>
                  </a:lnTo>
                  <a:lnTo>
                    <a:pt x="12705" y="13047"/>
                  </a:lnTo>
                  <a:lnTo>
                    <a:pt x="11724" y="12566"/>
                  </a:lnTo>
                  <a:lnTo>
                    <a:pt x="10743" y="12086"/>
                  </a:lnTo>
                  <a:lnTo>
                    <a:pt x="10743" y="10753"/>
                  </a:lnTo>
                  <a:lnTo>
                    <a:pt x="10743" y="9400"/>
                  </a:lnTo>
                  <a:lnTo>
                    <a:pt x="9718" y="9012"/>
                  </a:lnTo>
                  <a:lnTo>
                    <a:pt x="8685" y="8622"/>
                  </a:lnTo>
                  <a:lnTo>
                    <a:pt x="7639" y="8225"/>
                  </a:lnTo>
                  <a:lnTo>
                    <a:pt x="6439" y="7722"/>
                  </a:lnTo>
                  <a:lnTo>
                    <a:pt x="5489" y="7310"/>
                  </a:lnTo>
                  <a:lnTo>
                    <a:pt x="4698" y="6942"/>
                  </a:lnTo>
                  <a:lnTo>
                    <a:pt x="3977" y="6568"/>
                  </a:lnTo>
                  <a:lnTo>
                    <a:pt x="3236" y="6139"/>
                  </a:lnTo>
                  <a:lnTo>
                    <a:pt x="2386" y="5605"/>
                  </a:lnTo>
                  <a:lnTo>
                    <a:pt x="1337" y="4918"/>
                  </a:lnTo>
                  <a:lnTo>
                    <a:pt x="0" y="4029"/>
                  </a:lnTo>
                  <a:lnTo>
                    <a:pt x="998" y="3696"/>
                  </a:lnTo>
                  <a:lnTo>
                    <a:pt x="2000" y="3362"/>
                  </a:lnTo>
                  <a:lnTo>
                    <a:pt x="3009" y="3026"/>
                  </a:lnTo>
                  <a:lnTo>
                    <a:pt x="4029" y="2686"/>
                  </a:lnTo>
                  <a:lnTo>
                    <a:pt x="3363" y="1353"/>
                  </a:lnTo>
                  <a:lnTo>
                    <a:pt x="2686" y="0"/>
                  </a:lnTo>
                  <a:close/>
                </a:path>
              </a:pathLst>
            </a:custGeom>
            <a:solidFill>
              <a:srgbClr val="6A6A6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9" name="region 267 #775C55"/>
            <p:cNvSpPr/>
            <p:nvPr/>
          </p:nvSpPr>
          <p:spPr>
            <a:xfrm>
              <a:off x="1744404" y="508952"/>
              <a:ext cx="25515" cy="33614"/>
            </a:xfrm>
            <a:custGeom>
              <a:avLst/>
              <a:gdLst/>
              <a:ahLst/>
              <a:cxnLst/>
              <a:rect l="l" t="t" r="r" b="b"/>
              <a:pathLst>
                <a:path w="25515" h="33614">
                  <a:moveTo>
                    <a:pt x="17458" y="0"/>
                  </a:moveTo>
                  <a:lnTo>
                    <a:pt x="18791" y="667"/>
                  </a:lnTo>
                  <a:lnTo>
                    <a:pt x="20144" y="1343"/>
                  </a:lnTo>
                  <a:lnTo>
                    <a:pt x="20144" y="2431"/>
                  </a:lnTo>
                  <a:lnTo>
                    <a:pt x="20144" y="3519"/>
                  </a:lnTo>
                  <a:lnTo>
                    <a:pt x="20144" y="4609"/>
                  </a:lnTo>
                  <a:lnTo>
                    <a:pt x="20144" y="5700"/>
                  </a:lnTo>
                  <a:lnTo>
                    <a:pt x="20144" y="6793"/>
                  </a:lnTo>
                  <a:lnTo>
                    <a:pt x="20144" y="7889"/>
                  </a:lnTo>
                  <a:lnTo>
                    <a:pt x="20144" y="8988"/>
                  </a:lnTo>
                  <a:lnTo>
                    <a:pt x="20144" y="10091"/>
                  </a:lnTo>
                  <a:lnTo>
                    <a:pt x="20144" y="11199"/>
                  </a:lnTo>
                  <a:lnTo>
                    <a:pt x="20144" y="12311"/>
                  </a:lnTo>
                  <a:lnTo>
                    <a:pt x="20144" y="13429"/>
                  </a:lnTo>
                  <a:lnTo>
                    <a:pt x="21477" y="13429"/>
                  </a:lnTo>
                  <a:lnTo>
                    <a:pt x="22829" y="13429"/>
                  </a:lnTo>
                  <a:lnTo>
                    <a:pt x="22829" y="14537"/>
                  </a:lnTo>
                  <a:lnTo>
                    <a:pt x="22829" y="15647"/>
                  </a:lnTo>
                  <a:lnTo>
                    <a:pt x="22829" y="16761"/>
                  </a:lnTo>
                  <a:lnTo>
                    <a:pt x="22829" y="17880"/>
                  </a:lnTo>
                  <a:lnTo>
                    <a:pt x="22829" y="19007"/>
                  </a:lnTo>
                  <a:lnTo>
                    <a:pt x="22829" y="20143"/>
                  </a:lnTo>
                  <a:lnTo>
                    <a:pt x="24162" y="20143"/>
                  </a:lnTo>
                  <a:lnTo>
                    <a:pt x="25515" y="20143"/>
                  </a:lnTo>
                  <a:lnTo>
                    <a:pt x="25515" y="21251"/>
                  </a:lnTo>
                  <a:lnTo>
                    <a:pt x="25515" y="22360"/>
                  </a:lnTo>
                  <a:lnTo>
                    <a:pt x="25515" y="23469"/>
                  </a:lnTo>
                  <a:lnTo>
                    <a:pt x="25515" y="24580"/>
                  </a:lnTo>
                  <a:lnTo>
                    <a:pt x="25515" y="25692"/>
                  </a:lnTo>
                  <a:lnTo>
                    <a:pt x="25515" y="26807"/>
                  </a:lnTo>
                  <a:lnTo>
                    <a:pt x="25515" y="27925"/>
                  </a:lnTo>
                  <a:lnTo>
                    <a:pt x="25515" y="29046"/>
                  </a:lnTo>
                  <a:lnTo>
                    <a:pt x="25515" y="30171"/>
                  </a:lnTo>
                  <a:lnTo>
                    <a:pt x="25515" y="31300"/>
                  </a:lnTo>
                  <a:lnTo>
                    <a:pt x="25515" y="32433"/>
                  </a:lnTo>
                  <a:lnTo>
                    <a:pt x="25515" y="33572"/>
                  </a:lnTo>
                  <a:lnTo>
                    <a:pt x="24471" y="33589"/>
                  </a:lnTo>
                  <a:lnTo>
                    <a:pt x="23426" y="33601"/>
                  </a:lnTo>
                  <a:lnTo>
                    <a:pt x="22382" y="33610"/>
                  </a:lnTo>
                  <a:lnTo>
                    <a:pt x="21337" y="33614"/>
                  </a:lnTo>
                  <a:lnTo>
                    <a:pt x="20293" y="33613"/>
                  </a:lnTo>
                  <a:lnTo>
                    <a:pt x="19248" y="33609"/>
                  </a:lnTo>
                  <a:lnTo>
                    <a:pt x="18204" y="33601"/>
                  </a:lnTo>
                  <a:lnTo>
                    <a:pt x="17159" y="33589"/>
                  </a:lnTo>
                  <a:lnTo>
                    <a:pt x="16115" y="33572"/>
                  </a:lnTo>
                  <a:lnTo>
                    <a:pt x="15449" y="32906"/>
                  </a:lnTo>
                  <a:lnTo>
                    <a:pt x="14772" y="32229"/>
                  </a:lnTo>
                  <a:lnTo>
                    <a:pt x="13620" y="32094"/>
                  </a:lnTo>
                  <a:lnTo>
                    <a:pt x="12469" y="31972"/>
                  </a:lnTo>
                  <a:lnTo>
                    <a:pt x="11316" y="31860"/>
                  </a:lnTo>
                  <a:lnTo>
                    <a:pt x="10164" y="31757"/>
                  </a:lnTo>
                  <a:lnTo>
                    <a:pt x="9010" y="31662"/>
                  </a:lnTo>
                  <a:lnTo>
                    <a:pt x="7856" y="31570"/>
                  </a:lnTo>
                  <a:lnTo>
                    <a:pt x="6701" y="31482"/>
                  </a:lnTo>
                  <a:lnTo>
                    <a:pt x="5545" y="31395"/>
                  </a:lnTo>
                  <a:lnTo>
                    <a:pt x="4328" y="31169"/>
                  </a:lnTo>
                  <a:lnTo>
                    <a:pt x="3434" y="30938"/>
                  </a:lnTo>
                  <a:lnTo>
                    <a:pt x="2708" y="30614"/>
                  </a:lnTo>
                  <a:lnTo>
                    <a:pt x="1996" y="30110"/>
                  </a:lnTo>
                  <a:lnTo>
                    <a:pt x="1145" y="29335"/>
                  </a:lnTo>
                  <a:lnTo>
                    <a:pt x="0" y="28201"/>
                  </a:lnTo>
                  <a:lnTo>
                    <a:pt x="1081" y="28284"/>
                  </a:lnTo>
                  <a:lnTo>
                    <a:pt x="2161" y="28367"/>
                  </a:lnTo>
                  <a:lnTo>
                    <a:pt x="3242" y="28450"/>
                  </a:lnTo>
                  <a:lnTo>
                    <a:pt x="4324" y="28533"/>
                  </a:lnTo>
                  <a:lnTo>
                    <a:pt x="5407" y="28617"/>
                  </a:lnTo>
                  <a:lnTo>
                    <a:pt x="6491" y="28700"/>
                  </a:lnTo>
                  <a:lnTo>
                    <a:pt x="7576" y="28783"/>
                  </a:lnTo>
                  <a:lnTo>
                    <a:pt x="8664" y="28867"/>
                  </a:lnTo>
                  <a:lnTo>
                    <a:pt x="9753" y="28951"/>
                  </a:lnTo>
                  <a:lnTo>
                    <a:pt x="10845" y="29035"/>
                  </a:lnTo>
                  <a:lnTo>
                    <a:pt x="11939" y="29119"/>
                  </a:lnTo>
                  <a:lnTo>
                    <a:pt x="13036" y="29203"/>
                  </a:lnTo>
                  <a:lnTo>
                    <a:pt x="14136" y="29288"/>
                  </a:lnTo>
                  <a:lnTo>
                    <a:pt x="15240" y="29373"/>
                  </a:lnTo>
                  <a:lnTo>
                    <a:pt x="16347" y="29458"/>
                  </a:lnTo>
                  <a:lnTo>
                    <a:pt x="17458" y="29544"/>
                  </a:lnTo>
                  <a:lnTo>
                    <a:pt x="17458" y="30876"/>
                  </a:lnTo>
                  <a:lnTo>
                    <a:pt x="17458" y="32229"/>
                  </a:lnTo>
                  <a:lnTo>
                    <a:pt x="18789" y="32229"/>
                  </a:lnTo>
                  <a:lnTo>
                    <a:pt x="20129" y="32229"/>
                  </a:lnTo>
                  <a:lnTo>
                    <a:pt x="21487" y="32229"/>
                  </a:lnTo>
                  <a:lnTo>
                    <a:pt x="21487" y="31185"/>
                  </a:lnTo>
                  <a:lnTo>
                    <a:pt x="21487" y="30140"/>
                  </a:lnTo>
                  <a:lnTo>
                    <a:pt x="21487" y="29094"/>
                  </a:lnTo>
                  <a:lnTo>
                    <a:pt x="21487" y="28048"/>
                  </a:lnTo>
                  <a:lnTo>
                    <a:pt x="21487" y="27000"/>
                  </a:lnTo>
                  <a:lnTo>
                    <a:pt x="21487" y="25950"/>
                  </a:lnTo>
                  <a:lnTo>
                    <a:pt x="21487" y="24899"/>
                  </a:lnTo>
                  <a:lnTo>
                    <a:pt x="21487" y="23845"/>
                  </a:lnTo>
                  <a:lnTo>
                    <a:pt x="21487" y="22789"/>
                  </a:lnTo>
                  <a:lnTo>
                    <a:pt x="21487" y="21730"/>
                  </a:lnTo>
                  <a:lnTo>
                    <a:pt x="21487" y="20667"/>
                  </a:lnTo>
                  <a:lnTo>
                    <a:pt x="21487" y="19601"/>
                  </a:lnTo>
                  <a:lnTo>
                    <a:pt x="21487" y="18532"/>
                  </a:lnTo>
                  <a:lnTo>
                    <a:pt x="21487" y="17458"/>
                  </a:lnTo>
                  <a:lnTo>
                    <a:pt x="20154" y="17458"/>
                  </a:lnTo>
                  <a:lnTo>
                    <a:pt x="18801" y="17458"/>
                  </a:lnTo>
                  <a:lnTo>
                    <a:pt x="18718" y="16377"/>
                  </a:lnTo>
                  <a:lnTo>
                    <a:pt x="18635" y="15297"/>
                  </a:lnTo>
                  <a:lnTo>
                    <a:pt x="18551" y="14216"/>
                  </a:lnTo>
                  <a:lnTo>
                    <a:pt x="18468" y="13134"/>
                  </a:lnTo>
                  <a:lnTo>
                    <a:pt x="18385" y="12051"/>
                  </a:lnTo>
                  <a:lnTo>
                    <a:pt x="18302" y="10967"/>
                  </a:lnTo>
                  <a:lnTo>
                    <a:pt x="18218" y="9882"/>
                  </a:lnTo>
                  <a:lnTo>
                    <a:pt x="18134" y="8794"/>
                  </a:lnTo>
                  <a:lnTo>
                    <a:pt x="18051" y="7705"/>
                  </a:lnTo>
                  <a:lnTo>
                    <a:pt x="17967" y="6613"/>
                  </a:lnTo>
                  <a:lnTo>
                    <a:pt x="17882" y="5519"/>
                  </a:lnTo>
                  <a:lnTo>
                    <a:pt x="17798" y="4422"/>
                  </a:lnTo>
                  <a:lnTo>
                    <a:pt x="17713" y="3322"/>
                  </a:lnTo>
                  <a:lnTo>
                    <a:pt x="17629" y="2218"/>
                  </a:lnTo>
                  <a:lnTo>
                    <a:pt x="17543" y="1111"/>
                  </a:lnTo>
                  <a:lnTo>
                    <a:pt x="17458" y="0"/>
                  </a:lnTo>
                  <a:close/>
                </a:path>
              </a:pathLst>
            </a:custGeom>
            <a:solidFill>
              <a:srgbClr val="775C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0" name="region 268 #548AB4"/>
            <p:cNvSpPr/>
            <p:nvPr/>
          </p:nvSpPr>
          <p:spPr>
            <a:xfrm>
              <a:off x="2497407" y="292577"/>
              <a:ext cx="16469" cy="20314"/>
            </a:xfrm>
            <a:custGeom>
              <a:avLst/>
              <a:gdLst/>
              <a:ahLst/>
              <a:cxnLst/>
              <a:rect l="l" t="t" r="r" b="b"/>
              <a:pathLst>
                <a:path w="16469" h="20314">
                  <a:moveTo>
                    <a:pt x="15127" y="171"/>
                  </a:moveTo>
                  <a:lnTo>
                    <a:pt x="15393" y="1235"/>
                  </a:lnTo>
                  <a:lnTo>
                    <a:pt x="15659" y="2302"/>
                  </a:lnTo>
                  <a:lnTo>
                    <a:pt x="15927" y="3373"/>
                  </a:lnTo>
                  <a:lnTo>
                    <a:pt x="16197" y="4453"/>
                  </a:lnTo>
                  <a:lnTo>
                    <a:pt x="16469" y="5543"/>
                  </a:lnTo>
                  <a:lnTo>
                    <a:pt x="15406" y="5410"/>
                  </a:lnTo>
                  <a:lnTo>
                    <a:pt x="14341" y="5277"/>
                  </a:lnTo>
                  <a:lnTo>
                    <a:pt x="13276" y="5143"/>
                  </a:lnTo>
                  <a:lnTo>
                    <a:pt x="12208" y="5010"/>
                  </a:lnTo>
                  <a:lnTo>
                    <a:pt x="11138" y="4876"/>
                  </a:lnTo>
                  <a:lnTo>
                    <a:pt x="10065" y="4742"/>
                  </a:lnTo>
                  <a:lnTo>
                    <a:pt x="8988" y="4607"/>
                  </a:lnTo>
                  <a:lnTo>
                    <a:pt x="7906" y="4472"/>
                  </a:lnTo>
                  <a:lnTo>
                    <a:pt x="6819" y="4336"/>
                  </a:lnTo>
                  <a:lnTo>
                    <a:pt x="5726" y="4200"/>
                  </a:lnTo>
                  <a:lnTo>
                    <a:pt x="6012" y="5232"/>
                  </a:lnTo>
                  <a:lnTo>
                    <a:pt x="6300" y="6260"/>
                  </a:lnTo>
                  <a:lnTo>
                    <a:pt x="6593" y="7284"/>
                  </a:lnTo>
                  <a:lnTo>
                    <a:pt x="6890" y="8304"/>
                  </a:lnTo>
                  <a:lnTo>
                    <a:pt x="7193" y="9321"/>
                  </a:lnTo>
                  <a:lnTo>
                    <a:pt x="7502" y="10334"/>
                  </a:lnTo>
                  <a:lnTo>
                    <a:pt x="7818" y="11344"/>
                  </a:lnTo>
                  <a:lnTo>
                    <a:pt x="8142" y="12350"/>
                  </a:lnTo>
                  <a:lnTo>
                    <a:pt x="8474" y="13354"/>
                  </a:lnTo>
                  <a:lnTo>
                    <a:pt x="8815" y="14355"/>
                  </a:lnTo>
                  <a:lnTo>
                    <a:pt x="9166" y="15353"/>
                  </a:lnTo>
                  <a:lnTo>
                    <a:pt x="9528" y="16349"/>
                  </a:lnTo>
                  <a:lnTo>
                    <a:pt x="9902" y="17343"/>
                  </a:lnTo>
                  <a:lnTo>
                    <a:pt x="10287" y="18335"/>
                  </a:lnTo>
                  <a:lnTo>
                    <a:pt x="10686" y="19325"/>
                  </a:lnTo>
                  <a:lnTo>
                    <a:pt x="11098" y="20314"/>
                  </a:lnTo>
                  <a:lnTo>
                    <a:pt x="10101" y="19816"/>
                  </a:lnTo>
                  <a:lnTo>
                    <a:pt x="9102" y="19317"/>
                  </a:lnTo>
                  <a:lnTo>
                    <a:pt x="8102" y="18816"/>
                  </a:lnTo>
                  <a:lnTo>
                    <a:pt x="7099" y="18315"/>
                  </a:lnTo>
                  <a:lnTo>
                    <a:pt x="6093" y="17812"/>
                  </a:lnTo>
                  <a:lnTo>
                    <a:pt x="5081" y="17306"/>
                  </a:lnTo>
                  <a:lnTo>
                    <a:pt x="4064" y="16797"/>
                  </a:lnTo>
                  <a:lnTo>
                    <a:pt x="3041" y="16286"/>
                  </a:lnTo>
                  <a:lnTo>
                    <a:pt x="3041" y="14953"/>
                  </a:lnTo>
                  <a:lnTo>
                    <a:pt x="3041" y="13600"/>
                  </a:lnTo>
                  <a:lnTo>
                    <a:pt x="1708" y="13600"/>
                  </a:lnTo>
                  <a:lnTo>
                    <a:pt x="355" y="13600"/>
                  </a:lnTo>
                  <a:lnTo>
                    <a:pt x="207" y="11623"/>
                  </a:lnTo>
                  <a:lnTo>
                    <a:pt x="94" y="9963"/>
                  </a:lnTo>
                  <a:lnTo>
                    <a:pt x="23" y="8577"/>
                  </a:lnTo>
                  <a:lnTo>
                    <a:pt x="0" y="7425"/>
                  </a:lnTo>
                  <a:lnTo>
                    <a:pt x="34" y="6464"/>
                  </a:lnTo>
                  <a:lnTo>
                    <a:pt x="131" y="5653"/>
                  </a:lnTo>
                  <a:lnTo>
                    <a:pt x="298" y="4950"/>
                  </a:lnTo>
                  <a:lnTo>
                    <a:pt x="544" y="4313"/>
                  </a:lnTo>
                  <a:lnTo>
                    <a:pt x="875" y="3701"/>
                  </a:lnTo>
                  <a:lnTo>
                    <a:pt x="1298" y="3072"/>
                  </a:lnTo>
                  <a:lnTo>
                    <a:pt x="1822" y="2385"/>
                  </a:lnTo>
                  <a:lnTo>
                    <a:pt x="2452" y="1597"/>
                  </a:lnTo>
                  <a:lnTo>
                    <a:pt x="3526" y="1166"/>
                  </a:lnTo>
                  <a:lnTo>
                    <a:pt x="4576" y="815"/>
                  </a:lnTo>
                  <a:lnTo>
                    <a:pt x="5608" y="537"/>
                  </a:lnTo>
                  <a:lnTo>
                    <a:pt x="6629" y="325"/>
                  </a:lnTo>
                  <a:lnTo>
                    <a:pt x="7645" y="173"/>
                  </a:lnTo>
                  <a:lnTo>
                    <a:pt x="8662" y="72"/>
                  </a:lnTo>
                  <a:lnTo>
                    <a:pt x="9686" y="17"/>
                  </a:lnTo>
                  <a:lnTo>
                    <a:pt x="10723" y="0"/>
                  </a:lnTo>
                  <a:lnTo>
                    <a:pt x="11780" y="13"/>
                  </a:lnTo>
                  <a:lnTo>
                    <a:pt x="12862" y="51"/>
                  </a:lnTo>
                  <a:lnTo>
                    <a:pt x="13975" y="106"/>
                  </a:lnTo>
                  <a:lnTo>
                    <a:pt x="15127" y="171"/>
                  </a:lnTo>
                  <a:close/>
                </a:path>
              </a:pathLst>
            </a:custGeom>
            <a:solidFill>
              <a:srgbClr val="548AB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1" name="region 269 #BCDCF1"/>
            <p:cNvSpPr/>
            <p:nvPr/>
          </p:nvSpPr>
          <p:spPr>
            <a:xfrm>
              <a:off x="2787825" y="162562"/>
              <a:ext cx="45658" cy="14698"/>
            </a:xfrm>
            <a:custGeom>
              <a:avLst/>
              <a:gdLst/>
              <a:ahLst/>
              <a:cxnLst/>
              <a:rect l="l" t="t" r="r" b="b"/>
              <a:pathLst>
                <a:path w="45658" h="14698">
                  <a:moveTo>
                    <a:pt x="37600" y="5298"/>
                  </a:moveTo>
                  <a:lnTo>
                    <a:pt x="38598" y="5630"/>
                  </a:lnTo>
                  <a:lnTo>
                    <a:pt x="39599" y="5964"/>
                  </a:lnTo>
                  <a:lnTo>
                    <a:pt x="40609" y="6301"/>
                  </a:lnTo>
                  <a:lnTo>
                    <a:pt x="41629" y="6641"/>
                  </a:lnTo>
                  <a:lnTo>
                    <a:pt x="42381" y="8006"/>
                  </a:lnTo>
                  <a:lnTo>
                    <a:pt x="42967" y="9080"/>
                  </a:lnTo>
                  <a:lnTo>
                    <a:pt x="43435" y="9958"/>
                  </a:lnTo>
                  <a:lnTo>
                    <a:pt x="43833" y="10733"/>
                  </a:lnTo>
                  <a:lnTo>
                    <a:pt x="44206" y="11500"/>
                  </a:lnTo>
                  <a:lnTo>
                    <a:pt x="44604" y="12354"/>
                  </a:lnTo>
                  <a:lnTo>
                    <a:pt x="45072" y="13388"/>
                  </a:lnTo>
                  <a:lnTo>
                    <a:pt x="45658" y="14698"/>
                  </a:lnTo>
                  <a:lnTo>
                    <a:pt x="44594" y="14166"/>
                  </a:lnTo>
                  <a:lnTo>
                    <a:pt x="43527" y="13633"/>
                  </a:lnTo>
                  <a:lnTo>
                    <a:pt x="42455" y="13097"/>
                  </a:lnTo>
                  <a:lnTo>
                    <a:pt x="41376" y="12557"/>
                  </a:lnTo>
                  <a:lnTo>
                    <a:pt x="40286" y="12012"/>
                  </a:lnTo>
                  <a:lnTo>
                    <a:pt x="40286" y="10679"/>
                  </a:lnTo>
                  <a:lnTo>
                    <a:pt x="40286" y="9327"/>
                  </a:lnTo>
                  <a:lnTo>
                    <a:pt x="39245" y="9076"/>
                  </a:lnTo>
                  <a:lnTo>
                    <a:pt x="38188" y="8823"/>
                  </a:lnTo>
                  <a:lnTo>
                    <a:pt x="36964" y="8508"/>
                  </a:lnTo>
                  <a:lnTo>
                    <a:pt x="36013" y="8257"/>
                  </a:lnTo>
                  <a:lnTo>
                    <a:pt x="35205" y="8031"/>
                  </a:lnTo>
                  <a:lnTo>
                    <a:pt x="34413" y="7791"/>
                  </a:lnTo>
                  <a:lnTo>
                    <a:pt x="33508" y="7499"/>
                  </a:lnTo>
                  <a:lnTo>
                    <a:pt x="32361" y="7114"/>
                  </a:lnTo>
                  <a:lnTo>
                    <a:pt x="30844" y="6599"/>
                  </a:lnTo>
                  <a:lnTo>
                    <a:pt x="29812" y="6321"/>
                  </a:lnTo>
                  <a:lnTo>
                    <a:pt x="28781" y="6076"/>
                  </a:lnTo>
                  <a:lnTo>
                    <a:pt x="27752" y="5864"/>
                  </a:lnTo>
                  <a:lnTo>
                    <a:pt x="26724" y="5682"/>
                  </a:lnTo>
                  <a:lnTo>
                    <a:pt x="25697" y="5528"/>
                  </a:lnTo>
                  <a:lnTo>
                    <a:pt x="24669" y="5400"/>
                  </a:lnTo>
                  <a:lnTo>
                    <a:pt x="23642" y="5296"/>
                  </a:lnTo>
                  <a:lnTo>
                    <a:pt x="22613" y="5213"/>
                  </a:lnTo>
                  <a:lnTo>
                    <a:pt x="21583" y="5150"/>
                  </a:lnTo>
                  <a:lnTo>
                    <a:pt x="20550" y="5105"/>
                  </a:lnTo>
                  <a:lnTo>
                    <a:pt x="19516" y="5076"/>
                  </a:lnTo>
                  <a:lnTo>
                    <a:pt x="18479" y="5060"/>
                  </a:lnTo>
                  <a:lnTo>
                    <a:pt x="17438" y="5055"/>
                  </a:lnTo>
                  <a:lnTo>
                    <a:pt x="16394" y="5060"/>
                  </a:lnTo>
                  <a:lnTo>
                    <a:pt x="15345" y="5072"/>
                  </a:lnTo>
                  <a:lnTo>
                    <a:pt x="14292" y="5089"/>
                  </a:lnTo>
                  <a:lnTo>
                    <a:pt x="13233" y="5109"/>
                  </a:lnTo>
                  <a:lnTo>
                    <a:pt x="12169" y="5130"/>
                  </a:lnTo>
                  <a:lnTo>
                    <a:pt x="10993" y="5142"/>
                  </a:lnTo>
                  <a:lnTo>
                    <a:pt x="9810" y="5154"/>
                  </a:lnTo>
                  <a:lnTo>
                    <a:pt x="8610" y="5166"/>
                  </a:lnTo>
                  <a:lnTo>
                    <a:pt x="7534" y="5179"/>
                  </a:lnTo>
                  <a:lnTo>
                    <a:pt x="6458" y="5193"/>
                  </a:lnTo>
                  <a:lnTo>
                    <a:pt x="5381" y="5209"/>
                  </a:lnTo>
                  <a:lnTo>
                    <a:pt x="4305" y="5225"/>
                  </a:lnTo>
                  <a:lnTo>
                    <a:pt x="3228" y="5242"/>
                  </a:lnTo>
                  <a:lnTo>
                    <a:pt x="2152" y="5260"/>
                  </a:lnTo>
                  <a:lnTo>
                    <a:pt x="1076" y="5279"/>
                  </a:lnTo>
                  <a:lnTo>
                    <a:pt x="0" y="5298"/>
                  </a:lnTo>
                  <a:lnTo>
                    <a:pt x="432" y="4547"/>
                  </a:lnTo>
                  <a:lnTo>
                    <a:pt x="942" y="3862"/>
                  </a:lnTo>
                  <a:lnTo>
                    <a:pt x="1525" y="3241"/>
                  </a:lnTo>
                  <a:lnTo>
                    <a:pt x="2179" y="2682"/>
                  </a:lnTo>
                  <a:lnTo>
                    <a:pt x="2898" y="2183"/>
                  </a:lnTo>
                  <a:lnTo>
                    <a:pt x="3678" y="1740"/>
                  </a:lnTo>
                  <a:lnTo>
                    <a:pt x="4517" y="1354"/>
                  </a:lnTo>
                  <a:lnTo>
                    <a:pt x="5409" y="1020"/>
                  </a:lnTo>
                  <a:lnTo>
                    <a:pt x="6352" y="738"/>
                  </a:lnTo>
                  <a:lnTo>
                    <a:pt x="7340" y="504"/>
                  </a:lnTo>
                  <a:lnTo>
                    <a:pt x="8371" y="318"/>
                  </a:lnTo>
                  <a:lnTo>
                    <a:pt x="9439" y="177"/>
                  </a:lnTo>
                  <a:lnTo>
                    <a:pt x="10541" y="78"/>
                  </a:lnTo>
                  <a:lnTo>
                    <a:pt x="11674" y="19"/>
                  </a:lnTo>
                  <a:lnTo>
                    <a:pt x="12833" y="0"/>
                  </a:lnTo>
                  <a:lnTo>
                    <a:pt x="14014" y="16"/>
                  </a:lnTo>
                  <a:lnTo>
                    <a:pt x="15213" y="67"/>
                  </a:lnTo>
                  <a:lnTo>
                    <a:pt x="16426" y="150"/>
                  </a:lnTo>
                  <a:lnTo>
                    <a:pt x="17650" y="263"/>
                  </a:lnTo>
                  <a:lnTo>
                    <a:pt x="18880" y="403"/>
                  </a:lnTo>
                  <a:lnTo>
                    <a:pt x="20113" y="570"/>
                  </a:lnTo>
                  <a:lnTo>
                    <a:pt x="21344" y="760"/>
                  </a:lnTo>
                  <a:lnTo>
                    <a:pt x="22570" y="972"/>
                  </a:lnTo>
                  <a:lnTo>
                    <a:pt x="23786" y="1203"/>
                  </a:lnTo>
                  <a:lnTo>
                    <a:pt x="24988" y="1452"/>
                  </a:lnTo>
                  <a:lnTo>
                    <a:pt x="26174" y="1716"/>
                  </a:lnTo>
                  <a:lnTo>
                    <a:pt x="27337" y="1992"/>
                  </a:lnTo>
                  <a:lnTo>
                    <a:pt x="28476" y="2280"/>
                  </a:lnTo>
                  <a:lnTo>
                    <a:pt x="29585" y="2577"/>
                  </a:lnTo>
                  <a:lnTo>
                    <a:pt x="30662" y="2880"/>
                  </a:lnTo>
                  <a:lnTo>
                    <a:pt x="31701" y="3189"/>
                  </a:lnTo>
                  <a:lnTo>
                    <a:pt x="32698" y="3499"/>
                  </a:lnTo>
                  <a:lnTo>
                    <a:pt x="33651" y="3810"/>
                  </a:lnTo>
                  <a:lnTo>
                    <a:pt x="34555" y="4120"/>
                  </a:lnTo>
                  <a:lnTo>
                    <a:pt x="35406" y="4425"/>
                  </a:lnTo>
                  <a:lnTo>
                    <a:pt x="36199" y="4725"/>
                  </a:lnTo>
                  <a:lnTo>
                    <a:pt x="36932" y="5016"/>
                  </a:lnTo>
                  <a:lnTo>
                    <a:pt x="37600" y="5298"/>
                  </a:lnTo>
                  <a:close/>
                </a:path>
              </a:pathLst>
            </a:custGeom>
            <a:solidFill>
              <a:srgbClr val="BCDCF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2" name="region 270 #4D4D4D"/>
            <p:cNvSpPr/>
            <p:nvPr/>
          </p:nvSpPr>
          <p:spPr>
            <a:xfrm>
              <a:off x="644583" y="868845"/>
              <a:ext cx="28201" cy="21486"/>
            </a:xfrm>
            <a:custGeom>
              <a:avLst/>
              <a:gdLst/>
              <a:ahLst/>
              <a:cxnLst/>
              <a:rect l="l" t="t" r="r" b="b"/>
              <a:pathLst>
                <a:path w="28201" h="21486">
                  <a:moveTo>
                    <a:pt x="0" y="0"/>
                  </a:moveTo>
                  <a:lnTo>
                    <a:pt x="1165" y="394"/>
                  </a:lnTo>
                  <a:lnTo>
                    <a:pt x="2257" y="821"/>
                  </a:lnTo>
                  <a:lnTo>
                    <a:pt x="3285" y="1281"/>
                  </a:lnTo>
                  <a:lnTo>
                    <a:pt x="4256" y="1774"/>
                  </a:lnTo>
                  <a:lnTo>
                    <a:pt x="5178" y="2299"/>
                  </a:lnTo>
                  <a:lnTo>
                    <a:pt x="6059" y="2858"/>
                  </a:lnTo>
                  <a:lnTo>
                    <a:pt x="6907" y="3450"/>
                  </a:lnTo>
                  <a:lnTo>
                    <a:pt x="7729" y="4076"/>
                  </a:lnTo>
                  <a:lnTo>
                    <a:pt x="8534" y="4735"/>
                  </a:lnTo>
                  <a:lnTo>
                    <a:pt x="9329" y="5427"/>
                  </a:lnTo>
                  <a:lnTo>
                    <a:pt x="10122" y="6154"/>
                  </a:lnTo>
                  <a:lnTo>
                    <a:pt x="10920" y="6914"/>
                  </a:lnTo>
                  <a:lnTo>
                    <a:pt x="11733" y="7708"/>
                  </a:lnTo>
                  <a:lnTo>
                    <a:pt x="12566" y="8537"/>
                  </a:lnTo>
                  <a:lnTo>
                    <a:pt x="13429" y="9400"/>
                  </a:lnTo>
                  <a:lnTo>
                    <a:pt x="14962" y="9934"/>
                  </a:lnTo>
                  <a:lnTo>
                    <a:pt x="16008" y="10271"/>
                  </a:lnTo>
                  <a:lnTo>
                    <a:pt x="16825" y="10475"/>
                  </a:lnTo>
                  <a:lnTo>
                    <a:pt x="17670" y="10611"/>
                  </a:lnTo>
                  <a:lnTo>
                    <a:pt x="18801" y="10743"/>
                  </a:lnTo>
                  <a:lnTo>
                    <a:pt x="18801" y="12074"/>
                  </a:lnTo>
                  <a:lnTo>
                    <a:pt x="18801" y="13414"/>
                  </a:lnTo>
                  <a:lnTo>
                    <a:pt x="18801" y="14771"/>
                  </a:lnTo>
                  <a:lnTo>
                    <a:pt x="19854" y="15132"/>
                  </a:lnTo>
                  <a:lnTo>
                    <a:pt x="20915" y="15494"/>
                  </a:lnTo>
                  <a:lnTo>
                    <a:pt x="21990" y="15862"/>
                  </a:lnTo>
                  <a:lnTo>
                    <a:pt x="23159" y="16396"/>
                  </a:lnTo>
                  <a:lnTo>
                    <a:pt x="24070" y="16847"/>
                  </a:lnTo>
                  <a:lnTo>
                    <a:pt x="24796" y="17280"/>
                  </a:lnTo>
                  <a:lnTo>
                    <a:pt x="25410" y="17761"/>
                  </a:lnTo>
                  <a:lnTo>
                    <a:pt x="25985" y="18357"/>
                  </a:lnTo>
                  <a:lnTo>
                    <a:pt x="26593" y="19132"/>
                  </a:lnTo>
                  <a:lnTo>
                    <a:pt x="27307" y="20153"/>
                  </a:lnTo>
                  <a:lnTo>
                    <a:pt x="28201" y="21486"/>
                  </a:lnTo>
                  <a:lnTo>
                    <a:pt x="26991" y="21321"/>
                  </a:lnTo>
                  <a:lnTo>
                    <a:pt x="25861" y="21153"/>
                  </a:lnTo>
                  <a:lnTo>
                    <a:pt x="24798" y="20976"/>
                  </a:lnTo>
                  <a:lnTo>
                    <a:pt x="23790" y="20778"/>
                  </a:lnTo>
                  <a:lnTo>
                    <a:pt x="22822" y="20553"/>
                  </a:lnTo>
                  <a:lnTo>
                    <a:pt x="21882" y="20291"/>
                  </a:lnTo>
                  <a:lnTo>
                    <a:pt x="20958" y="19983"/>
                  </a:lnTo>
                  <a:lnTo>
                    <a:pt x="20036" y="19621"/>
                  </a:lnTo>
                  <a:lnTo>
                    <a:pt x="19104" y="19197"/>
                  </a:lnTo>
                  <a:lnTo>
                    <a:pt x="18148" y="18700"/>
                  </a:lnTo>
                  <a:lnTo>
                    <a:pt x="17156" y="18123"/>
                  </a:lnTo>
                  <a:lnTo>
                    <a:pt x="16115" y="17457"/>
                  </a:lnTo>
                  <a:lnTo>
                    <a:pt x="16115" y="16124"/>
                  </a:lnTo>
                  <a:lnTo>
                    <a:pt x="16115" y="14771"/>
                  </a:lnTo>
                  <a:lnTo>
                    <a:pt x="15078" y="14244"/>
                  </a:lnTo>
                  <a:lnTo>
                    <a:pt x="14053" y="13739"/>
                  </a:lnTo>
                  <a:lnTo>
                    <a:pt x="13033" y="13256"/>
                  </a:lnTo>
                  <a:lnTo>
                    <a:pt x="12013" y="12794"/>
                  </a:lnTo>
                  <a:lnTo>
                    <a:pt x="10988" y="12351"/>
                  </a:lnTo>
                  <a:lnTo>
                    <a:pt x="9950" y="11926"/>
                  </a:lnTo>
                  <a:lnTo>
                    <a:pt x="8896" y="11517"/>
                  </a:lnTo>
                  <a:lnTo>
                    <a:pt x="7820" y="11123"/>
                  </a:lnTo>
                  <a:lnTo>
                    <a:pt x="6715" y="10743"/>
                  </a:lnTo>
                  <a:lnTo>
                    <a:pt x="6715" y="9410"/>
                  </a:lnTo>
                  <a:lnTo>
                    <a:pt x="6715" y="8057"/>
                  </a:lnTo>
                  <a:lnTo>
                    <a:pt x="5424" y="7558"/>
                  </a:lnTo>
                  <a:lnTo>
                    <a:pt x="4112" y="7050"/>
                  </a:lnTo>
                  <a:lnTo>
                    <a:pt x="2753" y="6208"/>
                  </a:lnTo>
                  <a:lnTo>
                    <a:pt x="1877" y="5551"/>
                  </a:lnTo>
                  <a:lnTo>
                    <a:pt x="1303" y="4862"/>
                  </a:lnTo>
                  <a:lnTo>
                    <a:pt x="850" y="3924"/>
                  </a:lnTo>
                  <a:lnTo>
                    <a:pt x="336" y="2518"/>
                  </a:lnTo>
                  <a:lnTo>
                    <a:pt x="170" y="1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3" name="region 271 #808080"/>
            <p:cNvSpPr/>
            <p:nvPr/>
          </p:nvSpPr>
          <p:spPr>
            <a:xfrm>
              <a:off x="2684423" y="596147"/>
              <a:ext cx="37600" cy="10836"/>
            </a:xfrm>
            <a:custGeom>
              <a:avLst/>
              <a:gdLst/>
              <a:ahLst/>
              <a:cxnLst/>
              <a:rect l="l" t="t" r="r" b="b"/>
              <a:pathLst>
                <a:path w="37600" h="10836">
                  <a:moveTo>
                    <a:pt x="5371" y="93"/>
                  </a:moveTo>
                  <a:lnTo>
                    <a:pt x="6488" y="33"/>
                  </a:lnTo>
                  <a:lnTo>
                    <a:pt x="7591" y="2"/>
                  </a:lnTo>
                  <a:lnTo>
                    <a:pt x="8682" y="0"/>
                  </a:lnTo>
                  <a:lnTo>
                    <a:pt x="9762" y="24"/>
                  </a:lnTo>
                  <a:lnTo>
                    <a:pt x="10831" y="75"/>
                  </a:lnTo>
                  <a:lnTo>
                    <a:pt x="11892" y="150"/>
                  </a:lnTo>
                  <a:lnTo>
                    <a:pt x="12944" y="249"/>
                  </a:lnTo>
                  <a:lnTo>
                    <a:pt x="13990" y="370"/>
                  </a:lnTo>
                  <a:lnTo>
                    <a:pt x="15029" y="513"/>
                  </a:lnTo>
                  <a:lnTo>
                    <a:pt x="16064" y="676"/>
                  </a:lnTo>
                  <a:lnTo>
                    <a:pt x="17094" y="858"/>
                  </a:lnTo>
                  <a:lnTo>
                    <a:pt x="18122" y="1058"/>
                  </a:lnTo>
                  <a:lnTo>
                    <a:pt x="19148" y="1275"/>
                  </a:lnTo>
                  <a:lnTo>
                    <a:pt x="20174" y="1508"/>
                  </a:lnTo>
                  <a:lnTo>
                    <a:pt x="21199" y="1755"/>
                  </a:lnTo>
                  <a:lnTo>
                    <a:pt x="22226" y="2016"/>
                  </a:lnTo>
                  <a:lnTo>
                    <a:pt x="23256" y="2289"/>
                  </a:lnTo>
                  <a:lnTo>
                    <a:pt x="24289" y="2573"/>
                  </a:lnTo>
                  <a:lnTo>
                    <a:pt x="25326" y="2867"/>
                  </a:lnTo>
                  <a:lnTo>
                    <a:pt x="26370" y="3170"/>
                  </a:lnTo>
                  <a:lnTo>
                    <a:pt x="27419" y="3481"/>
                  </a:lnTo>
                  <a:lnTo>
                    <a:pt x="28477" y="3798"/>
                  </a:lnTo>
                  <a:lnTo>
                    <a:pt x="29543" y="4121"/>
                  </a:lnTo>
                  <a:lnTo>
                    <a:pt x="29543" y="5454"/>
                  </a:lnTo>
                  <a:lnTo>
                    <a:pt x="29543" y="6807"/>
                  </a:lnTo>
                  <a:lnTo>
                    <a:pt x="30651" y="6807"/>
                  </a:lnTo>
                  <a:lnTo>
                    <a:pt x="31761" y="6807"/>
                  </a:lnTo>
                  <a:lnTo>
                    <a:pt x="32875" y="6807"/>
                  </a:lnTo>
                  <a:lnTo>
                    <a:pt x="33994" y="6807"/>
                  </a:lnTo>
                  <a:lnTo>
                    <a:pt x="35121" y="6807"/>
                  </a:lnTo>
                  <a:lnTo>
                    <a:pt x="36257" y="6807"/>
                  </a:lnTo>
                  <a:lnTo>
                    <a:pt x="36924" y="8140"/>
                  </a:lnTo>
                  <a:lnTo>
                    <a:pt x="37600" y="9493"/>
                  </a:lnTo>
                  <a:lnTo>
                    <a:pt x="37109" y="9420"/>
                  </a:lnTo>
                  <a:lnTo>
                    <a:pt x="36473" y="9326"/>
                  </a:lnTo>
                  <a:lnTo>
                    <a:pt x="35267" y="9148"/>
                  </a:lnTo>
                  <a:lnTo>
                    <a:pt x="33068" y="8821"/>
                  </a:lnTo>
                  <a:lnTo>
                    <a:pt x="31258" y="8573"/>
                  </a:lnTo>
                  <a:lnTo>
                    <a:pt x="29911" y="8395"/>
                  </a:lnTo>
                  <a:lnTo>
                    <a:pt x="28897" y="8275"/>
                  </a:lnTo>
                  <a:lnTo>
                    <a:pt x="28082" y="8203"/>
                  </a:lnTo>
                  <a:lnTo>
                    <a:pt x="27335" y="8165"/>
                  </a:lnTo>
                  <a:lnTo>
                    <a:pt x="26523" y="8152"/>
                  </a:lnTo>
                  <a:lnTo>
                    <a:pt x="25514" y="8150"/>
                  </a:lnTo>
                  <a:lnTo>
                    <a:pt x="26512" y="8815"/>
                  </a:lnTo>
                  <a:lnTo>
                    <a:pt x="27514" y="9483"/>
                  </a:lnTo>
                  <a:lnTo>
                    <a:pt x="28523" y="10155"/>
                  </a:lnTo>
                  <a:lnTo>
                    <a:pt x="29543" y="10836"/>
                  </a:lnTo>
                  <a:lnTo>
                    <a:pt x="28420" y="10717"/>
                  </a:lnTo>
                  <a:lnTo>
                    <a:pt x="27324" y="10592"/>
                  </a:lnTo>
                  <a:lnTo>
                    <a:pt x="26251" y="10459"/>
                  </a:lnTo>
                  <a:lnTo>
                    <a:pt x="25199" y="10316"/>
                  </a:lnTo>
                  <a:lnTo>
                    <a:pt x="24165" y="10162"/>
                  </a:lnTo>
                  <a:lnTo>
                    <a:pt x="23146" y="9994"/>
                  </a:lnTo>
                  <a:lnTo>
                    <a:pt x="22138" y="9811"/>
                  </a:lnTo>
                  <a:lnTo>
                    <a:pt x="21140" y="9612"/>
                  </a:lnTo>
                  <a:lnTo>
                    <a:pt x="20147" y="9395"/>
                  </a:lnTo>
                  <a:lnTo>
                    <a:pt x="19159" y="9158"/>
                  </a:lnTo>
                  <a:lnTo>
                    <a:pt x="18170" y="8900"/>
                  </a:lnTo>
                  <a:lnTo>
                    <a:pt x="17179" y="8618"/>
                  </a:lnTo>
                  <a:lnTo>
                    <a:pt x="16183" y="8312"/>
                  </a:lnTo>
                  <a:lnTo>
                    <a:pt x="15178" y="7980"/>
                  </a:lnTo>
                  <a:lnTo>
                    <a:pt x="14162" y="7619"/>
                  </a:lnTo>
                  <a:lnTo>
                    <a:pt x="13132" y="7229"/>
                  </a:lnTo>
                  <a:lnTo>
                    <a:pt x="12085" y="6807"/>
                  </a:lnTo>
                  <a:lnTo>
                    <a:pt x="10992" y="6538"/>
                  </a:lnTo>
                  <a:lnTo>
                    <a:pt x="9897" y="6275"/>
                  </a:lnTo>
                  <a:lnTo>
                    <a:pt x="8801" y="6019"/>
                  </a:lnTo>
                  <a:lnTo>
                    <a:pt x="7705" y="5768"/>
                  </a:lnTo>
                  <a:lnTo>
                    <a:pt x="6606" y="5521"/>
                  </a:lnTo>
                  <a:lnTo>
                    <a:pt x="5508" y="5280"/>
                  </a:lnTo>
                  <a:lnTo>
                    <a:pt x="4408" y="5042"/>
                  </a:lnTo>
                  <a:lnTo>
                    <a:pt x="3307" y="4808"/>
                  </a:lnTo>
                  <a:lnTo>
                    <a:pt x="2205" y="4577"/>
                  </a:lnTo>
                  <a:lnTo>
                    <a:pt x="1103" y="4348"/>
                  </a:lnTo>
                  <a:lnTo>
                    <a:pt x="0" y="4121"/>
                  </a:lnTo>
                  <a:lnTo>
                    <a:pt x="1087" y="3832"/>
                  </a:lnTo>
                  <a:lnTo>
                    <a:pt x="2129" y="3580"/>
                  </a:lnTo>
                  <a:lnTo>
                    <a:pt x="3141" y="3363"/>
                  </a:lnTo>
                  <a:lnTo>
                    <a:pt x="4137" y="3182"/>
                  </a:lnTo>
                  <a:lnTo>
                    <a:pt x="5133" y="3035"/>
                  </a:lnTo>
                  <a:lnTo>
                    <a:pt x="6142" y="2921"/>
                  </a:lnTo>
                  <a:lnTo>
                    <a:pt x="7179" y="2841"/>
                  </a:lnTo>
                  <a:lnTo>
                    <a:pt x="8260" y="2794"/>
                  </a:lnTo>
                  <a:lnTo>
                    <a:pt x="9400" y="2778"/>
                  </a:lnTo>
                  <a:lnTo>
                    <a:pt x="8402" y="2113"/>
                  </a:lnTo>
                  <a:lnTo>
                    <a:pt x="7401" y="1445"/>
                  </a:lnTo>
                  <a:lnTo>
                    <a:pt x="6391" y="773"/>
                  </a:lnTo>
                  <a:lnTo>
                    <a:pt x="5371" y="93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4" name="region 272 #332B2A"/>
            <p:cNvSpPr/>
            <p:nvPr/>
          </p:nvSpPr>
          <p:spPr>
            <a:xfrm>
              <a:off x="1862578" y="523724"/>
              <a:ext cx="13429" cy="33572"/>
            </a:xfrm>
            <a:custGeom>
              <a:avLst/>
              <a:gdLst/>
              <a:ahLst/>
              <a:cxnLst/>
              <a:rect l="l" t="t" r="r" b="b"/>
              <a:pathLst>
                <a:path w="13429" h="33572">
                  <a:moveTo>
                    <a:pt x="8057" y="0"/>
                  </a:moveTo>
                  <a:lnTo>
                    <a:pt x="9121" y="0"/>
                  </a:lnTo>
                  <a:lnTo>
                    <a:pt x="10188" y="0"/>
                  </a:lnTo>
                  <a:lnTo>
                    <a:pt x="11260" y="0"/>
                  </a:lnTo>
                  <a:lnTo>
                    <a:pt x="12339" y="0"/>
                  </a:lnTo>
                  <a:lnTo>
                    <a:pt x="13429" y="0"/>
                  </a:lnTo>
                  <a:lnTo>
                    <a:pt x="13215" y="2241"/>
                  </a:lnTo>
                  <a:lnTo>
                    <a:pt x="13041" y="4051"/>
                  </a:lnTo>
                  <a:lnTo>
                    <a:pt x="12897" y="5495"/>
                  </a:lnTo>
                  <a:lnTo>
                    <a:pt x="12776" y="6636"/>
                  </a:lnTo>
                  <a:lnTo>
                    <a:pt x="12671" y="7539"/>
                  </a:lnTo>
                  <a:lnTo>
                    <a:pt x="12572" y="8269"/>
                  </a:lnTo>
                  <a:lnTo>
                    <a:pt x="12473" y="8889"/>
                  </a:lnTo>
                  <a:lnTo>
                    <a:pt x="12364" y="9466"/>
                  </a:lnTo>
                  <a:lnTo>
                    <a:pt x="12238" y="10062"/>
                  </a:lnTo>
                  <a:lnTo>
                    <a:pt x="12086" y="10743"/>
                  </a:lnTo>
                  <a:lnTo>
                    <a:pt x="11418" y="11077"/>
                  </a:lnTo>
                  <a:lnTo>
                    <a:pt x="9400" y="12086"/>
                  </a:lnTo>
                  <a:lnTo>
                    <a:pt x="8906" y="13111"/>
                  </a:lnTo>
                  <a:lnTo>
                    <a:pt x="8436" y="14123"/>
                  </a:lnTo>
                  <a:lnTo>
                    <a:pt x="7989" y="15125"/>
                  </a:lnTo>
                  <a:lnTo>
                    <a:pt x="7565" y="16118"/>
                  </a:lnTo>
                  <a:lnTo>
                    <a:pt x="7164" y="17107"/>
                  </a:lnTo>
                  <a:lnTo>
                    <a:pt x="6786" y="18093"/>
                  </a:lnTo>
                  <a:lnTo>
                    <a:pt x="6430" y="19079"/>
                  </a:lnTo>
                  <a:lnTo>
                    <a:pt x="6096" y="20068"/>
                  </a:lnTo>
                  <a:lnTo>
                    <a:pt x="5784" y="21063"/>
                  </a:lnTo>
                  <a:lnTo>
                    <a:pt x="5493" y="22066"/>
                  </a:lnTo>
                  <a:lnTo>
                    <a:pt x="5223" y="23080"/>
                  </a:lnTo>
                  <a:lnTo>
                    <a:pt x="4974" y="24107"/>
                  </a:lnTo>
                  <a:lnTo>
                    <a:pt x="4745" y="25151"/>
                  </a:lnTo>
                  <a:lnTo>
                    <a:pt x="4536" y="26214"/>
                  </a:lnTo>
                  <a:lnTo>
                    <a:pt x="4348" y="27299"/>
                  </a:lnTo>
                  <a:lnTo>
                    <a:pt x="4179" y="28407"/>
                  </a:lnTo>
                  <a:lnTo>
                    <a:pt x="4029" y="29543"/>
                  </a:lnTo>
                  <a:lnTo>
                    <a:pt x="2696" y="29543"/>
                  </a:lnTo>
                  <a:lnTo>
                    <a:pt x="1343" y="29543"/>
                  </a:lnTo>
                  <a:lnTo>
                    <a:pt x="1010" y="30541"/>
                  </a:lnTo>
                  <a:lnTo>
                    <a:pt x="677" y="31542"/>
                  </a:lnTo>
                  <a:lnTo>
                    <a:pt x="340" y="32552"/>
                  </a:lnTo>
                  <a:lnTo>
                    <a:pt x="0" y="33572"/>
                  </a:lnTo>
                  <a:lnTo>
                    <a:pt x="180" y="32436"/>
                  </a:lnTo>
                  <a:lnTo>
                    <a:pt x="363" y="31315"/>
                  </a:lnTo>
                  <a:lnTo>
                    <a:pt x="555" y="30205"/>
                  </a:lnTo>
                  <a:lnTo>
                    <a:pt x="756" y="29105"/>
                  </a:lnTo>
                  <a:lnTo>
                    <a:pt x="971" y="28013"/>
                  </a:lnTo>
                  <a:lnTo>
                    <a:pt x="1201" y="26926"/>
                  </a:lnTo>
                  <a:lnTo>
                    <a:pt x="1450" y="25842"/>
                  </a:lnTo>
                  <a:lnTo>
                    <a:pt x="1720" y="24758"/>
                  </a:lnTo>
                  <a:lnTo>
                    <a:pt x="2014" y="23672"/>
                  </a:lnTo>
                  <a:lnTo>
                    <a:pt x="2335" y="22582"/>
                  </a:lnTo>
                  <a:lnTo>
                    <a:pt x="2686" y="21486"/>
                  </a:lnTo>
                  <a:lnTo>
                    <a:pt x="1353" y="21486"/>
                  </a:lnTo>
                  <a:lnTo>
                    <a:pt x="0" y="21486"/>
                  </a:lnTo>
                  <a:lnTo>
                    <a:pt x="224" y="19487"/>
                  </a:lnTo>
                  <a:lnTo>
                    <a:pt x="418" y="17867"/>
                  </a:lnTo>
                  <a:lnTo>
                    <a:pt x="602" y="16562"/>
                  </a:lnTo>
                  <a:lnTo>
                    <a:pt x="793" y="15511"/>
                  </a:lnTo>
                  <a:lnTo>
                    <a:pt x="1012" y="14650"/>
                  </a:lnTo>
                  <a:lnTo>
                    <a:pt x="1278" y="13917"/>
                  </a:lnTo>
                  <a:lnTo>
                    <a:pt x="1609" y="13247"/>
                  </a:lnTo>
                  <a:lnTo>
                    <a:pt x="2026" y="12579"/>
                  </a:lnTo>
                  <a:lnTo>
                    <a:pt x="2546" y="11850"/>
                  </a:lnTo>
                  <a:lnTo>
                    <a:pt x="3190" y="10995"/>
                  </a:lnTo>
                  <a:lnTo>
                    <a:pt x="4128" y="10317"/>
                  </a:lnTo>
                  <a:lnTo>
                    <a:pt x="4874" y="9823"/>
                  </a:lnTo>
                  <a:lnTo>
                    <a:pt x="5603" y="9432"/>
                  </a:lnTo>
                  <a:lnTo>
                    <a:pt x="6485" y="9061"/>
                  </a:lnTo>
                  <a:lnTo>
                    <a:pt x="7693" y="8630"/>
                  </a:lnTo>
                  <a:lnTo>
                    <a:pt x="9400" y="8057"/>
                  </a:lnTo>
                  <a:lnTo>
                    <a:pt x="9400" y="6726"/>
                  </a:lnTo>
                  <a:lnTo>
                    <a:pt x="9400" y="5386"/>
                  </a:lnTo>
                  <a:lnTo>
                    <a:pt x="9400" y="4029"/>
                  </a:lnTo>
                  <a:lnTo>
                    <a:pt x="8068" y="3362"/>
                  </a:lnTo>
                  <a:lnTo>
                    <a:pt x="6715" y="2686"/>
                  </a:lnTo>
                  <a:lnTo>
                    <a:pt x="7381" y="1353"/>
                  </a:lnTo>
                  <a:lnTo>
                    <a:pt x="8057" y="0"/>
                  </a:lnTo>
                  <a:close/>
                </a:path>
              </a:pathLst>
            </a:custGeom>
            <a:solidFill>
              <a:srgbClr val="332B2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5" name="region 273 #8BB8D6"/>
            <p:cNvSpPr/>
            <p:nvPr/>
          </p:nvSpPr>
          <p:spPr>
            <a:xfrm>
              <a:off x="2481648" y="385253"/>
              <a:ext cx="83258" cy="5526"/>
            </a:xfrm>
            <a:custGeom>
              <a:avLst/>
              <a:gdLst/>
              <a:ahLst/>
              <a:cxnLst/>
              <a:rect l="l" t="t" r="r" b="b"/>
              <a:pathLst>
                <a:path w="83258" h="5526">
                  <a:moveTo>
                    <a:pt x="19533" y="1"/>
                  </a:moveTo>
                  <a:lnTo>
                    <a:pt x="20602" y="1"/>
                  </a:lnTo>
                  <a:lnTo>
                    <a:pt x="21675" y="1"/>
                  </a:lnTo>
                  <a:lnTo>
                    <a:pt x="22756" y="1"/>
                  </a:lnTo>
                  <a:lnTo>
                    <a:pt x="23849" y="1"/>
                  </a:lnTo>
                  <a:lnTo>
                    <a:pt x="24347" y="4"/>
                  </a:lnTo>
                  <a:lnTo>
                    <a:pt x="24991" y="7"/>
                  </a:lnTo>
                  <a:lnTo>
                    <a:pt x="26212" y="13"/>
                  </a:lnTo>
                  <a:lnTo>
                    <a:pt x="28441" y="23"/>
                  </a:lnTo>
                  <a:lnTo>
                    <a:pt x="28956" y="24"/>
                  </a:lnTo>
                  <a:lnTo>
                    <a:pt x="29623" y="25"/>
                  </a:lnTo>
                  <a:lnTo>
                    <a:pt x="30887" y="26"/>
                  </a:lnTo>
                  <a:lnTo>
                    <a:pt x="33193" y="28"/>
                  </a:lnTo>
                  <a:lnTo>
                    <a:pt x="34263" y="30"/>
                  </a:lnTo>
                  <a:lnTo>
                    <a:pt x="35333" y="32"/>
                  </a:lnTo>
                  <a:lnTo>
                    <a:pt x="36404" y="35"/>
                  </a:lnTo>
                  <a:lnTo>
                    <a:pt x="37474" y="37"/>
                  </a:lnTo>
                  <a:lnTo>
                    <a:pt x="38544" y="40"/>
                  </a:lnTo>
                  <a:lnTo>
                    <a:pt x="39614" y="43"/>
                  </a:lnTo>
                  <a:lnTo>
                    <a:pt x="40684" y="46"/>
                  </a:lnTo>
                  <a:lnTo>
                    <a:pt x="41755" y="49"/>
                  </a:lnTo>
                  <a:lnTo>
                    <a:pt x="42825" y="52"/>
                  </a:lnTo>
                  <a:lnTo>
                    <a:pt x="43895" y="55"/>
                  </a:lnTo>
                  <a:lnTo>
                    <a:pt x="44965" y="59"/>
                  </a:lnTo>
                  <a:lnTo>
                    <a:pt x="46035" y="63"/>
                  </a:lnTo>
                  <a:lnTo>
                    <a:pt x="47105" y="66"/>
                  </a:lnTo>
                  <a:lnTo>
                    <a:pt x="48176" y="70"/>
                  </a:lnTo>
                  <a:lnTo>
                    <a:pt x="49306" y="72"/>
                  </a:lnTo>
                  <a:lnTo>
                    <a:pt x="50437" y="74"/>
                  </a:lnTo>
                  <a:lnTo>
                    <a:pt x="51568" y="77"/>
                  </a:lnTo>
                  <a:lnTo>
                    <a:pt x="52698" y="79"/>
                  </a:lnTo>
                  <a:lnTo>
                    <a:pt x="53829" y="81"/>
                  </a:lnTo>
                  <a:lnTo>
                    <a:pt x="54960" y="83"/>
                  </a:lnTo>
                  <a:lnTo>
                    <a:pt x="56091" y="85"/>
                  </a:lnTo>
                  <a:lnTo>
                    <a:pt x="57221" y="87"/>
                  </a:lnTo>
                  <a:lnTo>
                    <a:pt x="58352" y="89"/>
                  </a:lnTo>
                  <a:lnTo>
                    <a:pt x="59435" y="91"/>
                  </a:lnTo>
                  <a:lnTo>
                    <a:pt x="60518" y="93"/>
                  </a:lnTo>
                  <a:lnTo>
                    <a:pt x="61601" y="95"/>
                  </a:lnTo>
                  <a:lnTo>
                    <a:pt x="62683" y="97"/>
                  </a:lnTo>
                  <a:lnTo>
                    <a:pt x="63766" y="99"/>
                  </a:lnTo>
                  <a:lnTo>
                    <a:pt x="64849" y="102"/>
                  </a:lnTo>
                  <a:lnTo>
                    <a:pt x="65932" y="104"/>
                  </a:lnTo>
                  <a:lnTo>
                    <a:pt x="67015" y="107"/>
                  </a:lnTo>
                  <a:lnTo>
                    <a:pt x="68098" y="109"/>
                  </a:lnTo>
                  <a:lnTo>
                    <a:pt x="69180" y="112"/>
                  </a:lnTo>
                  <a:lnTo>
                    <a:pt x="70263" y="115"/>
                  </a:lnTo>
                  <a:lnTo>
                    <a:pt x="71346" y="118"/>
                  </a:lnTo>
                  <a:lnTo>
                    <a:pt x="72429" y="120"/>
                  </a:lnTo>
                  <a:lnTo>
                    <a:pt x="73512" y="123"/>
                  </a:lnTo>
                  <a:lnTo>
                    <a:pt x="74595" y="127"/>
                  </a:lnTo>
                  <a:lnTo>
                    <a:pt x="75678" y="130"/>
                  </a:lnTo>
                  <a:lnTo>
                    <a:pt x="76761" y="133"/>
                  </a:lnTo>
                  <a:lnTo>
                    <a:pt x="77844" y="136"/>
                  </a:lnTo>
                  <a:lnTo>
                    <a:pt x="78927" y="140"/>
                  </a:lnTo>
                  <a:lnTo>
                    <a:pt x="80010" y="143"/>
                  </a:lnTo>
                  <a:lnTo>
                    <a:pt x="81092" y="147"/>
                  </a:lnTo>
                  <a:lnTo>
                    <a:pt x="82175" y="151"/>
                  </a:lnTo>
                  <a:lnTo>
                    <a:pt x="83258" y="155"/>
                  </a:lnTo>
                  <a:lnTo>
                    <a:pt x="83258" y="821"/>
                  </a:lnTo>
                  <a:lnTo>
                    <a:pt x="83258" y="1497"/>
                  </a:lnTo>
                  <a:lnTo>
                    <a:pt x="81999" y="1514"/>
                  </a:lnTo>
                  <a:lnTo>
                    <a:pt x="80722" y="1530"/>
                  </a:lnTo>
                  <a:lnTo>
                    <a:pt x="79673" y="1544"/>
                  </a:lnTo>
                  <a:lnTo>
                    <a:pt x="78625" y="1558"/>
                  </a:lnTo>
                  <a:lnTo>
                    <a:pt x="77577" y="1572"/>
                  </a:lnTo>
                  <a:lnTo>
                    <a:pt x="76528" y="1586"/>
                  </a:lnTo>
                  <a:lnTo>
                    <a:pt x="75480" y="1601"/>
                  </a:lnTo>
                  <a:lnTo>
                    <a:pt x="74431" y="1616"/>
                  </a:lnTo>
                  <a:lnTo>
                    <a:pt x="73383" y="1631"/>
                  </a:lnTo>
                  <a:lnTo>
                    <a:pt x="72335" y="1646"/>
                  </a:lnTo>
                  <a:lnTo>
                    <a:pt x="71286" y="1661"/>
                  </a:lnTo>
                  <a:lnTo>
                    <a:pt x="70238" y="1677"/>
                  </a:lnTo>
                  <a:lnTo>
                    <a:pt x="69190" y="1692"/>
                  </a:lnTo>
                  <a:lnTo>
                    <a:pt x="68142" y="1708"/>
                  </a:lnTo>
                  <a:lnTo>
                    <a:pt x="67093" y="1724"/>
                  </a:lnTo>
                  <a:lnTo>
                    <a:pt x="66045" y="1740"/>
                  </a:lnTo>
                  <a:lnTo>
                    <a:pt x="64997" y="1756"/>
                  </a:lnTo>
                  <a:lnTo>
                    <a:pt x="63948" y="1772"/>
                  </a:lnTo>
                  <a:lnTo>
                    <a:pt x="62900" y="1788"/>
                  </a:lnTo>
                  <a:lnTo>
                    <a:pt x="61852" y="1805"/>
                  </a:lnTo>
                  <a:lnTo>
                    <a:pt x="60804" y="1821"/>
                  </a:lnTo>
                  <a:lnTo>
                    <a:pt x="59755" y="1838"/>
                  </a:lnTo>
                  <a:lnTo>
                    <a:pt x="58707" y="1855"/>
                  </a:lnTo>
                  <a:lnTo>
                    <a:pt x="57659" y="1872"/>
                  </a:lnTo>
                  <a:lnTo>
                    <a:pt x="56611" y="1889"/>
                  </a:lnTo>
                  <a:lnTo>
                    <a:pt x="55562" y="1906"/>
                  </a:lnTo>
                  <a:lnTo>
                    <a:pt x="54514" y="1923"/>
                  </a:lnTo>
                  <a:lnTo>
                    <a:pt x="53428" y="1940"/>
                  </a:lnTo>
                  <a:lnTo>
                    <a:pt x="52342" y="1957"/>
                  </a:lnTo>
                  <a:lnTo>
                    <a:pt x="51256" y="1973"/>
                  </a:lnTo>
                  <a:lnTo>
                    <a:pt x="50170" y="1989"/>
                  </a:lnTo>
                  <a:lnTo>
                    <a:pt x="49084" y="2004"/>
                  </a:lnTo>
                  <a:lnTo>
                    <a:pt x="47998" y="2019"/>
                  </a:lnTo>
                  <a:lnTo>
                    <a:pt x="46912" y="2034"/>
                  </a:lnTo>
                  <a:lnTo>
                    <a:pt x="45827" y="2049"/>
                  </a:lnTo>
                  <a:lnTo>
                    <a:pt x="44741" y="2063"/>
                  </a:lnTo>
                  <a:lnTo>
                    <a:pt x="43658" y="2077"/>
                  </a:lnTo>
                  <a:lnTo>
                    <a:pt x="42576" y="2092"/>
                  </a:lnTo>
                  <a:lnTo>
                    <a:pt x="41493" y="2108"/>
                  </a:lnTo>
                  <a:lnTo>
                    <a:pt x="40411" y="2124"/>
                  </a:lnTo>
                  <a:lnTo>
                    <a:pt x="39329" y="2140"/>
                  </a:lnTo>
                  <a:lnTo>
                    <a:pt x="38246" y="2157"/>
                  </a:lnTo>
                  <a:lnTo>
                    <a:pt x="37164" y="2174"/>
                  </a:lnTo>
                  <a:lnTo>
                    <a:pt x="36082" y="2192"/>
                  </a:lnTo>
                  <a:lnTo>
                    <a:pt x="34999" y="2210"/>
                  </a:lnTo>
                  <a:lnTo>
                    <a:pt x="33917" y="2228"/>
                  </a:lnTo>
                  <a:lnTo>
                    <a:pt x="32835" y="2246"/>
                  </a:lnTo>
                  <a:lnTo>
                    <a:pt x="31752" y="2264"/>
                  </a:lnTo>
                  <a:lnTo>
                    <a:pt x="30670" y="2283"/>
                  </a:lnTo>
                  <a:lnTo>
                    <a:pt x="29582" y="2295"/>
                  </a:lnTo>
                  <a:lnTo>
                    <a:pt x="28491" y="2307"/>
                  </a:lnTo>
                  <a:lnTo>
                    <a:pt x="27390" y="2319"/>
                  </a:lnTo>
                  <a:lnTo>
                    <a:pt x="26277" y="2330"/>
                  </a:lnTo>
                  <a:lnTo>
                    <a:pt x="25159" y="2356"/>
                  </a:lnTo>
                  <a:lnTo>
                    <a:pt x="24059" y="2392"/>
                  </a:lnTo>
                  <a:lnTo>
                    <a:pt x="22974" y="2438"/>
                  </a:lnTo>
                  <a:lnTo>
                    <a:pt x="21903" y="2495"/>
                  </a:lnTo>
                  <a:lnTo>
                    <a:pt x="20844" y="2564"/>
                  </a:lnTo>
                  <a:lnTo>
                    <a:pt x="19796" y="2645"/>
                  </a:lnTo>
                  <a:lnTo>
                    <a:pt x="18758" y="2739"/>
                  </a:lnTo>
                  <a:lnTo>
                    <a:pt x="17727" y="2847"/>
                  </a:lnTo>
                  <a:lnTo>
                    <a:pt x="16702" y="2970"/>
                  </a:lnTo>
                  <a:lnTo>
                    <a:pt x="15682" y="3109"/>
                  </a:lnTo>
                  <a:lnTo>
                    <a:pt x="14664" y="3264"/>
                  </a:lnTo>
                  <a:lnTo>
                    <a:pt x="13648" y="3437"/>
                  </a:lnTo>
                  <a:lnTo>
                    <a:pt x="12631" y="3627"/>
                  </a:lnTo>
                  <a:lnTo>
                    <a:pt x="11613" y="3836"/>
                  </a:lnTo>
                  <a:lnTo>
                    <a:pt x="10591" y="4064"/>
                  </a:lnTo>
                  <a:lnTo>
                    <a:pt x="9563" y="4313"/>
                  </a:lnTo>
                  <a:lnTo>
                    <a:pt x="8529" y="4583"/>
                  </a:lnTo>
                  <a:lnTo>
                    <a:pt x="7487" y="4874"/>
                  </a:lnTo>
                  <a:lnTo>
                    <a:pt x="6435" y="5189"/>
                  </a:lnTo>
                  <a:lnTo>
                    <a:pt x="5371" y="5526"/>
                  </a:lnTo>
                  <a:lnTo>
                    <a:pt x="3757" y="5274"/>
                  </a:lnTo>
                  <a:lnTo>
                    <a:pt x="2670" y="5078"/>
                  </a:lnTo>
                  <a:lnTo>
                    <a:pt x="1854" y="4873"/>
                  </a:lnTo>
                  <a:lnTo>
                    <a:pt x="1050" y="4597"/>
                  </a:lnTo>
                  <a:lnTo>
                    <a:pt x="0" y="4183"/>
                  </a:lnTo>
                  <a:lnTo>
                    <a:pt x="971" y="3568"/>
                  </a:lnTo>
                  <a:lnTo>
                    <a:pt x="1943" y="3017"/>
                  </a:lnTo>
                  <a:lnTo>
                    <a:pt x="2916" y="2525"/>
                  </a:lnTo>
                  <a:lnTo>
                    <a:pt x="3893" y="2089"/>
                  </a:lnTo>
                  <a:lnTo>
                    <a:pt x="4873" y="1706"/>
                  </a:lnTo>
                  <a:lnTo>
                    <a:pt x="5857" y="1373"/>
                  </a:lnTo>
                  <a:lnTo>
                    <a:pt x="6848" y="1086"/>
                  </a:lnTo>
                  <a:lnTo>
                    <a:pt x="7845" y="842"/>
                  </a:lnTo>
                  <a:lnTo>
                    <a:pt x="8849" y="637"/>
                  </a:lnTo>
                  <a:lnTo>
                    <a:pt x="9862" y="468"/>
                  </a:lnTo>
                  <a:lnTo>
                    <a:pt x="10885" y="331"/>
                  </a:lnTo>
                  <a:lnTo>
                    <a:pt x="11919" y="224"/>
                  </a:lnTo>
                  <a:lnTo>
                    <a:pt x="12964" y="142"/>
                  </a:lnTo>
                  <a:lnTo>
                    <a:pt x="14021" y="83"/>
                  </a:lnTo>
                  <a:lnTo>
                    <a:pt x="15093" y="42"/>
                  </a:lnTo>
                  <a:lnTo>
                    <a:pt x="16179" y="17"/>
                  </a:lnTo>
                  <a:lnTo>
                    <a:pt x="17280" y="4"/>
                  </a:lnTo>
                  <a:lnTo>
                    <a:pt x="18398" y="0"/>
                  </a:lnTo>
                  <a:lnTo>
                    <a:pt x="19533" y="1"/>
                  </a:lnTo>
                  <a:close/>
                </a:path>
              </a:pathLst>
            </a:custGeom>
            <a:solidFill>
              <a:srgbClr val="8BB8D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6" name="region 274 #747473"/>
            <p:cNvSpPr/>
            <p:nvPr/>
          </p:nvSpPr>
          <p:spPr>
            <a:xfrm>
              <a:off x="1340197" y="292531"/>
              <a:ext cx="57744" cy="8274"/>
            </a:xfrm>
            <a:custGeom>
              <a:avLst/>
              <a:gdLst/>
              <a:ahLst/>
              <a:cxnLst/>
              <a:rect l="l" t="t" r="r" b="b"/>
              <a:pathLst>
                <a:path w="57744" h="8274">
                  <a:moveTo>
                    <a:pt x="2685" y="217"/>
                  </a:moveTo>
                  <a:lnTo>
                    <a:pt x="3824" y="152"/>
                  </a:lnTo>
                  <a:lnTo>
                    <a:pt x="4952" y="98"/>
                  </a:lnTo>
                  <a:lnTo>
                    <a:pt x="6070" y="57"/>
                  </a:lnTo>
                  <a:lnTo>
                    <a:pt x="7182" y="27"/>
                  </a:lnTo>
                  <a:lnTo>
                    <a:pt x="8290" y="8"/>
                  </a:lnTo>
                  <a:lnTo>
                    <a:pt x="9396" y="0"/>
                  </a:lnTo>
                  <a:lnTo>
                    <a:pt x="10503" y="3"/>
                  </a:lnTo>
                  <a:lnTo>
                    <a:pt x="11614" y="17"/>
                  </a:lnTo>
                  <a:lnTo>
                    <a:pt x="12731" y="40"/>
                  </a:lnTo>
                  <a:lnTo>
                    <a:pt x="13856" y="74"/>
                  </a:lnTo>
                  <a:lnTo>
                    <a:pt x="14992" y="118"/>
                  </a:lnTo>
                  <a:lnTo>
                    <a:pt x="15535" y="133"/>
                  </a:lnTo>
                  <a:lnTo>
                    <a:pt x="16492" y="161"/>
                  </a:lnTo>
                  <a:lnTo>
                    <a:pt x="18683" y="225"/>
                  </a:lnTo>
                  <a:lnTo>
                    <a:pt x="19747" y="258"/>
                  </a:lnTo>
                  <a:lnTo>
                    <a:pt x="20811" y="292"/>
                  </a:lnTo>
                  <a:lnTo>
                    <a:pt x="21875" y="327"/>
                  </a:lnTo>
                  <a:lnTo>
                    <a:pt x="22938" y="364"/>
                  </a:lnTo>
                  <a:lnTo>
                    <a:pt x="24002" y="401"/>
                  </a:lnTo>
                  <a:lnTo>
                    <a:pt x="25065" y="439"/>
                  </a:lnTo>
                  <a:lnTo>
                    <a:pt x="26129" y="478"/>
                  </a:lnTo>
                  <a:lnTo>
                    <a:pt x="27192" y="517"/>
                  </a:lnTo>
                  <a:lnTo>
                    <a:pt x="28255" y="556"/>
                  </a:lnTo>
                  <a:lnTo>
                    <a:pt x="29319" y="596"/>
                  </a:lnTo>
                  <a:lnTo>
                    <a:pt x="30382" y="636"/>
                  </a:lnTo>
                  <a:lnTo>
                    <a:pt x="31514" y="673"/>
                  </a:lnTo>
                  <a:lnTo>
                    <a:pt x="32645" y="709"/>
                  </a:lnTo>
                  <a:lnTo>
                    <a:pt x="33777" y="745"/>
                  </a:lnTo>
                  <a:lnTo>
                    <a:pt x="34908" y="781"/>
                  </a:lnTo>
                  <a:lnTo>
                    <a:pt x="36040" y="816"/>
                  </a:lnTo>
                  <a:lnTo>
                    <a:pt x="37171" y="851"/>
                  </a:lnTo>
                  <a:lnTo>
                    <a:pt x="38303" y="886"/>
                  </a:lnTo>
                  <a:lnTo>
                    <a:pt x="39383" y="920"/>
                  </a:lnTo>
                  <a:lnTo>
                    <a:pt x="40463" y="954"/>
                  </a:lnTo>
                  <a:lnTo>
                    <a:pt x="41544" y="989"/>
                  </a:lnTo>
                  <a:lnTo>
                    <a:pt x="42624" y="1025"/>
                  </a:lnTo>
                  <a:lnTo>
                    <a:pt x="43704" y="1061"/>
                  </a:lnTo>
                  <a:lnTo>
                    <a:pt x="44784" y="1097"/>
                  </a:lnTo>
                  <a:lnTo>
                    <a:pt x="45864" y="1134"/>
                  </a:lnTo>
                  <a:lnTo>
                    <a:pt x="46944" y="1171"/>
                  </a:lnTo>
                  <a:lnTo>
                    <a:pt x="48024" y="1208"/>
                  </a:lnTo>
                  <a:lnTo>
                    <a:pt x="49104" y="1246"/>
                  </a:lnTo>
                  <a:lnTo>
                    <a:pt x="50184" y="1284"/>
                  </a:lnTo>
                  <a:lnTo>
                    <a:pt x="51264" y="1323"/>
                  </a:lnTo>
                  <a:lnTo>
                    <a:pt x="52344" y="1362"/>
                  </a:lnTo>
                  <a:lnTo>
                    <a:pt x="53424" y="1401"/>
                  </a:lnTo>
                  <a:lnTo>
                    <a:pt x="54504" y="1440"/>
                  </a:lnTo>
                  <a:lnTo>
                    <a:pt x="55584" y="1480"/>
                  </a:lnTo>
                  <a:lnTo>
                    <a:pt x="56664" y="1520"/>
                  </a:lnTo>
                  <a:lnTo>
                    <a:pt x="57744" y="1560"/>
                  </a:lnTo>
                  <a:lnTo>
                    <a:pt x="57744" y="2668"/>
                  </a:lnTo>
                  <a:lnTo>
                    <a:pt x="57744" y="3778"/>
                  </a:lnTo>
                  <a:lnTo>
                    <a:pt x="57744" y="4892"/>
                  </a:lnTo>
                  <a:lnTo>
                    <a:pt x="57744" y="6011"/>
                  </a:lnTo>
                  <a:lnTo>
                    <a:pt x="57744" y="7138"/>
                  </a:lnTo>
                  <a:lnTo>
                    <a:pt x="57744" y="8274"/>
                  </a:lnTo>
                  <a:lnTo>
                    <a:pt x="57627" y="7806"/>
                  </a:lnTo>
                  <a:lnTo>
                    <a:pt x="57498" y="7292"/>
                  </a:lnTo>
                  <a:lnTo>
                    <a:pt x="57294" y="6476"/>
                  </a:lnTo>
                  <a:lnTo>
                    <a:pt x="56950" y="5099"/>
                  </a:lnTo>
                  <a:lnTo>
                    <a:pt x="56401" y="2903"/>
                  </a:lnTo>
                  <a:lnTo>
                    <a:pt x="55287" y="2975"/>
                  </a:lnTo>
                  <a:lnTo>
                    <a:pt x="54170" y="3048"/>
                  </a:lnTo>
                  <a:lnTo>
                    <a:pt x="53044" y="3122"/>
                  </a:lnTo>
                  <a:lnTo>
                    <a:pt x="51905" y="3197"/>
                  </a:lnTo>
                  <a:lnTo>
                    <a:pt x="50845" y="3260"/>
                  </a:lnTo>
                  <a:lnTo>
                    <a:pt x="49785" y="3322"/>
                  </a:lnTo>
                  <a:lnTo>
                    <a:pt x="48726" y="3381"/>
                  </a:lnTo>
                  <a:lnTo>
                    <a:pt x="47666" y="3438"/>
                  </a:lnTo>
                  <a:lnTo>
                    <a:pt x="46607" y="3493"/>
                  </a:lnTo>
                  <a:lnTo>
                    <a:pt x="45548" y="3545"/>
                  </a:lnTo>
                  <a:lnTo>
                    <a:pt x="44489" y="3596"/>
                  </a:lnTo>
                  <a:lnTo>
                    <a:pt x="43430" y="3644"/>
                  </a:lnTo>
                  <a:lnTo>
                    <a:pt x="42371" y="3691"/>
                  </a:lnTo>
                  <a:lnTo>
                    <a:pt x="41312" y="3735"/>
                  </a:lnTo>
                  <a:lnTo>
                    <a:pt x="40253" y="3778"/>
                  </a:lnTo>
                  <a:lnTo>
                    <a:pt x="39194" y="3818"/>
                  </a:lnTo>
                  <a:lnTo>
                    <a:pt x="38136" y="3857"/>
                  </a:lnTo>
                  <a:lnTo>
                    <a:pt x="37077" y="3893"/>
                  </a:lnTo>
                  <a:lnTo>
                    <a:pt x="36019" y="3928"/>
                  </a:lnTo>
                  <a:lnTo>
                    <a:pt x="34960" y="3962"/>
                  </a:lnTo>
                  <a:lnTo>
                    <a:pt x="33902" y="3993"/>
                  </a:lnTo>
                  <a:lnTo>
                    <a:pt x="32843" y="4022"/>
                  </a:lnTo>
                  <a:lnTo>
                    <a:pt x="31785" y="4050"/>
                  </a:lnTo>
                  <a:lnTo>
                    <a:pt x="30726" y="4077"/>
                  </a:lnTo>
                  <a:lnTo>
                    <a:pt x="29668" y="4101"/>
                  </a:lnTo>
                  <a:lnTo>
                    <a:pt x="28610" y="4124"/>
                  </a:lnTo>
                  <a:lnTo>
                    <a:pt x="27551" y="4145"/>
                  </a:lnTo>
                  <a:lnTo>
                    <a:pt x="26493" y="4165"/>
                  </a:lnTo>
                  <a:lnTo>
                    <a:pt x="25434" y="4183"/>
                  </a:lnTo>
                  <a:lnTo>
                    <a:pt x="24376" y="4200"/>
                  </a:lnTo>
                  <a:lnTo>
                    <a:pt x="23317" y="4215"/>
                  </a:lnTo>
                  <a:lnTo>
                    <a:pt x="22258" y="4229"/>
                  </a:lnTo>
                  <a:lnTo>
                    <a:pt x="21200" y="4242"/>
                  </a:lnTo>
                  <a:lnTo>
                    <a:pt x="20141" y="4253"/>
                  </a:lnTo>
                  <a:lnTo>
                    <a:pt x="19082" y="4263"/>
                  </a:lnTo>
                  <a:lnTo>
                    <a:pt x="18023" y="4271"/>
                  </a:lnTo>
                  <a:lnTo>
                    <a:pt x="16964" y="4278"/>
                  </a:lnTo>
                  <a:lnTo>
                    <a:pt x="15905" y="4284"/>
                  </a:lnTo>
                  <a:lnTo>
                    <a:pt x="14845" y="4289"/>
                  </a:lnTo>
                  <a:lnTo>
                    <a:pt x="13786" y="4292"/>
                  </a:lnTo>
                  <a:lnTo>
                    <a:pt x="12727" y="4295"/>
                  </a:lnTo>
                  <a:lnTo>
                    <a:pt x="11667" y="4296"/>
                  </a:lnTo>
                  <a:lnTo>
                    <a:pt x="10607" y="4296"/>
                  </a:lnTo>
                  <a:lnTo>
                    <a:pt x="9547" y="4296"/>
                  </a:lnTo>
                  <a:lnTo>
                    <a:pt x="8487" y="4294"/>
                  </a:lnTo>
                  <a:lnTo>
                    <a:pt x="7427" y="4291"/>
                  </a:lnTo>
                  <a:lnTo>
                    <a:pt x="6366" y="4287"/>
                  </a:lnTo>
                  <a:lnTo>
                    <a:pt x="5306" y="4282"/>
                  </a:lnTo>
                  <a:lnTo>
                    <a:pt x="4245" y="4277"/>
                  </a:lnTo>
                  <a:lnTo>
                    <a:pt x="3184" y="4270"/>
                  </a:lnTo>
                  <a:lnTo>
                    <a:pt x="2123" y="4263"/>
                  </a:lnTo>
                  <a:lnTo>
                    <a:pt x="1061" y="4255"/>
                  </a:lnTo>
                  <a:lnTo>
                    <a:pt x="0" y="4246"/>
                  </a:lnTo>
                  <a:lnTo>
                    <a:pt x="665" y="3248"/>
                  </a:lnTo>
                  <a:lnTo>
                    <a:pt x="1333" y="2246"/>
                  </a:lnTo>
                  <a:lnTo>
                    <a:pt x="2005" y="1237"/>
                  </a:lnTo>
                  <a:lnTo>
                    <a:pt x="2685" y="217"/>
                  </a:lnTo>
                  <a:close/>
                </a:path>
              </a:pathLst>
            </a:custGeom>
            <a:solidFill>
              <a:srgbClr val="747473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7" name="region 275 #8497A7"/>
            <p:cNvSpPr/>
            <p:nvPr/>
          </p:nvSpPr>
          <p:spPr>
            <a:xfrm>
              <a:off x="715569" y="263205"/>
              <a:ext cx="5600" cy="61772"/>
            </a:xfrm>
            <a:custGeom>
              <a:avLst/>
              <a:gdLst/>
              <a:ahLst/>
              <a:cxnLst/>
              <a:rect l="l" t="t" r="r" b="b"/>
              <a:pathLst>
                <a:path w="5600" h="61772">
                  <a:moveTo>
                    <a:pt x="1530" y="0"/>
                  </a:moveTo>
                  <a:lnTo>
                    <a:pt x="2196" y="0"/>
                  </a:lnTo>
                  <a:lnTo>
                    <a:pt x="2873" y="0"/>
                  </a:lnTo>
                  <a:lnTo>
                    <a:pt x="2884" y="519"/>
                  </a:lnTo>
                  <a:lnTo>
                    <a:pt x="2899" y="1190"/>
                  </a:lnTo>
                  <a:lnTo>
                    <a:pt x="2926" y="2463"/>
                  </a:lnTo>
                  <a:lnTo>
                    <a:pt x="2975" y="4786"/>
                  </a:lnTo>
                  <a:lnTo>
                    <a:pt x="2999" y="5880"/>
                  </a:lnTo>
                  <a:lnTo>
                    <a:pt x="3023" y="6975"/>
                  </a:lnTo>
                  <a:lnTo>
                    <a:pt x="3047" y="8070"/>
                  </a:lnTo>
                  <a:lnTo>
                    <a:pt x="3071" y="9165"/>
                  </a:lnTo>
                  <a:lnTo>
                    <a:pt x="3095" y="10260"/>
                  </a:lnTo>
                  <a:lnTo>
                    <a:pt x="3120" y="11354"/>
                  </a:lnTo>
                  <a:lnTo>
                    <a:pt x="3145" y="12449"/>
                  </a:lnTo>
                  <a:lnTo>
                    <a:pt x="3170" y="13544"/>
                  </a:lnTo>
                  <a:lnTo>
                    <a:pt x="3195" y="14639"/>
                  </a:lnTo>
                  <a:lnTo>
                    <a:pt x="3220" y="15733"/>
                  </a:lnTo>
                  <a:lnTo>
                    <a:pt x="3245" y="16828"/>
                  </a:lnTo>
                  <a:lnTo>
                    <a:pt x="3270" y="17923"/>
                  </a:lnTo>
                  <a:lnTo>
                    <a:pt x="3296" y="19018"/>
                  </a:lnTo>
                  <a:lnTo>
                    <a:pt x="3321" y="20113"/>
                  </a:lnTo>
                  <a:lnTo>
                    <a:pt x="3347" y="21207"/>
                  </a:lnTo>
                  <a:lnTo>
                    <a:pt x="3372" y="22302"/>
                  </a:lnTo>
                  <a:lnTo>
                    <a:pt x="3398" y="23387"/>
                  </a:lnTo>
                  <a:lnTo>
                    <a:pt x="3422" y="24471"/>
                  </a:lnTo>
                  <a:lnTo>
                    <a:pt x="3446" y="25556"/>
                  </a:lnTo>
                  <a:lnTo>
                    <a:pt x="3470" y="26640"/>
                  </a:lnTo>
                  <a:lnTo>
                    <a:pt x="3494" y="27725"/>
                  </a:lnTo>
                  <a:lnTo>
                    <a:pt x="3517" y="28810"/>
                  </a:lnTo>
                  <a:lnTo>
                    <a:pt x="3540" y="29895"/>
                  </a:lnTo>
                  <a:lnTo>
                    <a:pt x="3564" y="30984"/>
                  </a:lnTo>
                  <a:lnTo>
                    <a:pt x="3588" y="32073"/>
                  </a:lnTo>
                  <a:lnTo>
                    <a:pt x="3612" y="33162"/>
                  </a:lnTo>
                  <a:lnTo>
                    <a:pt x="3637" y="34251"/>
                  </a:lnTo>
                  <a:lnTo>
                    <a:pt x="3662" y="35340"/>
                  </a:lnTo>
                  <a:lnTo>
                    <a:pt x="3688" y="36428"/>
                  </a:lnTo>
                  <a:lnTo>
                    <a:pt x="3713" y="37517"/>
                  </a:lnTo>
                  <a:lnTo>
                    <a:pt x="3739" y="38606"/>
                  </a:lnTo>
                  <a:lnTo>
                    <a:pt x="3765" y="39695"/>
                  </a:lnTo>
                  <a:lnTo>
                    <a:pt x="3791" y="40784"/>
                  </a:lnTo>
                  <a:lnTo>
                    <a:pt x="3801" y="41292"/>
                  </a:lnTo>
                  <a:lnTo>
                    <a:pt x="3818" y="42186"/>
                  </a:lnTo>
                  <a:lnTo>
                    <a:pt x="3859" y="44235"/>
                  </a:lnTo>
                  <a:lnTo>
                    <a:pt x="3921" y="46614"/>
                  </a:lnTo>
                  <a:lnTo>
                    <a:pt x="3983" y="48479"/>
                  </a:lnTo>
                  <a:lnTo>
                    <a:pt x="4058" y="49909"/>
                  </a:lnTo>
                  <a:lnTo>
                    <a:pt x="4159" y="50981"/>
                  </a:lnTo>
                  <a:lnTo>
                    <a:pt x="4301" y="51775"/>
                  </a:lnTo>
                  <a:lnTo>
                    <a:pt x="4498" y="52366"/>
                  </a:lnTo>
                  <a:lnTo>
                    <a:pt x="4764" y="52835"/>
                  </a:lnTo>
                  <a:lnTo>
                    <a:pt x="5113" y="53259"/>
                  </a:lnTo>
                  <a:lnTo>
                    <a:pt x="5559" y="53715"/>
                  </a:lnTo>
                  <a:lnTo>
                    <a:pt x="5579" y="54866"/>
                  </a:lnTo>
                  <a:lnTo>
                    <a:pt x="5593" y="56017"/>
                  </a:lnTo>
                  <a:lnTo>
                    <a:pt x="5600" y="57168"/>
                  </a:lnTo>
                  <a:lnTo>
                    <a:pt x="5600" y="58319"/>
                  </a:lnTo>
                  <a:lnTo>
                    <a:pt x="5594" y="59470"/>
                  </a:lnTo>
                  <a:lnTo>
                    <a:pt x="5580" y="60621"/>
                  </a:lnTo>
                  <a:lnTo>
                    <a:pt x="5559" y="61772"/>
                  </a:lnTo>
                  <a:lnTo>
                    <a:pt x="4587" y="61078"/>
                  </a:lnTo>
                  <a:lnTo>
                    <a:pt x="3892" y="60521"/>
                  </a:lnTo>
                  <a:lnTo>
                    <a:pt x="3280" y="59909"/>
                  </a:lnTo>
                  <a:lnTo>
                    <a:pt x="2557" y="59048"/>
                  </a:lnTo>
                  <a:lnTo>
                    <a:pt x="1530" y="57744"/>
                  </a:lnTo>
                  <a:lnTo>
                    <a:pt x="1363" y="56594"/>
                  </a:lnTo>
                  <a:lnTo>
                    <a:pt x="1213" y="55461"/>
                  </a:lnTo>
                  <a:lnTo>
                    <a:pt x="1080" y="54341"/>
                  </a:lnTo>
                  <a:lnTo>
                    <a:pt x="964" y="53227"/>
                  </a:lnTo>
                  <a:lnTo>
                    <a:pt x="863" y="52116"/>
                  </a:lnTo>
                  <a:lnTo>
                    <a:pt x="777" y="51001"/>
                  </a:lnTo>
                  <a:lnTo>
                    <a:pt x="706" y="49879"/>
                  </a:lnTo>
                  <a:lnTo>
                    <a:pt x="649" y="48743"/>
                  </a:lnTo>
                  <a:lnTo>
                    <a:pt x="606" y="47589"/>
                  </a:lnTo>
                  <a:lnTo>
                    <a:pt x="573" y="46834"/>
                  </a:lnTo>
                  <a:lnTo>
                    <a:pt x="473" y="44559"/>
                  </a:lnTo>
                  <a:lnTo>
                    <a:pt x="432" y="43489"/>
                  </a:lnTo>
                  <a:lnTo>
                    <a:pt x="393" y="42418"/>
                  </a:lnTo>
                  <a:lnTo>
                    <a:pt x="357" y="41348"/>
                  </a:lnTo>
                  <a:lnTo>
                    <a:pt x="323" y="40277"/>
                  </a:lnTo>
                  <a:lnTo>
                    <a:pt x="291" y="39207"/>
                  </a:lnTo>
                  <a:lnTo>
                    <a:pt x="261" y="38136"/>
                  </a:lnTo>
                  <a:lnTo>
                    <a:pt x="233" y="37066"/>
                  </a:lnTo>
                  <a:lnTo>
                    <a:pt x="207" y="35995"/>
                  </a:lnTo>
                  <a:lnTo>
                    <a:pt x="183" y="34924"/>
                  </a:lnTo>
                  <a:lnTo>
                    <a:pt x="161" y="33853"/>
                  </a:lnTo>
                  <a:lnTo>
                    <a:pt x="141" y="32783"/>
                  </a:lnTo>
                  <a:lnTo>
                    <a:pt x="122" y="31712"/>
                  </a:lnTo>
                  <a:lnTo>
                    <a:pt x="105" y="30641"/>
                  </a:lnTo>
                  <a:lnTo>
                    <a:pt x="89" y="29570"/>
                  </a:lnTo>
                  <a:lnTo>
                    <a:pt x="75" y="28499"/>
                  </a:lnTo>
                  <a:lnTo>
                    <a:pt x="63" y="27428"/>
                  </a:lnTo>
                  <a:lnTo>
                    <a:pt x="51" y="26357"/>
                  </a:lnTo>
                  <a:lnTo>
                    <a:pt x="42" y="25286"/>
                  </a:lnTo>
                  <a:lnTo>
                    <a:pt x="33" y="24216"/>
                  </a:lnTo>
                  <a:lnTo>
                    <a:pt x="26" y="23145"/>
                  </a:lnTo>
                  <a:lnTo>
                    <a:pt x="19" y="22074"/>
                  </a:lnTo>
                  <a:lnTo>
                    <a:pt x="9" y="20610"/>
                  </a:lnTo>
                  <a:lnTo>
                    <a:pt x="0" y="19125"/>
                  </a:lnTo>
                  <a:lnTo>
                    <a:pt x="9" y="18047"/>
                  </a:lnTo>
                  <a:lnTo>
                    <a:pt x="28" y="16974"/>
                  </a:lnTo>
                  <a:lnTo>
                    <a:pt x="58" y="15904"/>
                  </a:lnTo>
                  <a:lnTo>
                    <a:pt x="97" y="14838"/>
                  </a:lnTo>
                  <a:lnTo>
                    <a:pt x="146" y="13774"/>
                  </a:lnTo>
                  <a:lnTo>
                    <a:pt x="204" y="12713"/>
                  </a:lnTo>
                  <a:lnTo>
                    <a:pt x="271" y="11653"/>
                  </a:lnTo>
                  <a:lnTo>
                    <a:pt x="347" y="10595"/>
                  </a:lnTo>
                  <a:lnTo>
                    <a:pt x="432" y="9539"/>
                  </a:lnTo>
                  <a:lnTo>
                    <a:pt x="525" y="8482"/>
                  </a:lnTo>
                  <a:lnTo>
                    <a:pt x="625" y="7426"/>
                  </a:lnTo>
                  <a:lnTo>
                    <a:pt x="734" y="6370"/>
                  </a:lnTo>
                  <a:lnTo>
                    <a:pt x="850" y="5313"/>
                  </a:lnTo>
                  <a:lnTo>
                    <a:pt x="973" y="4254"/>
                  </a:lnTo>
                  <a:lnTo>
                    <a:pt x="1102" y="3194"/>
                  </a:lnTo>
                  <a:lnTo>
                    <a:pt x="1239" y="2132"/>
                  </a:lnTo>
                  <a:lnTo>
                    <a:pt x="1381" y="1067"/>
                  </a:lnTo>
                  <a:lnTo>
                    <a:pt x="1530" y="0"/>
                  </a:lnTo>
                  <a:close/>
                </a:path>
              </a:pathLst>
            </a:custGeom>
            <a:solidFill>
              <a:srgbClr val="8497A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8" name="region 276 #653941"/>
            <p:cNvSpPr/>
            <p:nvPr/>
          </p:nvSpPr>
          <p:spPr>
            <a:xfrm>
              <a:off x="1486571" y="251119"/>
              <a:ext cx="32229" cy="18800"/>
            </a:xfrm>
            <a:custGeom>
              <a:avLst/>
              <a:gdLst/>
              <a:ahLst/>
              <a:cxnLst/>
              <a:rect l="l" t="t" r="r" b="b"/>
              <a:pathLst>
                <a:path w="32229" h="18800">
                  <a:moveTo>
                    <a:pt x="4029" y="0"/>
                  </a:moveTo>
                  <a:lnTo>
                    <a:pt x="5361" y="666"/>
                  </a:lnTo>
                  <a:lnTo>
                    <a:pt x="6714" y="1342"/>
                  </a:lnTo>
                  <a:lnTo>
                    <a:pt x="5827" y="2230"/>
                  </a:lnTo>
                  <a:lnTo>
                    <a:pt x="4934" y="3123"/>
                  </a:lnTo>
                  <a:lnTo>
                    <a:pt x="4029" y="4028"/>
                  </a:lnTo>
                  <a:lnTo>
                    <a:pt x="5092" y="4243"/>
                  </a:lnTo>
                  <a:lnTo>
                    <a:pt x="6155" y="4458"/>
                  </a:lnTo>
                  <a:lnTo>
                    <a:pt x="7218" y="4672"/>
                  </a:lnTo>
                  <a:lnTo>
                    <a:pt x="8281" y="4887"/>
                  </a:lnTo>
                  <a:lnTo>
                    <a:pt x="9344" y="5102"/>
                  </a:lnTo>
                  <a:lnTo>
                    <a:pt x="10407" y="5316"/>
                  </a:lnTo>
                  <a:lnTo>
                    <a:pt x="11470" y="5530"/>
                  </a:lnTo>
                  <a:lnTo>
                    <a:pt x="12534" y="5745"/>
                  </a:lnTo>
                  <a:lnTo>
                    <a:pt x="13597" y="5959"/>
                  </a:lnTo>
                  <a:lnTo>
                    <a:pt x="14940" y="6231"/>
                  </a:lnTo>
                  <a:lnTo>
                    <a:pt x="16304" y="6507"/>
                  </a:lnTo>
                  <a:lnTo>
                    <a:pt x="17363" y="6719"/>
                  </a:lnTo>
                  <a:lnTo>
                    <a:pt x="18422" y="6928"/>
                  </a:lnTo>
                  <a:lnTo>
                    <a:pt x="19481" y="7134"/>
                  </a:lnTo>
                  <a:lnTo>
                    <a:pt x="20540" y="7338"/>
                  </a:lnTo>
                  <a:lnTo>
                    <a:pt x="21600" y="7540"/>
                  </a:lnTo>
                  <a:lnTo>
                    <a:pt x="22661" y="7739"/>
                  </a:lnTo>
                  <a:lnTo>
                    <a:pt x="23721" y="7935"/>
                  </a:lnTo>
                  <a:lnTo>
                    <a:pt x="24783" y="8128"/>
                  </a:lnTo>
                  <a:lnTo>
                    <a:pt x="25844" y="8318"/>
                  </a:lnTo>
                  <a:lnTo>
                    <a:pt x="26907" y="8506"/>
                  </a:lnTo>
                  <a:lnTo>
                    <a:pt x="27970" y="8691"/>
                  </a:lnTo>
                  <a:lnTo>
                    <a:pt x="29033" y="8873"/>
                  </a:lnTo>
                  <a:lnTo>
                    <a:pt x="30098" y="9051"/>
                  </a:lnTo>
                  <a:lnTo>
                    <a:pt x="31163" y="9227"/>
                  </a:lnTo>
                  <a:lnTo>
                    <a:pt x="32229" y="9400"/>
                  </a:lnTo>
                  <a:lnTo>
                    <a:pt x="32229" y="10066"/>
                  </a:lnTo>
                  <a:lnTo>
                    <a:pt x="32229" y="10743"/>
                  </a:lnTo>
                  <a:lnTo>
                    <a:pt x="31185" y="10743"/>
                  </a:lnTo>
                  <a:lnTo>
                    <a:pt x="30140" y="10743"/>
                  </a:lnTo>
                  <a:lnTo>
                    <a:pt x="29094" y="10743"/>
                  </a:lnTo>
                  <a:lnTo>
                    <a:pt x="28047" y="10743"/>
                  </a:lnTo>
                  <a:lnTo>
                    <a:pt x="27000" y="10743"/>
                  </a:lnTo>
                  <a:lnTo>
                    <a:pt x="25950" y="10743"/>
                  </a:lnTo>
                  <a:lnTo>
                    <a:pt x="24899" y="10743"/>
                  </a:lnTo>
                  <a:lnTo>
                    <a:pt x="23845" y="10743"/>
                  </a:lnTo>
                  <a:lnTo>
                    <a:pt x="22789" y="10743"/>
                  </a:lnTo>
                  <a:lnTo>
                    <a:pt x="21730" y="10743"/>
                  </a:lnTo>
                  <a:lnTo>
                    <a:pt x="20667" y="10743"/>
                  </a:lnTo>
                  <a:lnTo>
                    <a:pt x="19601" y="10743"/>
                  </a:lnTo>
                  <a:lnTo>
                    <a:pt x="18531" y="10743"/>
                  </a:lnTo>
                  <a:lnTo>
                    <a:pt x="17457" y="10743"/>
                  </a:lnTo>
                  <a:lnTo>
                    <a:pt x="17457" y="12074"/>
                  </a:lnTo>
                  <a:lnTo>
                    <a:pt x="17457" y="13414"/>
                  </a:lnTo>
                  <a:lnTo>
                    <a:pt x="17457" y="14771"/>
                  </a:lnTo>
                  <a:lnTo>
                    <a:pt x="16125" y="14771"/>
                  </a:lnTo>
                  <a:lnTo>
                    <a:pt x="14772" y="14771"/>
                  </a:lnTo>
                  <a:lnTo>
                    <a:pt x="14772" y="16104"/>
                  </a:lnTo>
                  <a:lnTo>
                    <a:pt x="14772" y="17457"/>
                  </a:lnTo>
                  <a:lnTo>
                    <a:pt x="13632" y="17647"/>
                  </a:lnTo>
                  <a:lnTo>
                    <a:pt x="12491" y="17837"/>
                  </a:lnTo>
                  <a:lnTo>
                    <a:pt x="11347" y="18028"/>
                  </a:lnTo>
                  <a:lnTo>
                    <a:pt x="10198" y="18219"/>
                  </a:lnTo>
                  <a:lnTo>
                    <a:pt x="9045" y="18412"/>
                  </a:lnTo>
                  <a:lnTo>
                    <a:pt x="7884" y="18605"/>
                  </a:lnTo>
                  <a:lnTo>
                    <a:pt x="6714" y="18800"/>
                  </a:lnTo>
                  <a:lnTo>
                    <a:pt x="7545" y="18135"/>
                  </a:lnTo>
                  <a:lnTo>
                    <a:pt x="8377" y="17470"/>
                  </a:lnTo>
                  <a:lnTo>
                    <a:pt x="9211" y="16803"/>
                  </a:lnTo>
                  <a:lnTo>
                    <a:pt x="10046" y="16134"/>
                  </a:lnTo>
                  <a:lnTo>
                    <a:pt x="10885" y="15463"/>
                  </a:lnTo>
                  <a:lnTo>
                    <a:pt x="11728" y="14789"/>
                  </a:lnTo>
                  <a:lnTo>
                    <a:pt x="12576" y="14111"/>
                  </a:lnTo>
                  <a:lnTo>
                    <a:pt x="13429" y="13428"/>
                  </a:lnTo>
                  <a:lnTo>
                    <a:pt x="12496" y="12850"/>
                  </a:lnTo>
                  <a:lnTo>
                    <a:pt x="11566" y="12288"/>
                  </a:lnTo>
                  <a:lnTo>
                    <a:pt x="10636" y="11742"/>
                  </a:lnTo>
                  <a:lnTo>
                    <a:pt x="9705" y="11213"/>
                  </a:lnTo>
                  <a:lnTo>
                    <a:pt x="8771" y="10699"/>
                  </a:lnTo>
                  <a:lnTo>
                    <a:pt x="7834" y="10200"/>
                  </a:lnTo>
                  <a:lnTo>
                    <a:pt x="6890" y="9716"/>
                  </a:lnTo>
                  <a:lnTo>
                    <a:pt x="5939" y="9247"/>
                  </a:lnTo>
                  <a:lnTo>
                    <a:pt x="4980" y="8791"/>
                  </a:lnTo>
                  <a:lnTo>
                    <a:pt x="4011" y="8350"/>
                  </a:lnTo>
                  <a:lnTo>
                    <a:pt x="3029" y="7922"/>
                  </a:lnTo>
                  <a:lnTo>
                    <a:pt x="2035" y="7507"/>
                  </a:lnTo>
                  <a:lnTo>
                    <a:pt x="1026" y="7104"/>
                  </a:lnTo>
                  <a:lnTo>
                    <a:pt x="0" y="6714"/>
                  </a:lnTo>
                  <a:lnTo>
                    <a:pt x="937" y="4783"/>
                  </a:lnTo>
                  <a:lnTo>
                    <a:pt x="1635" y="3372"/>
                  </a:lnTo>
                  <a:lnTo>
                    <a:pt x="2167" y="2362"/>
                  </a:lnTo>
                  <a:lnTo>
                    <a:pt x="2602" y="1638"/>
                  </a:lnTo>
                  <a:lnTo>
                    <a:pt x="3010" y="1081"/>
                  </a:lnTo>
                  <a:lnTo>
                    <a:pt x="3462" y="574"/>
                  </a:lnTo>
                  <a:lnTo>
                    <a:pt x="4029" y="0"/>
                  </a:lnTo>
                  <a:close/>
                </a:path>
              </a:pathLst>
            </a:custGeom>
            <a:solidFill>
              <a:srgbClr val="65394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9" name="region 277 #63071A"/>
            <p:cNvSpPr/>
            <p:nvPr/>
          </p:nvSpPr>
          <p:spPr>
            <a:xfrm>
              <a:off x="1436884" y="181289"/>
              <a:ext cx="16115" cy="38943"/>
            </a:xfrm>
            <a:custGeom>
              <a:avLst/>
              <a:gdLst/>
              <a:ahLst/>
              <a:cxnLst/>
              <a:rect l="l" t="t" r="r" b="b"/>
              <a:pathLst>
                <a:path w="16115" h="38943">
                  <a:moveTo>
                    <a:pt x="6715" y="0"/>
                  </a:moveTo>
                  <a:lnTo>
                    <a:pt x="6836" y="1047"/>
                  </a:lnTo>
                  <a:lnTo>
                    <a:pt x="6956" y="2095"/>
                  </a:lnTo>
                  <a:lnTo>
                    <a:pt x="7077" y="3142"/>
                  </a:lnTo>
                  <a:lnTo>
                    <a:pt x="7198" y="4190"/>
                  </a:lnTo>
                  <a:lnTo>
                    <a:pt x="7319" y="5238"/>
                  </a:lnTo>
                  <a:lnTo>
                    <a:pt x="7440" y="6286"/>
                  </a:lnTo>
                  <a:lnTo>
                    <a:pt x="7561" y="7335"/>
                  </a:lnTo>
                  <a:lnTo>
                    <a:pt x="7682" y="8384"/>
                  </a:lnTo>
                  <a:lnTo>
                    <a:pt x="7803" y="9434"/>
                  </a:lnTo>
                  <a:lnTo>
                    <a:pt x="7924" y="10484"/>
                  </a:lnTo>
                  <a:lnTo>
                    <a:pt x="8046" y="11535"/>
                  </a:lnTo>
                  <a:lnTo>
                    <a:pt x="8167" y="12586"/>
                  </a:lnTo>
                  <a:lnTo>
                    <a:pt x="8288" y="13638"/>
                  </a:lnTo>
                  <a:lnTo>
                    <a:pt x="8410" y="14691"/>
                  </a:lnTo>
                  <a:lnTo>
                    <a:pt x="8531" y="15744"/>
                  </a:lnTo>
                  <a:lnTo>
                    <a:pt x="8653" y="16799"/>
                  </a:lnTo>
                  <a:lnTo>
                    <a:pt x="8775" y="17854"/>
                  </a:lnTo>
                  <a:lnTo>
                    <a:pt x="8897" y="18910"/>
                  </a:lnTo>
                  <a:lnTo>
                    <a:pt x="9019" y="19968"/>
                  </a:lnTo>
                  <a:lnTo>
                    <a:pt x="9141" y="21026"/>
                  </a:lnTo>
                  <a:lnTo>
                    <a:pt x="9263" y="22086"/>
                  </a:lnTo>
                  <a:lnTo>
                    <a:pt x="9386" y="23147"/>
                  </a:lnTo>
                  <a:lnTo>
                    <a:pt x="9508" y="24209"/>
                  </a:lnTo>
                  <a:lnTo>
                    <a:pt x="9631" y="25273"/>
                  </a:lnTo>
                  <a:lnTo>
                    <a:pt x="9754" y="26338"/>
                  </a:lnTo>
                  <a:lnTo>
                    <a:pt x="9877" y="27404"/>
                  </a:lnTo>
                  <a:lnTo>
                    <a:pt x="10000" y="28472"/>
                  </a:lnTo>
                  <a:lnTo>
                    <a:pt x="10123" y="29542"/>
                  </a:lnTo>
                  <a:lnTo>
                    <a:pt x="10247" y="30613"/>
                  </a:lnTo>
                  <a:lnTo>
                    <a:pt x="10371" y="31685"/>
                  </a:lnTo>
                  <a:lnTo>
                    <a:pt x="10495" y="32760"/>
                  </a:lnTo>
                  <a:lnTo>
                    <a:pt x="10619" y="33836"/>
                  </a:lnTo>
                  <a:lnTo>
                    <a:pt x="10743" y="34915"/>
                  </a:lnTo>
                  <a:lnTo>
                    <a:pt x="11807" y="34915"/>
                  </a:lnTo>
                  <a:lnTo>
                    <a:pt x="12874" y="34915"/>
                  </a:lnTo>
                  <a:lnTo>
                    <a:pt x="13946" y="34915"/>
                  </a:lnTo>
                  <a:lnTo>
                    <a:pt x="15025" y="34915"/>
                  </a:lnTo>
                  <a:lnTo>
                    <a:pt x="16115" y="34915"/>
                  </a:lnTo>
                  <a:lnTo>
                    <a:pt x="16115" y="36247"/>
                  </a:lnTo>
                  <a:lnTo>
                    <a:pt x="16115" y="37600"/>
                  </a:lnTo>
                  <a:lnTo>
                    <a:pt x="14975" y="37790"/>
                  </a:lnTo>
                  <a:lnTo>
                    <a:pt x="13834" y="37981"/>
                  </a:lnTo>
                  <a:lnTo>
                    <a:pt x="12690" y="38171"/>
                  </a:lnTo>
                  <a:lnTo>
                    <a:pt x="11542" y="38363"/>
                  </a:lnTo>
                  <a:lnTo>
                    <a:pt x="10388" y="38555"/>
                  </a:lnTo>
                  <a:lnTo>
                    <a:pt x="9227" y="38748"/>
                  </a:lnTo>
                  <a:lnTo>
                    <a:pt x="8058" y="38943"/>
                  </a:lnTo>
                  <a:lnTo>
                    <a:pt x="7771" y="37897"/>
                  </a:lnTo>
                  <a:lnTo>
                    <a:pt x="7498" y="36856"/>
                  </a:lnTo>
                  <a:lnTo>
                    <a:pt x="7238" y="35820"/>
                  </a:lnTo>
                  <a:lnTo>
                    <a:pt x="6991" y="34789"/>
                  </a:lnTo>
                  <a:lnTo>
                    <a:pt x="6757" y="33762"/>
                  </a:lnTo>
                  <a:lnTo>
                    <a:pt x="6536" y="32737"/>
                  </a:lnTo>
                  <a:lnTo>
                    <a:pt x="6328" y="31715"/>
                  </a:lnTo>
                  <a:lnTo>
                    <a:pt x="6131" y="30694"/>
                  </a:lnTo>
                  <a:lnTo>
                    <a:pt x="5946" y="29674"/>
                  </a:lnTo>
                  <a:lnTo>
                    <a:pt x="5774" y="28653"/>
                  </a:lnTo>
                  <a:lnTo>
                    <a:pt x="5612" y="27632"/>
                  </a:lnTo>
                  <a:lnTo>
                    <a:pt x="5462" y="26609"/>
                  </a:lnTo>
                  <a:lnTo>
                    <a:pt x="5323" y="25583"/>
                  </a:lnTo>
                  <a:lnTo>
                    <a:pt x="5195" y="24554"/>
                  </a:lnTo>
                  <a:lnTo>
                    <a:pt x="5077" y="23522"/>
                  </a:lnTo>
                  <a:lnTo>
                    <a:pt x="4970" y="22484"/>
                  </a:lnTo>
                  <a:lnTo>
                    <a:pt x="4873" y="21441"/>
                  </a:lnTo>
                  <a:lnTo>
                    <a:pt x="4786" y="20391"/>
                  </a:lnTo>
                  <a:lnTo>
                    <a:pt x="4709" y="19335"/>
                  </a:lnTo>
                  <a:lnTo>
                    <a:pt x="4641" y="18270"/>
                  </a:lnTo>
                  <a:lnTo>
                    <a:pt x="4582" y="17197"/>
                  </a:lnTo>
                  <a:lnTo>
                    <a:pt x="4533" y="16114"/>
                  </a:lnTo>
                  <a:lnTo>
                    <a:pt x="4480" y="15073"/>
                  </a:lnTo>
                  <a:lnTo>
                    <a:pt x="4428" y="14024"/>
                  </a:lnTo>
                  <a:lnTo>
                    <a:pt x="4375" y="12961"/>
                  </a:lnTo>
                  <a:lnTo>
                    <a:pt x="4323" y="11877"/>
                  </a:lnTo>
                  <a:lnTo>
                    <a:pt x="4271" y="10793"/>
                  </a:lnTo>
                  <a:lnTo>
                    <a:pt x="4221" y="9709"/>
                  </a:lnTo>
                  <a:lnTo>
                    <a:pt x="4172" y="8625"/>
                  </a:lnTo>
                  <a:lnTo>
                    <a:pt x="4123" y="7540"/>
                  </a:lnTo>
                  <a:lnTo>
                    <a:pt x="4076" y="6456"/>
                  </a:lnTo>
                  <a:lnTo>
                    <a:pt x="4029" y="5371"/>
                  </a:lnTo>
                  <a:lnTo>
                    <a:pt x="3231" y="6169"/>
                  </a:lnTo>
                  <a:lnTo>
                    <a:pt x="2431" y="6969"/>
                  </a:lnTo>
                  <a:lnTo>
                    <a:pt x="1627" y="7773"/>
                  </a:lnTo>
                  <a:lnTo>
                    <a:pt x="818" y="8583"/>
                  </a:lnTo>
                  <a:lnTo>
                    <a:pt x="0" y="9400"/>
                  </a:lnTo>
                  <a:lnTo>
                    <a:pt x="189" y="7927"/>
                  </a:lnTo>
                  <a:lnTo>
                    <a:pt x="340" y="6796"/>
                  </a:lnTo>
                  <a:lnTo>
                    <a:pt x="476" y="5867"/>
                  </a:lnTo>
                  <a:lnTo>
                    <a:pt x="621" y="4998"/>
                  </a:lnTo>
                  <a:lnTo>
                    <a:pt x="798" y="4048"/>
                  </a:lnTo>
                  <a:lnTo>
                    <a:pt x="1031" y="2877"/>
                  </a:lnTo>
                  <a:lnTo>
                    <a:pt x="1343" y="1343"/>
                  </a:lnTo>
                  <a:lnTo>
                    <a:pt x="2675" y="687"/>
                  </a:lnTo>
                  <a:lnTo>
                    <a:pt x="3621" y="290"/>
                  </a:lnTo>
                  <a:lnTo>
                    <a:pt x="4437" y="86"/>
                  </a:lnTo>
                  <a:lnTo>
                    <a:pt x="5383" y="10"/>
                  </a:lnTo>
                  <a:lnTo>
                    <a:pt x="6715" y="0"/>
                  </a:lnTo>
                  <a:close/>
                </a:path>
              </a:pathLst>
            </a:custGeom>
            <a:solidFill>
              <a:srgbClr val="63071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0" name="region 278 #3B2126"/>
            <p:cNvSpPr/>
            <p:nvPr/>
          </p:nvSpPr>
          <p:spPr>
            <a:xfrm>
              <a:off x="1453354" y="840644"/>
              <a:ext cx="13074" cy="20143"/>
            </a:xfrm>
            <a:custGeom>
              <a:avLst/>
              <a:gdLst/>
              <a:ahLst/>
              <a:cxnLst/>
              <a:rect l="l" t="t" r="r" b="b"/>
              <a:pathLst>
                <a:path w="13074" h="20143">
                  <a:moveTo>
                    <a:pt x="988" y="0"/>
                  </a:moveTo>
                  <a:lnTo>
                    <a:pt x="2283" y="1589"/>
                  </a:lnTo>
                  <a:lnTo>
                    <a:pt x="3350" y="2903"/>
                  </a:lnTo>
                  <a:lnTo>
                    <a:pt x="4220" y="3987"/>
                  </a:lnTo>
                  <a:lnTo>
                    <a:pt x="4923" y="4880"/>
                  </a:lnTo>
                  <a:lnTo>
                    <a:pt x="5489" y="5628"/>
                  </a:lnTo>
                  <a:lnTo>
                    <a:pt x="5948" y="6270"/>
                  </a:lnTo>
                  <a:lnTo>
                    <a:pt x="6331" y="6851"/>
                  </a:lnTo>
                  <a:lnTo>
                    <a:pt x="6667" y="7412"/>
                  </a:lnTo>
                  <a:lnTo>
                    <a:pt x="6988" y="7995"/>
                  </a:lnTo>
                  <a:lnTo>
                    <a:pt x="7323" y="8644"/>
                  </a:lnTo>
                  <a:lnTo>
                    <a:pt x="7702" y="9400"/>
                  </a:lnTo>
                  <a:lnTo>
                    <a:pt x="8594" y="8947"/>
                  </a:lnTo>
                  <a:lnTo>
                    <a:pt x="9297" y="8540"/>
                  </a:lnTo>
                  <a:lnTo>
                    <a:pt x="9874" y="8102"/>
                  </a:lnTo>
                  <a:lnTo>
                    <a:pt x="10388" y="7554"/>
                  </a:lnTo>
                  <a:lnTo>
                    <a:pt x="10902" y="6817"/>
                  </a:lnTo>
                  <a:lnTo>
                    <a:pt x="11479" y="5812"/>
                  </a:lnTo>
                  <a:lnTo>
                    <a:pt x="12182" y="4462"/>
                  </a:lnTo>
                  <a:lnTo>
                    <a:pt x="13074" y="2686"/>
                  </a:lnTo>
                  <a:lnTo>
                    <a:pt x="13074" y="3750"/>
                  </a:lnTo>
                  <a:lnTo>
                    <a:pt x="13074" y="4814"/>
                  </a:lnTo>
                  <a:lnTo>
                    <a:pt x="13074" y="5878"/>
                  </a:lnTo>
                  <a:lnTo>
                    <a:pt x="13074" y="6943"/>
                  </a:lnTo>
                  <a:lnTo>
                    <a:pt x="13074" y="8010"/>
                  </a:lnTo>
                  <a:lnTo>
                    <a:pt x="13074" y="9078"/>
                  </a:lnTo>
                  <a:lnTo>
                    <a:pt x="13074" y="10147"/>
                  </a:lnTo>
                  <a:lnTo>
                    <a:pt x="13074" y="11219"/>
                  </a:lnTo>
                  <a:lnTo>
                    <a:pt x="13074" y="12293"/>
                  </a:lnTo>
                  <a:lnTo>
                    <a:pt x="13074" y="13369"/>
                  </a:lnTo>
                  <a:lnTo>
                    <a:pt x="13074" y="14449"/>
                  </a:lnTo>
                  <a:lnTo>
                    <a:pt x="13074" y="15531"/>
                  </a:lnTo>
                  <a:lnTo>
                    <a:pt x="13074" y="16617"/>
                  </a:lnTo>
                  <a:lnTo>
                    <a:pt x="13074" y="17707"/>
                  </a:lnTo>
                  <a:lnTo>
                    <a:pt x="13074" y="18801"/>
                  </a:lnTo>
                  <a:lnTo>
                    <a:pt x="12076" y="19133"/>
                  </a:lnTo>
                  <a:lnTo>
                    <a:pt x="11074" y="19467"/>
                  </a:lnTo>
                  <a:lnTo>
                    <a:pt x="10065" y="19803"/>
                  </a:lnTo>
                  <a:lnTo>
                    <a:pt x="9045" y="20143"/>
                  </a:lnTo>
                  <a:lnTo>
                    <a:pt x="9045" y="18811"/>
                  </a:lnTo>
                  <a:lnTo>
                    <a:pt x="9045" y="17458"/>
                  </a:lnTo>
                  <a:lnTo>
                    <a:pt x="7712" y="17458"/>
                  </a:lnTo>
                  <a:lnTo>
                    <a:pt x="6359" y="17458"/>
                  </a:lnTo>
                  <a:lnTo>
                    <a:pt x="6359" y="16125"/>
                  </a:lnTo>
                  <a:lnTo>
                    <a:pt x="6359" y="14772"/>
                  </a:lnTo>
                  <a:lnTo>
                    <a:pt x="5026" y="14772"/>
                  </a:lnTo>
                  <a:lnTo>
                    <a:pt x="3674" y="14772"/>
                  </a:lnTo>
                  <a:lnTo>
                    <a:pt x="3674" y="13439"/>
                  </a:lnTo>
                  <a:lnTo>
                    <a:pt x="3674" y="12086"/>
                  </a:lnTo>
                  <a:lnTo>
                    <a:pt x="2341" y="12086"/>
                  </a:lnTo>
                  <a:lnTo>
                    <a:pt x="988" y="12086"/>
                  </a:lnTo>
                  <a:lnTo>
                    <a:pt x="698" y="10883"/>
                  </a:lnTo>
                  <a:lnTo>
                    <a:pt x="453" y="9739"/>
                  </a:lnTo>
                  <a:lnTo>
                    <a:pt x="255" y="8641"/>
                  </a:lnTo>
                  <a:lnTo>
                    <a:pt x="111" y="7577"/>
                  </a:lnTo>
                  <a:lnTo>
                    <a:pt x="24" y="6534"/>
                  </a:lnTo>
                  <a:lnTo>
                    <a:pt x="0" y="5499"/>
                  </a:lnTo>
                  <a:lnTo>
                    <a:pt x="44" y="4460"/>
                  </a:lnTo>
                  <a:lnTo>
                    <a:pt x="160" y="3403"/>
                  </a:lnTo>
                  <a:lnTo>
                    <a:pt x="352" y="2316"/>
                  </a:lnTo>
                  <a:lnTo>
                    <a:pt x="627" y="1186"/>
                  </a:lnTo>
                  <a:lnTo>
                    <a:pt x="988" y="0"/>
                  </a:lnTo>
                  <a:close/>
                </a:path>
              </a:pathLst>
            </a:custGeom>
            <a:solidFill>
              <a:srgbClr val="3B212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1" name="region 279 #686868"/>
            <p:cNvSpPr/>
            <p:nvPr/>
          </p:nvSpPr>
          <p:spPr>
            <a:xfrm>
              <a:off x="1916293" y="773500"/>
              <a:ext cx="18616" cy="26858"/>
            </a:xfrm>
            <a:custGeom>
              <a:avLst/>
              <a:gdLst/>
              <a:ahLst/>
              <a:cxnLst/>
              <a:rect l="l" t="t" r="r" b="b"/>
              <a:pathLst>
                <a:path w="18616" h="26858">
                  <a:moveTo>
                    <a:pt x="0" y="0"/>
                  </a:moveTo>
                  <a:lnTo>
                    <a:pt x="1115" y="809"/>
                  </a:lnTo>
                  <a:lnTo>
                    <a:pt x="1994" y="1453"/>
                  </a:lnTo>
                  <a:lnTo>
                    <a:pt x="2715" y="1994"/>
                  </a:lnTo>
                  <a:lnTo>
                    <a:pt x="3358" y="2497"/>
                  </a:lnTo>
                  <a:lnTo>
                    <a:pt x="4000" y="3022"/>
                  </a:lnTo>
                  <a:lnTo>
                    <a:pt x="4722" y="3635"/>
                  </a:lnTo>
                  <a:lnTo>
                    <a:pt x="5600" y="4397"/>
                  </a:lnTo>
                  <a:lnTo>
                    <a:pt x="6715" y="5372"/>
                  </a:lnTo>
                  <a:lnTo>
                    <a:pt x="6715" y="6703"/>
                  </a:lnTo>
                  <a:lnTo>
                    <a:pt x="6715" y="8042"/>
                  </a:lnTo>
                  <a:lnTo>
                    <a:pt x="6715" y="9400"/>
                  </a:lnTo>
                  <a:lnTo>
                    <a:pt x="8048" y="9400"/>
                  </a:lnTo>
                  <a:lnTo>
                    <a:pt x="9401" y="9400"/>
                  </a:lnTo>
                  <a:lnTo>
                    <a:pt x="10409" y="10304"/>
                  </a:lnTo>
                  <a:lnTo>
                    <a:pt x="11162" y="10993"/>
                  </a:lnTo>
                  <a:lnTo>
                    <a:pt x="11794" y="11605"/>
                  </a:lnTo>
                  <a:lnTo>
                    <a:pt x="12446" y="12277"/>
                  </a:lnTo>
                  <a:lnTo>
                    <a:pt x="13253" y="13147"/>
                  </a:lnTo>
                  <a:lnTo>
                    <a:pt x="14353" y="14353"/>
                  </a:lnTo>
                  <a:lnTo>
                    <a:pt x="15218" y="15272"/>
                  </a:lnTo>
                  <a:lnTo>
                    <a:pt x="16088" y="16199"/>
                  </a:lnTo>
                  <a:lnTo>
                    <a:pt x="16971" y="17138"/>
                  </a:lnTo>
                  <a:lnTo>
                    <a:pt x="17740" y="18421"/>
                  </a:lnTo>
                  <a:lnTo>
                    <a:pt x="18244" y="19391"/>
                  </a:lnTo>
                  <a:lnTo>
                    <a:pt x="18523" y="20233"/>
                  </a:lnTo>
                  <a:lnTo>
                    <a:pt x="18616" y="21134"/>
                  </a:lnTo>
                  <a:lnTo>
                    <a:pt x="18565" y="22282"/>
                  </a:lnTo>
                  <a:lnTo>
                    <a:pt x="18407" y="23863"/>
                  </a:lnTo>
                  <a:lnTo>
                    <a:pt x="18094" y="24853"/>
                  </a:lnTo>
                  <a:lnTo>
                    <a:pt x="17778" y="25849"/>
                  </a:lnTo>
                  <a:lnTo>
                    <a:pt x="17458" y="26858"/>
                  </a:lnTo>
                  <a:lnTo>
                    <a:pt x="16670" y="26112"/>
                  </a:lnTo>
                  <a:lnTo>
                    <a:pt x="15888" y="25358"/>
                  </a:lnTo>
                  <a:lnTo>
                    <a:pt x="15114" y="24597"/>
                  </a:lnTo>
                  <a:lnTo>
                    <a:pt x="14347" y="23829"/>
                  </a:lnTo>
                  <a:lnTo>
                    <a:pt x="13587" y="23054"/>
                  </a:lnTo>
                  <a:lnTo>
                    <a:pt x="12833" y="22273"/>
                  </a:lnTo>
                  <a:lnTo>
                    <a:pt x="12086" y="21486"/>
                  </a:lnTo>
                  <a:lnTo>
                    <a:pt x="12086" y="20153"/>
                  </a:lnTo>
                  <a:lnTo>
                    <a:pt x="12086" y="18800"/>
                  </a:lnTo>
                  <a:lnTo>
                    <a:pt x="11022" y="18268"/>
                  </a:lnTo>
                  <a:lnTo>
                    <a:pt x="9956" y="17735"/>
                  </a:lnTo>
                  <a:lnTo>
                    <a:pt x="8884" y="17199"/>
                  </a:lnTo>
                  <a:lnTo>
                    <a:pt x="7805" y="16660"/>
                  </a:lnTo>
                  <a:lnTo>
                    <a:pt x="6715" y="16115"/>
                  </a:lnTo>
                  <a:lnTo>
                    <a:pt x="6715" y="14784"/>
                  </a:lnTo>
                  <a:lnTo>
                    <a:pt x="6715" y="13444"/>
                  </a:lnTo>
                  <a:lnTo>
                    <a:pt x="6715" y="12086"/>
                  </a:lnTo>
                  <a:lnTo>
                    <a:pt x="5717" y="11753"/>
                  </a:lnTo>
                  <a:lnTo>
                    <a:pt x="4716" y="11420"/>
                  </a:lnTo>
                  <a:lnTo>
                    <a:pt x="3707" y="11083"/>
                  </a:lnTo>
                  <a:lnTo>
                    <a:pt x="2686" y="10743"/>
                  </a:lnTo>
                  <a:lnTo>
                    <a:pt x="2686" y="9410"/>
                  </a:lnTo>
                  <a:lnTo>
                    <a:pt x="2686" y="8057"/>
                  </a:lnTo>
                  <a:lnTo>
                    <a:pt x="1353" y="8057"/>
                  </a:lnTo>
                  <a:lnTo>
                    <a:pt x="0" y="8057"/>
                  </a:lnTo>
                  <a:lnTo>
                    <a:pt x="0" y="6918"/>
                  </a:lnTo>
                  <a:lnTo>
                    <a:pt x="0" y="5776"/>
                  </a:lnTo>
                  <a:lnTo>
                    <a:pt x="0" y="4632"/>
                  </a:lnTo>
                  <a:lnTo>
                    <a:pt x="0" y="3484"/>
                  </a:lnTo>
                  <a:lnTo>
                    <a:pt x="0" y="2330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8686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2" name="region 280 #467196"/>
            <p:cNvSpPr/>
            <p:nvPr/>
          </p:nvSpPr>
          <p:spPr>
            <a:xfrm>
              <a:off x="2484606" y="678155"/>
              <a:ext cx="15842" cy="29544"/>
            </a:xfrm>
            <a:custGeom>
              <a:avLst/>
              <a:gdLst/>
              <a:ahLst/>
              <a:cxnLst/>
              <a:rect l="l" t="t" r="r" b="b"/>
              <a:pathLst>
                <a:path w="15842" h="29544">
                  <a:moveTo>
                    <a:pt x="7784" y="0"/>
                  </a:moveTo>
                  <a:lnTo>
                    <a:pt x="8924" y="0"/>
                  </a:lnTo>
                  <a:lnTo>
                    <a:pt x="10065" y="0"/>
                  </a:lnTo>
                  <a:lnTo>
                    <a:pt x="11209" y="0"/>
                  </a:lnTo>
                  <a:lnTo>
                    <a:pt x="12357" y="0"/>
                  </a:lnTo>
                  <a:lnTo>
                    <a:pt x="13511" y="0"/>
                  </a:lnTo>
                  <a:lnTo>
                    <a:pt x="14672" y="0"/>
                  </a:lnTo>
                  <a:lnTo>
                    <a:pt x="15842" y="0"/>
                  </a:lnTo>
                  <a:lnTo>
                    <a:pt x="15428" y="998"/>
                  </a:lnTo>
                  <a:lnTo>
                    <a:pt x="15012" y="1987"/>
                  </a:lnTo>
                  <a:lnTo>
                    <a:pt x="14592" y="2968"/>
                  </a:lnTo>
                  <a:lnTo>
                    <a:pt x="14168" y="3941"/>
                  </a:lnTo>
                  <a:lnTo>
                    <a:pt x="13738" y="4907"/>
                  </a:lnTo>
                  <a:lnTo>
                    <a:pt x="13302" y="5866"/>
                  </a:lnTo>
                  <a:lnTo>
                    <a:pt x="12858" y="6819"/>
                  </a:lnTo>
                  <a:lnTo>
                    <a:pt x="12406" y="7766"/>
                  </a:lnTo>
                  <a:lnTo>
                    <a:pt x="11944" y="8708"/>
                  </a:lnTo>
                  <a:lnTo>
                    <a:pt x="11472" y="9645"/>
                  </a:lnTo>
                  <a:lnTo>
                    <a:pt x="10988" y="10578"/>
                  </a:lnTo>
                  <a:lnTo>
                    <a:pt x="10491" y="11507"/>
                  </a:lnTo>
                  <a:lnTo>
                    <a:pt x="9981" y="12433"/>
                  </a:lnTo>
                  <a:lnTo>
                    <a:pt x="9457" y="13356"/>
                  </a:lnTo>
                  <a:lnTo>
                    <a:pt x="8916" y="14277"/>
                  </a:lnTo>
                  <a:lnTo>
                    <a:pt x="8359" y="15197"/>
                  </a:lnTo>
                  <a:lnTo>
                    <a:pt x="7784" y="16115"/>
                  </a:lnTo>
                  <a:lnTo>
                    <a:pt x="8451" y="16781"/>
                  </a:lnTo>
                  <a:lnTo>
                    <a:pt x="9127" y="17458"/>
                  </a:lnTo>
                  <a:lnTo>
                    <a:pt x="10460" y="16791"/>
                  </a:lnTo>
                  <a:lnTo>
                    <a:pt x="11813" y="16115"/>
                  </a:lnTo>
                  <a:lnTo>
                    <a:pt x="11591" y="17223"/>
                  </a:lnTo>
                  <a:lnTo>
                    <a:pt x="11369" y="18333"/>
                  </a:lnTo>
                  <a:lnTo>
                    <a:pt x="11147" y="19447"/>
                  </a:lnTo>
                  <a:lnTo>
                    <a:pt x="10923" y="20566"/>
                  </a:lnTo>
                  <a:lnTo>
                    <a:pt x="10697" y="21693"/>
                  </a:lnTo>
                  <a:lnTo>
                    <a:pt x="10470" y="22829"/>
                  </a:lnTo>
                  <a:lnTo>
                    <a:pt x="9137" y="22829"/>
                  </a:lnTo>
                  <a:lnTo>
                    <a:pt x="7784" y="22829"/>
                  </a:lnTo>
                  <a:lnTo>
                    <a:pt x="7563" y="23938"/>
                  </a:lnTo>
                  <a:lnTo>
                    <a:pt x="7341" y="25048"/>
                  </a:lnTo>
                  <a:lnTo>
                    <a:pt x="7118" y="26161"/>
                  </a:lnTo>
                  <a:lnTo>
                    <a:pt x="6894" y="27281"/>
                  </a:lnTo>
                  <a:lnTo>
                    <a:pt x="6669" y="28408"/>
                  </a:lnTo>
                  <a:lnTo>
                    <a:pt x="6441" y="29544"/>
                  </a:lnTo>
                  <a:lnTo>
                    <a:pt x="5944" y="28534"/>
                  </a:lnTo>
                  <a:lnTo>
                    <a:pt x="5588" y="27712"/>
                  </a:lnTo>
                  <a:lnTo>
                    <a:pt x="5349" y="26936"/>
                  </a:lnTo>
                  <a:lnTo>
                    <a:pt x="5204" y="26067"/>
                  </a:lnTo>
                  <a:lnTo>
                    <a:pt x="5130" y="24963"/>
                  </a:lnTo>
                  <a:lnTo>
                    <a:pt x="5102" y="23483"/>
                  </a:lnTo>
                  <a:lnTo>
                    <a:pt x="5099" y="21487"/>
                  </a:lnTo>
                  <a:lnTo>
                    <a:pt x="4600" y="22484"/>
                  </a:lnTo>
                  <a:lnTo>
                    <a:pt x="4101" y="23482"/>
                  </a:lnTo>
                  <a:lnTo>
                    <a:pt x="3601" y="24482"/>
                  </a:lnTo>
                  <a:lnTo>
                    <a:pt x="3099" y="25485"/>
                  </a:lnTo>
                  <a:lnTo>
                    <a:pt x="2596" y="26492"/>
                  </a:lnTo>
                  <a:lnTo>
                    <a:pt x="2090" y="27503"/>
                  </a:lnTo>
                  <a:lnTo>
                    <a:pt x="1582" y="28520"/>
                  </a:lnTo>
                  <a:lnTo>
                    <a:pt x="1070" y="29544"/>
                  </a:lnTo>
                  <a:lnTo>
                    <a:pt x="642" y="28345"/>
                  </a:lnTo>
                  <a:lnTo>
                    <a:pt x="328" y="27260"/>
                  </a:lnTo>
                  <a:lnTo>
                    <a:pt x="121" y="26254"/>
                  </a:lnTo>
                  <a:lnTo>
                    <a:pt x="14" y="25291"/>
                  </a:lnTo>
                  <a:lnTo>
                    <a:pt x="0" y="24335"/>
                  </a:lnTo>
                  <a:lnTo>
                    <a:pt x="72" y="23353"/>
                  </a:lnTo>
                  <a:lnTo>
                    <a:pt x="223" y="22308"/>
                  </a:lnTo>
                  <a:lnTo>
                    <a:pt x="446" y="21166"/>
                  </a:lnTo>
                  <a:lnTo>
                    <a:pt x="734" y="19891"/>
                  </a:lnTo>
                  <a:lnTo>
                    <a:pt x="1288" y="18644"/>
                  </a:lnTo>
                  <a:lnTo>
                    <a:pt x="1847" y="17388"/>
                  </a:lnTo>
                  <a:lnTo>
                    <a:pt x="2413" y="16115"/>
                  </a:lnTo>
                  <a:lnTo>
                    <a:pt x="3410" y="15782"/>
                  </a:lnTo>
                  <a:lnTo>
                    <a:pt x="4412" y="15449"/>
                  </a:lnTo>
                  <a:lnTo>
                    <a:pt x="5421" y="15112"/>
                  </a:lnTo>
                  <a:lnTo>
                    <a:pt x="6441" y="14772"/>
                  </a:lnTo>
                  <a:lnTo>
                    <a:pt x="6738" y="13705"/>
                  </a:lnTo>
                  <a:lnTo>
                    <a:pt x="7018" y="12634"/>
                  </a:lnTo>
                  <a:lnTo>
                    <a:pt x="7285" y="11559"/>
                  </a:lnTo>
                  <a:lnTo>
                    <a:pt x="7540" y="10481"/>
                  </a:lnTo>
                  <a:lnTo>
                    <a:pt x="7784" y="9401"/>
                  </a:lnTo>
                  <a:lnTo>
                    <a:pt x="8340" y="8429"/>
                  </a:lnTo>
                  <a:lnTo>
                    <a:pt x="8901" y="7462"/>
                  </a:lnTo>
                  <a:lnTo>
                    <a:pt x="9469" y="6498"/>
                  </a:lnTo>
                  <a:lnTo>
                    <a:pt x="10044" y="5538"/>
                  </a:lnTo>
                  <a:lnTo>
                    <a:pt x="10625" y="4582"/>
                  </a:lnTo>
                  <a:lnTo>
                    <a:pt x="11215" y="3632"/>
                  </a:lnTo>
                  <a:lnTo>
                    <a:pt x="11813" y="2686"/>
                  </a:lnTo>
                  <a:lnTo>
                    <a:pt x="10815" y="2354"/>
                  </a:lnTo>
                  <a:lnTo>
                    <a:pt x="9814" y="2020"/>
                  </a:lnTo>
                  <a:lnTo>
                    <a:pt x="8805" y="1683"/>
                  </a:lnTo>
                  <a:lnTo>
                    <a:pt x="7784" y="1343"/>
                  </a:lnTo>
                  <a:lnTo>
                    <a:pt x="7784" y="677"/>
                  </a:lnTo>
                  <a:lnTo>
                    <a:pt x="7784" y="0"/>
                  </a:lnTo>
                  <a:close/>
                </a:path>
              </a:pathLst>
            </a:custGeom>
            <a:solidFill>
              <a:srgbClr val="46719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3" name="region 281 #D3C2B2"/>
            <p:cNvSpPr/>
            <p:nvPr/>
          </p:nvSpPr>
          <p:spPr>
            <a:xfrm>
              <a:off x="1826320" y="153088"/>
              <a:ext cx="64459" cy="8057"/>
            </a:xfrm>
            <a:custGeom>
              <a:avLst/>
              <a:gdLst/>
              <a:ahLst/>
              <a:cxnLst/>
              <a:rect l="l" t="t" r="r" b="b"/>
              <a:pathLst>
                <a:path w="64459" h="8057">
                  <a:moveTo>
                    <a:pt x="29544" y="0"/>
                  </a:moveTo>
                  <a:lnTo>
                    <a:pt x="29544" y="1333"/>
                  </a:lnTo>
                  <a:lnTo>
                    <a:pt x="29544" y="2686"/>
                  </a:lnTo>
                  <a:lnTo>
                    <a:pt x="30708" y="2645"/>
                  </a:lnTo>
                  <a:lnTo>
                    <a:pt x="31876" y="2603"/>
                  </a:lnTo>
                  <a:lnTo>
                    <a:pt x="33053" y="2561"/>
                  </a:lnTo>
                  <a:lnTo>
                    <a:pt x="34244" y="2518"/>
                  </a:lnTo>
                  <a:lnTo>
                    <a:pt x="35297" y="2524"/>
                  </a:lnTo>
                  <a:lnTo>
                    <a:pt x="36348" y="2540"/>
                  </a:lnTo>
                  <a:lnTo>
                    <a:pt x="37397" y="2566"/>
                  </a:lnTo>
                  <a:lnTo>
                    <a:pt x="38445" y="2603"/>
                  </a:lnTo>
                  <a:lnTo>
                    <a:pt x="39491" y="2648"/>
                  </a:lnTo>
                  <a:lnTo>
                    <a:pt x="40535" y="2703"/>
                  </a:lnTo>
                  <a:lnTo>
                    <a:pt x="41579" y="2765"/>
                  </a:lnTo>
                  <a:lnTo>
                    <a:pt x="42621" y="2836"/>
                  </a:lnTo>
                  <a:lnTo>
                    <a:pt x="43663" y="2914"/>
                  </a:lnTo>
                  <a:lnTo>
                    <a:pt x="44705" y="2998"/>
                  </a:lnTo>
                  <a:lnTo>
                    <a:pt x="45746" y="3089"/>
                  </a:lnTo>
                  <a:lnTo>
                    <a:pt x="46787" y="3186"/>
                  </a:lnTo>
                  <a:lnTo>
                    <a:pt x="47828" y="3288"/>
                  </a:lnTo>
                  <a:lnTo>
                    <a:pt x="48870" y="3395"/>
                  </a:lnTo>
                  <a:lnTo>
                    <a:pt x="49912" y="3506"/>
                  </a:lnTo>
                  <a:lnTo>
                    <a:pt x="50955" y="3621"/>
                  </a:lnTo>
                  <a:lnTo>
                    <a:pt x="51999" y="3740"/>
                  </a:lnTo>
                  <a:lnTo>
                    <a:pt x="53044" y="3861"/>
                  </a:lnTo>
                  <a:lnTo>
                    <a:pt x="54496" y="4019"/>
                  </a:lnTo>
                  <a:lnTo>
                    <a:pt x="55969" y="4181"/>
                  </a:lnTo>
                  <a:lnTo>
                    <a:pt x="57166" y="4340"/>
                  </a:lnTo>
                  <a:lnTo>
                    <a:pt x="58360" y="4520"/>
                  </a:lnTo>
                  <a:lnTo>
                    <a:pt x="59551" y="4716"/>
                  </a:lnTo>
                  <a:lnTo>
                    <a:pt x="60741" y="4926"/>
                  </a:lnTo>
                  <a:lnTo>
                    <a:pt x="61929" y="5145"/>
                  </a:lnTo>
                  <a:lnTo>
                    <a:pt x="63116" y="5372"/>
                  </a:lnTo>
                  <a:lnTo>
                    <a:pt x="63450" y="6040"/>
                  </a:lnTo>
                  <a:lnTo>
                    <a:pt x="64459" y="8057"/>
                  </a:lnTo>
                  <a:lnTo>
                    <a:pt x="63102" y="7879"/>
                  </a:lnTo>
                  <a:lnTo>
                    <a:pt x="61735" y="7699"/>
                  </a:lnTo>
                  <a:lnTo>
                    <a:pt x="60351" y="7518"/>
                  </a:lnTo>
                  <a:lnTo>
                    <a:pt x="59293" y="7388"/>
                  </a:lnTo>
                  <a:lnTo>
                    <a:pt x="58236" y="7261"/>
                  </a:lnTo>
                  <a:lnTo>
                    <a:pt x="57179" y="7138"/>
                  </a:lnTo>
                  <a:lnTo>
                    <a:pt x="56122" y="7017"/>
                  </a:lnTo>
                  <a:lnTo>
                    <a:pt x="55066" y="6901"/>
                  </a:lnTo>
                  <a:lnTo>
                    <a:pt x="54009" y="6787"/>
                  </a:lnTo>
                  <a:lnTo>
                    <a:pt x="52953" y="6676"/>
                  </a:lnTo>
                  <a:lnTo>
                    <a:pt x="51897" y="6568"/>
                  </a:lnTo>
                  <a:lnTo>
                    <a:pt x="50841" y="6464"/>
                  </a:lnTo>
                  <a:lnTo>
                    <a:pt x="49785" y="6362"/>
                  </a:lnTo>
                  <a:lnTo>
                    <a:pt x="48729" y="6263"/>
                  </a:lnTo>
                  <a:lnTo>
                    <a:pt x="47673" y="6168"/>
                  </a:lnTo>
                  <a:lnTo>
                    <a:pt x="46617" y="6075"/>
                  </a:lnTo>
                  <a:lnTo>
                    <a:pt x="45561" y="5985"/>
                  </a:lnTo>
                  <a:lnTo>
                    <a:pt x="44505" y="5897"/>
                  </a:lnTo>
                  <a:lnTo>
                    <a:pt x="43449" y="5812"/>
                  </a:lnTo>
                  <a:lnTo>
                    <a:pt x="42393" y="5731"/>
                  </a:lnTo>
                  <a:lnTo>
                    <a:pt x="41337" y="5651"/>
                  </a:lnTo>
                  <a:lnTo>
                    <a:pt x="40281" y="5574"/>
                  </a:lnTo>
                  <a:lnTo>
                    <a:pt x="39224" y="5500"/>
                  </a:lnTo>
                  <a:lnTo>
                    <a:pt x="38168" y="5429"/>
                  </a:lnTo>
                  <a:lnTo>
                    <a:pt x="37111" y="5359"/>
                  </a:lnTo>
                  <a:lnTo>
                    <a:pt x="36053" y="5293"/>
                  </a:lnTo>
                  <a:lnTo>
                    <a:pt x="34996" y="5228"/>
                  </a:lnTo>
                  <a:lnTo>
                    <a:pt x="33938" y="5166"/>
                  </a:lnTo>
                  <a:lnTo>
                    <a:pt x="32880" y="5106"/>
                  </a:lnTo>
                  <a:lnTo>
                    <a:pt x="31822" y="5049"/>
                  </a:lnTo>
                  <a:lnTo>
                    <a:pt x="30763" y="4994"/>
                  </a:lnTo>
                  <a:lnTo>
                    <a:pt x="29704" y="4941"/>
                  </a:lnTo>
                  <a:lnTo>
                    <a:pt x="28644" y="4890"/>
                  </a:lnTo>
                  <a:lnTo>
                    <a:pt x="27584" y="4841"/>
                  </a:lnTo>
                  <a:lnTo>
                    <a:pt x="26524" y="4794"/>
                  </a:lnTo>
                  <a:lnTo>
                    <a:pt x="25462" y="4749"/>
                  </a:lnTo>
                  <a:lnTo>
                    <a:pt x="24401" y="4706"/>
                  </a:lnTo>
                  <a:lnTo>
                    <a:pt x="23339" y="4665"/>
                  </a:lnTo>
                  <a:lnTo>
                    <a:pt x="22276" y="4626"/>
                  </a:lnTo>
                  <a:lnTo>
                    <a:pt x="21213" y="4589"/>
                  </a:lnTo>
                  <a:lnTo>
                    <a:pt x="20149" y="4554"/>
                  </a:lnTo>
                  <a:lnTo>
                    <a:pt x="19084" y="4520"/>
                  </a:lnTo>
                  <a:lnTo>
                    <a:pt x="18019" y="4488"/>
                  </a:lnTo>
                  <a:lnTo>
                    <a:pt x="16647" y="4445"/>
                  </a:lnTo>
                  <a:lnTo>
                    <a:pt x="15265" y="4403"/>
                  </a:lnTo>
                  <a:lnTo>
                    <a:pt x="13864" y="4359"/>
                  </a:lnTo>
                  <a:lnTo>
                    <a:pt x="12646" y="4327"/>
                  </a:lnTo>
                  <a:lnTo>
                    <a:pt x="11419" y="4295"/>
                  </a:lnTo>
                  <a:lnTo>
                    <a:pt x="10175" y="4262"/>
                  </a:lnTo>
                  <a:lnTo>
                    <a:pt x="9019" y="4171"/>
                  </a:lnTo>
                  <a:lnTo>
                    <a:pt x="7876" y="4056"/>
                  </a:lnTo>
                  <a:lnTo>
                    <a:pt x="6743" y="3918"/>
                  </a:lnTo>
                  <a:lnTo>
                    <a:pt x="5618" y="3759"/>
                  </a:lnTo>
                  <a:lnTo>
                    <a:pt x="4498" y="3579"/>
                  </a:lnTo>
                  <a:lnTo>
                    <a:pt x="3379" y="3381"/>
                  </a:lnTo>
                  <a:lnTo>
                    <a:pt x="2258" y="3165"/>
                  </a:lnTo>
                  <a:lnTo>
                    <a:pt x="1133" y="2933"/>
                  </a:lnTo>
                  <a:lnTo>
                    <a:pt x="0" y="2686"/>
                  </a:lnTo>
                  <a:lnTo>
                    <a:pt x="0" y="2020"/>
                  </a:lnTo>
                  <a:lnTo>
                    <a:pt x="0" y="1343"/>
                  </a:lnTo>
                  <a:lnTo>
                    <a:pt x="1105" y="1287"/>
                  </a:lnTo>
                  <a:lnTo>
                    <a:pt x="2211" y="1231"/>
                  </a:lnTo>
                  <a:lnTo>
                    <a:pt x="3316" y="1175"/>
                  </a:lnTo>
                  <a:lnTo>
                    <a:pt x="4421" y="1119"/>
                  </a:lnTo>
                  <a:lnTo>
                    <a:pt x="5526" y="1063"/>
                  </a:lnTo>
                  <a:lnTo>
                    <a:pt x="6631" y="1007"/>
                  </a:lnTo>
                  <a:lnTo>
                    <a:pt x="7736" y="951"/>
                  </a:lnTo>
                  <a:lnTo>
                    <a:pt x="8841" y="895"/>
                  </a:lnTo>
                  <a:lnTo>
                    <a:pt x="9946" y="839"/>
                  </a:lnTo>
                  <a:lnTo>
                    <a:pt x="11051" y="783"/>
                  </a:lnTo>
                  <a:lnTo>
                    <a:pt x="12156" y="727"/>
                  </a:lnTo>
                  <a:lnTo>
                    <a:pt x="13261" y="672"/>
                  </a:lnTo>
                  <a:lnTo>
                    <a:pt x="14521" y="607"/>
                  </a:lnTo>
                  <a:lnTo>
                    <a:pt x="15789" y="543"/>
                  </a:lnTo>
                  <a:lnTo>
                    <a:pt x="17075" y="477"/>
                  </a:lnTo>
                  <a:lnTo>
                    <a:pt x="18280" y="416"/>
                  </a:lnTo>
                  <a:lnTo>
                    <a:pt x="19492" y="356"/>
                  </a:lnTo>
                  <a:lnTo>
                    <a:pt x="20721" y="294"/>
                  </a:lnTo>
                  <a:lnTo>
                    <a:pt x="21833" y="238"/>
                  </a:lnTo>
                  <a:lnTo>
                    <a:pt x="22953" y="181"/>
                  </a:lnTo>
                  <a:lnTo>
                    <a:pt x="24088" y="124"/>
                  </a:lnTo>
                  <a:lnTo>
                    <a:pt x="25178" y="80"/>
                  </a:lnTo>
                  <a:lnTo>
                    <a:pt x="26269" y="45"/>
                  </a:lnTo>
                  <a:lnTo>
                    <a:pt x="27360" y="20"/>
                  </a:lnTo>
                  <a:lnTo>
                    <a:pt x="28452" y="5"/>
                  </a:lnTo>
                  <a:lnTo>
                    <a:pt x="29544" y="0"/>
                  </a:lnTo>
                  <a:close/>
                </a:path>
              </a:pathLst>
            </a:custGeom>
            <a:solidFill>
              <a:srgbClr val="D3C2B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4" name="region 282 #646565"/>
            <p:cNvSpPr/>
            <p:nvPr/>
          </p:nvSpPr>
          <p:spPr>
            <a:xfrm>
              <a:off x="627336" y="850044"/>
              <a:ext cx="21276" cy="21487"/>
            </a:xfrm>
            <a:custGeom>
              <a:avLst/>
              <a:gdLst/>
              <a:ahLst/>
              <a:cxnLst/>
              <a:rect l="l" t="t" r="r" b="b"/>
              <a:pathLst>
                <a:path w="21276" h="21487">
                  <a:moveTo>
                    <a:pt x="1133" y="0"/>
                  </a:moveTo>
                  <a:lnTo>
                    <a:pt x="2130" y="333"/>
                  </a:lnTo>
                  <a:lnTo>
                    <a:pt x="3132" y="667"/>
                  </a:lnTo>
                  <a:lnTo>
                    <a:pt x="4141" y="1003"/>
                  </a:lnTo>
                  <a:lnTo>
                    <a:pt x="5161" y="1343"/>
                  </a:lnTo>
                  <a:lnTo>
                    <a:pt x="5161" y="2674"/>
                  </a:lnTo>
                  <a:lnTo>
                    <a:pt x="5161" y="4014"/>
                  </a:lnTo>
                  <a:lnTo>
                    <a:pt x="5161" y="5372"/>
                  </a:lnTo>
                  <a:lnTo>
                    <a:pt x="6494" y="5372"/>
                  </a:lnTo>
                  <a:lnTo>
                    <a:pt x="7847" y="5372"/>
                  </a:lnTo>
                  <a:lnTo>
                    <a:pt x="7847" y="6705"/>
                  </a:lnTo>
                  <a:lnTo>
                    <a:pt x="7847" y="8058"/>
                  </a:lnTo>
                  <a:lnTo>
                    <a:pt x="8845" y="8390"/>
                  </a:lnTo>
                  <a:lnTo>
                    <a:pt x="9846" y="8724"/>
                  </a:lnTo>
                  <a:lnTo>
                    <a:pt x="10855" y="9060"/>
                  </a:lnTo>
                  <a:lnTo>
                    <a:pt x="11876" y="9401"/>
                  </a:lnTo>
                  <a:lnTo>
                    <a:pt x="11876" y="10733"/>
                  </a:lnTo>
                  <a:lnTo>
                    <a:pt x="11876" y="12086"/>
                  </a:lnTo>
                  <a:lnTo>
                    <a:pt x="13209" y="12086"/>
                  </a:lnTo>
                  <a:lnTo>
                    <a:pt x="14562" y="12086"/>
                  </a:lnTo>
                  <a:lnTo>
                    <a:pt x="14562" y="13419"/>
                  </a:lnTo>
                  <a:lnTo>
                    <a:pt x="14562" y="14772"/>
                  </a:lnTo>
                  <a:lnTo>
                    <a:pt x="15853" y="15355"/>
                  </a:lnTo>
                  <a:lnTo>
                    <a:pt x="17164" y="15947"/>
                  </a:lnTo>
                  <a:lnTo>
                    <a:pt x="18526" y="16706"/>
                  </a:lnTo>
                  <a:lnTo>
                    <a:pt x="19421" y="17303"/>
                  </a:lnTo>
                  <a:lnTo>
                    <a:pt x="20046" y="17941"/>
                  </a:lnTo>
                  <a:lnTo>
                    <a:pt x="20598" y="18821"/>
                  </a:lnTo>
                  <a:lnTo>
                    <a:pt x="21276" y="20144"/>
                  </a:lnTo>
                  <a:lnTo>
                    <a:pt x="20212" y="20410"/>
                  </a:lnTo>
                  <a:lnTo>
                    <a:pt x="19145" y="20676"/>
                  </a:lnTo>
                  <a:lnTo>
                    <a:pt x="18074" y="20944"/>
                  </a:lnTo>
                  <a:lnTo>
                    <a:pt x="16994" y="21214"/>
                  </a:lnTo>
                  <a:lnTo>
                    <a:pt x="15904" y="21487"/>
                  </a:lnTo>
                  <a:lnTo>
                    <a:pt x="15572" y="20489"/>
                  </a:lnTo>
                  <a:lnTo>
                    <a:pt x="15238" y="19487"/>
                  </a:lnTo>
                  <a:lnTo>
                    <a:pt x="14902" y="18478"/>
                  </a:lnTo>
                  <a:lnTo>
                    <a:pt x="14562" y="17458"/>
                  </a:lnTo>
                  <a:lnTo>
                    <a:pt x="13498" y="17458"/>
                  </a:lnTo>
                  <a:lnTo>
                    <a:pt x="12431" y="17458"/>
                  </a:lnTo>
                  <a:lnTo>
                    <a:pt x="11359" y="17458"/>
                  </a:lnTo>
                  <a:lnTo>
                    <a:pt x="10280" y="17458"/>
                  </a:lnTo>
                  <a:lnTo>
                    <a:pt x="9190" y="17458"/>
                  </a:lnTo>
                  <a:lnTo>
                    <a:pt x="9190" y="16125"/>
                  </a:lnTo>
                  <a:lnTo>
                    <a:pt x="9190" y="14772"/>
                  </a:lnTo>
                  <a:lnTo>
                    <a:pt x="7857" y="14772"/>
                  </a:lnTo>
                  <a:lnTo>
                    <a:pt x="6504" y="14772"/>
                  </a:lnTo>
                  <a:lnTo>
                    <a:pt x="6283" y="13664"/>
                  </a:lnTo>
                  <a:lnTo>
                    <a:pt x="6061" y="12554"/>
                  </a:lnTo>
                  <a:lnTo>
                    <a:pt x="5838" y="11440"/>
                  </a:lnTo>
                  <a:lnTo>
                    <a:pt x="5614" y="10321"/>
                  </a:lnTo>
                  <a:lnTo>
                    <a:pt x="5389" y="9194"/>
                  </a:lnTo>
                  <a:lnTo>
                    <a:pt x="5161" y="8058"/>
                  </a:lnTo>
                  <a:lnTo>
                    <a:pt x="3830" y="8058"/>
                  </a:lnTo>
                  <a:lnTo>
                    <a:pt x="2491" y="8058"/>
                  </a:lnTo>
                  <a:lnTo>
                    <a:pt x="1133" y="8058"/>
                  </a:lnTo>
                  <a:lnTo>
                    <a:pt x="637" y="6390"/>
                  </a:lnTo>
                  <a:lnTo>
                    <a:pt x="283" y="5099"/>
                  </a:lnTo>
                  <a:lnTo>
                    <a:pt x="70" y="4092"/>
                  </a:lnTo>
                  <a:lnTo>
                    <a:pt x="0" y="3274"/>
                  </a:lnTo>
                  <a:lnTo>
                    <a:pt x="70" y="2550"/>
                  </a:lnTo>
                  <a:lnTo>
                    <a:pt x="283" y="1826"/>
                  </a:lnTo>
                  <a:lnTo>
                    <a:pt x="637" y="1008"/>
                  </a:lnTo>
                  <a:lnTo>
                    <a:pt x="1133" y="0"/>
                  </a:lnTo>
                  <a:close/>
                </a:path>
              </a:pathLst>
            </a:custGeom>
            <a:solidFill>
              <a:srgbClr val="64656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5" name="region 283 #454545"/>
            <p:cNvSpPr/>
            <p:nvPr/>
          </p:nvSpPr>
          <p:spPr>
            <a:xfrm>
              <a:off x="984333" y="617726"/>
              <a:ext cx="13471" cy="36258"/>
            </a:xfrm>
            <a:custGeom>
              <a:avLst/>
              <a:gdLst/>
              <a:ahLst/>
              <a:cxnLst/>
              <a:rect l="l" t="t" r="r" b="b"/>
              <a:pathLst>
                <a:path w="13471" h="36258">
                  <a:moveTo>
                    <a:pt x="0" y="0"/>
                  </a:moveTo>
                  <a:lnTo>
                    <a:pt x="1333" y="0"/>
                  </a:lnTo>
                  <a:lnTo>
                    <a:pt x="2685" y="0"/>
                  </a:lnTo>
                  <a:lnTo>
                    <a:pt x="3198" y="976"/>
                  </a:lnTo>
                  <a:lnTo>
                    <a:pt x="3705" y="1949"/>
                  </a:lnTo>
                  <a:lnTo>
                    <a:pt x="4204" y="2918"/>
                  </a:lnTo>
                  <a:lnTo>
                    <a:pt x="4697" y="3885"/>
                  </a:lnTo>
                  <a:lnTo>
                    <a:pt x="5181" y="4850"/>
                  </a:lnTo>
                  <a:lnTo>
                    <a:pt x="5657" y="5814"/>
                  </a:lnTo>
                  <a:lnTo>
                    <a:pt x="6125" y="6777"/>
                  </a:lnTo>
                  <a:lnTo>
                    <a:pt x="6584" y="7742"/>
                  </a:lnTo>
                  <a:lnTo>
                    <a:pt x="7033" y="8708"/>
                  </a:lnTo>
                  <a:lnTo>
                    <a:pt x="7472" y="9676"/>
                  </a:lnTo>
                  <a:lnTo>
                    <a:pt x="7901" y="10647"/>
                  </a:lnTo>
                  <a:lnTo>
                    <a:pt x="8319" y="11622"/>
                  </a:lnTo>
                  <a:lnTo>
                    <a:pt x="8726" y="12602"/>
                  </a:lnTo>
                  <a:lnTo>
                    <a:pt x="9121" y="13587"/>
                  </a:lnTo>
                  <a:lnTo>
                    <a:pt x="9504" y="14578"/>
                  </a:lnTo>
                  <a:lnTo>
                    <a:pt x="9875" y="15577"/>
                  </a:lnTo>
                  <a:lnTo>
                    <a:pt x="10233" y="16583"/>
                  </a:lnTo>
                  <a:lnTo>
                    <a:pt x="10578" y="17598"/>
                  </a:lnTo>
                  <a:lnTo>
                    <a:pt x="10909" y="18622"/>
                  </a:lnTo>
                  <a:lnTo>
                    <a:pt x="11225" y="19656"/>
                  </a:lnTo>
                  <a:lnTo>
                    <a:pt x="11527" y="20702"/>
                  </a:lnTo>
                  <a:lnTo>
                    <a:pt x="11814" y="21759"/>
                  </a:lnTo>
                  <a:lnTo>
                    <a:pt x="12086" y="22829"/>
                  </a:lnTo>
                  <a:lnTo>
                    <a:pt x="12418" y="23826"/>
                  </a:lnTo>
                  <a:lnTo>
                    <a:pt x="12752" y="24828"/>
                  </a:lnTo>
                  <a:lnTo>
                    <a:pt x="13088" y="25837"/>
                  </a:lnTo>
                  <a:lnTo>
                    <a:pt x="13429" y="26857"/>
                  </a:lnTo>
                  <a:lnTo>
                    <a:pt x="13445" y="27902"/>
                  </a:lnTo>
                  <a:lnTo>
                    <a:pt x="13457" y="28946"/>
                  </a:lnTo>
                  <a:lnTo>
                    <a:pt x="13466" y="29991"/>
                  </a:lnTo>
                  <a:lnTo>
                    <a:pt x="13470" y="31035"/>
                  </a:lnTo>
                  <a:lnTo>
                    <a:pt x="13471" y="32080"/>
                  </a:lnTo>
                  <a:lnTo>
                    <a:pt x="13467" y="33124"/>
                  </a:lnTo>
                  <a:lnTo>
                    <a:pt x="13459" y="34169"/>
                  </a:lnTo>
                  <a:lnTo>
                    <a:pt x="13446" y="35213"/>
                  </a:lnTo>
                  <a:lnTo>
                    <a:pt x="13429" y="36258"/>
                  </a:lnTo>
                  <a:lnTo>
                    <a:pt x="12429" y="35541"/>
                  </a:lnTo>
                  <a:lnTo>
                    <a:pt x="11720" y="34973"/>
                  </a:lnTo>
                  <a:lnTo>
                    <a:pt x="11108" y="34360"/>
                  </a:lnTo>
                  <a:lnTo>
                    <a:pt x="10399" y="33510"/>
                  </a:lnTo>
                  <a:lnTo>
                    <a:pt x="9400" y="32229"/>
                  </a:lnTo>
                  <a:lnTo>
                    <a:pt x="9325" y="30749"/>
                  </a:lnTo>
                  <a:lnTo>
                    <a:pt x="9269" y="29558"/>
                  </a:lnTo>
                  <a:lnTo>
                    <a:pt x="9232" y="28579"/>
                  </a:lnTo>
                  <a:lnTo>
                    <a:pt x="9213" y="27735"/>
                  </a:lnTo>
                  <a:lnTo>
                    <a:pt x="9213" y="26948"/>
                  </a:lnTo>
                  <a:lnTo>
                    <a:pt x="9232" y="26142"/>
                  </a:lnTo>
                  <a:lnTo>
                    <a:pt x="9269" y="25238"/>
                  </a:lnTo>
                  <a:lnTo>
                    <a:pt x="9325" y="24159"/>
                  </a:lnTo>
                  <a:lnTo>
                    <a:pt x="9400" y="22829"/>
                  </a:lnTo>
                  <a:lnTo>
                    <a:pt x="8067" y="22829"/>
                  </a:lnTo>
                  <a:lnTo>
                    <a:pt x="6714" y="22829"/>
                  </a:lnTo>
                  <a:lnTo>
                    <a:pt x="6345" y="21838"/>
                  </a:lnTo>
                  <a:lnTo>
                    <a:pt x="5975" y="20847"/>
                  </a:lnTo>
                  <a:lnTo>
                    <a:pt x="5606" y="19857"/>
                  </a:lnTo>
                  <a:lnTo>
                    <a:pt x="5237" y="18866"/>
                  </a:lnTo>
                  <a:lnTo>
                    <a:pt x="4868" y="17875"/>
                  </a:lnTo>
                  <a:lnTo>
                    <a:pt x="4499" y="16884"/>
                  </a:lnTo>
                  <a:lnTo>
                    <a:pt x="4130" y="15894"/>
                  </a:lnTo>
                  <a:lnTo>
                    <a:pt x="3761" y="14903"/>
                  </a:lnTo>
                  <a:lnTo>
                    <a:pt x="3337" y="13809"/>
                  </a:lnTo>
                  <a:lnTo>
                    <a:pt x="2904" y="12719"/>
                  </a:lnTo>
                  <a:lnTo>
                    <a:pt x="2461" y="11633"/>
                  </a:lnTo>
                  <a:lnTo>
                    <a:pt x="2010" y="10550"/>
                  </a:lnTo>
                  <a:lnTo>
                    <a:pt x="1553" y="9470"/>
                  </a:lnTo>
                  <a:lnTo>
                    <a:pt x="1090" y="8393"/>
                  </a:lnTo>
                  <a:lnTo>
                    <a:pt x="730" y="7385"/>
                  </a:lnTo>
                  <a:lnTo>
                    <a:pt x="460" y="6562"/>
                  </a:lnTo>
                  <a:lnTo>
                    <a:pt x="266" y="5826"/>
                  </a:lnTo>
                  <a:lnTo>
                    <a:pt x="136" y="5077"/>
                  </a:lnTo>
                  <a:lnTo>
                    <a:pt x="57" y="4219"/>
                  </a:lnTo>
                  <a:lnTo>
                    <a:pt x="17" y="3152"/>
                  </a:lnTo>
                  <a:lnTo>
                    <a:pt x="2" y="17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6" name="region 284 #220103"/>
            <p:cNvSpPr/>
            <p:nvPr/>
          </p:nvSpPr>
          <p:spPr>
            <a:xfrm>
              <a:off x="1360341" y="287276"/>
              <a:ext cx="38943" cy="6814"/>
            </a:xfrm>
            <a:custGeom>
              <a:avLst/>
              <a:gdLst/>
              <a:ahLst/>
              <a:cxnLst/>
              <a:rect l="l" t="t" r="r" b="b"/>
              <a:pathLst>
                <a:path w="38943" h="6814">
                  <a:moveTo>
                    <a:pt x="27948" y="17"/>
                  </a:moveTo>
                  <a:lnTo>
                    <a:pt x="29118" y="26"/>
                  </a:lnTo>
                  <a:lnTo>
                    <a:pt x="30293" y="35"/>
                  </a:lnTo>
                  <a:lnTo>
                    <a:pt x="31477" y="44"/>
                  </a:lnTo>
                  <a:lnTo>
                    <a:pt x="32675" y="53"/>
                  </a:lnTo>
                  <a:lnTo>
                    <a:pt x="33858" y="69"/>
                  </a:lnTo>
                  <a:lnTo>
                    <a:pt x="35049" y="85"/>
                  </a:lnTo>
                  <a:lnTo>
                    <a:pt x="36257" y="100"/>
                  </a:lnTo>
                  <a:lnTo>
                    <a:pt x="36701" y="1209"/>
                  </a:lnTo>
                  <a:lnTo>
                    <a:pt x="37144" y="2319"/>
                  </a:lnTo>
                  <a:lnTo>
                    <a:pt x="37590" y="3433"/>
                  </a:lnTo>
                  <a:lnTo>
                    <a:pt x="38037" y="4552"/>
                  </a:lnTo>
                  <a:lnTo>
                    <a:pt x="38488" y="5679"/>
                  </a:lnTo>
                  <a:lnTo>
                    <a:pt x="38943" y="6814"/>
                  </a:lnTo>
                  <a:lnTo>
                    <a:pt x="37667" y="6371"/>
                  </a:lnTo>
                  <a:lnTo>
                    <a:pt x="36383" y="5925"/>
                  </a:lnTo>
                  <a:lnTo>
                    <a:pt x="35081" y="5471"/>
                  </a:lnTo>
                  <a:lnTo>
                    <a:pt x="34127" y="5205"/>
                  </a:lnTo>
                  <a:lnTo>
                    <a:pt x="33146" y="4951"/>
                  </a:lnTo>
                  <a:lnTo>
                    <a:pt x="32141" y="4710"/>
                  </a:lnTo>
                  <a:lnTo>
                    <a:pt x="31114" y="4485"/>
                  </a:lnTo>
                  <a:lnTo>
                    <a:pt x="30070" y="4278"/>
                  </a:lnTo>
                  <a:lnTo>
                    <a:pt x="29011" y="4093"/>
                  </a:lnTo>
                  <a:lnTo>
                    <a:pt x="27940" y="3931"/>
                  </a:lnTo>
                  <a:lnTo>
                    <a:pt x="26860" y="3795"/>
                  </a:lnTo>
                  <a:lnTo>
                    <a:pt x="25775" y="3687"/>
                  </a:lnTo>
                  <a:lnTo>
                    <a:pt x="24687" y="3610"/>
                  </a:lnTo>
                  <a:lnTo>
                    <a:pt x="23600" y="3566"/>
                  </a:lnTo>
                  <a:lnTo>
                    <a:pt x="22516" y="3557"/>
                  </a:lnTo>
                  <a:lnTo>
                    <a:pt x="21438" y="3586"/>
                  </a:lnTo>
                  <a:lnTo>
                    <a:pt x="20371" y="3655"/>
                  </a:lnTo>
                  <a:lnTo>
                    <a:pt x="19316" y="3767"/>
                  </a:lnTo>
                  <a:lnTo>
                    <a:pt x="18277" y="3924"/>
                  </a:lnTo>
                  <a:lnTo>
                    <a:pt x="17257" y="4129"/>
                  </a:lnTo>
                  <a:lnTo>
                    <a:pt x="16259" y="4384"/>
                  </a:lnTo>
                  <a:lnTo>
                    <a:pt x="15287" y="4691"/>
                  </a:lnTo>
                  <a:lnTo>
                    <a:pt x="14342" y="5052"/>
                  </a:lnTo>
                  <a:lnTo>
                    <a:pt x="13428" y="5471"/>
                  </a:lnTo>
                  <a:lnTo>
                    <a:pt x="12282" y="5512"/>
                  </a:lnTo>
                  <a:lnTo>
                    <a:pt x="11134" y="5542"/>
                  </a:lnTo>
                  <a:lnTo>
                    <a:pt x="9987" y="5560"/>
                  </a:lnTo>
                  <a:lnTo>
                    <a:pt x="8840" y="5568"/>
                  </a:lnTo>
                  <a:lnTo>
                    <a:pt x="7692" y="5566"/>
                  </a:lnTo>
                  <a:lnTo>
                    <a:pt x="6545" y="5556"/>
                  </a:lnTo>
                  <a:lnTo>
                    <a:pt x="5321" y="5544"/>
                  </a:lnTo>
                  <a:lnTo>
                    <a:pt x="4090" y="5532"/>
                  </a:lnTo>
                  <a:lnTo>
                    <a:pt x="2842" y="5520"/>
                  </a:lnTo>
                  <a:lnTo>
                    <a:pt x="1431" y="5495"/>
                  </a:lnTo>
                  <a:lnTo>
                    <a:pt x="0" y="5471"/>
                  </a:lnTo>
                  <a:lnTo>
                    <a:pt x="0" y="4141"/>
                  </a:lnTo>
                  <a:lnTo>
                    <a:pt x="0" y="2801"/>
                  </a:lnTo>
                  <a:lnTo>
                    <a:pt x="0" y="1443"/>
                  </a:lnTo>
                  <a:lnTo>
                    <a:pt x="598" y="1455"/>
                  </a:lnTo>
                  <a:lnTo>
                    <a:pt x="2406" y="1491"/>
                  </a:lnTo>
                  <a:lnTo>
                    <a:pt x="3469" y="1503"/>
                  </a:lnTo>
                  <a:lnTo>
                    <a:pt x="4539" y="1515"/>
                  </a:lnTo>
                  <a:lnTo>
                    <a:pt x="5622" y="1527"/>
                  </a:lnTo>
                  <a:lnTo>
                    <a:pt x="6088" y="1534"/>
                  </a:lnTo>
                  <a:lnTo>
                    <a:pt x="6908" y="1547"/>
                  </a:lnTo>
                  <a:lnTo>
                    <a:pt x="8785" y="1574"/>
                  </a:lnTo>
                  <a:lnTo>
                    <a:pt x="10190" y="1516"/>
                  </a:lnTo>
                  <a:lnTo>
                    <a:pt x="11226" y="1457"/>
                  </a:lnTo>
                  <a:lnTo>
                    <a:pt x="12071" y="1375"/>
                  </a:lnTo>
                  <a:lnTo>
                    <a:pt x="12908" y="1249"/>
                  </a:lnTo>
                  <a:lnTo>
                    <a:pt x="13915" y="1055"/>
                  </a:lnTo>
                  <a:lnTo>
                    <a:pt x="15274" y="771"/>
                  </a:lnTo>
                  <a:lnTo>
                    <a:pt x="16340" y="584"/>
                  </a:lnTo>
                  <a:lnTo>
                    <a:pt x="17397" y="429"/>
                  </a:lnTo>
                  <a:lnTo>
                    <a:pt x="18448" y="303"/>
                  </a:lnTo>
                  <a:lnTo>
                    <a:pt x="19495" y="203"/>
                  </a:lnTo>
                  <a:lnTo>
                    <a:pt x="20539" y="127"/>
                  </a:lnTo>
                  <a:lnTo>
                    <a:pt x="21583" y="72"/>
                  </a:lnTo>
                  <a:lnTo>
                    <a:pt x="22628" y="34"/>
                  </a:lnTo>
                  <a:lnTo>
                    <a:pt x="23677" y="11"/>
                  </a:lnTo>
                  <a:lnTo>
                    <a:pt x="24731" y="1"/>
                  </a:lnTo>
                  <a:lnTo>
                    <a:pt x="25793" y="0"/>
                  </a:lnTo>
                  <a:lnTo>
                    <a:pt x="26865" y="6"/>
                  </a:lnTo>
                  <a:lnTo>
                    <a:pt x="27948" y="17"/>
                  </a:lnTo>
                  <a:close/>
                </a:path>
              </a:pathLst>
            </a:custGeom>
            <a:solidFill>
              <a:srgbClr val="220103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7" name="region 285 #BBC8D3"/>
            <p:cNvSpPr/>
            <p:nvPr/>
          </p:nvSpPr>
          <p:spPr>
            <a:xfrm>
              <a:off x="217547" y="170546"/>
              <a:ext cx="32229" cy="12135"/>
            </a:xfrm>
            <a:custGeom>
              <a:avLst/>
              <a:gdLst/>
              <a:ahLst/>
              <a:cxnLst/>
              <a:rect l="l" t="t" r="r" b="b"/>
              <a:pathLst>
                <a:path w="32229" h="12135">
                  <a:moveTo>
                    <a:pt x="32229" y="0"/>
                  </a:moveTo>
                  <a:lnTo>
                    <a:pt x="32229" y="1331"/>
                  </a:lnTo>
                  <a:lnTo>
                    <a:pt x="32229" y="2670"/>
                  </a:lnTo>
                  <a:lnTo>
                    <a:pt x="32229" y="4028"/>
                  </a:lnTo>
                  <a:lnTo>
                    <a:pt x="31225" y="4370"/>
                  </a:lnTo>
                  <a:lnTo>
                    <a:pt x="30221" y="4710"/>
                  </a:lnTo>
                  <a:lnTo>
                    <a:pt x="29216" y="5050"/>
                  </a:lnTo>
                  <a:lnTo>
                    <a:pt x="28211" y="5388"/>
                  </a:lnTo>
                  <a:lnTo>
                    <a:pt x="27206" y="5725"/>
                  </a:lnTo>
                  <a:lnTo>
                    <a:pt x="26201" y="6062"/>
                  </a:lnTo>
                  <a:lnTo>
                    <a:pt x="25195" y="6397"/>
                  </a:lnTo>
                  <a:lnTo>
                    <a:pt x="24188" y="6731"/>
                  </a:lnTo>
                  <a:lnTo>
                    <a:pt x="23182" y="7064"/>
                  </a:lnTo>
                  <a:lnTo>
                    <a:pt x="22175" y="7396"/>
                  </a:lnTo>
                  <a:lnTo>
                    <a:pt x="21167" y="7727"/>
                  </a:lnTo>
                  <a:lnTo>
                    <a:pt x="20160" y="8056"/>
                  </a:lnTo>
                  <a:lnTo>
                    <a:pt x="19151" y="8384"/>
                  </a:lnTo>
                  <a:lnTo>
                    <a:pt x="18143" y="8711"/>
                  </a:lnTo>
                  <a:lnTo>
                    <a:pt x="17134" y="9036"/>
                  </a:lnTo>
                  <a:lnTo>
                    <a:pt x="16124" y="9360"/>
                  </a:lnTo>
                  <a:lnTo>
                    <a:pt x="15114" y="9683"/>
                  </a:lnTo>
                  <a:lnTo>
                    <a:pt x="14104" y="10004"/>
                  </a:lnTo>
                  <a:lnTo>
                    <a:pt x="13093" y="10324"/>
                  </a:lnTo>
                  <a:lnTo>
                    <a:pt x="12621" y="10473"/>
                  </a:lnTo>
                  <a:lnTo>
                    <a:pt x="11789" y="10738"/>
                  </a:lnTo>
                  <a:lnTo>
                    <a:pt x="9882" y="11346"/>
                  </a:lnTo>
                  <a:lnTo>
                    <a:pt x="8763" y="11584"/>
                  </a:lnTo>
                  <a:lnTo>
                    <a:pt x="7666" y="11773"/>
                  </a:lnTo>
                  <a:lnTo>
                    <a:pt x="6583" y="11918"/>
                  </a:lnTo>
                  <a:lnTo>
                    <a:pt x="5508" y="12023"/>
                  </a:lnTo>
                  <a:lnTo>
                    <a:pt x="4432" y="12091"/>
                  </a:lnTo>
                  <a:lnTo>
                    <a:pt x="3351" y="12127"/>
                  </a:lnTo>
                  <a:lnTo>
                    <a:pt x="2256" y="12135"/>
                  </a:lnTo>
                  <a:lnTo>
                    <a:pt x="1141" y="12120"/>
                  </a:lnTo>
                  <a:lnTo>
                    <a:pt x="0" y="12086"/>
                  </a:lnTo>
                  <a:lnTo>
                    <a:pt x="807" y="11163"/>
                  </a:lnTo>
                  <a:lnTo>
                    <a:pt x="1607" y="10321"/>
                  </a:lnTo>
                  <a:lnTo>
                    <a:pt x="2405" y="9554"/>
                  </a:lnTo>
                  <a:lnTo>
                    <a:pt x="3204" y="8856"/>
                  </a:lnTo>
                  <a:lnTo>
                    <a:pt x="4010" y="8221"/>
                  </a:lnTo>
                  <a:lnTo>
                    <a:pt x="4826" y="7644"/>
                  </a:lnTo>
                  <a:lnTo>
                    <a:pt x="5659" y="7118"/>
                  </a:lnTo>
                  <a:lnTo>
                    <a:pt x="6511" y="6639"/>
                  </a:lnTo>
                  <a:lnTo>
                    <a:pt x="7388" y="6199"/>
                  </a:lnTo>
                  <a:lnTo>
                    <a:pt x="8294" y="5795"/>
                  </a:lnTo>
                  <a:lnTo>
                    <a:pt x="9234" y="5419"/>
                  </a:lnTo>
                  <a:lnTo>
                    <a:pt x="10213" y="5067"/>
                  </a:lnTo>
                  <a:lnTo>
                    <a:pt x="11235" y="4732"/>
                  </a:lnTo>
                  <a:lnTo>
                    <a:pt x="12304" y="4409"/>
                  </a:lnTo>
                  <a:lnTo>
                    <a:pt x="13425" y="4092"/>
                  </a:lnTo>
                  <a:lnTo>
                    <a:pt x="14603" y="3776"/>
                  </a:lnTo>
                  <a:lnTo>
                    <a:pt x="15806" y="3450"/>
                  </a:lnTo>
                  <a:lnTo>
                    <a:pt x="17014" y="3123"/>
                  </a:lnTo>
                  <a:lnTo>
                    <a:pt x="18230" y="2793"/>
                  </a:lnTo>
                  <a:lnTo>
                    <a:pt x="19461" y="2460"/>
                  </a:lnTo>
                  <a:lnTo>
                    <a:pt x="20521" y="2212"/>
                  </a:lnTo>
                  <a:lnTo>
                    <a:pt x="21581" y="1973"/>
                  </a:lnTo>
                  <a:lnTo>
                    <a:pt x="22640" y="1742"/>
                  </a:lnTo>
                  <a:lnTo>
                    <a:pt x="23700" y="1519"/>
                  </a:lnTo>
                  <a:lnTo>
                    <a:pt x="24759" y="1304"/>
                  </a:lnTo>
                  <a:lnTo>
                    <a:pt x="25819" y="1097"/>
                  </a:lnTo>
                  <a:lnTo>
                    <a:pt x="26881" y="897"/>
                  </a:lnTo>
                  <a:lnTo>
                    <a:pt x="27945" y="704"/>
                  </a:lnTo>
                  <a:lnTo>
                    <a:pt x="29011" y="518"/>
                  </a:lnTo>
                  <a:lnTo>
                    <a:pt x="30080" y="339"/>
                  </a:lnTo>
                  <a:lnTo>
                    <a:pt x="31152" y="166"/>
                  </a:lnTo>
                  <a:lnTo>
                    <a:pt x="32229" y="0"/>
                  </a:lnTo>
                  <a:close/>
                </a:path>
              </a:pathLst>
            </a:custGeom>
            <a:solidFill>
              <a:srgbClr val="BBC8D3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8" name="region 286 #696969"/>
            <p:cNvSpPr/>
            <p:nvPr/>
          </p:nvSpPr>
          <p:spPr>
            <a:xfrm>
              <a:off x="2519248" y="902417"/>
              <a:ext cx="22829" cy="20143"/>
            </a:xfrm>
            <a:custGeom>
              <a:avLst/>
              <a:gdLst/>
              <a:ahLst/>
              <a:cxnLst/>
              <a:rect l="l" t="t" r="r" b="b"/>
              <a:pathLst>
                <a:path w="22829" h="20143">
                  <a:moveTo>
                    <a:pt x="2686" y="0"/>
                  </a:moveTo>
                  <a:lnTo>
                    <a:pt x="3757" y="433"/>
                  </a:lnTo>
                  <a:lnTo>
                    <a:pt x="4747" y="906"/>
                  </a:lnTo>
                  <a:lnTo>
                    <a:pt x="5665" y="1418"/>
                  </a:lnTo>
                  <a:lnTo>
                    <a:pt x="6520" y="1970"/>
                  </a:lnTo>
                  <a:lnTo>
                    <a:pt x="7322" y="2561"/>
                  </a:lnTo>
                  <a:lnTo>
                    <a:pt x="8080" y="3192"/>
                  </a:lnTo>
                  <a:lnTo>
                    <a:pt x="8803" y="3861"/>
                  </a:lnTo>
                  <a:lnTo>
                    <a:pt x="9500" y="4569"/>
                  </a:lnTo>
                  <a:lnTo>
                    <a:pt x="10182" y="5316"/>
                  </a:lnTo>
                  <a:lnTo>
                    <a:pt x="10856" y="6102"/>
                  </a:lnTo>
                  <a:lnTo>
                    <a:pt x="11533" y="6925"/>
                  </a:lnTo>
                  <a:lnTo>
                    <a:pt x="12221" y="7787"/>
                  </a:lnTo>
                  <a:lnTo>
                    <a:pt x="12931" y="8687"/>
                  </a:lnTo>
                  <a:lnTo>
                    <a:pt x="13728" y="9536"/>
                  </a:lnTo>
                  <a:lnTo>
                    <a:pt x="14547" y="10330"/>
                  </a:lnTo>
                  <a:lnTo>
                    <a:pt x="15388" y="11075"/>
                  </a:lnTo>
                  <a:lnTo>
                    <a:pt x="16249" y="11779"/>
                  </a:lnTo>
                  <a:lnTo>
                    <a:pt x="17130" y="12449"/>
                  </a:lnTo>
                  <a:lnTo>
                    <a:pt x="18032" y="13090"/>
                  </a:lnTo>
                  <a:lnTo>
                    <a:pt x="18953" y="13710"/>
                  </a:lnTo>
                  <a:lnTo>
                    <a:pt x="19894" y="14316"/>
                  </a:lnTo>
                  <a:lnTo>
                    <a:pt x="20854" y="14914"/>
                  </a:lnTo>
                  <a:lnTo>
                    <a:pt x="21832" y="15511"/>
                  </a:lnTo>
                  <a:lnTo>
                    <a:pt x="22829" y="16114"/>
                  </a:lnTo>
                  <a:lnTo>
                    <a:pt x="22161" y="16448"/>
                  </a:lnTo>
                  <a:lnTo>
                    <a:pt x="20143" y="17457"/>
                  </a:lnTo>
                  <a:lnTo>
                    <a:pt x="18810" y="16791"/>
                  </a:lnTo>
                  <a:lnTo>
                    <a:pt x="17457" y="16114"/>
                  </a:lnTo>
                  <a:lnTo>
                    <a:pt x="17790" y="17112"/>
                  </a:lnTo>
                  <a:lnTo>
                    <a:pt x="18124" y="18114"/>
                  </a:lnTo>
                  <a:lnTo>
                    <a:pt x="18460" y="19123"/>
                  </a:lnTo>
                  <a:lnTo>
                    <a:pt x="18800" y="20143"/>
                  </a:lnTo>
                  <a:lnTo>
                    <a:pt x="17469" y="20143"/>
                  </a:lnTo>
                  <a:lnTo>
                    <a:pt x="16129" y="20143"/>
                  </a:lnTo>
                  <a:lnTo>
                    <a:pt x="14772" y="20143"/>
                  </a:lnTo>
                  <a:lnTo>
                    <a:pt x="14190" y="19145"/>
                  </a:lnTo>
                  <a:lnTo>
                    <a:pt x="13604" y="18140"/>
                  </a:lnTo>
                  <a:lnTo>
                    <a:pt x="13010" y="17122"/>
                  </a:lnTo>
                  <a:lnTo>
                    <a:pt x="12367" y="16135"/>
                  </a:lnTo>
                  <a:lnTo>
                    <a:pt x="11706" y="15234"/>
                  </a:lnTo>
                  <a:lnTo>
                    <a:pt x="11025" y="14409"/>
                  </a:lnTo>
                  <a:lnTo>
                    <a:pt x="10322" y="13648"/>
                  </a:lnTo>
                  <a:lnTo>
                    <a:pt x="9594" y="12943"/>
                  </a:lnTo>
                  <a:lnTo>
                    <a:pt x="8841" y="12282"/>
                  </a:lnTo>
                  <a:lnTo>
                    <a:pt x="8059" y="11656"/>
                  </a:lnTo>
                  <a:lnTo>
                    <a:pt x="7249" y="11055"/>
                  </a:lnTo>
                  <a:lnTo>
                    <a:pt x="6406" y="10467"/>
                  </a:lnTo>
                  <a:lnTo>
                    <a:pt x="5531" y="9884"/>
                  </a:lnTo>
                  <a:lnTo>
                    <a:pt x="4620" y="9295"/>
                  </a:lnTo>
                  <a:lnTo>
                    <a:pt x="3672" y="8689"/>
                  </a:lnTo>
                  <a:lnTo>
                    <a:pt x="2686" y="8057"/>
                  </a:lnTo>
                  <a:lnTo>
                    <a:pt x="2686" y="6724"/>
                  </a:lnTo>
                  <a:lnTo>
                    <a:pt x="2686" y="5371"/>
                  </a:lnTo>
                  <a:lnTo>
                    <a:pt x="1353" y="5371"/>
                  </a:lnTo>
                  <a:lnTo>
                    <a:pt x="0" y="5371"/>
                  </a:lnTo>
                  <a:lnTo>
                    <a:pt x="0" y="4039"/>
                  </a:lnTo>
                  <a:lnTo>
                    <a:pt x="0" y="2686"/>
                  </a:lnTo>
                  <a:lnTo>
                    <a:pt x="1333" y="2686"/>
                  </a:lnTo>
                  <a:lnTo>
                    <a:pt x="2686" y="2686"/>
                  </a:lnTo>
                  <a:lnTo>
                    <a:pt x="2686" y="1353"/>
                  </a:lnTo>
                  <a:lnTo>
                    <a:pt x="2686" y="0"/>
                  </a:lnTo>
                  <a:close/>
                </a:path>
              </a:pathLst>
            </a:custGeom>
            <a:solidFill>
              <a:srgbClr val="69696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9" name="region 287 #A7A8A3"/>
            <p:cNvSpPr/>
            <p:nvPr/>
          </p:nvSpPr>
          <p:spPr>
            <a:xfrm>
              <a:off x="1717782" y="384064"/>
              <a:ext cx="21251" cy="22829"/>
            </a:xfrm>
            <a:custGeom>
              <a:avLst/>
              <a:gdLst/>
              <a:ahLst/>
              <a:cxnLst/>
              <a:rect l="l" t="t" r="r" b="b"/>
              <a:pathLst>
                <a:path w="21251" h="22829">
                  <a:moveTo>
                    <a:pt x="13194" y="0"/>
                  </a:moveTo>
                  <a:lnTo>
                    <a:pt x="14191" y="332"/>
                  </a:lnTo>
                  <a:lnTo>
                    <a:pt x="15189" y="665"/>
                  </a:lnTo>
                  <a:lnTo>
                    <a:pt x="16189" y="999"/>
                  </a:lnTo>
                  <a:lnTo>
                    <a:pt x="17192" y="1333"/>
                  </a:lnTo>
                  <a:lnTo>
                    <a:pt x="18199" y="1668"/>
                  </a:lnTo>
                  <a:lnTo>
                    <a:pt x="19210" y="2006"/>
                  </a:lnTo>
                  <a:lnTo>
                    <a:pt x="20227" y="2345"/>
                  </a:lnTo>
                  <a:lnTo>
                    <a:pt x="21251" y="2686"/>
                  </a:lnTo>
                  <a:lnTo>
                    <a:pt x="21251" y="3352"/>
                  </a:lnTo>
                  <a:lnTo>
                    <a:pt x="21251" y="4029"/>
                  </a:lnTo>
                  <a:lnTo>
                    <a:pt x="20003" y="4306"/>
                  </a:lnTo>
                  <a:lnTo>
                    <a:pt x="18747" y="4585"/>
                  </a:lnTo>
                  <a:lnTo>
                    <a:pt x="17475" y="4868"/>
                  </a:lnTo>
                  <a:lnTo>
                    <a:pt x="16218" y="5455"/>
                  </a:lnTo>
                  <a:lnTo>
                    <a:pt x="15144" y="6053"/>
                  </a:lnTo>
                  <a:lnTo>
                    <a:pt x="14229" y="6672"/>
                  </a:lnTo>
                  <a:lnTo>
                    <a:pt x="13449" y="7320"/>
                  </a:lnTo>
                  <a:lnTo>
                    <a:pt x="12780" y="8009"/>
                  </a:lnTo>
                  <a:lnTo>
                    <a:pt x="12197" y="8747"/>
                  </a:lnTo>
                  <a:lnTo>
                    <a:pt x="11677" y="9545"/>
                  </a:lnTo>
                  <a:lnTo>
                    <a:pt x="11195" y="10413"/>
                  </a:lnTo>
                  <a:lnTo>
                    <a:pt x="10727" y="11359"/>
                  </a:lnTo>
                  <a:lnTo>
                    <a:pt x="10249" y="12395"/>
                  </a:lnTo>
                  <a:lnTo>
                    <a:pt x="9736" y="13529"/>
                  </a:lnTo>
                  <a:lnTo>
                    <a:pt x="9165" y="14772"/>
                  </a:lnTo>
                  <a:lnTo>
                    <a:pt x="7712" y="15346"/>
                  </a:lnTo>
                  <a:lnTo>
                    <a:pt x="6706" y="15704"/>
                  </a:lnTo>
                  <a:lnTo>
                    <a:pt x="5889" y="15908"/>
                  </a:lnTo>
                  <a:lnTo>
                    <a:pt x="5004" y="16023"/>
                  </a:lnTo>
                  <a:lnTo>
                    <a:pt x="3793" y="16115"/>
                  </a:lnTo>
                  <a:lnTo>
                    <a:pt x="4015" y="17223"/>
                  </a:lnTo>
                  <a:lnTo>
                    <a:pt x="4237" y="18333"/>
                  </a:lnTo>
                  <a:lnTo>
                    <a:pt x="4460" y="19447"/>
                  </a:lnTo>
                  <a:lnTo>
                    <a:pt x="4684" y="20566"/>
                  </a:lnTo>
                  <a:lnTo>
                    <a:pt x="4909" y="21693"/>
                  </a:lnTo>
                  <a:lnTo>
                    <a:pt x="5136" y="22829"/>
                  </a:lnTo>
                  <a:lnTo>
                    <a:pt x="4139" y="22496"/>
                  </a:lnTo>
                  <a:lnTo>
                    <a:pt x="3137" y="22163"/>
                  </a:lnTo>
                  <a:lnTo>
                    <a:pt x="2128" y="21826"/>
                  </a:lnTo>
                  <a:lnTo>
                    <a:pt x="1108" y="21486"/>
                  </a:lnTo>
                  <a:lnTo>
                    <a:pt x="645" y="20260"/>
                  </a:lnTo>
                  <a:lnTo>
                    <a:pt x="310" y="19185"/>
                  </a:lnTo>
                  <a:lnTo>
                    <a:pt x="96" y="18217"/>
                  </a:lnTo>
                  <a:lnTo>
                    <a:pt x="0" y="17310"/>
                  </a:lnTo>
                  <a:lnTo>
                    <a:pt x="16" y="16418"/>
                  </a:lnTo>
                  <a:lnTo>
                    <a:pt x="140" y="15495"/>
                  </a:lnTo>
                  <a:lnTo>
                    <a:pt x="366" y="14496"/>
                  </a:lnTo>
                  <a:lnTo>
                    <a:pt x="690" y="13375"/>
                  </a:lnTo>
                  <a:lnTo>
                    <a:pt x="1108" y="12086"/>
                  </a:lnTo>
                  <a:lnTo>
                    <a:pt x="2439" y="12086"/>
                  </a:lnTo>
                  <a:lnTo>
                    <a:pt x="3779" y="12086"/>
                  </a:lnTo>
                  <a:lnTo>
                    <a:pt x="5136" y="12086"/>
                  </a:lnTo>
                  <a:lnTo>
                    <a:pt x="5136" y="10755"/>
                  </a:lnTo>
                  <a:lnTo>
                    <a:pt x="5136" y="9415"/>
                  </a:lnTo>
                  <a:lnTo>
                    <a:pt x="5136" y="8057"/>
                  </a:lnTo>
                  <a:lnTo>
                    <a:pt x="6469" y="8057"/>
                  </a:lnTo>
                  <a:lnTo>
                    <a:pt x="7822" y="8057"/>
                  </a:lnTo>
                  <a:lnTo>
                    <a:pt x="8406" y="6807"/>
                  </a:lnTo>
                  <a:lnTo>
                    <a:pt x="8997" y="5539"/>
                  </a:lnTo>
                  <a:lnTo>
                    <a:pt x="9646" y="4325"/>
                  </a:lnTo>
                  <a:lnTo>
                    <a:pt x="10160" y="3432"/>
                  </a:lnTo>
                  <a:lnTo>
                    <a:pt x="10655" y="2707"/>
                  </a:lnTo>
                  <a:lnTo>
                    <a:pt x="11248" y="1996"/>
                  </a:lnTo>
                  <a:lnTo>
                    <a:pt x="12055" y="1145"/>
                  </a:lnTo>
                  <a:lnTo>
                    <a:pt x="13194" y="0"/>
                  </a:lnTo>
                  <a:close/>
                </a:path>
              </a:pathLst>
            </a:custGeom>
            <a:solidFill>
              <a:srgbClr val="A7A8A3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0" name="region 288 #434165"/>
            <p:cNvSpPr/>
            <p:nvPr/>
          </p:nvSpPr>
          <p:spPr>
            <a:xfrm>
              <a:off x="646897" y="765023"/>
              <a:ext cx="17829" cy="20795"/>
            </a:xfrm>
            <a:custGeom>
              <a:avLst/>
              <a:gdLst/>
              <a:ahLst/>
              <a:cxnLst/>
              <a:rect l="l" t="t" r="r" b="b"/>
              <a:pathLst>
                <a:path w="17829" h="20795">
                  <a:moveTo>
                    <a:pt x="11367" y="0"/>
                  </a:moveTo>
                  <a:lnTo>
                    <a:pt x="12445" y="56"/>
                  </a:lnTo>
                  <a:lnTo>
                    <a:pt x="13523" y="116"/>
                  </a:lnTo>
                  <a:lnTo>
                    <a:pt x="14600" y="182"/>
                  </a:lnTo>
                  <a:lnTo>
                    <a:pt x="15677" y="254"/>
                  </a:lnTo>
                  <a:lnTo>
                    <a:pt x="16753" y="333"/>
                  </a:lnTo>
                  <a:lnTo>
                    <a:pt x="17829" y="419"/>
                  </a:lnTo>
                  <a:lnTo>
                    <a:pt x="17829" y="1752"/>
                  </a:lnTo>
                  <a:lnTo>
                    <a:pt x="17829" y="3105"/>
                  </a:lnTo>
                  <a:lnTo>
                    <a:pt x="16766" y="3105"/>
                  </a:lnTo>
                  <a:lnTo>
                    <a:pt x="15702" y="3105"/>
                  </a:lnTo>
                  <a:lnTo>
                    <a:pt x="14636" y="3105"/>
                  </a:lnTo>
                  <a:lnTo>
                    <a:pt x="13569" y="3105"/>
                  </a:lnTo>
                  <a:lnTo>
                    <a:pt x="12499" y="3105"/>
                  </a:lnTo>
                  <a:lnTo>
                    <a:pt x="11425" y="3105"/>
                  </a:lnTo>
                  <a:lnTo>
                    <a:pt x="10348" y="3105"/>
                  </a:lnTo>
                  <a:lnTo>
                    <a:pt x="9266" y="3105"/>
                  </a:lnTo>
                  <a:lnTo>
                    <a:pt x="8179" y="3105"/>
                  </a:lnTo>
                  <a:lnTo>
                    <a:pt x="7086" y="3105"/>
                  </a:lnTo>
                  <a:lnTo>
                    <a:pt x="6844" y="4193"/>
                  </a:lnTo>
                  <a:lnTo>
                    <a:pt x="6602" y="5282"/>
                  </a:lnTo>
                  <a:lnTo>
                    <a:pt x="6360" y="6371"/>
                  </a:lnTo>
                  <a:lnTo>
                    <a:pt x="6118" y="7463"/>
                  </a:lnTo>
                  <a:lnTo>
                    <a:pt x="5875" y="8556"/>
                  </a:lnTo>
                  <a:lnTo>
                    <a:pt x="5632" y="9652"/>
                  </a:lnTo>
                  <a:lnTo>
                    <a:pt x="5387" y="10751"/>
                  </a:lnTo>
                  <a:lnTo>
                    <a:pt x="5142" y="11854"/>
                  </a:lnTo>
                  <a:lnTo>
                    <a:pt x="4896" y="12961"/>
                  </a:lnTo>
                  <a:lnTo>
                    <a:pt x="4649" y="14073"/>
                  </a:lnTo>
                  <a:lnTo>
                    <a:pt x="4400" y="15191"/>
                  </a:lnTo>
                  <a:lnTo>
                    <a:pt x="5733" y="15191"/>
                  </a:lnTo>
                  <a:lnTo>
                    <a:pt x="7086" y="15191"/>
                  </a:lnTo>
                  <a:lnTo>
                    <a:pt x="7086" y="16524"/>
                  </a:lnTo>
                  <a:lnTo>
                    <a:pt x="7086" y="17877"/>
                  </a:lnTo>
                  <a:lnTo>
                    <a:pt x="8194" y="18099"/>
                  </a:lnTo>
                  <a:lnTo>
                    <a:pt x="9304" y="18321"/>
                  </a:lnTo>
                  <a:lnTo>
                    <a:pt x="10418" y="18544"/>
                  </a:lnTo>
                  <a:lnTo>
                    <a:pt x="11538" y="18767"/>
                  </a:lnTo>
                  <a:lnTo>
                    <a:pt x="12665" y="18992"/>
                  </a:lnTo>
                  <a:lnTo>
                    <a:pt x="13800" y="19219"/>
                  </a:lnTo>
                  <a:lnTo>
                    <a:pt x="13800" y="19886"/>
                  </a:lnTo>
                  <a:lnTo>
                    <a:pt x="13800" y="20562"/>
                  </a:lnTo>
                  <a:lnTo>
                    <a:pt x="12558" y="20671"/>
                  </a:lnTo>
                  <a:lnTo>
                    <a:pt x="11411" y="20752"/>
                  </a:lnTo>
                  <a:lnTo>
                    <a:pt x="10341" y="20795"/>
                  </a:lnTo>
                  <a:lnTo>
                    <a:pt x="9333" y="20789"/>
                  </a:lnTo>
                  <a:lnTo>
                    <a:pt x="8368" y="20721"/>
                  </a:lnTo>
                  <a:lnTo>
                    <a:pt x="7430" y="20580"/>
                  </a:lnTo>
                  <a:lnTo>
                    <a:pt x="6502" y="20355"/>
                  </a:lnTo>
                  <a:lnTo>
                    <a:pt x="5568" y="20034"/>
                  </a:lnTo>
                  <a:lnTo>
                    <a:pt x="4610" y="19606"/>
                  </a:lnTo>
                  <a:lnTo>
                    <a:pt x="3611" y="19059"/>
                  </a:lnTo>
                  <a:lnTo>
                    <a:pt x="2555" y="18382"/>
                  </a:lnTo>
                  <a:lnTo>
                    <a:pt x="1849" y="17296"/>
                  </a:lnTo>
                  <a:lnTo>
                    <a:pt x="1271" y="16288"/>
                  </a:lnTo>
                  <a:lnTo>
                    <a:pt x="814" y="15335"/>
                  </a:lnTo>
                  <a:lnTo>
                    <a:pt x="467" y="14417"/>
                  </a:lnTo>
                  <a:lnTo>
                    <a:pt x="222" y="13511"/>
                  </a:lnTo>
                  <a:lnTo>
                    <a:pt x="69" y="12596"/>
                  </a:lnTo>
                  <a:lnTo>
                    <a:pt x="0" y="11650"/>
                  </a:lnTo>
                  <a:lnTo>
                    <a:pt x="4" y="10653"/>
                  </a:lnTo>
                  <a:lnTo>
                    <a:pt x="74" y="9582"/>
                  </a:lnTo>
                  <a:lnTo>
                    <a:pt x="199" y="8416"/>
                  </a:lnTo>
                  <a:lnTo>
                    <a:pt x="371" y="7134"/>
                  </a:lnTo>
                  <a:lnTo>
                    <a:pt x="812" y="5808"/>
                  </a:lnTo>
                  <a:lnTo>
                    <a:pt x="1275" y="4657"/>
                  </a:lnTo>
                  <a:lnTo>
                    <a:pt x="1770" y="3668"/>
                  </a:lnTo>
                  <a:lnTo>
                    <a:pt x="2302" y="2829"/>
                  </a:lnTo>
                  <a:lnTo>
                    <a:pt x="2880" y="2128"/>
                  </a:lnTo>
                  <a:lnTo>
                    <a:pt x="3511" y="1553"/>
                  </a:lnTo>
                  <a:lnTo>
                    <a:pt x="4202" y="1091"/>
                  </a:lnTo>
                  <a:lnTo>
                    <a:pt x="4962" y="730"/>
                  </a:lnTo>
                  <a:lnTo>
                    <a:pt x="5797" y="457"/>
                  </a:lnTo>
                  <a:lnTo>
                    <a:pt x="6715" y="262"/>
                  </a:lnTo>
                  <a:lnTo>
                    <a:pt x="7724" y="130"/>
                  </a:lnTo>
                  <a:lnTo>
                    <a:pt x="8830" y="51"/>
                  </a:lnTo>
                  <a:lnTo>
                    <a:pt x="10042" y="12"/>
                  </a:lnTo>
                  <a:lnTo>
                    <a:pt x="11367" y="0"/>
                  </a:lnTo>
                  <a:close/>
                </a:path>
              </a:pathLst>
            </a:custGeom>
            <a:solidFill>
              <a:srgbClr val="43416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1" name="region 289 #969797"/>
            <p:cNvSpPr/>
            <p:nvPr/>
          </p:nvSpPr>
          <p:spPr>
            <a:xfrm>
              <a:off x="1698746" y="725156"/>
              <a:ext cx="22829" cy="10743"/>
            </a:xfrm>
            <a:custGeom>
              <a:avLst/>
              <a:gdLst/>
              <a:ahLst/>
              <a:cxnLst/>
              <a:rect l="l" t="t" r="r" b="b"/>
              <a:pathLst>
                <a:path w="22829" h="10743">
                  <a:moveTo>
                    <a:pt x="2686" y="0"/>
                  </a:moveTo>
                  <a:lnTo>
                    <a:pt x="3772" y="141"/>
                  </a:lnTo>
                  <a:lnTo>
                    <a:pt x="4852" y="290"/>
                  </a:lnTo>
                  <a:lnTo>
                    <a:pt x="5927" y="448"/>
                  </a:lnTo>
                  <a:lnTo>
                    <a:pt x="6997" y="615"/>
                  </a:lnTo>
                  <a:lnTo>
                    <a:pt x="8064" y="789"/>
                  </a:lnTo>
                  <a:lnTo>
                    <a:pt x="9126" y="972"/>
                  </a:lnTo>
                  <a:lnTo>
                    <a:pt x="10185" y="1163"/>
                  </a:lnTo>
                  <a:lnTo>
                    <a:pt x="11242" y="1362"/>
                  </a:lnTo>
                  <a:lnTo>
                    <a:pt x="12296" y="1569"/>
                  </a:lnTo>
                  <a:lnTo>
                    <a:pt x="13349" y="1783"/>
                  </a:lnTo>
                  <a:lnTo>
                    <a:pt x="14401" y="2004"/>
                  </a:lnTo>
                  <a:lnTo>
                    <a:pt x="15451" y="2233"/>
                  </a:lnTo>
                  <a:lnTo>
                    <a:pt x="16502" y="2470"/>
                  </a:lnTo>
                  <a:lnTo>
                    <a:pt x="17553" y="2713"/>
                  </a:lnTo>
                  <a:lnTo>
                    <a:pt x="18605" y="2963"/>
                  </a:lnTo>
                  <a:lnTo>
                    <a:pt x="19658" y="3220"/>
                  </a:lnTo>
                  <a:lnTo>
                    <a:pt x="20712" y="3483"/>
                  </a:lnTo>
                  <a:lnTo>
                    <a:pt x="21770" y="3753"/>
                  </a:lnTo>
                  <a:lnTo>
                    <a:pt x="22829" y="4029"/>
                  </a:lnTo>
                  <a:lnTo>
                    <a:pt x="22829" y="5137"/>
                  </a:lnTo>
                  <a:lnTo>
                    <a:pt x="22829" y="6247"/>
                  </a:lnTo>
                  <a:lnTo>
                    <a:pt x="22829" y="7361"/>
                  </a:lnTo>
                  <a:lnTo>
                    <a:pt x="22829" y="8480"/>
                  </a:lnTo>
                  <a:lnTo>
                    <a:pt x="22829" y="9607"/>
                  </a:lnTo>
                  <a:lnTo>
                    <a:pt x="22829" y="10743"/>
                  </a:lnTo>
                  <a:lnTo>
                    <a:pt x="21720" y="10652"/>
                  </a:lnTo>
                  <a:lnTo>
                    <a:pt x="20632" y="10543"/>
                  </a:lnTo>
                  <a:lnTo>
                    <a:pt x="19564" y="10415"/>
                  </a:lnTo>
                  <a:lnTo>
                    <a:pt x="18515" y="10269"/>
                  </a:lnTo>
                  <a:lnTo>
                    <a:pt x="17482" y="10105"/>
                  </a:lnTo>
                  <a:lnTo>
                    <a:pt x="16466" y="9922"/>
                  </a:lnTo>
                  <a:lnTo>
                    <a:pt x="15463" y="9720"/>
                  </a:lnTo>
                  <a:lnTo>
                    <a:pt x="14472" y="9501"/>
                  </a:lnTo>
                  <a:lnTo>
                    <a:pt x="13492" y="9263"/>
                  </a:lnTo>
                  <a:lnTo>
                    <a:pt x="12521" y="9007"/>
                  </a:lnTo>
                  <a:lnTo>
                    <a:pt x="11558" y="8732"/>
                  </a:lnTo>
                  <a:lnTo>
                    <a:pt x="10600" y="8440"/>
                  </a:lnTo>
                  <a:lnTo>
                    <a:pt x="9647" y="8129"/>
                  </a:lnTo>
                  <a:lnTo>
                    <a:pt x="8696" y="7800"/>
                  </a:lnTo>
                  <a:lnTo>
                    <a:pt x="7746" y="7453"/>
                  </a:lnTo>
                  <a:lnTo>
                    <a:pt x="6797" y="7088"/>
                  </a:lnTo>
                  <a:lnTo>
                    <a:pt x="5845" y="6705"/>
                  </a:lnTo>
                  <a:lnTo>
                    <a:pt x="4889" y="6304"/>
                  </a:lnTo>
                  <a:lnTo>
                    <a:pt x="3928" y="5885"/>
                  </a:lnTo>
                  <a:lnTo>
                    <a:pt x="2960" y="5448"/>
                  </a:lnTo>
                  <a:lnTo>
                    <a:pt x="1984" y="4993"/>
                  </a:lnTo>
                  <a:lnTo>
                    <a:pt x="998" y="4520"/>
                  </a:lnTo>
                  <a:lnTo>
                    <a:pt x="0" y="4029"/>
                  </a:lnTo>
                  <a:lnTo>
                    <a:pt x="1151" y="3463"/>
                  </a:lnTo>
                  <a:lnTo>
                    <a:pt x="2040" y="3084"/>
                  </a:lnTo>
                  <a:lnTo>
                    <a:pt x="2854" y="2854"/>
                  </a:lnTo>
                  <a:lnTo>
                    <a:pt x="3780" y="2736"/>
                  </a:lnTo>
                  <a:lnTo>
                    <a:pt x="5005" y="2692"/>
                  </a:lnTo>
                  <a:lnTo>
                    <a:pt x="6715" y="2686"/>
                  </a:lnTo>
                  <a:lnTo>
                    <a:pt x="5717" y="2021"/>
                  </a:lnTo>
                  <a:lnTo>
                    <a:pt x="4716" y="1353"/>
                  </a:lnTo>
                  <a:lnTo>
                    <a:pt x="3707" y="681"/>
                  </a:lnTo>
                  <a:lnTo>
                    <a:pt x="2686" y="0"/>
                  </a:lnTo>
                  <a:close/>
                </a:path>
              </a:pathLst>
            </a:custGeom>
            <a:solidFill>
              <a:srgbClr val="96979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2" name="region 290 #535252"/>
            <p:cNvSpPr/>
            <p:nvPr/>
          </p:nvSpPr>
          <p:spPr>
            <a:xfrm>
              <a:off x="1509400" y="308863"/>
              <a:ext cx="21486" cy="17457"/>
            </a:xfrm>
            <a:custGeom>
              <a:avLst/>
              <a:gdLst/>
              <a:ahLst/>
              <a:cxnLst/>
              <a:rect l="l" t="t" r="r" b="b"/>
              <a:pathLst>
                <a:path w="21486" h="17457">
                  <a:moveTo>
                    <a:pt x="6714" y="0"/>
                  </a:moveTo>
                  <a:lnTo>
                    <a:pt x="7858" y="788"/>
                  </a:lnTo>
                  <a:lnTo>
                    <a:pt x="8704" y="1380"/>
                  </a:lnTo>
                  <a:lnTo>
                    <a:pt x="9400" y="1888"/>
                  </a:lnTo>
                  <a:lnTo>
                    <a:pt x="10096" y="2424"/>
                  </a:lnTo>
                  <a:lnTo>
                    <a:pt x="10942" y="3100"/>
                  </a:lnTo>
                  <a:lnTo>
                    <a:pt x="12086" y="4028"/>
                  </a:lnTo>
                  <a:lnTo>
                    <a:pt x="12086" y="5361"/>
                  </a:lnTo>
                  <a:lnTo>
                    <a:pt x="12086" y="6714"/>
                  </a:lnTo>
                  <a:lnTo>
                    <a:pt x="13293" y="7214"/>
                  </a:lnTo>
                  <a:lnTo>
                    <a:pt x="14519" y="7721"/>
                  </a:lnTo>
                  <a:lnTo>
                    <a:pt x="15577" y="8362"/>
                  </a:lnTo>
                  <a:lnTo>
                    <a:pt x="16519" y="9010"/>
                  </a:lnTo>
                  <a:lnTo>
                    <a:pt x="17367" y="9678"/>
                  </a:lnTo>
                  <a:lnTo>
                    <a:pt x="18137" y="10377"/>
                  </a:lnTo>
                  <a:lnTo>
                    <a:pt x="18848" y="11121"/>
                  </a:lnTo>
                  <a:lnTo>
                    <a:pt x="19520" y="11920"/>
                  </a:lnTo>
                  <a:lnTo>
                    <a:pt x="20172" y="12786"/>
                  </a:lnTo>
                  <a:lnTo>
                    <a:pt x="20821" y="13733"/>
                  </a:lnTo>
                  <a:lnTo>
                    <a:pt x="21486" y="14771"/>
                  </a:lnTo>
                  <a:lnTo>
                    <a:pt x="21486" y="16104"/>
                  </a:lnTo>
                  <a:lnTo>
                    <a:pt x="21486" y="17457"/>
                  </a:lnTo>
                  <a:lnTo>
                    <a:pt x="20419" y="17232"/>
                  </a:lnTo>
                  <a:lnTo>
                    <a:pt x="19376" y="16972"/>
                  </a:lnTo>
                  <a:lnTo>
                    <a:pt x="18353" y="16681"/>
                  </a:lnTo>
                  <a:lnTo>
                    <a:pt x="17349" y="16359"/>
                  </a:lnTo>
                  <a:lnTo>
                    <a:pt x="16361" y="16010"/>
                  </a:lnTo>
                  <a:lnTo>
                    <a:pt x="15386" y="15636"/>
                  </a:lnTo>
                  <a:lnTo>
                    <a:pt x="14421" y="15239"/>
                  </a:lnTo>
                  <a:lnTo>
                    <a:pt x="13463" y="14821"/>
                  </a:lnTo>
                  <a:lnTo>
                    <a:pt x="12510" y="14384"/>
                  </a:lnTo>
                  <a:lnTo>
                    <a:pt x="11559" y="13931"/>
                  </a:lnTo>
                  <a:lnTo>
                    <a:pt x="10607" y="13464"/>
                  </a:lnTo>
                  <a:lnTo>
                    <a:pt x="9652" y="12986"/>
                  </a:lnTo>
                  <a:lnTo>
                    <a:pt x="8691" y="12498"/>
                  </a:lnTo>
                  <a:lnTo>
                    <a:pt x="7722" y="12002"/>
                  </a:lnTo>
                  <a:lnTo>
                    <a:pt x="6635" y="11450"/>
                  </a:lnTo>
                  <a:lnTo>
                    <a:pt x="5545" y="10896"/>
                  </a:lnTo>
                  <a:lnTo>
                    <a:pt x="4447" y="10337"/>
                  </a:lnTo>
                  <a:lnTo>
                    <a:pt x="3336" y="9772"/>
                  </a:lnTo>
                  <a:lnTo>
                    <a:pt x="2845" y="9520"/>
                  </a:lnTo>
                  <a:lnTo>
                    <a:pt x="1980" y="9076"/>
                  </a:lnTo>
                  <a:lnTo>
                    <a:pt x="0" y="8057"/>
                  </a:lnTo>
                  <a:lnTo>
                    <a:pt x="1333" y="7390"/>
                  </a:lnTo>
                  <a:lnTo>
                    <a:pt x="2686" y="6714"/>
                  </a:lnTo>
                  <a:lnTo>
                    <a:pt x="4019" y="7380"/>
                  </a:lnTo>
                  <a:lnTo>
                    <a:pt x="5371" y="8057"/>
                  </a:lnTo>
                  <a:lnTo>
                    <a:pt x="5371" y="6724"/>
                  </a:lnTo>
                  <a:lnTo>
                    <a:pt x="5371" y="5371"/>
                  </a:lnTo>
                  <a:lnTo>
                    <a:pt x="6702" y="5371"/>
                  </a:lnTo>
                  <a:lnTo>
                    <a:pt x="8042" y="5371"/>
                  </a:lnTo>
                  <a:lnTo>
                    <a:pt x="9400" y="5371"/>
                  </a:lnTo>
                  <a:lnTo>
                    <a:pt x="8868" y="4307"/>
                  </a:lnTo>
                  <a:lnTo>
                    <a:pt x="8335" y="3241"/>
                  </a:lnTo>
                  <a:lnTo>
                    <a:pt x="7799" y="2169"/>
                  </a:lnTo>
                  <a:lnTo>
                    <a:pt x="7259" y="1089"/>
                  </a:lnTo>
                  <a:lnTo>
                    <a:pt x="6714" y="0"/>
                  </a:lnTo>
                  <a:close/>
                </a:path>
              </a:pathLst>
            </a:custGeom>
            <a:solidFill>
              <a:srgbClr val="53525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3" name="region 291 #7C7C7C"/>
            <p:cNvSpPr/>
            <p:nvPr/>
          </p:nvSpPr>
          <p:spPr>
            <a:xfrm>
              <a:off x="2590421" y="950761"/>
              <a:ext cx="29543" cy="11549"/>
            </a:xfrm>
            <a:custGeom>
              <a:avLst/>
              <a:gdLst/>
              <a:ahLst/>
              <a:cxnLst/>
              <a:rect l="l" t="t" r="r" b="b"/>
              <a:pathLst>
                <a:path w="29543" h="11549">
                  <a:moveTo>
                    <a:pt x="6714" y="0"/>
                  </a:moveTo>
                  <a:lnTo>
                    <a:pt x="7750" y="201"/>
                  </a:lnTo>
                  <a:lnTo>
                    <a:pt x="8786" y="403"/>
                  </a:lnTo>
                  <a:lnTo>
                    <a:pt x="9822" y="607"/>
                  </a:lnTo>
                  <a:lnTo>
                    <a:pt x="10857" y="811"/>
                  </a:lnTo>
                  <a:lnTo>
                    <a:pt x="11892" y="1017"/>
                  </a:lnTo>
                  <a:lnTo>
                    <a:pt x="12927" y="1223"/>
                  </a:lnTo>
                  <a:lnTo>
                    <a:pt x="13962" y="1430"/>
                  </a:lnTo>
                  <a:lnTo>
                    <a:pt x="14997" y="1638"/>
                  </a:lnTo>
                  <a:lnTo>
                    <a:pt x="16031" y="1846"/>
                  </a:lnTo>
                  <a:lnTo>
                    <a:pt x="17069" y="2052"/>
                  </a:lnTo>
                  <a:lnTo>
                    <a:pt x="18109" y="2258"/>
                  </a:lnTo>
                  <a:lnTo>
                    <a:pt x="19154" y="2465"/>
                  </a:lnTo>
                  <a:lnTo>
                    <a:pt x="20208" y="2673"/>
                  </a:lnTo>
                  <a:lnTo>
                    <a:pt x="21271" y="2884"/>
                  </a:lnTo>
                  <a:lnTo>
                    <a:pt x="22322" y="3167"/>
                  </a:lnTo>
                  <a:lnTo>
                    <a:pt x="23377" y="3452"/>
                  </a:lnTo>
                  <a:lnTo>
                    <a:pt x="24440" y="3738"/>
                  </a:lnTo>
                  <a:lnTo>
                    <a:pt x="25515" y="4028"/>
                  </a:lnTo>
                  <a:lnTo>
                    <a:pt x="26181" y="5361"/>
                  </a:lnTo>
                  <a:lnTo>
                    <a:pt x="26857" y="6714"/>
                  </a:lnTo>
                  <a:lnTo>
                    <a:pt x="25860" y="7047"/>
                  </a:lnTo>
                  <a:lnTo>
                    <a:pt x="24858" y="7380"/>
                  </a:lnTo>
                  <a:lnTo>
                    <a:pt x="23849" y="7717"/>
                  </a:lnTo>
                  <a:lnTo>
                    <a:pt x="22829" y="8057"/>
                  </a:lnTo>
                  <a:lnTo>
                    <a:pt x="23937" y="8500"/>
                  </a:lnTo>
                  <a:lnTo>
                    <a:pt x="25047" y="8944"/>
                  </a:lnTo>
                  <a:lnTo>
                    <a:pt x="26161" y="9390"/>
                  </a:lnTo>
                  <a:lnTo>
                    <a:pt x="27280" y="9837"/>
                  </a:lnTo>
                  <a:lnTo>
                    <a:pt x="28407" y="10288"/>
                  </a:lnTo>
                  <a:lnTo>
                    <a:pt x="29543" y="10743"/>
                  </a:lnTo>
                  <a:lnTo>
                    <a:pt x="28318" y="11111"/>
                  </a:lnTo>
                  <a:lnTo>
                    <a:pt x="27209" y="11363"/>
                  </a:lnTo>
                  <a:lnTo>
                    <a:pt x="26192" y="11506"/>
                  </a:lnTo>
                  <a:lnTo>
                    <a:pt x="25244" y="11549"/>
                  </a:lnTo>
                  <a:lnTo>
                    <a:pt x="24344" y="11503"/>
                  </a:lnTo>
                  <a:lnTo>
                    <a:pt x="23468" y="11375"/>
                  </a:lnTo>
                  <a:lnTo>
                    <a:pt x="22594" y="11175"/>
                  </a:lnTo>
                  <a:lnTo>
                    <a:pt x="21700" y="10911"/>
                  </a:lnTo>
                  <a:lnTo>
                    <a:pt x="20761" y="10593"/>
                  </a:lnTo>
                  <a:lnTo>
                    <a:pt x="19756" y="10229"/>
                  </a:lnTo>
                  <a:lnTo>
                    <a:pt x="18663" y="9828"/>
                  </a:lnTo>
                  <a:lnTo>
                    <a:pt x="17457" y="9400"/>
                  </a:lnTo>
                  <a:lnTo>
                    <a:pt x="16293" y="9254"/>
                  </a:lnTo>
                  <a:lnTo>
                    <a:pt x="15125" y="9108"/>
                  </a:lnTo>
                  <a:lnTo>
                    <a:pt x="13948" y="8961"/>
                  </a:lnTo>
                  <a:lnTo>
                    <a:pt x="12757" y="8812"/>
                  </a:lnTo>
                  <a:lnTo>
                    <a:pt x="11643" y="8615"/>
                  </a:lnTo>
                  <a:lnTo>
                    <a:pt x="10574" y="8391"/>
                  </a:lnTo>
                  <a:lnTo>
                    <a:pt x="9543" y="8139"/>
                  </a:lnTo>
                  <a:lnTo>
                    <a:pt x="8546" y="7860"/>
                  </a:lnTo>
                  <a:lnTo>
                    <a:pt x="7575" y="7551"/>
                  </a:lnTo>
                  <a:lnTo>
                    <a:pt x="6624" y="7215"/>
                  </a:lnTo>
                  <a:lnTo>
                    <a:pt x="5687" y="6849"/>
                  </a:lnTo>
                  <a:lnTo>
                    <a:pt x="4757" y="6454"/>
                  </a:lnTo>
                  <a:lnTo>
                    <a:pt x="3828" y="6029"/>
                  </a:lnTo>
                  <a:lnTo>
                    <a:pt x="2895" y="5574"/>
                  </a:lnTo>
                  <a:lnTo>
                    <a:pt x="1949" y="5090"/>
                  </a:lnTo>
                  <a:lnTo>
                    <a:pt x="987" y="4574"/>
                  </a:lnTo>
                  <a:lnTo>
                    <a:pt x="0" y="4028"/>
                  </a:lnTo>
                  <a:lnTo>
                    <a:pt x="1010" y="3531"/>
                  </a:lnTo>
                  <a:lnTo>
                    <a:pt x="1832" y="3175"/>
                  </a:lnTo>
                  <a:lnTo>
                    <a:pt x="2607" y="2936"/>
                  </a:lnTo>
                  <a:lnTo>
                    <a:pt x="3476" y="2791"/>
                  </a:lnTo>
                  <a:lnTo>
                    <a:pt x="4580" y="2717"/>
                  </a:lnTo>
                  <a:lnTo>
                    <a:pt x="6060" y="2689"/>
                  </a:lnTo>
                  <a:lnTo>
                    <a:pt x="8057" y="2685"/>
                  </a:lnTo>
                  <a:lnTo>
                    <a:pt x="7391" y="1353"/>
                  </a:lnTo>
                  <a:lnTo>
                    <a:pt x="6714" y="0"/>
                  </a:lnTo>
                  <a:close/>
                </a:path>
              </a:pathLst>
            </a:custGeom>
            <a:solidFill>
              <a:srgbClr val="7C7C7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4" name="region 292 #595A5A"/>
            <p:cNvSpPr/>
            <p:nvPr/>
          </p:nvSpPr>
          <p:spPr>
            <a:xfrm>
              <a:off x="2598478" y="596194"/>
              <a:ext cx="36258" cy="9523"/>
            </a:xfrm>
            <a:custGeom>
              <a:avLst/>
              <a:gdLst/>
              <a:ahLst/>
              <a:cxnLst/>
              <a:rect l="l" t="t" r="r" b="b"/>
              <a:pathLst>
                <a:path w="36258" h="9523">
                  <a:moveTo>
                    <a:pt x="26858" y="46"/>
                  </a:moveTo>
                  <a:lnTo>
                    <a:pt x="26858" y="1378"/>
                  </a:lnTo>
                  <a:lnTo>
                    <a:pt x="26858" y="2731"/>
                  </a:lnTo>
                  <a:lnTo>
                    <a:pt x="27892" y="2731"/>
                  </a:lnTo>
                  <a:lnTo>
                    <a:pt x="28927" y="2731"/>
                  </a:lnTo>
                  <a:lnTo>
                    <a:pt x="29963" y="2731"/>
                  </a:lnTo>
                  <a:lnTo>
                    <a:pt x="31002" y="2731"/>
                  </a:lnTo>
                  <a:lnTo>
                    <a:pt x="32044" y="2731"/>
                  </a:lnTo>
                  <a:lnTo>
                    <a:pt x="33090" y="2731"/>
                  </a:lnTo>
                  <a:lnTo>
                    <a:pt x="34140" y="2731"/>
                  </a:lnTo>
                  <a:lnTo>
                    <a:pt x="35196" y="2731"/>
                  </a:lnTo>
                  <a:lnTo>
                    <a:pt x="36258" y="2731"/>
                  </a:lnTo>
                  <a:lnTo>
                    <a:pt x="35296" y="3625"/>
                  </a:lnTo>
                  <a:lnTo>
                    <a:pt x="34382" y="4335"/>
                  </a:lnTo>
                  <a:lnTo>
                    <a:pt x="33499" y="4882"/>
                  </a:lnTo>
                  <a:lnTo>
                    <a:pt x="32628" y="5290"/>
                  </a:lnTo>
                  <a:lnTo>
                    <a:pt x="31749" y="5580"/>
                  </a:lnTo>
                  <a:lnTo>
                    <a:pt x="30844" y="5775"/>
                  </a:lnTo>
                  <a:lnTo>
                    <a:pt x="29893" y="5896"/>
                  </a:lnTo>
                  <a:lnTo>
                    <a:pt x="28879" y="5965"/>
                  </a:lnTo>
                  <a:lnTo>
                    <a:pt x="27782" y="6006"/>
                  </a:lnTo>
                  <a:lnTo>
                    <a:pt x="26582" y="6040"/>
                  </a:lnTo>
                  <a:lnTo>
                    <a:pt x="25262" y="6089"/>
                  </a:lnTo>
                  <a:lnTo>
                    <a:pt x="23313" y="6207"/>
                  </a:lnTo>
                  <a:lnTo>
                    <a:pt x="21631" y="6312"/>
                  </a:lnTo>
                  <a:lnTo>
                    <a:pt x="20184" y="6408"/>
                  </a:lnTo>
                  <a:lnTo>
                    <a:pt x="18942" y="6500"/>
                  </a:lnTo>
                  <a:lnTo>
                    <a:pt x="17871" y="6592"/>
                  </a:lnTo>
                  <a:lnTo>
                    <a:pt x="16941" y="6689"/>
                  </a:lnTo>
                  <a:lnTo>
                    <a:pt x="16119" y="6795"/>
                  </a:lnTo>
                  <a:lnTo>
                    <a:pt x="15375" y="6915"/>
                  </a:lnTo>
                  <a:lnTo>
                    <a:pt x="14675" y="7054"/>
                  </a:lnTo>
                  <a:lnTo>
                    <a:pt x="13989" y="7216"/>
                  </a:lnTo>
                  <a:lnTo>
                    <a:pt x="13284" y="7405"/>
                  </a:lnTo>
                  <a:lnTo>
                    <a:pt x="12530" y="7627"/>
                  </a:lnTo>
                  <a:lnTo>
                    <a:pt x="11693" y="7886"/>
                  </a:lnTo>
                  <a:lnTo>
                    <a:pt x="10743" y="8186"/>
                  </a:lnTo>
                  <a:lnTo>
                    <a:pt x="9615" y="8520"/>
                  </a:lnTo>
                  <a:lnTo>
                    <a:pt x="8531" y="8802"/>
                  </a:lnTo>
                  <a:lnTo>
                    <a:pt x="7480" y="9034"/>
                  </a:lnTo>
                  <a:lnTo>
                    <a:pt x="6449" y="9219"/>
                  </a:lnTo>
                  <a:lnTo>
                    <a:pt x="5426" y="9358"/>
                  </a:lnTo>
                  <a:lnTo>
                    <a:pt x="4399" y="9453"/>
                  </a:lnTo>
                  <a:lnTo>
                    <a:pt x="3355" y="9508"/>
                  </a:lnTo>
                  <a:lnTo>
                    <a:pt x="2282" y="9523"/>
                  </a:lnTo>
                  <a:lnTo>
                    <a:pt x="1168" y="9502"/>
                  </a:lnTo>
                  <a:lnTo>
                    <a:pt x="0" y="9446"/>
                  </a:lnTo>
                  <a:lnTo>
                    <a:pt x="998" y="9113"/>
                  </a:lnTo>
                  <a:lnTo>
                    <a:pt x="1999" y="8779"/>
                  </a:lnTo>
                  <a:lnTo>
                    <a:pt x="3008" y="8443"/>
                  </a:lnTo>
                  <a:lnTo>
                    <a:pt x="4029" y="8103"/>
                  </a:lnTo>
                  <a:lnTo>
                    <a:pt x="4029" y="6770"/>
                  </a:lnTo>
                  <a:lnTo>
                    <a:pt x="4029" y="5417"/>
                  </a:lnTo>
                  <a:lnTo>
                    <a:pt x="6194" y="4696"/>
                  </a:lnTo>
                  <a:lnTo>
                    <a:pt x="8166" y="4040"/>
                  </a:lnTo>
                  <a:lnTo>
                    <a:pt x="9958" y="3446"/>
                  </a:lnTo>
                  <a:lnTo>
                    <a:pt x="11582" y="2913"/>
                  </a:lnTo>
                  <a:lnTo>
                    <a:pt x="13052" y="2436"/>
                  </a:lnTo>
                  <a:lnTo>
                    <a:pt x="14380" y="2012"/>
                  </a:lnTo>
                  <a:lnTo>
                    <a:pt x="15580" y="1639"/>
                  </a:lnTo>
                  <a:lnTo>
                    <a:pt x="16663" y="1313"/>
                  </a:lnTo>
                  <a:lnTo>
                    <a:pt x="17643" y="1032"/>
                  </a:lnTo>
                  <a:lnTo>
                    <a:pt x="18533" y="792"/>
                  </a:lnTo>
                  <a:lnTo>
                    <a:pt x="19346" y="591"/>
                  </a:lnTo>
                  <a:lnTo>
                    <a:pt x="20094" y="425"/>
                  </a:lnTo>
                  <a:lnTo>
                    <a:pt x="20791" y="292"/>
                  </a:lnTo>
                  <a:lnTo>
                    <a:pt x="21448" y="187"/>
                  </a:lnTo>
                  <a:lnTo>
                    <a:pt x="22080" y="109"/>
                  </a:lnTo>
                  <a:lnTo>
                    <a:pt x="22699" y="55"/>
                  </a:lnTo>
                  <a:lnTo>
                    <a:pt x="23317" y="20"/>
                  </a:lnTo>
                  <a:lnTo>
                    <a:pt x="23949" y="3"/>
                  </a:lnTo>
                  <a:lnTo>
                    <a:pt x="24605" y="0"/>
                  </a:lnTo>
                  <a:lnTo>
                    <a:pt x="25301" y="8"/>
                  </a:lnTo>
                  <a:lnTo>
                    <a:pt x="26047" y="24"/>
                  </a:lnTo>
                  <a:lnTo>
                    <a:pt x="26858" y="46"/>
                  </a:lnTo>
                  <a:close/>
                </a:path>
              </a:pathLst>
            </a:custGeom>
            <a:solidFill>
              <a:srgbClr val="595A5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5" name="region 293 #C6E1F3"/>
            <p:cNvSpPr/>
            <p:nvPr/>
          </p:nvSpPr>
          <p:spPr>
            <a:xfrm>
              <a:off x="2491047" y="383579"/>
              <a:ext cx="80573" cy="4514"/>
            </a:xfrm>
            <a:custGeom>
              <a:avLst/>
              <a:gdLst/>
              <a:ahLst/>
              <a:cxnLst/>
              <a:rect l="l" t="t" r="r" b="b"/>
              <a:pathLst>
                <a:path w="80573" h="4514">
                  <a:moveTo>
                    <a:pt x="1343" y="485"/>
                  </a:moveTo>
                  <a:lnTo>
                    <a:pt x="2386" y="475"/>
                  </a:lnTo>
                  <a:lnTo>
                    <a:pt x="3430" y="465"/>
                  </a:lnTo>
                  <a:lnTo>
                    <a:pt x="4473" y="456"/>
                  </a:lnTo>
                  <a:lnTo>
                    <a:pt x="5516" y="447"/>
                  </a:lnTo>
                  <a:lnTo>
                    <a:pt x="6559" y="437"/>
                  </a:lnTo>
                  <a:lnTo>
                    <a:pt x="7602" y="428"/>
                  </a:lnTo>
                  <a:lnTo>
                    <a:pt x="8645" y="419"/>
                  </a:lnTo>
                  <a:lnTo>
                    <a:pt x="9688" y="411"/>
                  </a:lnTo>
                  <a:lnTo>
                    <a:pt x="10731" y="402"/>
                  </a:lnTo>
                  <a:lnTo>
                    <a:pt x="11774" y="394"/>
                  </a:lnTo>
                  <a:lnTo>
                    <a:pt x="12817" y="386"/>
                  </a:lnTo>
                  <a:lnTo>
                    <a:pt x="13860" y="378"/>
                  </a:lnTo>
                  <a:lnTo>
                    <a:pt x="14903" y="370"/>
                  </a:lnTo>
                  <a:lnTo>
                    <a:pt x="15946" y="362"/>
                  </a:lnTo>
                  <a:lnTo>
                    <a:pt x="16990" y="355"/>
                  </a:lnTo>
                  <a:lnTo>
                    <a:pt x="18033" y="348"/>
                  </a:lnTo>
                  <a:lnTo>
                    <a:pt x="19076" y="341"/>
                  </a:lnTo>
                  <a:lnTo>
                    <a:pt x="20119" y="334"/>
                  </a:lnTo>
                  <a:lnTo>
                    <a:pt x="21162" y="327"/>
                  </a:lnTo>
                  <a:lnTo>
                    <a:pt x="22205" y="321"/>
                  </a:lnTo>
                  <a:lnTo>
                    <a:pt x="23248" y="315"/>
                  </a:lnTo>
                  <a:lnTo>
                    <a:pt x="24291" y="308"/>
                  </a:lnTo>
                  <a:lnTo>
                    <a:pt x="25334" y="303"/>
                  </a:lnTo>
                  <a:lnTo>
                    <a:pt x="26377" y="297"/>
                  </a:lnTo>
                  <a:lnTo>
                    <a:pt x="27420" y="292"/>
                  </a:lnTo>
                  <a:lnTo>
                    <a:pt x="28463" y="287"/>
                  </a:lnTo>
                  <a:lnTo>
                    <a:pt x="29507" y="282"/>
                  </a:lnTo>
                  <a:lnTo>
                    <a:pt x="30550" y="277"/>
                  </a:lnTo>
                  <a:lnTo>
                    <a:pt x="31593" y="272"/>
                  </a:lnTo>
                  <a:lnTo>
                    <a:pt x="32636" y="266"/>
                  </a:lnTo>
                  <a:lnTo>
                    <a:pt x="33679" y="261"/>
                  </a:lnTo>
                  <a:lnTo>
                    <a:pt x="34722" y="255"/>
                  </a:lnTo>
                  <a:lnTo>
                    <a:pt x="35766" y="248"/>
                  </a:lnTo>
                  <a:lnTo>
                    <a:pt x="36809" y="242"/>
                  </a:lnTo>
                  <a:lnTo>
                    <a:pt x="37852" y="235"/>
                  </a:lnTo>
                  <a:lnTo>
                    <a:pt x="38895" y="227"/>
                  </a:lnTo>
                  <a:lnTo>
                    <a:pt x="39939" y="219"/>
                  </a:lnTo>
                  <a:lnTo>
                    <a:pt x="40982" y="210"/>
                  </a:lnTo>
                  <a:lnTo>
                    <a:pt x="42025" y="201"/>
                  </a:lnTo>
                  <a:lnTo>
                    <a:pt x="43068" y="192"/>
                  </a:lnTo>
                  <a:lnTo>
                    <a:pt x="44111" y="182"/>
                  </a:lnTo>
                  <a:lnTo>
                    <a:pt x="45225" y="171"/>
                  </a:lnTo>
                  <a:lnTo>
                    <a:pt x="46339" y="162"/>
                  </a:lnTo>
                  <a:lnTo>
                    <a:pt x="47452" y="153"/>
                  </a:lnTo>
                  <a:lnTo>
                    <a:pt x="48566" y="145"/>
                  </a:lnTo>
                  <a:lnTo>
                    <a:pt x="49679" y="138"/>
                  </a:lnTo>
                  <a:lnTo>
                    <a:pt x="50793" y="131"/>
                  </a:lnTo>
                  <a:lnTo>
                    <a:pt x="51906" y="124"/>
                  </a:lnTo>
                  <a:lnTo>
                    <a:pt x="53020" y="119"/>
                  </a:lnTo>
                  <a:lnTo>
                    <a:pt x="54133" y="113"/>
                  </a:lnTo>
                  <a:lnTo>
                    <a:pt x="55247" y="108"/>
                  </a:lnTo>
                  <a:lnTo>
                    <a:pt x="56360" y="104"/>
                  </a:lnTo>
                  <a:lnTo>
                    <a:pt x="57474" y="99"/>
                  </a:lnTo>
                  <a:lnTo>
                    <a:pt x="58587" y="95"/>
                  </a:lnTo>
                  <a:lnTo>
                    <a:pt x="59701" y="92"/>
                  </a:lnTo>
                  <a:lnTo>
                    <a:pt x="60235" y="85"/>
                  </a:lnTo>
                  <a:lnTo>
                    <a:pt x="60925" y="76"/>
                  </a:lnTo>
                  <a:lnTo>
                    <a:pt x="62234" y="59"/>
                  </a:lnTo>
                  <a:lnTo>
                    <a:pt x="64623" y="28"/>
                  </a:lnTo>
                  <a:lnTo>
                    <a:pt x="65752" y="28"/>
                  </a:lnTo>
                  <a:lnTo>
                    <a:pt x="66886" y="28"/>
                  </a:lnTo>
                  <a:lnTo>
                    <a:pt x="68029" y="28"/>
                  </a:lnTo>
                  <a:lnTo>
                    <a:pt x="69184" y="27"/>
                  </a:lnTo>
                  <a:lnTo>
                    <a:pt x="70513" y="19"/>
                  </a:lnTo>
                  <a:lnTo>
                    <a:pt x="71850" y="10"/>
                  </a:lnTo>
                  <a:lnTo>
                    <a:pt x="73205" y="0"/>
                  </a:lnTo>
                  <a:lnTo>
                    <a:pt x="74529" y="231"/>
                  </a:lnTo>
                  <a:lnTo>
                    <a:pt x="75647" y="518"/>
                  </a:lnTo>
                  <a:lnTo>
                    <a:pt x="76605" y="880"/>
                  </a:lnTo>
                  <a:lnTo>
                    <a:pt x="77448" y="1338"/>
                  </a:lnTo>
                  <a:lnTo>
                    <a:pt x="78221" y="1910"/>
                  </a:lnTo>
                  <a:lnTo>
                    <a:pt x="78969" y="2617"/>
                  </a:lnTo>
                  <a:lnTo>
                    <a:pt x="79738" y="3479"/>
                  </a:lnTo>
                  <a:lnTo>
                    <a:pt x="80573" y="4514"/>
                  </a:lnTo>
                  <a:lnTo>
                    <a:pt x="79465" y="4514"/>
                  </a:lnTo>
                  <a:lnTo>
                    <a:pt x="78355" y="4514"/>
                  </a:lnTo>
                  <a:lnTo>
                    <a:pt x="77241" y="4514"/>
                  </a:lnTo>
                  <a:lnTo>
                    <a:pt x="76122" y="4514"/>
                  </a:lnTo>
                  <a:lnTo>
                    <a:pt x="74995" y="4514"/>
                  </a:lnTo>
                  <a:lnTo>
                    <a:pt x="73859" y="4514"/>
                  </a:lnTo>
                  <a:lnTo>
                    <a:pt x="73859" y="3181"/>
                  </a:lnTo>
                  <a:lnTo>
                    <a:pt x="73859" y="1828"/>
                  </a:lnTo>
                  <a:lnTo>
                    <a:pt x="73296" y="1838"/>
                  </a:lnTo>
                  <a:lnTo>
                    <a:pt x="72750" y="1848"/>
                  </a:lnTo>
                  <a:lnTo>
                    <a:pt x="72218" y="1858"/>
                  </a:lnTo>
                  <a:lnTo>
                    <a:pt x="71699" y="1867"/>
                  </a:lnTo>
                  <a:lnTo>
                    <a:pt x="71191" y="1876"/>
                  </a:lnTo>
                  <a:lnTo>
                    <a:pt x="70692" y="1885"/>
                  </a:lnTo>
                  <a:lnTo>
                    <a:pt x="70201" y="1894"/>
                  </a:lnTo>
                  <a:lnTo>
                    <a:pt x="69716" y="1903"/>
                  </a:lnTo>
                  <a:lnTo>
                    <a:pt x="69235" y="1912"/>
                  </a:lnTo>
                  <a:lnTo>
                    <a:pt x="68757" y="1921"/>
                  </a:lnTo>
                  <a:lnTo>
                    <a:pt x="68280" y="1929"/>
                  </a:lnTo>
                  <a:lnTo>
                    <a:pt x="67802" y="1938"/>
                  </a:lnTo>
                  <a:lnTo>
                    <a:pt x="67322" y="1947"/>
                  </a:lnTo>
                  <a:lnTo>
                    <a:pt x="66838" y="1956"/>
                  </a:lnTo>
                  <a:lnTo>
                    <a:pt x="66348" y="1964"/>
                  </a:lnTo>
                  <a:lnTo>
                    <a:pt x="65850" y="1974"/>
                  </a:lnTo>
                  <a:lnTo>
                    <a:pt x="65343" y="1983"/>
                  </a:lnTo>
                  <a:lnTo>
                    <a:pt x="64825" y="1992"/>
                  </a:lnTo>
                  <a:lnTo>
                    <a:pt x="64295" y="2002"/>
                  </a:lnTo>
                  <a:lnTo>
                    <a:pt x="63750" y="2012"/>
                  </a:lnTo>
                  <a:lnTo>
                    <a:pt x="63190" y="2022"/>
                  </a:lnTo>
                  <a:lnTo>
                    <a:pt x="62611" y="2032"/>
                  </a:lnTo>
                  <a:lnTo>
                    <a:pt x="62014" y="2043"/>
                  </a:lnTo>
                  <a:lnTo>
                    <a:pt x="61395" y="2055"/>
                  </a:lnTo>
                  <a:lnTo>
                    <a:pt x="60754" y="2066"/>
                  </a:lnTo>
                  <a:lnTo>
                    <a:pt x="60088" y="2078"/>
                  </a:lnTo>
                  <a:lnTo>
                    <a:pt x="59396" y="2091"/>
                  </a:lnTo>
                  <a:lnTo>
                    <a:pt x="58677" y="2104"/>
                  </a:lnTo>
                  <a:lnTo>
                    <a:pt x="57928" y="2118"/>
                  </a:lnTo>
                  <a:lnTo>
                    <a:pt x="57147" y="2132"/>
                  </a:lnTo>
                  <a:lnTo>
                    <a:pt x="56334" y="2147"/>
                  </a:lnTo>
                  <a:lnTo>
                    <a:pt x="55487" y="2162"/>
                  </a:lnTo>
                  <a:lnTo>
                    <a:pt x="54603" y="2178"/>
                  </a:lnTo>
                  <a:lnTo>
                    <a:pt x="53681" y="2195"/>
                  </a:lnTo>
                  <a:lnTo>
                    <a:pt x="52719" y="2212"/>
                  </a:lnTo>
                  <a:lnTo>
                    <a:pt x="51717" y="2231"/>
                  </a:lnTo>
                  <a:lnTo>
                    <a:pt x="50671" y="2250"/>
                  </a:lnTo>
                  <a:lnTo>
                    <a:pt x="49580" y="2269"/>
                  </a:lnTo>
                  <a:lnTo>
                    <a:pt x="48443" y="2290"/>
                  </a:lnTo>
                  <a:lnTo>
                    <a:pt x="47258" y="2312"/>
                  </a:lnTo>
                  <a:lnTo>
                    <a:pt x="46024" y="2334"/>
                  </a:lnTo>
                  <a:lnTo>
                    <a:pt x="44737" y="2357"/>
                  </a:lnTo>
                  <a:lnTo>
                    <a:pt x="43398" y="2382"/>
                  </a:lnTo>
                  <a:lnTo>
                    <a:pt x="42004" y="2407"/>
                  </a:lnTo>
                  <a:lnTo>
                    <a:pt x="40553" y="2433"/>
                  </a:lnTo>
                  <a:lnTo>
                    <a:pt x="39044" y="2461"/>
                  </a:lnTo>
                  <a:lnTo>
                    <a:pt x="37475" y="2489"/>
                  </a:lnTo>
                  <a:lnTo>
                    <a:pt x="35845" y="2519"/>
                  </a:lnTo>
                  <a:lnTo>
                    <a:pt x="34151" y="2550"/>
                  </a:lnTo>
                  <a:lnTo>
                    <a:pt x="32392" y="2582"/>
                  </a:lnTo>
                  <a:lnTo>
                    <a:pt x="30567" y="2615"/>
                  </a:lnTo>
                  <a:lnTo>
                    <a:pt x="28673" y="2649"/>
                  </a:lnTo>
                  <a:lnTo>
                    <a:pt x="26709" y="2685"/>
                  </a:lnTo>
                  <a:lnTo>
                    <a:pt x="24674" y="2722"/>
                  </a:lnTo>
                  <a:lnTo>
                    <a:pt x="22565" y="2761"/>
                  </a:lnTo>
                  <a:lnTo>
                    <a:pt x="20381" y="2800"/>
                  </a:lnTo>
                  <a:lnTo>
                    <a:pt x="18120" y="2841"/>
                  </a:lnTo>
                  <a:lnTo>
                    <a:pt x="15780" y="2884"/>
                  </a:lnTo>
                  <a:lnTo>
                    <a:pt x="13361" y="2928"/>
                  </a:lnTo>
                  <a:lnTo>
                    <a:pt x="10859" y="2973"/>
                  </a:lnTo>
                  <a:lnTo>
                    <a:pt x="8274" y="3020"/>
                  </a:lnTo>
                  <a:lnTo>
                    <a:pt x="5604" y="3069"/>
                  </a:lnTo>
                  <a:lnTo>
                    <a:pt x="2846" y="3119"/>
                  </a:lnTo>
                  <a:lnTo>
                    <a:pt x="0" y="3171"/>
                  </a:lnTo>
                  <a:lnTo>
                    <a:pt x="667" y="1838"/>
                  </a:lnTo>
                  <a:lnTo>
                    <a:pt x="1343" y="485"/>
                  </a:lnTo>
                  <a:close/>
                </a:path>
              </a:pathLst>
            </a:custGeom>
            <a:solidFill>
              <a:srgbClr val="C6E1F3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6" name="region 294 #6C6C6C"/>
            <p:cNvSpPr/>
            <p:nvPr/>
          </p:nvSpPr>
          <p:spPr>
            <a:xfrm>
              <a:off x="2827233" y="827215"/>
              <a:ext cx="11268" cy="24172"/>
            </a:xfrm>
            <a:custGeom>
              <a:avLst/>
              <a:gdLst/>
              <a:ahLst/>
              <a:cxnLst/>
              <a:rect l="l" t="t" r="r" b="b"/>
              <a:pathLst>
                <a:path w="11268" h="24172">
                  <a:moveTo>
                    <a:pt x="6250" y="0"/>
                  </a:moveTo>
                  <a:lnTo>
                    <a:pt x="7581" y="0"/>
                  </a:lnTo>
                  <a:lnTo>
                    <a:pt x="8920" y="0"/>
                  </a:lnTo>
                  <a:lnTo>
                    <a:pt x="10278" y="0"/>
                  </a:lnTo>
                  <a:lnTo>
                    <a:pt x="10655" y="1249"/>
                  </a:lnTo>
                  <a:lnTo>
                    <a:pt x="10946" y="2332"/>
                  </a:lnTo>
                  <a:lnTo>
                    <a:pt x="11147" y="3299"/>
                  </a:lnTo>
                  <a:lnTo>
                    <a:pt x="11256" y="4199"/>
                  </a:lnTo>
                  <a:lnTo>
                    <a:pt x="11268" y="5080"/>
                  </a:lnTo>
                  <a:lnTo>
                    <a:pt x="11180" y="5992"/>
                  </a:lnTo>
                  <a:lnTo>
                    <a:pt x="10988" y="6983"/>
                  </a:lnTo>
                  <a:lnTo>
                    <a:pt x="10689" y="8103"/>
                  </a:lnTo>
                  <a:lnTo>
                    <a:pt x="10278" y="9401"/>
                  </a:lnTo>
                  <a:lnTo>
                    <a:pt x="8945" y="9401"/>
                  </a:lnTo>
                  <a:lnTo>
                    <a:pt x="7592" y="9401"/>
                  </a:lnTo>
                  <a:lnTo>
                    <a:pt x="7592" y="10540"/>
                  </a:lnTo>
                  <a:lnTo>
                    <a:pt x="7592" y="11682"/>
                  </a:lnTo>
                  <a:lnTo>
                    <a:pt x="7592" y="12826"/>
                  </a:lnTo>
                  <a:lnTo>
                    <a:pt x="7592" y="13974"/>
                  </a:lnTo>
                  <a:lnTo>
                    <a:pt x="7592" y="15128"/>
                  </a:lnTo>
                  <a:lnTo>
                    <a:pt x="7592" y="16289"/>
                  </a:lnTo>
                  <a:lnTo>
                    <a:pt x="7592" y="17458"/>
                  </a:lnTo>
                  <a:lnTo>
                    <a:pt x="6260" y="17458"/>
                  </a:lnTo>
                  <a:lnTo>
                    <a:pt x="4907" y="17458"/>
                  </a:lnTo>
                  <a:lnTo>
                    <a:pt x="4907" y="18566"/>
                  </a:lnTo>
                  <a:lnTo>
                    <a:pt x="4907" y="19676"/>
                  </a:lnTo>
                  <a:lnTo>
                    <a:pt x="4907" y="20790"/>
                  </a:lnTo>
                  <a:lnTo>
                    <a:pt x="4907" y="21909"/>
                  </a:lnTo>
                  <a:lnTo>
                    <a:pt x="4907" y="23036"/>
                  </a:lnTo>
                  <a:lnTo>
                    <a:pt x="4907" y="24172"/>
                  </a:lnTo>
                  <a:lnTo>
                    <a:pt x="3574" y="24172"/>
                  </a:lnTo>
                  <a:lnTo>
                    <a:pt x="2221" y="24172"/>
                  </a:lnTo>
                  <a:lnTo>
                    <a:pt x="1423" y="22567"/>
                  </a:lnTo>
                  <a:lnTo>
                    <a:pt x="813" y="21280"/>
                  </a:lnTo>
                  <a:lnTo>
                    <a:pt x="380" y="20230"/>
                  </a:lnTo>
                  <a:lnTo>
                    <a:pt x="113" y="19338"/>
                  </a:lnTo>
                  <a:lnTo>
                    <a:pt x="0" y="18522"/>
                  </a:lnTo>
                  <a:lnTo>
                    <a:pt x="31" y="17703"/>
                  </a:lnTo>
                  <a:lnTo>
                    <a:pt x="194" y="16801"/>
                  </a:lnTo>
                  <a:lnTo>
                    <a:pt x="478" y="15735"/>
                  </a:lnTo>
                  <a:lnTo>
                    <a:pt x="873" y="14426"/>
                  </a:lnTo>
                  <a:lnTo>
                    <a:pt x="1255" y="13385"/>
                  </a:lnTo>
                  <a:lnTo>
                    <a:pt x="1640" y="12346"/>
                  </a:lnTo>
                  <a:lnTo>
                    <a:pt x="2027" y="11307"/>
                  </a:lnTo>
                  <a:lnTo>
                    <a:pt x="2417" y="10269"/>
                  </a:lnTo>
                  <a:lnTo>
                    <a:pt x="2809" y="9233"/>
                  </a:lnTo>
                  <a:lnTo>
                    <a:pt x="3299" y="7903"/>
                  </a:lnTo>
                  <a:lnTo>
                    <a:pt x="3797" y="6552"/>
                  </a:lnTo>
                  <a:lnTo>
                    <a:pt x="4203" y="5459"/>
                  </a:lnTo>
                  <a:lnTo>
                    <a:pt x="4610" y="4366"/>
                  </a:lnTo>
                  <a:lnTo>
                    <a:pt x="5018" y="3274"/>
                  </a:lnTo>
                  <a:lnTo>
                    <a:pt x="5428" y="2183"/>
                  </a:lnTo>
                  <a:lnTo>
                    <a:pt x="5838" y="1092"/>
                  </a:lnTo>
                  <a:lnTo>
                    <a:pt x="6250" y="0"/>
                  </a:lnTo>
                  <a:close/>
                </a:path>
              </a:pathLst>
            </a:custGeom>
            <a:solidFill>
              <a:srgbClr val="6C6C6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7" name="region 295 #595556"/>
            <p:cNvSpPr/>
            <p:nvPr/>
          </p:nvSpPr>
          <p:spPr>
            <a:xfrm>
              <a:off x="1459713" y="829901"/>
              <a:ext cx="18801" cy="40287"/>
            </a:xfrm>
            <a:custGeom>
              <a:avLst/>
              <a:gdLst/>
              <a:ahLst/>
              <a:cxnLst/>
              <a:rect l="l" t="t" r="r" b="b"/>
              <a:pathLst>
                <a:path w="18801" h="40287">
                  <a:moveTo>
                    <a:pt x="5372" y="0"/>
                  </a:moveTo>
                  <a:lnTo>
                    <a:pt x="6480" y="0"/>
                  </a:lnTo>
                  <a:lnTo>
                    <a:pt x="7588" y="0"/>
                  </a:lnTo>
                  <a:lnTo>
                    <a:pt x="8698" y="0"/>
                  </a:lnTo>
                  <a:lnTo>
                    <a:pt x="9808" y="0"/>
                  </a:lnTo>
                  <a:lnTo>
                    <a:pt x="10921" y="0"/>
                  </a:lnTo>
                  <a:lnTo>
                    <a:pt x="12036" y="0"/>
                  </a:lnTo>
                  <a:lnTo>
                    <a:pt x="13154" y="0"/>
                  </a:lnTo>
                  <a:lnTo>
                    <a:pt x="14275" y="0"/>
                  </a:lnTo>
                  <a:lnTo>
                    <a:pt x="15399" y="0"/>
                  </a:lnTo>
                  <a:lnTo>
                    <a:pt x="16528" y="0"/>
                  </a:lnTo>
                  <a:lnTo>
                    <a:pt x="17662" y="0"/>
                  </a:lnTo>
                  <a:lnTo>
                    <a:pt x="18801" y="0"/>
                  </a:lnTo>
                  <a:lnTo>
                    <a:pt x="18801" y="667"/>
                  </a:lnTo>
                  <a:lnTo>
                    <a:pt x="18801" y="1343"/>
                  </a:lnTo>
                  <a:lnTo>
                    <a:pt x="17713" y="1343"/>
                  </a:lnTo>
                  <a:lnTo>
                    <a:pt x="16624" y="1343"/>
                  </a:lnTo>
                  <a:lnTo>
                    <a:pt x="15535" y="1343"/>
                  </a:lnTo>
                  <a:lnTo>
                    <a:pt x="14444" y="1343"/>
                  </a:lnTo>
                  <a:lnTo>
                    <a:pt x="13351" y="1343"/>
                  </a:lnTo>
                  <a:lnTo>
                    <a:pt x="12255" y="1343"/>
                  </a:lnTo>
                  <a:lnTo>
                    <a:pt x="11155" y="1343"/>
                  </a:lnTo>
                  <a:lnTo>
                    <a:pt x="10052" y="1343"/>
                  </a:lnTo>
                  <a:lnTo>
                    <a:pt x="8945" y="1343"/>
                  </a:lnTo>
                  <a:lnTo>
                    <a:pt x="7832" y="1343"/>
                  </a:lnTo>
                  <a:lnTo>
                    <a:pt x="6715" y="1343"/>
                  </a:lnTo>
                  <a:lnTo>
                    <a:pt x="6831" y="2423"/>
                  </a:lnTo>
                  <a:lnTo>
                    <a:pt x="6948" y="3505"/>
                  </a:lnTo>
                  <a:lnTo>
                    <a:pt x="7065" y="4592"/>
                  </a:lnTo>
                  <a:lnTo>
                    <a:pt x="7183" y="5688"/>
                  </a:lnTo>
                  <a:lnTo>
                    <a:pt x="7303" y="6794"/>
                  </a:lnTo>
                  <a:lnTo>
                    <a:pt x="7429" y="7998"/>
                  </a:lnTo>
                  <a:lnTo>
                    <a:pt x="7554" y="9202"/>
                  </a:lnTo>
                  <a:lnTo>
                    <a:pt x="7680" y="10406"/>
                  </a:lnTo>
                  <a:lnTo>
                    <a:pt x="7806" y="11609"/>
                  </a:lnTo>
                  <a:lnTo>
                    <a:pt x="7932" y="12813"/>
                  </a:lnTo>
                  <a:lnTo>
                    <a:pt x="8058" y="14017"/>
                  </a:lnTo>
                  <a:lnTo>
                    <a:pt x="8186" y="15198"/>
                  </a:lnTo>
                  <a:lnTo>
                    <a:pt x="8315" y="16386"/>
                  </a:lnTo>
                  <a:lnTo>
                    <a:pt x="8446" y="17592"/>
                  </a:lnTo>
                  <a:lnTo>
                    <a:pt x="8555" y="18678"/>
                  </a:lnTo>
                  <a:lnTo>
                    <a:pt x="8657" y="19762"/>
                  </a:lnTo>
                  <a:lnTo>
                    <a:pt x="8753" y="20844"/>
                  </a:lnTo>
                  <a:lnTo>
                    <a:pt x="8842" y="21925"/>
                  </a:lnTo>
                  <a:lnTo>
                    <a:pt x="8925" y="23003"/>
                  </a:lnTo>
                  <a:lnTo>
                    <a:pt x="9001" y="24081"/>
                  </a:lnTo>
                  <a:lnTo>
                    <a:pt x="9071" y="25158"/>
                  </a:lnTo>
                  <a:lnTo>
                    <a:pt x="9134" y="26235"/>
                  </a:lnTo>
                  <a:lnTo>
                    <a:pt x="9191" y="27310"/>
                  </a:lnTo>
                  <a:lnTo>
                    <a:pt x="9242" y="28386"/>
                  </a:lnTo>
                  <a:lnTo>
                    <a:pt x="9287" y="29462"/>
                  </a:lnTo>
                  <a:lnTo>
                    <a:pt x="9325" y="30539"/>
                  </a:lnTo>
                  <a:lnTo>
                    <a:pt x="9357" y="31616"/>
                  </a:lnTo>
                  <a:lnTo>
                    <a:pt x="9383" y="32694"/>
                  </a:lnTo>
                  <a:lnTo>
                    <a:pt x="9403" y="33773"/>
                  </a:lnTo>
                  <a:lnTo>
                    <a:pt x="9418" y="34853"/>
                  </a:lnTo>
                  <a:lnTo>
                    <a:pt x="9426" y="35935"/>
                  </a:lnTo>
                  <a:lnTo>
                    <a:pt x="9428" y="37020"/>
                  </a:lnTo>
                  <a:lnTo>
                    <a:pt x="9425" y="38106"/>
                  </a:lnTo>
                  <a:lnTo>
                    <a:pt x="9415" y="39195"/>
                  </a:lnTo>
                  <a:lnTo>
                    <a:pt x="9400" y="40287"/>
                  </a:lnTo>
                  <a:lnTo>
                    <a:pt x="8403" y="39622"/>
                  </a:lnTo>
                  <a:lnTo>
                    <a:pt x="7401" y="38954"/>
                  </a:lnTo>
                  <a:lnTo>
                    <a:pt x="6392" y="38281"/>
                  </a:lnTo>
                  <a:lnTo>
                    <a:pt x="5372" y="37601"/>
                  </a:lnTo>
                  <a:lnTo>
                    <a:pt x="5372" y="36268"/>
                  </a:lnTo>
                  <a:lnTo>
                    <a:pt x="5372" y="34915"/>
                  </a:lnTo>
                  <a:lnTo>
                    <a:pt x="4374" y="34583"/>
                  </a:lnTo>
                  <a:lnTo>
                    <a:pt x="3373" y="34249"/>
                  </a:lnTo>
                  <a:lnTo>
                    <a:pt x="2364" y="33912"/>
                  </a:lnTo>
                  <a:lnTo>
                    <a:pt x="1343" y="33572"/>
                  </a:lnTo>
                  <a:lnTo>
                    <a:pt x="889" y="32200"/>
                  </a:lnTo>
                  <a:lnTo>
                    <a:pt x="592" y="31235"/>
                  </a:lnTo>
                  <a:lnTo>
                    <a:pt x="388" y="30418"/>
                  </a:lnTo>
                  <a:lnTo>
                    <a:pt x="212" y="29493"/>
                  </a:lnTo>
                  <a:lnTo>
                    <a:pt x="0" y="28201"/>
                  </a:lnTo>
                  <a:lnTo>
                    <a:pt x="1333" y="28201"/>
                  </a:lnTo>
                  <a:lnTo>
                    <a:pt x="2686" y="28201"/>
                  </a:lnTo>
                  <a:lnTo>
                    <a:pt x="2686" y="29534"/>
                  </a:lnTo>
                  <a:lnTo>
                    <a:pt x="2686" y="30886"/>
                  </a:lnTo>
                  <a:lnTo>
                    <a:pt x="4019" y="30220"/>
                  </a:lnTo>
                  <a:lnTo>
                    <a:pt x="5372" y="29544"/>
                  </a:lnTo>
                  <a:lnTo>
                    <a:pt x="5372" y="28499"/>
                  </a:lnTo>
                  <a:lnTo>
                    <a:pt x="5372" y="27454"/>
                  </a:lnTo>
                  <a:lnTo>
                    <a:pt x="5372" y="26410"/>
                  </a:lnTo>
                  <a:lnTo>
                    <a:pt x="5372" y="25364"/>
                  </a:lnTo>
                  <a:lnTo>
                    <a:pt x="5372" y="24319"/>
                  </a:lnTo>
                  <a:lnTo>
                    <a:pt x="5372" y="23273"/>
                  </a:lnTo>
                  <a:lnTo>
                    <a:pt x="5372" y="22227"/>
                  </a:lnTo>
                  <a:lnTo>
                    <a:pt x="5372" y="21180"/>
                  </a:lnTo>
                  <a:lnTo>
                    <a:pt x="5372" y="20133"/>
                  </a:lnTo>
                  <a:lnTo>
                    <a:pt x="5372" y="19084"/>
                  </a:lnTo>
                  <a:lnTo>
                    <a:pt x="5372" y="18035"/>
                  </a:lnTo>
                  <a:lnTo>
                    <a:pt x="5372" y="16985"/>
                  </a:lnTo>
                  <a:lnTo>
                    <a:pt x="5372" y="15935"/>
                  </a:lnTo>
                  <a:lnTo>
                    <a:pt x="5372" y="14883"/>
                  </a:lnTo>
                  <a:lnTo>
                    <a:pt x="5372" y="13830"/>
                  </a:lnTo>
                  <a:lnTo>
                    <a:pt x="5372" y="12775"/>
                  </a:lnTo>
                  <a:lnTo>
                    <a:pt x="5372" y="11720"/>
                  </a:lnTo>
                  <a:lnTo>
                    <a:pt x="5372" y="10663"/>
                  </a:lnTo>
                  <a:lnTo>
                    <a:pt x="5372" y="9604"/>
                  </a:lnTo>
                  <a:lnTo>
                    <a:pt x="5372" y="8545"/>
                  </a:lnTo>
                  <a:lnTo>
                    <a:pt x="5372" y="7483"/>
                  </a:lnTo>
                  <a:lnTo>
                    <a:pt x="5372" y="6420"/>
                  </a:lnTo>
                  <a:lnTo>
                    <a:pt x="5372" y="5355"/>
                  </a:lnTo>
                  <a:lnTo>
                    <a:pt x="5372" y="4288"/>
                  </a:lnTo>
                  <a:lnTo>
                    <a:pt x="5372" y="3219"/>
                  </a:lnTo>
                  <a:lnTo>
                    <a:pt x="5372" y="2148"/>
                  </a:lnTo>
                  <a:lnTo>
                    <a:pt x="5372" y="1075"/>
                  </a:lnTo>
                  <a:lnTo>
                    <a:pt x="5372" y="0"/>
                  </a:lnTo>
                  <a:close/>
                </a:path>
              </a:pathLst>
            </a:custGeom>
            <a:solidFill>
              <a:srgbClr val="59555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8" name="region 296 #86B5D6"/>
            <p:cNvSpPr/>
            <p:nvPr/>
          </p:nvSpPr>
          <p:spPr>
            <a:xfrm>
              <a:off x="2478961" y="639212"/>
              <a:ext cx="48344" cy="9400"/>
            </a:xfrm>
            <a:custGeom>
              <a:avLst/>
              <a:gdLst/>
              <a:ahLst/>
              <a:cxnLst/>
              <a:rect l="l" t="t" r="r" b="b"/>
              <a:pathLst>
                <a:path w="48344" h="9400">
                  <a:moveTo>
                    <a:pt x="0" y="0"/>
                  </a:moveTo>
                  <a:lnTo>
                    <a:pt x="1029" y="319"/>
                  </a:lnTo>
                  <a:lnTo>
                    <a:pt x="2062" y="640"/>
                  </a:lnTo>
                  <a:lnTo>
                    <a:pt x="3103" y="963"/>
                  </a:lnTo>
                  <a:lnTo>
                    <a:pt x="4155" y="1290"/>
                  </a:lnTo>
                  <a:lnTo>
                    <a:pt x="5182" y="1536"/>
                  </a:lnTo>
                  <a:lnTo>
                    <a:pt x="6211" y="1761"/>
                  </a:lnTo>
                  <a:lnTo>
                    <a:pt x="7241" y="1967"/>
                  </a:lnTo>
                  <a:lnTo>
                    <a:pt x="8273" y="2154"/>
                  </a:lnTo>
                  <a:lnTo>
                    <a:pt x="9307" y="2323"/>
                  </a:lnTo>
                  <a:lnTo>
                    <a:pt x="10342" y="2476"/>
                  </a:lnTo>
                  <a:lnTo>
                    <a:pt x="11379" y="2613"/>
                  </a:lnTo>
                  <a:lnTo>
                    <a:pt x="12417" y="2735"/>
                  </a:lnTo>
                  <a:lnTo>
                    <a:pt x="13456" y="2843"/>
                  </a:lnTo>
                  <a:lnTo>
                    <a:pt x="14497" y="2939"/>
                  </a:lnTo>
                  <a:lnTo>
                    <a:pt x="15539" y="3023"/>
                  </a:lnTo>
                  <a:lnTo>
                    <a:pt x="16582" y="3096"/>
                  </a:lnTo>
                  <a:lnTo>
                    <a:pt x="17626" y="3160"/>
                  </a:lnTo>
                  <a:lnTo>
                    <a:pt x="18671" y="3215"/>
                  </a:lnTo>
                  <a:lnTo>
                    <a:pt x="19717" y="3262"/>
                  </a:lnTo>
                  <a:lnTo>
                    <a:pt x="20764" y="3302"/>
                  </a:lnTo>
                  <a:lnTo>
                    <a:pt x="21812" y="3337"/>
                  </a:lnTo>
                  <a:lnTo>
                    <a:pt x="22860" y="3366"/>
                  </a:lnTo>
                  <a:lnTo>
                    <a:pt x="23910" y="3392"/>
                  </a:lnTo>
                  <a:lnTo>
                    <a:pt x="24959" y="3416"/>
                  </a:lnTo>
                  <a:lnTo>
                    <a:pt x="26010" y="3437"/>
                  </a:lnTo>
                  <a:lnTo>
                    <a:pt x="27061" y="3458"/>
                  </a:lnTo>
                  <a:lnTo>
                    <a:pt x="28112" y="3479"/>
                  </a:lnTo>
                  <a:lnTo>
                    <a:pt x="29163" y="3501"/>
                  </a:lnTo>
                  <a:lnTo>
                    <a:pt x="30215" y="3525"/>
                  </a:lnTo>
                  <a:lnTo>
                    <a:pt x="30677" y="3538"/>
                  </a:lnTo>
                  <a:lnTo>
                    <a:pt x="31182" y="3553"/>
                  </a:lnTo>
                  <a:lnTo>
                    <a:pt x="31986" y="3577"/>
                  </a:lnTo>
                  <a:lnTo>
                    <a:pt x="33342" y="3618"/>
                  </a:lnTo>
                  <a:lnTo>
                    <a:pt x="35504" y="3682"/>
                  </a:lnTo>
                  <a:lnTo>
                    <a:pt x="36574" y="3713"/>
                  </a:lnTo>
                  <a:lnTo>
                    <a:pt x="37643" y="3744"/>
                  </a:lnTo>
                  <a:lnTo>
                    <a:pt x="38713" y="3775"/>
                  </a:lnTo>
                  <a:lnTo>
                    <a:pt x="39783" y="3805"/>
                  </a:lnTo>
                  <a:lnTo>
                    <a:pt x="40853" y="3834"/>
                  </a:lnTo>
                  <a:lnTo>
                    <a:pt x="41923" y="3863"/>
                  </a:lnTo>
                  <a:lnTo>
                    <a:pt x="42993" y="3892"/>
                  </a:lnTo>
                  <a:lnTo>
                    <a:pt x="44064" y="3920"/>
                  </a:lnTo>
                  <a:lnTo>
                    <a:pt x="45134" y="3948"/>
                  </a:lnTo>
                  <a:lnTo>
                    <a:pt x="46204" y="3975"/>
                  </a:lnTo>
                  <a:lnTo>
                    <a:pt x="47274" y="4002"/>
                  </a:lnTo>
                  <a:lnTo>
                    <a:pt x="48344" y="4028"/>
                  </a:lnTo>
                  <a:lnTo>
                    <a:pt x="47812" y="5092"/>
                  </a:lnTo>
                  <a:lnTo>
                    <a:pt x="47279" y="6159"/>
                  </a:lnTo>
                  <a:lnTo>
                    <a:pt x="46743" y="7231"/>
                  </a:lnTo>
                  <a:lnTo>
                    <a:pt x="46203" y="8310"/>
                  </a:lnTo>
                  <a:lnTo>
                    <a:pt x="45658" y="9400"/>
                  </a:lnTo>
                  <a:lnTo>
                    <a:pt x="45658" y="8067"/>
                  </a:lnTo>
                  <a:lnTo>
                    <a:pt x="45658" y="6714"/>
                  </a:lnTo>
                  <a:lnTo>
                    <a:pt x="45011" y="6730"/>
                  </a:lnTo>
                  <a:lnTo>
                    <a:pt x="43057" y="6779"/>
                  </a:lnTo>
                  <a:lnTo>
                    <a:pt x="41974" y="6801"/>
                  </a:lnTo>
                  <a:lnTo>
                    <a:pt x="40891" y="6822"/>
                  </a:lnTo>
                  <a:lnTo>
                    <a:pt x="39807" y="6841"/>
                  </a:lnTo>
                  <a:lnTo>
                    <a:pt x="38724" y="6859"/>
                  </a:lnTo>
                  <a:lnTo>
                    <a:pt x="37640" y="6876"/>
                  </a:lnTo>
                  <a:lnTo>
                    <a:pt x="36557" y="6893"/>
                  </a:lnTo>
                  <a:lnTo>
                    <a:pt x="35473" y="6908"/>
                  </a:lnTo>
                  <a:lnTo>
                    <a:pt x="34389" y="6923"/>
                  </a:lnTo>
                  <a:lnTo>
                    <a:pt x="33306" y="6938"/>
                  </a:lnTo>
                  <a:lnTo>
                    <a:pt x="32223" y="6952"/>
                  </a:lnTo>
                  <a:lnTo>
                    <a:pt x="31139" y="6967"/>
                  </a:lnTo>
                  <a:lnTo>
                    <a:pt x="30537" y="6981"/>
                  </a:lnTo>
                  <a:lnTo>
                    <a:pt x="29477" y="7008"/>
                  </a:lnTo>
                  <a:lnTo>
                    <a:pt x="27050" y="7069"/>
                  </a:lnTo>
                  <a:lnTo>
                    <a:pt x="25945" y="7072"/>
                  </a:lnTo>
                  <a:lnTo>
                    <a:pt x="24851" y="7062"/>
                  </a:lnTo>
                  <a:lnTo>
                    <a:pt x="23767" y="7038"/>
                  </a:lnTo>
                  <a:lnTo>
                    <a:pt x="22693" y="7001"/>
                  </a:lnTo>
                  <a:lnTo>
                    <a:pt x="21628" y="6949"/>
                  </a:lnTo>
                  <a:lnTo>
                    <a:pt x="20572" y="6883"/>
                  </a:lnTo>
                  <a:lnTo>
                    <a:pt x="19523" y="6804"/>
                  </a:lnTo>
                  <a:lnTo>
                    <a:pt x="18481" y="6711"/>
                  </a:lnTo>
                  <a:lnTo>
                    <a:pt x="17444" y="6604"/>
                  </a:lnTo>
                  <a:lnTo>
                    <a:pt x="16413" y="6483"/>
                  </a:lnTo>
                  <a:lnTo>
                    <a:pt x="15386" y="6349"/>
                  </a:lnTo>
                  <a:lnTo>
                    <a:pt x="14363" y="6200"/>
                  </a:lnTo>
                  <a:lnTo>
                    <a:pt x="13343" y="6038"/>
                  </a:lnTo>
                  <a:lnTo>
                    <a:pt x="12325" y="5863"/>
                  </a:lnTo>
                  <a:lnTo>
                    <a:pt x="11308" y="5673"/>
                  </a:lnTo>
                  <a:lnTo>
                    <a:pt x="10292" y="5470"/>
                  </a:lnTo>
                  <a:lnTo>
                    <a:pt x="9276" y="5253"/>
                  </a:lnTo>
                  <a:lnTo>
                    <a:pt x="8259" y="5022"/>
                  </a:lnTo>
                  <a:lnTo>
                    <a:pt x="7241" y="4778"/>
                  </a:lnTo>
                  <a:lnTo>
                    <a:pt x="6220" y="4520"/>
                  </a:lnTo>
                  <a:lnTo>
                    <a:pt x="5196" y="4248"/>
                  </a:lnTo>
                  <a:lnTo>
                    <a:pt x="4167" y="3963"/>
                  </a:lnTo>
                  <a:lnTo>
                    <a:pt x="3135" y="3664"/>
                  </a:lnTo>
                  <a:lnTo>
                    <a:pt x="2096" y="3352"/>
                  </a:lnTo>
                  <a:lnTo>
                    <a:pt x="1052" y="3025"/>
                  </a:lnTo>
                  <a:lnTo>
                    <a:pt x="0" y="2686"/>
                  </a:lnTo>
                  <a:lnTo>
                    <a:pt x="0" y="13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6B5D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9" name="region 297 #6F6F6F"/>
            <p:cNvSpPr/>
            <p:nvPr/>
          </p:nvSpPr>
          <p:spPr>
            <a:xfrm>
              <a:off x="972247" y="592211"/>
              <a:ext cx="14771" cy="30886"/>
            </a:xfrm>
            <a:custGeom>
              <a:avLst/>
              <a:gdLst/>
              <a:ahLst/>
              <a:cxnLst/>
              <a:rect l="l" t="t" r="r" b="b"/>
              <a:pathLst>
                <a:path w="14771" h="30886">
                  <a:moveTo>
                    <a:pt x="0" y="0"/>
                  </a:moveTo>
                  <a:lnTo>
                    <a:pt x="1331" y="0"/>
                  </a:lnTo>
                  <a:lnTo>
                    <a:pt x="2671" y="0"/>
                  </a:lnTo>
                  <a:lnTo>
                    <a:pt x="4028" y="0"/>
                  </a:lnTo>
                  <a:lnTo>
                    <a:pt x="4335" y="1023"/>
                  </a:lnTo>
                  <a:lnTo>
                    <a:pt x="4642" y="2046"/>
                  </a:lnTo>
                  <a:lnTo>
                    <a:pt x="4949" y="3070"/>
                  </a:lnTo>
                  <a:lnTo>
                    <a:pt x="5257" y="4094"/>
                  </a:lnTo>
                  <a:lnTo>
                    <a:pt x="5565" y="5121"/>
                  </a:lnTo>
                  <a:lnTo>
                    <a:pt x="5873" y="6149"/>
                  </a:lnTo>
                  <a:lnTo>
                    <a:pt x="6182" y="7179"/>
                  </a:lnTo>
                  <a:lnTo>
                    <a:pt x="6492" y="8212"/>
                  </a:lnTo>
                  <a:lnTo>
                    <a:pt x="6803" y="9248"/>
                  </a:lnTo>
                  <a:lnTo>
                    <a:pt x="7115" y="10288"/>
                  </a:lnTo>
                  <a:lnTo>
                    <a:pt x="7428" y="11330"/>
                  </a:lnTo>
                  <a:lnTo>
                    <a:pt x="7742" y="12377"/>
                  </a:lnTo>
                  <a:lnTo>
                    <a:pt x="8057" y="13429"/>
                  </a:lnTo>
                  <a:lnTo>
                    <a:pt x="9390" y="13429"/>
                  </a:lnTo>
                  <a:lnTo>
                    <a:pt x="10743" y="13429"/>
                  </a:lnTo>
                  <a:lnTo>
                    <a:pt x="10933" y="14568"/>
                  </a:lnTo>
                  <a:lnTo>
                    <a:pt x="11123" y="15710"/>
                  </a:lnTo>
                  <a:lnTo>
                    <a:pt x="11314" y="16854"/>
                  </a:lnTo>
                  <a:lnTo>
                    <a:pt x="11505" y="18002"/>
                  </a:lnTo>
                  <a:lnTo>
                    <a:pt x="11697" y="19156"/>
                  </a:lnTo>
                  <a:lnTo>
                    <a:pt x="11891" y="20317"/>
                  </a:lnTo>
                  <a:lnTo>
                    <a:pt x="12086" y="21486"/>
                  </a:lnTo>
                  <a:lnTo>
                    <a:pt x="13419" y="21486"/>
                  </a:lnTo>
                  <a:lnTo>
                    <a:pt x="14771" y="21486"/>
                  </a:lnTo>
                  <a:lnTo>
                    <a:pt x="14771" y="22817"/>
                  </a:lnTo>
                  <a:lnTo>
                    <a:pt x="14771" y="24157"/>
                  </a:lnTo>
                  <a:lnTo>
                    <a:pt x="14771" y="25515"/>
                  </a:lnTo>
                  <a:lnTo>
                    <a:pt x="13439" y="25515"/>
                  </a:lnTo>
                  <a:lnTo>
                    <a:pt x="12086" y="25515"/>
                  </a:lnTo>
                  <a:lnTo>
                    <a:pt x="11820" y="26579"/>
                  </a:lnTo>
                  <a:lnTo>
                    <a:pt x="11553" y="27645"/>
                  </a:lnTo>
                  <a:lnTo>
                    <a:pt x="11285" y="28717"/>
                  </a:lnTo>
                  <a:lnTo>
                    <a:pt x="11015" y="29796"/>
                  </a:lnTo>
                  <a:lnTo>
                    <a:pt x="10743" y="30886"/>
                  </a:lnTo>
                  <a:lnTo>
                    <a:pt x="10595" y="29852"/>
                  </a:lnTo>
                  <a:lnTo>
                    <a:pt x="10447" y="28817"/>
                  </a:lnTo>
                  <a:lnTo>
                    <a:pt x="10299" y="27781"/>
                  </a:lnTo>
                  <a:lnTo>
                    <a:pt x="10151" y="26742"/>
                  </a:lnTo>
                  <a:lnTo>
                    <a:pt x="10002" y="25700"/>
                  </a:lnTo>
                  <a:lnTo>
                    <a:pt x="9853" y="24654"/>
                  </a:lnTo>
                  <a:lnTo>
                    <a:pt x="9702" y="23604"/>
                  </a:lnTo>
                  <a:lnTo>
                    <a:pt x="9552" y="22548"/>
                  </a:lnTo>
                  <a:lnTo>
                    <a:pt x="9400" y="21486"/>
                  </a:lnTo>
                  <a:lnTo>
                    <a:pt x="8067" y="21486"/>
                  </a:lnTo>
                  <a:lnTo>
                    <a:pt x="6714" y="21486"/>
                  </a:lnTo>
                  <a:lnTo>
                    <a:pt x="6714" y="20422"/>
                  </a:lnTo>
                  <a:lnTo>
                    <a:pt x="6714" y="19355"/>
                  </a:lnTo>
                  <a:lnTo>
                    <a:pt x="6714" y="18284"/>
                  </a:lnTo>
                  <a:lnTo>
                    <a:pt x="6714" y="17204"/>
                  </a:lnTo>
                  <a:lnTo>
                    <a:pt x="6714" y="16114"/>
                  </a:lnTo>
                  <a:lnTo>
                    <a:pt x="5381" y="16114"/>
                  </a:lnTo>
                  <a:lnTo>
                    <a:pt x="4028" y="16114"/>
                  </a:lnTo>
                  <a:lnTo>
                    <a:pt x="3530" y="15117"/>
                  </a:lnTo>
                  <a:lnTo>
                    <a:pt x="3031" y="14119"/>
                  </a:lnTo>
                  <a:lnTo>
                    <a:pt x="2531" y="13119"/>
                  </a:lnTo>
                  <a:lnTo>
                    <a:pt x="2029" y="12116"/>
                  </a:lnTo>
                  <a:lnTo>
                    <a:pt x="1526" y="11109"/>
                  </a:lnTo>
                  <a:lnTo>
                    <a:pt x="1020" y="10098"/>
                  </a:lnTo>
                  <a:lnTo>
                    <a:pt x="512" y="9081"/>
                  </a:lnTo>
                  <a:lnTo>
                    <a:pt x="0" y="8057"/>
                  </a:lnTo>
                  <a:lnTo>
                    <a:pt x="1333" y="8057"/>
                  </a:lnTo>
                  <a:lnTo>
                    <a:pt x="2686" y="8057"/>
                  </a:lnTo>
                  <a:lnTo>
                    <a:pt x="2353" y="7060"/>
                  </a:lnTo>
                  <a:lnTo>
                    <a:pt x="2020" y="6062"/>
                  </a:lnTo>
                  <a:lnTo>
                    <a:pt x="1687" y="5062"/>
                  </a:lnTo>
                  <a:lnTo>
                    <a:pt x="1353" y="4059"/>
                  </a:lnTo>
                  <a:lnTo>
                    <a:pt x="1017" y="3052"/>
                  </a:lnTo>
                  <a:lnTo>
                    <a:pt x="680" y="2041"/>
                  </a:lnTo>
                  <a:lnTo>
                    <a:pt x="341" y="1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0" name="region 298 #7AA6C5"/>
            <p:cNvSpPr/>
            <p:nvPr/>
          </p:nvSpPr>
          <p:spPr>
            <a:xfrm>
              <a:off x="2566249" y="581467"/>
              <a:ext cx="22829" cy="34916"/>
            </a:xfrm>
            <a:custGeom>
              <a:avLst/>
              <a:gdLst/>
              <a:ahLst/>
              <a:cxnLst/>
              <a:rect l="l" t="t" r="r" b="b"/>
              <a:pathLst>
                <a:path w="22829" h="34916">
                  <a:moveTo>
                    <a:pt x="22829" y="1"/>
                  </a:moveTo>
                  <a:lnTo>
                    <a:pt x="22829" y="1041"/>
                  </a:lnTo>
                  <a:lnTo>
                    <a:pt x="22829" y="2082"/>
                  </a:lnTo>
                  <a:lnTo>
                    <a:pt x="22829" y="3123"/>
                  </a:lnTo>
                  <a:lnTo>
                    <a:pt x="22829" y="4164"/>
                  </a:lnTo>
                  <a:lnTo>
                    <a:pt x="22829" y="5206"/>
                  </a:lnTo>
                  <a:lnTo>
                    <a:pt x="22829" y="6248"/>
                  </a:lnTo>
                  <a:lnTo>
                    <a:pt x="22829" y="7291"/>
                  </a:lnTo>
                  <a:lnTo>
                    <a:pt x="22829" y="8335"/>
                  </a:lnTo>
                  <a:lnTo>
                    <a:pt x="22829" y="9379"/>
                  </a:lnTo>
                  <a:lnTo>
                    <a:pt x="22829" y="10425"/>
                  </a:lnTo>
                  <a:lnTo>
                    <a:pt x="22829" y="11472"/>
                  </a:lnTo>
                  <a:lnTo>
                    <a:pt x="22829" y="12520"/>
                  </a:lnTo>
                  <a:lnTo>
                    <a:pt x="22829" y="13570"/>
                  </a:lnTo>
                  <a:lnTo>
                    <a:pt x="22829" y="14622"/>
                  </a:lnTo>
                  <a:lnTo>
                    <a:pt x="22829" y="15675"/>
                  </a:lnTo>
                  <a:lnTo>
                    <a:pt x="22829" y="16729"/>
                  </a:lnTo>
                  <a:lnTo>
                    <a:pt x="22829" y="17786"/>
                  </a:lnTo>
                  <a:lnTo>
                    <a:pt x="22829" y="18845"/>
                  </a:lnTo>
                  <a:lnTo>
                    <a:pt x="22829" y="19905"/>
                  </a:lnTo>
                  <a:lnTo>
                    <a:pt x="22829" y="20969"/>
                  </a:lnTo>
                  <a:lnTo>
                    <a:pt x="22829" y="22034"/>
                  </a:lnTo>
                  <a:lnTo>
                    <a:pt x="22829" y="23102"/>
                  </a:lnTo>
                  <a:lnTo>
                    <a:pt x="22829" y="24173"/>
                  </a:lnTo>
                  <a:lnTo>
                    <a:pt x="22162" y="24173"/>
                  </a:lnTo>
                  <a:lnTo>
                    <a:pt x="21486" y="24173"/>
                  </a:lnTo>
                  <a:lnTo>
                    <a:pt x="21486" y="23096"/>
                  </a:lnTo>
                  <a:lnTo>
                    <a:pt x="21486" y="22020"/>
                  </a:lnTo>
                  <a:lnTo>
                    <a:pt x="21486" y="20943"/>
                  </a:lnTo>
                  <a:lnTo>
                    <a:pt x="21486" y="19866"/>
                  </a:lnTo>
                  <a:lnTo>
                    <a:pt x="21486" y="18789"/>
                  </a:lnTo>
                  <a:lnTo>
                    <a:pt x="21486" y="17710"/>
                  </a:lnTo>
                  <a:lnTo>
                    <a:pt x="21486" y="16631"/>
                  </a:lnTo>
                  <a:lnTo>
                    <a:pt x="21486" y="15550"/>
                  </a:lnTo>
                  <a:lnTo>
                    <a:pt x="21486" y="14469"/>
                  </a:lnTo>
                  <a:lnTo>
                    <a:pt x="21486" y="13386"/>
                  </a:lnTo>
                  <a:lnTo>
                    <a:pt x="21486" y="12301"/>
                  </a:lnTo>
                  <a:lnTo>
                    <a:pt x="21486" y="11215"/>
                  </a:lnTo>
                  <a:lnTo>
                    <a:pt x="21486" y="10128"/>
                  </a:lnTo>
                  <a:lnTo>
                    <a:pt x="21486" y="9038"/>
                  </a:lnTo>
                  <a:lnTo>
                    <a:pt x="21486" y="7946"/>
                  </a:lnTo>
                  <a:lnTo>
                    <a:pt x="21486" y="6852"/>
                  </a:lnTo>
                  <a:lnTo>
                    <a:pt x="21486" y="5756"/>
                  </a:lnTo>
                  <a:lnTo>
                    <a:pt x="21486" y="4657"/>
                  </a:lnTo>
                  <a:lnTo>
                    <a:pt x="21486" y="3555"/>
                  </a:lnTo>
                  <a:lnTo>
                    <a:pt x="21486" y="2451"/>
                  </a:lnTo>
                  <a:lnTo>
                    <a:pt x="21486" y="1344"/>
                  </a:lnTo>
                  <a:lnTo>
                    <a:pt x="20153" y="1344"/>
                  </a:lnTo>
                  <a:lnTo>
                    <a:pt x="18800" y="1344"/>
                  </a:lnTo>
                  <a:lnTo>
                    <a:pt x="18468" y="2341"/>
                  </a:lnTo>
                  <a:lnTo>
                    <a:pt x="18134" y="3343"/>
                  </a:lnTo>
                  <a:lnTo>
                    <a:pt x="17797" y="4352"/>
                  </a:lnTo>
                  <a:lnTo>
                    <a:pt x="17457" y="5372"/>
                  </a:lnTo>
                  <a:lnTo>
                    <a:pt x="16652" y="6178"/>
                  </a:lnTo>
                  <a:lnTo>
                    <a:pt x="15846" y="6984"/>
                  </a:lnTo>
                  <a:lnTo>
                    <a:pt x="15040" y="7790"/>
                  </a:lnTo>
                  <a:lnTo>
                    <a:pt x="14234" y="8595"/>
                  </a:lnTo>
                  <a:lnTo>
                    <a:pt x="13429" y="9401"/>
                  </a:lnTo>
                  <a:lnTo>
                    <a:pt x="12764" y="10461"/>
                  </a:lnTo>
                  <a:lnTo>
                    <a:pt x="12096" y="11525"/>
                  </a:lnTo>
                  <a:lnTo>
                    <a:pt x="11423" y="12598"/>
                  </a:lnTo>
                  <a:lnTo>
                    <a:pt x="10743" y="13682"/>
                  </a:lnTo>
                  <a:lnTo>
                    <a:pt x="10078" y="14617"/>
                  </a:lnTo>
                  <a:lnTo>
                    <a:pt x="9410" y="15556"/>
                  </a:lnTo>
                  <a:lnTo>
                    <a:pt x="8737" y="16502"/>
                  </a:lnTo>
                  <a:lnTo>
                    <a:pt x="8057" y="17458"/>
                  </a:lnTo>
                  <a:lnTo>
                    <a:pt x="6726" y="17458"/>
                  </a:lnTo>
                  <a:lnTo>
                    <a:pt x="5386" y="17458"/>
                  </a:lnTo>
                  <a:lnTo>
                    <a:pt x="4028" y="17458"/>
                  </a:lnTo>
                  <a:lnTo>
                    <a:pt x="4028" y="18539"/>
                  </a:lnTo>
                  <a:lnTo>
                    <a:pt x="4028" y="19619"/>
                  </a:lnTo>
                  <a:lnTo>
                    <a:pt x="4028" y="20700"/>
                  </a:lnTo>
                  <a:lnTo>
                    <a:pt x="4028" y="21782"/>
                  </a:lnTo>
                  <a:lnTo>
                    <a:pt x="4028" y="22865"/>
                  </a:lnTo>
                  <a:lnTo>
                    <a:pt x="4028" y="23949"/>
                  </a:lnTo>
                  <a:lnTo>
                    <a:pt x="4028" y="25034"/>
                  </a:lnTo>
                  <a:lnTo>
                    <a:pt x="4028" y="26122"/>
                  </a:lnTo>
                  <a:lnTo>
                    <a:pt x="4028" y="27211"/>
                  </a:lnTo>
                  <a:lnTo>
                    <a:pt x="4028" y="28303"/>
                  </a:lnTo>
                  <a:lnTo>
                    <a:pt x="4028" y="29397"/>
                  </a:lnTo>
                  <a:lnTo>
                    <a:pt x="4028" y="30494"/>
                  </a:lnTo>
                  <a:lnTo>
                    <a:pt x="4028" y="31594"/>
                  </a:lnTo>
                  <a:lnTo>
                    <a:pt x="4028" y="32698"/>
                  </a:lnTo>
                  <a:lnTo>
                    <a:pt x="4028" y="33805"/>
                  </a:lnTo>
                  <a:lnTo>
                    <a:pt x="4028" y="34916"/>
                  </a:lnTo>
                  <a:lnTo>
                    <a:pt x="2698" y="34916"/>
                  </a:lnTo>
                  <a:lnTo>
                    <a:pt x="1358" y="34916"/>
                  </a:lnTo>
                  <a:lnTo>
                    <a:pt x="0" y="34916"/>
                  </a:lnTo>
                  <a:lnTo>
                    <a:pt x="666" y="34249"/>
                  </a:lnTo>
                  <a:lnTo>
                    <a:pt x="1343" y="33573"/>
                  </a:lnTo>
                  <a:lnTo>
                    <a:pt x="1458" y="32473"/>
                  </a:lnTo>
                  <a:lnTo>
                    <a:pt x="1566" y="31373"/>
                  </a:lnTo>
                  <a:lnTo>
                    <a:pt x="1668" y="30272"/>
                  </a:lnTo>
                  <a:lnTo>
                    <a:pt x="1764" y="29170"/>
                  </a:lnTo>
                  <a:lnTo>
                    <a:pt x="1855" y="28069"/>
                  </a:lnTo>
                  <a:lnTo>
                    <a:pt x="1940" y="26966"/>
                  </a:lnTo>
                  <a:lnTo>
                    <a:pt x="2021" y="25864"/>
                  </a:lnTo>
                  <a:lnTo>
                    <a:pt x="2097" y="24761"/>
                  </a:lnTo>
                  <a:lnTo>
                    <a:pt x="2182" y="23554"/>
                  </a:lnTo>
                  <a:lnTo>
                    <a:pt x="2267" y="22342"/>
                  </a:lnTo>
                  <a:lnTo>
                    <a:pt x="2352" y="21121"/>
                  </a:lnTo>
                  <a:lnTo>
                    <a:pt x="2439" y="19888"/>
                  </a:lnTo>
                  <a:lnTo>
                    <a:pt x="2520" y="18641"/>
                  </a:lnTo>
                  <a:lnTo>
                    <a:pt x="2603" y="17387"/>
                  </a:lnTo>
                  <a:lnTo>
                    <a:pt x="2686" y="16115"/>
                  </a:lnTo>
                  <a:lnTo>
                    <a:pt x="3683" y="15783"/>
                  </a:lnTo>
                  <a:lnTo>
                    <a:pt x="4685" y="15449"/>
                  </a:lnTo>
                  <a:lnTo>
                    <a:pt x="5694" y="15113"/>
                  </a:lnTo>
                  <a:lnTo>
                    <a:pt x="6714" y="14773"/>
                  </a:lnTo>
                  <a:lnTo>
                    <a:pt x="6714" y="13440"/>
                  </a:lnTo>
                  <a:lnTo>
                    <a:pt x="6714" y="12087"/>
                  </a:lnTo>
                  <a:lnTo>
                    <a:pt x="8047" y="11420"/>
                  </a:lnTo>
                  <a:lnTo>
                    <a:pt x="9400" y="10744"/>
                  </a:lnTo>
                  <a:lnTo>
                    <a:pt x="9979" y="9786"/>
                  </a:lnTo>
                  <a:lnTo>
                    <a:pt x="10556" y="8828"/>
                  </a:lnTo>
                  <a:lnTo>
                    <a:pt x="11133" y="7870"/>
                  </a:lnTo>
                  <a:lnTo>
                    <a:pt x="11708" y="6911"/>
                  </a:lnTo>
                  <a:lnTo>
                    <a:pt x="12283" y="5951"/>
                  </a:lnTo>
                  <a:lnTo>
                    <a:pt x="12856" y="4990"/>
                  </a:lnTo>
                  <a:lnTo>
                    <a:pt x="13429" y="4029"/>
                  </a:lnTo>
                  <a:lnTo>
                    <a:pt x="14344" y="2897"/>
                  </a:lnTo>
                  <a:lnTo>
                    <a:pt x="15125" y="1999"/>
                  </a:lnTo>
                  <a:lnTo>
                    <a:pt x="15826" y="1308"/>
                  </a:lnTo>
                  <a:lnTo>
                    <a:pt x="16498" y="798"/>
                  </a:lnTo>
                  <a:lnTo>
                    <a:pt x="17193" y="441"/>
                  </a:lnTo>
                  <a:lnTo>
                    <a:pt x="17962" y="210"/>
                  </a:lnTo>
                  <a:lnTo>
                    <a:pt x="18859" y="78"/>
                  </a:lnTo>
                  <a:lnTo>
                    <a:pt x="19934" y="17"/>
                  </a:lnTo>
                  <a:lnTo>
                    <a:pt x="21240" y="0"/>
                  </a:lnTo>
                  <a:lnTo>
                    <a:pt x="22829" y="1"/>
                  </a:lnTo>
                  <a:close/>
                </a:path>
              </a:pathLst>
            </a:custGeom>
            <a:solidFill>
              <a:srgbClr val="7AA6C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1" name="region 299 #888B8C"/>
            <p:cNvSpPr/>
            <p:nvPr/>
          </p:nvSpPr>
          <p:spPr>
            <a:xfrm>
              <a:off x="1866607" y="527753"/>
              <a:ext cx="13515" cy="21486"/>
            </a:xfrm>
            <a:custGeom>
              <a:avLst/>
              <a:gdLst/>
              <a:ahLst/>
              <a:cxnLst/>
              <a:rect l="l" t="t" r="r" b="b"/>
              <a:pathLst>
                <a:path w="13515" h="21486">
                  <a:moveTo>
                    <a:pt x="8057" y="0"/>
                  </a:moveTo>
                  <a:lnTo>
                    <a:pt x="8724" y="0"/>
                  </a:lnTo>
                  <a:lnTo>
                    <a:pt x="9400" y="0"/>
                  </a:lnTo>
                  <a:lnTo>
                    <a:pt x="9796" y="1051"/>
                  </a:lnTo>
                  <a:lnTo>
                    <a:pt x="10177" y="2087"/>
                  </a:lnTo>
                  <a:lnTo>
                    <a:pt x="10540" y="3109"/>
                  </a:lnTo>
                  <a:lnTo>
                    <a:pt x="10887" y="4119"/>
                  </a:lnTo>
                  <a:lnTo>
                    <a:pt x="11215" y="5120"/>
                  </a:lnTo>
                  <a:lnTo>
                    <a:pt x="11524" y="6113"/>
                  </a:lnTo>
                  <a:lnTo>
                    <a:pt x="11815" y="7100"/>
                  </a:lnTo>
                  <a:lnTo>
                    <a:pt x="12084" y="8083"/>
                  </a:lnTo>
                  <a:lnTo>
                    <a:pt x="12333" y="9065"/>
                  </a:lnTo>
                  <a:lnTo>
                    <a:pt x="12560" y="10048"/>
                  </a:lnTo>
                  <a:lnTo>
                    <a:pt x="12765" y="11033"/>
                  </a:lnTo>
                  <a:lnTo>
                    <a:pt x="12947" y="12023"/>
                  </a:lnTo>
                  <a:lnTo>
                    <a:pt x="13105" y="13020"/>
                  </a:lnTo>
                  <a:lnTo>
                    <a:pt x="13239" y="14026"/>
                  </a:lnTo>
                  <a:lnTo>
                    <a:pt x="13347" y="15042"/>
                  </a:lnTo>
                  <a:lnTo>
                    <a:pt x="13430" y="16072"/>
                  </a:lnTo>
                  <a:lnTo>
                    <a:pt x="13486" y="17116"/>
                  </a:lnTo>
                  <a:lnTo>
                    <a:pt x="13514" y="18178"/>
                  </a:lnTo>
                  <a:lnTo>
                    <a:pt x="13515" y="19258"/>
                  </a:lnTo>
                  <a:lnTo>
                    <a:pt x="13486" y="20360"/>
                  </a:lnTo>
                  <a:lnTo>
                    <a:pt x="13429" y="21486"/>
                  </a:lnTo>
                  <a:lnTo>
                    <a:pt x="12431" y="20820"/>
                  </a:lnTo>
                  <a:lnTo>
                    <a:pt x="11429" y="20153"/>
                  </a:lnTo>
                  <a:lnTo>
                    <a:pt x="10420" y="19480"/>
                  </a:lnTo>
                  <a:lnTo>
                    <a:pt x="9400" y="18800"/>
                  </a:lnTo>
                  <a:lnTo>
                    <a:pt x="8732" y="19134"/>
                  </a:lnTo>
                  <a:lnTo>
                    <a:pt x="6714" y="20143"/>
                  </a:lnTo>
                  <a:lnTo>
                    <a:pt x="5827" y="19255"/>
                  </a:lnTo>
                  <a:lnTo>
                    <a:pt x="4934" y="18362"/>
                  </a:lnTo>
                  <a:lnTo>
                    <a:pt x="4028" y="17457"/>
                  </a:lnTo>
                  <a:lnTo>
                    <a:pt x="3031" y="18122"/>
                  </a:lnTo>
                  <a:lnTo>
                    <a:pt x="2029" y="18790"/>
                  </a:lnTo>
                  <a:lnTo>
                    <a:pt x="1020" y="19462"/>
                  </a:lnTo>
                  <a:lnTo>
                    <a:pt x="0" y="20143"/>
                  </a:lnTo>
                  <a:lnTo>
                    <a:pt x="343" y="18948"/>
                  </a:lnTo>
                  <a:lnTo>
                    <a:pt x="692" y="17755"/>
                  </a:lnTo>
                  <a:lnTo>
                    <a:pt x="1045" y="16563"/>
                  </a:lnTo>
                  <a:lnTo>
                    <a:pt x="1402" y="15373"/>
                  </a:lnTo>
                  <a:lnTo>
                    <a:pt x="1762" y="14183"/>
                  </a:lnTo>
                  <a:lnTo>
                    <a:pt x="2090" y="13076"/>
                  </a:lnTo>
                  <a:lnTo>
                    <a:pt x="2420" y="11961"/>
                  </a:lnTo>
                  <a:lnTo>
                    <a:pt x="2754" y="10831"/>
                  </a:lnTo>
                  <a:lnTo>
                    <a:pt x="3386" y="9455"/>
                  </a:lnTo>
                  <a:lnTo>
                    <a:pt x="4028" y="8057"/>
                  </a:lnTo>
                  <a:lnTo>
                    <a:pt x="5026" y="7724"/>
                  </a:lnTo>
                  <a:lnTo>
                    <a:pt x="6028" y="7390"/>
                  </a:lnTo>
                  <a:lnTo>
                    <a:pt x="7037" y="7054"/>
                  </a:lnTo>
                  <a:lnTo>
                    <a:pt x="8057" y="6714"/>
                  </a:lnTo>
                  <a:lnTo>
                    <a:pt x="8057" y="5606"/>
                  </a:lnTo>
                  <a:lnTo>
                    <a:pt x="8057" y="4496"/>
                  </a:lnTo>
                  <a:lnTo>
                    <a:pt x="8057" y="3382"/>
                  </a:lnTo>
                  <a:lnTo>
                    <a:pt x="8057" y="2263"/>
                  </a:lnTo>
                  <a:lnTo>
                    <a:pt x="8057" y="1136"/>
                  </a:lnTo>
                  <a:lnTo>
                    <a:pt x="8057" y="0"/>
                  </a:lnTo>
                  <a:close/>
                </a:path>
              </a:pathLst>
            </a:custGeom>
            <a:solidFill>
              <a:srgbClr val="888B8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2" name="region 300 #3C0C13"/>
            <p:cNvSpPr/>
            <p:nvPr/>
          </p:nvSpPr>
          <p:spPr>
            <a:xfrm>
              <a:off x="1469113" y="747985"/>
              <a:ext cx="13429" cy="26858"/>
            </a:xfrm>
            <a:custGeom>
              <a:avLst/>
              <a:gdLst/>
              <a:ahLst/>
              <a:cxnLst/>
              <a:rect l="l" t="t" r="r" b="b"/>
              <a:pathLst>
                <a:path w="13429" h="26858">
                  <a:moveTo>
                    <a:pt x="9401" y="0"/>
                  </a:moveTo>
                  <a:lnTo>
                    <a:pt x="10398" y="333"/>
                  </a:lnTo>
                  <a:lnTo>
                    <a:pt x="11400" y="667"/>
                  </a:lnTo>
                  <a:lnTo>
                    <a:pt x="12409" y="1003"/>
                  </a:lnTo>
                  <a:lnTo>
                    <a:pt x="13429" y="1343"/>
                  </a:lnTo>
                  <a:lnTo>
                    <a:pt x="13429" y="2483"/>
                  </a:lnTo>
                  <a:lnTo>
                    <a:pt x="13429" y="3624"/>
                  </a:lnTo>
                  <a:lnTo>
                    <a:pt x="13429" y="4768"/>
                  </a:lnTo>
                  <a:lnTo>
                    <a:pt x="13429" y="5916"/>
                  </a:lnTo>
                  <a:lnTo>
                    <a:pt x="13429" y="7070"/>
                  </a:lnTo>
                  <a:lnTo>
                    <a:pt x="13429" y="8231"/>
                  </a:lnTo>
                  <a:lnTo>
                    <a:pt x="13429" y="9400"/>
                  </a:lnTo>
                  <a:lnTo>
                    <a:pt x="12096" y="9400"/>
                  </a:lnTo>
                  <a:lnTo>
                    <a:pt x="10744" y="9400"/>
                  </a:lnTo>
                  <a:lnTo>
                    <a:pt x="10452" y="10523"/>
                  </a:lnTo>
                  <a:lnTo>
                    <a:pt x="10160" y="11649"/>
                  </a:lnTo>
                  <a:lnTo>
                    <a:pt x="9866" y="12785"/>
                  </a:lnTo>
                  <a:lnTo>
                    <a:pt x="9569" y="13933"/>
                  </a:lnTo>
                  <a:lnTo>
                    <a:pt x="9065" y="15545"/>
                  </a:lnTo>
                  <a:lnTo>
                    <a:pt x="8653" y="16789"/>
                  </a:lnTo>
                  <a:lnTo>
                    <a:pt x="8285" y="17754"/>
                  </a:lnTo>
                  <a:lnTo>
                    <a:pt x="7911" y="18528"/>
                  </a:lnTo>
                  <a:lnTo>
                    <a:pt x="7482" y="19200"/>
                  </a:lnTo>
                  <a:lnTo>
                    <a:pt x="6948" y="19858"/>
                  </a:lnTo>
                  <a:lnTo>
                    <a:pt x="6261" y="20590"/>
                  </a:lnTo>
                  <a:lnTo>
                    <a:pt x="5372" y="21486"/>
                  </a:lnTo>
                  <a:lnTo>
                    <a:pt x="4958" y="22899"/>
                  </a:lnTo>
                  <a:lnTo>
                    <a:pt x="4682" y="23885"/>
                  </a:lnTo>
                  <a:lnTo>
                    <a:pt x="4478" y="24701"/>
                  </a:lnTo>
                  <a:lnTo>
                    <a:pt x="4282" y="25606"/>
                  </a:lnTo>
                  <a:lnTo>
                    <a:pt x="4029" y="26858"/>
                  </a:lnTo>
                  <a:lnTo>
                    <a:pt x="2698" y="26858"/>
                  </a:lnTo>
                  <a:lnTo>
                    <a:pt x="1358" y="26858"/>
                  </a:lnTo>
                  <a:lnTo>
                    <a:pt x="0" y="26858"/>
                  </a:lnTo>
                  <a:lnTo>
                    <a:pt x="122" y="25644"/>
                  </a:lnTo>
                  <a:lnTo>
                    <a:pt x="253" y="24488"/>
                  </a:lnTo>
                  <a:lnTo>
                    <a:pt x="397" y="23387"/>
                  </a:lnTo>
                  <a:lnTo>
                    <a:pt x="561" y="22332"/>
                  </a:lnTo>
                  <a:lnTo>
                    <a:pt x="751" y="21318"/>
                  </a:lnTo>
                  <a:lnTo>
                    <a:pt x="973" y="20340"/>
                  </a:lnTo>
                  <a:lnTo>
                    <a:pt x="1233" y="19389"/>
                  </a:lnTo>
                  <a:lnTo>
                    <a:pt x="1536" y="18462"/>
                  </a:lnTo>
                  <a:lnTo>
                    <a:pt x="1889" y="17551"/>
                  </a:lnTo>
                  <a:lnTo>
                    <a:pt x="2297" y="16650"/>
                  </a:lnTo>
                  <a:lnTo>
                    <a:pt x="2766" y="15753"/>
                  </a:lnTo>
                  <a:lnTo>
                    <a:pt x="3302" y="14855"/>
                  </a:lnTo>
                  <a:lnTo>
                    <a:pt x="3911" y="13948"/>
                  </a:lnTo>
                  <a:lnTo>
                    <a:pt x="4599" y="13027"/>
                  </a:lnTo>
                  <a:lnTo>
                    <a:pt x="5372" y="12086"/>
                  </a:lnTo>
                  <a:lnTo>
                    <a:pt x="5705" y="11089"/>
                  </a:lnTo>
                  <a:lnTo>
                    <a:pt x="6038" y="10087"/>
                  </a:lnTo>
                  <a:lnTo>
                    <a:pt x="6375" y="9078"/>
                  </a:lnTo>
                  <a:lnTo>
                    <a:pt x="6715" y="8058"/>
                  </a:lnTo>
                  <a:lnTo>
                    <a:pt x="8048" y="8058"/>
                  </a:lnTo>
                  <a:lnTo>
                    <a:pt x="9401" y="8058"/>
                  </a:lnTo>
                  <a:lnTo>
                    <a:pt x="9401" y="6918"/>
                  </a:lnTo>
                  <a:lnTo>
                    <a:pt x="9401" y="5777"/>
                  </a:lnTo>
                  <a:lnTo>
                    <a:pt x="9401" y="4633"/>
                  </a:lnTo>
                  <a:lnTo>
                    <a:pt x="9401" y="3484"/>
                  </a:lnTo>
                  <a:lnTo>
                    <a:pt x="9401" y="2331"/>
                  </a:lnTo>
                  <a:lnTo>
                    <a:pt x="9401" y="1170"/>
                  </a:lnTo>
                  <a:lnTo>
                    <a:pt x="9401" y="0"/>
                  </a:lnTo>
                  <a:close/>
                </a:path>
              </a:pathLst>
            </a:custGeom>
            <a:solidFill>
              <a:srgbClr val="3C0C13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3" name="region 301 #37040C"/>
            <p:cNvSpPr/>
            <p:nvPr/>
          </p:nvSpPr>
          <p:spPr>
            <a:xfrm>
              <a:off x="1808710" y="604192"/>
              <a:ext cx="21639" cy="30991"/>
            </a:xfrm>
            <a:custGeom>
              <a:avLst/>
              <a:gdLst/>
              <a:ahLst/>
              <a:cxnLst/>
              <a:rect l="l" t="t" r="r" b="b"/>
              <a:pathLst>
                <a:path w="21639" h="30991">
                  <a:moveTo>
                    <a:pt x="1496" y="105"/>
                  </a:moveTo>
                  <a:lnTo>
                    <a:pt x="2638" y="63"/>
                  </a:lnTo>
                  <a:lnTo>
                    <a:pt x="3760" y="30"/>
                  </a:lnTo>
                  <a:lnTo>
                    <a:pt x="4863" y="8"/>
                  </a:lnTo>
                  <a:lnTo>
                    <a:pt x="5950" y="0"/>
                  </a:lnTo>
                  <a:lnTo>
                    <a:pt x="7023" y="7"/>
                  </a:lnTo>
                  <a:lnTo>
                    <a:pt x="8083" y="31"/>
                  </a:lnTo>
                  <a:lnTo>
                    <a:pt x="9132" y="74"/>
                  </a:lnTo>
                  <a:lnTo>
                    <a:pt x="10173" y="138"/>
                  </a:lnTo>
                  <a:lnTo>
                    <a:pt x="11208" y="226"/>
                  </a:lnTo>
                  <a:lnTo>
                    <a:pt x="12238" y="338"/>
                  </a:lnTo>
                  <a:lnTo>
                    <a:pt x="13266" y="477"/>
                  </a:lnTo>
                  <a:lnTo>
                    <a:pt x="14293" y="645"/>
                  </a:lnTo>
                  <a:lnTo>
                    <a:pt x="15322" y="843"/>
                  </a:lnTo>
                  <a:lnTo>
                    <a:pt x="16354" y="1075"/>
                  </a:lnTo>
                  <a:lnTo>
                    <a:pt x="17392" y="1341"/>
                  </a:lnTo>
                  <a:lnTo>
                    <a:pt x="18437" y="1643"/>
                  </a:lnTo>
                  <a:lnTo>
                    <a:pt x="19492" y="1985"/>
                  </a:lnTo>
                  <a:lnTo>
                    <a:pt x="20559" y="2366"/>
                  </a:lnTo>
                  <a:lnTo>
                    <a:pt x="21639" y="2791"/>
                  </a:lnTo>
                  <a:lnTo>
                    <a:pt x="21639" y="3457"/>
                  </a:lnTo>
                  <a:lnTo>
                    <a:pt x="21639" y="4133"/>
                  </a:lnTo>
                  <a:lnTo>
                    <a:pt x="20524" y="4245"/>
                  </a:lnTo>
                  <a:lnTo>
                    <a:pt x="19409" y="4355"/>
                  </a:lnTo>
                  <a:lnTo>
                    <a:pt x="18295" y="4464"/>
                  </a:lnTo>
                  <a:lnTo>
                    <a:pt x="17180" y="4572"/>
                  </a:lnTo>
                  <a:lnTo>
                    <a:pt x="16065" y="4678"/>
                  </a:lnTo>
                  <a:lnTo>
                    <a:pt x="14949" y="4784"/>
                  </a:lnTo>
                  <a:lnTo>
                    <a:pt x="13834" y="4888"/>
                  </a:lnTo>
                  <a:lnTo>
                    <a:pt x="12747" y="4994"/>
                  </a:lnTo>
                  <a:lnTo>
                    <a:pt x="11655" y="5100"/>
                  </a:lnTo>
                  <a:lnTo>
                    <a:pt x="10555" y="5206"/>
                  </a:lnTo>
                  <a:lnTo>
                    <a:pt x="9443" y="5314"/>
                  </a:lnTo>
                  <a:lnTo>
                    <a:pt x="7980" y="5370"/>
                  </a:lnTo>
                  <a:lnTo>
                    <a:pt x="6858" y="5386"/>
                  </a:lnTo>
                  <a:lnTo>
                    <a:pt x="5938" y="5340"/>
                  </a:lnTo>
                  <a:lnTo>
                    <a:pt x="5081" y="5213"/>
                  </a:lnTo>
                  <a:lnTo>
                    <a:pt x="4148" y="4983"/>
                  </a:lnTo>
                  <a:lnTo>
                    <a:pt x="2999" y="4630"/>
                  </a:lnTo>
                  <a:lnTo>
                    <a:pt x="1496" y="4133"/>
                  </a:lnTo>
                  <a:lnTo>
                    <a:pt x="1572" y="5162"/>
                  </a:lnTo>
                  <a:lnTo>
                    <a:pt x="1650" y="6193"/>
                  </a:lnTo>
                  <a:lnTo>
                    <a:pt x="1727" y="7229"/>
                  </a:lnTo>
                  <a:lnTo>
                    <a:pt x="1805" y="8273"/>
                  </a:lnTo>
                  <a:lnTo>
                    <a:pt x="1884" y="9326"/>
                  </a:lnTo>
                  <a:lnTo>
                    <a:pt x="1960" y="10447"/>
                  </a:lnTo>
                  <a:lnTo>
                    <a:pt x="2035" y="11568"/>
                  </a:lnTo>
                  <a:lnTo>
                    <a:pt x="2110" y="12689"/>
                  </a:lnTo>
                  <a:lnTo>
                    <a:pt x="2186" y="13810"/>
                  </a:lnTo>
                  <a:lnTo>
                    <a:pt x="2260" y="14931"/>
                  </a:lnTo>
                  <a:lnTo>
                    <a:pt x="2335" y="16052"/>
                  </a:lnTo>
                  <a:lnTo>
                    <a:pt x="2421" y="17184"/>
                  </a:lnTo>
                  <a:lnTo>
                    <a:pt x="2509" y="18323"/>
                  </a:lnTo>
                  <a:lnTo>
                    <a:pt x="2597" y="19477"/>
                  </a:lnTo>
                  <a:lnTo>
                    <a:pt x="2666" y="20560"/>
                  </a:lnTo>
                  <a:lnTo>
                    <a:pt x="2736" y="21650"/>
                  </a:lnTo>
                  <a:lnTo>
                    <a:pt x="2808" y="22755"/>
                  </a:lnTo>
                  <a:lnTo>
                    <a:pt x="2913" y="24257"/>
                  </a:lnTo>
                  <a:lnTo>
                    <a:pt x="3020" y="25782"/>
                  </a:lnTo>
                  <a:lnTo>
                    <a:pt x="2910" y="27035"/>
                  </a:lnTo>
                  <a:lnTo>
                    <a:pt x="2706" y="27932"/>
                  </a:lnTo>
                  <a:lnTo>
                    <a:pt x="2270" y="28724"/>
                  </a:lnTo>
                  <a:lnTo>
                    <a:pt x="1465" y="29660"/>
                  </a:lnTo>
                  <a:lnTo>
                    <a:pt x="153" y="30991"/>
                  </a:lnTo>
                  <a:lnTo>
                    <a:pt x="144" y="29919"/>
                  </a:lnTo>
                  <a:lnTo>
                    <a:pt x="136" y="28848"/>
                  </a:lnTo>
                  <a:lnTo>
                    <a:pt x="128" y="27776"/>
                  </a:lnTo>
                  <a:lnTo>
                    <a:pt x="121" y="26704"/>
                  </a:lnTo>
                  <a:lnTo>
                    <a:pt x="114" y="25633"/>
                  </a:lnTo>
                  <a:lnTo>
                    <a:pt x="107" y="24561"/>
                  </a:lnTo>
                  <a:lnTo>
                    <a:pt x="101" y="23489"/>
                  </a:lnTo>
                  <a:lnTo>
                    <a:pt x="95" y="22417"/>
                  </a:lnTo>
                  <a:lnTo>
                    <a:pt x="90" y="21346"/>
                  </a:lnTo>
                  <a:lnTo>
                    <a:pt x="84" y="20274"/>
                  </a:lnTo>
                  <a:lnTo>
                    <a:pt x="79" y="19202"/>
                  </a:lnTo>
                  <a:lnTo>
                    <a:pt x="74" y="18130"/>
                  </a:lnTo>
                  <a:lnTo>
                    <a:pt x="70" y="17059"/>
                  </a:lnTo>
                  <a:lnTo>
                    <a:pt x="58" y="15735"/>
                  </a:lnTo>
                  <a:lnTo>
                    <a:pt x="46" y="14402"/>
                  </a:lnTo>
                  <a:lnTo>
                    <a:pt x="35" y="13052"/>
                  </a:lnTo>
                  <a:lnTo>
                    <a:pt x="31" y="11786"/>
                  </a:lnTo>
                  <a:lnTo>
                    <a:pt x="26" y="10513"/>
                  </a:lnTo>
                  <a:lnTo>
                    <a:pt x="21" y="9222"/>
                  </a:lnTo>
                  <a:lnTo>
                    <a:pt x="14" y="8053"/>
                  </a:lnTo>
                  <a:lnTo>
                    <a:pt x="7" y="6876"/>
                  </a:lnTo>
                  <a:lnTo>
                    <a:pt x="0" y="5685"/>
                  </a:lnTo>
                  <a:lnTo>
                    <a:pt x="85" y="4251"/>
                  </a:lnTo>
                  <a:lnTo>
                    <a:pt x="206" y="3244"/>
                  </a:lnTo>
                  <a:lnTo>
                    <a:pt x="433" y="2396"/>
                  </a:lnTo>
                  <a:lnTo>
                    <a:pt x="839" y="1439"/>
                  </a:lnTo>
                  <a:lnTo>
                    <a:pt x="1496" y="105"/>
                  </a:lnTo>
                  <a:close/>
                </a:path>
              </a:pathLst>
            </a:custGeom>
            <a:solidFill>
              <a:srgbClr val="37040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4" name="region 302 #461C24"/>
            <p:cNvSpPr/>
            <p:nvPr/>
          </p:nvSpPr>
          <p:spPr>
            <a:xfrm>
              <a:off x="1490600" y="294091"/>
              <a:ext cx="12086" cy="20143"/>
            </a:xfrm>
            <a:custGeom>
              <a:avLst/>
              <a:gdLst/>
              <a:ahLst/>
              <a:cxnLst/>
              <a:rect l="l" t="t" r="r" b="b"/>
              <a:pathLst>
                <a:path w="12086" h="20143">
                  <a:moveTo>
                    <a:pt x="4028" y="0"/>
                  </a:moveTo>
                  <a:lnTo>
                    <a:pt x="5359" y="0"/>
                  </a:lnTo>
                  <a:lnTo>
                    <a:pt x="6699" y="0"/>
                  </a:lnTo>
                  <a:lnTo>
                    <a:pt x="8057" y="0"/>
                  </a:lnTo>
                  <a:lnTo>
                    <a:pt x="8563" y="1099"/>
                  </a:lnTo>
                  <a:lnTo>
                    <a:pt x="9004" y="2172"/>
                  </a:lnTo>
                  <a:lnTo>
                    <a:pt x="9384" y="3225"/>
                  </a:lnTo>
                  <a:lnTo>
                    <a:pt x="9707" y="4263"/>
                  </a:lnTo>
                  <a:lnTo>
                    <a:pt x="9978" y="5290"/>
                  </a:lnTo>
                  <a:lnTo>
                    <a:pt x="10201" y="6312"/>
                  </a:lnTo>
                  <a:lnTo>
                    <a:pt x="10380" y="7334"/>
                  </a:lnTo>
                  <a:lnTo>
                    <a:pt x="10520" y="8360"/>
                  </a:lnTo>
                  <a:lnTo>
                    <a:pt x="10624" y="9397"/>
                  </a:lnTo>
                  <a:lnTo>
                    <a:pt x="10697" y="10449"/>
                  </a:lnTo>
                  <a:lnTo>
                    <a:pt x="10743" y="11521"/>
                  </a:lnTo>
                  <a:lnTo>
                    <a:pt x="10766" y="12619"/>
                  </a:lnTo>
                  <a:lnTo>
                    <a:pt x="10771" y="13747"/>
                  </a:lnTo>
                  <a:lnTo>
                    <a:pt x="10762" y="14910"/>
                  </a:lnTo>
                  <a:lnTo>
                    <a:pt x="10743" y="16114"/>
                  </a:lnTo>
                  <a:lnTo>
                    <a:pt x="11075" y="17112"/>
                  </a:lnTo>
                  <a:lnTo>
                    <a:pt x="11409" y="18114"/>
                  </a:lnTo>
                  <a:lnTo>
                    <a:pt x="11745" y="19123"/>
                  </a:lnTo>
                  <a:lnTo>
                    <a:pt x="12086" y="20143"/>
                  </a:lnTo>
                  <a:lnTo>
                    <a:pt x="11088" y="19811"/>
                  </a:lnTo>
                  <a:lnTo>
                    <a:pt x="10091" y="19478"/>
                  </a:lnTo>
                  <a:lnTo>
                    <a:pt x="9092" y="19145"/>
                  </a:lnTo>
                  <a:lnTo>
                    <a:pt x="8093" y="18812"/>
                  </a:lnTo>
                  <a:lnTo>
                    <a:pt x="7091" y="18478"/>
                  </a:lnTo>
                  <a:lnTo>
                    <a:pt x="6088" y="18144"/>
                  </a:lnTo>
                  <a:lnTo>
                    <a:pt x="5082" y="17809"/>
                  </a:lnTo>
                  <a:lnTo>
                    <a:pt x="4073" y="17472"/>
                  </a:lnTo>
                  <a:lnTo>
                    <a:pt x="3061" y="17135"/>
                  </a:lnTo>
                  <a:lnTo>
                    <a:pt x="2045" y="16796"/>
                  </a:lnTo>
                  <a:lnTo>
                    <a:pt x="1024" y="16456"/>
                  </a:lnTo>
                  <a:lnTo>
                    <a:pt x="0" y="16114"/>
                  </a:lnTo>
                  <a:lnTo>
                    <a:pt x="997" y="15449"/>
                  </a:lnTo>
                  <a:lnTo>
                    <a:pt x="1999" y="14782"/>
                  </a:lnTo>
                  <a:lnTo>
                    <a:pt x="3008" y="14109"/>
                  </a:lnTo>
                  <a:lnTo>
                    <a:pt x="4028" y="13429"/>
                  </a:lnTo>
                  <a:lnTo>
                    <a:pt x="3363" y="12431"/>
                  </a:lnTo>
                  <a:lnTo>
                    <a:pt x="2695" y="11429"/>
                  </a:lnTo>
                  <a:lnTo>
                    <a:pt x="2023" y="10420"/>
                  </a:lnTo>
                  <a:lnTo>
                    <a:pt x="1342" y="9400"/>
                  </a:lnTo>
                  <a:lnTo>
                    <a:pt x="2675" y="9400"/>
                  </a:lnTo>
                  <a:lnTo>
                    <a:pt x="4028" y="9400"/>
                  </a:lnTo>
                  <a:lnTo>
                    <a:pt x="4028" y="8366"/>
                  </a:lnTo>
                  <a:lnTo>
                    <a:pt x="4028" y="7331"/>
                  </a:lnTo>
                  <a:lnTo>
                    <a:pt x="4028" y="6295"/>
                  </a:lnTo>
                  <a:lnTo>
                    <a:pt x="4028" y="5256"/>
                  </a:lnTo>
                  <a:lnTo>
                    <a:pt x="4028" y="4214"/>
                  </a:lnTo>
                  <a:lnTo>
                    <a:pt x="4028" y="3168"/>
                  </a:lnTo>
                  <a:lnTo>
                    <a:pt x="4028" y="2118"/>
                  </a:lnTo>
                  <a:lnTo>
                    <a:pt x="4028" y="1062"/>
                  </a:lnTo>
                  <a:lnTo>
                    <a:pt x="4028" y="0"/>
                  </a:lnTo>
                  <a:close/>
                </a:path>
              </a:pathLst>
            </a:custGeom>
            <a:solidFill>
              <a:srgbClr val="46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5" name="region 303 #417CAC"/>
            <p:cNvSpPr/>
            <p:nvPr/>
          </p:nvSpPr>
          <p:spPr>
            <a:xfrm>
              <a:off x="2558192" y="252200"/>
              <a:ext cx="17457" cy="16187"/>
            </a:xfrm>
            <a:custGeom>
              <a:avLst/>
              <a:gdLst/>
              <a:ahLst/>
              <a:cxnLst/>
              <a:rect l="l" t="t" r="r" b="b"/>
              <a:pathLst>
                <a:path w="17457" h="16187">
                  <a:moveTo>
                    <a:pt x="1342" y="261"/>
                  </a:moveTo>
                  <a:lnTo>
                    <a:pt x="2500" y="220"/>
                  </a:lnTo>
                  <a:lnTo>
                    <a:pt x="3659" y="183"/>
                  </a:lnTo>
                  <a:lnTo>
                    <a:pt x="4817" y="150"/>
                  </a:lnTo>
                  <a:lnTo>
                    <a:pt x="5975" y="121"/>
                  </a:lnTo>
                  <a:lnTo>
                    <a:pt x="7133" y="94"/>
                  </a:lnTo>
                  <a:lnTo>
                    <a:pt x="8210" y="63"/>
                  </a:lnTo>
                  <a:lnTo>
                    <a:pt x="9293" y="31"/>
                  </a:lnTo>
                  <a:lnTo>
                    <a:pt x="10391" y="0"/>
                  </a:lnTo>
                  <a:lnTo>
                    <a:pt x="11527" y="104"/>
                  </a:lnTo>
                  <a:lnTo>
                    <a:pt x="12415" y="229"/>
                  </a:lnTo>
                  <a:lnTo>
                    <a:pt x="13179" y="424"/>
                  </a:lnTo>
                  <a:lnTo>
                    <a:pt x="13941" y="742"/>
                  </a:lnTo>
                  <a:lnTo>
                    <a:pt x="14826" y="1234"/>
                  </a:lnTo>
                  <a:lnTo>
                    <a:pt x="15957" y="1952"/>
                  </a:lnTo>
                  <a:lnTo>
                    <a:pt x="17457" y="2947"/>
                  </a:lnTo>
                  <a:lnTo>
                    <a:pt x="17232" y="4234"/>
                  </a:lnTo>
                  <a:lnTo>
                    <a:pt x="16951" y="5384"/>
                  </a:lnTo>
                  <a:lnTo>
                    <a:pt x="16609" y="6416"/>
                  </a:lnTo>
                  <a:lnTo>
                    <a:pt x="16200" y="7350"/>
                  </a:lnTo>
                  <a:lnTo>
                    <a:pt x="15718" y="8206"/>
                  </a:lnTo>
                  <a:lnTo>
                    <a:pt x="15159" y="9002"/>
                  </a:lnTo>
                  <a:lnTo>
                    <a:pt x="14516" y="9758"/>
                  </a:lnTo>
                  <a:lnTo>
                    <a:pt x="13783" y="10493"/>
                  </a:lnTo>
                  <a:lnTo>
                    <a:pt x="12956" y="11227"/>
                  </a:lnTo>
                  <a:lnTo>
                    <a:pt x="12028" y="11978"/>
                  </a:lnTo>
                  <a:lnTo>
                    <a:pt x="10995" y="12766"/>
                  </a:lnTo>
                  <a:lnTo>
                    <a:pt x="10071" y="13483"/>
                  </a:lnTo>
                  <a:lnTo>
                    <a:pt x="9140" y="14203"/>
                  </a:lnTo>
                  <a:lnTo>
                    <a:pt x="8198" y="14934"/>
                  </a:lnTo>
                  <a:lnTo>
                    <a:pt x="6794" y="15634"/>
                  </a:lnTo>
                  <a:lnTo>
                    <a:pt x="5787" y="16036"/>
                  </a:lnTo>
                  <a:lnTo>
                    <a:pt x="4896" y="16187"/>
                  </a:lnTo>
                  <a:lnTo>
                    <a:pt x="3838" y="16136"/>
                  </a:lnTo>
                  <a:lnTo>
                    <a:pt x="2333" y="15930"/>
                  </a:lnTo>
                  <a:lnTo>
                    <a:pt x="1176" y="15485"/>
                  </a:lnTo>
                  <a:lnTo>
                    <a:pt x="0" y="15033"/>
                  </a:lnTo>
                  <a:lnTo>
                    <a:pt x="909" y="14031"/>
                  </a:lnTo>
                  <a:lnTo>
                    <a:pt x="1615" y="13264"/>
                  </a:lnTo>
                  <a:lnTo>
                    <a:pt x="2210" y="12637"/>
                  </a:lnTo>
                  <a:lnTo>
                    <a:pt x="2790" y="12058"/>
                  </a:lnTo>
                  <a:lnTo>
                    <a:pt x="3447" y="11431"/>
                  </a:lnTo>
                  <a:lnTo>
                    <a:pt x="4276" y="10664"/>
                  </a:lnTo>
                  <a:lnTo>
                    <a:pt x="5371" y="9662"/>
                  </a:lnTo>
                  <a:lnTo>
                    <a:pt x="6702" y="9662"/>
                  </a:lnTo>
                  <a:lnTo>
                    <a:pt x="8042" y="9662"/>
                  </a:lnTo>
                  <a:lnTo>
                    <a:pt x="9400" y="9662"/>
                  </a:lnTo>
                  <a:lnTo>
                    <a:pt x="9400" y="8598"/>
                  </a:lnTo>
                  <a:lnTo>
                    <a:pt x="9400" y="7531"/>
                  </a:lnTo>
                  <a:lnTo>
                    <a:pt x="9400" y="6459"/>
                  </a:lnTo>
                  <a:lnTo>
                    <a:pt x="9400" y="5380"/>
                  </a:lnTo>
                  <a:lnTo>
                    <a:pt x="9400" y="4290"/>
                  </a:lnTo>
                  <a:lnTo>
                    <a:pt x="8888" y="4205"/>
                  </a:lnTo>
                  <a:lnTo>
                    <a:pt x="8398" y="4123"/>
                  </a:lnTo>
                  <a:lnTo>
                    <a:pt x="7789" y="4022"/>
                  </a:lnTo>
                  <a:lnTo>
                    <a:pt x="6920" y="3877"/>
                  </a:lnTo>
                  <a:lnTo>
                    <a:pt x="5649" y="3665"/>
                  </a:lnTo>
                  <a:lnTo>
                    <a:pt x="3837" y="3363"/>
                  </a:lnTo>
                  <a:lnTo>
                    <a:pt x="1342" y="2947"/>
                  </a:lnTo>
                  <a:lnTo>
                    <a:pt x="1342" y="1614"/>
                  </a:lnTo>
                  <a:lnTo>
                    <a:pt x="1342" y="261"/>
                  </a:lnTo>
                  <a:close/>
                </a:path>
              </a:pathLst>
            </a:custGeom>
            <a:solidFill>
              <a:srgbClr val="417CA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307" name="text: Perspective: Ecotoxicity of fa"/>
          <p:cNvSpPr txBox="1"/>
          <p:nvPr/>
        </p:nvSpPr>
        <p:spPr>
          <a:xfrm>
            <a:off x="200089" y="1024619"/>
            <a:ext cx="3009794" cy="16235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7" b="0">
                <a:solidFill>
                  <a:srgbClr val="050505"/>
                </a:solidFill>
                <a:latin typeface="Arial"/>
              </a:rPr>
              <a:t>Perspective: Ecotoxicity of face mask microplastics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traced SVG (right-click &gt; Convert to Shape)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2971800" cy="11884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